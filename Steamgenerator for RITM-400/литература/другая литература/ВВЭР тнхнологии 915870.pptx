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jpg" ContentType="image/jp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65" r:id="rId2"/>
    <p:sldId id="266" r:id="rId3"/>
    <p:sldId id="269" r:id="rId4"/>
    <p:sldId id="270" r:id="rId5"/>
    <p:sldId id="271" r:id="rId6"/>
    <p:sldId id="272" r:id="rId7"/>
    <p:sldId id="273" r:id="rId8"/>
    <p:sldId id="274" r:id="rId9"/>
    <p:sldId id="342" r:id="rId10"/>
    <p:sldId id="341" r:id="rId11"/>
    <p:sldId id="339" r:id="rId12"/>
    <p:sldId id="276" r:id="rId13"/>
    <p:sldId id="277" r:id="rId14"/>
    <p:sldId id="279" r:id="rId15"/>
    <p:sldId id="280" r:id="rId16"/>
    <p:sldId id="281" r:id="rId17"/>
    <p:sldId id="282" r:id="rId18"/>
    <p:sldId id="283" r:id="rId19"/>
    <p:sldId id="284" r:id="rId20"/>
    <p:sldId id="285" r:id="rId21"/>
    <p:sldId id="286" r:id="rId22"/>
    <p:sldId id="287" r:id="rId23"/>
    <p:sldId id="288" r:id="rId24"/>
    <p:sldId id="290" r:id="rId25"/>
    <p:sldId id="291" r:id="rId26"/>
    <p:sldId id="294" r:id="rId27"/>
    <p:sldId id="295" r:id="rId28"/>
    <p:sldId id="296" r:id="rId29"/>
    <p:sldId id="297" r:id="rId30"/>
    <p:sldId id="298" r:id="rId31"/>
    <p:sldId id="299" r:id="rId32"/>
    <p:sldId id="300" r:id="rId33"/>
    <p:sldId id="301" r:id="rId34"/>
    <p:sldId id="302" r:id="rId35"/>
    <p:sldId id="303" r:id="rId36"/>
    <p:sldId id="304" r:id="rId37"/>
    <p:sldId id="305" r:id="rId38"/>
    <p:sldId id="306" r:id="rId39"/>
    <p:sldId id="307" r:id="rId40"/>
    <p:sldId id="308" r:id="rId41"/>
    <p:sldId id="309" r:id="rId42"/>
    <p:sldId id="310" r:id="rId43"/>
    <p:sldId id="311" r:id="rId44"/>
    <p:sldId id="312" r:id="rId45"/>
    <p:sldId id="313" r:id="rId46"/>
    <p:sldId id="314" r:id="rId47"/>
    <p:sldId id="315" r:id="rId48"/>
    <p:sldId id="316" r:id="rId49"/>
    <p:sldId id="317" r:id="rId50"/>
    <p:sldId id="318" r:id="rId51"/>
    <p:sldId id="319" r:id="rId52"/>
    <p:sldId id="320" r:id="rId53"/>
    <p:sldId id="321" r:id="rId54"/>
    <p:sldId id="322" r:id="rId55"/>
    <p:sldId id="323" r:id="rId56"/>
    <p:sldId id="329" r:id="rId57"/>
    <p:sldId id="330" r:id="rId58"/>
    <p:sldId id="331" r:id="rId59"/>
    <p:sldId id="332" r:id="rId60"/>
    <p:sldId id="333" r:id="rId61"/>
    <p:sldId id="334" r:id="rId62"/>
    <p:sldId id="335" r:id="rId63"/>
    <p:sldId id="336" r:id="rId64"/>
    <p:sldId id="337" r:id="rId65"/>
  </p:sldIdLst>
  <p:sldSz cx="9105900" cy="6845300"/>
  <p:notesSz cx="9105900" cy="6845300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5441" autoAdjust="0"/>
    <p:restoredTop sz="94660"/>
  </p:normalViewPr>
  <p:slideViewPr>
    <p:cSldViewPr>
      <p:cViewPr>
        <p:scale>
          <a:sx n="66" d="100"/>
          <a:sy n="66" d="100"/>
        </p:scale>
        <p:origin x="-1932" y="-168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theme" Target="theme/theme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683418" y="2122043"/>
            <a:ext cx="7745412" cy="14375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366837" y="3833368"/>
            <a:ext cx="6378575" cy="171132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5/25/2021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2000" b="1" i="0">
                <a:solidFill>
                  <a:srgbClr val="0068B4"/>
                </a:solidFill>
                <a:latin typeface="Arial"/>
                <a:cs typeface="Arial"/>
              </a:defRPr>
            </a:lvl1pPr>
          </a:lstStyle>
          <a:p>
            <a:pPr marL="191770">
              <a:lnSpc>
                <a:spcPct val="100000"/>
              </a:lnSpc>
              <a:spcBef>
                <a:spcPts val="345"/>
              </a:spcBef>
            </a:pPr>
            <a:fld id="{81D60167-4931-47E6-BA6A-407CBD079E47}" type="slidenum">
              <a:rPr spc="-5" dirty="0"/>
              <a:t>‹#›</a:t>
            </a:fld>
            <a:endParaRPr spc="-5" dirty="0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3200" b="0" i="0">
                <a:solidFill>
                  <a:srgbClr val="800000"/>
                </a:solidFill>
                <a:latin typeface="Impact"/>
                <a:cs typeface="Impact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5/25/2021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2000" b="1" i="0">
                <a:solidFill>
                  <a:srgbClr val="0068B4"/>
                </a:solidFill>
                <a:latin typeface="Arial"/>
                <a:cs typeface="Arial"/>
              </a:defRPr>
            </a:lvl1pPr>
          </a:lstStyle>
          <a:p>
            <a:pPr marL="191770">
              <a:lnSpc>
                <a:spcPct val="100000"/>
              </a:lnSpc>
              <a:spcBef>
                <a:spcPts val="345"/>
              </a:spcBef>
            </a:pPr>
            <a:fld id="{81D60167-4931-47E6-BA6A-407CBD079E47}" type="slidenum">
              <a:rPr spc="-5" dirty="0"/>
              <a:t>‹#›</a:t>
            </a:fld>
            <a:endParaRPr spc="-5" dirty="0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wo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bg object 1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1461" y="410923"/>
            <a:ext cx="8490255" cy="6428665"/>
          </a:xfrm>
          <a:prstGeom prst="rect">
            <a:avLst/>
          </a:prstGeom>
        </p:spPr>
      </p:pic>
      <p:pic>
        <p:nvPicPr>
          <p:cNvPr id="17" name="bg object 1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004462" y="1200788"/>
            <a:ext cx="4724400" cy="5181600"/>
          </a:xfrm>
          <a:prstGeom prst="rect">
            <a:avLst/>
          </a:prstGeom>
        </p:spPr>
      </p:pic>
      <p:sp>
        <p:nvSpPr>
          <p:cNvPr id="18" name="bg object 18"/>
          <p:cNvSpPr/>
          <p:nvPr/>
        </p:nvSpPr>
        <p:spPr>
          <a:xfrm>
            <a:off x="3999877" y="1196216"/>
            <a:ext cx="4733925" cy="5191125"/>
          </a:xfrm>
          <a:custGeom>
            <a:avLst/>
            <a:gdLst/>
            <a:ahLst/>
            <a:cxnLst/>
            <a:rect l="l" t="t" r="r" b="b"/>
            <a:pathLst>
              <a:path w="4733925" h="5191125">
                <a:moveTo>
                  <a:pt x="4733544" y="5190744"/>
                </a:moveTo>
                <a:lnTo>
                  <a:pt x="4733544" y="0"/>
                </a:lnTo>
                <a:lnTo>
                  <a:pt x="0" y="0"/>
                </a:lnTo>
                <a:lnTo>
                  <a:pt x="0" y="5190744"/>
                </a:lnTo>
                <a:lnTo>
                  <a:pt x="4733544" y="5190744"/>
                </a:lnTo>
                <a:close/>
              </a:path>
            </a:pathLst>
          </a:custGeom>
          <a:ln w="9144">
            <a:solidFill>
              <a:srgbClr val="659A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bg object 19"/>
          <p:cNvSpPr/>
          <p:nvPr/>
        </p:nvSpPr>
        <p:spPr>
          <a:xfrm>
            <a:off x="4309249" y="2346086"/>
            <a:ext cx="2000250" cy="214629"/>
          </a:xfrm>
          <a:custGeom>
            <a:avLst/>
            <a:gdLst/>
            <a:ahLst/>
            <a:cxnLst/>
            <a:rect l="l" t="t" r="r" b="b"/>
            <a:pathLst>
              <a:path w="2000250" h="214630">
                <a:moveTo>
                  <a:pt x="2000250" y="213360"/>
                </a:moveTo>
                <a:lnTo>
                  <a:pt x="0" y="213360"/>
                </a:lnTo>
                <a:lnTo>
                  <a:pt x="0" y="214122"/>
                </a:lnTo>
                <a:lnTo>
                  <a:pt x="2000250" y="214122"/>
                </a:lnTo>
                <a:lnTo>
                  <a:pt x="2000250" y="213360"/>
                </a:lnTo>
                <a:close/>
              </a:path>
              <a:path w="2000250" h="214630">
                <a:moveTo>
                  <a:pt x="2000250" y="210312"/>
                </a:moveTo>
                <a:lnTo>
                  <a:pt x="0" y="210312"/>
                </a:lnTo>
                <a:lnTo>
                  <a:pt x="0" y="211074"/>
                </a:lnTo>
                <a:lnTo>
                  <a:pt x="2000250" y="211074"/>
                </a:lnTo>
                <a:lnTo>
                  <a:pt x="2000250" y="210312"/>
                </a:lnTo>
                <a:close/>
              </a:path>
              <a:path w="2000250" h="214630">
                <a:moveTo>
                  <a:pt x="2000250" y="207264"/>
                </a:moveTo>
                <a:lnTo>
                  <a:pt x="0" y="207264"/>
                </a:lnTo>
                <a:lnTo>
                  <a:pt x="0" y="208026"/>
                </a:lnTo>
                <a:lnTo>
                  <a:pt x="2000250" y="208026"/>
                </a:lnTo>
                <a:lnTo>
                  <a:pt x="2000250" y="207264"/>
                </a:lnTo>
                <a:close/>
              </a:path>
              <a:path w="2000250" h="214630">
                <a:moveTo>
                  <a:pt x="2000250" y="204216"/>
                </a:moveTo>
                <a:lnTo>
                  <a:pt x="0" y="204216"/>
                </a:lnTo>
                <a:lnTo>
                  <a:pt x="0" y="204978"/>
                </a:lnTo>
                <a:lnTo>
                  <a:pt x="2000250" y="204978"/>
                </a:lnTo>
                <a:lnTo>
                  <a:pt x="2000250" y="204216"/>
                </a:lnTo>
                <a:close/>
              </a:path>
              <a:path w="2000250" h="214630">
                <a:moveTo>
                  <a:pt x="2000250" y="201168"/>
                </a:moveTo>
                <a:lnTo>
                  <a:pt x="0" y="201168"/>
                </a:lnTo>
                <a:lnTo>
                  <a:pt x="0" y="201930"/>
                </a:lnTo>
                <a:lnTo>
                  <a:pt x="2000250" y="201930"/>
                </a:lnTo>
                <a:lnTo>
                  <a:pt x="2000250" y="201168"/>
                </a:lnTo>
                <a:close/>
              </a:path>
              <a:path w="2000250" h="214630">
                <a:moveTo>
                  <a:pt x="2000250" y="198120"/>
                </a:moveTo>
                <a:lnTo>
                  <a:pt x="0" y="198120"/>
                </a:lnTo>
                <a:lnTo>
                  <a:pt x="0" y="198882"/>
                </a:lnTo>
                <a:lnTo>
                  <a:pt x="2000250" y="198882"/>
                </a:lnTo>
                <a:lnTo>
                  <a:pt x="2000250" y="198120"/>
                </a:lnTo>
                <a:close/>
              </a:path>
              <a:path w="2000250" h="214630">
                <a:moveTo>
                  <a:pt x="2000250" y="195072"/>
                </a:moveTo>
                <a:lnTo>
                  <a:pt x="0" y="195072"/>
                </a:lnTo>
                <a:lnTo>
                  <a:pt x="0" y="195834"/>
                </a:lnTo>
                <a:lnTo>
                  <a:pt x="2000250" y="195834"/>
                </a:lnTo>
                <a:lnTo>
                  <a:pt x="2000250" y="195072"/>
                </a:lnTo>
                <a:close/>
              </a:path>
              <a:path w="2000250" h="214630">
                <a:moveTo>
                  <a:pt x="2000250" y="192024"/>
                </a:moveTo>
                <a:lnTo>
                  <a:pt x="0" y="192024"/>
                </a:lnTo>
                <a:lnTo>
                  <a:pt x="0" y="192786"/>
                </a:lnTo>
                <a:lnTo>
                  <a:pt x="2000250" y="192786"/>
                </a:lnTo>
                <a:lnTo>
                  <a:pt x="2000250" y="192024"/>
                </a:lnTo>
                <a:close/>
              </a:path>
              <a:path w="2000250" h="214630">
                <a:moveTo>
                  <a:pt x="2000250" y="188976"/>
                </a:moveTo>
                <a:lnTo>
                  <a:pt x="0" y="188976"/>
                </a:lnTo>
                <a:lnTo>
                  <a:pt x="0" y="189738"/>
                </a:lnTo>
                <a:lnTo>
                  <a:pt x="2000250" y="189738"/>
                </a:lnTo>
                <a:lnTo>
                  <a:pt x="2000250" y="188976"/>
                </a:lnTo>
                <a:close/>
              </a:path>
              <a:path w="2000250" h="214630">
                <a:moveTo>
                  <a:pt x="2000250" y="185928"/>
                </a:moveTo>
                <a:lnTo>
                  <a:pt x="0" y="185928"/>
                </a:lnTo>
                <a:lnTo>
                  <a:pt x="0" y="186690"/>
                </a:lnTo>
                <a:lnTo>
                  <a:pt x="2000250" y="186690"/>
                </a:lnTo>
                <a:lnTo>
                  <a:pt x="2000250" y="185928"/>
                </a:lnTo>
                <a:close/>
              </a:path>
              <a:path w="2000250" h="214630">
                <a:moveTo>
                  <a:pt x="2000250" y="182880"/>
                </a:moveTo>
                <a:lnTo>
                  <a:pt x="0" y="182880"/>
                </a:lnTo>
                <a:lnTo>
                  <a:pt x="0" y="183642"/>
                </a:lnTo>
                <a:lnTo>
                  <a:pt x="2000250" y="183642"/>
                </a:lnTo>
                <a:lnTo>
                  <a:pt x="2000250" y="182880"/>
                </a:lnTo>
                <a:close/>
              </a:path>
              <a:path w="2000250" h="214630">
                <a:moveTo>
                  <a:pt x="2000250" y="179832"/>
                </a:moveTo>
                <a:lnTo>
                  <a:pt x="0" y="179832"/>
                </a:lnTo>
                <a:lnTo>
                  <a:pt x="0" y="180594"/>
                </a:lnTo>
                <a:lnTo>
                  <a:pt x="2000250" y="180594"/>
                </a:lnTo>
                <a:lnTo>
                  <a:pt x="2000250" y="179832"/>
                </a:lnTo>
                <a:close/>
              </a:path>
              <a:path w="2000250" h="214630">
                <a:moveTo>
                  <a:pt x="2000250" y="176784"/>
                </a:moveTo>
                <a:lnTo>
                  <a:pt x="0" y="176784"/>
                </a:lnTo>
                <a:lnTo>
                  <a:pt x="0" y="177546"/>
                </a:lnTo>
                <a:lnTo>
                  <a:pt x="2000250" y="177546"/>
                </a:lnTo>
                <a:lnTo>
                  <a:pt x="2000250" y="176784"/>
                </a:lnTo>
                <a:close/>
              </a:path>
              <a:path w="2000250" h="214630">
                <a:moveTo>
                  <a:pt x="2000250" y="173736"/>
                </a:moveTo>
                <a:lnTo>
                  <a:pt x="0" y="173736"/>
                </a:lnTo>
                <a:lnTo>
                  <a:pt x="0" y="174498"/>
                </a:lnTo>
                <a:lnTo>
                  <a:pt x="2000250" y="174498"/>
                </a:lnTo>
                <a:lnTo>
                  <a:pt x="2000250" y="173736"/>
                </a:lnTo>
                <a:close/>
              </a:path>
              <a:path w="2000250" h="214630">
                <a:moveTo>
                  <a:pt x="2000250" y="170688"/>
                </a:moveTo>
                <a:lnTo>
                  <a:pt x="0" y="170688"/>
                </a:lnTo>
                <a:lnTo>
                  <a:pt x="0" y="171450"/>
                </a:lnTo>
                <a:lnTo>
                  <a:pt x="2000250" y="171450"/>
                </a:lnTo>
                <a:lnTo>
                  <a:pt x="2000250" y="170688"/>
                </a:lnTo>
                <a:close/>
              </a:path>
              <a:path w="2000250" h="214630">
                <a:moveTo>
                  <a:pt x="2000250" y="167640"/>
                </a:moveTo>
                <a:lnTo>
                  <a:pt x="0" y="167640"/>
                </a:lnTo>
                <a:lnTo>
                  <a:pt x="0" y="168402"/>
                </a:lnTo>
                <a:lnTo>
                  <a:pt x="2000250" y="168402"/>
                </a:lnTo>
                <a:lnTo>
                  <a:pt x="2000250" y="167640"/>
                </a:lnTo>
                <a:close/>
              </a:path>
              <a:path w="2000250" h="214630">
                <a:moveTo>
                  <a:pt x="2000250" y="164592"/>
                </a:moveTo>
                <a:lnTo>
                  <a:pt x="0" y="164592"/>
                </a:lnTo>
                <a:lnTo>
                  <a:pt x="0" y="165354"/>
                </a:lnTo>
                <a:lnTo>
                  <a:pt x="2000250" y="165354"/>
                </a:lnTo>
                <a:lnTo>
                  <a:pt x="2000250" y="164592"/>
                </a:lnTo>
                <a:close/>
              </a:path>
              <a:path w="2000250" h="214630">
                <a:moveTo>
                  <a:pt x="2000250" y="161544"/>
                </a:moveTo>
                <a:lnTo>
                  <a:pt x="0" y="161544"/>
                </a:lnTo>
                <a:lnTo>
                  <a:pt x="0" y="162306"/>
                </a:lnTo>
                <a:lnTo>
                  <a:pt x="2000250" y="162306"/>
                </a:lnTo>
                <a:lnTo>
                  <a:pt x="2000250" y="161544"/>
                </a:lnTo>
                <a:close/>
              </a:path>
              <a:path w="2000250" h="214630">
                <a:moveTo>
                  <a:pt x="2000250" y="158496"/>
                </a:moveTo>
                <a:lnTo>
                  <a:pt x="0" y="158496"/>
                </a:lnTo>
                <a:lnTo>
                  <a:pt x="0" y="159258"/>
                </a:lnTo>
                <a:lnTo>
                  <a:pt x="2000250" y="159258"/>
                </a:lnTo>
                <a:lnTo>
                  <a:pt x="2000250" y="158496"/>
                </a:lnTo>
                <a:close/>
              </a:path>
              <a:path w="2000250" h="214630">
                <a:moveTo>
                  <a:pt x="2000250" y="155448"/>
                </a:moveTo>
                <a:lnTo>
                  <a:pt x="0" y="155448"/>
                </a:lnTo>
                <a:lnTo>
                  <a:pt x="0" y="156210"/>
                </a:lnTo>
                <a:lnTo>
                  <a:pt x="2000250" y="156210"/>
                </a:lnTo>
                <a:lnTo>
                  <a:pt x="2000250" y="155448"/>
                </a:lnTo>
                <a:close/>
              </a:path>
              <a:path w="2000250" h="214630">
                <a:moveTo>
                  <a:pt x="2000250" y="152400"/>
                </a:moveTo>
                <a:lnTo>
                  <a:pt x="0" y="152400"/>
                </a:lnTo>
                <a:lnTo>
                  <a:pt x="0" y="153162"/>
                </a:lnTo>
                <a:lnTo>
                  <a:pt x="2000250" y="153162"/>
                </a:lnTo>
                <a:lnTo>
                  <a:pt x="2000250" y="152400"/>
                </a:lnTo>
                <a:close/>
              </a:path>
              <a:path w="2000250" h="214630">
                <a:moveTo>
                  <a:pt x="2000250" y="149352"/>
                </a:moveTo>
                <a:lnTo>
                  <a:pt x="0" y="149352"/>
                </a:lnTo>
                <a:lnTo>
                  <a:pt x="0" y="150114"/>
                </a:lnTo>
                <a:lnTo>
                  <a:pt x="2000250" y="150114"/>
                </a:lnTo>
                <a:lnTo>
                  <a:pt x="2000250" y="149352"/>
                </a:lnTo>
                <a:close/>
              </a:path>
              <a:path w="2000250" h="214630">
                <a:moveTo>
                  <a:pt x="2000250" y="146304"/>
                </a:moveTo>
                <a:lnTo>
                  <a:pt x="0" y="146304"/>
                </a:lnTo>
                <a:lnTo>
                  <a:pt x="0" y="147066"/>
                </a:lnTo>
                <a:lnTo>
                  <a:pt x="2000250" y="147066"/>
                </a:lnTo>
                <a:lnTo>
                  <a:pt x="2000250" y="146304"/>
                </a:lnTo>
                <a:close/>
              </a:path>
              <a:path w="2000250" h="214630">
                <a:moveTo>
                  <a:pt x="2000250" y="143256"/>
                </a:moveTo>
                <a:lnTo>
                  <a:pt x="0" y="143256"/>
                </a:lnTo>
                <a:lnTo>
                  <a:pt x="0" y="144018"/>
                </a:lnTo>
                <a:lnTo>
                  <a:pt x="2000250" y="144018"/>
                </a:lnTo>
                <a:lnTo>
                  <a:pt x="2000250" y="143256"/>
                </a:lnTo>
                <a:close/>
              </a:path>
              <a:path w="2000250" h="214630">
                <a:moveTo>
                  <a:pt x="2000250" y="140208"/>
                </a:moveTo>
                <a:lnTo>
                  <a:pt x="0" y="140208"/>
                </a:lnTo>
                <a:lnTo>
                  <a:pt x="0" y="140970"/>
                </a:lnTo>
                <a:lnTo>
                  <a:pt x="2000250" y="140970"/>
                </a:lnTo>
                <a:lnTo>
                  <a:pt x="2000250" y="140208"/>
                </a:lnTo>
                <a:close/>
              </a:path>
              <a:path w="2000250" h="214630">
                <a:moveTo>
                  <a:pt x="2000250" y="137160"/>
                </a:moveTo>
                <a:lnTo>
                  <a:pt x="0" y="137160"/>
                </a:lnTo>
                <a:lnTo>
                  <a:pt x="0" y="137922"/>
                </a:lnTo>
                <a:lnTo>
                  <a:pt x="2000250" y="137922"/>
                </a:lnTo>
                <a:lnTo>
                  <a:pt x="2000250" y="137160"/>
                </a:lnTo>
                <a:close/>
              </a:path>
              <a:path w="2000250" h="214630">
                <a:moveTo>
                  <a:pt x="2000250" y="134112"/>
                </a:moveTo>
                <a:lnTo>
                  <a:pt x="0" y="134112"/>
                </a:lnTo>
                <a:lnTo>
                  <a:pt x="0" y="134874"/>
                </a:lnTo>
                <a:lnTo>
                  <a:pt x="2000250" y="134874"/>
                </a:lnTo>
                <a:lnTo>
                  <a:pt x="2000250" y="134112"/>
                </a:lnTo>
                <a:close/>
              </a:path>
              <a:path w="2000250" h="214630">
                <a:moveTo>
                  <a:pt x="2000250" y="131064"/>
                </a:moveTo>
                <a:lnTo>
                  <a:pt x="0" y="131064"/>
                </a:lnTo>
                <a:lnTo>
                  <a:pt x="0" y="131826"/>
                </a:lnTo>
                <a:lnTo>
                  <a:pt x="2000250" y="131826"/>
                </a:lnTo>
                <a:lnTo>
                  <a:pt x="2000250" y="131064"/>
                </a:lnTo>
                <a:close/>
              </a:path>
              <a:path w="2000250" h="214630">
                <a:moveTo>
                  <a:pt x="2000250" y="128016"/>
                </a:moveTo>
                <a:lnTo>
                  <a:pt x="0" y="128016"/>
                </a:lnTo>
                <a:lnTo>
                  <a:pt x="0" y="128778"/>
                </a:lnTo>
                <a:lnTo>
                  <a:pt x="2000250" y="128778"/>
                </a:lnTo>
                <a:lnTo>
                  <a:pt x="2000250" y="128016"/>
                </a:lnTo>
                <a:close/>
              </a:path>
              <a:path w="2000250" h="214630">
                <a:moveTo>
                  <a:pt x="2000250" y="124968"/>
                </a:moveTo>
                <a:lnTo>
                  <a:pt x="0" y="124968"/>
                </a:lnTo>
                <a:lnTo>
                  <a:pt x="0" y="125730"/>
                </a:lnTo>
                <a:lnTo>
                  <a:pt x="2000250" y="125730"/>
                </a:lnTo>
                <a:lnTo>
                  <a:pt x="2000250" y="124968"/>
                </a:lnTo>
                <a:close/>
              </a:path>
              <a:path w="2000250" h="214630">
                <a:moveTo>
                  <a:pt x="2000250" y="121920"/>
                </a:moveTo>
                <a:lnTo>
                  <a:pt x="0" y="121920"/>
                </a:lnTo>
                <a:lnTo>
                  <a:pt x="0" y="122682"/>
                </a:lnTo>
                <a:lnTo>
                  <a:pt x="2000250" y="122682"/>
                </a:lnTo>
                <a:lnTo>
                  <a:pt x="2000250" y="121920"/>
                </a:lnTo>
                <a:close/>
              </a:path>
              <a:path w="2000250" h="214630">
                <a:moveTo>
                  <a:pt x="2000250" y="118872"/>
                </a:moveTo>
                <a:lnTo>
                  <a:pt x="0" y="118872"/>
                </a:lnTo>
                <a:lnTo>
                  <a:pt x="0" y="119634"/>
                </a:lnTo>
                <a:lnTo>
                  <a:pt x="2000250" y="119634"/>
                </a:lnTo>
                <a:lnTo>
                  <a:pt x="2000250" y="118872"/>
                </a:lnTo>
                <a:close/>
              </a:path>
              <a:path w="2000250" h="214630">
                <a:moveTo>
                  <a:pt x="2000250" y="115824"/>
                </a:moveTo>
                <a:lnTo>
                  <a:pt x="0" y="115824"/>
                </a:lnTo>
                <a:lnTo>
                  <a:pt x="0" y="116586"/>
                </a:lnTo>
                <a:lnTo>
                  <a:pt x="2000250" y="116586"/>
                </a:lnTo>
                <a:lnTo>
                  <a:pt x="2000250" y="115824"/>
                </a:lnTo>
                <a:close/>
              </a:path>
              <a:path w="2000250" h="214630">
                <a:moveTo>
                  <a:pt x="2000250" y="112776"/>
                </a:moveTo>
                <a:lnTo>
                  <a:pt x="0" y="112776"/>
                </a:lnTo>
                <a:lnTo>
                  <a:pt x="0" y="113538"/>
                </a:lnTo>
                <a:lnTo>
                  <a:pt x="2000250" y="113538"/>
                </a:lnTo>
                <a:lnTo>
                  <a:pt x="2000250" y="112776"/>
                </a:lnTo>
                <a:close/>
              </a:path>
              <a:path w="2000250" h="214630">
                <a:moveTo>
                  <a:pt x="2000250" y="109728"/>
                </a:moveTo>
                <a:lnTo>
                  <a:pt x="0" y="109728"/>
                </a:lnTo>
                <a:lnTo>
                  <a:pt x="0" y="110490"/>
                </a:lnTo>
                <a:lnTo>
                  <a:pt x="2000250" y="110490"/>
                </a:lnTo>
                <a:lnTo>
                  <a:pt x="2000250" y="109728"/>
                </a:lnTo>
                <a:close/>
              </a:path>
              <a:path w="2000250" h="214630">
                <a:moveTo>
                  <a:pt x="2000250" y="106680"/>
                </a:moveTo>
                <a:lnTo>
                  <a:pt x="0" y="106680"/>
                </a:lnTo>
                <a:lnTo>
                  <a:pt x="0" y="107442"/>
                </a:lnTo>
                <a:lnTo>
                  <a:pt x="2000250" y="107442"/>
                </a:lnTo>
                <a:lnTo>
                  <a:pt x="2000250" y="106680"/>
                </a:lnTo>
                <a:close/>
              </a:path>
              <a:path w="2000250" h="214630">
                <a:moveTo>
                  <a:pt x="2000250" y="103632"/>
                </a:moveTo>
                <a:lnTo>
                  <a:pt x="0" y="103632"/>
                </a:lnTo>
                <a:lnTo>
                  <a:pt x="0" y="104394"/>
                </a:lnTo>
                <a:lnTo>
                  <a:pt x="2000250" y="104394"/>
                </a:lnTo>
                <a:lnTo>
                  <a:pt x="2000250" y="103632"/>
                </a:lnTo>
                <a:close/>
              </a:path>
              <a:path w="2000250" h="214630">
                <a:moveTo>
                  <a:pt x="2000250" y="100584"/>
                </a:moveTo>
                <a:lnTo>
                  <a:pt x="0" y="100584"/>
                </a:lnTo>
                <a:lnTo>
                  <a:pt x="0" y="101346"/>
                </a:lnTo>
                <a:lnTo>
                  <a:pt x="2000250" y="101346"/>
                </a:lnTo>
                <a:lnTo>
                  <a:pt x="2000250" y="100584"/>
                </a:lnTo>
                <a:close/>
              </a:path>
              <a:path w="2000250" h="214630">
                <a:moveTo>
                  <a:pt x="2000250" y="97536"/>
                </a:moveTo>
                <a:lnTo>
                  <a:pt x="0" y="97536"/>
                </a:lnTo>
                <a:lnTo>
                  <a:pt x="0" y="98298"/>
                </a:lnTo>
                <a:lnTo>
                  <a:pt x="2000250" y="98298"/>
                </a:lnTo>
                <a:lnTo>
                  <a:pt x="2000250" y="97536"/>
                </a:lnTo>
                <a:close/>
              </a:path>
              <a:path w="2000250" h="214630">
                <a:moveTo>
                  <a:pt x="2000250" y="94488"/>
                </a:moveTo>
                <a:lnTo>
                  <a:pt x="0" y="94488"/>
                </a:lnTo>
                <a:lnTo>
                  <a:pt x="0" y="95250"/>
                </a:lnTo>
                <a:lnTo>
                  <a:pt x="2000250" y="95250"/>
                </a:lnTo>
                <a:lnTo>
                  <a:pt x="2000250" y="94488"/>
                </a:lnTo>
                <a:close/>
              </a:path>
              <a:path w="2000250" h="214630">
                <a:moveTo>
                  <a:pt x="2000250" y="91440"/>
                </a:moveTo>
                <a:lnTo>
                  <a:pt x="0" y="91440"/>
                </a:lnTo>
                <a:lnTo>
                  <a:pt x="0" y="92202"/>
                </a:lnTo>
                <a:lnTo>
                  <a:pt x="2000250" y="92202"/>
                </a:lnTo>
                <a:lnTo>
                  <a:pt x="2000250" y="91440"/>
                </a:lnTo>
                <a:close/>
              </a:path>
              <a:path w="2000250" h="214630">
                <a:moveTo>
                  <a:pt x="2000250" y="88392"/>
                </a:moveTo>
                <a:lnTo>
                  <a:pt x="0" y="88392"/>
                </a:lnTo>
                <a:lnTo>
                  <a:pt x="0" y="89154"/>
                </a:lnTo>
                <a:lnTo>
                  <a:pt x="2000250" y="89154"/>
                </a:lnTo>
                <a:lnTo>
                  <a:pt x="2000250" y="88392"/>
                </a:lnTo>
                <a:close/>
              </a:path>
              <a:path w="2000250" h="214630">
                <a:moveTo>
                  <a:pt x="2000250" y="85344"/>
                </a:moveTo>
                <a:lnTo>
                  <a:pt x="0" y="85344"/>
                </a:lnTo>
                <a:lnTo>
                  <a:pt x="0" y="86106"/>
                </a:lnTo>
                <a:lnTo>
                  <a:pt x="2000250" y="86106"/>
                </a:lnTo>
                <a:lnTo>
                  <a:pt x="2000250" y="85344"/>
                </a:lnTo>
                <a:close/>
              </a:path>
              <a:path w="2000250" h="214630">
                <a:moveTo>
                  <a:pt x="2000250" y="82296"/>
                </a:moveTo>
                <a:lnTo>
                  <a:pt x="0" y="82296"/>
                </a:lnTo>
                <a:lnTo>
                  <a:pt x="0" y="83058"/>
                </a:lnTo>
                <a:lnTo>
                  <a:pt x="2000250" y="83058"/>
                </a:lnTo>
                <a:lnTo>
                  <a:pt x="2000250" y="82296"/>
                </a:lnTo>
                <a:close/>
              </a:path>
              <a:path w="2000250" h="214630">
                <a:moveTo>
                  <a:pt x="2000250" y="79248"/>
                </a:moveTo>
                <a:lnTo>
                  <a:pt x="0" y="79248"/>
                </a:lnTo>
                <a:lnTo>
                  <a:pt x="0" y="80010"/>
                </a:lnTo>
                <a:lnTo>
                  <a:pt x="2000250" y="80010"/>
                </a:lnTo>
                <a:lnTo>
                  <a:pt x="2000250" y="79248"/>
                </a:lnTo>
                <a:close/>
              </a:path>
              <a:path w="2000250" h="214630">
                <a:moveTo>
                  <a:pt x="2000250" y="76200"/>
                </a:moveTo>
                <a:lnTo>
                  <a:pt x="0" y="76200"/>
                </a:lnTo>
                <a:lnTo>
                  <a:pt x="0" y="76962"/>
                </a:lnTo>
                <a:lnTo>
                  <a:pt x="2000250" y="76962"/>
                </a:lnTo>
                <a:lnTo>
                  <a:pt x="2000250" y="76200"/>
                </a:lnTo>
                <a:close/>
              </a:path>
              <a:path w="2000250" h="214630">
                <a:moveTo>
                  <a:pt x="2000250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00250" y="73914"/>
                </a:lnTo>
                <a:lnTo>
                  <a:pt x="2000250" y="73152"/>
                </a:lnTo>
                <a:close/>
              </a:path>
              <a:path w="2000250" h="214630">
                <a:moveTo>
                  <a:pt x="2000250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00250" y="70866"/>
                </a:lnTo>
                <a:lnTo>
                  <a:pt x="2000250" y="70104"/>
                </a:lnTo>
                <a:close/>
              </a:path>
              <a:path w="2000250" h="214630">
                <a:moveTo>
                  <a:pt x="2000250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00250" y="67818"/>
                </a:lnTo>
                <a:lnTo>
                  <a:pt x="2000250" y="67056"/>
                </a:lnTo>
                <a:close/>
              </a:path>
              <a:path w="2000250" h="214630">
                <a:moveTo>
                  <a:pt x="2000250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00250" y="64770"/>
                </a:lnTo>
                <a:lnTo>
                  <a:pt x="2000250" y="64008"/>
                </a:lnTo>
                <a:close/>
              </a:path>
              <a:path w="2000250" h="214630">
                <a:moveTo>
                  <a:pt x="2000250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00250" y="61722"/>
                </a:lnTo>
                <a:lnTo>
                  <a:pt x="2000250" y="60960"/>
                </a:lnTo>
                <a:close/>
              </a:path>
              <a:path w="2000250" h="214630">
                <a:moveTo>
                  <a:pt x="2000250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00250" y="58674"/>
                </a:lnTo>
                <a:lnTo>
                  <a:pt x="2000250" y="57912"/>
                </a:lnTo>
                <a:close/>
              </a:path>
              <a:path w="2000250" h="214630">
                <a:moveTo>
                  <a:pt x="2000250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00250" y="55626"/>
                </a:lnTo>
                <a:lnTo>
                  <a:pt x="2000250" y="54864"/>
                </a:lnTo>
                <a:close/>
              </a:path>
              <a:path w="2000250" h="214630">
                <a:moveTo>
                  <a:pt x="2000250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00250" y="52578"/>
                </a:lnTo>
                <a:lnTo>
                  <a:pt x="2000250" y="51816"/>
                </a:lnTo>
                <a:close/>
              </a:path>
              <a:path w="2000250" h="214630">
                <a:moveTo>
                  <a:pt x="2000250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00250" y="49530"/>
                </a:lnTo>
                <a:lnTo>
                  <a:pt x="2000250" y="48768"/>
                </a:lnTo>
                <a:close/>
              </a:path>
              <a:path w="2000250" h="214630">
                <a:moveTo>
                  <a:pt x="2000250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00250" y="46482"/>
                </a:lnTo>
                <a:lnTo>
                  <a:pt x="2000250" y="45720"/>
                </a:lnTo>
                <a:close/>
              </a:path>
              <a:path w="2000250" h="214630">
                <a:moveTo>
                  <a:pt x="2000250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00250" y="43434"/>
                </a:lnTo>
                <a:lnTo>
                  <a:pt x="2000250" y="42672"/>
                </a:lnTo>
                <a:close/>
              </a:path>
              <a:path w="2000250" h="214630">
                <a:moveTo>
                  <a:pt x="2000250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00250" y="40386"/>
                </a:lnTo>
                <a:lnTo>
                  <a:pt x="2000250" y="39624"/>
                </a:lnTo>
                <a:close/>
              </a:path>
              <a:path w="2000250" h="214630">
                <a:moveTo>
                  <a:pt x="2000250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00250" y="37338"/>
                </a:lnTo>
                <a:lnTo>
                  <a:pt x="2000250" y="36576"/>
                </a:lnTo>
                <a:close/>
              </a:path>
              <a:path w="2000250" h="214630">
                <a:moveTo>
                  <a:pt x="2000250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00250" y="34290"/>
                </a:lnTo>
                <a:lnTo>
                  <a:pt x="2000250" y="33528"/>
                </a:lnTo>
                <a:close/>
              </a:path>
              <a:path w="2000250" h="214630">
                <a:moveTo>
                  <a:pt x="2000250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00250" y="31242"/>
                </a:lnTo>
                <a:lnTo>
                  <a:pt x="2000250" y="30480"/>
                </a:lnTo>
                <a:close/>
              </a:path>
              <a:path w="2000250" h="214630">
                <a:moveTo>
                  <a:pt x="2000250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00250" y="28194"/>
                </a:lnTo>
                <a:lnTo>
                  <a:pt x="2000250" y="27432"/>
                </a:lnTo>
                <a:close/>
              </a:path>
              <a:path w="2000250" h="214630">
                <a:moveTo>
                  <a:pt x="2000250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00250" y="25146"/>
                </a:lnTo>
                <a:lnTo>
                  <a:pt x="2000250" y="24384"/>
                </a:lnTo>
                <a:close/>
              </a:path>
              <a:path w="2000250" h="214630">
                <a:moveTo>
                  <a:pt x="2000250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00250" y="22098"/>
                </a:lnTo>
                <a:lnTo>
                  <a:pt x="2000250" y="21336"/>
                </a:lnTo>
                <a:close/>
              </a:path>
              <a:path w="2000250" h="214630">
                <a:moveTo>
                  <a:pt x="2000250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00250" y="19050"/>
                </a:lnTo>
                <a:lnTo>
                  <a:pt x="2000250" y="18288"/>
                </a:lnTo>
                <a:close/>
              </a:path>
              <a:path w="2000250" h="214630">
                <a:moveTo>
                  <a:pt x="2000250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00250" y="16002"/>
                </a:lnTo>
                <a:lnTo>
                  <a:pt x="2000250" y="15240"/>
                </a:lnTo>
                <a:close/>
              </a:path>
              <a:path w="2000250" h="214630">
                <a:moveTo>
                  <a:pt x="2000250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00250" y="12954"/>
                </a:lnTo>
                <a:lnTo>
                  <a:pt x="2000250" y="12192"/>
                </a:lnTo>
                <a:close/>
              </a:path>
              <a:path w="2000250" h="214630">
                <a:moveTo>
                  <a:pt x="2000250" y="9144"/>
                </a:moveTo>
                <a:lnTo>
                  <a:pt x="0" y="9144"/>
                </a:lnTo>
                <a:lnTo>
                  <a:pt x="0" y="9906"/>
                </a:lnTo>
                <a:lnTo>
                  <a:pt x="2000250" y="9906"/>
                </a:lnTo>
                <a:lnTo>
                  <a:pt x="2000250" y="9144"/>
                </a:lnTo>
                <a:close/>
              </a:path>
              <a:path w="2000250" h="214630">
                <a:moveTo>
                  <a:pt x="2000250" y="6096"/>
                </a:moveTo>
                <a:lnTo>
                  <a:pt x="0" y="6096"/>
                </a:lnTo>
                <a:lnTo>
                  <a:pt x="0" y="6858"/>
                </a:lnTo>
                <a:lnTo>
                  <a:pt x="2000250" y="6858"/>
                </a:lnTo>
                <a:lnTo>
                  <a:pt x="2000250" y="6096"/>
                </a:lnTo>
                <a:close/>
              </a:path>
              <a:path w="2000250" h="214630">
                <a:moveTo>
                  <a:pt x="2000250" y="3048"/>
                </a:moveTo>
                <a:lnTo>
                  <a:pt x="0" y="3048"/>
                </a:lnTo>
                <a:lnTo>
                  <a:pt x="0" y="3810"/>
                </a:lnTo>
                <a:lnTo>
                  <a:pt x="2000250" y="3810"/>
                </a:lnTo>
                <a:lnTo>
                  <a:pt x="2000250" y="3048"/>
                </a:lnTo>
                <a:close/>
              </a:path>
              <a:path w="2000250" h="214630">
                <a:moveTo>
                  <a:pt x="2000250" y="0"/>
                </a:moveTo>
                <a:lnTo>
                  <a:pt x="0" y="0"/>
                </a:lnTo>
                <a:lnTo>
                  <a:pt x="0" y="762"/>
                </a:lnTo>
                <a:lnTo>
                  <a:pt x="2000250" y="762"/>
                </a:lnTo>
                <a:lnTo>
                  <a:pt x="2000250" y="0"/>
                </a:lnTo>
                <a:close/>
              </a:path>
            </a:pathLst>
          </a:custGeom>
          <a:solidFill>
            <a:srgbClr val="CCFF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bg object 20"/>
          <p:cNvSpPr/>
          <p:nvPr/>
        </p:nvSpPr>
        <p:spPr>
          <a:xfrm>
            <a:off x="4309249" y="2559446"/>
            <a:ext cx="2000250" cy="214629"/>
          </a:xfrm>
          <a:custGeom>
            <a:avLst/>
            <a:gdLst/>
            <a:ahLst/>
            <a:cxnLst/>
            <a:rect l="l" t="t" r="r" b="b"/>
            <a:pathLst>
              <a:path w="2000250" h="214630">
                <a:moveTo>
                  <a:pt x="2000250" y="213360"/>
                </a:moveTo>
                <a:lnTo>
                  <a:pt x="0" y="213360"/>
                </a:lnTo>
                <a:lnTo>
                  <a:pt x="0" y="214122"/>
                </a:lnTo>
                <a:lnTo>
                  <a:pt x="2000250" y="214122"/>
                </a:lnTo>
                <a:lnTo>
                  <a:pt x="2000250" y="213360"/>
                </a:lnTo>
                <a:close/>
              </a:path>
              <a:path w="2000250" h="214630">
                <a:moveTo>
                  <a:pt x="2000250" y="210312"/>
                </a:moveTo>
                <a:lnTo>
                  <a:pt x="0" y="210312"/>
                </a:lnTo>
                <a:lnTo>
                  <a:pt x="0" y="211074"/>
                </a:lnTo>
                <a:lnTo>
                  <a:pt x="2000250" y="211074"/>
                </a:lnTo>
                <a:lnTo>
                  <a:pt x="2000250" y="210312"/>
                </a:lnTo>
                <a:close/>
              </a:path>
              <a:path w="2000250" h="214630">
                <a:moveTo>
                  <a:pt x="2000250" y="207264"/>
                </a:moveTo>
                <a:lnTo>
                  <a:pt x="0" y="207264"/>
                </a:lnTo>
                <a:lnTo>
                  <a:pt x="0" y="208026"/>
                </a:lnTo>
                <a:lnTo>
                  <a:pt x="2000250" y="208026"/>
                </a:lnTo>
                <a:lnTo>
                  <a:pt x="2000250" y="207264"/>
                </a:lnTo>
                <a:close/>
              </a:path>
              <a:path w="2000250" h="214630">
                <a:moveTo>
                  <a:pt x="2000250" y="204216"/>
                </a:moveTo>
                <a:lnTo>
                  <a:pt x="0" y="204216"/>
                </a:lnTo>
                <a:lnTo>
                  <a:pt x="0" y="204978"/>
                </a:lnTo>
                <a:lnTo>
                  <a:pt x="2000250" y="204978"/>
                </a:lnTo>
                <a:lnTo>
                  <a:pt x="2000250" y="204216"/>
                </a:lnTo>
                <a:close/>
              </a:path>
              <a:path w="2000250" h="214630">
                <a:moveTo>
                  <a:pt x="2000250" y="201168"/>
                </a:moveTo>
                <a:lnTo>
                  <a:pt x="0" y="201168"/>
                </a:lnTo>
                <a:lnTo>
                  <a:pt x="0" y="201930"/>
                </a:lnTo>
                <a:lnTo>
                  <a:pt x="2000250" y="201930"/>
                </a:lnTo>
                <a:lnTo>
                  <a:pt x="2000250" y="201168"/>
                </a:lnTo>
                <a:close/>
              </a:path>
              <a:path w="2000250" h="214630">
                <a:moveTo>
                  <a:pt x="2000250" y="198120"/>
                </a:moveTo>
                <a:lnTo>
                  <a:pt x="0" y="198120"/>
                </a:lnTo>
                <a:lnTo>
                  <a:pt x="0" y="198882"/>
                </a:lnTo>
                <a:lnTo>
                  <a:pt x="2000250" y="198882"/>
                </a:lnTo>
                <a:lnTo>
                  <a:pt x="2000250" y="198120"/>
                </a:lnTo>
                <a:close/>
              </a:path>
              <a:path w="2000250" h="214630">
                <a:moveTo>
                  <a:pt x="2000250" y="195072"/>
                </a:moveTo>
                <a:lnTo>
                  <a:pt x="0" y="195072"/>
                </a:lnTo>
                <a:lnTo>
                  <a:pt x="0" y="195834"/>
                </a:lnTo>
                <a:lnTo>
                  <a:pt x="2000250" y="195834"/>
                </a:lnTo>
                <a:lnTo>
                  <a:pt x="2000250" y="195072"/>
                </a:lnTo>
                <a:close/>
              </a:path>
              <a:path w="2000250" h="214630">
                <a:moveTo>
                  <a:pt x="2000250" y="192024"/>
                </a:moveTo>
                <a:lnTo>
                  <a:pt x="0" y="192024"/>
                </a:lnTo>
                <a:lnTo>
                  <a:pt x="0" y="192786"/>
                </a:lnTo>
                <a:lnTo>
                  <a:pt x="2000250" y="192786"/>
                </a:lnTo>
                <a:lnTo>
                  <a:pt x="2000250" y="192024"/>
                </a:lnTo>
                <a:close/>
              </a:path>
              <a:path w="2000250" h="214630">
                <a:moveTo>
                  <a:pt x="2000250" y="188976"/>
                </a:moveTo>
                <a:lnTo>
                  <a:pt x="0" y="188976"/>
                </a:lnTo>
                <a:lnTo>
                  <a:pt x="0" y="189738"/>
                </a:lnTo>
                <a:lnTo>
                  <a:pt x="2000250" y="189738"/>
                </a:lnTo>
                <a:lnTo>
                  <a:pt x="2000250" y="188976"/>
                </a:lnTo>
                <a:close/>
              </a:path>
              <a:path w="2000250" h="214630">
                <a:moveTo>
                  <a:pt x="2000250" y="185928"/>
                </a:moveTo>
                <a:lnTo>
                  <a:pt x="0" y="185928"/>
                </a:lnTo>
                <a:lnTo>
                  <a:pt x="0" y="186690"/>
                </a:lnTo>
                <a:lnTo>
                  <a:pt x="2000250" y="186690"/>
                </a:lnTo>
                <a:lnTo>
                  <a:pt x="2000250" y="185928"/>
                </a:lnTo>
                <a:close/>
              </a:path>
              <a:path w="2000250" h="214630">
                <a:moveTo>
                  <a:pt x="2000250" y="182880"/>
                </a:moveTo>
                <a:lnTo>
                  <a:pt x="0" y="182880"/>
                </a:lnTo>
                <a:lnTo>
                  <a:pt x="0" y="183642"/>
                </a:lnTo>
                <a:lnTo>
                  <a:pt x="2000250" y="183642"/>
                </a:lnTo>
                <a:lnTo>
                  <a:pt x="2000250" y="182880"/>
                </a:lnTo>
                <a:close/>
              </a:path>
              <a:path w="2000250" h="214630">
                <a:moveTo>
                  <a:pt x="2000250" y="179832"/>
                </a:moveTo>
                <a:lnTo>
                  <a:pt x="0" y="179832"/>
                </a:lnTo>
                <a:lnTo>
                  <a:pt x="0" y="180594"/>
                </a:lnTo>
                <a:lnTo>
                  <a:pt x="2000250" y="180594"/>
                </a:lnTo>
                <a:lnTo>
                  <a:pt x="2000250" y="179832"/>
                </a:lnTo>
                <a:close/>
              </a:path>
              <a:path w="2000250" h="214630">
                <a:moveTo>
                  <a:pt x="2000250" y="176784"/>
                </a:moveTo>
                <a:lnTo>
                  <a:pt x="0" y="176784"/>
                </a:lnTo>
                <a:lnTo>
                  <a:pt x="0" y="177546"/>
                </a:lnTo>
                <a:lnTo>
                  <a:pt x="2000250" y="177546"/>
                </a:lnTo>
                <a:lnTo>
                  <a:pt x="2000250" y="176784"/>
                </a:lnTo>
                <a:close/>
              </a:path>
              <a:path w="2000250" h="214630">
                <a:moveTo>
                  <a:pt x="2000250" y="173736"/>
                </a:moveTo>
                <a:lnTo>
                  <a:pt x="0" y="173736"/>
                </a:lnTo>
                <a:lnTo>
                  <a:pt x="0" y="174498"/>
                </a:lnTo>
                <a:lnTo>
                  <a:pt x="2000250" y="174498"/>
                </a:lnTo>
                <a:lnTo>
                  <a:pt x="2000250" y="173736"/>
                </a:lnTo>
                <a:close/>
              </a:path>
              <a:path w="2000250" h="214630">
                <a:moveTo>
                  <a:pt x="2000250" y="170688"/>
                </a:moveTo>
                <a:lnTo>
                  <a:pt x="0" y="170688"/>
                </a:lnTo>
                <a:lnTo>
                  <a:pt x="0" y="171450"/>
                </a:lnTo>
                <a:lnTo>
                  <a:pt x="2000250" y="171450"/>
                </a:lnTo>
                <a:lnTo>
                  <a:pt x="2000250" y="170688"/>
                </a:lnTo>
                <a:close/>
              </a:path>
              <a:path w="2000250" h="214630">
                <a:moveTo>
                  <a:pt x="2000250" y="167640"/>
                </a:moveTo>
                <a:lnTo>
                  <a:pt x="0" y="167640"/>
                </a:lnTo>
                <a:lnTo>
                  <a:pt x="0" y="168402"/>
                </a:lnTo>
                <a:lnTo>
                  <a:pt x="2000250" y="168402"/>
                </a:lnTo>
                <a:lnTo>
                  <a:pt x="2000250" y="167640"/>
                </a:lnTo>
                <a:close/>
              </a:path>
              <a:path w="2000250" h="214630">
                <a:moveTo>
                  <a:pt x="2000250" y="164592"/>
                </a:moveTo>
                <a:lnTo>
                  <a:pt x="0" y="164592"/>
                </a:lnTo>
                <a:lnTo>
                  <a:pt x="0" y="165354"/>
                </a:lnTo>
                <a:lnTo>
                  <a:pt x="2000250" y="165354"/>
                </a:lnTo>
                <a:lnTo>
                  <a:pt x="2000250" y="164592"/>
                </a:lnTo>
                <a:close/>
              </a:path>
              <a:path w="2000250" h="214630">
                <a:moveTo>
                  <a:pt x="2000250" y="161544"/>
                </a:moveTo>
                <a:lnTo>
                  <a:pt x="0" y="161544"/>
                </a:lnTo>
                <a:lnTo>
                  <a:pt x="0" y="162306"/>
                </a:lnTo>
                <a:lnTo>
                  <a:pt x="2000250" y="162306"/>
                </a:lnTo>
                <a:lnTo>
                  <a:pt x="2000250" y="161544"/>
                </a:lnTo>
                <a:close/>
              </a:path>
              <a:path w="2000250" h="214630">
                <a:moveTo>
                  <a:pt x="2000250" y="158496"/>
                </a:moveTo>
                <a:lnTo>
                  <a:pt x="0" y="158496"/>
                </a:lnTo>
                <a:lnTo>
                  <a:pt x="0" y="159258"/>
                </a:lnTo>
                <a:lnTo>
                  <a:pt x="2000250" y="159258"/>
                </a:lnTo>
                <a:lnTo>
                  <a:pt x="2000250" y="158496"/>
                </a:lnTo>
                <a:close/>
              </a:path>
              <a:path w="2000250" h="214630">
                <a:moveTo>
                  <a:pt x="2000250" y="155448"/>
                </a:moveTo>
                <a:lnTo>
                  <a:pt x="0" y="155448"/>
                </a:lnTo>
                <a:lnTo>
                  <a:pt x="0" y="156210"/>
                </a:lnTo>
                <a:lnTo>
                  <a:pt x="2000250" y="156210"/>
                </a:lnTo>
                <a:lnTo>
                  <a:pt x="2000250" y="155448"/>
                </a:lnTo>
                <a:close/>
              </a:path>
              <a:path w="2000250" h="214630">
                <a:moveTo>
                  <a:pt x="2000250" y="152400"/>
                </a:moveTo>
                <a:lnTo>
                  <a:pt x="0" y="152400"/>
                </a:lnTo>
                <a:lnTo>
                  <a:pt x="0" y="153162"/>
                </a:lnTo>
                <a:lnTo>
                  <a:pt x="2000250" y="153162"/>
                </a:lnTo>
                <a:lnTo>
                  <a:pt x="2000250" y="152400"/>
                </a:lnTo>
                <a:close/>
              </a:path>
              <a:path w="2000250" h="214630">
                <a:moveTo>
                  <a:pt x="2000250" y="149352"/>
                </a:moveTo>
                <a:lnTo>
                  <a:pt x="0" y="149352"/>
                </a:lnTo>
                <a:lnTo>
                  <a:pt x="0" y="150114"/>
                </a:lnTo>
                <a:lnTo>
                  <a:pt x="2000250" y="150114"/>
                </a:lnTo>
                <a:lnTo>
                  <a:pt x="2000250" y="149352"/>
                </a:lnTo>
                <a:close/>
              </a:path>
              <a:path w="2000250" h="214630">
                <a:moveTo>
                  <a:pt x="2000250" y="146304"/>
                </a:moveTo>
                <a:lnTo>
                  <a:pt x="0" y="146304"/>
                </a:lnTo>
                <a:lnTo>
                  <a:pt x="0" y="147066"/>
                </a:lnTo>
                <a:lnTo>
                  <a:pt x="2000250" y="147066"/>
                </a:lnTo>
                <a:lnTo>
                  <a:pt x="2000250" y="146304"/>
                </a:lnTo>
                <a:close/>
              </a:path>
              <a:path w="2000250" h="214630">
                <a:moveTo>
                  <a:pt x="2000250" y="143256"/>
                </a:moveTo>
                <a:lnTo>
                  <a:pt x="0" y="143256"/>
                </a:lnTo>
                <a:lnTo>
                  <a:pt x="0" y="144018"/>
                </a:lnTo>
                <a:lnTo>
                  <a:pt x="2000250" y="144018"/>
                </a:lnTo>
                <a:lnTo>
                  <a:pt x="2000250" y="143256"/>
                </a:lnTo>
                <a:close/>
              </a:path>
              <a:path w="2000250" h="214630">
                <a:moveTo>
                  <a:pt x="2000250" y="140208"/>
                </a:moveTo>
                <a:lnTo>
                  <a:pt x="0" y="140208"/>
                </a:lnTo>
                <a:lnTo>
                  <a:pt x="0" y="140970"/>
                </a:lnTo>
                <a:lnTo>
                  <a:pt x="2000250" y="140970"/>
                </a:lnTo>
                <a:lnTo>
                  <a:pt x="2000250" y="140208"/>
                </a:lnTo>
                <a:close/>
              </a:path>
              <a:path w="2000250" h="214630">
                <a:moveTo>
                  <a:pt x="2000250" y="137160"/>
                </a:moveTo>
                <a:lnTo>
                  <a:pt x="0" y="137160"/>
                </a:lnTo>
                <a:lnTo>
                  <a:pt x="0" y="137922"/>
                </a:lnTo>
                <a:lnTo>
                  <a:pt x="2000250" y="137922"/>
                </a:lnTo>
                <a:lnTo>
                  <a:pt x="2000250" y="137160"/>
                </a:lnTo>
                <a:close/>
              </a:path>
              <a:path w="2000250" h="214630">
                <a:moveTo>
                  <a:pt x="2000250" y="134112"/>
                </a:moveTo>
                <a:lnTo>
                  <a:pt x="0" y="134112"/>
                </a:lnTo>
                <a:lnTo>
                  <a:pt x="0" y="134874"/>
                </a:lnTo>
                <a:lnTo>
                  <a:pt x="2000250" y="134874"/>
                </a:lnTo>
                <a:lnTo>
                  <a:pt x="2000250" y="134112"/>
                </a:lnTo>
                <a:close/>
              </a:path>
              <a:path w="2000250" h="214630">
                <a:moveTo>
                  <a:pt x="2000250" y="131064"/>
                </a:moveTo>
                <a:lnTo>
                  <a:pt x="0" y="131064"/>
                </a:lnTo>
                <a:lnTo>
                  <a:pt x="0" y="131826"/>
                </a:lnTo>
                <a:lnTo>
                  <a:pt x="2000250" y="131826"/>
                </a:lnTo>
                <a:lnTo>
                  <a:pt x="2000250" y="131064"/>
                </a:lnTo>
                <a:close/>
              </a:path>
              <a:path w="2000250" h="214630">
                <a:moveTo>
                  <a:pt x="2000250" y="128016"/>
                </a:moveTo>
                <a:lnTo>
                  <a:pt x="0" y="128016"/>
                </a:lnTo>
                <a:lnTo>
                  <a:pt x="0" y="128778"/>
                </a:lnTo>
                <a:lnTo>
                  <a:pt x="2000250" y="128778"/>
                </a:lnTo>
                <a:lnTo>
                  <a:pt x="2000250" y="128016"/>
                </a:lnTo>
                <a:close/>
              </a:path>
              <a:path w="2000250" h="214630">
                <a:moveTo>
                  <a:pt x="2000250" y="124968"/>
                </a:moveTo>
                <a:lnTo>
                  <a:pt x="0" y="124968"/>
                </a:lnTo>
                <a:lnTo>
                  <a:pt x="0" y="125730"/>
                </a:lnTo>
                <a:lnTo>
                  <a:pt x="2000250" y="125730"/>
                </a:lnTo>
                <a:lnTo>
                  <a:pt x="2000250" y="124968"/>
                </a:lnTo>
                <a:close/>
              </a:path>
              <a:path w="2000250" h="214630">
                <a:moveTo>
                  <a:pt x="2000250" y="121920"/>
                </a:moveTo>
                <a:lnTo>
                  <a:pt x="0" y="121920"/>
                </a:lnTo>
                <a:lnTo>
                  <a:pt x="0" y="122682"/>
                </a:lnTo>
                <a:lnTo>
                  <a:pt x="2000250" y="122682"/>
                </a:lnTo>
                <a:lnTo>
                  <a:pt x="2000250" y="121920"/>
                </a:lnTo>
                <a:close/>
              </a:path>
              <a:path w="2000250" h="214630">
                <a:moveTo>
                  <a:pt x="2000250" y="118872"/>
                </a:moveTo>
                <a:lnTo>
                  <a:pt x="0" y="118872"/>
                </a:lnTo>
                <a:lnTo>
                  <a:pt x="0" y="119634"/>
                </a:lnTo>
                <a:lnTo>
                  <a:pt x="2000250" y="119634"/>
                </a:lnTo>
                <a:lnTo>
                  <a:pt x="2000250" y="118872"/>
                </a:lnTo>
                <a:close/>
              </a:path>
              <a:path w="2000250" h="214630">
                <a:moveTo>
                  <a:pt x="2000250" y="115824"/>
                </a:moveTo>
                <a:lnTo>
                  <a:pt x="0" y="115824"/>
                </a:lnTo>
                <a:lnTo>
                  <a:pt x="0" y="116586"/>
                </a:lnTo>
                <a:lnTo>
                  <a:pt x="2000250" y="116586"/>
                </a:lnTo>
                <a:lnTo>
                  <a:pt x="2000250" y="115824"/>
                </a:lnTo>
                <a:close/>
              </a:path>
              <a:path w="2000250" h="214630">
                <a:moveTo>
                  <a:pt x="2000250" y="112776"/>
                </a:moveTo>
                <a:lnTo>
                  <a:pt x="0" y="112776"/>
                </a:lnTo>
                <a:lnTo>
                  <a:pt x="0" y="113538"/>
                </a:lnTo>
                <a:lnTo>
                  <a:pt x="2000250" y="113538"/>
                </a:lnTo>
                <a:lnTo>
                  <a:pt x="2000250" y="112776"/>
                </a:lnTo>
                <a:close/>
              </a:path>
              <a:path w="2000250" h="214630">
                <a:moveTo>
                  <a:pt x="2000250" y="109728"/>
                </a:moveTo>
                <a:lnTo>
                  <a:pt x="0" y="109728"/>
                </a:lnTo>
                <a:lnTo>
                  <a:pt x="0" y="110490"/>
                </a:lnTo>
                <a:lnTo>
                  <a:pt x="2000250" y="110490"/>
                </a:lnTo>
                <a:lnTo>
                  <a:pt x="2000250" y="109728"/>
                </a:lnTo>
                <a:close/>
              </a:path>
              <a:path w="2000250" h="214630">
                <a:moveTo>
                  <a:pt x="2000250" y="106680"/>
                </a:moveTo>
                <a:lnTo>
                  <a:pt x="0" y="106680"/>
                </a:lnTo>
                <a:lnTo>
                  <a:pt x="0" y="107442"/>
                </a:lnTo>
                <a:lnTo>
                  <a:pt x="2000250" y="107442"/>
                </a:lnTo>
                <a:lnTo>
                  <a:pt x="2000250" y="106680"/>
                </a:lnTo>
                <a:close/>
              </a:path>
              <a:path w="2000250" h="214630">
                <a:moveTo>
                  <a:pt x="2000250" y="103632"/>
                </a:moveTo>
                <a:lnTo>
                  <a:pt x="0" y="103632"/>
                </a:lnTo>
                <a:lnTo>
                  <a:pt x="0" y="104394"/>
                </a:lnTo>
                <a:lnTo>
                  <a:pt x="2000250" y="104394"/>
                </a:lnTo>
                <a:lnTo>
                  <a:pt x="2000250" y="103632"/>
                </a:lnTo>
                <a:close/>
              </a:path>
              <a:path w="2000250" h="214630">
                <a:moveTo>
                  <a:pt x="2000250" y="100584"/>
                </a:moveTo>
                <a:lnTo>
                  <a:pt x="0" y="100584"/>
                </a:lnTo>
                <a:lnTo>
                  <a:pt x="0" y="101346"/>
                </a:lnTo>
                <a:lnTo>
                  <a:pt x="2000250" y="101346"/>
                </a:lnTo>
                <a:lnTo>
                  <a:pt x="2000250" y="100584"/>
                </a:lnTo>
                <a:close/>
              </a:path>
              <a:path w="2000250" h="214630">
                <a:moveTo>
                  <a:pt x="2000250" y="97536"/>
                </a:moveTo>
                <a:lnTo>
                  <a:pt x="0" y="97536"/>
                </a:lnTo>
                <a:lnTo>
                  <a:pt x="0" y="98298"/>
                </a:lnTo>
                <a:lnTo>
                  <a:pt x="2000250" y="98298"/>
                </a:lnTo>
                <a:lnTo>
                  <a:pt x="2000250" y="97536"/>
                </a:lnTo>
                <a:close/>
              </a:path>
              <a:path w="2000250" h="214630">
                <a:moveTo>
                  <a:pt x="2000250" y="94488"/>
                </a:moveTo>
                <a:lnTo>
                  <a:pt x="0" y="94488"/>
                </a:lnTo>
                <a:lnTo>
                  <a:pt x="0" y="95250"/>
                </a:lnTo>
                <a:lnTo>
                  <a:pt x="2000250" y="95250"/>
                </a:lnTo>
                <a:lnTo>
                  <a:pt x="2000250" y="94488"/>
                </a:lnTo>
                <a:close/>
              </a:path>
              <a:path w="2000250" h="214630">
                <a:moveTo>
                  <a:pt x="2000250" y="91440"/>
                </a:moveTo>
                <a:lnTo>
                  <a:pt x="0" y="91440"/>
                </a:lnTo>
                <a:lnTo>
                  <a:pt x="0" y="92202"/>
                </a:lnTo>
                <a:lnTo>
                  <a:pt x="2000250" y="92202"/>
                </a:lnTo>
                <a:lnTo>
                  <a:pt x="2000250" y="91440"/>
                </a:lnTo>
                <a:close/>
              </a:path>
              <a:path w="2000250" h="214630">
                <a:moveTo>
                  <a:pt x="2000250" y="88392"/>
                </a:moveTo>
                <a:lnTo>
                  <a:pt x="0" y="88392"/>
                </a:lnTo>
                <a:lnTo>
                  <a:pt x="0" y="89154"/>
                </a:lnTo>
                <a:lnTo>
                  <a:pt x="2000250" y="89154"/>
                </a:lnTo>
                <a:lnTo>
                  <a:pt x="2000250" y="88392"/>
                </a:lnTo>
                <a:close/>
              </a:path>
              <a:path w="2000250" h="214630">
                <a:moveTo>
                  <a:pt x="2000250" y="85344"/>
                </a:moveTo>
                <a:lnTo>
                  <a:pt x="0" y="85344"/>
                </a:lnTo>
                <a:lnTo>
                  <a:pt x="0" y="86106"/>
                </a:lnTo>
                <a:lnTo>
                  <a:pt x="2000250" y="86106"/>
                </a:lnTo>
                <a:lnTo>
                  <a:pt x="2000250" y="85344"/>
                </a:lnTo>
                <a:close/>
              </a:path>
              <a:path w="2000250" h="214630">
                <a:moveTo>
                  <a:pt x="2000250" y="82296"/>
                </a:moveTo>
                <a:lnTo>
                  <a:pt x="0" y="82296"/>
                </a:lnTo>
                <a:lnTo>
                  <a:pt x="0" y="83058"/>
                </a:lnTo>
                <a:lnTo>
                  <a:pt x="2000250" y="83058"/>
                </a:lnTo>
                <a:lnTo>
                  <a:pt x="2000250" y="82296"/>
                </a:lnTo>
                <a:close/>
              </a:path>
              <a:path w="2000250" h="214630">
                <a:moveTo>
                  <a:pt x="2000250" y="79248"/>
                </a:moveTo>
                <a:lnTo>
                  <a:pt x="0" y="79248"/>
                </a:lnTo>
                <a:lnTo>
                  <a:pt x="0" y="80010"/>
                </a:lnTo>
                <a:lnTo>
                  <a:pt x="2000250" y="80010"/>
                </a:lnTo>
                <a:lnTo>
                  <a:pt x="2000250" y="79248"/>
                </a:lnTo>
                <a:close/>
              </a:path>
              <a:path w="2000250" h="214630">
                <a:moveTo>
                  <a:pt x="2000250" y="76200"/>
                </a:moveTo>
                <a:lnTo>
                  <a:pt x="0" y="76200"/>
                </a:lnTo>
                <a:lnTo>
                  <a:pt x="0" y="76962"/>
                </a:lnTo>
                <a:lnTo>
                  <a:pt x="2000250" y="76962"/>
                </a:lnTo>
                <a:lnTo>
                  <a:pt x="2000250" y="76200"/>
                </a:lnTo>
                <a:close/>
              </a:path>
              <a:path w="2000250" h="214630">
                <a:moveTo>
                  <a:pt x="2000250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00250" y="73914"/>
                </a:lnTo>
                <a:lnTo>
                  <a:pt x="2000250" y="73152"/>
                </a:lnTo>
                <a:close/>
              </a:path>
              <a:path w="2000250" h="214630">
                <a:moveTo>
                  <a:pt x="2000250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00250" y="70866"/>
                </a:lnTo>
                <a:lnTo>
                  <a:pt x="2000250" y="70104"/>
                </a:lnTo>
                <a:close/>
              </a:path>
              <a:path w="2000250" h="214630">
                <a:moveTo>
                  <a:pt x="2000250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00250" y="67818"/>
                </a:lnTo>
                <a:lnTo>
                  <a:pt x="2000250" y="67056"/>
                </a:lnTo>
                <a:close/>
              </a:path>
              <a:path w="2000250" h="214630">
                <a:moveTo>
                  <a:pt x="2000250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00250" y="64770"/>
                </a:lnTo>
                <a:lnTo>
                  <a:pt x="2000250" y="64008"/>
                </a:lnTo>
                <a:close/>
              </a:path>
              <a:path w="2000250" h="214630">
                <a:moveTo>
                  <a:pt x="2000250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00250" y="61722"/>
                </a:lnTo>
                <a:lnTo>
                  <a:pt x="2000250" y="60960"/>
                </a:lnTo>
                <a:close/>
              </a:path>
              <a:path w="2000250" h="214630">
                <a:moveTo>
                  <a:pt x="2000250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00250" y="58674"/>
                </a:lnTo>
                <a:lnTo>
                  <a:pt x="2000250" y="57912"/>
                </a:lnTo>
                <a:close/>
              </a:path>
              <a:path w="2000250" h="214630">
                <a:moveTo>
                  <a:pt x="2000250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00250" y="55626"/>
                </a:lnTo>
                <a:lnTo>
                  <a:pt x="2000250" y="54864"/>
                </a:lnTo>
                <a:close/>
              </a:path>
              <a:path w="2000250" h="214630">
                <a:moveTo>
                  <a:pt x="2000250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00250" y="52578"/>
                </a:lnTo>
                <a:lnTo>
                  <a:pt x="2000250" y="51816"/>
                </a:lnTo>
                <a:close/>
              </a:path>
              <a:path w="2000250" h="214630">
                <a:moveTo>
                  <a:pt x="2000250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00250" y="49530"/>
                </a:lnTo>
                <a:lnTo>
                  <a:pt x="2000250" y="48768"/>
                </a:lnTo>
                <a:close/>
              </a:path>
              <a:path w="2000250" h="214630">
                <a:moveTo>
                  <a:pt x="2000250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00250" y="46482"/>
                </a:lnTo>
                <a:lnTo>
                  <a:pt x="2000250" y="45720"/>
                </a:lnTo>
                <a:close/>
              </a:path>
              <a:path w="2000250" h="214630">
                <a:moveTo>
                  <a:pt x="2000250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00250" y="43434"/>
                </a:lnTo>
                <a:lnTo>
                  <a:pt x="2000250" y="42672"/>
                </a:lnTo>
                <a:close/>
              </a:path>
              <a:path w="2000250" h="214630">
                <a:moveTo>
                  <a:pt x="2000250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00250" y="40386"/>
                </a:lnTo>
                <a:lnTo>
                  <a:pt x="2000250" y="39624"/>
                </a:lnTo>
                <a:close/>
              </a:path>
              <a:path w="2000250" h="214630">
                <a:moveTo>
                  <a:pt x="2000250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00250" y="37338"/>
                </a:lnTo>
                <a:lnTo>
                  <a:pt x="2000250" y="36576"/>
                </a:lnTo>
                <a:close/>
              </a:path>
              <a:path w="2000250" h="214630">
                <a:moveTo>
                  <a:pt x="2000250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00250" y="34290"/>
                </a:lnTo>
                <a:lnTo>
                  <a:pt x="2000250" y="33528"/>
                </a:lnTo>
                <a:close/>
              </a:path>
              <a:path w="2000250" h="214630">
                <a:moveTo>
                  <a:pt x="2000250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00250" y="31242"/>
                </a:lnTo>
                <a:lnTo>
                  <a:pt x="2000250" y="30480"/>
                </a:lnTo>
                <a:close/>
              </a:path>
              <a:path w="2000250" h="214630">
                <a:moveTo>
                  <a:pt x="2000250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00250" y="28194"/>
                </a:lnTo>
                <a:lnTo>
                  <a:pt x="2000250" y="27432"/>
                </a:lnTo>
                <a:close/>
              </a:path>
              <a:path w="2000250" h="214630">
                <a:moveTo>
                  <a:pt x="2000250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00250" y="25146"/>
                </a:lnTo>
                <a:lnTo>
                  <a:pt x="2000250" y="24384"/>
                </a:lnTo>
                <a:close/>
              </a:path>
              <a:path w="2000250" h="214630">
                <a:moveTo>
                  <a:pt x="2000250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00250" y="22098"/>
                </a:lnTo>
                <a:lnTo>
                  <a:pt x="2000250" y="21336"/>
                </a:lnTo>
                <a:close/>
              </a:path>
              <a:path w="2000250" h="214630">
                <a:moveTo>
                  <a:pt x="2000250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00250" y="19050"/>
                </a:lnTo>
                <a:lnTo>
                  <a:pt x="2000250" y="18288"/>
                </a:lnTo>
                <a:close/>
              </a:path>
              <a:path w="2000250" h="214630">
                <a:moveTo>
                  <a:pt x="2000250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00250" y="16002"/>
                </a:lnTo>
                <a:lnTo>
                  <a:pt x="2000250" y="15240"/>
                </a:lnTo>
                <a:close/>
              </a:path>
              <a:path w="2000250" h="214630">
                <a:moveTo>
                  <a:pt x="2000250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00250" y="12954"/>
                </a:lnTo>
                <a:lnTo>
                  <a:pt x="2000250" y="12192"/>
                </a:lnTo>
                <a:close/>
              </a:path>
              <a:path w="2000250" h="214630">
                <a:moveTo>
                  <a:pt x="2000250" y="9144"/>
                </a:moveTo>
                <a:lnTo>
                  <a:pt x="0" y="9144"/>
                </a:lnTo>
                <a:lnTo>
                  <a:pt x="0" y="9906"/>
                </a:lnTo>
                <a:lnTo>
                  <a:pt x="2000250" y="9906"/>
                </a:lnTo>
                <a:lnTo>
                  <a:pt x="2000250" y="9144"/>
                </a:lnTo>
                <a:close/>
              </a:path>
              <a:path w="2000250" h="214630">
                <a:moveTo>
                  <a:pt x="2000250" y="6096"/>
                </a:moveTo>
                <a:lnTo>
                  <a:pt x="0" y="6096"/>
                </a:lnTo>
                <a:lnTo>
                  <a:pt x="0" y="6858"/>
                </a:lnTo>
                <a:lnTo>
                  <a:pt x="2000250" y="6858"/>
                </a:lnTo>
                <a:lnTo>
                  <a:pt x="2000250" y="6096"/>
                </a:lnTo>
                <a:close/>
              </a:path>
              <a:path w="2000250" h="214630">
                <a:moveTo>
                  <a:pt x="2000250" y="3048"/>
                </a:moveTo>
                <a:lnTo>
                  <a:pt x="0" y="3048"/>
                </a:lnTo>
                <a:lnTo>
                  <a:pt x="0" y="3810"/>
                </a:lnTo>
                <a:lnTo>
                  <a:pt x="2000250" y="3810"/>
                </a:lnTo>
                <a:lnTo>
                  <a:pt x="2000250" y="3048"/>
                </a:lnTo>
                <a:close/>
              </a:path>
              <a:path w="2000250" h="214630">
                <a:moveTo>
                  <a:pt x="2000250" y="0"/>
                </a:moveTo>
                <a:lnTo>
                  <a:pt x="0" y="0"/>
                </a:lnTo>
                <a:lnTo>
                  <a:pt x="0" y="762"/>
                </a:lnTo>
                <a:lnTo>
                  <a:pt x="2000250" y="762"/>
                </a:lnTo>
                <a:lnTo>
                  <a:pt x="2000250" y="0"/>
                </a:lnTo>
                <a:close/>
              </a:path>
            </a:pathLst>
          </a:custGeom>
          <a:solidFill>
            <a:srgbClr val="CCFF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bg object 21"/>
          <p:cNvSpPr/>
          <p:nvPr/>
        </p:nvSpPr>
        <p:spPr>
          <a:xfrm>
            <a:off x="4309249" y="2772806"/>
            <a:ext cx="2000250" cy="214629"/>
          </a:xfrm>
          <a:custGeom>
            <a:avLst/>
            <a:gdLst/>
            <a:ahLst/>
            <a:cxnLst/>
            <a:rect l="l" t="t" r="r" b="b"/>
            <a:pathLst>
              <a:path w="2000250" h="214630">
                <a:moveTo>
                  <a:pt x="2000250" y="213360"/>
                </a:moveTo>
                <a:lnTo>
                  <a:pt x="0" y="213360"/>
                </a:lnTo>
                <a:lnTo>
                  <a:pt x="0" y="214122"/>
                </a:lnTo>
                <a:lnTo>
                  <a:pt x="2000250" y="214122"/>
                </a:lnTo>
                <a:lnTo>
                  <a:pt x="2000250" y="213360"/>
                </a:lnTo>
                <a:close/>
              </a:path>
              <a:path w="2000250" h="214630">
                <a:moveTo>
                  <a:pt x="2000250" y="210312"/>
                </a:moveTo>
                <a:lnTo>
                  <a:pt x="0" y="210312"/>
                </a:lnTo>
                <a:lnTo>
                  <a:pt x="0" y="211074"/>
                </a:lnTo>
                <a:lnTo>
                  <a:pt x="2000250" y="211074"/>
                </a:lnTo>
                <a:lnTo>
                  <a:pt x="2000250" y="210312"/>
                </a:lnTo>
                <a:close/>
              </a:path>
              <a:path w="2000250" h="214630">
                <a:moveTo>
                  <a:pt x="2000250" y="207264"/>
                </a:moveTo>
                <a:lnTo>
                  <a:pt x="0" y="207264"/>
                </a:lnTo>
                <a:lnTo>
                  <a:pt x="0" y="208026"/>
                </a:lnTo>
                <a:lnTo>
                  <a:pt x="2000250" y="208026"/>
                </a:lnTo>
                <a:lnTo>
                  <a:pt x="2000250" y="207264"/>
                </a:lnTo>
                <a:close/>
              </a:path>
              <a:path w="2000250" h="214630">
                <a:moveTo>
                  <a:pt x="2000250" y="204216"/>
                </a:moveTo>
                <a:lnTo>
                  <a:pt x="0" y="204216"/>
                </a:lnTo>
                <a:lnTo>
                  <a:pt x="0" y="204978"/>
                </a:lnTo>
                <a:lnTo>
                  <a:pt x="2000250" y="204978"/>
                </a:lnTo>
                <a:lnTo>
                  <a:pt x="2000250" y="204216"/>
                </a:lnTo>
                <a:close/>
              </a:path>
              <a:path w="2000250" h="214630">
                <a:moveTo>
                  <a:pt x="2000250" y="201168"/>
                </a:moveTo>
                <a:lnTo>
                  <a:pt x="0" y="201168"/>
                </a:lnTo>
                <a:lnTo>
                  <a:pt x="0" y="201930"/>
                </a:lnTo>
                <a:lnTo>
                  <a:pt x="2000250" y="201930"/>
                </a:lnTo>
                <a:lnTo>
                  <a:pt x="2000250" y="201168"/>
                </a:lnTo>
                <a:close/>
              </a:path>
              <a:path w="2000250" h="214630">
                <a:moveTo>
                  <a:pt x="2000250" y="198120"/>
                </a:moveTo>
                <a:lnTo>
                  <a:pt x="0" y="198120"/>
                </a:lnTo>
                <a:lnTo>
                  <a:pt x="0" y="198882"/>
                </a:lnTo>
                <a:lnTo>
                  <a:pt x="2000250" y="198882"/>
                </a:lnTo>
                <a:lnTo>
                  <a:pt x="2000250" y="198120"/>
                </a:lnTo>
                <a:close/>
              </a:path>
              <a:path w="2000250" h="214630">
                <a:moveTo>
                  <a:pt x="2000250" y="195072"/>
                </a:moveTo>
                <a:lnTo>
                  <a:pt x="0" y="195072"/>
                </a:lnTo>
                <a:lnTo>
                  <a:pt x="0" y="195834"/>
                </a:lnTo>
                <a:lnTo>
                  <a:pt x="2000250" y="195834"/>
                </a:lnTo>
                <a:lnTo>
                  <a:pt x="2000250" y="195072"/>
                </a:lnTo>
                <a:close/>
              </a:path>
              <a:path w="2000250" h="214630">
                <a:moveTo>
                  <a:pt x="2000250" y="192024"/>
                </a:moveTo>
                <a:lnTo>
                  <a:pt x="0" y="192024"/>
                </a:lnTo>
                <a:lnTo>
                  <a:pt x="0" y="192786"/>
                </a:lnTo>
                <a:lnTo>
                  <a:pt x="2000250" y="192786"/>
                </a:lnTo>
                <a:lnTo>
                  <a:pt x="2000250" y="192024"/>
                </a:lnTo>
                <a:close/>
              </a:path>
              <a:path w="2000250" h="214630">
                <a:moveTo>
                  <a:pt x="2000250" y="188976"/>
                </a:moveTo>
                <a:lnTo>
                  <a:pt x="0" y="188976"/>
                </a:lnTo>
                <a:lnTo>
                  <a:pt x="0" y="189738"/>
                </a:lnTo>
                <a:lnTo>
                  <a:pt x="2000250" y="189738"/>
                </a:lnTo>
                <a:lnTo>
                  <a:pt x="2000250" y="188976"/>
                </a:lnTo>
                <a:close/>
              </a:path>
              <a:path w="2000250" h="214630">
                <a:moveTo>
                  <a:pt x="2000250" y="185928"/>
                </a:moveTo>
                <a:lnTo>
                  <a:pt x="0" y="185928"/>
                </a:lnTo>
                <a:lnTo>
                  <a:pt x="0" y="186690"/>
                </a:lnTo>
                <a:lnTo>
                  <a:pt x="2000250" y="186690"/>
                </a:lnTo>
                <a:lnTo>
                  <a:pt x="2000250" y="185928"/>
                </a:lnTo>
                <a:close/>
              </a:path>
              <a:path w="2000250" h="214630">
                <a:moveTo>
                  <a:pt x="2000250" y="182880"/>
                </a:moveTo>
                <a:lnTo>
                  <a:pt x="0" y="182880"/>
                </a:lnTo>
                <a:lnTo>
                  <a:pt x="0" y="183642"/>
                </a:lnTo>
                <a:lnTo>
                  <a:pt x="2000250" y="183642"/>
                </a:lnTo>
                <a:lnTo>
                  <a:pt x="2000250" y="182880"/>
                </a:lnTo>
                <a:close/>
              </a:path>
              <a:path w="2000250" h="214630">
                <a:moveTo>
                  <a:pt x="2000250" y="179832"/>
                </a:moveTo>
                <a:lnTo>
                  <a:pt x="0" y="179832"/>
                </a:lnTo>
                <a:lnTo>
                  <a:pt x="0" y="180594"/>
                </a:lnTo>
                <a:lnTo>
                  <a:pt x="2000250" y="180594"/>
                </a:lnTo>
                <a:lnTo>
                  <a:pt x="2000250" y="179832"/>
                </a:lnTo>
                <a:close/>
              </a:path>
              <a:path w="2000250" h="214630">
                <a:moveTo>
                  <a:pt x="2000250" y="176784"/>
                </a:moveTo>
                <a:lnTo>
                  <a:pt x="0" y="176784"/>
                </a:lnTo>
                <a:lnTo>
                  <a:pt x="0" y="177546"/>
                </a:lnTo>
                <a:lnTo>
                  <a:pt x="2000250" y="177546"/>
                </a:lnTo>
                <a:lnTo>
                  <a:pt x="2000250" y="176784"/>
                </a:lnTo>
                <a:close/>
              </a:path>
              <a:path w="2000250" h="214630">
                <a:moveTo>
                  <a:pt x="2000250" y="173736"/>
                </a:moveTo>
                <a:lnTo>
                  <a:pt x="0" y="173736"/>
                </a:lnTo>
                <a:lnTo>
                  <a:pt x="0" y="174498"/>
                </a:lnTo>
                <a:lnTo>
                  <a:pt x="2000250" y="174498"/>
                </a:lnTo>
                <a:lnTo>
                  <a:pt x="2000250" y="173736"/>
                </a:lnTo>
                <a:close/>
              </a:path>
              <a:path w="2000250" h="214630">
                <a:moveTo>
                  <a:pt x="2000250" y="170688"/>
                </a:moveTo>
                <a:lnTo>
                  <a:pt x="0" y="170688"/>
                </a:lnTo>
                <a:lnTo>
                  <a:pt x="0" y="171450"/>
                </a:lnTo>
                <a:lnTo>
                  <a:pt x="2000250" y="171450"/>
                </a:lnTo>
                <a:lnTo>
                  <a:pt x="2000250" y="170688"/>
                </a:lnTo>
                <a:close/>
              </a:path>
              <a:path w="2000250" h="214630">
                <a:moveTo>
                  <a:pt x="2000250" y="167640"/>
                </a:moveTo>
                <a:lnTo>
                  <a:pt x="0" y="167640"/>
                </a:lnTo>
                <a:lnTo>
                  <a:pt x="0" y="168402"/>
                </a:lnTo>
                <a:lnTo>
                  <a:pt x="2000250" y="168402"/>
                </a:lnTo>
                <a:lnTo>
                  <a:pt x="2000250" y="167640"/>
                </a:lnTo>
                <a:close/>
              </a:path>
              <a:path w="2000250" h="214630">
                <a:moveTo>
                  <a:pt x="2000250" y="164592"/>
                </a:moveTo>
                <a:lnTo>
                  <a:pt x="0" y="164592"/>
                </a:lnTo>
                <a:lnTo>
                  <a:pt x="0" y="165354"/>
                </a:lnTo>
                <a:lnTo>
                  <a:pt x="2000250" y="165354"/>
                </a:lnTo>
                <a:lnTo>
                  <a:pt x="2000250" y="164592"/>
                </a:lnTo>
                <a:close/>
              </a:path>
              <a:path w="2000250" h="214630">
                <a:moveTo>
                  <a:pt x="2000250" y="161544"/>
                </a:moveTo>
                <a:lnTo>
                  <a:pt x="0" y="161544"/>
                </a:lnTo>
                <a:lnTo>
                  <a:pt x="0" y="162306"/>
                </a:lnTo>
                <a:lnTo>
                  <a:pt x="2000250" y="162306"/>
                </a:lnTo>
                <a:lnTo>
                  <a:pt x="2000250" y="161544"/>
                </a:lnTo>
                <a:close/>
              </a:path>
              <a:path w="2000250" h="214630">
                <a:moveTo>
                  <a:pt x="2000250" y="158496"/>
                </a:moveTo>
                <a:lnTo>
                  <a:pt x="0" y="158496"/>
                </a:lnTo>
                <a:lnTo>
                  <a:pt x="0" y="159258"/>
                </a:lnTo>
                <a:lnTo>
                  <a:pt x="2000250" y="159258"/>
                </a:lnTo>
                <a:lnTo>
                  <a:pt x="2000250" y="158496"/>
                </a:lnTo>
                <a:close/>
              </a:path>
              <a:path w="2000250" h="214630">
                <a:moveTo>
                  <a:pt x="2000250" y="155448"/>
                </a:moveTo>
                <a:lnTo>
                  <a:pt x="0" y="155448"/>
                </a:lnTo>
                <a:lnTo>
                  <a:pt x="0" y="156210"/>
                </a:lnTo>
                <a:lnTo>
                  <a:pt x="2000250" y="156210"/>
                </a:lnTo>
                <a:lnTo>
                  <a:pt x="2000250" y="155448"/>
                </a:lnTo>
                <a:close/>
              </a:path>
              <a:path w="2000250" h="214630">
                <a:moveTo>
                  <a:pt x="2000250" y="152400"/>
                </a:moveTo>
                <a:lnTo>
                  <a:pt x="0" y="152400"/>
                </a:lnTo>
                <a:lnTo>
                  <a:pt x="0" y="153162"/>
                </a:lnTo>
                <a:lnTo>
                  <a:pt x="2000250" y="153162"/>
                </a:lnTo>
                <a:lnTo>
                  <a:pt x="2000250" y="152400"/>
                </a:lnTo>
                <a:close/>
              </a:path>
              <a:path w="2000250" h="214630">
                <a:moveTo>
                  <a:pt x="2000250" y="149352"/>
                </a:moveTo>
                <a:lnTo>
                  <a:pt x="0" y="149352"/>
                </a:lnTo>
                <a:lnTo>
                  <a:pt x="0" y="150114"/>
                </a:lnTo>
                <a:lnTo>
                  <a:pt x="2000250" y="150114"/>
                </a:lnTo>
                <a:lnTo>
                  <a:pt x="2000250" y="149352"/>
                </a:lnTo>
                <a:close/>
              </a:path>
              <a:path w="2000250" h="214630">
                <a:moveTo>
                  <a:pt x="2000250" y="146304"/>
                </a:moveTo>
                <a:lnTo>
                  <a:pt x="0" y="146304"/>
                </a:lnTo>
                <a:lnTo>
                  <a:pt x="0" y="147066"/>
                </a:lnTo>
                <a:lnTo>
                  <a:pt x="2000250" y="147066"/>
                </a:lnTo>
                <a:lnTo>
                  <a:pt x="2000250" y="146304"/>
                </a:lnTo>
                <a:close/>
              </a:path>
              <a:path w="2000250" h="214630">
                <a:moveTo>
                  <a:pt x="2000250" y="143256"/>
                </a:moveTo>
                <a:lnTo>
                  <a:pt x="0" y="143256"/>
                </a:lnTo>
                <a:lnTo>
                  <a:pt x="0" y="144018"/>
                </a:lnTo>
                <a:lnTo>
                  <a:pt x="2000250" y="144018"/>
                </a:lnTo>
                <a:lnTo>
                  <a:pt x="2000250" y="143256"/>
                </a:lnTo>
                <a:close/>
              </a:path>
              <a:path w="2000250" h="214630">
                <a:moveTo>
                  <a:pt x="2000250" y="140208"/>
                </a:moveTo>
                <a:lnTo>
                  <a:pt x="0" y="140208"/>
                </a:lnTo>
                <a:lnTo>
                  <a:pt x="0" y="140970"/>
                </a:lnTo>
                <a:lnTo>
                  <a:pt x="2000250" y="140970"/>
                </a:lnTo>
                <a:lnTo>
                  <a:pt x="2000250" y="140208"/>
                </a:lnTo>
                <a:close/>
              </a:path>
              <a:path w="2000250" h="214630">
                <a:moveTo>
                  <a:pt x="2000250" y="137160"/>
                </a:moveTo>
                <a:lnTo>
                  <a:pt x="0" y="137160"/>
                </a:lnTo>
                <a:lnTo>
                  <a:pt x="0" y="137922"/>
                </a:lnTo>
                <a:lnTo>
                  <a:pt x="2000250" y="137922"/>
                </a:lnTo>
                <a:lnTo>
                  <a:pt x="2000250" y="137160"/>
                </a:lnTo>
                <a:close/>
              </a:path>
              <a:path w="2000250" h="214630">
                <a:moveTo>
                  <a:pt x="2000250" y="134112"/>
                </a:moveTo>
                <a:lnTo>
                  <a:pt x="0" y="134112"/>
                </a:lnTo>
                <a:lnTo>
                  <a:pt x="0" y="134874"/>
                </a:lnTo>
                <a:lnTo>
                  <a:pt x="2000250" y="134874"/>
                </a:lnTo>
                <a:lnTo>
                  <a:pt x="2000250" y="134112"/>
                </a:lnTo>
                <a:close/>
              </a:path>
              <a:path w="2000250" h="214630">
                <a:moveTo>
                  <a:pt x="2000250" y="131064"/>
                </a:moveTo>
                <a:lnTo>
                  <a:pt x="0" y="131064"/>
                </a:lnTo>
                <a:lnTo>
                  <a:pt x="0" y="131826"/>
                </a:lnTo>
                <a:lnTo>
                  <a:pt x="2000250" y="131826"/>
                </a:lnTo>
                <a:lnTo>
                  <a:pt x="2000250" y="131064"/>
                </a:lnTo>
                <a:close/>
              </a:path>
              <a:path w="2000250" h="214630">
                <a:moveTo>
                  <a:pt x="2000250" y="128016"/>
                </a:moveTo>
                <a:lnTo>
                  <a:pt x="0" y="128016"/>
                </a:lnTo>
                <a:lnTo>
                  <a:pt x="0" y="128778"/>
                </a:lnTo>
                <a:lnTo>
                  <a:pt x="2000250" y="128778"/>
                </a:lnTo>
                <a:lnTo>
                  <a:pt x="2000250" y="128016"/>
                </a:lnTo>
                <a:close/>
              </a:path>
              <a:path w="2000250" h="214630">
                <a:moveTo>
                  <a:pt x="2000250" y="124968"/>
                </a:moveTo>
                <a:lnTo>
                  <a:pt x="0" y="124968"/>
                </a:lnTo>
                <a:lnTo>
                  <a:pt x="0" y="125730"/>
                </a:lnTo>
                <a:lnTo>
                  <a:pt x="2000250" y="125730"/>
                </a:lnTo>
                <a:lnTo>
                  <a:pt x="2000250" y="124968"/>
                </a:lnTo>
                <a:close/>
              </a:path>
              <a:path w="2000250" h="214630">
                <a:moveTo>
                  <a:pt x="2000250" y="121920"/>
                </a:moveTo>
                <a:lnTo>
                  <a:pt x="0" y="121920"/>
                </a:lnTo>
                <a:lnTo>
                  <a:pt x="0" y="122682"/>
                </a:lnTo>
                <a:lnTo>
                  <a:pt x="2000250" y="122682"/>
                </a:lnTo>
                <a:lnTo>
                  <a:pt x="2000250" y="121920"/>
                </a:lnTo>
                <a:close/>
              </a:path>
              <a:path w="2000250" h="214630">
                <a:moveTo>
                  <a:pt x="2000250" y="118872"/>
                </a:moveTo>
                <a:lnTo>
                  <a:pt x="0" y="118872"/>
                </a:lnTo>
                <a:lnTo>
                  <a:pt x="0" y="119634"/>
                </a:lnTo>
                <a:lnTo>
                  <a:pt x="2000250" y="119634"/>
                </a:lnTo>
                <a:lnTo>
                  <a:pt x="2000250" y="118872"/>
                </a:lnTo>
                <a:close/>
              </a:path>
              <a:path w="2000250" h="214630">
                <a:moveTo>
                  <a:pt x="2000250" y="115824"/>
                </a:moveTo>
                <a:lnTo>
                  <a:pt x="0" y="115824"/>
                </a:lnTo>
                <a:lnTo>
                  <a:pt x="0" y="116586"/>
                </a:lnTo>
                <a:lnTo>
                  <a:pt x="2000250" y="116586"/>
                </a:lnTo>
                <a:lnTo>
                  <a:pt x="2000250" y="115824"/>
                </a:lnTo>
                <a:close/>
              </a:path>
              <a:path w="2000250" h="214630">
                <a:moveTo>
                  <a:pt x="2000250" y="112776"/>
                </a:moveTo>
                <a:lnTo>
                  <a:pt x="0" y="112776"/>
                </a:lnTo>
                <a:lnTo>
                  <a:pt x="0" y="113538"/>
                </a:lnTo>
                <a:lnTo>
                  <a:pt x="2000250" y="113538"/>
                </a:lnTo>
                <a:lnTo>
                  <a:pt x="2000250" y="112776"/>
                </a:lnTo>
                <a:close/>
              </a:path>
              <a:path w="2000250" h="214630">
                <a:moveTo>
                  <a:pt x="2000250" y="109728"/>
                </a:moveTo>
                <a:lnTo>
                  <a:pt x="0" y="109728"/>
                </a:lnTo>
                <a:lnTo>
                  <a:pt x="0" y="110490"/>
                </a:lnTo>
                <a:lnTo>
                  <a:pt x="2000250" y="110490"/>
                </a:lnTo>
                <a:lnTo>
                  <a:pt x="2000250" y="109728"/>
                </a:lnTo>
                <a:close/>
              </a:path>
              <a:path w="2000250" h="214630">
                <a:moveTo>
                  <a:pt x="2000250" y="106680"/>
                </a:moveTo>
                <a:lnTo>
                  <a:pt x="0" y="106680"/>
                </a:lnTo>
                <a:lnTo>
                  <a:pt x="0" y="107442"/>
                </a:lnTo>
                <a:lnTo>
                  <a:pt x="2000250" y="107442"/>
                </a:lnTo>
                <a:lnTo>
                  <a:pt x="2000250" y="106680"/>
                </a:lnTo>
                <a:close/>
              </a:path>
              <a:path w="2000250" h="214630">
                <a:moveTo>
                  <a:pt x="2000250" y="103632"/>
                </a:moveTo>
                <a:lnTo>
                  <a:pt x="0" y="103632"/>
                </a:lnTo>
                <a:lnTo>
                  <a:pt x="0" y="104394"/>
                </a:lnTo>
                <a:lnTo>
                  <a:pt x="2000250" y="104394"/>
                </a:lnTo>
                <a:lnTo>
                  <a:pt x="2000250" y="103632"/>
                </a:lnTo>
                <a:close/>
              </a:path>
              <a:path w="2000250" h="214630">
                <a:moveTo>
                  <a:pt x="2000250" y="100584"/>
                </a:moveTo>
                <a:lnTo>
                  <a:pt x="0" y="100584"/>
                </a:lnTo>
                <a:lnTo>
                  <a:pt x="0" y="101346"/>
                </a:lnTo>
                <a:lnTo>
                  <a:pt x="2000250" y="101346"/>
                </a:lnTo>
                <a:lnTo>
                  <a:pt x="2000250" y="100584"/>
                </a:lnTo>
                <a:close/>
              </a:path>
              <a:path w="2000250" h="214630">
                <a:moveTo>
                  <a:pt x="2000250" y="97536"/>
                </a:moveTo>
                <a:lnTo>
                  <a:pt x="0" y="97536"/>
                </a:lnTo>
                <a:lnTo>
                  <a:pt x="0" y="98298"/>
                </a:lnTo>
                <a:lnTo>
                  <a:pt x="2000250" y="98298"/>
                </a:lnTo>
                <a:lnTo>
                  <a:pt x="2000250" y="97536"/>
                </a:lnTo>
                <a:close/>
              </a:path>
              <a:path w="2000250" h="214630">
                <a:moveTo>
                  <a:pt x="2000250" y="94488"/>
                </a:moveTo>
                <a:lnTo>
                  <a:pt x="0" y="94488"/>
                </a:lnTo>
                <a:lnTo>
                  <a:pt x="0" y="95250"/>
                </a:lnTo>
                <a:lnTo>
                  <a:pt x="2000250" y="95250"/>
                </a:lnTo>
                <a:lnTo>
                  <a:pt x="2000250" y="94488"/>
                </a:lnTo>
                <a:close/>
              </a:path>
              <a:path w="2000250" h="214630">
                <a:moveTo>
                  <a:pt x="2000250" y="91440"/>
                </a:moveTo>
                <a:lnTo>
                  <a:pt x="0" y="91440"/>
                </a:lnTo>
                <a:lnTo>
                  <a:pt x="0" y="92202"/>
                </a:lnTo>
                <a:lnTo>
                  <a:pt x="2000250" y="92202"/>
                </a:lnTo>
                <a:lnTo>
                  <a:pt x="2000250" y="91440"/>
                </a:lnTo>
                <a:close/>
              </a:path>
              <a:path w="2000250" h="214630">
                <a:moveTo>
                  <a:pt x="2000250" y="88392"/>
                </a:moveTo>
                <a:lnTo>
                  <a:pt x="0" y="88392"/>
                </a:lnTo>
                <a:lnTo>
                  <a:pt x="0" y="89154"/>
                </a:lnTo>
                <a:lnTo>
                  <a:pt x="2000250" y="89154"/>
                </a:lnTo>
                <a:lnTo>
                  <a:pt x="2000250" y="88392"/>
                </a:lnTo>
                <a:close/>
              </a:path>
              <a:path w="2000250" h="214630">
                <a:moveTo>
                  <a:pt x="2000250" y="85344"/>
                </a:moveTo>
                <a:lnTo>
                  <a:pt x="0" y="85344"/>
                </a:lnTo>
                <a:lnTo>
                  <a:pt x="0" y="86106"/>
                </a:lnTo>
                <a:lnTo>
                  <a:pt x="2000250" y="86106"/>
                </a:lnTo>
                <a:lnTo>
                  <a:pt x="2000250" y="85344"/>
                </a:lnTo>
                <a:close/>
              </a:path>
              <a:path w="2000250" h="214630">
                <a:moveTo>
                  <a:pt x="2000250" y="82296"/>
                </a:moveTo>
                <a:lnTo>
                  <a:pt x="0" y="82296"/>
                </a:lnTo>
                <a:lnTo>
                  <a:pt x="0" y="83058"/>
                </a:lnTo>
                <a:lnTo>
                  <a:pt x="2000250" y="83058"/>
                </a:lnTo>
                <a:lnTo>
                  <a:pt x="2000250" y="82296"/>
                </a:lnTo>
                <a:close/>
              </a:path>
              <a:path w="2000250" h="214630">
                <a:moveTo>
                  <a:pt x="2000250" y="79248"/>
                </a:moveTo>
                <a:lnTo>
                  <a:pt x="0" y="79248"/>
                </a:lnTo>
                <a:lnTo>
                  <a:pt x="0" y="80010"/>
                </a:lnTo>
                <a:lnTo>
                  <a:pt x="2000250" y="80010"/>
                </a:lnTo>
                <a:lnTo>
                  <a:pt x="2000250" y="79248"/>
                </a:lnTo>
                <a:close/>
              </a:path>
              <a:path w="2000250" h="214630">
                <a:moveTo>
                  <a:pt x="2000250" y="76200"/>
                </a:moveTo>
                <a:lnTo>
                  <a:pt x="0" y="76200"/>
                </a:lnTo>
                <a:lnTo>
                  <a:pt x="0" y="76962"/>
                </a:lnTo>
                <a:lnTo>
                  <a:pt x="2000250" y="76962"/>
                </a:lnTo>
                <a:lnTo>
                  <a:pt x="2000250" y="76200"/>
                </a:lnTo>
                <a:close/>
              </a:path>
              <a:path w="2000250" h="214630">
                <a:moveTo>
                  <a:pt x="2000250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00250" y="73914"/>
                </a:lnTo>
                <a:lnTo>
                  <a:pt x="2000250" y="73152"/>
                </a:lnTo>
                <a:close/>
              </a:path>
              <a:path w="2000250" h="214630">
                <a:moveTo>
                  <a:pt x="2000250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00250" y="70866"/>
                </a:lnTo>
                <a:lnTo>
                  <a:pt x="2000250" y="70104"/>
                </a:lnTo>
                <a:close/>
              </a:path>
              <a:path w="2000250" h="214630">
                <a:moveTo>
                  <a:pt x="2000250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00250" y="67818"/>
                </a:lnTo>
                <a:lnTo>
                  <a:pt x="2000250" y="67056"/>
                </a:lnTo>
                <a:close/>
              </a:path>
              <a:path w="2000250" h="214630">
                <a:moveTo>
                  <a:pt x="2000250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00250" y="64770"/>
                </a:lnTo>
                <a:lnTo>
                  <a:pt x="2000250" y="64008"/>
                </a:lnTo>
                <a:close/>
              </a:path>
              <a:path w="2000250" h="214630">
                <a:moveTo>
                  <a:pt x="2000250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00250" y="61722"/>
                </a:lnTo>
                <a:lnTo>
                  <a:pt x="2000250" y="60960"/>
                </a:lnTo>
                <a:close/>
              </a:path>
              <a:path w="2000250" h="214630">
                <a:moveTo>
                  <a:pt x="2000250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00250" y="58674"/>
                </a:lnTo>
                <a:lnTo>
                  <a:pt x="2000250" y="57912"/>
                </a:lnTo>
                <a:close/>
              </a:path>
              <a:path w="2000250" h="214630">
                <a:moveTo>
                  <a:pt x="2000250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00250" y="55626"/>
                </a:lnTo>
                <a:lnTo>
                  <a:pt x="2000250" y="54864"/>
                </a:lnTo>
                <a:close/>
              </a:path>
              <a:path w="2000250" h="214630">
                <a:moveTo>
                  <a:pt x="2000250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00250" y="52578"/>
                </a:lnTo>
                <a:lnTo>
                  <a:pt x="2000250" y="51816"/>
                </a:lnTo>
                <a:close/>
              </a:path>
              <a:path w="2000250" h="214630">
                <a:moveTo>
                  <a:pt x="2000250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00250" y="49530"/>
                </a:lnTo>
                <a:lnTo>
                  <a:pt x="2000250" y="48768"/>
                </a:lnTo>
                <a:close/>
              </a:path>
              <a:path w="2000250" h="214630">
                <a:moveTo>
                  <a:pt x="2000250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00250" y="46482"/>
                </a:lnTo>
                <a:lnTo>
                  <a:pt x="2000250" y="45720"/>
                </a:lnTo>
                <a:close/>
              </a:path>
              <a:path w="2000250" h="214630">
                <a:moveTo>
                  <a:pt x="2000250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00250" y="43434"/>
                </a:lnTo>
                <a:lnTo>
                  <a:pt x="2000250" y="42672"/>
                </a:lnTo>
                <a:close/>
              </a:path>
              <a:path w="2000250" h="214630">
                <a:moveTo>
                  <a:pt x="2000250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00250" y="40386"/>
                </a:lnTo>
                <a:lnTo>
                  <a:pt x="2000250" y="39624"/>
                </a:lnTo>
                <a:close/>
              </a:path>
              <a:path w="2000250" h="214630">
                <a:moveTo>
                  <a:pt x="2000250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00250" y="37338"/>
                </a:lnTo>
                <a:lnTo>
                  <a:pt x="2000250" y="36576"/>
                </a:lnTo>
                <a:close/>
              </a:path>
              <a:path w="2000250" h="214630">
                <a:moveTo>
                  <a:pt x="2000250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00250" y="34290"/>
                </a:lnTo>
                <a:lnTo>
                  <a:pt x="2000250" y="33528"/>
                </a:lnTo>
                <a:close/>
              </a:path>
              <a:path w="2000250" h="214630">
                <a:moveTo>
                  <a:pt x="2000250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00250" y="31242"/>
                </a:lnTo>
                <a:lnTo>
                  <a:pt x="2000250" y="30480"/>
                </a:lnTo>
                <a:close/>
              </a:path>
              <a:path w="2000250" h="214630">
                <a:moveTo>
                  <a:pt x="2000250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00250" y="28194"/>
                </a:lnTo>
                <a:lnTo>
                  <a:pt x="2000250" y="27432"/>
                </a:lnTo>
                <a:close/>
              </a:path>
              <a:path w="2000250" h="214630">
                <a:moveTo>
                  <a:pt x="2000250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00250" y="25146"/>
                </a:lnTo>
                <a:lnTo>
                  <a:pt x="2000250" y="24384"/>
                </a:lnTo>
                <a:close/>
              </a:path>
              <a:path w="2000250" h="214630">
                <a:moveTo>
                  <a:pt x="2000250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00250" y="22098"/>
                </a:lnTo>
                <a:lnTo>
                  <a:pt x="2000250" y="21336"/>
                </a:lnTo>
                <a:close/>
              </a:path>
              <a:path w="2000250" h="214630">
                <a:moveTo>
                  <a:pt x="2000250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00250" y="19050"/>
                </a:lnTo>
                <a:lnTo>
                  <a:pt x="2000250" y="18288"/>
                </a:lnTo>
                <a:close/>
              </a:path>
              <a:path w="2000250" h="214630">
                <a:moveTo>
                  <a:pt x="2000250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00250" y="16002"/>
                </a:lnTo>
                <a:lnTo>
                  <a:pt x="2000250" y="15240"/>
                </a:lnTo>
                <a:close/>
              </a:path>
              <a:path w="2000250" h="214630">
                <a:moveTo>
                  <a:pt x="2000250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00250" y="12954"/>
                </a:lnTo>
                <a:lnTo>
                  <a:pt x="2000250" y="12192"/>
                </a:lnTo>
                <a:close/>
              </a:path>
              <a:path w="2000250" h="214630">
                <a:moveTo>
                  <a:pt x="2000250" y="9144"/>
                </a:moveTo>
                <a:lnTo>
                  <a:pt x="0" y="9144"/>
                </a:lnTo>
                <a:lnTo>
                  <a:pt x="0" y="9906"/>
                </a:lnTo>
                <a:lnTo>
                  <a:pt x="2000250" y="9906"/>
                </a:lnTo>
                <a:lnTo>
                  <a:pt x="2000250" y="9144"/>
                </a:lnTo>
                <a:close/>
              </a:path>
              <a:path w="2000250" h="214630">
                <a:moveTo>
                  <a:pt x="2000250" y="6096"/>
                </a:moveTo>
                <a:lnTo>
                  <a:pt x="0" y="6096"/>
                </a:lnTo>
                <a:lnTo>
                  <a:pt x="0" y="6858"/>
                </a:lnTo>
                <a:lnTo>
                  <a:pt x="2000250" y="6858"/>
                </a:lnTo>
                <a:lnTo>
                  <a:pt x="2000250" y="6096"/>
                </a:lnTo>
                <a:close/>
              </a:path>
              <a:path w="2000250" h="214630">
                <a:moveTo>
                  <a:pt x="2000250" y="3048"/>
                </a:moveTo>
                <a:lnTo>
                  <a:pt x="0" y="3048"/>
                </a:lnTo>
                <a:lnTo>
                  <a:pt x="0" y="3810"/>
                </a:lnTo>
                <a:lnTo>
                  <a:pt x="2000250" y="3810"/>
                </a:lnTo>
                <a:lnTo>
                  <a:pt x="2000250" y="3048"/>
                </a:lnTo>
                <a:close/>
              </a:path>
              <a:path w="2000250" h="214630">
                <a:moveTo>
                  <a:pt x="2000250" y="0"/>
                </a:moveTo>
                <a:lnTo>
                  <a:pt x="0" y="0"/>
                </a:lnTo>
                <a:lnTo>
                  <a:pt x="0" y="762"/>
                </a:lnTo>
                <a:lnTo>
                  <a:pt x="2000250" y="762"/>
                </a:lnTo>
                <a:lnTo>
                  <a:pt x="2000250" y="0"/>
                </a:lnTo>
                <a:close/>
              </a:path>
            </a:pathLst>
          </a:custGeom>
          <a:solidFill>
            <a:srgbClr val="CCFF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bg object 22"/>
          <p:cNvSpPr/>
          <p:nvPr/>
        </p:nvSpPr>
        <p:spPr>
          <a:xfrm>
            <a:off x="4309249" y="2986167"/>
            <a:ext cx="2000250" cy="214629"/>
          </a:xfrm>
          <a:custGeom>
            <a:avLst/>
            <a:gdLst/>
            <a:ahLst/>
            <a:cxnLst/>
            <a:rect l="l" t="t" r="r" b="b"/>
            <a:pathLst>
              <a:path w="2000250" h="214630">
                <a:moveTo>
                  <a:pt x="2000250" y="213360"/>
                </a:moveTo>
                <a:lnTo>
                  <a:pt x="0" y="213360"/>
                </a:lnTo>
                <a:lnTo>
                  <a:pt x="0" y="214122"/>
                </a:lnTo>
                <a:lnTo>
                  <a:pt x="2000250" y="214122"/>
                </a:lnTo>
                <a:lnTo>
                  <a:pt x="2000250" y="213360"/>
                </a:lnTo>
                <a:close/>
              </a:path>
              <a:path w="2000250" h="214630">
                <a:moveTo>
                  <a:pt x="2000250" y="210312"/>
                </a:moveTo>
                <a:lnTo>
                  <a:pt x="0" y="210312"/>
                </a:lnTo>
                <a:lnTo>
                  <a:pt x="0" y="211074"/>
                </a:lnTo>
                <a:lnTo>
                  <a:pt x="2000250" y="211074"/>
                </a:lnTo>
                <a:lnTo>
                  <a:pt x="2000250" y="210312"/>
                </a:lnTo>
                <a:close/>
              </a:path>
              <a:path w="2000250" h="214630">
                <a:moveTo>
                  <a:pt x="2000250" y="207264"/>
                </a:moveTo>
                <a:lnTo>
                  <a:pt x="0" y="207264"/>
                </a:lnTo>
                <a:lnTo>
                  <a:pt x="0" y="208026"/>
                </a:lnTo>
                <a:lnTo>
                  <a:pt x="2000250" y="208026"/>
                </a:lnTo>
                <a:lnTo>
                  <a:pt x="2000250" y="207264"/>
                </a:lnTo>
                <a:close/>
              </a:path>
              <a:path w="2000250" h="214630">
                <a:moveTo>
                  <a:pt x="2000250" y="204216"/>
                </a:moveTo>
                <a:lnTo>
                  <a:pt x="0" y="204216"/>
                </a:lnTo>
                <a:lnTo>
                  <a:pt x="0" y="204978"/>
                </a:lnTo>
                <a:lnTo>
                  <a:pt x="2000250" y="204978"/>
                </a:lnTo>
                <a:lnTo>
                  <a:pt x="2000250" y="204216"/>
                </a:lnTo>
                <a:close/>
              </a:path>
              <a:path w="2000250" h="214630">
                <a:moveTo>
                  <a:pt x="2000250" y="201168"/>
                </a:moveTo>
                <a:lnTo>
                  <a:pt x="0" y="201168"/>
                </a:lnTo>
                <a:lnTo>
                  <a:pt x="0" y="201930"/>
                </a:lnTo>
                <a:lnTo>
                  <a:pt x="2000250" y="201930"/>
                </a:lnTo>
                <a:lnTo>
                  <a:pt x="2000250" y="201168"/>
                </a:lnTo>
                <a:close/>
              </a:path>
              <a:path w="2000250" h="214630">
                <a:moveTo>
                  <a:pt x="2000250" y="198120"/>
                </a:moveTo>
                <a:lnTo>
                  <a:pt x="0" y="198120"/>
                </a:lnTo>
                <a:lnTo>
                  <a:pt x="0" y="198882"/>
                </a:lnTo>
                <a:lnTo>
                  <a:pt x="2000250" y="198882"/>
                </a:lnTo>
                <a:lnTo>
                  <a:pt x="2000250" y="198120"/>
                </a:lnTo>
                <a:close/>
              </a:path>
              <a:path w="2000250" h="214630">
                <a:moveTo>
                  <a:pt x="2000250" y="195072"/>
                </a:moveTo>
                <a:lnTo>
                  <a:pt x="0" y="195072"/>
                </a:lnTo>
                <a:lnTo>
                  <a:pt x="0" y="195834"/>
                </a:lnTo>
                <a:lnTo>
                  <a:pt x="2000250" y="195834"/>
                </a:lnTo>
                <a:lnTo>
                  <a:pt x="2000250" y="195072"/>
                </a:lnTo>
                <a:close/>
              </a:path>
              <a:path w="2000250" h="214630">
                <a:moveTo>
                  <a:pt x="2000250" y="192024"/>
                </a:moveTo>
                <a:lnTo>
                  <a:pt x="0" y="192024"/>
                </a:lnTo>
                <a:lnTo>
                  <a:pt x="0" y="192786"/>
                </a:lnTo>
                <a:lnTo>
                  <a:pt x="2000250" y="192786"/>
                </a:lnTo>
                <a:lnTo>
                  <a:pt x="2000250" y="192024"/>
                </a:lnTo>
                <a:close/>
              </a:path>
              <a:path w="2000250" h="214630">
                <a:moveTo>
                  <a:pt x="2000250" y="188976"/>
                </a:moveTo>
                <a:lnTo>
                  <a:pt x="0" y="188976"/>
                </a:lnTo>
                <a:lnTo>
                  <a:pt x="0" y="189738"/>
                </a:lnTo>
                <a:lnTo>
                  <a:pt x="2000250" y="189738"/>
                </a:lnTo>
                <a:lnTo>
                  <a:pt x="2000250" y="188976"/>
                </a:lnTo>
                <a:close/>
              </a:path>
              <a:path w="2000250" h="214630">
                <a:moveTo>
                  <a:pt x="2000250" y="185928"/>
                </a:moveTo>
                <a:lnTo>
                  <a:pt x="0" y="185928"/>
                </a:lnTo>
                <a:lnTo>
                  <a:pt x="0" y="186690"/>
                </a:lnTo>
                <a:lnTo>
                  <a:pt x="2000250" y="186690"/>
                </a:lnTo>
                <a:lnTo>
                  <a:pt x="2000250" y="185928"/>
                </a:lnTo>
                <a:close/>
              </a:path>
              <a:path w="2000250" h="214630">
                <a:moveTo>
                  <a:pt x="2000250" y="182880"/>
                </a:moveTo>
                <a:lnTo>
                  <a:pt x="0" y="182880"/>
                </a:lnTo>
                <a:lnTo>
                  <a:pt x="0" y="183642"/>
                </a:lnTo>
                <a:lnTo>
                  <a:pt x="2000250" y="183642"/>
                </a:lnTo>
                <a:lnTo>
                  <a:pt x="2000250" y="182880"/>
                </a:lnTo>
                <a:close/>
              </a:path>
              <a:path w="2000250" h="214630">
                <a:moveTo>
                  <a:pt x="2000250" y="179832"/>
                </a:moveTo>
                <a:lnTo>
                  <a:pt x="0" y="179832"/>
                </a:lnTo>
                <a:lnTo>
                  <a:pt x="0" y="180594"/>
                </a:lnTo>
                <a:lnTo>
                  <a:pt x="2000250" y="180594"/>
                </a:lnTo>
                <a:lnTo>
                  <a:pt x="2000250" y="179832"/>
                </a:lnTo>
                <a:close/>
              </a:path>
              <a:path w="2000250" h="214630">
                <a:moveTo>
                  <a:pt x="2000250" y="176784"/>
                </a:moveTo>
                <a:lnTo>
                  <a:pt x="0" y="176784"/>
                </a:lnTo>
                <a:lnTo>
                  <a:pt x="0" y="177546"/>
                </a:lnTo>
                <a:lnTo>
                  <a:pt x="2000250" y="177546"/>
                </a:lnTo>
                <a:lnTo>
                  <a:pt x="2000250" y="176784"/>
                </a:lnTo>
                <a:close/>
              </a:path>
              <a:path w="2000250" h="214630">
                <a:moveTo>
                  <a:pt x="2000250" y="173736"/>
                </a:moveTo>
                <a:lnTo>
                  <a:pt x="0" y="173736"/>
                </a:lnTo>
                <a:lnTo>
                  <a:pt x="0" y="174498"/>
                </a:lnTo>
                <a:lnTo>
                  <a:pt x="2000250" y="174498"/>
                </a:lnTo>
                <a:lnTo>
                  <a:pt x="2000250" y="173736"/>
                </a:lnTo>
                <a:close/>
              </a:path>
              <a:path w="2000250" h="214630">
                <a:moveTo>
                  <a:pt x="2000250" y="170688"/>
                </a:moveTo>
                <a:lnTo>
                  <a:pt x="0" y="170688"/>
                </a:lnTo>
                <a:lnTo>
                  <a:pt x="0" y="171450"/>
                </a:lnTo>
                <a:lnTo>
                  <a:pt x="2000250" y="171450"/>
                </a:lnTo>
                <a:lnTo>
                  <a:pt x="2000250" y="170688"/>
                </a:lnTo>
                <a:close/>
              </a:path>
              <a:path w="2000250" h="214630">
                <a:moveTo>
                  <a:pt x="2000250" y="167640"/>
                </a:moveTo>
                <a:lnTo>
                  <a:pt x="0" y="167640"/>
                </a:lnTo>
                <a:lnTo>
                  <a:pt x="0" y="168402"/>
                </a:lnTo>
                <a:lnTo>
                  <a:pt x="2000250" y="168402"/>
                </a:lnTo>
                <a:lnTo>
                  <a:pt x="2000250" y="167640"/>
                </a:lnTo>
                <a:close/>
              </a:path>
              <a:path w="2000250" h="214630">
                <a:moveTo>
                  <a:pt x="2000250" y="164592"/>
                </a:moveTo>
                <a:lnTo>
                  <a:pt x="0" y="164592"/>
                </a:lnTo>
                <a:lnTo>
                  <a:pt x="0" y="165354"/>
                </a:lnTo>
                <a:lnTo>
                  <a:pt x="2000250" y="165354"/>
                </a:lnTo>
                <a:lnTo>
                  <a:pt x="2000250" y="164592"/>
                </a:lnTo>
                <a:close/>
              </a:path>
              <a:path w="2000250" h="214630">
                <a:moveTo>
                  <a:pt x="2000250" y="161544"/>
                </a:moveTo>
                <a:lnTo>
                  <a:pt x="0" y="161544"/>
                </a:lnTo>
                <a:lnTo>
                  <a:pt x="0" y="162306"/>
                </a:lnTo>
                <a:lnTo>
                  <a:pt x="2000250" y="162306"/>
                </a:lnTo>
                <a:lnTo>
                  <a:pt x="2000250" y="161544"/>
                </a:lnTo>
                <a:close/>
              </a:path>
              <a:path w="2000250" h="214630">
                <a:moveTo>
                  <a:pt x="2000250" y="158496"/>
                </a:moveTo>
                <a:lnTo>
                  <a:pt x="0" y="158496"/>
                </a:lnTo>
                <a:lnTo>
                  <a:pt x="0" y="159258"/>
                </a:lnTo>
                <a:lnTo>
                  <a:pt x="2000250" y="159258"/>
                </a:lnTo>
                <a:lnTo>
                  <a:pt x="2000250" y="158496"/>
                </a:lnTo>
                <a:close/>
              </a:path>
              <a:path w="2000250" h="214630">
                <a:moveTo>
                  <a:pt x="2000250" y="155448"/>
                </a:moveTo>
                <a:lnTo>
                  <a:pt x="0" y="155448"/>
                </a:lnTo>
                <a:lnTo>
                  <a:pt x="0" y="156210"/>
                </a:lnTo>
                <a:lnTo>
                  <a:pt x="2000250" y="156210"/>
                </a:lnTo>
                <a:lnTo>
                  <a:pt x="2000250" y="155448"/>
                </a:lnTo>
                <a:close/>
              </a:path>
              <a:path w="2000250" h="214630">
                <a:moveTo>
                  <a:pt x="2000250" y="152400"/>
                </a:moveTo>
                <a:lnTo>
                  <a:pt x="0" y="152400"/>
                </a:lnTo>
                <a:lnTo>
                  <a:pt x="0" y="153162"/>
                </a:lnTo>
                <a:lnTo>
                  <a:pt x="2000250" y="153162"/>
                </a:lnTo>
                <a:lnTo>
                  <a:pt x="2000250" y="152400"/>
                </a:lnTo>
                <a:close/>
              </a:path>
              <a:path w="2000250" h="214630">
                <a:moveTo>
                  <a:pt x="2000250" y="149352"/>
                </a:moveTo>
                <a:lnTo>
                  <a:pt x="0" y="149352"/>
                </a:lnTo>
                <a:lnTo>
                  <a:pt x="0" y="150114"/>
                </a:lnTo>
                <a:lnTo>
                  <a:pt x="2000250" y="150114"/>
                </a:lnTo>
                <a:lnTo>
                  <a:pt x="2000250" y="149352"/>
                </a:lnTo>
                <a:close/>
              </a:path>
              <a:path w="2000250" h="214630">
                <a:moveTo>
                  <a:pt x="2000250" y="146304"/>
                </a:moveTo>
                <a:lnTo>
                  <a:pt x="0" y="146304"/>
                </a:lnTo>
                <a:lnTo>
                  <a:pt x="0" y="147066"/>
                </a:lnTo>
                <a:lnTo>
                  <a:pt x="2000250" y="147066"/>
                </a:lnTo>
                <a:lnTo>
                  <a:pt x="2000250" y="146304"/>
                </a:lnTo>
                <a:close/>
              </a:path>
              <a:path w="2000250" h="214630">
                <a:moveTo>
                  <a:pt x="2000250" y="143256"/>
                </a:moveTo>
                <a:lnTo>
                  <a:pt x="0" y="143256"/>
                </a:lnTo>
                <a:lnTo>
                  <a:pt x="0" y="144018"/>
                </a:lnTo>
                <a:lnTo>
                  <a:pt x="2000250" y="144018"/>
                </a:lnTo>
                <a:lnTo>
                  <a:pt x="2000250" y="143256"/>
                </a:lnTo>
                <a:close/>
              </a:path>
              <a:path w="2000250" h="214630">
                <a:moveTo>
                  <a:pt x="2000250" y="140208"/>
                </a:moveTo>
                <a:lnTo>
                  <a:pt x="0" y="140208"/>
                </a:lnTo>
                <a:lnTo>
                  <a:pt x="0" y="140970"/>
                </a:lnTo>
                <a:lnTo>
                  <a:pt x="2000250" y="140970"/>
                </a:lnTo>
                <a:lnTo>
                  <a:pt x="2000250" y="140208"/>
                </a:lnTo>
                <a:close/>
              </a:path>
              <a:path w="2000250" h="214630">
                <a:moveTo>
                  <a:pt x="2000250" y="137160"/>
                </a:moveTo>
                <a:lnTo>
                  <a:pt x="0" y="137160"/>
                </a:lnTo>
                <a:lnTo>
                  <a:pt x="0" y="137922"/>
                </a:lnTo>
                <a:lnTo>
                  <a:pt x="2000250" y="137922"/>
                </a:lnTo>
                <a:lnTo>
                  <a:pt x="2000250" y="137160"/>
                </a:lnTo>
                <a:close/>
              </a:path>
              <a:path w="2000250" h="214630">
                <a:moveTo>
                  <a:pt x="2000250" y="134112"/>
                </a:moveTo>
                <a:lnTo>
                  <a:pt x="0" y="134112"/>
                </a:lnTo>
                <a:lnTo>
                  <a:pt x="0" y="134874"/>
                </a:lnTo>
                <a:lnTo>
                  <a:pt x="2000250" y="134874"/>
                </a:lnTo>
                <a:lnTo>
                  <a:pt x="2000250" y="134112"/>
                </a:lnTo>
                <a:close/>
              </a:path>
              <a:path w="2000250" h="214630">
                <a:moveTo>
                  <a:pt x="2000250" y="131064"/>
                </a:moveTo>
                <a:lnTo>
                  <a:pt x="0" y="131064"/>
                </a:lnTo>
                <a:lnTo>
                  <a:pt x="0" y="131826"/>
                </a:lnTo>
                <a:lnTo>
                  <a:pt x="2000250" y="131826"/>
                </a:lnTo>
                <a:lnTo>
                  <a:pt x="2000250" y="131064"/>
                </a:lnTo>
                <a:close/>
              </a:path>
              <a:path w="2000250" h="214630">
                <a:moveTo>
                  <a:pt x="2000250" y="128016"/>
                </a:moveTo>
                <a:lnTo>
                  <a:pt x="0" y="128016"/>
                </a:lnTo>
                <a:lnTo>
                  <a:pt x="0" y="128778"/>
                </a:lnTo>
                <a:lnTo>
                  <a:pt x="2000250" y="128778"/>
                </a:lnTo>
                <a:lnTo>
                  <a:pt x="2000250" y="128016"/>
                </a:lnTo>
                <a:close/>
              </a:path>
              <a:path w="2000250" h="214630">
                <a:moveTo>
                  <a:pt x="2000250" y="124968"/>
                </a:moveTo>
                <a:lnTo>
                  <a:pt x="0" y="124968"/>
                </a:lnTo>
                <a:lnTo>
                  <a:pt x="0" y="125730"/>
                </a:lnTo>
                <a:lnTo>
                  <a:pt x="2000250" y="125730"/>
                </a:lnTo>
                <a:lnTo>
                  <a:pt x="2000250" y="124968"/>
                </a:lnTo>
                <a:close/>
              </a:path>
              <a:path w="2000250" h="214630">
                <a:moveTo>
                  <a:pt x="2000250" y="121920"/>
                </a:moveTo>
                <a:lnTo>
                  <a:pt x="0" y="121920"/>
                </a:lnTo>
                <a:lnTo>
                  <a:pt x="0" y="122682"/>
                </a:lnTo>
                <a:lnTo>
                  <a:pt x="2000250" y="122682"/>
                </a:lnTo>
                <a:lnTo>
                  <a:pt x="2000250" y="121920"/>
                </a:lnTo>
                <a:close/>
              </a:path>
              <a:path w="2000250" h="214630">
                <a:moveTo>
                  <a:pt x="2000250" y="118872"/>
                </a:moveTo>
                <a:lnTo>
                  <a:pt x="0" y="118872"/>
                </a:lnTo>
                <a:lnTo>
                  <a:pt x="0" y="119634"/>
                </a:lnTo>
                <a:lnTo>
                  <a:pt x="2000250" y="119634"/>
                </a:lnTo>
                <a:lnTo>
                  <a:pt x="2000250" y="118872"/>
                </a:lnTo>
                <a:close/>
              </a:path>
              <a:path w="2000250" h="214630">
                <a:moveTo>
                  <a:pt x="2000250" y="115824"/>
                </a:moveTo>
                <a:lnTo>
                  <a:pt x="0" y="115824"/>
                </a:lnTo>
                <a:lnTo>
                  <a:pt x="0" y="116586"/>
                </a:lnTo>
                <a:lnTo>
                  <a:pt x="2000250" y="116586"/>
                </a:lnTo>
                <a:lnTo>
                  <a:pt x="2000250" y="115824"/>
                </a:lnTo>
                <a:close/>
              </a:path>
              <a:path w="2000250" h="214630">
                <a:moveTo>
                  <a:pt x="2000250" y="112776"/>
                </a:moveTo>
                <a:lnTo>
                  <a:pt x="0" y="112776"/>
                </a:lnTo>
                <a:lnTo>
                  <a:pt x="0" y="113538"/>
                </a:lnTo>
                <a:lnTo>
                  <a:pt x="2000250" y="113538"/>
                </a:lnTo>
                <a:lnTo>
                  <a:pt x="2000250" y="112776"/>
                </a:lnTo>
                <a:close/>
              </a:path>
              <a:path w="2000250" h="214630">
                <a:moveTo>
                  <a:pt x="2000250" y="109728"/>
                </a:moveTo>
                <a:lnTo>
                  <a:pt x="0" y="109728"/>
                </a:lnTo>
                <a:lnTo>
                  <a:pt x="0" y="110490"/>
                </a:lnTo>
                <a:lnTo>
                  <a:pt x="2000250" y="110490"/>
                </a:lnTo>
                <a:lnTo>
                  <a:pt x="2000250" y="109728"/>
                </a:lnTo>
                <a:close/>
              </a:path>
              <a:path w="2000250" h="214630">
                <a:moveTo>
                  <a:pt x="2000250" y="106680"/>
                </a:moveTo>
                <a:lnTo>
                  <a:pt x="0" y="106680"/>
                </a:lnTo>
                <a:lnTo>
                  <a:pt x="0" y="107442"/>
                </a:lnTo>
                <a:lnTo>
                  <a:pt x="2000250" y="107442"/>
                </a:lnTo>
                <a:lnTo>
                  <a:pt x="2000250" y="106680"/>
                </a:lnTo>
                <a:close/>
              </a:path>
              <a:path w="2000250" h="214630">
                <a:moveTo>
                  <a:pt x="2000250" y="103632"/>
                </a:moveTo>
                <a:lnTo>
                  <a:pt x="0" y="103632"/>
                </a:lnTo>
                <a:lnTo>
                  <a:pt x="0" y="104394"/>
                </a:lnTo>
                <a:lnTo>
                  <a:pt x="2000250" y="104394"/>
                </a:lnTo>
                <a:lnTo>
                  <a:pt x="2000250" y="103632"/>
                </a:lnTo>
                <a:close/>
              </a:path>
              <a:path w="2000250" h="214630">
                <a:moveTo>
                  <a:pt x="2000250" y="100584"/>
                </a:moveTo>
                <a:lnTo>
                  <a:pt x="0" y="100584"/>
                </a:lnTo>
                <a:lnTo>
                  <a:pt x="0" y="101346"/>
                </a:lnTo>
                <a:lnTo>
                  <a:pt x="2000250" y="101346"/>
                </a:lnTo>
                <a:lnTo>
                  <a:pt x="2000250" y="100584"/>
                </a:lnTo>
                <a:close/>
              </a:path>
              <a:path w="2000250" h="214630">
                <a:moveTo>
                  <a:pt x="2000250" y="97536"/>
                </a:moveTo>
                <a:lnTo>
                  <a:pt x="0" y="97536"/>
                </a:lnTo>
                <a:lnTo>
                  <a:pt x="0" y="98298"/>
                </a:lnTo>
                <a:lnTo>
                  <a:pt x="2000250" y="98298"/>
                </a:lnTo>
                <a:lnTo>
                  <a:pt x="2000250" y="97536"/>
                </a:lnTo>
                <a:close/>
              </a:path>
              <a:path w="2000250" h="214630">
                <a:moveTo>
                  <a:pt x="2000250" y="94488"/>
                </a:moveTo>
                <a:lnTo>
                  <a:pt x="0" y="94488"/>
                </a:lnTo>
                <a:lnTo>
                  <a:pt x="0" y="95250"/>
                </a:lnTo>
                <a:lnTo>
                  <a:pt x="2000250" y="95250"/>
                </a:lnTo>
                <a:lnTo>
                  <a:pt x="2000250" y="94488"/>
                </a:lnTo>
                <a:close/>
              </a:path>
              <a:path w="2000250" h="214630">
                <a:moveTo>
                  <a:pt x="2000250" y="91440"/>
                </a:moveTo>
                <a:lnTo>
                  <a:pt x="0" y="91440"/>
                </a:lnTo>
                <a:lnTo>
                  <a:pt x="0" y="92202"/>
                </a:lnTo>
                <a:lnTo>
                  <a:pt x="2000250" y="92202"/>
                </a:lnTo>
                <a:lnTo>
                  <a:pt x="2000250" y="91440"/>
                </a:lnTo>
                <a:close/>
              </a:path>
              <a:path w="2000250" h="214630">
                <a:moveTo>
                  <a:pt x="2000250" y="88392"/>
                </a:moveTo>
                <a:lnTo>
                  <a:pt x="0" y="88392"/>
                </a:lnTo>
                <a:lnTo>
                  <a:pt x="0" y="89154"/>
                </a:lnTo>
                <a:lnTo>
                  <a:pt x="2000250" y="89154"/>
                </a:lnTo>
                <a:lnTo>
                  <a:pt x="2000250" y="88392"/>
                </a:lnTo>
                <a:close/>
              </a:path>
              <a:path w="2000250" h="214630">
                <a:moveTo>
                  <a:pt x="2000250" y="85344"/>
                </a:moveTo>
                <a:lnTo>
                  <a:pt x="0" y="85344"/>
                </a:lnTo>
                <a:lnTo>
                  <a:pt x="0" y="86106"/>
                </a:lnTo>
                <a:lnTo>
                  <a:pt x="2000250" y="86106"/>
                </a:lnTo>
                <a:lnTo>
                  <a:pt x="2000250" y="85344"/>
                </a:lnTo>
                <a:close/>
              </a:path>
              <a:path w="2000250" h="214630">
                <a:moveTo>
                  <a:pt x="2000250" y="82296"/>
                </a:moveTo>
                <a:lnTo>
                  <a:pt x="0" y="82296"/>
                </a:lnTo>
                <a:lnTo>
                  <a:pt x="0" y="83058"/>
                </a:lnTo>
                <a:lnTo>
                  <a:pt x="2000250" y="83058"/>
                </a:lnTo>
                <a:lnTo>
                  <a:pt x="2000250" y="82296"/>
                </a:lnTo>
                <a:close/>
              </a:path>
              <a:path w="2000250" h="214630">
                <a:moveTo>
                  <a:pt x="2000250" y="79248"/>
                </a:moveTo>
                <a:lnTo>
                  <a:pt x="0" y="79248"/>
                </a:lnTo>
                <a:lnTo>
                  <a:pt x="0" y="80010"/>
                </a:lnTo>
                <a:lnTo>
                  <a:pt x="2000250" y="80010"/>
                </a:lnTo>
                <a:lnTo>
                  <a:pt x="2000250" y="79248"/>
                </a:lnTo>
                <a:close/>
              </a:path>
              <a:path w="2000250" h="214630">
                <a:moveTo>
                  <a:pt x="2000250" y="76200"/>
                </a:moveTo>
                <a:lnTo>
                  <a:pt x="0" y="76200"/>
                </a:lnTo>
                <a:lnTo>
                  <a:pt x="0" y="76962"/>
                </a:lnTo>
                <a:lnTo>
                  <a:pt x="2000250" y="76962"/>
                </a:lnTo>
                <a:lnTo>
                  <a:pt x="2000250" y="76200"/>
                </a:lnTo>
                <a:close/>
              </a:path>
              <a:path w="2000250" h="214630">
                <a:moveTo>
                  <a:pt x="2000250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00250" y="73914"/>
                </a:lnTo>
                <a:lnTo>
                  <a:pt x="2000250" y="73152"/>
                </a:lnTo>
                <a:close/>
              </a:path>
              <a:path w="2000250" h="214630">
                <a:moveTo>
                  <a:pt x="2000250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00250" y="70866"/>
                </a:lnTo>
                <a:lnTo>
                  <a:pt x="2000250" y="70104"/>
                </a:lnTo>
                <a:close/>
              </a:path>
              <a:path w="2000250" h="214630">
                <a:moveTo>
                  <a:pt x="2000250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00250" y="67818"/>
                </a:lnTo>
                <a:lnTo>
                  <a:pt x="2000250" y="67056"/>
                </a:lnTo>
                <a:close/>
              </a:path>
              <a:path w="2000250" h="214630">
                <a:moveTo>
                  <a:pt x="2000250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00250" y="64770"/>
                </a:lnTo>
                <a:lnTo>
                  <a:pt x="2000250" y="64008"/>
                </a:lnTo>
                <a:close/>
              </a:path>
              <a:path w="2000250" h="214630">
                <a:moveTo>
                  <a:pt x="2000250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00250" y="61722"/>
                </a:lnTo>
                <a:lnTo>
                  <a:pt x="2000250" y="60960"/>
                </a:lnTo>
                <a:close/>
              </a:path>
              <a:path w="2000250" h="214630">
                <a:moveTo>
                  <a:pt x="2000250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00250" y="58674"/>
                </a:lnTo>
                <a:lnTo>
                  <a:pt x="2000250" y="57912"/>
                </a:lnTo>
                <a:close/>
              </a:path>
              <a:path w="2000250" h="214630">
                <a:moveTo>
                  <a:pt x="2000250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00250" y="55626"/>
                </a:lnTo>
                <a:lnTo>
                  <a:pt x="2000250" y="54864"/>
                </a:lnTo>
                <a:close/>
              </a:path>
              <a:path w="2000250" h="214630">
                <a:moveTo>
                  <a:pt x="2000250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00250" y="52578"/>
                </a:lnTo>
                <a:lnTo>
                  <a:pt x="2000250" y="51816"/>
                </a:lnTo>
                <a:close/>
              </a:path>
              <a:path w="2000250" h="214630">
                <a:moveTo>
                  <a:pt x="2000250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00250" y="49530"/>
                </a:lnTo>
                <a:lnTo>
                  <a:pt x="2000250" y="48768"/>
                </a:lnTo>
                <a:close/>
              </a:path>
              <a:path w="2000250" h="214630">
                <a:moveTo>
                  <a:pt x="2000250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00250" y="46482"/>
                </a:lnTo>
                <a:lnTo>
                  <a:pt x="2000250" y="45720"/>
                </a:lnTo>
                <a:close/>
              </a:path>
              <a:path w="2000250" h="214630">
                <a:moveTo>
                  <a:pt x="2000250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00250" y="43434"/>
                </a:lnTo>
                <a:lnTo>
                  <a:pt x="2000250" y="42672"/>
                </a:lnTo>
                <a:close/>
              </a:path>
              <a:path w="2000250" h="214630">
                <a:moveTo>
                  <a:pt x="2000250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00250" y="40386"/>
                </a:lnTo>
                <a:lnTo>
                  <a:pt x="2000250" y="39624"/>
                </a:lnTo>
                <a:close/>
              </a:path>
              <a:path w="2000250" h="214630">
                <a:moveTo>
                  <a:pt x="2000250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00250" y="37338"/>
                </a:lnTo>
                <a:lnTo>
                  <a:pt x="2000250" y="36576"/>
                </a:lnTo>
                <a:close/>
              </a:path>
              <a:path w="2000250" h="214630">
                <a:moveTo>
                  <a:pt x="2000250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00250" y="34290"/>
                </a:lnTo>
                <a:lnTo>
                  <a:pt x="2000250" y="33528"/>
                </a:lnTo>
                <a:close/>
              </a:path>
              <a:path w="2000250" h="214630">
                <a:moveTo>
                  <a:pt x="2000250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00250" y="31242"/>
                </a:lnTo>
                <a:lnTo>
                  <a:pt x="2000250" y="30480"/>
                </a:lnTo>
                <a:close/>
              </a:path>
              <a:path w="2000250" h="214630">
                <a:moveTo>
                  <a:pt x="2000250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00250" y="28194"/>
                </a:lnTo>
                <a:lnTo>
                  <a:pt x="2000250" y="27432"/>
                </a:lnTo>
                <a:close/>
              </a:path>
              <a:path w="2000250" h="214630">
                <a:moveTo>
                  <a:pt x="2000250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00250" y="25146"/>
                </a:lnTo>
                <a:lnTo>
                  <a:pt x="2000250" y="24384"/>
                </a:lnTo>
                <a:close/>
              </a:path>
              <a:path w="2000250" h="214630">
                <a:moveTo>
                  <a:pt x="2000250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00250" y="22098"/>
                </a:lnTo>
                <a:lnTo>
                  <a:pt x="2000250" y="21336"/>
                </a:lnTo>
                <a:close/>
              </a:path>
              <a:path w="2000250" h="214630">
                <a:moveTo>
                  <a:pt x="2000250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00250" y="19050"/>
                </a:lnTo>
                <a:lnTo>
                  <a:pt x="2000250" y="18288"/>
                </a:lnTo>
                <a:close/>
              </a:path>
              <a:path w="2000250" h="214630">
                <a:moveTo>
                  <a:pt x="2000250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00250" y="16002"/>
                </a:lnTo>
                <a:lnTo>
                  <a:pt x="2000250" y="15240"/>
                </a:lnTo>
                <a:close/>
              </a:path>
              <a:path w="2000250" h="214630">
                <a:moveTo>
                  <a:pt x="2000250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00250" y="12954"/>
                </a:lnTo>
                <a:lnTo>
                  <a:pt x="2000250" y="12192"/>
                </a:lnTo>
                <a:close/>
              </a:path>
              <a:path w="2000250" h="214630">
                <a:moveTo>
                  <a:pt x="2000250" y="9144"/>
                </a:moveTo>
                <a:lnTo>
                  <a:pt x="0" y="9144"/>
                </a:lnTo>
                <a:lnTo>
                  <a:pt x="0" y="9906"/>
                </a:lnTo>
                <a:lnTo>
                  <a:pt x="2000250" y="9906"/>
                </a:lnTo>
                <a:lnTo>
                  <a:pt x="2000250" y="9144"/>
                </a:lnTo>
                <a:close/>
              </a:path>
              <a:path w="2000250" h="214630">
                <a:moveTo>
                  <a:pt x="2000250" y="6096"/>
                </a:moveTo>
                <a:lnTo>
                  <a:pt x="0" y="6096"/>
                </a:lnTo>
                <a:lnTo>
                  <a:pt x="0" y="6858"/>
                </a:lnTo>
                <a:lnTo>
                  <a:pt x="2000250" y="6858"/>
                </a:lnTo>
                <a:lnTo>
                  <a:pt x="2000250" y="6096"/>
                </a:lnTo>
                <a:close/>
              </a:path>
              <a:path w="2000250" h="214630">
                <a:moveTo>
                  <a:pt x="2000250" y="3048"/>
                </a:moveTo>
                <a:lnTo>
                  <a:pt x="0" y="3048"/>
                </a:lnTo>
                <a:lnTo>
                  <a:pt x="0" y="3810"/>
                </a:lnTo>
                <a:lnTo>
                  <a:pt x="2000250" y="3810"/>
                </a:lnTo>
                <a:lnTo>
                  <a:pt x="2000250" y="3048"/>
                </a:lnTo>
                <a:close/>
              </a:path>
              <a:path w="2000250" h="214630">
                <a:moveTo>
                  <a:pt x="2000250" y="0"/>
                </a:moveTo>
                <a:lnTo>
                  <a:pt x="0" y="0"/>
                </a:lnTo>
                <a:lnTo>
                  <a:pt x="0" y="762"/>
                </a:lnTo>
                <a:lnTo>
                  <a:pt x="2000250" y="762"/>
                </a:lnTo>
                <a:lnTo>
                  <a:pt x="2000250" y="0"/>
                </a:lnTo>
                <a:close/>
              </a:path>
            </a:pathLst>
          </a:custGeom>
          <a:solidFill>
            <a:srgbClr val="CCFF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bg object 23"/>
          <p:cNvSpPr/>
          <p:nvPr/>
        </p:nvSpPr>
        <p:spPr>
          <a:xfrm>
            <a:off x="4309249" y="3199526"/>
            <a:ext cx="2000250" cy="214629"/>
          </a:xfrm>
          <a:custGeom>
            <a:avLst/>
            <a:gdLst/>
            <a:ahLst/>
            <a:cxnLst/>
            <a:rect l="l" t="t" r="r" b="b"/>
            <a:pathLst>
              <a:path w="2000250" h="214629">
                <a:moveTo>
                  <a:pt x="2000250" y="213360"/>
                </a:moveTo>
                <a:lnTo>
                  <a:pt x="0" y="213360"/>
                </a:lnTo>
                <a:lnTo>
                  <a:pt x="0" y="214122"/>
                </a:lnTo>
                <a:lnTo>
                  <a:pt x="2000250" y="214122"/>
                </a:lnTo>
                <a:lnTo>
                  <a:pt x="2000250" y="213360"/>
                </a:lnTo>
                <a:close/>
              </a:path>
              <a:path w="2000250" h="214629">
                <a:moveTo>
                  <a:pt x="2000250" y="210312"/>
                </a:moveTo>
                <a:lnTo>
                  <a:pt x="0" y="210312"/>
                </a:lnTo>
                <a:lnTo>
                  <a:pt x="0" y="211074"/>
                </a:lnTo>
                <a:lnTo>
                  <a:pt x="2000250" y="211074"/>
                </a:lnTo>
                <a:lnTo>
                  <a:pt x="2000250" y="210312"/>
                </a:lnTo>
                <a:close/>
              </a:path>
              <a:path w="2000250" h="214629">
                <a:moveTo>
                  <a:pt x="2000250" y="207264"/>
                </a:moveTo>
                <a:lnTo>
                  <a:pt x="0" y="207264"/>
                </a:lnTo>
                <a:lnTo>
                  <a:pt x="0" y="208026"/>
                </a:lnTo>
                <a:lnTo>
                  <a:pt x="2000250" y="208026"/>
                </a:lnTo>
                <a:lnTo>
                  <a:pt x="2000250" y="207264"/>
                </a:lnTo>
                <a:close/>
              </a:path>
              <a:path w="2000250" h="214629">
                <a:moveTo>
                  <a:pt x="2000250" y="204216"/>
                </a:moveTo>
                <a:lnTo>
                  <a:pt x="0" y="204216"/>
                </a:lnTo>
                <a:lnTo>
                  <a:pt x="0" y="204978"/>
                </a:lnTo>
                <a:lnTo>
                  <a:pt x="2000250" y="204978"/>
                </a:lnTo>
                <a:lnTo>
                  <a:pt x="2000250" y="204216"/>
                </a:lnTo>
                <a:close/>
              </a:path>
              <a:path w="2000250" h="214629">
                <a:moveTo>
                  <a:pt x="2000250" y="201168"/>
                </a:moveTo>
                <a:lnTo>
                  <a:pt x="0" y="201168"/>
                </a:lnTo>
                <a:lnTo>
                  <a:pt x="0" y="201930"/>
                </a:lnTo>
                <a:lnTo>
                  <a:pt x="2000250" y="201930"/>
                </a:lnTo>
                <a:lnTo>
                  <a:pt x="2000250" y="201168"/>
                </a:lnTo>
                <a:close/>
              </a:path>
              <a:path w="2000250" h="214629">
                <a:moveTo>
                  <a:pt x="2000250" y="198120"/>
                </a:moveTo>
                <a:lnTo>
                  <a:pt x="0" y="198120"/>
                </a:lnTo>
                <a:lnTo>
                  <a:pt x="0" y="198882"/>
                </a:lnTo>
                <a:lnTo>
                  <a:pt x="2000250" y="198882"/>
                </a:lnTo>
                <a:lnTo>
                  <a:pt x="2000250" y="198120"/>
                </a:lnTo>
                <a:close/>
              </a:path>
              <a:path w="2000250" h="214629">
                <a:moveTo>
                  <a:pt x="2000250" y="195072"/>
                </a:moveTo>
                <a:lnTo>
                  <a:pt x="0" y="195072"/>
                </a:lnTo>
                <a:lnTo>
                  <a:pt x="0" y="195834"/>
                </a:lnTo>
                <a:lnTo>
                  <a:pt x="2000250" y="195834"/>
                </a:lnTo>
                <a:lnTo>
                  <a:pt x="2000250" y="195072"/>
                </a:lnTo>
                <a:close/>
              </a:path>
              <a:path w="2000250" h="214629">
                <a:moveTo>
                  <a:pt x="2000250" y="192024"/>
                </a:moveTo>
                <a:lnTo>
                  <a:pt x="0" y="192024"/>
                </a:lnTo>
                <a:lnTo>
                  <a:pt x="0" y="192786"/>
                </a:lnTo>
                <a:lnTo>
                  <a:pt x="2000250" y="192786"/>
                </a:lnTo>
                <a:lnTo>
                  <a:pt x="2000250" y="192024"/>
                </a:lnTo>
                <a:close/>
              </a:path>
              <a:path w="2000250" h="214629">
                <a:moveTo>
                  <a:pt x="2000250" y="188976"/>
                </a:moveTo>
                <a:lnTo>
                  <a:pt x="0" y="188976"/>
                </a:lnTo>
                <a:lnTo>
                  <a:pt x="0" y="189738"/>
                </a:lnTo>
                <a:lnTo>
                  <a:pt x="2000250" y="189738"/>
                </a:lnTo>
                <a:lnTo>
                  <a:pt x="2000250" y="188976"/>
                </a:lnTo>
                <a:close/>
              </a:path>
              <a:path w="2000250" h="214629">
                <a:moveTo>
                  <a:pt x="2000250" y="185928"/>
                </a:moveTo>
                <a:lnTo>
                  <a:pt x="0" y="185928"/>
                </a:lnTo>
                <a:lnTo>
                  <a:pt x="0" y="186690"/>
                </a:lnTo>
                <a:lnTo>
                  <a:pt x="2000250" y="186690"/>
                </a:lnTo>
                <a:lnTo>
                  <a:pt x="2000250" y="185928"/>
                </a:lnTo>
                <a:close/>
              </a:path>
              <a:path w="2000250" h="214629">
                <a:moveTo>
                  <a:pt x="2000250" y="182880"/>
                </a:moveTo>
                <a:lnTo>
                  <a:pt x="0" y="182880"/>
                </a:lnTo>
                <a:lnTo>
                  <a:pt x="0" y="183642"/>
                </a:lnTo>
                <a:lnTo>
                  <a:pt x="2000250" y="183642"/>
                </a:lnTo>
                <a:lnTo>
                  <a:pt x="2000250" y="182880"/>
                </a:lnTo>
                <a:close/>
              </a:path>
              <a:path w="2000250" h="214629">
                <a:moveTo>
                  <a:pt x="2000250" y="179832"/>
                </a:moveTo>
                <a:lnTo>
                  <a:pt x="0" y="179832"/>
                </a:lnTo>
                <a:lnTo>
                  <a:pt x="0" y="180594"/>
                </a:lnTo>
                <a:lnTo>
                  <a:pt x="2000250" y="180594"/>
                </a:lnTo>
                <a:lnTo>
                  <a:pt x="2000250" y="179832"/>
                </a:lnTo>
                <a:close/>
              </a:path>
              <a:path w="2000250" h="214629">
                <a:moveTo>
                  <a:pt x="2000250" y="176784"/>
                </a:moveTo>
                <a:lnTo>
                  <a:pt x="0" y="176784"/>
                </a:lnTo>
                <a:lnTo>
                  <a:pt x="0" y="177546"/>
                </a:lnTo>
                <a:lnTo>
                  <a:pt x="2000250" y="177546"/>
                </a:lnTo>
                <a:lnTo>
                  <a:pt x="2000250" y="176784"/>
                </a:lnTo>
                <a:close/>
              </a:path>
              <a:path w="2000250" h="214629">
                <a:moveTo>
                  <a:pt x="2000250" y="173736"/>
                </a:moveTo>
                <a:lnTo>
                  <a:pt x="0" y="173736"/>
                </a:lnTo>
                <a:lnTo>
                  <a:pt x="0" y="174498"/>
                </a:lnTo>
                <a:lnTo>
                  <a:pt x="2000250" y="174498"/>
                </a:lnTo>
                <a:lnTo>
                  <a:pt x="2000250" y="173736"/>
                </a:lnTo>
                <a:close/>
              </a:path>
              <a:path w="2000250" h="214629">
                <a:moveTo>
                  <a:pt x="2000250" y="170688"/>
                </a:moveTo>
                <a:lnTo>
                  <a:pt x="0" y="170688"/>
                </a:lnTo>
                <a:lnTo>
                  <a:pt x="0" y="171450"/>
                </a:lnTo>
                <a:lnTo>
                  <a:pt x="2000250" y="171450"/>
                </a:lnTo>
                <a:lnTo>
                  <a:pt x="2000250" y="170688"/>
                </a:lnTo>
                <a:close/>
              </a:path>
              <a:path w="2000250" h="214629">
                <a:moveTo>
                  <a:pt x="2000250" y="167640"/>
                </a:moveTo>
                <a:lnTo>
                  <a:pt x="0" y="167640"/>
                </a:lnTo>
                <a:lnTo>
                  <a:pt x="0" y="168402"/>
                </a:lnTo>
                <a:lnTo>
                  <a:pt x="2000250" y="168402"/>
                </a:lnTo>
                <a:lnTo>
                  <a:pt x="2000250" y="167640"/>
                </a:lnTo>
                <a:close/>
              </a:path>
              <a:path w="2000250" h="214629">
                <a:moveTo>
                  <a:pt x="2000250" y="164592"/>
                </a:moveTo>
                <a:lnTo>
                  <a:pt x="0" y="164592"/>
                </a:lnTo>
                <a:lnTo>
                  <a:pt x="0" y="165354"/>
                </a:lnTo>
                <a:lnTo>
                  <a:pt x="2000250" y="165354"/>
                </a:lnTo>
                <a:lnTo>
                  <a:pt x="2000250" y="164592"/>
                </a:lnTo>
                <a:close/>
              </a:path>
              <a:path w="2000250" h="214629">
                <a:moveTo>
                  <a:pt x="2000250" y="161544"/>
                </a:moveTo>
                <a:lnTo>
                  <a:pt x="0" y="161544"/>
                </a:lnTo>
                <a:lnTo>
                  <a:pt x="0" y="162306"/>
                </a:lnTo>
                <a:lnTo>
                  <a:pt x="2000250" y="162306"/>
                </a:lnTo>
                <a:lnTo>
                  <a:pt x="2000250" y="161544"/>
                </a:lnTo>
                <a:close/>
              </a:path>
              <a:path w="2000250" h="214629">
                <a:moveTo>
                  <a:pt x="2000250" y="158496"/>
                </a:moveTo>
                <a:lnTo>
                  <a:pt x="0" y="158496"/>
                </a:lnTo>
                <a:lnTo>
                  <a:pt x="0" y="159258"/>
                </a:lnTo>
                <a:lnTo>
                  <a:pt x="2000250" y="159258"/>
                </a:lnTo>
                <a:lnTo>
                  <a:pt x="2000250" y="158496"/>
                </a:lnTo>
                <a:close/>
              </a:path>
              <a:path w="2000250" h="214629">
                <a:moveTo>
                  <a:pt x="2000250" y="155448"/>
                </a:moveTo>
                <a:lnTo>
                  <a:pt x="0" y="155448"/>
                </a:lnTo>
                <a:lnTo>
                  <a:pt x="0" y="156210"/>
                </a:lnTo>
                <a:lnTo>
                  <a:pt x="2000250" y="156210"/>
                </a:lnTo>
                <a:lnTo>
                  <a:pt x="2000250" y="155448"/>
                </a:lnTo>
                <a:close/>
              </a:path>
              <a:path w="2000250" h="214629">
                <a:moveTo>
                  <a:pt x="2000250" y="152400"/>
                </a:moveTo>
                <a:lnTo>
                  <a:pt x="0" y="152400"/>
                </a:lnTo>
                <a:lnTo>
                  <a:pt x="0" y="153162"/>
                </a:lnTo>
                <a:lnTo>
                  <a:pt x="2000250" y="153162"/>
                </a:lnTo>
                <a:lnTo>
                  <a:pt x="2000250" y="152400"/>
                </a:lnTo>
                <a:close/>
              </a:path>
              <a:path w="2000250" h="214629">
                <a:moveTo>
                  <a:pt x="2000250" y="149352"/>
                </a:moveTo>
                <a:lnTo>
                  <a:pt x="0" y="149352"/>
                </a:lnTo>
                <a:lnTo>
                  <a:pt x="0" y="150114"/>
                </a:lnTo>
                <a:lnTo>
                  <a:pt x="2000250" y="150114"/>
                </a:lnTo>
                <a:lnTo>
                  <a:pt x="2000250" y="149352"/>
                </a:lnTo>
                <a:close/>
              </a:path>
              <a:path w="2000250" h="214629">
                <a:moveTo>
                  <a:pt x="2000250" y="146304"/>
                </a:moveTo>
                <a:lnTo>
                  <a:pt x="0" y="146304"/>
                </a:lnTo>
                <a:lnTo>
                  <a:pt x="0" y="147066"/>
                </a:lnTo>
                <a:lnTo>
                  <a:pt x="2000250" y="147066"/>
                </a:lnTo>
                <a:lnTo>
                  <a:pt x="2000250" y="146304"/>
                </a:lnTo>
                <a:close/>
              </a:path>
              <a:path w="2000250" h="214629">
                <a:moveTo>
                  <a:pt x="2000250" y="143256"/>
                </a:moveTo>
                <a:lnTo>
                  <a:pt x="0" y="143256"/>
                </a:lnTo>
                <a:lnTo>
                  <a:pt x="0" y="144018"/>
                </a:lnTo>
                <a:lnTo>
                  <a:pt x="2000250" y="144018"/>
                </a:lnTo>
                <a:lnTo>
                  <a:pt x="2000250" y="143256"/>
                </a:lnTo>
                <a:close/>
              </a:path>
              <a:path w="2000250" h="214629">
                <a:moveTo>
                  <a:pt x="2000250" y="140208"/>
                </a:moveTo>
                <a:lnTo>
                  <a:pt x="0" y="140208"/>
                </a:lnTo>
                <a:lnTo>
                  <a:pt x="0" y="140970"/>
                </a:lnTo>
                <a:lnTo>
                  <a:pt x="2000250" y="140970"/>
                </a:lnTo>
                <a:lnTo>
                  <a:pt x="2000250" y="140208"/>
                </a:lnTo>
                <a:close/>
              </a:path>
              <a:path w="2000250" h="214629">
                <a:moveTo>
                  <a:pt x="2000250" y="137160"/>
                </a:moveTo>
                <a:lnTo>
                  <a:pt x="0" y="137160"/>
                </a:lnTo>
                <a:lnTo>
                  <a:pt x="0" y="137922"/>
                </a:lnTo>
                <a:lnTo>
                  <a:pt x="2000250" y="137922"/>
                </a:lnTo>
                <a:lnTo>
                  <a:pt x="2000250" y="137160"/>
                </a:lnTo>
                <a:close/>
              </a:path>
              <a:path w="2000250" h="214629">
                <a:moveTo>
                  <a:pt x="2000250" y="134112"/>
                </a:moveTo>
                <a:lnTo>
                  <a:pt x="0" y="134112"/>
                </a:lnTo>
                <a:lnTo>
                  <a:pt x="0" y="134874"/>
                </a:lnTo>
                <a:lnTo>
                  <a:pt x="2000250" y="134874"/>
                </a:lnTo>
                <a:lnTo>
                  <a:pt x="2000250" y="134112"/>
                </a:lnTo>
                <a:close/>
              </a:path>
              <a:path w="2000250" h="214629">
                <a:moveTo>
                  <a:pt x="2000250" y="131064"/>
                </a:moveTo>
                <a:lnTo>
                  <a:pt x="0" y="131064"/>
                </a:lnTo>
                <a:lnTo>
                  <a:pt x="0" y="131826"/>
                </a:lnTo>
                <a:lnTo>
                  <a:pt x="2000250" y="131826"/>
                </a:lnTo>
                <a:lnTo>
                  <a:pt x="2000250" y="131064"/>
                </a:lnTo>
                <a:close/>
              </a:path>
              <a:path w="2000250" h="214629">
                <a:moveTo>
                  <a:pt x="2000250" y="128016"/>
                </a:moveTo>
                <a:lnTo>
                  <a:pt x="0" y="128016"/>
                </a:lnTo>
                <a:lnTo>
                  <a:pt x="0" y="128778"/>
                </a:lnTo>
                <a:lnTo>
                  <a:pt x="2000250" y="128778"/>
                </a:lnTo>
                <a:lnTo>
                  <a:pt x="2000250" y="128016"/>
                </a:lnTo>
                <a:close/>
              </a:path>
              <a:path w="2000250" h="214629">
                <a:moveTo>
                  <a:pt x="2000250" y="124968"/>
                </a:moveTo>
                <a:lnTo>
                  <a:pt x="0" y="124968"/>
                </a:lnTo>
                <a:lnTo>
                  <a:pt x="0" y="125730"/>
                </a:lnTo>
                <a:lnTo>
                  <a:pt x="2000250" y="125730"/>
                </a:lnTo>
                <a:lnTo>
                  <a:pt x="2000250" y="124968"/>
                </a:lnTo>
                <a:close/>
              </a:path>
              <a:path w="2000250" h="214629">
                <a:moveTo>
                  <a:pt x="2000250" y="121920"/>
                </a:moveTo>
                <a:lnTo>
                  <a:pt x="0" y="121920"/>
                </a:lnTo>
                <a:lnTo>
                  <a:pt x="0" y="122682"/>
                </a:lnTo>
                <a:lnTo>
                  <a:pt x="2000250" y="122682"/>
                </a:lnTo>
                <a:lnTo>
                  <a:pt x="2000250" y="121920"/>
                </a:lnTo>
                <a:close/>
              </a:path>
              <a:path w="2000250" h="214629">
                <a:moveTo>
                  <a:pt x="2000250" y="118872"/>
                </a:moveTo>
                <a:lnTo>
                  <a:pt x="0" y="118872"/>
                </a:lnTo>
                <a:lnTo>
                  <a:pt x="0" y="119634"/>
                </a:lnTo>
                <a:lnTo>
                  <a:pt x="2000250" y="119634"/>
                </a:lnTo>
                <a:lnTo>
                  <a:pt x="2000250" y="118872"/>
                </a:lnTo>
                <a:close/>
              </a:path>
              <a:path w="2000250" h="214629">
                <a:moveTo>
                  <a:pt x="2000250" y="115824"/>
                </a:moveTo>
                <a:lnTo>
                  <a:pt x="0" y="115824"/>
                </a:lnTo>
                <a:lnTo>
                  <a:pt x="0" y="116586"/>
                </a:lnTo>
                <a:lnTo>
                  <a:pt x="2000250" y="116586"/>
                </a:lnTo>
                <a:lnTo>
                  <a:pt x="2000250" y="115824"/>
                </a:lnTo>
                <a:close/>
              </a:path>
              <a:path w="2000250" h="214629">
                <a:moveTo>
                  <a:pt x="2000250" y="112776"/>
                </a:moveTo>
                <a:lnTo>
                  <a:pt x="0" y="112776"/>
                </a:lnTo>
                <a:lnTo>
                  <a:pt x="0" y="113538"/>
                </a:lnTo>
                <a:lnTo>
                  <a:pt x="2000250" y="113538"/>
                </a:lnTo>
                <a:lnTo>
                  <a:pt x="2000250" y="112776"/>
                </a:lnTo>
                <a:close/>
              </a:path>
              <a:path w="2000250" h="214629">
                <a:moveTo>
                  <a:pt x="2000250" y="109728"/>
                </a:moveTo>
                <a:lnTo>
                  <a:pt x="0" y="109728"/>
                </a:lnTo>
                <a:lnTo>
                  <a:pt x="0" y="110490"/>
                </a:lnTo>
                <a:lnTo>
                  <a:pt x="2000250" y="110490"/>
                </a:lnTo>
                <a:lnTo>
                  <a:pt x="2000250" y="109728"/>
                </a:lnTo>
                <a:close/>
              </a:path>
              <a:path w="2000250" h="214629">
                <a:moveTo>
                  <a:pt x="2000250" y="106680"/>
                </a:moveTo>
                <a:lnTo>
                  <a:pt x="0" y="106680"/>
                </a:lnTo>
                <a:lnTo>
                  <a:pt x="0" y="107442"/>
                </a:lnTo>
                <a:lnTo>
                  <a:pt x="2000250" y="107442"/>
                </a:lnTo>
                <a:lnTo>
                  <a:pt x="2000250" y="106680"/>
                </a:lnTo>
                <a:close/>
              </a:path>
              <a:path w="2000250" h="214629">
                <a:moveTo>
                  <a:pt x="2000250" y="103632"/>
                </a:moveTo>
                <a:lnTo>
                  <a:pt x="0" y="103632"/>
                </a:lnTo>
                <a:lnTo>
                  <a:pt x="0" y="104394"/>
                </a:lnTo>
                <a:lnTo>
                  <a:pt x="2000250" y="104394"/>
                </a:lnTo>
                <a:lnTo>
                  <a:pt x="2000250" y="103632"/>
                </a:lnTo>
                <a:close/>
              </a:path>
              <a:path w="2000250" h="214629">
                <a:moveTo>
                  <a:pt x="2000250" y="100584"/>
                </a:moveTo>
                <a:lnTo>
                  <a:pt x="0" y="100584"/>
                </a:lnTo>
                <a:lnTo>
                  <a:pt x="0" y="101346"/>
                </a:lnTo>
                <a:lnTo>
                  <a:pt x="2000250" y="101346"/>
                </a:lnTo>
                <a:lnTo>
                  <a:pt x="2000250" y="100584"/>
                </a:lnTo>
                <a:close/>
              </a:path>
              <a:path w="2000250" h="214629">
                <a:moveTo>
                  <a:pt x="2000250" y="97536"/>
                </a:moveTo>
                <a:lnTo>
                  <a:pt x="0" y="97536"/>
                </a:lnTo>
                <a:lnTo>
                  <a:pt x="0" y="98298"/>
                </a:lnTo>
                <a:lnTo>
                  <a:pt x="2000250" y="98298"/>
                </a:lnTo>
                <a:lnTo>
                  <a:pt x="2000250" y="97536"/>
                </a:lnTo>
                <a:close/>
              </a:path>
              <a:path w="2000250" h="214629">
                <a:moveTo>
                  <a:pt x="2000250" y="94488"/>
                </a:moveTo>
                <a:lnTo>
                  <a:pt x="0" y="94488"/>
                </a:lnTo>
                <a:lnTo>
                  <a:pt x="0" y="95250"/>
                </a:lnTo>
                <a:lnTo>
                  <a:pt x="2000250" y="95250"/>
                </a:lnTo>
                <a:lnTo>
                  <a:pt x="2000250" y="94488"/>
                </a:lnTo>
                <a:close/>
              </a:path>
              <a:path w="2000250" h="214629">
                <a:moveTo>
                  <a:pt x="2000250" y="91440"/>
                </a:moveTo>
                <a:lnTo>
                  <a:pt x="0" y="91440"/>
                </a:lnTo>
                <a:lnTo>
                  <a:pt x="0" y="92202"/>
                </a:lnTo>
                <a:lnTo>
                  <a:pt x="2000250" y="92202"/>
                </a:lnTo>
                <a:lnTo>
                  <a:pt x="2000250" y="91440"/>
                </a:lnTo>
                <a:close/>
              </a:path>
              <a:path w="2000250" h="214629">
                <a:moveTo>
                  <a:pt x="2000250" y="88392"/>
                </a:moveTo>
                <a:lnTo>
                  <a:pt x="0" y="88392"/>
                </a:lnTo>
                <a:lnTo>
                  <a:pt x="0" y="89154"/>
                </a:lnTo>
                <a:lnTo>
                  <a:pt x="2000250" y="89154"/>
                </a:lnTo>
                <a:lnTo>
                  <a:pt x="2000250" y="88392"/>
                </a:lnTo>
                <a:close/>
              </a:path>
              <a:path w="2000250" h="214629">
                <a:moveTo>
                  <a:pt x="2000250" y="85344"/>
                </a:moveTo>
                <a:lnTo>
                  <a:pt x="0" y="85344"/>
                </a:lnTo>
                <a:lnTo>
                  <a:pt x="0" y="86106"/>
                </a:lnTo>
                <a:lnTo>
                  <a:pt x="2000250" y="86106"/>
                </a:lnTo>
                <a:lnTo>
                  <a:pt x="2000250" y="85344"/>
                </a:lnTo>
                <a:close/>
              </a:path>
              <a:path w="2000250" h="214629">
                <a:moveTo>
                  <a:pt x="2000250" y="82296"/>
                </a:moveTo>
                <a:lnTo>
                  <a:pt x="0" y="82296"/>
                </a:lnTo>
                <a:lnTo>
                  <a:pt x="0" y="83058"/>
                </a:lnTo>
                <a:lnTo>
                  <a:pt x="2000250" y="83058"/>
                </a:lnTo>
                <a:lnTo>
                  <a:pt x="2000250" y="82296"/>
                </a:lnTo>
                <a:close/>
              </a:path>
              <a:path w="2000250" h="214629">
                <a:moveTo>
                  <a:pt x="2000250" y="79248"/>
                </a:moveTo>
                <a:lnTo>
                  <a:pt x="0" y="79248"/>
                </a:lnTo>
                <a:lnTo>
                  <a:pt x="0" y="80010"/>
                </a:lnTo>
                <a:lnTo>
                  <a:pt x="2000250" y="80010"/>
                </a:lnTo>
                <a:lnTo>
                  <a:pt x="2000250" y="79248"/>
                </a:lnTo>
                <a:close/>
              </a:path>
              <a:path w="2000250" h="214629">
                <a:moveTo>
                  <a:pt x="2000250" y="76200"/>
                </a:moveTo>
                <a:lnTo>
                  <a:pt x="0" y="76200"/>
                </a:lnTo>
                <a:lnTo>
                  <a:pt x="0" y="76962"/>
                </a:lnTo>
                <a:lnTo>
                  <a:pt x="2000250" y="76962"/>
                </a:lnTo>
                <a:lnTo>
                  <a:pt x="2000250" y="76200"/>
                </a:lnTo>
                <a:close/>
              </a:path>
              <a:path w="2000250" h="214629">
                <a:moveTo>
                  <a:pt x="2000250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00250" y="73914"/>
                </a:lnTo>
                <a:lnTo>
                  <a:pt x="2000250" y="73152"/>
                </a:lnTo>
                <a:close/>
              </a:path>
              <a:path w="2000250" h="214629">
                <a:moveTo>
                  <a:pt x="2000250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00250" y="70866"/>
                </a:lnTo>
                <a:lnTo>
                  <a:pt x="2000250" y="70104"/>
                </a:lnTo>
                <a:close/>
              </a:path>
              <a:path w="2000250" h="214629">
                <a:moveTo>
                  <a:pt x="2000250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00250" y="67818"/>
                </a:lnTo>
                <a:lnTo>
                  <a:pt x="2000250" y="67056"/>
                </a:lnTo>
                <a:close/>
              </a:path>
              <a:path w="2000250" h="214629">
                <a:moveTo>
                  <a:pt x="2000250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00250" y="64770"/>
                </a:lnTo>
                <a:lnTo>
                  <a:pt x="2000250" y="64008"/>
                </a:lnTo>
                <a:close/>
              </a:path>
              <a:path w="2000250" h="214629">
                <a:moveTo>
                  <a:pt x="2000250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00250" y="61722"/>
                </a:lnTo>
                <a:lnTo>
                  <a:pt x="2000250" y="60960"/>
                </a:lnTo>
                <a:close/>
              </a:path>
              <a:path w="2000250" h="214629">
                <a:moveTo>
                  <a:pt x="2000250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00250" y="58674"/>
                </a:lnTo>
                <a:lnTo>
                  <a:pt x="2000250" y="57912"/>
                </a:lnTo>
                <a:close/>
              </a:path>
              <a:path w="2000250" h="214629">
                <a:moveTo>
                  <a:pt x="2000250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00250" y="55626"/>
                </a:lnTo>
                <a:lnTo>
                  <a:pt x="2000250" y="54864"/>
                </a:lnTo>
                <a:close/>
              </a:path>
              <a:path w="2000250" h="214629">
                <a:moveTo>
                  <a:pt x="2000250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00250" y="52578"/>
                </a:lnTo>
                <a:lnTo>
                  <a:pt x="2000250" y="51816"/>
                </a:lnTo>
                <a:close/>
              </a:path>
              <a:path w="2000250" h="214629">
                <a:moveTo>
                  <a:pt x="2000250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00250" y="49530"/>
                </a:lnTo>
                <a:lnTo>
                  <a:pt x="2000250" y="48768"/>
                </a:lnTo>
                <a:close/>
              </a:path>
              <a:path w="2000250" h="214629">
                <a:moveTo>
                  <a:pt x="2000250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00250" y="46482"/>
                </a:lnTo>
                <a:lnTo>
                  <a:pt x="2000250" y="45720"/>
                </a:lnTo>
                <a:close/>
              </a:path>
              <a:path w="2000250" h="214629">
                <a:moveTo>
                  <a:pt x="2000250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00250" y="43434"/>
                </a:lnTo>
                <a:lnTo>
                  <a:pt x="2000250" y="42672"/>
                </a:lnTo>
                <a:close/>
              </a:path>
              <a:path w="2000250" h="214629">
                <a:moveTo>
                  <a:pt x="2000250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00250" y="40386"/>
                </a:lnTo>
                <a:lnTo>
                  <a:pt x="2000250" y="39624"/>
                </a:lnTo>
                <a:close/>
              </a:path>
              <a:path w="2000250" h="214629">
                <a:moveTo>
                  <a:pt x="2000250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00250" y="37338"/>
                </a:lnTo>
                <a:lnTo>
                  <a:pt x="2000250" y="36576"/>
                </a:lnTo>
                <a:close/>
              </a:path>
              <a:path w="2000250" h="214629">
                <a:moveTo>
                  <a:pt x="2000250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00250" y="34290"/>
                </a:lnTo>
                <a:lnTo>
                  <a:pt x="2000250" y="33528"/>
                </a:lnTo>
                <a:close/>
              </a:path>
              <a:path w="2000250" h="214629">
                <a:moveTo>
                  <a:pt x="2000250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00250" y="31242"/>
                </a:lnTo>
                <a:lnTo>
                  <a:pt x="2000250" y="30480"/>
                </a:lnTo>
                <a:close/>
              </a:path>
              <a:path w="2000250" h="214629">
                <a:moveTo>
                  <a:pt x="2000250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00250" y="28194"/>
                </a:lnTo>
                <a:lnTo>
                  <a:pt x="2000250" y="27432"/>
                </a:lnTo>
                <a:close/>
              </a:path>
              <a:path w="2000250" h="214629">
                <a:moveTo>
                  <a:pt x="2000250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00250" y="25146"/>
                </a:lnTo>
                <a:lnTo>
                  <a:pt x="2000250" y="24384"/>
                </a:lnTo>
                <a:close/>
              </a:path>
              <a:path w="2000250" h="214629">
                <a:moveTo>
                  <a:pt x="2000250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00250" y="22098"/>
                </a:lnTo>
                <a:lnTo>
                  <a:pt x="2000250" y="21336"/>
                </a:lnTo>
                <a:close/>
              </a:path>
              <a:path w="2000250" h="214629">
                <a:moveTo>
                  <a:pt x="2000250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00250" y="19050"/>
                </a:lnTo>
                <a:lnTo>
                  <a:pt x="2000250" y="18288"/>
                </a:lnTo>
                <a:close/>
              </a:path>
              <a:path w="2000250" h="214629">
                <a:moveTo>
                  <a:pt x="2000250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00250" y="16002"/>
                </a:lnTo>
                <a:lnTo>
                  <a:pt x="2000250" y="15240"/>
                </a:lnTo>
                <a:close/>
              </a:path>
              <a:path w="2000250" h="214629">
                <a:moveTo>
                  <a:pt x="2000250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00250" y="12954"/>
                </a:lnTo>
                <a:lnTo>
                  <a:pt x="2000250" y="12192"/>
                </a:lnTo>
                <a:close/>
              </a:path>
              <a:path w="2000250" h="214629">
                <a:moveTo>
                  <a:pt x="2000250" y="9144"/>
                </a:moveTo>
                <a:lnTo>
                  <a:pt x="0" y="9144"/>
                </a:lnTo>
                <a:lnTo>
                  <a:pt x="0" y="9906"/>
                </a:lnTo>
                <a:lnTo>
                  <a:pt x="2000250" y="9906"/>
                </a:lnTo>
                <a:lnTo>
                  <a:pt x="2000250" y="9144"/>
                </a:lnTo>
                <a:close/>
              </a:path>
              <a:path w="2000250" h="214629">
                <a:moveTo>
                  <a:pt x="2000250" y="6096"/>
                </a:moveTo>
                <a:lnTo>
                  <a:pt x="0" y="6096"/>
                </a:lnTo>
                <a:lnTo>
                  <a:pt x="0" y="6858"/>
                </a:lnTo>
                <a:lnTo>
                  <a:pt x="2000250" y="6858"/>
                </a:lnTo>
                <a:lnTo>
                  <a:pt x="2000250" y="6096"/>
                </a:lnTo>
                <a:close/>
              </a:path>
              <a:path w="2000250" h="214629">
                <a:moveTo>
                  <a:pt x="2000250" y="3048"/>
                </a:moveTo>
                <a:lnTo>
                  <a:pt x="0" y="3048"/>
                </a:lnTo>
                <a:lnTo>
                  <a:pt x="0" y="3810"/>
                </a:lnTo>
                <a:lnTo>
                  <a:pt x="2000250" y="3810"/>
                </a:lnTo>
                <a:lnTo>
                  <a:pt x="2000250" y="3048"/>
                </a:lnTo>
                <a:close/>
              </a:path>
              <a:path w="2000250" h="214629">
                <a:moveTo>
                  <a:pt x="2000250" y="0"/>
                </a:moveTo>
                <a:lnTo>
                  <a:pt x="0" y="0"/>
                </a:lnTo>
                <a:lnTo>
                  <a:pt x="0" y="762"/>
                </a:lnTo>
                <a:lnTo>
                  <a:pt x="2000250" y="762"/>
                </a:lnTo>
                <a:lnTo>
                  <a:pt x="2000250" y="0"/>
                </a:lnTo>
                <a:close/>
              </a:path>
            </a:pathLst>
          </a:custGeom>
          <a:solidFill>
            <a:srgbClr val="CCFF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bg object 24"/>
          <p:cNvSpPr/>
          <p:nvPr/>
        </p:nvSpPr>
        <p:spPr>
          <a:xfrm>
            <a:off x="4309249" y="3412886"/>
            <a:ext cx="2000250" cy="214629"/>
          </a:xfrm>
          <a:custGeom>
            <a:avLst/>
            <a:gdLst/>
            <a:ahLst/>
            <a:cxnLst/>
            <a:rect l="l" t="t" r="r" b="b"/>
            <a:pathLst>
              <a:path w="2000250" h="214629">
                <a:moveTo>
                  <a:pt x="2000250" y="213360"/>
                </a:moveTo>
                <a:lnTo>
                  <a:pt x="0" y="213360"/>
                </a:lnTo>
                <a:lnTo>
                  <a:pt x="0" y="214122"/>
                </a:lnTo>
                <a:lnTo>
                  <a:pt x="2000250" y="214122"/>
                </a:lnTo>
                <a:lnTo>
                  <a:pt x="2000250" y="213360"/>
                </a:lnTo>
                <a:close/>
              </a:path>
              <a:path w="2000250" h="214629">
                <a:moveTo>
                  <a:pt x="2000250" y="210312"/>
                </a:moveTo>
                <a:lnTo>
                  <a:pt x="0" y="210312"/>
                </a:lnTo>
                <a:lnTo>
                  <a:pt x="0" y="211074"/>
                </a:lnTo>
                <a:lnTo>
                  <a:pt x="2000250" y="211074"/>
                </a:lnTo>
                <a:lnTo>
                  <a:pt x="2000250" y="210312"/>
                </a:lnTo>
                <a:close/>
              </a:path>
              <a:path w="2000250" h="214629">
                <a:moveTo>
                  <a:pt x="2000250" y="207264"/>
                </a:moveTo>
                <a:lnTo>
                  <a:pt x="0" y="207264"/>
                </a:lnTo>
                <a:lnTo>
                  <a:pt x="0" y="208026"/>
                </a:lnTo>
                <a:lnTo>
                  <a:pt x="2000250" y="208026"/>
                </a:lnTo>
                <a:lnTo>
                  <a:pt x="2000250" y="207264"/>
                </a:lnTo>
                <a:close/>
              </a:path>
              <a:path w="2000250" h="214629">
                <a:moveTo>
                  <a:pt x="2000250" y="204216"/>
                </a:moveTo>
                <a:lnTo>
                  <a:pt x="0" y="204216"/>
                </a:lnTo>
                <a:lnTo>
                  <a:pt x="0" y="204978"/>
                </a:lnTo>
                <a:lnTo>
                  <a:pt x="2000250" y="204978"/>
                </a:lnTo>
                <a:lnTo>
                  <a:pt x="2000250" y="204216"/>
                </a:lnTo>
                <a:close/>
              </a:path>
              <a:path w="2000250" h="214629">
                <a:moveTo>
                  <a:pt x="2000250" y="201168"/>
                </a:moveTo>
                <a:lnTo>
                  <a:pt x="0" y="201168"/>
                </a:lnTo>
                <a:lnTo>
                  <a:pt x="0" y="201930"/>
                </a:lnTo>
                <a:lnTo>
                  <a:pt x="2000250" y="201930"/>
                </a:lnTo>
                <a:lnTo>
                  <a:pt x="2000250" y="201168"/>
                </a:lnTo>
                <a:close/>
              </a:path>
              <a:path w="2000250" h="214629">
                <a:moveTo>
                  <a:pt x="2000250" y="198120"/>
                </a:moveTo>
                <a:lnTo>
                  <a:pt x="0" y="198120"/>
                </a:lnTo>
                <a:lnTo>
                  <a:pt x="0" y="198882"/>
                </a:lnTo>
                <a:lnTo>
                  <a:pt x="2000250" y="198882"/>
                </a:lnTo>
                <a:lnTo>
                  <a:pt x="2000250" y="198120"/>
                </a:lnTo>
                <a:close/>
              </a:path>
              <a:path w="2000250" h="214629">
                <a:moveTo>
                  <a:pt x="2000250" y="195072"/>
                </a:moveTo>
                <a:lnTo>
                  <a:pt x="0" y="195072"/>
                </a:lnTo>
                <a:lnTo>
                  <a:pt x="0" y="195834"/>
                </a:lnTo>
                <a:lnTo>
                  <a:pt x="2000250" y="195834"/>
                </a:lnTo>
                <a:lnTo>
                  <a:pt x="2000250" y="195072"/>
                </a:lnTo>
                <a:close/>
              </a:path>
              <a:path w="2000250" h="214629">
                <a:moveTo>
                  <a:pt x="2000250" y="192024"/>
                </a:moveTo>
                <a:lnTo>
                  <a:pt x="0" y="192024"/>
                </a:lnTo>
                <a:lnTo>
                  <a:pt x="0" y="192786"/>
                </a:lnTo>
                <a:lnTo>
                  <a:pt x="2000250" y="192786"/>
                </a:lnTo>
                <a:lnTo>
                  <a:pt x="2000250" y="192024"/>
                </a:lnTo>
                <a:close/>
              </a:path>
              <a:path w="2000250" h="214629">
                <a:moveTo>
                  <a:pt x="2000250" y="188976"/>
                </a:moveTo>
                <a:lnTo>
                  <a:pt x="0" y="188976"/>
                </a:lnTo>
                <a:lnTo>
                  <a:pt x="0" y="189738"/>
                </a:lnTo>
                <a:lnTo>
                  <a:pt x="2000250" y="189738"/>
                </a:lnTo>
                <a:lnTo>
                  <a:pt x="2000250" y="188976"/>
                </a:lnTo>
                <a:close/>
              </a:path>
              <a:path w="2000250" h="214629">
                <a:moveTo>
                  <a:pt x="2000250" y="185928"/>
                </a:moveTo>
                <a:lnTo>
                  <a:pt x="0" y="185928"/>
                </a:lnTo>
                <a:lnTo>
                  <a:pt x="0" y="186690"/>
                </a:lnTo>
                <a:lnTo>
                  <a:pt x="2000250" y="186690"/>
                </a:lnTo>
                <a:lnTo>
                  <a:pt x="2000250" y="185928"/>
                </a:lnTo>
                <a:close/>
              </a:path>
              <a:path w="2000250" h="214629">
                <a:moveTo>
                  <a:pt x="2000250" y="182880"/>
                </a:moveTo>
                <a:lnTo>
                  <a:pt x="0" y="182880"/>
                </a:lnTo>
                <a:lnTo>
                  <a:pt x="0" y="183642"/>
                </a:lnTo>
                <a:lnTo>
                  <a:pt x="2000250" y="183642"/>
                </a:lnTo>
                <a:lnTo>
                  <a:pt x="2000250" y="182880"/>
                </a:lnTo>
                <a:close/>
              </a:path>
              <a:path w="2000250" h="214629">
                <a:moveTo>
                  <a:pt x="2000250" y="179832"/>
                </a:moveTo>
                <a:lnTo>
                  <a:pt x="0" y="179832"/>
                </a:lnTo>
                <a:lnTo>
                  <a:pt x="0" y="180594"/>
                </a:lnTo>
                <a:lnTo>
                  <a:pt x="2000250" y="180594"/>
                </a:lnTo>
                <a:lnTo>
                  <a:pt x="2000250" y="179832"/>
                </a:lnTo>
                <a:close/>
              </a:path>
              <a:path w="2000250" h="214629">
                <a:moveTo>
                  <a:pt x="2000250" y="176784"/>
                </a:moveTo>
                <a:lnTo>
                  <a:pt x="0" y="176784"/>
                </a:lnTo>
                <a:lnTo>
                  <a:pt x="0" y="177546"/>
                </a:lnTo>
                <a:lnTo>
                  <a:pt x="2000250" y="177546"/>
                </a:lnTo>
                <a:lnTo>
                  <a:pt x="2000250" y="176784"/>
                </a:lnTo>
                <a:close/>
              </a:path>
              <a:path w="2000250" h="214629">
                <a:moveTo>
                  <a:pt x="2000250" y="173736"/>
                </a:moveTo>
                <a:lnTo>
                  <a:pt x="0" y="173736"/>
                </a:lnTo>
                <a:lnTo>
                  <a:pt x="0" y="174498"/>
                </a:lnTo>
                <a:lnTo>
                  <a:pt x="2000250" y="174498"/>
                </a:lnTo>
                <a:lnTo>
                  <a:pt x="2000250" y="173736"/>
                </a:lnTo>
                <a:close/>
              </a:path>
              <a:path w="2000250" h="214629">
                <a:moveTo>
                  <a:pt x="2000250" y="170688"/>
                </a:moveTo>
                <a:lnTo>
                  <a:pt x="0" y="170688"/>
                </a:lnTo>
                <a:lnTo>
                  <a:pt x="0" y="171450"/>
                </a:lnTo>
                <a:lnTo>
                  <a:pt x="2000250" y="171450"/>
                </a:lnTo>
                <a:lnTo>
                  <a:pt x="2000250" y="170688"/>
                </a:lnTo>
                <a:close/>
              </a:path>
              <a:path w="2000250" h="214629">
                <a:moveTo>
                  <a:pt x="2000250" y="167640"/>
                </a:moveTo>
                <a:lnTo>
                  <a:pt x="0" y="167640"/>
                </a:lnTo>
                <a:lnTo>
                  <a:pt x="0" y="168402"/>
                </a:lnTo>
                <a:lnTo>
                  <a:pt x="2000250" y="168402"/>
                </a:lnTo>
                <a:lnTo>
                  <a:pt x="2000250" y="167640"/>
                </a:lnTo>
                <a:close/>
              </a:path>
              <a:path w="2000250" h="214629">
                <a:moveTo>
                  <a:pt x="2000250" y="164592"/>
                </a:moveTo>
                <a:lnTo>
                  <a:pt x="0" y="164592"/>
                </a:lnTo>
                <a:lnTo>
                  <a:pt x="0" y="165354"/>
                </a:lnTo>
                <a:lnTo>
                  <a:pt x="2000250" y="165354"/>
                </a:lnTo>
                <a:lnTo>
                  <a:pt x="2000250" y="164592"/>
                </a:lnTo>
                <a:close/>
              </a:path>
              <a:path w="2000250" h="214629">
                <a:moveTo>
                  <a:pt x="2000250" y="161544"/>
                </a:moveTo>
                <a:lnTo>
                  <a:pt x="0" y="161544"/>
                </a:lnTo>
                <a:lnTo>
                  <a:pt x="0" y="162306"/>
                </a:lnTo>
                <a:lnTo>
                  <a:pt x="2000250" y="162306"/>
                </a:lnTo>
                <a:lnTo>
                  <a:pt x="2000250" y="161544"/>
                </a:lnTo>
                <a:close/>
              </a:path>
              <a:path w="2000250" h="214629">
                <a:moveTo>
                  <a:pt x="2000250" y="158496"/>
                </a:moveTo>
                <a:lnTo>
                  <a:pt x="0" y="158496"/>
                </a:lnTo>
                <a:lnTo>
                  <a:pt x="0" y="159258"/>
                </a:lnTo>
                <a:lnTo>
                  <a:pt x="2000250" y="159258"/>
                </a:lnTo>
                <a:lnTo>
                  <a:pt x="2000250" y="158496"/>
                </a:lnTo>
                <a:close/>
              </a:path>
              <a:path w="2000250" h="214629">
                <a:moveTo>
                  <a:pt x="2000250" y="155448"/>
                </a:moveTo>
                <a:lnTo>
                  <a:pt x="0" y="155448"/>
                </a:lnTo>
                <a:lnTo>
                  <a:pt x="0" y="156210"/>
                </a:lnTo>
                <a:lnTo>
                  <a:pt x="2000250" y="156210"/>
                </a:lnTo>
                <a:lnTo>
                  <a:pt x="2000250" y="155448"/>
                </a:lnTo>
                <a:close/>
              </a:path>
              <a:path w="2000250" h="214629">
                <a:moveTo>
                  <a:pt x="2000250" y="152400"/>
                </a:moveTo>
                <a:lnTo>
                  <a:pt x="0" y="152400"/>
                </a:lnTo>
                <a:lnTo>
                  <a:pt x="0" y="153162"/>
                </a:lnTo>
                <a:lnTo>
                  <a:pt x="2000250" y="153162"/>
                </a:lnTo>
                <a:lnTo>
                  <a:pt x="2000250" y="152400"/>
                </a:lnTo>
                <a:close/>
              </a:path>
              <a:path w="2000250" h="214629">
                <a:moveTo>
                  <a:pt x="2000250" y="149352"/>
                </a:moveTo>
                <a:lnTo>
                  <a:pt x="0" y="149352"/>
                </a:lnTo>
                <a:lnTo>
                  <a:pt x="0" y="150114"/>
                </a:lnTo>
                <a:lnTo>
                  <a:pt x="2000250" y="150114"/>
                </a:lnTo>
                <a:lnTo>
                  <a:pt x="2000250" y="149352"/>
                </a:lnTo>
                <a:close/>
              </a:path>
              <a:path w="2000250" h="214629">
                <a:moveTo>
                  <a:pt x="2000250" y="146304"/>
                </a:moveTo>
                <a:lnTo>
                  <a:pt x="0" y="146304"/>
                </a:lnTo>
                <a:lnTo>
                  <a:pt x="0" y="147066"/>
                </a:lnTo>
                <a:lnTo>
                  <a:pt x="2000250" y="147066"/>
                </a:lnTo>
                <a:lnTo>
                  <a:pt x="2000250" y="146304"/>
                </a:lnTo>
                <a:close/>
              </a:path>
              <a:path w="2000250" h="214629">
                <a:moveTo>
                  <a:pt x="2000250" y="143256"/>
                </a:moveTo>
                <a:lnTo>
                  <a:pt x="0" y="143256"/>
                </a:lnTo>
                <a:lnTo>
                  <a:pt x="0" y="144018"/>
                </a:lnTo>
                <a:lnTo>
                  <a:pt x="2000250" y="144018"/>
                </a:lnTo>
                <a:lnTo>
                  <a:pt x="2000250" y="143256"/>
                </a:lnTo>
                <a:close/>
              </a:path>
              <a:path w="2000250" h="214629">
                <a:moveTo>
                  <a:pt x="2000250" y="140208"/>
                </a:moveTo>
                <a:lnTo>
                  <a:pt x="0" y="140208"/>
                </a:lnTo>
                <a:lnTo>
                  <a:pt x="0" y="140970"/>
                </a:lnTo>
                <a:lnTo>
                  <a:pt x="2000250" y="140970"/>
                </a:lnTo>
                <a:lnTo>
                  <a:pt x="2000250" y="140208"/>
                </a:lnTo>
                <a:close/>
              </a:path>
              <a:path w="2000250" h="214629">
                <a:moveTo>
                  <a:pt x="2000250" y="137160"/>
                </a:moveTo>
                <a:lnTo>
                  <a:pt x="0" y="137160"/>
                </a:lnTo>
                <a:lnTo>
                  <a:pt x="0" y="137922"/>
                </a:lnTo>
                <a:lnTo>
                  <a:pt x="2000250" y="137922"/>
                </a:lnTo>
                <a:lnTo>
                  <a:pt x="2000250" y="137160"/>
                </a:lnTo>
                <a:close/>
              </a:path>
              <a:path w="2000250" h="214629">
                <a:moveTo>
                  <a:pt x="2000250" y="134112"/>
                </a:moveTo>
                <a:lnTo>
                  <a:pt x="0" y="134112"/>
                </a:lnTo>
                <a:lnTo>
                  <a:pt x="0" y="134874"/>
                </a:lnTo>
                <a:lnTo>
                  <a:pt x="2000250" y="134874"/>
                </a:lnTo>
                <a:lnTo>
                  <a:pt x="2000250" y="134112"/>
                </a:lnTo>
                <a:close/>
              </a:path>
              <a:path w="2000250" h="214629">
                <a:moveTo>
                  <a:pt x="2000250" y="131064"/>
                </a:moveTo>
                <a:lnTo>
                  <a:pt x="0" y="131064"/>
                </a:lnTo>
                <a:lnTo>
                  <a:pt x="0" y="131826"/>
                </a:lnTo>
                <a:lnTo>
                  <a:pt x="2000250" y="131826"/>
                </a:lnTo>
                <a:lnTo>
                  <a:pt x="2000250" y="131064"/>
                </a:lnTo>
                <a:close/>
              </a:path>
              <a:path w="2000250" h="214629">
                <a:moveTo>
                  <a:pt x="2000250" y="128016"/>
                </a:moveTo>
                <a:lnTo>
                  <a:pt x="0" y="128016"/>
                </a:lnTo>
                <a:lnTo>
                  <a:pt x="0" y="128778"/>
                </a:lnTo>
                <a:lnTo>
                  <a:pt x="2000250" y="128778"/>
                </a:lnTo>
                <a:lnTo>
                  <a:pt x="2000250" y="128016"/>
                </a:lnTo>
                <a:close/>
              </a:path>
              <a:path w="2000250" h="214629">
                <a:moveTo>
                  <a:pt x="2000250" y="124968"/>
                </a:moveTo>
                <a:lnTo>
                  <a:pt x="0" y="124968"/>
                </a:lnTo>
                <a:lnTo>
                  <a:pt x="0" y="125730"/>
                </a:lnTo>
                <a:lnTo>
                  <a:pt x="2000250" y="125730"/>
                </a:lnTo>
                <a:lnTo>
                  <a:pt x="2000250" y="124968"/>
                </a:lnTo>
                <a:close/>
              </a:path>
              <a:path w="2000250" h="214629">
                <a:moveTo>
                  <a:pt x="2000250" y="121920"/>
                </a:moveTo>
                <a:lnTo>
                  <a:pt x="0" y="121920"/>
                </a:lnTo>
                <a:lnTo>
                  <a:pt x="0" y="122682"/>
                </a:lnTo>
                <a:lnTo>
                  <a:pt x="2000250" y="122682"/>
                </a:lnTo>
                <a:lnTo>
                  <a:pt x="2000250" y="121920"/>
                </a:lnTo>
                <a:close/>
              </a:path>
              <a:path w="2000250" h="214629">
                <a:moveTo>
                  <a:pt x="2000250" y="118872"/>
                </a:moveTo>
                <a:lnTo>
                  <a:pt x="0" y="118872"/>
                </a:lnTo>
                <a:lnTo>
                  <a:pt x="0" y="119634"/>
                </a:lnTo>
                <a:lnTo>
                  <a:pt x="2000250" y="119634"/>
                </a:lnTo>
                <a:lnTo>
                  <a:pt x="2000250" y="118872"/>
                </a:lnTo>
                <a:close/>
              </a:path>
              <a:path w="2000250" h="214629">
                <a:moveTo>
                  <a:pt x="2000250" y="115824"/>
                </a:moveTo>
                <a:lnTo>
                  <a:pt x="0" y="115824"/>
                </a:lnTo>
                <a:lnTo>
                  <a:pt x="0" y="116586"/>
                </a:lnTo>
                <a:lnTo>
                  <a:pt x="2000250" y="116586"/>
                </a:lnTo>
                <a:lnTo>
                  <a:pt x="2000250" y="115824"/>
                </a:lnTo>
                <a:close/>
              </a:path>
              <a:path w="2000250" h="214629">
                <a:moveTo>
                  <a:pt x="2000250" y="112776"/>
                </a:moveTo>
                <a:lnTo>
                  <a:pt x="0" y="112776"/>
                </a:lnTo>
                <a:lnTo>
                  <a:pt x="0" y="113538"/>
                </a:lnTo>
                <a:lnTo>
                  <a:pt x="2000250" y="113538"/>
                </a:lnTo>
                <a:lnTo>
                  <a:pt x="2000250" y="112776"/>
                </a:lnTo>
                <a:close/>
              </a:path>
              <a:path w="2000250" h="214629">
                <a:moveTo>
                  <a:pt x="2000250" y="109728"/>
                </a:moveTo>
                <a:lnTo>
                  <a:pt x="0" y="109728"/>
                </a:lnTo>
                <a:lnTo>
                  <a:pt x="0" y="110490"/>
                </a:lnTo>
                <a:lnTo>
                  <a:pt x="2000250" y="110490"/>
                </a:lnTo>
                <a:lnTo>
                  <a:pt x="2000250" y="109728"/>
                </a:lnTo>
                <a:close/>
              </a:path>
              <a:path w="2000250" h="214629">
                <a:moveTo>
                  <a:pt x="2000250" y="106680"/>
                </a:moveTo>
                <a:lnTo>
                  <a:pt x="0" y="106680"/>
                </a:lnTo>
                <a:lnTo>
                  <a:pt x="0" y="107442"/>
                </a:lnTo>
                <a:lnTo>
                  <a:pt x="2000250" y="107442"/>
                </a:lnTo>
                <a:lnTo>
                  <a:pt x="2000250" y="106680"/>
                </a:lnTo>
                <a:close/>
              </a:path>
              <a:path w="2000250" h="214629">
                <a:moveTo>
                  <a:pt x="2000250" y="103632"/>
                </a:moveTo>
                <a:lnTo>
                  <a:pt x="0" y="103632"/>
                </a:lnTo>
                <a:lnTo>
                  <a:pt x="0" y="104394"/>
                </a:lnTo>
                <a:lnTo>
                  <a:pt x="2000250" y="104394"/>
                </a:lnTo>
                <a:lnTo>
                  <a:pt x="2000250" y="103632"/>
                </a:lnTo>
                <a:close/>
              </a:path>
              <a:path w="2000250" h="214629">
                <a:moveTo>
                  <a:pt x="2000250" y="100584"/>
                </a:moveTo>
                <a:lnTo>
                  <a:pt x="0" y="100584"/>
                </a:lnTo>
                <a:lnTo>
                  <a:pt x="0" y="101346"/>
                </a:lnTo>
                <a:lnTo>
                  <a:pt x="2000250" y="101346"/>
                </a:lnTo>
                <a:lnTo>
                  <a:pt x="2000250" y="100584"/>
                </a:lnTo>
                <a:close/>
              </a:path>
              <a:path w="2000250" h="214629">
                <a:moveTo>
                  <a:pt x="2000250" y="97536"/>
                </a:moveTo>
                <a:lnTo>
                  <a:pt x="0" y="97536"/>
                </a:lnTo>
                <a:lnTo>
                  <a:pt x="0" y="98298"/>
                </a:lnTo>
                <a:lnTo>
                  <a:pt x="2000250" y="98298"/>
                </a:lnTo>
                <a:lnTo>
                  <a:pt x="2000250" y="97536"/>
                </a:lnTo>
                <a:close/>
              </a:path>
              <a:path w="2000250" h="214629">
                <a:moveTo>
                  <a:pt x="2000250" y="94488"/>
                </a:moveTo>
                <a:lnTo>
                  <a:pt x="0" y="94488"/>
                </a:lnTo>
                <a:lnTo>
                  <a:pt x="0" y="95250"/>
                </a:lnTo>
                <a:lnTo>
                  <a:pt x="2000250" y="95250"/>
                </a:lnTo>
                <a:lnTo>
                  <a:pt x="2000250" y="94488"/>
                </a:lnTo>
                <a:close/>
              </a:path>
              <a:path w="2000250" h="214629">
                <a:moveTo>
                  <a:pt x="2000250" y="91440"/>
                </a:moveTo>
                <a:lnTo>
                  <a:pt x="0" y="91440"/>
                </a:lnTo>
                <a:lnTo>
                  <a:pt x="0" y="92202"/>
                </a:lnTo>
                <a:lnTo>
                  <a:pt x="2000250" y="92202"/>
                </a:lnTo>
                <a:lnTo>
                  <a:pt x="2000250" y="91440"/>
                </a:lnTo>
                <a:close/>
              </a:path>
              <a:path w="2000250" h="214629">
                <a:moveTo>
                  <a:pt x="2000250" y="88392"/>
                </a:moveTo>
                <a:lnTo>
                  <a:pt x="0" y="88392"/>
                </a:lnTo>
                <a:lnTo>
                  <a:pt x="0" y="89154"/>
                </a:lnTo>
                <a:lnTo>
                  <a:pt x="2000250" y="89154"/>
                </a:lnTo>
                <a:lnTo>
                  <a:pt x="2000250" y="88392"/>
                </a:lnTo>
                <a:close/>
              </a:path>
              <a:path w="2000250" h="214629">
                <a:moveTo>
                  <a:pt x="2000250" y="85344"/>
                </a:moveTo>
                <a:lnTo>
                  <a:pt x="0" y="85344"/>
                </a:lnTo>
                <a:lnTo>
                  <a:pt x="0" y="86106"/>
                </a:lnTo>
                <a:lnTo>
                  <a:pt x="2000250" y="86106"/>
                </a:lnTo>
                <a:lnTo>
                  <a:pt x="2000250" y="85344"/>
                </a:lnTo>
                <a:close/>
              </a:path>
              <a:path w="2000250" h="214629">
                <a:moveTo>
                  <a:pt x="2000250" y="82296"/>
                </a:moveTo>
                <a:lnTo>
                  <a:pt x="0" y="82296"/>
                </a:lnTo>
                <a:lnTo>
                  <a:pt x="0" y="83058"/>
                </a:lnTo>
                <a:lnTo>
                  <a:pt x="2000250" y="83058"/>
                </a:lnTo>
                <a:lnTo>
                  <a:pt x="2000250" y="82296"/>
                </a:lnTo>
                <a:close/>
              </a:path>
              <a:path w="2000250" h="214629">
                <a:moveTo>
                  <a:pt x="2000250" y="79248"/>
                </a:moveTo>
                <a:lnTo>
                  <a:pt x="0" y="79248"/>
                </a:lnTo>
                <a:lnTo>
                  <a:pt x="0" y="80010"/>
                </a:lnTo>
                <a:lnTo>
                  <a:pt x="2000250" y="80010"/>
                </a:lnTo>
                <a:lnTo>
                  <a:pt x="2000250" y="79248"/>
                </a:lnTo>
                <a:close/>
              </a:path>
              <a:path w="2000250" h="214629">
                <a:moveTo>
                  <a:pt x="2000250" y="76200"/>
                </a:moveTo>
                <a:lnTo>
                  <a:pt x="0" y="76200"/>
                </a:lnTo>
                <a:lnTo>
                  <a:pt x="0" y="76962"/>
                </a:lnTo>
                <a:lnTo>
                  <a:pt x="2000250" y="76962"/>
                </a:lnTo>
                <a:lnTo>
                  <a:pt x="2000250" y="76200"/>
                </a:lnTo>
                <a:close/>
              </a:path>
              <a:path w="2000250" h="214629">
                <a:moveTo>
                  <a:pt x="2000250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00250" y="73914"/>
                </a:lnTo>
                <a:lnTo>
                  <a:pt x="2000250" y="73152"/>
                </a:lnTo>
                <a:close/>
              </a:path>
              <a:path w="2000250" h="214629">
                <a:moveTo>
                  <a:pt x="2000250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00250" y="70866"/>
                </a:lnTo>
                <a:lnTo>
                  <a:pt x="2000250" y="70104"/>
                </a:lnTo>
                <a:close/>
              </a:path>
              <a:path w="2000250" h="214629">
                <a:moveTo>
                  <a:pt x="2000250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00250" y="67818"/>
                </a:lnTo>
                <a:lnTo>
                  <a:pt x="2000250" y="67056"/>
                </a:lnTo>
                <a:close/>
              </a:path>
              <a:path w="2000250" h="214629">
                <a:moveTo>
                  <a:pt x="2000250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00250" y="64770"/>
                </a:lnTo>
                <a:lnTo>
                  <a:pt x="2000250" y="64008"/>
                </a:lnTo>
                <a:close/>
              </a:path>
              <a:path w="2000250" h="214629">
                <a:moveTo>
                  <a:pt x="2000250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00250" y="61722"/>
                </a:lnTo>
                <a:lnTo>
                  <a:pt x="2000250" y="60960"/>
                </a:lnTo>
                <a:close/>
              </a:path>
              <a:path w="2000250" h="214629">
                <a:moveTo>
                  <a:pt x="2000250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00250" y="58674"/>
                </a:lnTo>
                <a:lnTo>
                  <a:pt x="2000250" y="57912"/>
                </a:lnTo>
                <a:close/>
              </a:path>
              <a:path w="2000250" h="214629">
                <a:moveTo>
                  <a:pt x="2000250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00250" y="55626"/>
                </a:lnTo>
                <a:lnTo>
                  <a:pt x="2000250" y="54864"/>
                </a:lnTo>
                <a:close/>
              </a:path>
              <a:path w="2000250" h="214629">
                <a:moveTo>
                  <a:pt x="2000250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00250" y="52578"/>
                </a:lnTo>
                <a:lnTo>
                  <a:pt x="2000250" y="51816"/>
                </a:lnTo>
                <a:close/>
              </a:path>
              <a:path w="2000250" h="214629">
                <a:moveTo>
                  <a:pt x="2000250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00250" y="49530"/>
                </a:lnTo>
                <a:lnTo>
                  <a:pt x="2000250" y="48768"/>
                </a:lnTo>
                <a:close/>
              </a:path>
              <a:path w="2000250" h="214629">
                <a:moveTo>
                  <a:pt x="2000250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00250" y="46482"/>
                </a:lnTo>
                <a:lnTo>
                  <a:pt x="2000250" y="45720"/>
                </a:lnTo>
                <a:close/>
              </a:path>
              <a:path w="2000250" h="214629">
                <a:moveTo>
                  <a:pt x="2000250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00250" y="43434"/>
                </a:lnTo>
                <a:lnTo>
                  <a:pt x="2000250" y="42672"/>
                </a:lnTo>
                <a:close/>
              </a:path>
              <a:path w="2000250" h="214629">
                <a:moveTo>
                  <a:pt x="2000250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00250" y="40386"/>
                </a:lnTo>
                <a:lnTo>
                  <a:pt x="2000250" y="39624"/>
                </a:lnTo>
                <a:close/>
              </a:path>
              <a:path w="2000250" h="214629">
                <a:moveTo>
                  <a:pt x="2000250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00250" y="37338"/>
                </a:lnTo>
                <a:lnTo>
                  <a:pt x="2000250" y="36576"/>
                </a:lnTo>
                <a:close/>
              </a:path>
              <a:path w="2000250" h="214629">
                <a:moveTo>
                  <a:pt x="2000250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00250" y="34290"/>
                </a:lnTo>
                <a:lnTo>
                  <a:pt x="2000250" y="33528"/>
                </a:lnTo>
                <a:close/>
              </a:path>
              <a:path w="2000250" h="214629">
                <a:moveTo>
                  <a:pt x="2000250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00250" y="31242"/>
                </a:lnTo>
                <a:lnTo>
                  <a:pt x="2000250" y="30480"/>
                </a:lnTo>
                <a:close/>
              </a:path>
              <a:path w="2000250" h="214629">
                <a:moveTo>
                  <a:pt x="2000250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00250" y="28194"/>
                </a:lnTo>
                <a:lnTo>
                  <a:pt x="2000250" y="27432"/>
                </a:lnTo>
                <a:close/>
              </a:path>
              <a:path w="2000250" h="214629">
                <a:moveTo>
                  <a:pt x="2000250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00250" y="25146"/>
                </a:lnTo>
                <a:lnTo>
                  <a:pt x="2000250" y="24384"/>
                </a:lnTo>
                <a:close/>
              </a:path>
              <a:path w="2000250" h="214629">
                <a:moveTo>
                  <a:pt x="2000250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00250" y="22098"/>
                </a:lnTo>
                <a:lnTo>
                  <a:pt x="2000250" y="21336"/>
                </a:lnTo>
                <a:close/>
              </a:path>
              <a:path w="2000250" h="214629">
                <a:moveTo>
                  <a:pt x="2000250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00250" y="19050"/>
                </a:lnTo>
                <a:lnTo>
                  <a:pt x="2000250" y="18288"/>
                </a:lnTo>
                <a:close/>
              </a:path>
              <a:path w="2000250" h="214629">
                <a:moveTo>
                  <a:pt x="2000250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00250" y="16002"/>
                </a:lnTo>
                <a:lnTo>
                  <a:pt x="2000250" y="15240"/>
                </a:lnTo>
                <a:close/>
              </a:path>
              <a:path w="2000250" h="214629">
                <a:moveTo>
                  <a:pt x="2000250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00250" y="12954"/>
                </a:lnTo>
                <a:lnTo>
                  <a:pt x="2000250" y="12192"/>
                </a:lnTo>
                <a:close/>
              </a:path>
              <a:path w="2000250" h="214629">
                <a:moveTo>
                  <a:pt x="2000250" y="9144"/>
                </a:moveTo>
                <a:lnTo>
                  <a:pt x="0" y="9144"/>
                </a:lnTo>
                <a:lnTo>
                  <a:pt x="0" y="9906"/>
                </a:lnTo>
                <a:lnTo>
                  <a:pt x="2000250" y="9906"/>
                </a:lnTo>
                <a:lnTo>
                  <a:pt x="2000250" y="9144"/>
                </a:lnTo>
                <a:close/>
              </a:path>
              <a:path w="2000250" h="214629">
                <a:moveTo>
                  <a:pt x="2000250" y="6096"/>
                </a:moveTo>
                <a:lnTo>
                  <a:pt x="0" y="6096"/>
                </a:lnTo>
                <a:lnTo>
                  <a:pt x="0" y="6858"/>
                </a:lnTo>
                <a:lnTo>
                  <a:pt x="2000250" y="6858"/>
                </a:lnTo>
                <a:lnTo>
                  <a:pt x="2000250" y="6096"/>
                </a:lnTo>
                <a:close/>
              </a:path>
              <a:path w="2000250" h="214629">
                <a:moveTo>
                  <a:pt x="2000250" y="3048"/>
                </a:moveTo>
                <a:lnTo>
                  <a:pt x="0" y="3048"/>
                </a:lnTo>
                <a:lnTo>
                  <a:pt x="0" y="3810"/>
                </a:lnTo>
                <a:lnTo>
                  <a:pt x="2000250" y="3810"/>
                </a:lnTo>
                <a:lnTo>
                  <a:pt x="2000250" y="3048"/>
                </a:lnTo>
                <a:close/>
              </a:path>
              <a:path w="2000250" h="214629">
                <a:moveTo>
                  <a:pt x="2000250" y="0"/>
                </a:moveTo>
                <a:lnTo>
                  <a:pt x="0" y="0"/>
                </a:lnTo>
                <a:lnTo>
                  <a:pt x="0" y="762"/>
                </a:lnTo>
                <a:lnTo>
                  <a:pt x="2000250" y="762"/>
                </a:lnTo>
                <a:lnTo>
                  <a:pt x="2000250" y="0"/>
                </a:lnTo>
                <a:close/>
              </a:path>
            </a:pathLst>
          </a:custGeom>
          <a:solidFill>
            <a:srgbClr val="CCFF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bg object 25"/>
          <p:cNvSpPr/>
          <p:nvPr/>
        </p:nvSpPr>
        <p:spPr>
          <a:xfrm>
            <a:off x="4309249" y="3626246"/>
            <a:ext cx="2000250" cy="214629"/>
          </a:xfrm>
          <a:custGeom>
            <a:avLst/>
            <a:gdLst/>
            <a:ahLst/>
            <a:cxnLst/>
            <a:rect l="l" t="t" r="r" b="b"/>
            <a:pathLst>
              <a:path w="2000250" h="214629">
                <a:moveTo>
                  <a:pt x="2000250" y="213360"/>
                </a:moveTo>
                <a:lnTo>
                  <a:pt x="0" y="213360"/>
                </a:lnTo>
                <a:lnTo>
                  <a:pt x="0" y="214122"/>
                </a:lnTo>
                <a:lnTo>
                  <a:pt x="2000250" y="214122"/>
                </a:lnTo>
                <a:lnTo>
                  <a:pt x="2000250" y="213360"/>
                </a:lnTo>
                <a:close/>
              </a:path>
              <a:path w="2000250" h="214629">
                <a:moveTo>
                  <a:pt x="2000250" y="210312"/>
                </a:moveTo>
                <a:lnTo>
                  <a:pt x="0" y="210312"/>
                </a:lnTo>
                <a:lnTo>
                  <a:pt x="0" y="211074"/>
                </a:lnTo>
                <a:lnTo>
                  <a:pt x="2000250" y="211074"/>
                </a:lnTo>
                <a:lnTo>
                  <a:pt x="2000250" y="210312"/>
                </a:lnTo>
                <a:close/>
              </a:path>
              <a:path w="2000250" h="214629">
                <a:moveTo>
                  <a:pt x="2000250" y="207264"/>
                </a:moveTo>
                <a:lnTo>
                  <a:pt x="0" y="207264"/>
                </a:lnTo>
                <a:lnTo>
                  <a:pt x="0" y="208026"/>
                </a:lnTo>
                <a:lnTo>
                  <a:pt x="2000250" y="208026"/>
                </a:lnTo>
                <a:lnTo>
                  <a:pt x="2000250" y="207264"/>
                </a:lnTo>
                <a:close/>
              </a:path>
              <a:path w="2000250" h="214629">
                <a:moveTo>
                  <a:pt x="2000250" y="204216"/>
                </a:moveTo>
                <a:lnTo>
                  <a:pt x="0" y="204216"/>
                </a:lnTo>
                <a:lnTo>
                  <a:pt x="0" y="204978"/>
                </a:lnTo>
                <a:lnTo>
                  <a:pt x="2000250" y="204978"/>
                </a:lnTo>
                <a:lnTo>
                  <a:pt x="2000250" y="204216"/>
                </a:lnTo>
                <a:close/>
              </a:path>
              <a:path w="2000250" h="214629">
                <a:moveTo>
                  <a:pt x="2000250" y="201168"/>
                </a:moveTo>
                <a:lnTo>
                  <a:pt x="0" y="201168"/>
                </a:lnTo>
                <a:lnTo>
                  <a:pt x="0" y="201930"/>
                </a:lnTo>
                <a:lnTo>
                  <a:pt x="2000250" y="201930"/>
                </a:lnTo>
                <a:lnTo>
                  <a:pt x="2000250" y="201168"/>
                </a:lnTo>
                <a:close/>
              </a:path>
              <a:path w="2000250" h="214629">
                <a:moveTo>
                  <a:pt x="2000250" y="198120"/>
                </a:moveTo>
                <a:lnTo>
                  <a:pt x="0" y="198120"/>
                </a:lnTo>
                <a:lnTo>
                  <a:pt x="0" y="198882"/>
                </a:lnTo>
                <a:lnTo>
                  <a:pt x="2000250" y="198882"/>
                </a:lnTo>
                <a:lnTo>
                  <a:pt x="2000250" y="198120"/>
                </a:lnTo>
                <a:close/>
              </a:path>
              <a:path w="2000250" h="214629">
                <a:moveTo>
                  <a:pt x="2000250" y="195072"/>
                </a:moveTo>
                <a:lnTo>
                  <a:pt x="0" y="195072"/>
                </a:lnTo>
                <a:lnTo>
                  <a:pt x="0" y="195834"/>
                </a:lnTo>
                <a:lnTo>
                  <a:pt x="2000250" y="195834"/>
                </a:lnTo>
                <a:lnTo>
                  <a:pt x="2000250" y="195072"/>
                </a:lnTo>
                <a:close/>
              </a:path>
              <a:path w="2000250" h="214629">
                <a:moveTo>
                  <a:pt x="2000250" y="192024"/>
                </a:moveTo>
                <a:lnTo>
                  <a:pt x="0" y="192024"/>
                </a:lnTo>
                <a:lnTo>
                  <a:pt x="0" y="192786"/>
                </a:lnTo>
                <a:lnTo>
                  <a:pt x="2000250" y="192786"/>
                </a:lnTo>
                <a:lnTo>
                  <a:pt x="2000250" y="192024"/>
                </a:lnTo>
                <a:close/>
              </a:path>
              <a:path w="2000250" h="214629">
                <a:moveTo>
                  <a:pt x="2000250" y="188976"/>
                </a:moveTo>
                <a:lnTo>
                  <a:pt x="0" y="188976"/>
                </a:lnTo>
                <a:lnTo>
                  <a:pt x="0" y="189738"/>
                </a:lnTo>
                <a:lnTo>
                  <a:pt x="2000250" y="189738"/>
                </a:lnTo>
                <a:lnTo>
                  <a:pt x="2000250" y="188976"/>
                </a:lnTo>
                <a:close/>
              </a:path>
              <a:path w="2000250" h="214629">
                <a:moveTo>
                  <a:pt x="2000250" y="185928"/>
                </a:moveTo>
                <a:lnTo>
                  <a:pt x="0" y="185928"/>
                </a:lnTo>
                <a:lnTo>
                  <a:pt x="0" y="186690"/>
                </a:lnTo>
                <a:lnTo>
                  <a:pt x="2000250" y="186690"/>
                </a:lnTo>
                <a:lnTo>
                  <a:pt x="2000250" y="185928"/>
                </a:lnTo>
                <a:close/>
              </a:path>
              <a:path w="2000250" h="214629">
                <a:moveTo>
                  <a:pt x="2000250" y="182880"/>
                </a:moveTo>
                <a:lnTo>
                  <a:pt x="0" y="182880"/>
                </a:lnTo>
                <a:lnTo>
                  <a:pt x="0" y="183642"/>
                </a:lnTo>
                <a:lnTo>
                  <a:pt x="2000250" y="183642"/>
                </a:lnTo>
                <a:lnTo>
                  <a:pt x="2000250" y="182880"/>
                </a:lnTo>
                <a:close/>
              </a:path>
              <a:path w="2000250" h="214629">
                <a:moveTo>
                  <a:pt x="2000250" y="179832"/>
                </a:moveTo>
                <a:lnTo>
                  <a:pt x="0" y="179832"/>
                </a:lnTo>
                <a:lnTo>
                  <a:pt x="0" y="180594"/>
                </a:lnTo>
                <a:lnTo>
                  <a:pt x="2000250" y="180594"/>
                </a:lnTo>
                <a:lnTo>
                  <a:pt x="2000250" y="179832"/>
                </a:lnTo>
                <a:close/>
              </a:path>
              <a:path w="2000250" h="214629">
                <a:moveTo>
                  <a:pt x="2000250" y="176784"/>
                </a:moveTo>
                <a:lnTo>
                  <a:pt x="0" y="176784"/>
                </a:lnTo>
                <a:lnTo>
                  <a:pt x="0" y="177546"/>
                </a:lnTo>
                <a:lnTo>
                  <a:pt x="2000250" y="177546"/>
                </a:lnTo>
                <a:lnTo>
                  <a:pt x="2000250" y="176784"/>
                </a:lnTo>
                <a:close/>
              </a:path>
              <a:path w="2000250" h="214629">
                <a:moveTo>
                  <a:pt x="2000250" y="173736"/>
                </a:moveTo>
                <a:lnTo>
                  <a:pt x="0" y="173736"/>
                </a:lnTo>
                <a:lnTo>
                  <a:pt x="0" y="174498"/>
                </a:lnTo>
                <a:lnTo>
                  <a:pt x="2000250" y="174498"/>
                </a:lnTo>
                <a:lnTo>
                  <a:pt x="2000250" y="173736"/>
                </a:lnTo>
                <a:close/>
              </a:path>
              <a:path w="2000250" h="214629">
                <a:moveTo>
                  <a:pt x="2000250" y="170688"/>
                </a:moveTo>
                <a:lnTo>
                  <a:pt x="0" y="170688"/>
                </a:lnTo>
                <a:lnTo>
                  <a:pt x="0" y="171450"/>
                </a:lnTo>
                <a:lnTo>
                  <a:pt x="2000250" y="171450"/>
                </a:lnTo>
                <a:lnTo>
                  <a:pt x="2000250" y="170688"/>
                </a:lnTo>
                <a:close/>
              </a:path>
              <a:path w="2000250" h="214629">
                <a:moveTo>
                  <a:pt x="2000250" y="167640"/>
                </a:moveTo>
                <a:lnTo>
                  <a:pt x="0" y="167640"/>
                </a:lnTo>
                <a:lnTo>
                  <a:pt x="0" y="168402"/>
                </a:lnTo>
                <a:lnTo>
                  <a:pt x="2000250" y="168402"/>
                </a:lnTo>
                <a:lnTo>
                  <a:pt x="2000250" y="167640"/>
                </a:lnTo>
                <a:close/>
              </a:path>
              <a:path w="2000250" h="214629">
                <a:moveTo>
                  <a:pt x="2000250" y="164592"/>
                </a:moveTo>
                <a:lnTo>
                  <a:pt x="0" y="164592"/>
                </a:lnTo>
                <a:lnTo>
                  <a:pt x="0" y="165354"/>
                </a:lnTo>
                <a:lnTo>
                  <a:pt x="2000250" y="165354"/>
                </a:lnTo>
                <a:lnTo>
                  <a:pt x="2000250" y="164592"/>
                </a:lnTo>
                <a:close/>
              </a:path>
              <a:path w="2000250" h="214629">
                <a:moveTo>
                  <a:pt x="2000250" y="161544"/>
                </a:moveTo>
                <a:lnTo>
                  <a:pt x="0" y="161544"/>
                </a:lnTo>
                <a:lnTo>
                  <a:pt x="0" y="162306"/>
                </a:lnTo>
                <a:lnTo>
                  <a:pt x="2000250" y="162306"/>
                </a:lnTo>
                <a:lnTo>
                  <a:pt x="2000250" y="161544"/>
                </a:lnTo>
                <a:close/>
              </a:path>
              <a:path w="2000250" h="214629">
                <a:moveTo>
                  <a:pt x="2000250" y="158496"/>
                </a:moveTo>
                <a:lnTo>
                  <a:pt x="0" y="158496"/>
                </a:lnTo>
                <a:lnTo>
                  <a:pt x="0" y="159258"/>
                </a:lnTo>
                <a:lnTo>
                  <a:pt x="2000250" y="159258"/>
                </a:lnTo>
                <a:lnTo>
                  <a:pt x="2000250" y="158496"/>
                </a:lnTo>
                <a:close/>
              </a:path>
              <a:path w="2000250" h="214629">
                <a:moveTo>
                  <a:pt x="2000250" y="155448"/>
                </a:moveTo>
                <a:lnTo>
                  <a:pt x="0" y="155448"/>
                </a:lnTo>
                <a:lnTo>
                  <a:pt x="0" y="156210"/>
                </a:lnTo>
                <a:lnTo>
                  <a:pt x="2000250" y="156210"/>
                </a:lnTo>
                <a:lnTo>
                  <a:pt x="2000250" y="155448"/>
                </a:lnTo>
                <a:close/>
              </a:path>
              <a:path w="2000250" h="214629">
                <a:moveTo>
                  <a:pt x="2000250" y="152400"/>
                </a:moveTo>
                <a:lnTo>
                  <a:pt x="0" y="152400"/>
                </a:lnTo>
                <a:lnTo>
                  <a:pt x="0" y="153162"/>
                </a:lnTo>
                <a:lnTo>
                  <a:pt x="2000250" y="153162"/>
                </a:lnTo>
                <a:lnTo>
                  <a:pt x="2000250" y="152400"/>
                </a:lnTo>
                <a:close/>
              </a:path>
              <a:path w="2000250" h="214629">
                <a:moveTo>
                  <a:pt x="2000250" y="149352"/>
                </a:moveTo>
                <a:lnTo>
                  <a:pt x="0" y="149352"/>
                </a:lnTo>
                <a:lnTo>
                  <a:pt x="0" y="150114"/>
                </a:lnTo>
                <a:lnTo>
                  <a:pt x="2000250" y="150114"/>
                </a:lnTo>
                <a:lnTo>
                  <a:pt x="2000250" y="149352"/>
                </a:lnTo>
                <a:close/>
              </a:path>
              <a:path w="2000250" h="214629">
                <a:moveTo>
                  <a:pt x="2000250" y="146304"/>
                </a:moveTo>
                <a:lnTo>
                  <a:pt x="0" y="146304"/>
                </a:lnTo>
                <a:lnTo>
                  <a:pt x="0" y="147066"/>
                </a:lnTo>
                <a:lnTo>
                  <a:pt x="2000250" y="147066"/>
                </a:lnTo>
                <a:lnTo>
                  <a:pt x="2000250" y="146304"/>
                </a:lnTo>
                <a:close/>
              </a:path>
              <a:path w="2000250" h="214629">
                <a:moveTo>
                  <a:pt x="2000250" y="143256"/>
                </a:moveTo>
                <a:lnTo>
                  <a:pt x="0" y="143256"/>
                </a:lnTo>
                <a:lnTo>
                  <a:pt x="0" y="144018"/>
                </a:lnTo>
                <a:lnTo>
                  <a:pt x="2000250" y="144018"/>
                </a:lnTo>
                <a:lnTo>
                  <a:pt x="2000250" y="143256"/>
                </a:lnTo>
                <a:close/>
              </a:path>
              <a:path w="2000250" h="214629">
                <a:moveTo>
                  <a:pt x="2000250" y="140208"/>
                </a:moveTo>
                <a:lnTo>
                  <a:pt x="0" y="140208"/>
                </a:lnTo>
                <a:lnTo>
                  <a:pt x="0" y="140970"/>
                </a:lnTo>
                <a:lnTo>
                  <a:pt x="2000250" y="140970"/>
                </a:lnTo>
                <a:lnTo>
                  <a:pt x="2000250" y="140208"/>
                </a:lnTo>
                <a:close/>
              </a:path>
              <a:path w="2000250" h="214629">
                <a:moveTo>
                  <a:pt x="2000250" y="137160"/>
                </a:moveTo>
                <a:lnTo>
                  <a:pt x="0" y="137160"/>
                </a:lnTo>
                <a:lnTo>
                  <a:pt x="0" y="137922"/>
                </a:lnTo>
                <a:lnTo>
                  <a:pt x="2000250" y="137922"/>
                </a:lnTo>
                <a:lnTo>
                  <a:pt x="2000250" y="137160"/>
                </a:lnTo>
                <a:close/>
              </a:path>
              <a:path w="2000250" h="214629">
                <a:moveTo>
                  <a:pt x="2000250" y="134112"/>
                </a:moveTo>
                <a:lnTo>
                  <a:pt x="0" y="134112"/>
                </a:lnTo>
                <a:lnTo>
                  <a:pt x="0" y="134874"/>
                </a:lnTo>
                <a:lnTo>
                  <a:pt x="2000250" y="134874"/>
                </a:lnTo>
                <a:lnTo>
                  <a:pt x="2000250" y="134112"/>
                </a:lnTo>
                <a:close/>
              </a:path>
              <a:path w="2000250" h="214629">
                <a:moveTo>
                  <a:pt x="2000250" y="131064"/>
                </a:moveTo>
                <a:lnTo>
                  <a:pt x="0" y="131064"/>
                </a:lnTo>
                <a:lnTo>
                  <a:pt x="0" y="131826"/>
                </a:lnTo>
                <a:lnTo>
                  <a:pt x="2000250" y="131826"/>
                </a:lnTo>
                <a:lnTo>
                  <a:pt x="2000250" y="131064"/>
                </a:lnTo>
                <a:close/>
              </a:path>
              <a:path w="2000250" h="214629">
                <a:moveTo>
                  <a:pt x="2000250" y="128016"/>
                </a:moveTo>
                <a:lnTo>
                  <a:pt x="0" y="128016"/>
                </a:lnTo>
                <a:lnTo>
                  <a:pt x="0" y="128778"/>
                </a:lnTo>
                <a:lnTo>
                  <a:pt x="2000250" y="128778"/>
                </a:lnTo>
                <a:lnTo>
                  <a:pt x="2000250" y="128016"/>
                </a:lnTo>
                <a:close/>
              </a:path>
              <a:path w="2000250" h="214629">
                <a:moveTo>
                  <a:pt x="2000250" y="124968"/>
                </a:moveTo>
                <a:lnTo>
                  <a:pt x="0" y="124968"/>
                </a:lnTo>
                <a:lnTo>
                  <a:pt x="0" y="125730"/>
                </a:lnTo>
                <a:lnTo>
                  <a:pt x="2000250" y="125730"/>
                </a:lnTo>
                <a:lnTo>
                  <a:pt x="2000250" y="124968"/>
                </a:lnTo>
                <a:close/>
              </a:path>
              <a:path w="2000250" h="214629">
                <a:moveTo>
                  <a:pt x="2000250" y="121920"/>
                </a:moveTo>
                <a:lnTo>
                  <a:pt x="0" y="121920"/>
                </a:lnTo>
                <a:lnTo>
                  <a:pt x="0" y="122682"/>
                </a:lnTo>
                <a:lnTo>
                  <a:pt x="2000250" y="122682"/>
                </a:lnTo>
                <a:lnTo>
                  <a:pt x="2000250" y="121920"/>
                </a:lnTo>
                <a:close/>
              </a:path>
              <a:path w="2000250" h="214629">
                <a:moveTo>
                  <a:pt x="2000250" y="118872"/>
                </a:moveTo>
                <a:lnTo>
                  <a:pt x="0" y="118872"/>
                </a:lnTo>
                <a:lnTo>
                  <a:pt x="0" y="119634"/>
                </a:lnTo>
                <a:lnTo>
                  <a:pt x="2000250" y="119634"/>
                </a:lnTo>
                <a:lnTo>
                  <a:pt x="2000250" y="118872"/>
                </a:lnTo>
                <a:close/>
              </a:path>
              <a:path w="2000250" h="214629">
                <a:moveTo>
                  <a:pt x="2000250" y="115824"/>
                </a:moveTo>
                <a:lnTo>
                  <a:pt x="0" y="115824"/>
                </a:lnTo>
                <a:lnTo>
                  <a:pt x="0" y="116586"/>
                </a:lnTo>
                <a:lnTo>
                  <a:pt x="2000250" y="116586"/>
                </a:lnTo>
                <a:lnTo>
                  <a:pt x="2000250" y="115824"/>
                </a:lnTo>
                <a:close/>
              </a:path>
              <a:path w="2000250" h="214629">
                <a:moveTo>
                  <a:pt x="2000250" y="112776"/>
                </a:moveTo>
                <a:lnTo>
                  <a:pt x="0" y="112776"/>
                </a:lnTo>
                <a:lnTo>
                  <a:pt x="0" y="113538"/>
                </a:lnTo>
                <a:lnTo>
                  <a:pt x="2000250" y="113538"/>
                </a:lnTo>
                <a:lnTo>
                  <a:pt x="2000250" y="112776"/>
                </a:lnTo>
                <a:close/>
              </a:path>
              <a:path w="2000250" h="214629">
                <a:moveTo>
                  <a:pt x="2000250" y="109728"/>
                </a:moveTo>
                <a:lnTo>
                  <a:pt x="0" y="109728"/>
                </a:lnTo>
                <a:lnTo>
                  <a:pt x="0" y="110490"/>
                </a:lnTo>
                <a:lnTo>
                  <a:pt x="2000250" y="110490"/>
                </a:lnTo>
                <a:lnTo>
                  <a:pt x="2000250" y="109728"/>
                </a:lnTo>
                <a:close/>
              </a:path>
              <a:path w="2000250" h="214629">
                <a:moveTo>
                  <a:pt x="2000250" y="106680"/>
                </a:moveTo>
                <a:lnTo>
                  <a:pt x="0" y="106680"/>
                </a:lnTo>
                <a:lnTo>
                  <a:pt x="0" y="107442"/>
                </a:lnTo>
                <a:lnTo>
                  <a:pt x="2000250" y="107442"/>
                </a:lnTo>
                <a:lnTo>
                  <a:pt x="2000250" y="106680"/>
                </a:lnTo>
                <a:close/>
              </a:path>
              <a:path w="2000250" h="214629">
                <a:moveTo>
                  <a:pt x="2000250" y="103632"/>
                </a:moveTo>
                <a:lnTo>
                  <a:pt x="0" y="103632"/>
                </a:lnTo>
                <a:lnTo>
                  <a:pt x="0" y="104394"/>
                </a:lnTo>
                <a:lnTo>
                  <a:pt x="2000250" y="104394"/>
                </a:lnTo>
                <a:lnTo>
                  <a:pt x="2000250" y="103632"/>
                </a:lnTo>
                <a:close/>
              </a:path>
              <a:path w="2000250" h="214629">
                <a:moveTo>
                  <a:pt x="2000250" y="100584"/>
                </a:moveTo>
                <a:lnTo>
                  <a:pt x="0" y="100584"/>
                </a:lnTo>
                <a:lnTo>
                  <a:pt x="0" y="101346"/>
                </a:lnTo>
                <a:lnTo>
                  <a:pt x="2000250" y="101346"/>
                </a:lnTo>
                <a:lnTo>
                  <a:pt x="2000250" y="100584"/>
                </a:lnTo>
                <a:close/>
              </a:path>
              <a:path w="2000250" h="214629">
                <a:moveTo>
                  <a:pt x="2000250" y="97536"/>
                </a:moveTo>
                <a:lnTo>
                  <a:pt x="0" y="97536"/>
                </a:lnTo>
                <a:lnTo>
                  <a:pt x="0" y="98298"/>
                </a:lnTo>
                <a:lnTo>
                  <a:pt x="2000250" y="98298"/>
                </a:lnTo>
                <a:lnTo>
                  <a:pt x="2000250" y="97536"/>
                </a:lnTo>
                <a:close/>
              </a:path>
              <a:path w="2000250" h="214629">
                <a:moveTo>
                  <a:pt x="2000250" y="94488"/>
                </a:moveTo>
                <a:lnTo>
                  <a:pt x="0" y="94488"/>
                </a:lnTo>
                <a:lnTo>
                  <a:pt x="0" y="95250"/>
                </a:lnTo>
                <a:lnTo>
                  <a:pt x="2000250" y="95250"/>
                </a:lnTo>
                <a:lnTo>
                  <a:pt x="2000250" y="94488"/>
                </a:lnTo>
                <a:close/>
              </a:path>
              <a:path w="2000250" h="214629">
                <a:moveTo>
                  <a:pt x="2000250" y="91440"/>
                </a:moveTo>
                <a:lnTo>
                  <a:pt x="0" y="91440"/>
                </a:lnTo>
                <a:lnTo>
                  <a:pt x="0" y="92202"/>
                </a:lnTo>
                <a:lnTo>
                  <a:pt x="2000250" y="92202"/>
                </a:lnTo>
                <a:lnTo>
                  <a:pt x="2000250" y="91440"/>
                </a:lnTo>
                <a:close/>
              </a:path>
              <a:path w="2000250" h="214629">
                <a:moveTo>
                  <a:pt x="2000250" y="88392"/>
                </a:moveTo>
                <a:lnTo>
                  <a:pt x="0" y="88392"/>
                </a:lnTo>
                <a:lnTo>
                  <a:pt x="0" y="89154"/>
                </a:lnTo>
                <a:lnTo>
                  <a:pt x="2000250" y="89154"/>
                </a:lnTo>
                <a:lnTo>
                  <a:pt x="2000250" y="88392"/>
                </a:lnTo>
                <a:close/>
              </a:path>
              <a:path w="2000250" h="214629">
                <a:moveTo>
                  <a:pt x="2000250" y="85344"/>
                </a:moveTo>
                <a:lnTo>
                  <a:pt x="0" y="85344"/>
                </a:lnTo>
                <a:lnTo>
                  <a:pt x="0" y="86106"/>
                </a:lnTo>
                <a:lnTo>
                  <a:pt x="2000250" y="86106"/>
                </a:lnTo>
                <a:lnTo>
                  <a:pt x="2000250" y="85344"/>
                </a:lnTo>
                <a:close/>
              </a:path>
              <a:path w="2000250" h="214629">
                <a:moveTo>
                  <a:pt x="2000250" y="82296"/>
                </a:moveTo>
                <a:lnTo>
                  <a:pt x="0" y="82296"/>
                </a:lnTo>
                <a:lnTo>
                  <a:pt x="0" y="83058"/>
                </a:lnTo>
                <a:lnTo>
                  <a:pt x="2000250" y="83058"/>
                </a:lnTo>
                <a:lnTo>
                  <a:pt x="2000250" y="82296"/>
                </a:lnTo>
                <a:close/>
              </a:path>
              <a:path w="2000250" h="214629">
                <a:moveTo>
                  <a:pt x="2000250" y="79248"/>
                </a:moveTo>
                <a:lnTo>
                  <a:pt x="0" y="79248"/>
                </a:lnTo>
                <a:lnTo>
                  <a:pt x="0" y="80010"/>
                </a:lnTo>
                <a:lnTo>
                  <a:pt x="2000250" y="80010"/>
                </a:lnTo>
                <a:lnTo>
                  <a:pt x="2000250" y="79248"/>
                </a:lnTo>
                <a:close/>
              </a:path>
              <a:path w="2000250" h="214629">
                <a:moveTo>
                  <a:pt x="2000250" y="76200"/>
                </a:moveTo>
                <a:lnTo>
                  <a:pt x="0" y="76200"/>
                </a:lnTo>
                <a:lnTo>
                  <a:pt x="0" y="76962"/>
                </a:lnTo>
                <a:lnTo>
                  <a:pt x="2000250" y="76962"/>
                </a:lnTo>
                <a:lnTo>
                  <a:pt x="2000250" y="76200"/>
                </a:lnTo>
                <a:close/>
              </a:path>
              <a:path w="2000250" h="214629">
                <a:moveTo>
                  <a:pt x="2000250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00250" y="73914"/>
                </a:lnTo>
                <a:lnTo>
                  <a:pt x="2000250" y="73152"/>
                </a:lnTo>
                <a:close/>
              </a:path>
              <a:path w="2000250" h="214629">
                <a:moveTo>
                  <a:pt x="2000250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00250" y="70866"/>
                </a:lnTo>
                <a:lnTo>
                  <a:pt x="2000250" y="70104"/>
                </a:lnTo>
                <a:close/>
              </a:path>
              <a:path w="2000250" h="214629">
                <a:moveTo>
                  <a:pt x="2000250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00250" y="67818"/>
                </a:lnTo>
                <a:lnTo>
                  <a:pt x="2000250" y="67056"/>
                </a:lnTo>
                <a:close/>
              </a:path>
              <a:path w="2000250" h="214629">
                <a:moveTo>
                  <a:pt x="2000250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00250" y="64770"/>
                </a:lnTo>
                <a:lnTo>
                  <a:pt x="2000250" y="64008"/>
                </a:lnTo>
                <a:close/>
              </a:path>
              <a:path w="2000250" h="214629">
                <a:moveTo>
                  <a:pt x="2000250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00250" y="61722"/>
                </a:lnTo>
                <a:lnTo>
                  <a:pt x="2000250" y="60960"/>
                </a:lnTo>
                <a:close/>
              </a:path>
              <a:path w="2000250" h="214629">
                <a:moveTo>
                  <a:pt x="2000250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00250" y="58674"/>
                </a:lnTo>
                <a:lnTo>
                  <a:pt x="2000250" y="57912"/>
                </a:lnTo>
                <a:close/>
              </a:path>
              <a:path w="2000250" h="214629">
                <a:moveTo>
                  <a:pt x="2000250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00250" y="55626"/>
                </a:lnTo>
                <a:lnTo>
                  <a:pt x="2000250" y="54864"/>
                </a:lnTo>
                <a:close/>
              </a:path>
              <a:path w="2000250" h="214629">
                <a:moveTo>
                  <a:pt x="2000250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00250" y="52578"/>
                </a:lnTo>
                <a:lnTo>
                  <a:pt x="2000250" y="51816"/>
                </a:lnTo>
                <a:close/>
              </a:path>
              <a:path w="2000250" h="214629">
                <a:moveTo>
                  <a:pt x="2000250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00250" y="49530"/>
                </a:lnTo>
                <a:lnTo>
                  <a:pt x="2000250" y="48768"/>
                </a:lnTo>
                <a:close/>
              </a:path>
              <a:path w="2000250" h="214629">
                <a:moveTo>
                  <a:pt x="2000250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00250" y="46482"/>
                </a:lnTo>
                <a:lnTo>
                  <a:pt x="2000250" y="45720"/>
                </a:lnTo>
                <a:close/>
              </a:path>
              <a:path w="2000250" h="214629">
                <a:moveTo>
                  <a:pt x="2000250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00250" y="43434"/>
                </a:lnTo>
                <a:lnTo>
                  <a:pt x="2000250" y="42672"/>
                </a:lnTo>
                <a:close/>
              </a:path>
              <a:path w="2000250" h="214629">
                <a:moveTo>
                  <a:pt x="2000250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00250" y="40386"/>
                </a:lnTo>
                <a:lnTo>
                  <a:pt x="2000250" y="39624"/>
                </a:lnTo>
                <a:close/>
              </a:path>
              <a:path w="2000250" h="214629">
                <a:moveTo>
                  <a:pt x="2000250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00250" y="37338"/>
                </a:lnTo>
                <a:lnTo>
                  <a:pt x="2000250" y="36576"/>
                </a:lnTo>
                <a:close/>
              </a:path>
              <a:path w="2000250" h="214629">
                <a:moveTo>
                  <a:pt x="2000250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00250" y="34290"/>
                </a:lnTo>
                <a:lnTo>
                  <a:pt x="2000250" y="33528"/>
                </a:lnTo>
                <a:close/>
              </a:path>
              <a:path w="2000250" h="214629">
                <a:moveTo>
                  <a:pt x="2000250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00250" y="31242"/>
                </a:lnTo>
                <a:lnTo>
                  <a:pt x="2000250" y="30480"/>
                </a:lnTo>
                <a:close/>
              </a:path>
              <a:path w="2000250" h="214629">
                <a:moveTo>
                  <a:pt x="2000250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00250" y="28194"/>
                </a:lnTo>
                <a:lnTo>
                  <a:pt x="2000250" y="27432"/>
                </a:lnTo>
                <a:close/>
              </a:path>
              <a:path w="2000250" h="214629">
                <a:moveTo>
                  <a:pt x="2000250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00250" y="25146"/>
                </a:lnTo>
                <a:lnTo>
                  <a:pt x="2000250" y="24384"/>
                </a:lnTo>
                <a:close/>
              </a:path>
              <a:path w="2000250" h="214629">
                <a:moveTo>
                  <a:pt x="2000250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00250" y="22098"/>
                </a:lnTo>
                <a:lnTo>
                  <a:pt x="2000250" y="21336"/>
                </a:lnTo>
                <a:close/>
              </a:path>
              <a:path w="2000250" h="214629">
                <a:moveTo>
                  <a:pt x="2000250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00250" y="19050"/>
                </a:lnTo>
                <a:lnTo>
                  <a:pt x="2000250" y="18288"/>
                </a:lnTo>
                <a:close/>
              </a:path>
              <a:path w="2000250" h="214629">
                <a:moveTo>
                  <a:pt x="2000250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00250" y="16002"/>
                </a:lnTo>
                <a:lnTo>
                  <a:pt x="2000250" y="15240"/>
                </a:lnTo>
                <a:close/>
              </a:path>
              <a:path w="2000250" h="214629">
                <a:moveTo>
                  <a:pt x="2000250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00250" y="12954"/>
                </a:lnTo>
                <a:lnTo>
                  <a:pt x="2000250" y="12192"/>
                </a:lnTo>
                <a:close/>
              </a:path>
              <a:path w="2000250" h="214629">
                <a:moveTo>
                  <a:pt x="2000250" y="9144"/>
                </a:moveTo>
                <a:lnTo>
                  <a:pt x="0" y="9144"/>
                </a:lnTo>
                <a:lnTo>
                  <a:pt x="0" y="9906"/>
                </a:lnTo>
                <a:lnTo>
                  <a:pt x="2000250" y="9906"/>
                </a:lnTo>
                <a:lnTo>
                  <a:pt x="2000250" y="9144"/>
                </a:lnTo>
                <a:close/>
              </a:path>
              <a:path w="2000250" h="214629">
                <a:moveTo>
                  <a:pt x="2000250" y="6096"/>
                </a:moveTo>
                <a:lnTo>
                  <a:pt x="0" y="6096"/>
                </a:lnTo>
                <a:lnTo>
                  <a:pt x="0" y="6858"/>
                </a:lnTo>
                <a:lnTo>
                  <a:pt x="2000250" y="6858"/>
                </a:lnTo>
                <a:lnTo>
                  <a:pt x="2000250" y="6096"/>
                </a:lnTo>
                <a:close/>
              </a:path>
              <a:path w="2000250" h="214629">
                <a:moveTo>
                  <a:pt x="2000250" y="3048"/>
                </a:moveTo>
                <a:lnTo>
                  <a:pt x="0" y="3048"/>
                </a:lnTo>
                <a:lnTo>
                  <a:pt x="0" y="3810"/>
                </a:lnTo>
                <a:lnTo>
                  <a:pt x="2000250" y="3810"/>
                </a:lnTo>
                <a:lnTo>
                  <a:pt x="2000250" y="3048"/>
                </a:lnTo>
                <a:close/>
              </a:path>
              <a:path w="2000250" h="214629">
                <a:moveTo>
                  <a:pt x="2000250" y="0"/>
                </a:moveTo>
                <a:lnTo>
                  <a:pt x="0" y="0"/>
                </a:lnTo>
                <a:lnTo>
                  <a:pt x="0" y="762"/>
                </a:lnTo>
                <a:lnTo>
                  <a:pt x="2000250" y="762"/>
                </a:lnTo>
                <a:lnTo>
                  <a:pt x="2000250" y="0"/>
                </a:lnTo>
                <a:close/>
              </a:path>
            </a:pathLst>
          </a:custGeom>
          <a:solidFill>
            <a:srgbClr val="CCFF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bg object 26"/>
          <p:cNvSpPr/>
          <p:nvPr/>
        </p:nvSpPr>
        <p:spPr>
          <a:xfrm>
            <a:off x="4309249" y="3839607"/>
            <a:ext cx="2000250" cy="214629"/>
          </a:xfrm>
          <a:custGeom>
            <a:avLst/>
            <a:gdLst/>
            <a:ahLst/>
            <a:cxnLst/>
            <a:rect l="l" t="t" r="r" b="b"/>
            <a:pathLst>
              <a:path w="2000250" h="214629">
                <a:moveTo>
                  <a:pt x="2000250" y="213360"/>
                </a:moveTo>
                <a:lnTo>
                  <a:pt x="0" y="213360"/>
                </a:lnTo>
                <a:lnTo>
                  <a:pt x="0" y="214122"/>
                </a:lnTo>
                <a:lnTo>
                  <a:pt x="2000250" y="214122"/>
                </a:lnTo>
                <a:lnTo>
                  <a:pt x="2000250" y="213360"/>
                </a:lnTo>
                <a:close/>
              </a:path>
              <a:path w="2000250" h="214629">
                <a:moveTo>
                  <a:pt x="2000250" y="210312"/>
                </a:moveTo>
                <a:lnTo>
                  <a:pt x="0" y="210312"/>
                </a:lnTo>
                <a:lnTo>
                  <a:pt x="0" y="211074"/>
                </a:lnTo>
                <a:lnTo>
                  <a:pt x="2000250" y="211074"/>
                </a:lnTo>
                <a:lnTo>
                  <a:pt x="2000250" y="210312"/>
                </a:lnTo>
                <a:close/>
              </a:path>
              <a:path w="2000250" h="214629">
                <a:moveTo>
                  <a:pt x="2000250" y="207264"/>
                </a:moveTo>
                <a:lnTo>
                  <a:pt x="0" y="207264"/>
                </a:lnTo>
                <a:lnTo>
                  <a:pt x="0" y="208026"/>
                </a:lnTo>
                <a:lnTo>
                  <a:pt x="2000250" y="208026"/>
                </a:lnTo>
                <a:lnTo>
                  <a:pt x="2000250" y="207264"/>
                </a:lnTo>
                <a:close/>
              </a:path>
              <a:path w="2000250" h="214629">
                <a:moveTo>
                  <a:pt x="2000250" y="204216"/>
                </a:moveTo>
                <a:lnTo>
                  <a:pt x="0" y="204216"/>
                </a:lnTo>
                <a:lnTo>
                  <a:pt x="0" y="204978"/>
                </a:lnTo>
                <a:lnTo>
                  <a:pt x="2000250" y="204978"/>
                </a:lnTo>
                <a:lnTo>
                  <a:pt x="2000250" y="204216"/>
                </a:lnTo>
                <a:close/>
              </a:path>
              <a:path w="2000250" h="214629">
                <a:moveTo>
                  <a:pt x="2000250" y="201168"/>
                </a:moveTo>
                <a:lnTo>
                  <a:pt x="0" y="201168"/>
                </a:lnTo>
                <a:lnTo>
                  <a:pt x="0" y="201930"/>
                </a:lnTo>
                <a:lnTo>
                  <a:pt x="2000250" y="201930"/>
                </a:lnTo>
                <a:lnTo>
                  <a:pt x="2000250" y="201168"/>
                </a:lnTo>
                <a:close/>
              </a:path>
              <a:path w="2000250" h="214629">
                <a:moveTo>
                  <a:pt x="2000250" y="198120"/>
                </a:moveTo>
                <a:lnTo>
                  <a:pt x="0" y="198120"/>
                </a:lnTo>
                <a:lnTo>
                  <a:pt x="0" y="198882"/>
                </a:lnTo>
                <a:lnTo>
                  <a:pt x="2000250" y="198882"/>
                </a:lnTo>
                <a:lnTo>
                  <a:pt x="2000250" y="198120"/>
                </a:lnTo>
                <a:close/>
              </a:path>
              <a:path w="2000250" h="214629">
                <a:moveTo>
                  <a:pt x="2000250" y="195072"/>
                </a:moveTo>
                <a:lnTo>
                  <a:pt x="0" y="195072"/>
                </a:lnTo>
                <a:lnTo>
                  <a:pt x="0" y="195834"/>
                </a:lnTo>
                <a:lnTo>
                  <a:pt x="2000250" y="195834"/>
                </a:lnTo>
                <a:lnTo>
                  <a:pt x="2000250" y="195072"/>
                </a:lnTo>
                <a:close/>
              </a:path>
              <a:path w="2000250" h="214629">
                <a:moveTo>
                  <a:pt x="2000250" y="192024"/>
                </a:moveTo>
                <a:lnTo>
                  <a:pt x="0" y="192024"/>
                </a:lnTo>
                <a:lnTo>
                  <a:pt x="0" y="192786"/>
                </a:lnTo>
                <a:lnTo>
                  <a:pt x="2000250" y="192786"/>
                </a:lnTo>
                <a:lnTo>
                  <a:pt x="2000250" y="192024"/>
                </a:lnTo>
                <a:close/>
              </a:path>
              <a:path w="2000250" h="214629">
                <a:moveTo>
                  <a:pt x="2000250" y="188976"/>
                </a:moveTo>
                <a:lnTo>
                  <a:pt x="0" y="188976"/>
                </a:lnTo>
                <a:lnTo>
                  <a:pt x="0" y="189738"/>
                </a:lnTo>
                <a:lnTo>
                  <a:pt x="2000250" y="189738"/>
                </a:lnTo>
                <a:lnTo>
                  <a:pt x="2000250" y="188976"/>
                </a:lnTo>
                <a:close/>
              </a:path>
              <a:path w="2000250" h="214629">
                <a:moveTo>
                  <a:pt x="2000250" y="185928"/>
                </a:moveTo>
                <a:lnTo>
                  <a:pt x="0" y="185928"/>
                </a:lnTo>
                <a:lnTo>
                  <a:pt x="0" y="186690"/>
                </a:lnTo>
                <a:lnTo>
                  <a:pt x="2000250" y="186690"/>
                </a:lnTo>
                <a:lnTo>
                  <a:pt x="2000250" y="185928"/>
                </a:lnTo>
                <a:close/>
              </a:path>
              <a:path w="2000250" h="214629">
                <a:moveTo>
                  <a:pt x="2000250" y="182880"/>
                </a:moveTo>
                <a:lnTo>
                  <a:pt x="0" y="182880"/>
                </a:lnTo>
                <a:lnTo>
                  <a:pt x="0" y="183642"/>
                </a:lnTo>
                <a:lnTo>
                  <a:pt x="2000250" y="183642"/>
                </a:lnTo>
                <a:lnTo>
                  <a:pt x="2000250" y="182880"/>
                </a:lnTo>
                <a:close/>
              </a:path>
              <a:path w="2000250" h="214629">
                <a:moveTo>
                  <a:pt x="2000250" y="179832"/>
                </a:moveTo>
                <a:lnTo>
                  <a:pt x="0" y="179832"/>
                </a:lnTo>
                <a:lnTo>
                  <a:pt x="0" y="180594"/>
                </a:lnTo>
                <a:lnTo>
                  <a:pt x="2000250" y="180594"/>
                </a:lnTo>
                <a:lnTo>
                  <a:pt x="2000250" y="179832"/>
                </a:lnTo>
                <a:close/>
              </a:path>
              <a:path w="2000250" h="214629">
                <a:moveTo>
                  <a:pt x="2000250" y="176784"/>
                </a:moveTo>
                <a:lnTo>
                  <a:pt x="0" y="176784"/>
                </a:lnTo>
                <a:lnTo>
                  <a:pt x="0" y="177546"/>
                </a:lnTo>
                <a:lnTo>
                  <a:pt x="2000250" y="177546"/>
                </a:lnTo>
                <a:lnTo>
                  <a:pt x="2000250" y="176784"/>
                </a:lnTo>
                <a:close/>
              </a:path>
              <a:path w="2000250" h="214629">
                <a:moveTo>
                  <a:pt x="2000250" y="173736"/>
                </a:moveTo>
                <a:lnTo>
                  <a:pt x="0" y="173736"/>
                </a:lnTo>
                <a:lnTo>
                  <a:pt x="0" y="174498"/>
                </a:lnTo>
                <a:lnTo>
                  <a:pt x="2000250" y="174498"/>
                </a:lnTo>
                <a:lnTo>
                  <a:pt x="2000250" y="173736"/>
                </a:lnTo>
                <a:close/>
              </a:path>
              <a:path w="2000250" h="214629">
                <a:moveTo>
                  <a:pt x="2000250" y="170688"/>
                </a:moveTo>
                <a:lnTo>
                  <a:pt x="0" y="170688"/>
                </a:lnTo>
                <a:lnTo>
                  <a:pt x="0" y="171450"/>
                </a:lnTo>
                <a:lnTo>
                  <a:pt x="2000250" y="171450"/>
                </a:lnTo>
                <a:lnTo>
                  <a:pt x="2000250" y="170688"/>
                </a:lnTo>
                <a:close/>
              </a:path>
              <a:path w="2000250" h="214629">
                <a:moveTo>
                  <a:pt x="2000250" y="167640"/>
                </a:moveTo>
                <a:lnTo>
                  <a:pt x="0" y="167640"/>
                </a:lnTo>
                <a:lnTo>
                  <a:pt x="0" y="168402"/>
                </a:lnTo>
                <a:lnTo>
                  <a:pt x="2000250" y="168402"/>
                </a:lnTo>
                <a:lnTo>
                  <a:pt x="2000250" y="167640"/>
                </a:lnTo>
                <a:close/>
              </a:path>
              <a:path w="2000250" h="214629">
                <a:moveTo>
                  <a:pt x="2000250" y="164592"/>
                </a:moveTo>
                <a:lnTo>
                  <a:pt x="0" y="164592"/>
                </a:lnTo>
                <a:lnTo>
                  <a:pt x="0" y="165354"/>
                </a:lnTo>
                <a:lnTo>
                  <a:pt x="2000250" y="165354"/>
                </a:lnTo>
                <a:lnTo>
                  <a:pt x="2000250" y="164592"/>
                </a:lnTo>
                <a:close/>
              </a:path>
              <a:path w="2000250" h="214629">
                <a:moveTo>
                  <a:pt x="2000250" y="161544"/>
                </a:moveTo>
                <a:lnTo>
                  <a:pt x="0" y="161544"/>
                </a:lnTo>
                <a:lnTo>
                  <a:pt x="0" y="162306"/>
                </a:lnTo>
                <a:lnTo>
                  <a:pt x="2000250" y="162306"/>
                </a:lnTo>
                <a:lnTo>
                  <a:pt x="2000250" y="161544"/>
                </a:lnTo>
                <a:close/>
              </a:path>
              <a:path w="2000250" h="214629">
                <a:moveTo>
                  <a:pt x="2000250" y="158496"/>
                </a:moveTo>
                <a:lnTo>
                  <a:pt x="0" y="158496"/>
                </a:lnTo>
                <a:lnTo>
                  <a:pt x="0" y="159258"/>
                </a:lnTo>
                <a:lnTo>
                  <a:pt x="2000250" y="159258"/>
                </a:lnTo>
                <a:lnTo>
                  <a:pt x="2000250" y="158496"/>
                </a:lnTo>
                <a:close/>
              </a:path>
              <a:path w="2000250" h="214629">
                <a:moveTo>
                  <a:pt x="2000250" y="155448"/>
                </a:moveTo>
                <a:lnTo>
                  <a:pt x="0" y="155448"/>
                </a:lnTo>
                <a:lnTo>
                  <a:pt x="0" y="156210"/>
                </a:lnTo>
                <a:lnTo>
                  <a:pt x="2000250" y="156210"/>
                </a:lnTo>
                <a:lnTo>
                  <a:pt x="2000250" y="155448"/>
                </a:lnTo>
                <a:close/>
              </a:path>
              <a:path w="2000250" h="214629">
                <a:moveTo>
                  <a:pt x="2000250" y="152400"/>
                </a:moveTo>
                <a:lnTo>
                  <a:pt x="0" y="152400"/>
                </a:lnTo>
                <a:lnTo>
                  <a:pt x="0" y="153162"/>
                </a:lnTo>
                <a:lnTo>
                  <a:pt x="2000250" y="153162"/>
                </a:lnTo>
                <a:lnTo>
                  <a:pt x="2000250" y="152400"/>
                </a:lnTo>
                <a:close/>
              </a:path>
              <a:path w="2000250" h="214629">
                <a:moveTo>
                  <a:pt x="2000250" y="149352"/>
                </a:moveTo>
                <a:lnTo>
                  <a:pt x="0" y="149352"/>
                </a:lnTo>
                <a:lnTo>
                  <a:pt x="0" y="150114"/>
                </a:lnTo>
                <a:lnTo>
                  <a:pt x="2000250" y="150114"/>
                </a:lnTo>
                <a:lnTo>
                  <a:pt x="2000250" y="149352"/>
                </a:lnTo>
                <a:close/>
              </a:path>
              <a:path w="2000250" h="214629">
                <a:moveTo>
                  <a:pt x="2000250" y="146304"/>
                </a:moveTo>
                <a:lnTo>
                  <a:pt x="0" y="146304"/>
                </a:lnTo>
                <a:lnTo>
                  <a:pt x="0" y="147066"/>
                </a:lnTo>
                <a:lnTo>
                  <a:pt x="2000250" y="147066"/>
                </a:lnTo>
                <a:lnTo>
                  <a:pt x="2000250" y="146304"/>
                </a:lnTo>
                <a:close/>
              </a:path>
              <a:path w="2000250" h="214629">
                <a:moveTo>
                  <a:pt x="2000250" y="143256"/>
                </a:moveTo>
                <a:lnTo>
                  <a:pt x="0" y="143256"/>
                </a:lnTo>
                <a:lnTo>
                  <a:pt x="0" y="144018"/>
                </a:lnTo>
                <a:lnTo>
                  <a:pt x="2000250" y="144018"/>
                </a:lnTo>
                <a:lnTo>
                  <a:pt x="2000250" y="143256"/>
                </a:lnTo>
                <a:close/>
              </a:path>
              <a:path w="2000250" h="214629">
                <a:moveTo>
                  <a:pt x="2000250" y="140208"/>
                </a:moveTo>
                <a:lnTo>
                  <a:pt x="0" y="140208"/>
                </a:lnTo>
                <a:lnTo>
                  <a:pt x="0" y="140970"/>
                </a:lnTo>
                <a:lnTo>
                  <a:pt x="2000250" y="140970"/>
                </a:lnTo>
                <a:lnTo>
                  <a:pt x="2000250" y="140208"/>
                </a:lnTo>
                <a:close/>
              </a:path>
              <a:path w="2000250" h="214629">
                <a:moveTo>
                  <a:pt x="2000250" y="137160"/>
                </a:moveTo>
                <a:lnTo>
                  <a:pt x="0" y="137160"/>
                </a:lnTo>
                <a:lnTo>
                  <a:pt x="0" y="137922"/>
                </a:lnTo>
                <a:lnTo>
                  <a:pt x="2000250" y="137922"/>
                </a:lnTo>
                <a:lnTo>
                  <a:pt x="2000250" y="137160"/>
                </a:lnTo>
                <a:close/>
              </a:path>
              <a:path w="2000250" h="214629">
                <a:moveTo>
                  <a:pt x="2000250" y="134112"/>
                </a:moveTo>
                <a:lnTo>
                  <a:pt x="0" y="134112"/>
                </a:lnTo>
                <a:lnTo>
                  <a:pt x="0" y="134874"/>
                </a:lnTo>
                <a:lnTo>
                  <a:pt x="2000250" y="134874"/>
                </a:lnTo>
                <a:lnTo>
                  <a:pt x="2000250" y="134112"/>
                </a:lnTo>
                <a:close/>
              </a:path>
              <a:path w="2000250" h="214629">
                <a:moveTo>
                  <a:pt x="2000250" y="131064"/>
                </a:moveTo>
                <a:lnTo>
                  <a:pt x="0" y="131064"/>
                </a:lnTo>
                <a:lnTo>
                  <a:pt x="0" y="131826"/>
                </a:lnTo>
                <a:lnTo>
                  <a:pt x="2000250" y="131826"/>
                </a:lnTo>
                <a:lnTo>
                  <a:pt x="2000250" y="131064"/>
                </a:lnTo>
                <a:close/>
              </a:path>
              <a:path w="2000250" h="214629">
                <a:moveTo>
                  <a:pt x="2000250" y="128016"/>
                </a:moveTo>
                <a:lnTo>
                  <a:pt x="0" y="128016"/>
                </a:lnTo>
                <a:lnTo>
                  <a:pt x="0" y="128778"/>
                </a:lnTo>
                <a:lnTo>
                  <a:pt x="2000250" y="128778"/>
                </a:lnTo>
                <a:lnTo>
                  <a:pt x="2000250" y="128016"/>
                </a:lnTo>
                <a:close/>
              </a:path>
              <a:path w="2000250" h="214629">
                <a:moveTo>
                  <a:pt x="2000250" y="124968"/>
                </a:moveTo>
                <a:lnTo>
                  <a:pt x="0" y="124968"/>
                </a:lnTo>
                <a:lnTo>
                  <a:pt x="0" y="125730"/>
                </a:lnTo>
                <a:lnTo>
                  <a:pt x="2000250" y="125730"/>
                </a:lnTo>
                <a:lnTo>
                  <a:pt x="2000250" y="124968"/>
                </a:lnTo>
                <a:close/>
              </a:path>
              <a:path w="2000250" h="214629">
                <a:moveTo>
                  <a:pt x="2000250" y="121920"/>
                </a:moveTo>
                <a:lnTo>
                  <a:pt x="0" y="121920"/>
                </a:lnTo>
                <a:lnTo>
                  <a:pt x="0" y="122682"/>
                </a:lnTo>
                <a:lnTo>
                  <a:pt x="2000250" y="122682"/>
                </a:lnTo>
                <a:lnTo>
                  <a:pt x="2000250" y="121920"/>
                </a:lnTo>
                <a:close/>
              </a:path>
              <a:path w="2000250" h="214629">
                <a:moveTo>
                  <a:pt x="2000250" y="118872"/>
                </a:moveTo>
                <a:lnTo>
                  <a:pt x="0" y="118872"/>
                </a:lnTo>
                <a:lnTo>
                  <a:pt x="0" y="119634"/>
                </a:lnTo>
                <a:lnTo>
                  <a:pt x="2000250" y="119634"/>
                </a:lnTo>
                <a:lnTo>
                  <a:pt x="2000250" y="118872"/>
                </a:lnTo>
                <a:close/>
              </a:path>
              <a:path w="2000250" h="214629">
                <a:moveTo>
                  <a:pt x="2000250" y="115824"/>
                </a:moveTo>
                <a:lnTo>
                  <a:pt x="0" y="115824"/>
                </a:lnTo>
                <a:lnTo>
                  <a:pt x="0" y="116586"/>
                </a:lnTo>
                <a:lnTo>
                  <a:pt x="2000250" y="116586"/>
                </a:lnTo>
                <a:lnTo>
                  <a:pt x="2000250" y="115824"/>
                </a:lnTo>
                <a:close/>
              </a:path>
              <a:path w="2000250" h="214629">
                <a:moveTo>
                  <a:pt x="2000250" y="112776"/>
                </a:moveTo>
                <a:lnTo>
                  <a:pt x="0" y="112776"/>
                </a:lnTo>
                <a:lnTo>
                  <a:pt x="0" y="113538"/>
                </a:lnTo>
                <a:lnTo>
                  <a:pt x="2000250" y="113538"/>
                </a:lnTo>
                <a:lnTo>
                  <a:pt x="2000250" y="112776"/>
                </a:lnTo>
                <a:close/>
              </a:path>
              <a:path w="2000250" h="214629">
                <a:moveTo>
                  <a:pt x="2000250" y="109728"/>
                </a:moveTo>
                <a:lnTo>
                  <a:pt x="0" y="109728"/>
                </a:lnTo>
                <a:lnTo>
                  <a:pt x="0" y="110490"/>
                </a:lnTo>
                <a:lnTo>
                  <a:pt x="2000250" y="110490"/>
                </a:lnTo>
                <a:lnTo>
                  <a:pt x="2000250" y="109728"/>
                </a:lnTo>
                <a:close/>
              </a:path>
              <a:path w="2000250" h="214629">
                <a:moveTo>
                  <a:pt x="2000250" y="106680"/>
                </a:moveTo>
                <a:lnTo>
                  <a:pt x="0" y="106680"/>
                </a:lnTo>
                <a:lnTo>
                  <a:pt x="0" y="107442"/>
                </a:lnTo>
                <a:lnTo>
                  <a:pt x="2000250" y="107442"/>
                </a:lnTo>
                <a:lnTo>
                  <a:pt x="2000250" y="106680"/>
                </a:lnTo>
                <a:close/>
              </a:path>
              <a:path w="2000250" h="214629">
                <a:moveTo>
                  <a:pt x="2000250" y="103632"/>
                </a:moveTo>
                <a:lnTo>
                  <a:pt x="0" y="103632"/>
                </a:lnTo>
                <a:lnTo>
                  <a:pt x="0" y="104394"/>
                </a:lnTo>
                <a:lnTo>
                  <a:pt x="2000250" y="104394"/>
                </a:lnTo>
                <a:lnTo>
                  <a:pt x="2000250" y="103632"/>
                </a:lnTo>
                <a:close/>
              </a:path>
              <a:path w="2000250" h="214629">
                <a:moveTo>
                  <a:pt x="2000250" y="100584"/>
                </a:moveTo>
                <a:lnTo>
                  <a:pt x="0" y="100584"/>
                </a:lnTo>
                <a:lnTo>
                  <a:pt x="0" y="101346"/>
                </a:lnTo>
                <a:lnTo>
                  <a:pt x="2000250" y="101346"/>
                </a:lnTo>
                <a:lnTo>
                  <a:pt x="2000250" y="100584"/>
                </a:lnTo>
                <a:close/>
              </a:path>
              <a:path w="2000250" h="214629">
                <a:moveTo>
                  <a:pt x="2000250" y="97536"/>
                </a:moveTo>
                <a:lnTo>
                  <a:pt x="0" y="97536"/>
                </a:lnTo>
                <a:lnTo>
                  <a:pt x="0" y="98298"/>
                </a:lnTo>
                <a:lnTo>
                  <a:pt x="2000250" y="98298"/>
                </a:lnTo>
                <a:lnTo>
                  <a:pt x="2000250" y="97536"/>
                </a:lnTo>
                <a:close/>
              </a:path>
              <a:path w="2000250" h="214629">
                <a:moveTo>
                  <a:pt x="2000250" y="94488"/>
                </a:moveTo>
                <a:lnTo>
                  <a:pt x="0" y="94488"/>
                </a:lnTo>
                <a:lnTo>
                  <a:pt x="0" y="95250"/>
                </a:lnTo>
                <a:lnTo>
                  <a:pt x="2000250" y="95250"/>
                </a:lnTo>
                <a:lnTo>
                  <a:pt x="2000250" y="94488"/>
                </a:lnTo>
                <a:close/>
              </a:path>
              <a:path w="2000250" h="214629">
                <a:moveTo>
                  <a:pt x="2000250" y="91440"/>
                </a:moveTo>
                <a:lnTo>
                  <a:pt x="0" y="91440"/>
                </a:lnTo>
                <a:lnTo>
                  <a:pt x="0" y="92202"/>
                </a:lnTo>
                <a:lnTo>
                  <a:pt x="2000250" y="92202"/>
                </a:lnTo>
                <a:lnTo>
                  <a:pt x="2000250" y="91440"/>
                </a:lnTo>
                <a:close/>
              </a:path>
              <a:path w="2000250" h="214629">
                <a:moveTo>
                  <a:pt x="2000250" y="88392"/>
                </a:moveTo>
                <a:lnTo>
                  <a:pt x="0" y="88392"/>
                </a:lnTo>
                <a:lnTo>
                  <a:pt x="0" y="89154"/>
                </a:lnTo>
                <a:lnTo>
                  <a:pt x="2000250" y="89154"/>
                </a:lnTo>
                <a:lnTo>
                  <a:pt x="2000250" y="88392"/>
                </a:lnTo>
                <a:close/>
              </a:path>
              <a:path w="2000250" h="214629">
                <a:moveTo>
                  <a:pt x="2000250" y="85344"/>
                </a:moveTo>
                <a:lnTo>
                  <a:pt x="0" y="85344"/>
                </a:lnTo>
                <a:lnTo>
                  <a:pt x="0" y="86106"/>
                </a:lnTo>
                <a:lnTo>
                  <a:pt x="2000250" y="86106"/>
                </a:lnTo>
                <a:lnTo>
                  <a:pt x="2000250" y="85344"/>
                </a:lnTo>
                <a:close/>
              </a:path>
              <a:path w="2000250" h="214629">
                <a:moveTo>
                  <a:pt x="2000250" y="82296"/>
                </a:moveTo>
                <a:lnTo>
                  <a:pt x="0" y="82296"/>
                </a:lnTo>
                <a:lnTo>
                  <a:pt x="0" y="83058"/>
                </a:lnTo>
                <a:lnTo>
                  <a:pt x="2000250" y="83058"/>
                </a:lnTo>
                <a:lnTo>
                  <a:pt x="2000250" y="82296"/>
                </a:lnTo>
                <a:close/>
              </a:path>
              <a:path w="2000250" h="214629">
                <a:moveTo>
                  <a:pt x="2000250" y="79248"/>
                </a:moveTo>
                <a:lnTo>
                  <a:pt x="0" y="79248"/>
                </a:lnTo>
                <a:lnTo>
                  <a:pt x="0" y="80010"/>
                </a:lnTo>
                <a:lnTo>
                  <a:pt x="2000250" y="80010"/>
                </a:lnTo>
                <a:lnTo>
                  <a:pt x="2000250" y="79248"/>
                </a:lnTo>
                <a:close/>
              </a:path>
              <a:path w="2000250" h="214629">
                <a:moveTo>
                  <a:pt x="2000250" y="76200"/>
                </a:moveTo>
                <a:lnTo>
                  <a:pt x="0" y="76200"/>
                </a:lnTo>
                <a:lnTo>
                  <a:pt x="0" y="76962"/>
                </a:lnTo>
                <a:lnTo>
                  <a:pt x="2000250" y="76962"/>
                </a:lnTo>
                <a:lnTo>
                  <a:pt x="2000250" y="76200"/>
                </a:lnTo>
                <a:close/>
              </a:path>
              <a:path w="2000250" h="214629">
                <a:moveTo>
                  <a:pt x="2000250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00250" y="73914"/>
                </a:lnTo>
                <a:lnTo>
                  <a:pt x="2000250" y="73152"/>
                </a:lnTo>
                <a:close/>
              </a:path>
              <a:path w="2000250" h="214629">
                <a:moveTo>
                  <a:pt x="2000250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00250" y="70866"/>
                </a:lnTo>
                <a:lnTo>
                  <a:pt x="2000250" y="70104"/>
                </a:lnTo>
                <a:close/>
              </a:path>
              <a:path w="2000250" h="214629">
                <a:moveTo>
                  <a:pt x="2000250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00250" y="67818"/>
                </a:lnTo>
                <a:lnTo>
                  <a:pt x="2000250" y="67056"/>
                </a:lnTo>
                <a:close/>
              </a:path>
              <a:path w="2000250" h="214629">
                <a:moveTo>
                  <a:pt x="2000250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00250" y="64770"/>
                </a:lnTo>
                <a:lnTo>
                  <a:pt x="2000250" y="64008"/>
                </a:lnTo>
                <a:close/>
              </a:path>
              <a:path w="2000250" h="214629">
                <a:moveTo>
                  <a:pt x="2000250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00250" y="61722"/>
                </a:lnTo>
                <a:lnTo>
                  <a:pt x="2000250" y="60960"/>
                </a:lnTo>
                <a:close/>
              </a:path>
              <a:path w="2000250" h="214629">
                <a:moveTo>
                  <a:pt x="2000250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00250" y="58674"/>
                </a:lnTo>
                <a:lnTo>
                  <a:pt x="2000250" y="57912"/>
                </a:lnTo>
                <a:close/>
              </a:path>
              <a:path w="2000250" h="214629">
                <a:moveTo>
                  <a:pt x="2000250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00250" y="55626"/>
                </a:lnTo>
                <a:lnTo>
                  <a:pt x="2000250" y="54864"/>
                </a:lnTo>
                <a:close/>
              </a:path>
              <a:path w="2000250" h="214629">
                <a:moveTo>
                  <a:pt x="2000250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00250" y="52578"/>
                </a:lnTo>
                <a:lnTo>
                  <a:pt x="2000250" y="51816"/>
                </a:lnTo>
                <a:close/>
              </a:path>
              <a:path w="2000250" h="214629">
                <a:moveTo>
                  <a:pt x="2000250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00250" y="49530"/>
                </a:lnTo>
                <a:lnTo>
                  <a:pt x="2000250" y="48768"/>
                </a:lnTo>
                <a:close/>
              </a:path>
              <a:path w="2000250" h="214629">
                <a:moveTo>
                  <a:pt x="2000250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00250" y="46482"/>
                </a:lnTo>
                <a:lnTo>
                  <a:pt x="2000250" y="45720"/>
                </a:lnTo>
                <a:close/>
              </a:path>
              <a:path w="2000250" h="214629">
                <a:moveTo>
                  <a:pt x="2000250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00250" y="43434"/>
                </a:lnTo>
                <a:lnTo>
                  <a:pt x="2000250" y="42672"/>
                </a:lnTo>
                <a:close/>
              </a:path>
              <a:path w="2000250" h="214629">
                <a:moveTo>
                  <a:pt x="2000250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00250" y="40386"/>
                </a:lnTo>
                <a:lnTo>
                  <a:pt x="2000250" y="39624"/>
                </a:lnTo>
                <a:close/>
              </a:path>
              <a:path w="2000250" h="214629">
                <a:moveTo>
                  <a:pt x="2000250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00250" y="37338"/>
                </a:lnTo>
                <a:lnTo>
                  <a:pt x="2000250" y="36576"/>
                </a:lnTo>
                <a:close/>
              </a:path>
              <a:path w="2000250" h="214629">
                <a:moveTo>
                  <a:pt x="2000250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00250" y="34290"/>
                </a:lnTo>
                <a:lnTo>
                  <a:pt x="2000250" y="33528"/>
                </a:lnTo>
                <a:close/>
              </a:path>
              <a:path w="2000250" h="214629">
                <a:moveTo>
                  <a:pt x="2000250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00250" y="31242"/>
                </a:lnTo>
                <a:lnTo>
                  <a:pt x="2000250" y="30480"/>
                </a:lnTo>
                <a:close/>
              </a:path>
              <a:path w="2000250" h="214629">
                <a:moveTo>
                  <a:pt x="2000250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00250" y="28194"/>
                </a:lnTo>
                <a:lnTo>
                  <a:pt x="2000250" y="27432"/>
                </a:lnTo>
                <a:close/>
              </a:path>
              <a:path w="2000250" h="214629">
                <a:moveTo>
                  <a:pt x="2000250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00250" y="25146"/>
                </a:lnTo>
                <a:lnTo>
                  <a:pt x="2000250" y="24384"/>
                </a:lnTo>
                <a:close/>
              </a:path>
              <a:path w="2000250" h="214629">
                <a:moveTo>
                  <a:pt x="2000250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00250" y="22098"/>
                </a:lnTo>
                <a:lnTo>
                  <a:pt x="2000250" y="21336"/>
                </a:lnTo>
                <a:close/>
              </a:path>
              <a:path w="2000250" h="214629">
                <a:moveTo>
                  <a:pt x="2000250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00250" y="19050"/>
                </a:lnTo>
                <a:lnTo>
                  <a:pt x="2000250" y="18288"/>
                </a:lnTo>
                <a:close/>
              </a:path>
              <a:path w="2000250" h="214629">
                <a:moveTo>
                  <a:pt x="2000250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00250" y="16002"/>
                </a:lnTo>
                <a:lnTo>
                  <a:pt x="2000250" y="15240"/>
                </a:lnTo>
                <a:close/>
              </a:path>
              <a:path w="2000250" h="214629">
                <a:moveTo>
                  <a:pt x="2000250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00250" y="12954"/>
                </a:lnTo>
                <a:lnTo>
                  <a:pt x="2000250" y="12192"/>
                </a:lnTo>
                <a:close/>
              </a:path>
              <a:path w="2000250" h="214629">
                <a:moveTo>
                  <a:pt x="2000250" y="9144"/>
                </a:moveTo>
                <a:lnTo>
                  <a:pt x="0" y="9144"/>
                </a:lnTo>
                <a:lnTo>
                  <a:pt x="0" y="9906"/>
                </a:lnTo>
                <a:lnTo>
                  <a:pt x="2000250" y="9906"/>
                </a:lnTo>
                <a:lnTo>
                  <a:pt x="2000250" y="9144"/>
                </a:lnTo>
                <a:close/>
              </a:path>
              <a:path w="2000250" h="214629">
                <a:moveTo>
                  <a:pt x="2000250" y="6096"/>
                </a:moveTo>
                <a:lnTo>
                  <a:pt x="0" y="6096"/>
                </a:lnTo>
                <a:lnTo>
                  <a:pt x="0" y="6858"/>
                </a:lnTo>
                <a:lnTo>
                  <a:pt x="2000250" y="6858"/>
                </a:lnTo>
                <a:lnTo>
                  <a:pt x="2000250" y="6096"/>
                </a:lnTo>
                <a:close/>
              </a:path>
              <a:path w="2000250" h="214629">
                <a:moveTo>
                  <a:pt x="2000250" y="3048"/>
                </a:moveTo>
                <a:lnTo>
                  <a:pt x="0" y="3048"/>
                </a:lnTo>
                <a:lnTo>
                  <a:pt x="0" y="3810"/>
                </a:lnTo>
                <a:lnTo>
                  <a:pt x="2000250" y="3810"/>
                </a:lnTo>
                <a:lnTo>
                  <a:pt x="2000250" y="3048"/>
                </a:lnTo>
                <a:close/>
              </a:path>
              <a:path w="2000250" h="214629">
                <a:moveTo>
                  <a:pt x="2000250" y="0"/>
                </a:moveTo>
                <a:lnTo>
                  <a:pt x="0" y="0"/>
                </a:lnTo>
                <a:lnTo>
                  <a:pt x="0" y="762"/>
                </a:lnTo>
                <a:lnTo>
                  <a:pt x="2000250" y="762"/>
                </a:lnTo>
                <a:lnTo>
                  <a:pt x="2000250" y="0"/>
                </a:lnTo>
                <a:close/>
              </a:path>
            </a:pathLst>
          </a:custGeom>
          <a:solidFill>
            <a:srgbClr val="CCFF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bg object 27"/>
          <p:cNvSpPr/>
          <p:nvPr/>
        </p:nvSpPr>
        <p:spPr>
          <a:xfrm>
            <a:off x="4309249" y="4052967"/>
            <a:ext cx="2000250" cy="95250"/>
          </a:xfrm>
          <a:custGeom>
            <a:avLst/>
            <a:gdLst/>
            <a:ahLst/>
            <a:cxnLst/>
            <a:rect l="l" t="t" r="r" b="b"/>
            <a:pathLst>
              <a:path w="2000250" h="95250">
                <a:moveTo>
                  <a:pt x="2000250" y="94488"/>
                </a:moveTo>
                <a:lnTo>
                  <a:pt x="0" y="94488"/>
                </a:lnTo>
                <a:lnTo>
                  <a:pt x="0" y="95250"/>
                </a:lnTo>
                <a:lnTo>
                  <a:pt x="2000250" y="95250"/>
                </a:lnTo>
                <a:lnTo>
                  <a:pt x="2000250" y="94488"/>
                </a:lnTo>
                <a:close/>
              </a:path>
              <a:path w="2000250" h="95250">
                <a:moveTo>
                  <a:pt x="2000250" y="91440"/>
                </a:moveTo>
                <a:lnTo>
                  <a:pt x="0" y="91440"/>
                </a:lnTo>
                <a:lnTo>
                  <a:pt x="0" y="92202"/>
                </a:lnTo>
                <a:lnTo>
                  <a:pt x="2000250" y="92202"/>
                </a:lnTo>
                <a:lnTo>
                  <a:pt x="2000250" y="91440"/>
                </a:lnTo>
                <a:close/>
              </a:path>
              <a:path w="2000250" h="95250">
                <a:moveTo>
                  <a:pt x="2000250" y="88392"/>
                </a:moveTo>
                <a:lnTo>
                  <a:pt x="0" y="88392"/>
                </a:lnTo>
                <a:lnTo>
                  <a:pt x="0" y="89154"/>
                </a:lnTo>
                <a:lnTo>
                  <a:pt x="2000250" y="89154"/>
                </a:lnTo>
                <a:lnTo>
                  <a:pt x="2000250" y="88392"/>
                </a:lnTo>
                <a:close/>
              </a:path>
              <a:path w="2000250" h="95250">
                <a:moveTo>
                  <a:pt x="2000250" y="85344"/>
                </a:moveTo>
                <a:lnTo>
                  <a:pt x="0" y="85344"/>
                </a:lnTo>
                <a:lnTo>
                  <a:pt x="0" y="86106"/>
                </a:lnTo>
                <a:lnTo>
                  <a:pt x="2000250" y="86106"/>
                </a:lnTo>
                <a:lnTo>
                  <a:pt x="2000250" y="85344"/>
                </a:lnTo>
                <a:close/>
              </a:path>
              <a:path w="2000250" h="95250">
                <a:moveTo>
                  <a:pt x="2000250" y="82296"/>
                </a:moveTo>
                <a:lnTo>
                  <a:pt x="0" y="82296"/>
                </a:lnTo>
                <a:lnTo>
                  <a:pt x="0" y="83058"/>
                </a:lnTo>
                <a:lnTo>
                  <a:pt x="2000250" y="83058"/>
                </a:lnTo>
                <a:lnTo>
                  <a:pt x="2000250" y="82296"/>
                </a:lnTo>
                <a:close/>
              </a:path>
              <a:path w="2000250" h="95250">
                <a:moveTo>
                  <a:pt x="2000250" y="79248"/>
                </a:moveTo>
                <a:lnTo>
                  <a:pt x="0" y="79248"/>
                </a:lnTo>
                <a:lnTo>
                  <a:pt x="0" y="80010"/>
                </a:lnTo>
                <a:lnTo>
                  <a:pt x="2000250" y="80010"/>
                </a:lnTo>
                <a:lnTo>
                  <a:pt x="2000250" y="79248"/>
                </a:lnTo>
                <a:close/>
              </a:path>
              <a:path w="2000250" h="95250">
                <a:moveTo>
                  <a:pt x="2000250" y="76200"/>
                </a:moveTo>
                <a:lnTo>
                  <a:pt x="0" y="76200"/>
                </a:lnTo>
                <a:lnTo>
                  <a:pt x="0" y="76962"/>
                </a:lnTo>
                <a:lnTo>
                  <a:pt x="2000250" y="76962"/>
                </a:lnTo>
                <a:lnTo>
                  <a:pt x="2000250" y="76200"/>
                </a:lnTo>
                <a:close/>
              </a:path>
              <a:path w="2000250" h="95250">
                <a:moveTo>
                  <a:pt x="2000250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00250" y="73914"/>
                </a:lnTo>
                <a:lnTo>
                  <a:pt x="2000250" y="73152"/>
                </a:lnTo>
                <a:close/>
              </a:path>
              <a:path w="2000250" h="95250">
                <a:moveTo>
                  <a:pt x="2000250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00250" y="70866"/>
                </a:lnTo>
                <a:lnTo>
                  <a:pt x="2000250" y="70104"/>
                </a:lnTo>
                <a:close/>
              </a:path>
              <a:path w="2000250" h="95250">
                <a:moveTo>
                  <a:pt x="2000250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00250" y="67818"/>
                </a:lnTo>
                <a:lnTo>
                  <a:pt x="2000250" y="67056"/>
                </a:lnTo>
                <a:close/>
              </a:path>
              <a:path w="2000250" h="95250">
                <a:moveTo>
                  <a:pt x="2000250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00250" y="64770"/>
                </a:lnTo>
                <a:lnTo>
                  <a:pt x="2000250" y="64008"/>
                </a:lnTo>
                <a:close/>
              </a:path>
              <a:path w="2000250" h="95250">
                <a:moveTo>
                  <a:pt x="2000250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00250" y="61722"/>
                </a:lnTo>
                <a:lnTo>
                  <a:pt x="2000250" y="60960"/>
                </a:lnTo>
                <a:close/>
              </a:path>
              <a:path w="2000250" h="95250">
                <a:moveTo>
                  <a:pt x="2000250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00250" y="58674"/>
                </a:lnTo>
                <a:lnTo>
                  <a:pt x="2000250" y="57912"/>
                </a:lnTo>
                <a:close/>
              </a:path>
              <a:path w="2000250" h="95250">
                <a:moveTo>
                  <a:pt x="2000250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00250" y="55626"/>
                </a:lnTo>
                <a:lnTo>
                  <a:pt x="2000250" y="54864"/>
                </a:lnTo>
                <a:close/>
              </a:path>
              <a:path w="2000250" h="95250">
                <a:moveTo>
                  <a:pt x="2000250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00250" y="52578"/>
                </a:lnTo>
                <a:lnTo>
                  <a:pt x="2000250" y="51816"/>
                </a:lnTo>
                <a:close/>
              </a:path>
              <a:path w="2000250" h="95250">
                <a:moveTo>
                  <a:pt x="2000250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00250" y="49530"/>
                </a:lnTo>
                <a:lnTo>
                  <a:pt x="2000250" y="48768"/>
                </a:lnTo>
                <a:close/>
              </a:path>
              <a:path w="2000250" h="95250">
                <a:moveTo>
                  <a:pt x="2000250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00250" y="46482"/>
                </a:lnTo>
                <a:lnTo>
                  <a:pt x="2000250" y="45720"/>
                </a:lnTo>
                <a:close/>
              </a:path>
              <a:path w="2000250" h="95250">
                <a:moveTo>
                  <a:pt x="2000250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00250" y="43434"/>
                </a:lnTo>
                <a:lnTo>
                  <a:pt x="2000250" y="42672"/>
                </a:lnTo>
                <a:close/>
              </a:path>
              <a:path w="2000250" h="95250">
                <a:moveTo>
                  <a:pt x="2000250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00250" y="40386"/>
                </a:lnTo>
                <a:lnTo>
                  <a:pt x="2000250" y="39624"/>
                </a:lnTo>
                <a:close/>
              </a:path>
              <a:path w="2000250" h="95250">
                <a:moveTo>
                  <a:pt x="2000250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00250" y="37338"/>
                </a:lnTo>
                <a:lnTo>
                  <a:pt x="2000250" y="36576"/>
                </a:lnTo>
                <a:close/>
              </a:path>
              <a:path w="2000250" h="95250">
                <a:moveTo>
                  <a:pt x="2000250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00250" y="34290"/>
                </a:lnTo>
                <a:lnTo>
                  <a:pt x="2000250" y="33528"/>
                </a:lnTo>
                <a:close/>
              </a:path>
              <a:path w="2000250" h="95250">
                <a:moveTo>
                  <a:pt x="2000250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00250" y="31242"/>
                </a:lnTo>
                <a:lnTo>
                  <a:pt x="2000250" y="30480"/>
                </a:lnTo>
                <a:close/>
              </a:path>
              <a:path w="2000250" h="95250">
                <a:moveTo>
                  <a:pt x="2000250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00250" y="28194"/>
                </a:lnTo>
                <a:lnTo>
                  <a:pt x="2000250" y="27432"/>
                </a:lnTo>
                <a:close/>
              </a:path>
              <a:path w="2000250" h="95250">
                <a:moveTo>
                  <a:pt x="2000250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00250" y="25146"/>
                </a:lnTo>
                <a:lnTo>
                  <a:pt x="2000250" y="24384"/>
                </a:lnTo>
                <a:close/>
              </a:path>
              <a:path w="2000250" h="95250">
                <a:moveTo>
                  <a:pt x="2000250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00250" y="22098"/>
                </a:lnTo>
                <a:lnTo>
                  <a:pt x="2000250" y="21336"/>
                </a:lnTo>
                <a:close/>
              </a:path>
              <a:path w="2000250" h="95250">
                <a:moveTo>
                  <a:pt x="2000250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00250" y="19050"/>
                </a:lnTo>
                <a:lnTo>
                  <a:pt x="2000250" y="18288"/>
                </a:lnTo>
                <a:close/>
              </a:path>
              <a:path w="2000250" h="95250">
                <a:moveTo>
                  <a:pt x="2000250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00250" y="16002"/>
                </a:lnTo>
                <a:lnTo>
                  <a:pt x="2000250" y="15240"/>
                </a:lnTo>
                <a:close/>
              </a:path>
              <a:path w="2000250" h="95250">
                <a:moveTo>
                  <a:pt x="2000250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00250" y="12954"/>
                </a:lnTo>
                <a:lnTo>
                  <a:pt x="2000250" y="12192"/>
                </a:lnTo>
                <a:close/>
              </a:path>
              <a:path w="2000250" h="95250">
                <a:moveTo>
                  <a:pt x="2000250" y="9144"/>
                </a:moveTo>
                <a:lnTo>
                  <a:pt x="0" y="9144"/>
                </a:lnTo>
                <a:lnTo>
                  <a:pt x="0" y="9906"/>
                </a:lnTo>
                <a:lnTo>
                  <a:pt x="2000250" y="9906"/>
                </a:lnTo>
                <a:lnTo>
                  <a:pt x="2000250" y="9144"/>
                </a:lnTo>
                <a:close/>
              </a:path>
              <a:path w="2000250" h="95250">
                <a:moveTo>
                  <a:pt x="2000250" y="6096"/>
                </a:moveTo>
                <a:lnTo>
                  <a:pt x="0" y="6096"/>
                </a:lnTo>
                <a:lnTo>
                  <a:pt x="0" y="6858"/>
                </a:lnTo>
                <a:lnTo>
                  <a:pt x="2000250" y="6858"/>
                </a:lnTo>
                <a:lnTo>
                  <a:pt x="2000250" y="6096"/>
                </a:lnTo>
                <a:close/>
              </a:path>
              <a:path w="2000250" h="95250">
                <a:moveTo>
                  <a:pt x="2000250" y="3048"/>
                </a:moveTo>
                <a:lnTo>
                  <a:pt x="0" y="3048"/>
                </a:lnTo>
                <a:lnTo>
                  <a:pt x="0" y="3810"/>
                </a:lnTo>
                <a:lnTo>
                  <a:pt x="2000250" y="3810"/>
                </a:lnTo>
                <a:lnTo>
                  <a:pt x="2000250" y="3048"/>
                </a:lnTo>
                <a:close/>
              </a:path>
              <a:path w="2000250" h="95250">
                <a:moveTo>
                  <a:pt x="2000250" y="0"/>
                </a:moveTo>
                <a:lnTo>
                  <a:pt x="0" y="0"/>
                </a:lnTo>
                <a:lnTo>
                  <a:pt x="0" y="762"/>
                </a:lnTo>
                <a:lnTo>
                  <a:pt x="2000250" y="762"/>
                </a:lnTo>
                <a:lnTo>
                  <a:pt x="2000250" y="0"/>
                </a:lnTo>
                <a:close/>
              </a:path>
            </a:pathLst>
          </a:custGeom>
          <a:solidFill>
            <a:srgbClr val="CCFF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bg object 28"/>
          <p:cNvSpPr/>
          <p:nvPr/>
        </p:nvSpPr>
        <p:spPr>
          <a:xfrm>
            <a:off x="6360553" y="2346086"/>
            <a:ext cx="2043430" cy="214629"/>
          </a:xfrm>
          <a:custGeom>
            <a:avLst/>
            <a:gdLst/>
            <a:ahLst/>
            <a:cxnLst/>
            <a:rect l="l" t="t" r="r" b="b"/>
            <a:pathLst>
              <a:path w="2043429" h="214630">
                <a:moveTo>
                  <a:pt x="2042922" y="213360"/>
                </a:moveTo>
                <a:lnTo>
                  <a:pt x="0" y="213360"/>
                </a:lnTo>
                <a:lnTo>
                  <a:pt x="0" y="214122"/>
                </a:lnTo>
                <a:lnTo>
                  <a:pt x="2042922" y="214122"/>
                </a:lnTo>
                <a:lnTo>
                  <a:pt x="2042922" y="213360"/>
                </a:lnTo>
                <a:close/>
              </a:path>
              <a:path w="2043429" h="214630">
                <a:moveTo>
                  <a:pt x="2042922" y="210312"/>
                </a:moveTo>
                <a:lnTo>
                  <a:pt x="0" y="210312"/>
                </a:lnTo>
                <a:lnTo>
                  <a:pt x="0" y="211074"/>
                </a:lnTo>
                <a:lnTo>
                  <a:pt x="2042922" y="211074"/>
                </a:lnTo>
                <a:lnTo>
                  <a:pt x="2042922" y="210312"/>
                </a:lnTo>
                <a:close/>
              </a:path>
              <a:path w="2043429" h="214630">
                <a:moveTo>
                  <a:pt x="2042922" y="207264"/>
                </a:moveTo>
                <a:lnTo>
                  <a:pt x="0" y="207264"/>
                </a:lnTo>
                <a:lnTo>
                  <a:pt x="0" y="208026"/>
                </a:lnTo>
                <a:lnTo>
                  <a:pt x="2042922" y="208026"/>
                </a:lnTo>
                <a:lnTo>
                  <a:pt x="2042922" y="207264"/>
                </a:lnTo>
                <a:close/>
              </a:path>
              <a:path w="2043429" h="214630">
                <a:moveTo>
                  <a:pt x="2042922" y="204216"/>
                </a:moveTo>
                <a:lnTo>
                  <a:pt x="0" y="204216"/>
                </a:lnTo>
                <a:lnTo>
                  <a:pt x="0" y="204978"/>
                </a:lnTo>
                <a:lnTo>
                  <a:pt x="2042922" y="204978"/>
                </a:lnTo>
                <a:lnTo>
                  <a:pt x="2042922" y="204216"/>
                </a:lnTo>
                <a:close/>
              </a:path>
              <a:path w="2043429" h="214630">
                <a:moveTo>
                  <a:pt x="2042922" y="201168"/>
                </a:moveTo>
                <a:lnTo>
                  <a:pt x="0" y="201168"/>
                </a:lnTo>
                <a:lnTo>
                  <a:pt x="0" y="201930"/>
                </a:lnTo>
                <a:lnTo>
                  <a:pt x="2042922" y="201930"/>
                </a:lnTo>
                <a:lnTo>
                  <a:pt x="2042922" y="201168"/>
                </a:lnTo>
                <a:close/>
              </a:path>
              <a:path w="2043429" h="214630">
                <a:moveTo>
                  <a:pt x="2042922" y="198120"/>
                </a:moveTo>
                <a:lnTo>
                  <a:pt x="0" y="198120"/>
                </a:lnTo>
                <a:lnTo>
                  <a:pt x="0" y="198882"/>
                </a:lnTo>
                <a:lnTo>
                  <a:pt x="2042922" y="198882"/>
                </a:lnTo>
                <a:lnTo>
                  <a:pt x="2042922" y="198120"/>
                </a:lnTo>
                <a:close/>
              </a:path>
              <a:path w="2043429" h="214630">
                <a:moveTo>
                  <a:pt x="2042922" y="195072"/>
                </a:moveTo>
                <a:lnTo>
                  <a:pt x="0" y="195072"/>
                </a:lnTo>
                <a:lnTo>
                  <a:pt x="0" y="195834"/>
                </a:lnTo>
                <a:lnTo>
                  <a:pt x="2042922" y="195834"/>
                </a:lnTo>
                <a:lnTo>
                  <a:pt x="2042922" y="195072"/>
                </a:lnTo>
                <a:close/>
              </a:path>
              <a:path w="2043429" h="214630">
                <a:moveTo>
                  <a:pt x="2042922" y="192024"/>
                </a:moveTo>
                <a:lnTo>
                  <a:pt x="0" y="192024"/>
                </a:lnTo>
                <a:lnTo>
                  <a:pt x="0" y="192786"/>
                </a:lnTo>
                <a:lnTo>
                  <a:pt x="2042922" y="192786"/>
                </a:lnTo>
                <a:lnTo>
                  <a:pt x="2042922" y="192024"/>
                </a:lnTo>
                <a:close/>
              </a:path>
              <a:path w="2043429" h="214630">
                <a:moveTo>
                  <a:pt x="2042922" y="188976"/>
                </a:moveTo>
                <a:lnTo>
                  <a:pt x="0" y="188976"/>
                </a:lnTo>
                <a:lnTo>
                  <a:pt x="0" y="189738"/>
                </a:lnTo>
                <a:lnTo>
                  <a:pt x="2042922" y="189738"/>
                </a:lnTo>
                <a:lnTo>
                  <a:pt x="2042922" y="188976"/>
                </a:lnTo>
                <a:close/>
              </a:path>
              <a:path w="2043429" h="214630">
                <a:moveTo>
                  <a:pt x="2042922" y="185928"/>
                </a:moveTo>
                <a:lnTo>
                  <a:pt x="0" y="185928"/>
                </a:lnTo>
                <a:lnTo>
                  <a:pt x="0" y="186690"/>
                </a:lnTo>
                <a:lnTo>
                  <a:pt x="2042922" y="186690"/>
                </a:lnTo>
                <a:lnTo>
                  <a:pt x="2042922" y="185928"/>
                </a:lnTo>
                <a:close/>
              </a:path>
              <a:path w="2043429" h="214630">
                <a:moveTo>
                  <a:pt x="2042922" y="182880"/>
                </a:moveTo>
                <a:lnTo>
                  <a:pt x="0" y="182880"/>
                </a:lnTo>
                <a:lnTo>
                  <a:pt x="0" y="183642"/>
                </a:lnTo>
                <a:lnTo>
                  <a:pt x="2042922" y="183642"/>
                </a:lnTo>
                <a:lnTo>
                  <a:pt x="2042922" y="182880"/>
                </a:lnTo>
                <a:close/>
              </a:path>
              <a:path w="2043429" h="214630">
                <a:moveTo>
                  <a:pt x="2042922" y="179832"/>
                </a:moveTo>
                <a:lnTo>
                  <a:pt x="0" y="179832"/>
                </a:lnTo>
                <a:lnTo>
                  <a:pt x="0" y="180594"/>
                </a:lnTo>
                <a:lnTo>
                  <a:pt x="2042922" y="180594"/>
                </a:lnTo>
                <a:lnTo>
                  <a:pt x="2042922" y="179832"/>
                </a:lnTo>
                <a:close/>
              </a:path>
              <a:path w="2043429" h="214630">
                <a:moveTo>
                  <a:pt x="2042922" y="176784"/>
                </a:moveTo>
                <a:lnTo>
                  <a:pt x="0" y="176784"/>
                </a:lnTo>
                <a:lnTo>
                  <a:pt x="0" y="177546"/>
                </a:lnTo>
                <a:lnTo>
                  <a:pt x="2042922" y="177546"/>
                </a:lnTo>
                <a:lnTo>
                  <a:pt x="2042922" y="176784"/>
                </a:lnTo>
                <a:close/>
              </a:path>
              <a:path w="2043429" h="214630">
                <a:moveTo>
                  <a:pt x="2042922" y="173736"/>
                </a:moveTo>
                <a:lnTo>
                  <a:pt x="0" y="173736"/>
                </a:lnTo>
                <a:lnTo>
                  <a:pt x="0" y="174498"/>
                </a:lnTo>
                <a:lnTo>
                  <a:pt x="2042922" y="174498"/>
                </a:lnTo>
                <a:lnTo>
                  <a:pt x="2042922" y="173736"/>
                </a:lnTo>
                <a:close/>
              </a:path>
              <a:path w="2043429" h="214630">
                <a:moveTo>
                  <a:pt x="2042922" y="170688"/>
                </a:moveTo>
                <a:lnTo>
                  <a:pt x="0" y="170688"/>
                </a:lnTo>
                <a:lnTo>
                  <a:pt x="0" y="171450"/>
                </a:lnTo>
                <a:lnTo>
                  <a:pt x="2042922" y="171450"/>
                </a:lnTo>
                <a:lnTo>
                  <a:pt x="2042922" y="170688"/>
                </a:lnTo>
                <a:close/>
              </a:path>
              <a:path w="2043429" h="214630">
                <a:moveTo>
                  <a:pt x="2042922" y="167640"/>
                </a:moveTo>
                <a:lnTo>
                  <a:pt x="0" y="167640"/>
                </a:lnTo>
                <a:lnTo>
                  <a:pt x="0" y="168402"/>
                </a:lnTo>
                <a:lnTo>
                  <a:pt x="2042922" y="168402"/>
                </a:lnTo>
                <a:lnTo>
                  <a:pt x="2042922" y="167640"/>
                </a:lnTo>
                <a:close/>
              </a:path>
              <a:path w="2043429" h="214630">
                <a:moveTo>
                  <a:pt x="2042922" y="164592"/>
                </a:moveTo>
                <a:lnTo>
                  <a:pt x="0" y="164592"/>
                </a:lnTo>
                <a:lnTo>
                  <a:pt x="0" y="165354"/>
                </a:lnTo>
                <a:lnTo>
                  <a:pt x="2042922" y="165354"/>
                </a:lnTo>
                <a:lnTo>
                  <a:pt x="2042922" y="164592"/>
                </a:lnTo>
                <a:close/>
              </a:path>
              <a:path w="2043429" h="214630">
                <a:moveTo>
                  <a:pt x="2042922" y="161544"/>
                </a:moveTo>
                <a:lnTo>
                  <a:pt x="0" y="161544"/>
                </a:lnTo>
                <a:lnTo>
                  <a:pt x="0" y="162306"/>
                </a:lnTo>
                <a:lnTo>
                  <a:pt x="2042922" y="162306"/>
                </a:lnTo>
                <a:lnTo>
                  <a:pt x="2042922" y="161544"/>
                </a:lnTo>
                <a:close/>
              </a:path>
              <a:path w="2043429" h="214630">
                <a:moveTo>
                  <a:pt x="2042922" y="158496"/>
                </a:moveTo>
                <a:lnTo>
                  <a:pt x="0" y="158496"/>
                </a:lnTo>
                <a:lnTo>
                  <a:pt x="0" y="159258"/>
                </a:lnTo>
                <a:lnTo>
                  <a:pt x="2042922" y="159258"/>
                </a:lnTo>
                <a:lnTo>
                  <a:pt x="2042922" y="158496"/>
                </a:lnTo>
                <a:close/>
              </a:path>
              <a:path w="2043429" h="214630">
                <a:moveTo>
                  <a:pt x="2042922" y="155448"/>
                </a:moveTo>
                <a:lnTo>
                  <a:pt x="0" y="155448"/>
                </a:lnTo>
                <a:lnTo>
                  <a:pt x="0" y="156210"/>
                </a:lnTo>
                <a:lnTo>
                  <a:pt x="2042922" y="156210"/>
                </a:lnTo>
                <a:lnTo>
                  <a:pt x="2042922" y="155448"/>
                </a:lnTo>
                <a:close/>
              </a:path>
              <a:path w="2043429" h="214630">
                <a:moveTo>
                  <a:pt x="2042922" y="152400"/>
                </a:moveTo>
                <a:lnTo>
                  <a:pt x="0" y="152400"/>
                </a:lnTo>
                <a:lnTo>
                  <a:pt x="0" y="153162"/>
                </a:lnTo>
                <a:lnTo>
                  <a:pt x="2042922" y="153162"/>
                </a:lnTo>
                <a:lnTo>
                  <a:pt x="2042922" y="152400"/>
                </a:lnTo>
                <a:close/>
              </a:path>
              <a:path w="2043429" h="214630">
                <a:moveTo>
                  <a:pt x="2042922" y="149352"/>
                </a:moveTo>
                <a:lnTo>
                  <a:pt x="0" y="149352"/>
                </a:lnTo>
                <a:lnTo>
                  <a:pt x="0" y="150114"/>
                </a:lnTo>
                <a:lnTo>
                  <a:pt x="2042922" y="150114"/>
                </a:lnTo>
                <a:lnTo>
                  <a:pt x="2042922" y="149352"/>
                </a:lnTo>
                <a:close/>
              </a:path>
              <a:path w="2043429" h="214630">
                <a:moveTo>
                  <a:pt x="2042922" y="146304"/>
                </a:moveTo>
                <a:lnTo>
                  <a:pt x="0" y="146304"/>
                </a:lnTo>
                <a:lnTo>
                  <a:pt x="0" y="147066"/>
                </a:lnTo>
                <a:lnTo>
                  <a:pt x="2042922" y="147066"/>
                </a:lnTo>
                <a:lnTo>
                  <a:pt x="2042922" y="146304"/>
                </a:lnTo>
                <a:close/>
              </a:path>
              <a:path w="2043429" h="214630">
                <a:moveTo>
                  <a:pt x="2042922" y="143256"/>
                </a:moveTo>
                <a:lnTo>
                  <a:pt x="0" y="143256"/>
                </a:lnTo>
                <a:lnTo>
                  <a:pt x="0" y="144018"/>
                </a:lnTo>
                <a:lnTo>
                  <a:pt x="2042922" y="144018"/>
                </a:lnTo>
                <a:lnTo>
                  <a:pt x="2042922" y="143256"/>
                </a:lnTo>
                <a:close/>
              </a:path>
              <a:path w="2043429" h="214630">
                <a:moveTo>
                  <a:pt x="2042922" y="140208"/>
                </a:moveTo>
                <a:lnTo>
                  <a:pt x="0" y="140208"/>
                </a:lnTo>
                <a:lnTo>
                  <a:pt x="0" y="140970"/>
                </a:lnTo>
                <a:lnTo>
                  <a:pt x="2042922" y="140970"/>
                </a:lnTo>
                <a:lnTo>
                  <a:pt x="2042922" y="140208"/>
                </a:lnTo>
                <a:close/>
              </a:path>
              <a:path w="2043429" h="214630">
                <a:moveTo>
                  <a:pt x="2042922" y="137160"/>
                </a:moveTo>
                <a:lnTo>
                  <a:pt x="0" y="137160"/>
                </a:lnTo>
                <a:lnTo>
                  <a:pt x="0" y="137922"/>
                </a:lnTo>
                <a:lnTo>
                  <a:pt x="2042922" y="137922"/>
                </a:lnTo>
                <a:lnTo>
                  <a:pt x="2042922" y="137160"/>
                </a:lnTo>
                <a:close/>
              </a:path>
              <a:path w="2043429" h="214630">
                <a:moveTo>
                  <a:pt x="2042922" y="134112"/>
                </a:moveTo>
                <a:lnTo>
                  <a:pt x="0" y="134112"/>
                </a:lnTo>
                <a:lnTo>
                  <a:pt x="0" y="134874"/>
                </a:lnTo>
                <a:lnTo>
                  <a:pt x="2042922" y="134874"/>
                </a:lnTo>
                <a:lnTo>
                  <a:pt x="2042922" y="134112"/>
                </a:lnTo>
                <a:close/>
              </a:path>
              <a:path w="2043429" h="214630">
                <a:moveTo>
                  <a:pt x="2042922" y="131064"/>
                </a:moveTo>
                <a:lnTo>
                  <a:pt x="0" y="131064"/>
                </a:lnTo>
                <a:lnTo>
                  <a:pt x="0" y="131826"/>
                </a:lnTo>
                <a:lnTo>
                  <a:pt x="2042922" y="131826"/>
                </a:lnTo>
                <a:lnTo>
                  <a:pt x="2042922" y="131064"/>
                </a:lnTo>
                <a:close/>
              </a:path>
              <a:path w="2043429" h="214630">
                <a:moveTo>
                  <a:pt x="2042922" y="128016"/>
                </a:moveTo>
                <a:lnTo>
                  <a:pt x="0" y="128016"/>
                </a:lnTo>
                <a:lnTo>
                  <a:pt x="0" y="128778"/>
                </a:lnTo>
                <a:lnTo>
                  <a:pt x="2042922" y="128778"/>
                </a:lnTo>
                <a:lnTo>
                  <a:pt x="2042922" y="128016"/>
                </a:lnTo>
                <a:close/>
              </a:path>
              <a:path w="2043429" h="214630">
                <a:moveTo>
                  <a:pt x="2042922" y="124968"/>
                </a:moveTo>
                <a:lnTo>
                  <a:pt x="0" y="124968"/>
                </a:lnTo>
                <a:lnTo>
                  <a:pt x="0" y="125730"/>
                </a:lnTo>
                <a:lnTo>
                  <a:pt x="2042922" y="125730"/>
                </a:lnTo>
                <a:lnTo>
                  <a:pt x="2042922" y="124968"/>
                </a:lnTo>
                <a:close/>
              </a:path>
              <a:path w="2043429" h="214630">
                <a:moveTo>
                  <a:pt x="2042922" y="121920"/>
                </a:moveTo>
                <a:lnTo>
                  <a:pt x="0" y="121920"/>
                </a:lnTo>
                <a:lnTo>
                  <a:pt x="0" y="122682"/>
                </a:lnTo>
                <a:lnTo>
                  <a:pt x="2042922" y="122682"/>
                </a:lnTo>
                <a:lnTo>
                  <a:pt x="2042922" y="121920"/>
                </a:lnTo>
                <a:close/>
              </a:path>
              <a:path w="2043429" h="214630">
                <a:moveTo>
                  <a:pt x="2042922" y="118872"/>
                </a:moveTo>
                <a:lnTo>
                  <a:pt x="0" y="118872"/>
                </a:lnTo>
                <a:lnTo>
                  <a:pt x="0" y="119634"/>
                </a:lnTo>
                <a:lnTo>
                  <a:pt x="2042922" y="119634"/>
                </a:lnTo>
                <a:lnTo>
                  <a:pt x="2042922" y="118872"/>
                </a:lnTo>
                <a:close/>
              </a:path>
              <a:path w="2043429" h="214630">
                <a:moveTo>
                  <a:pt x="2042922" y="115824"/>
                </a:moveTo>
                <a:lnTo>
                  <a:pt x="0" y="115824"/>
                </a:lnTo>
                <a:lnTo>
                  <a:pt x="0" y="116586"/>
                </a:lnTo>
                <a:lnTo>
                  <a:pt x="2042922" y="116586"/>
                </a:lnTo>
                <a:lnTo>
                  <a:pt x="2042922" y="115824"/>
                </a:lnTo>
                <a:close/>
              </a:path>
              <a:path w="2043429" h="214630">
                <a:moveTo>
                  <a:pt x="2042922" y="112776"/>
                </a:moveTo>
                <a:lnTo>
                  <a:pt x="0" y="112776"/>
                </a:lnTo>
                <a:lnTo>
                  <a:pt x="0" y="113538"/>
                </a:lnTo>
                <a:lnTo>
                  <a:pt x="2042922" y="113538"/>
                </a:lnTo>
                <a:lnTo>
                  <a:pt x="2042922" y="112776"/>
                </a:lnTo>
                <a:close/>
              </a:path>
              <a:path w="2043429" h="214630">
                <a:moveTo>
                  <a:pt x="2042922" y="109728"/>
                </a:moveTo>
                <a:lnTo>
                  <a:pt x="0" y="109728"/>
                </a:lnTo>
                <a:lnTo>
                  <a:pt x="0" y="110490"/>
                </a:lnTo>
                <a:lnTo>
                  <a:pt x="2042922" y="110490"/>
                </a:lnTo>
                <a:lnTo>
                  <a:pt x="2042922" y="109728"/>
                </a:lnTo>
                <a:close/>
              </a:path>
              <a:path w="2043429" h="214630">
                <a:moveTo>
                  <a:pt x="2042922" y="106680"/>
                </a:moveTo>
                <a:lnTo>
                  <a:pt x="0" y="106680"/>
                </a:lnTo>
                <a:lnTo>
                  <a:pt x="0" y="107442"/>
                </a:lnTo>
                <a:lnTo>
                  <a:pt x="2042922" y="107442"/>
                </a:lnTo>
                <a:lnTo>
                  <a:pt x="2042922" y="106680"/>
                </a:lnTo>
                <a:close/>
              </a:path>
              <a:path w="2043429" h="214630">
                <a:moveTo>
                  <a:pt x="2042922" y="103632"/>
                </a:moveTo>
                <a:lnTo>
                  <a:pt x="0" y="103632"/>
                </a:lnTo>
                <a:lnTo>
                  <a:pt x="0" y="104394"/>
                </a:lnTo>
                <a:lnTo>
                  <a:pt x="2042922" y="104394"/>
                </a:lnTo>
                <a:lnTo>
                  <a:pt x="2042922" y="103632"/>
                </a:lnTo>
                <a:close/>
              </a:path>
              <a:path w="2043429" h="214630">
                <a:moveTo>
                  <a:pt x="2042922" y="100584"/>
                </a:moveTo>
                <a:lnTo>
                  <a:pt x="0" y="100584"/>
                </a:lnTo>
                <a:lnTo>
                  <a:pt x="0" y="101346"/>
                </a:lnTo>
                <a:lnTo>
                  <a:pt x="2042922" y="101346"/>
                </a:lnTo>
                <a:lnTo>
                  <a:pt x="2042922" y="100584"/>
                </a:lnTo>
                <a:close/>
              </a:path>
              <a:path w="2043429" h="214630">
                <a:moveTo>
                  <a:pt x="2042922" y="97536"/>
                </a:moveTo>
                <a:lnTo>
                  <a:pt x="0" y="97536"/>
                </a:lnTo>
                <a:lnTo>
                  <a:pt x="0" y="98298"/>
                </a:lnTo>
                <a:lnTo>
                  <a:pt x="2042922" y="98298"/>
                </a:lnTo>
                <a:lnTo>
                  <a:pt x="2042922" y="97536"/>
                </a:lnTo>
                <a:close/>
              </a:path>
              <a:path w="2043429" h="214630">
                <a:moveTo>
                  <a:pt x="2042922" y="94488"/>
                </a:moveTo>
                <a:lnTo>
                  <a:pt x="0" y="94488"/>
                </a:lnTo>
                <a:lnTo>
                  <a:pt x="0" y="95250"/>
                </a:lnTo>
                <a:lnTo>
                  <a:pt x="2042922" y="95250"/>
                </a:lnTo>
                <a:lnTo>
                  <a:pt x="2042922" y="94488"/>
                </a:lnTo>
                <a:close/>
              </a:path>
              <a:path w="2043429" h="214630">
                <a:moveTo>
                  <a:pt x="2042922" y="91440"/>
                </a:moveTo>
                <a:lnTo>
                  <a:pt x="0" y="91440"/>
                </a:lnTo>
                <a:lnTo>
                  <a:pt x="0" y="92202"/>
                </a:lnTo>
                <a:lnTo>
                  <a:pt x="2042922" y="92202"/>
                </a:lnTo>
                <a:lnTo>
                  <a:pt x="2042922" y="91440"/>
                </a:lnTo>
                <a:close/>
              </a:path>
              <a:path w="2043429" h="214630">
                <a:moveTo>
                  <a:pt x="2042922" y="88392"/>
                </a:moveTo>
                <a:lnTo>
                  <a:pt x="0" y="88392"/>
                </a:lnTo>
                <a:lnTo>
                  <a:pt x="0" y="89154"/>
                </a:lnTo>
                <a:lnTo>
                  <a:pt x="2042922" y="89154"/>
                </a:lnTo>
                <a:lnTo>
                  <a:pt x="2042922" y="88392"/>
                </a:lnTo>
                <a:close/>
              </a:path>
              <a:path w="2043429" h="214630">
                <a:moveTo>
                  <a:pt x="2042922" y="85344"/>
                </a:moveTo>
                <a:lnTo>
                  <a:pt x="0" y="85344"/>
                </a:lnTo>
                <a:lnTo>
                  <a:pt x="0" y="86106"/>
                </a:lnTo>
                <a:lnTo>
                  <a:pt x="2042922" y="86106"/>
                </a:lnTo>
                <a:lnTo>
                  <a:pt x="2042922" y="85344"/>
                </a:lnTo>
                <a:close/>
              </a:path>
              <a:path w="2043429" h="214630">
                <a:moveTo>
                  <a:pt x="2042922" y="82296"/>
                </a:moveTo>
                <a:lnTo>
                  <a:pt x="0" y="82296"/>
                </a:lnTo>
                <a:lnTo>
                  <a:pt x="0" y="83058"/>
                </a:lnTo>
                <a:lnTo>
                  <a:pt x="2042922" y="83058"/>
                </a:lnTo>
                <a:lnTo>
                  <a:pt x="2042922" y="82296"/>
                </a:lnTo>
                <a:close/>
              </a:path>
              <a:path w="2043429" h="214630">
                <a:moveTo>
                  <a:pt x="2042922" y="79248"/>
                </a:moveTo>
                <a:lnTo>
                  <a:pt x="0" y="79248"/>
                </a:lnTo>
                <a:lnTo>
                  <a:pt x="0" y="80010"/>
                </a:lnTo>
                <a:lnTo>
                  <a:pt x="2042922" y="80010"/>
                </a:lnTo>
                <a:lnTo>
                  <a:pt x="2042922" y="79248"/>
                </a:lnTo>
                <a:close/>
              </a:path>
              <a:path w="2043429" h="214630">
                <a:moveTo>
                  <a:pt x="2042922" y="76200"/>
                </a:moveTo>
                <a:lnTo>
                  <a:pt x="0" y="76200"/>
                </a:lnTo>
                <a:lnTo>
                  <a:pt x="0" y="76962"/>
                </a:lnTo>
                <a:lnTo>
                  <a:pt x="2042922" y="76962"/>
                </a:lnTo>
                <a:lnTo>
                  <a:pt x="2042922" y="76200"/>
                </a:lnTo>
                <a:close/>
              </a:path>
              <a:path w="2043429" h="214630">
                <a:moveTo>
                  <a:pt x="2042922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42922" y="73914"/>
                </a:lnTo>
                <a:lnTo>
                  <a:pt x="2042922" y="73152"/>
                </a:lnTo>
                <a:close/>
              </a:path>
              <a:path w="2043429" h="214630">
                <a:moveTo>
                  <a:pt x="2042922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42922" y="70866"/>
                </a:lnTo>
                <a:lnTo>
                  <a:pt x="2042922" y="70104"/>
                </a:lnTo>
                <a:close/>
              </a:path>
              <a:path w="2043429" h="214630">
                <a:moveTo>
                  <a:pt x="2042922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42922" y="67818"/>
                </a:lnTo>
                <a:lnTo>
                  <a:pt x="2042922" y="67056"/>
                </a:lnTo>
                <a:close/>
              </a:path>
              <a:path w="2043429" h="214630">
                <a:moveTo>
                  <a:pt x="2042922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42922" y="64770"/>
                </a:lnTo>
                <a:lnTo>
                  <a:pt x="2042922" y="64008"/>
                </a:lnTo>
                <a:close/>
              </a:path>
              <a:path w="2043429" h="214630">
                <a:moveTo>
                  <a:pt x="2042922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42922" y="61722"/>
                </a:lnTo>
                <a:lnTo>
                  <a:pt x="2042922" y="60960"/>
                </a:lnTo>
                <a:close/>
              </a:path>
              <a:path w="2043429" h="214630">
                <a:moveTo>
                  <a:pt x="2042922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42922" y="58674"/>
                </a:lnTo>
                <a:lnTo>
                  <a:pt x="2042922" y="57912"/>
                </a:lnTo>
                <a:close/>
              </a:path>
              <a:path w="2043429" h="214630">
                <a:moveTo>
                  <a:pt x="2042922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42922" y="55626"/>
                </a:lnTo>
                <a:lnTo>
                  <a:pt x="2042922" y="54864"/>
                </a:lnTo>
                <a:close/>
              </a:path>
              <a:path w="2043429" h="214630">
                <a:moveTo>
                  <a:pt x="2042922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42922" y="52578"/>
                </a:lnTo>
                <a:lnTo>
                  <a:pt x="2042922" y="51816"/>
                </a:lnTo>
                <a:close/>
              </a:path>
              <a:path w="2043429" h="214630">
                <a:moveTo>
                  <a:pt x="2042922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42922" y="49530"/>
                </a:lnTo>
                <a:lnTo>
                  <a:pt x="2042922" y="48768"/>
                </a:lnTo>
                <a:close/>
              </a:path>
              <a:path w="2043429" h="214630">
                <a:moveTo>
                  <a:pt x="2042922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42922" y="46482"/>
                </a:lnTo>
                <a:lnTo>
                  <a:pt x="2042922" y="45720"/>
                </a:lnTo>
                <a:close/>
              </a:path>
              <a:path w="2043429" h="214630">
                <a:moveTo>
                  <a:pt x="2042922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42922" y="43434"/>
                </a:lnTo>
                <a:lnTo>
                  <a:pt x="2042922" y="42672"/>
                </a:lnTo>
                <a:close/>
              </a:path>
              <a:path w="2043429" h="214630">
                <a:moveTo>
                  <a:pt x="2042922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42922" y="40386"/>
                </a:lnTo>
                <a:lnTo>
                  <a:pt x="2042922" y="39624"/>
                </a:lnTo>
                <a:close/>
              </a:path>
              <a:path w="2043429" h="214630">
                <a:moveTo>
                  <a:pt x="2042922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42922" y="37338"/>
                </a:lnTo>
                <a:lnTo>
                  <a:pt x="2042922" y="36576"/>
                </a:lnTo>
                <a:close/>
              </a:path>
              <a:path w="2043429" h="214630">
                <a:moveTo>
                  <a:pt x="2042922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42922" y="34290"/>
                </a:lnTo>
                <a:lnTo>
                  <a:pt x="2042922" y="33528"/>
                </a:lnTo>
                <a:close/>
              </a:path>
              <a:path w="2043429" h="214630">
                <a:moveTo>
                  <a:pt x="2042922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42922" y="31242"/>
                </a:lnTo>
                <a:lnTo>
                  <a:pt x="2042922" y="30480"/>
                </a:lnTo>
                <a:close/>
              </a:path>
              <a:path w="2043429" h="214630">
                <a:moveTo>
                  <a:pt x="2042922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42922" y="28194"/>
                </a:lnTo>
                <a:lnTo>
                  <a:pt x="2042922" y="27432"/>
                </a:lnTo>
                <a:close/>
              </a:path>
              <a:path w="2043429" h="214630">
                <a:moveTo>
                  <a:pt x="2042922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42922" y="25146"/>
                </a:lnTo>
                <a:lnTo>
                  <a:pt x="2042922" y="24384"/>
                </a:lnTo>
                <a:close/>
              </a:path>
              <a:path w="2043429" h="214630">
                <a:moveTo>
                  <a:pt x="2042922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42922" y="22098"/>
                </a:lnTo>
                <a:lnTo>
                  <a:pt x="2042922" y="21336"/>
                </a:lnTo>
                <a:close/>
              </a:path>
              <a:path w="2043429" h="214630">
                <a:moveTo>
                  <a:pt x="2042922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42922" y="19050"/>
                </a:lnTo>
                <a:lnTo>
                  <a:pt x="2042922" y="18288"/>
                </a:lnTo>
                <a:close/>
              </a:path>
              <a:path w="2043429" h="214630">
                <a:moveTo>
                  <a:pt x="2042922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42922" y="16002"/>
                </a:lnTo>
                <a:lnTo>
                  <a:pt x="2042922" y="15240"/>
                </a:lnTo>
                <a:close/>
              </a:path>
              <a:path w="2043429" h="214630">
                <a:moveTo>
                  <a:pt x="2042922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42922" y="12954"/>
                </a:lnTo>
                <a:lnTo>
                  <a:pt x="2042922" y="12192"/>
                </a:lnTo>
                <a:close/>
              </a:path>
              <a:path w="2043429" h="214630">
                <a:moveTo>
                  <a:pt x="2042922" y="9144"/>
                </a:moveTo>
                <a:lnTo>
                  <a:pt x="0" y="9144"/>
                </a:lnTo>
                <a:lnTo>
                  <a:pt x="0" y="9906"/>
                </a:lnTo>
                <a:lnTo>
                  <a:pt x="2042922" y="9906"/>
                </a:lnTo>
                <a:lnTo>
                  <a:pt x="2042922" y="9144"/>
                </a:lnTo>
                <a:close/>
              </a:path>
              <a:path w="2043429" h="214630">
                <a:moveTo>
                  <a:pt x="2042922" y="6096"/>
                </a:moveTo>
                <a:lnTo>
                  <a:pt x="0" y="6096"/>
                </a:lnTo>
                <a:lnTo>
                  <a:pt x="0" y="6858"/>
                </a:lnTo>
                <a:lnTo>
                  <a:pt x="2042922" y="6858"/>
                </a:lnTo>
                <a:lnTo>
                  <a:pt x="2042922" y="6096"/>
                </a:lnTo>
                <a:close/>
              </a:path>
              <a:path w="2043429" h="214630">
                <a:moveTo>
                  <a:pt x="2042922" y="3048"/>
                </a:moveTo>
                <a:lnTo>
                  <a:pt x="0" y="3048"/>
                </a:lnTo>
                <a:lnTo>
                  <a:pt x="0" y="3810"/>
                </a:lnTo>
                <a:lnTo>
                  <a:pt x="2042922" y="3810"/>
                </a:lnTo>
                <a:lnTo>
                  <a:pt x="2042922" y="3048"/>
                </a:lnTo>
                <a:close/>
              </a:path>
              <a:path w="2043429" h="214630">
                <a:moveTo>
                  <a:pt x="2042922" y="0"/>
                </a:moveTo>
                <a:lnTo>
                  <a:pt x="0" y="0"/>
                </a:lnTo>
                <a:lnTo>
                  <a:pt x="0" y="762"/>
                </a:lnTo>
                <a:lnTo>
                  <a:pt x="2042922" y="762"/>
                </a:lnTo>
                <a:lnTo>
                  <a:pt x="2042922" y="0"/>
                </a:lnTo>
                <a:close/>
              </a:path>
            </a:pathLst>
          </a:custGeom>
          <a:solidFill>
            <a:srgbClr val="FFCC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bg object 29"/>
          <p:cNvSpPr/>
          <p:nvPr/>
        </p:nvSpPr>
        <p:spPr>
          <a:xfrm>
            <a:off x="6360553" y="2559446"/>
            <a:ext cx="2043430" cy="214629"/>
          </a:xfrm>
          <a:custGeom>
            <a:avLst/>
            <a:gdLst/>
            <a:ahLst/>
            <a:cxnLst/>
            <a:rect l="l" t="t" r="r" b="b"/>
            <a:pathLst>
              <a:path w="2043429" h="214630">
                <a:moveTo>
                  <a:pt x="2042922" y="213360"/>
                </a:moveTo>
                <a:lnTo>
                  <a:pt x="0" y="213360"/>
                </a:lnTo>
                <a:lnTo>
                  <a:pt x="0" y="214122"/>
                </a:lnTo>
                <a:lnTo>
                  <a:pt x="2042922" y="214122"/>
                </a:lnTo>
                <a:lnTo>
                  <a:pt x="2042922" y="213360"/>
                </a:lnTo>
                <a:close/>
              </a:path>
              <a:path w="2043429" h="214630">
                <a:moveTo>
                  <a:pt x="2042922" y="210312"/>
                </a:moveTo>
                <a:lnTo>
                  <a:pt x="0" y="210312"/>
                </a:lnTo>
                <a:lnTo>
                  <a:pt x="0" y="211074"/>
                </a:lnTo>
                <a:lnTo>
                  <a:pt x="2042922" y="211074"/>
                </a:lnTo>
                <a:lnTo>
                  <a:pt x="2042922" y="210312"/>
                </a:lnTo>
                <a:close/>
              </a:path>
              <a:path w="2043429" h="214630">
                <a:moveTo>
                  <a:pt x="2042922" y="207264"/>
                </a:moveTo>
                <a:lnTo>
                  <a:pt x="0" y="207264"/>
                </a:lnTo>
                <a:lnTo>
                  <a:pt x="0" y="208026"/>
                </a:lnTo>
                <a:lnTo>
                  <a:pt x="2042922" y="208026"/>
                </a:lnTo>
                <a:lnTo>
                  <a:pt x="2042922" y="207264"/>
                </a:lnTo>
                <a:close/>
              </a:path>
              <a:path w="2043429" h="214630">
                <a:moveTo>
                  <a:pt x="2042922" y="204216"/>
                </a:moveTo>
                <a:lnTo>
                  <a:pt x="0" y="204216"/>
                </a:lnTo>
                <a:lnTo>
                  <a:pt x="0" y="204978"/>
                </a:lnTo>
                <a:lnTo>
                  <a:pt x="2042922" y="204978"/>
                </a:lnTo>
                <a:lnTo>
                  <a:pt x="2042922" y="204216"/>
                </a:lnTo>
                <a:close/>
              </a:path>
              <a:path w="2043429" h="214630">
                <a:moveTo>
                  <a:pt x="2042922" y="201168"/>
                </a:moveTo>
                <a:lnTo>
                  <a:pt x="0" y="201168"/>
                </a:lnTo>
                <a:lnTo>
                  <a:pt x="0" y="201930"/>
                </a:lnTo>
                <a:lnTo>
                  <a:pt x="2042922" y="201930"/>
                </a:lnTo>
                <a:lnTo>
                  <a:pt x="2042922" y="201168"/>
                </a:lnTo>
                <a:close/>
              </a:path>
              <a:path w="2043429" h="214630">
                <a:moveTo>
                  <a:pt x="2042922" y="198120"/>
                </a:moveTo>
                <a:lnTo>
                  <a:pt x="0" y="198120"/>
                </a:lnTo>
                <a:lnTo>
                  <a:pt x="0" y="198882"/>
                </a:lnTo>
                <a:lnTo>
                  <a:pt x="2042922" y="198882"/>
                </a:lnTo>
                <a:lnTo>
                  <a:pt x="2042922" y="198120"/>
                </a:lnTo>
                <a:close/>
              </a:path>
              <a:path w="2043429" h="214630">
                <a:moveTo>
                  <a:pt x="2042922" y="195072"/>
                </a:moveTo>
                <a:lnTo>
                  <a:pt x="0" y="195072"/>
                </a:lnTo>
                <a:lnTo>
                  <a:pt x="0" y="195834"/>
                </a:lnTo>
                <a:lnTo>
                  <a:pt x="2042922" y="195834"/>
                </a:lnTo>
                <a:lnTo>
                  <a:pt x="2042922" y="195072"/>
                </a:lnTo>
                <a:close/>
              </a:path>
              <a:path w="2043429" h="214630">
                <a:moveTo>
                  <a:pt x="2042922" y="192024"/>
                </a:moveTo>
                <a:lnTo>
                  <a:pt x="0" y="192024"/>
                </a:lnTo>
                <a:lnTo>
                  <a:pt x="0" y="192786"/>
                </a:lnTo>
                <a:lnTo>
                  <a:pt x="2042922" y="192786"/>
                </a:lnTo>
                <a:lnTo>
                  <a:pt x="2042922" y="192024"/>
                </a:lnTo>
                <a:close/>
              </a:path>
              <a:path w="2043429" h="214630">
                <a:moveTo>
                  <a:pt x="2042922" y="188976"/>
                </a:moveTo>
                <a:lnTo>
                  <a:pt x="0" y="188976"/>
                </a:lnTo>
                <a:lnTo>
                  <a:pt x="0" y="189738"/>
                </a:lnTo>
                <a:lnTo>
                  <a:pt x="2042922" y="189738"/>
                </a:lnTo>
                <a:lnTo>
                  <a:pt x="2042922" y="188976"/>
                </a:lnTo>
                <a:close/>
              </a:path>
              <a:path w="2043429" h="214630">
                <a:moveTo>
                  <a:pt x="2042922" y="185928"/>
                </a:moveTo>
                <a:lnTo>
                  <a:pt x="0" y="185928"/>
                </a:lnTo>
                <a:lnTo>
                  <a:pt x="0" y="186690"/>
                </a:lnTo>
                <a:lnTo>
                  <a:pt x="2042922" y="186690"/>
                </a:lnTo>
                <a:lnTo>
                  <a:pt x="2042922" y="185928"/>
                </a:lnTo>
                <a:close/>
              </a:path>
              <a:path w="2043429" h="214630">
                <a:moveTo>
                  <a:pt x="2042922" y="182880"/>
                </a:moveTo>
                <a:lnTo>
                  <a:pt x="0" y="182880"/>
                </a:lnTo>
                <a:lnTo>
                  <a:pt x="0" y="183642"/>
                </a:lnTo>
                <a:lnTo>
                  <a:pt x="2042922" y="183642"/>
                </a:lnTo>
                <a:lnTo>
                  <a:pt x="2042922" y="182880"/>
                </a:lnTo>
                <a:close/>
              </a:path>
              <a:path w="2043429" h="214630">
                <a:moveTo>
                  <a:pt x="2042922" y="179832"/>
                </a:moveTo>
                <a:lnTo>
                  <a:pt x="0" y="179832"/>
                </a:lnTo>
                <a:lnTo>
                  <a:pt x="0" y="180594"/>
                </a:lnTo>
                <a:lnTo>
                  <a:pt x="2042922" y="180594"/>
                </a:lnTo>
                <a:lnTo>
                  <a:pt x="2042922" y="179832"/>
                </a:lnTo>
                <a:close/>
              </a:path>
              <a:path w="2043429" h="214630">
                <a:moveTo>
                  <a:pt x="2042922" y="176784"/>
                </a:moveTo>
                <a:lnTo>
                  <a:pt x="0" y="176784"/>
                </a:lnTo>
                <a:lnTo>
                  <a:pt x="0" y="177546"/>
                </a:lnTo>
                <a:lnTo>
                  <a:pt x="2042922" y="177546"/>
                </a:lnTo>
                <a:lnTo>
                  <a:pt x="2042922" y="176784"/>
                </a:lnTo>
                <a:close/>
              </a:path>
              <a:path w="2043429" h="214630">
                <a:moveTo>
                  <a:pt x="2042922" y="173736"/>
                </a:moveTo>
                <a:lnTo>
                  <a:pt x="0" y="173736"/>
                </a:lnTo>
                <a:lnTo>
                  <a:pt x="0" y="174498"/>
                </a:lnTo>
                <a:lnTo>
                  <a:pt x="2042922" y="174498"/>
                </a:lnTo>
                <a:lnTo>
                  <a:pt x="2042922" y="173736"/>
                </a:lnTo>
                <a:close/>
              </a:path>
              <a:path w="2043429" h="214630">
                <a:moveTo>
                  <a:pt x="2042922" y="170688"/>
                </a:moveTo>
                <a:lnTo>
                  <a:pt x="0" y="170688"/>
                </a:lnTo>
                <a:lnTo>
                  <a:pt x="0" y="171450"/>
                </a:lnTo>
                <a:lnTo>
                  <a:pt x="2042922" y="171450"/>
                </a:lnTo>
                <a:lnTo>
                  <a:pt x="2042922" y="170688"/>
                </a:lnTo>
                <a:close/>
              </a:path>
              <a:path w="2043429" h="214630">
                <a:moveTo>
                  <a:pt x="2042922" y="167640"/>
                </a:moveTo>
                <a:lnTo>
                  <a:pt x="0" y="167640"/>
                </a:lnTo>
                <a:lnTo>
                  <a:pt x="0" y="168402"/>
                </a:lnTo>
                <a:lnTo>
                  <a:pt x="2042922" y="168402"/>
                </a:lnTo>
                <a:lnTo>
                  <a:pt x="2042922" y="167640"/>
                </a:lnTo>
                <a:close/>
              </a:path>
              <a:path w="2043429" h="214630">
                <a:moveTo>
                  <a:pt x="2042922" y="164592"/>
                </a:moveTo>
                <a:lnTo>
                  <a:pt x="0" y="164592"/>
                </a:lnTo>
                <a:lnTo>
                  <a:pt x="0" y="165354"/>
                </a:lnTo>
                <a:lnTo>
                  <a:pt x="2042922" y="165354"/>
                </a:lnTo>
                <a:lnTo>
                  <a:pt x="2042922" y="164592"/>
                </a:lnTo>
                <a:close/>
              </a:path>
              <a:path w="2043429" h="214630">
                <a:moveTo>
                  <a:pt x="2042922" y="161544"/>
                </a:moveTo>
                <a:lnTo>
                  <a:pt x="0" y="161544"/>
                </a:lnTo>
                <a:lnTo>
                  <a:pt x="0" y="162306"/>
                </a:lnTo>
                <a:lnTo>
                  <a:pt x="2042922" y="162306"/>
                </a:lnTo>
                <a:lnTo>
                  <a:pt x="2042922" y="161544"/>
                </a:lnTo>
                <a:close/>
              </a:path>
              <a:path w="2043429" h="214630">
                <a:moveTo>
                  <a:pt x="2042922" y="158496"/>
                </a:moveTo>
                <a:lnTo>
                  <a:pt x="0" y="158496"/>
                </a:lnTo>
                <a:lnTo>
                  <a:pt x="0" y="159258"/>
                </a:lnTo>
                <a:lnTo>
                  <a:pt x="2042922" y="159258"/>
                </a:lnTo>
                <a:lnTo>
                  <a:pt x="2042922" y="158496"/>
                </a:lnTo>
                <a:close/>
              </a:path>
              <a:path w="2043429" h="214630">
                <a:moveTo>
                  <a:pt x="2042922" y="155448"/>
                </a:moveTo>
                <a:lnTo>
                  <a:pt x="0" y="155448"/>
                </a:lnTo>
                <a:lnTo>
                  <a:pt x="0" y="156210"/>
                </a:lnTo>
                <a:lnTo>
                  <a:pt x="2042922" y="156210"/>
                </a:lnTo>
                <a:lnTo>
                  <a:pt x="2042922" y="155448"/>
                </a:lnTo>
                <a:close/>
              </a:path>
              <a:path w="2043429" h="214630">
                <a:moveTo>
                  <a:pt x="2042922" y="152400"/>
                </a:moveTo>
                <a:lnTo>
                  <a:pt x="0" y="152400"/>
                </a:lnTo>
                <a:lnTo>
                  <a:pt x="0" y="153162"/>
                </a:lnTo>
                <a:lnTo>
                  <a:pt x="2042922" y="153162"/>
                </a:lnTo>
                <a:lnTo>
                  <a:pt x="2042922" y="152400"/>
                </a:lnTo>
                <a:close/>
              </a:path>
              <a:path w="2043429" h="214630">
                <a:moveTo>
                  <a:pt x="2042922" y="149352"/>
                </a:moveTo>
                <a:lnTo>
                  <a:pt x="0" y="149352"/>
                </a:lnTo>
                <a:lnTo>
                  <a:pt x="0" y="150114"/>
                </a:lnTo>
                <a:lnTo>
                  <a:pt x="2042922" y="150114"/>
                </a:lnTo>
                <a:lnTo>
                  <a:pt x="2042922" y="149352"/>
                </a:lnTo>
                <a:close/>
              </a:path>
              <a:path w="2043429" h="214630">
                <a:moveTo>
                  <a:pt x="2042922" y="146304"/>
                </a:moveTo>
                <a:lnTo>
                  <a:pt x="0" y="146304"/>
                </a:lnTo>
                <a:lnTo>
                  <a:pt x="0" y="147066"/>
                </a:lnTo>
                <a:lnTo>
                  <a:pt x="2042922" y="147066"/>
                </a:lnTo>
                <a:lnTo>
                  <a:pt x="2042922" y="146304"/>
                </a:lnTo>
                <a:close/>
              </a:path>
              <a:path w="2043429" h="214630">
                <a:moveTo>
                  <a:pt x="2042922" y="143256"/>
                </a:moveTo>
                <a:lnTo>
                  <a:pt x="0" y="143256"/>
                </a:lnTo>
                <a:lnTo>
                  <a:pt x="0" y="144018"/>
                </a:lnTo>
                <a:lnTo>
                  <a:pt x="2042922" y="144018"/>
                </a:lnTo>
                <a:lnTo>
                  <a:pt x="2042922" y="143256"/>
                </a:lnTo>
                <a:close/>
              </a:path>
              <a:path w="2043429" h="214630">
                <a:moveTo>
                  <a:pt x="2042922" y="140208"/>
                </a:moveTo>
                <a:lnTo>
                  <a:pt x="0" y="140208"/>
                </a:lnTo>
                <a:lnTo>
                  <a:pt x="0" y="140970"/>
                </a:lnTo>
                <a:lnTo>
                  <a:pt x="2042922" y="140970"/>
                </a:lnTo>
                <a:lnTo>
                  <a:pt x="2042922" y="140208"/>
                </a:lnTo>
                <a:close/>
              </a:path>
              <a:path w="2043429" h="214630">
                <a:moveTo>
                  <a:pt x="2042922" y="137160"/>
                </a:moveTo>
                <a:lnTo>
                  <a:pt x="0" y="137160"/>
                </a:lnTo>
                <a:lnTo>
                  <a:pt x="0" y="137922"/>
                </a:lnTo>
                <a:lnTo>
                  <a:pt x="2042922" y="137922"/>
                </a:lnTo>
                <a:lnTo>
                  <a:pt x="2042922" y="137160"/>
                </a:lnTo>
                <a:close/>
              </a:path>
              <a:path w="2043429" h="214630">
                <a:moveTo>
                  <a:pt x="2042922" y="134112"/>
                </a:moveTo>
                <a:lnTo>
                  <a:pt x="0" y="134112"/>
                </a:lnTo>
                <a:lnTo>
                  <a:pt x="0" y="134874"/>
                </a:lnTo>
                <a:lnTo>
                  <a:pt x="2042922" y="134874"/>
                </a:lnTo>
                <a:lnTo>
                  <a:pt x="2042922" y="134112"/>
                </a:lnTo>
                <a:close/>
              </a:path>
              <a:path w="2043429" h="214630">
                <a:moveTo>
                  <a:pt x="2042922" y="131064"/>
                </a:moveTo>
                <a:lnTo>
                  <a:pt x="0" y="131064"/>
                </a:lnTo>
                <a:lnTo>
                  <a:pt x="0" y="131826"/>
                </a:lnTo>
                <a:lnTo>
                  <a:pt x="2042922" y="131826"/>
                </a:lnTo>
                <a:lnTo>
                  <a:pt x="2042922" y="131064"/>
                </a:lnTo>
                <a:close/>
              </a:path>
              <a:path w="2043429" h="214630">
                <a:moveTo>
                  <a:pt x="2042922" y="128016"/>
                </a:moveTo>
                <a:lnTo>
                  <a:pt x="0" y="128016"/>
                </a:lnTo>
                <a:lnTo>
                  <a:pt x="0" y="128778"/>
                </a:lnTo>
                <a:lnTo>
                  <a:pt x="2042922" y="128778"/>
                </a:lnTo>
                <a:lnTo>
                  <a:pt x="2042922" y="128016"/>
                </a:lnTo>
                <a:close/>
              </a:path>
              <a:path w="2043429" h="214630">
                <a:moveTo>
                  <a:pt x="2042922" y="124968"/>
                </a:moveTo>
                <a:lnTo>
                  <a:pt x="0" y="124968"/>
                </a:lnTo>
                <a:lnTo>
                  <a:pt x="0" y="125730"/>
                </a:lnTo>
                <a:lnTo>
                  <a:pt x="2042922" y="125730"/>
                </a:lnTo>
                <a:lnTo>
                  <a:pt x="2042922" y="124968"/>
                </a:lnTo>
                <a:close/>
              </a:path>
              <a:path w="2043429" h="214630">
                <a:moveTo>
                  <a:pt x="2042922" y="121920"/>
                </a:moveTo>
                <a:lnTo>
                  <a:pt x="0" y="121920"/>
                </a:lnTo>
                <a:lnTo>
                  <a:pt x="0" y="122682"/>
                </a:lnTo>
                <a:lnTo>
                  <a:pt x="2042922" y="122682"/>
                </a:lnTo>
                <a:lnTo>
                  <a:pt x="2042922" y="121920"/>
                </a:lnTo>
                <a:close/>
              </a:path>
              <a:path w="2043429" h="214630">
                <a:moveTo>
                  <a:pt x="2042922" y="118872"/>
                </a:moveTo>
                <a:lnTo>
                  <a:pt x="0" y="118872"/>
                </a:lnTo>
                <a:lnTo>
                  <a:pt x="0" y="119634"/>
                </a:lnTo>
                <a:lnTo>
                  <a:pt x="2042922" y="119634"/>
                </a:lnTo>
                <a:lnTo>
                  <a:pt x="2042922" y="118872"/>
                </a:lnTo>
                <a:close/>
              </a:path>
              <a:path w="2043429" h="214630">
                <a:moveTo>
                  <a:pt x="2042922" y="115824"/>
                </a:moveTo>
                <a:lnTo>
                  <a:pt x="0" y="115824"/>
                </a:lnTo>
                <a:lnTo>
                  <a:pt x="0" y="116586"/>
                </a:lnTo>
                <a:lnTo>
                  <a:pt x="2042922" y="116586"/>
                </a:lnTo>
                <a:lnTo>
                  <a:pt x="2042922" y="115824"/>
                </a:lnTo>
                <a:close/>
              </a:path>
              <a:path w="2043429" h="214630">
                <a:moveTo>
                  <a:pt x="2042922" y="112776"/>
                </a:moveTo>
                <a:lnTo>
                  <a:pt x="0" y="112776"/>
                </a:lnTo>
                <a:lnTo>
                  <a:pt x="0" y="113538"/>
                </a:lnTo>
                <a:lnTo>
                  <a:pt x="2042922" y="113538"/>
                </a:lnTo>
                <a:lnTo>
                  <a:pt x="2042922" y="112776"/>
                </a:lnTo>
                <a:close/>
              </a:path>
              <a:path w="2043429" h="214630">
                <a:moveTo>
                  <a:pt x="2042922" y="109728"/>
                </a:moveTo>
                <a:lnTo>
                  <a:pt x="0" y="109728"/>
                </a:lnTo>
                <a:lnTo>
                  <a:pt x="0" y="110490"/>
                </a:lnTo>
                <a:lnTo>
                  <a:pt x="2042922" y="110490"/>
                </a:lnTo>
                <a:lnTo>
                  <a:pt x="2042922" y="109728"/>
                </a:lnTo>
                <a:close/>
              </a:path>
              <a:path w="2043429" h="214630">
                <a:moveTo>
                  <a:pt x="2042922" y="106680"/>
                </a:moveTo>
                <a:lnTo>
                  <a:pt x="0" y="106680"/>
                </a:lnTo>
                <a:lnTo>
                  <a:pt x="0" y="107442"/>
                </a:lnTo>
                <a:lnTo>
                  <a:pt x="2042922" y="107442"/>
                </a:lnTo>
                <a:lnTo>
                  <a:pt x="2042922" y="106680"/>
                </a:lnTo>
                <a:close/>
              </a:path>
              <a:path w="2043429" h="214630">
                <a:moveTo>
                  <a:pt x="2042922" y="103632"/>
                </a:moveTo>
                <a:lnTo>
                  <a:pt x="0" y="103632"/>
                </a:lnTo>
                <a:lnTo>
                  <a:pt x="0" y="104394"/>
                </a:lnTo>
                <a:lnTo>
                  <a:pt x="2042922" y="104394"/>
                </a:lnTo>
                <a:lnTo>
                  <a:pt x="2042922" y="103632"/>
                </a:lnTo>
                <a:close/>
              </a:path>
              <a:path w="2043429" h="214630">
                <a:moveTo>
                  <a:pt x="2042922" y="100584"/>
                </a:moveTo>
                <a:lnTo>
                  <a:pt x="0" y="100584"/>
                </a:lnTo>
                <a:lnTo>
                  <a:pt x="0" y="101346"/>
                </a:lnTo>
                <a:lnTo>
                  <a:pt x="2042922" y="101346"/>
                </a:lnTo>
                <a:lnTo>
                  <a:pt x="2042922" y="100584"/>
                </a:lnTo>
                <a:close/>
              </a:path>
              <a:path w="2043429" h="214630">
                <a:moveTo>
                  <a:pt x="2042922" y="97536"/>
                </a:moveTo>
                <a:lnTo>
                  <a:pt x="0" y="97536"/>
                </a:lnTo>
                <a:lnTo>
                  <a:pt x="0" y="98298"/>
                </a:lnTo>
                <a:lnTo>
                  <a:pt x="2042922" y="98298"/>
                </a:lnTo>
                <a:lnTo>
                  <a:pt x="2042922" y="97536"/>
                </a:lnTo>
                <a:close/>
              </a:path>
              <a:path w="2043429" h="214630">
                <a:moveTo>
                  <a:pt x="2042922" y="94488"/>
                </a:moveTo>
                <a:lnTo>
                  <a:pt x="0" y="94488"/>
                </a:lnTo>
                <a:lnTo>
                  <a:pt x="0" y="95250"/>
                </a:lnTo>
                <a:lnTo>
                  <a:pt x="2042922" y="95250"/>
                </a:lnTo>
                <a:lnTo>
                  <a:pt x="2042922" y="94488"/>
                </a:lnTo>
                <a:close/>
              </a:path>
              <a:path w="2043429" h="214630">
                <a:moveTo>
                  <a:pt x="2042922" y="91440"/>
                </a:moveTo>
                <a:lnTo>
                  <a:pt x="0" y="91440"/>
                </a:lnTo>
                <a:lnTo>
                  <a:pt x="0" y="92202"/>
                </a:lnTo>
                <a:lnTo>
                  <a:pt x="2042922" y="92202"/>
                </a:lnTo>
                <a:lnTo>
                  <a:pt x="2042922" y="91440"/>
                </a:lnTo>
                <a:close/>
              </a:path>
              <a:path w="2043429" h="214630">
                <a:moveTo>
                  <a:pt x="2042922" y="88392"/>
                </a:moveTo>
                <a:lnTo>
                  <a:pt x="0" y="88392"/>
                </a:lnTo>
                <a:lnTo>
                  <a:pt x="0" y="89154"/>
                </a:lnTo>
                <a:lnTo>
                  <a:pt x="2042922" y="89154"/>
                </a:lnTo>
                <a:lnTo>
                  <a:pt x="2042922" y="88392"/>
                </a:lnTo>
                <a:close/>
              </a:path>
              <a:path w="2043429" h="214630">
                <a:moveTo>
                  <a:pt x="2042922" y="85344"/>
                </a:moveTo>
                <a:lnTo>
                  <a:pt x="0" y="85344"/>
                </a:lnTo>
                <a:lnTo>
                  <a:pt x="0" y="86106"/>
                </a:lnTo>
                <a:lnTo>
                  <a:pt x="2042922" y="86106"/>
                </a:lnTo>
                <a:lnTo>
                  <a:pt x="2042922" y="85344"/>
                </a:lnTo>
                <a:close/>
              </a:path>
              <a:path w="2043429" h="214630">
                <a:moveTo>
                  <a:pt x="2042922" y="82296"/>
                </a:moveTo>
                <a:lnTo>
                  <a:pt x="0" y="82296"/>
                </a:lnTo>
                <a:lnTo>
                  <a:pt x="0" y="83058"/>
                </a:lnTo>
                <a:lnTo>
                  <a:pt x="2042922" y="83058"/>
                </a:lnTo>
                <a:lnTo>
                  <a:pt x="2042922" y="82296"/>
                </a:lnTo>
                <a:close/>
              </a:path>
              <a:path w="2043429" h="214630">
                <a:moveTo>
                  <a:pt x="2042922" y="79248"/>
                </a:moveTo>
                <a:lnTo>
                  <a:pt x="0" y="79248"/>
                </a:lnTo>
                <a:lnTo>
                  <a:pt x="0" y="80010"/>
                </a:lnTo>
                <a:lnTo>
                  <a:pt x="2042922" y="80010"/>
                </a:lnTo>
                <a:lnTo>
                  <a:pt x="2042922" y="79248"/>
                </a:lnTo>
                <a:close/>
              </a:path>
              <a:path w="2043429" h="214630">
                <a:moveTo>
                  <a:pt x="2042922" y="76200"/>
                </a:moveTo>
                <a:lnTo>
                  <a:pt x="0" y="76200"/>
                </a:lnTo>
                <a:lnTo>
                  <a:pt x="0" y="76962"/>
                </a:lnTo>
                <a:lnTo>
                  <a:pt x="2042922" y="76962"/>
                </a:lnTo>
                <a:lnTo>
                  <a:pt x="2042922" y="76200"/>
                </a:lnTo>
                <a:close/>
              </a:path>
              <a:path w="2043429" h="214630">
                <a:moveTo>
                  <a:pt x="2042922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42922" y="73914"/>
                </a:lnTo>
                <a:lnTo>
                  <a:pt x="2042922" y="73152"/>
                </a:lnTo>
                <a:close/>
              </a:path>
              <a:path w="2043429" h="214630">
                <a:moveTo>
                  <a:pt x="2042922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42922" y="70866"/>
                </a:lnTo>
                <a:lnTo>
                  <a:pt x="2042922" y="70104"/>
                </a:lnTo>
                <a:close/>
              </a:path>
              <a:path w="2043429" h="214630">
                <a:moveTo>
                  <a:pt x="2042922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42922" y="67818"/>
                </a:lnTo>
                <a:lnTo>
                  <a:pt x="2042922" y="67056"/>
                </a:lnTo>
                <a:close/>
              </a:path>
              <a:path w="2043429" h="214630">
                <a:moveTo>
                  <a:pt x="2042922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42922" y="64770"/>
                </a:lnTo>
                <a:lnTo>
                  <a:pt x="2042922" y="64008"/>
                </a:lnTo>
                <a:close/>
              </a:path>
              <a:path w="2043429" h="214630">
                <a:moveTo>
                  <a:pt x="2042922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42922" y="61722"/>
                </a:lnTo>
                <a:lnTo>
                  <a:pt x="2042922" y="60960"/>
                </a:lnTo>
                <a:close/>
              </a:path>
              <a:path w="2043429" h="214630">
                <a:moveTo>
                  <a:pt x="2042922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42922" y="58674"/>
                </a:lnTo>
                <a:lnTo>
                  <a:pt x="2042922" y="57912"/>
                </a:lnTo>
                <a:close/>
              </a:path>
              <a:path w="2043429" h="214630">
                <a:moveTo>
                  <a:pt x="2042922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42922" y="55626"/>
                </a:lnTo>
                <a:lnTo>
                  <a:pt x="2042922" y="54864"/>
                </a:lnTo>
                <a:close/>
              </a:path>
              <a:path w="2043429" h="214630">
                <a:moveTo>
                  <a:pt x="2042922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42922" y="52578"/>
                </a:lnTo>
                <a:lnTo>
                  <a:pt x="2042922" y="51816"/>
                </a:lnTo>
                <a:close/>
              </a:path>
              <a:path w="2043429" h="214630">
                <a:moveTo>
                  <a:pt x="2042922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42922" y="49530"/>
                </a:lnTo>
                <a:lnTo>
                  <a:pt x="2042922" y="48768"/>
                </a:lnTo>
                <a:close/>
              </a:path>
              <a:path w="2043429" h="214630">
                <a:moveTo>
                  <a:pt x="2042922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42922" y="46482"/>
                </a:lnTo>
                <a:lnTo>
                  <a:pt x="2042922" y="45720"/>
                </a:lnTo>
                <a:close/>
              </a:path>
              <a:path w="2043429" h="214630">
                <a:moveTo>
                  <a:pt x="2042922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42922" y="43434"/>
                </a:lnTo>
                <a:lnTo>
                  <a:pt x="2042922" y="42672"/>
                </a:lnTo>
                <a:close/>
              </a:path>
              <a:path w="2043429" h="214630">
                <a:moveTo>
                  <a:pt x="2042922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42922" y="40386"/>
                </a:lnTo>
                <a:lnTo>
                  <a:pt x="2042922" y="39624"/>
                </a:lnTo>
                <a:close/>
              </a:path>
              <a:path w="2043429" h="214630">
                <a:moveTo>
                  <a:pt x="2042922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42922" y="37338"/>
                </a:lnTo>
                <a:lnTo>
                  <a:pt x="2042922" y="36576"/>
                </a:lnTo>
                <a:close/>
              </a:path>
              <a:path w="2043429" h="214630">
                <a:moveTo>
                  <a:pt x="2042922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42922" y="34290"/>
                </a:lnTo>
                <a:lnTo>
                  <a:pt x="2042922" y="33528"/>
                </a:lnTo>
                <a:close/>
              </a:path>
              <a:path w="2043429" h="214630">
                <a:moveTo>
                  <a:pt x="2042922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42922" y="31242"/>
                </a:lnTo>
                <a:lnTo>
                  <a:pt x="2042922" y="30480"/>
                </a:lnTo>
                <a:close/>
              </a:path>
              <a:path w="2043429" h="214630">
                <a:moveTo>
                  <a:pt x="2042922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42922" y="28194"/>
                </a:lnTo>
                <a:lnTo>
                  <a:pt x="2042922" y="27432"/>
                </a:lnTo>
                <a:close/>
              </a:path>
              <a:path w="2043429" h="214630">
                <a:moveTo>
                  <a:pt x="2042922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42922" y="25146"/>
                </a:lnTo>
                <a:lnTo>
                  <a:pt x="2042922" y="24384"/>
                </a:lnTo>
                <a:close/>
              </a:path>
              <a:path w="2043429" h="214630">
                <a:moveTo>
                  <a:pt x="2042922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42922" y="22098"/>
                </a:lnTo>
                <a:lnTo>
                  <a:pt x="2042922" y="21336"/>
                </a:lnTo>
                <a:close/>
              </a:path>
              <a:path w="2043429" h="214630">
                <a:moveTo>
                  <a:pt x="2042922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42922" y="19050"/>
                </a:lnTo>
                <a:lnTo>
                  <a:pt x="2042922" y="18288"/>
                </a:lnTo>
                <a:close/>
              </a:path>
              <a:path w="2043429" h="214630">
                <a:moveTo>
                  <a:pt x="2042922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42922" y="16002"/>
                </a:lnTo>
                <a:lnTo>
                  <a:pt x="2042922" y="15240"/>
                </a:lnTo>
                <a:close/>
              </a:path>
              <a:path w="2043429" h="214630">
                <a:moveTo>
                  <a:pt x="2042922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42922" y="12954"/>
                </a:lnTo>
                <a:lnTo>
                  <a:pt x="2042922" y="12192"/>
                </a:lnTo>
                <a:close/>
              </a:path>
              <a:path w="2043429" h="214630">
                <a:moveTo>
                  <a:pt x="2042922" y="9144"/>
                </a:moveTo>
                <a:lnTo>
                  <a:pt x="0" y="9144"/>
                </a:lnTo>
                <a:lnTo>
                  <a:pt x="0" y="9906"/>
                </a:lnTo>
                <a:lnTo>
                  <a:pt x="2042922" y="9906"/>
                </a:lnTo>
                <a:lnTo>
                  <a:pt x="2042922" y="9144"/>
                </a:lnTo>
                <a:close/>
              </a:path>
              <a:path w="2043429" h="214630">
                <a:moveTo>
                  <a:pt x="2042922" y="6096"/>
                </a:moveTo>
                <a:lnTo>
                  <a:pt x="0" y="6096"/>
                </a:lnTo>
                <a:lnTo>
                  <a:pt x="0" y="6858"/>
                </a:lnTo>
                <a:lnTo>
                  <a:pt x="2042922" y="6858"/>
                </a:lnTo>
                <a:lnTo>
                  <a:pt x="2042922" y="6096"/>
                </a:lnTo>
                <a:close/>
              </a:path>
              <a:path w="2043429" h="214630">
                <a:moveTo>
                  <a:pt x="2042922" y="3048"/>
                </a:moveTo>
                <a:lnTo>
                  <a:pt x="0" y="3048"/>
                </a:lnTo>
                <a:lnTo>
                  <a:pt x="0" y="3810"/>
                </a:lnTo>
                <a:lnTo>
                  <a:pt x="2042922" y="3810"/>
                </a:lnTo>
                <a:lnTo>
                  <a:pt x="2042922" y="3048"/>
                </a:lnTo>
                <a:close/>
              </a:path>
              <a:path w="2043429" h="214630">
                <a:moveTo>
                  <a:pt x="2042922" y="0"/>
                </a:moveTo>
                <a:lnTo>
                  <a:pt x="0" y="0"/>
                </a:lnTo>
                <a:lnTo>
                  <a:pt x="0" y="762"/>
                </a:lnTo>
                <a:lnTo>
                  <a:pt x="2042922" y="762"/>
                </a:lnTo>
                <a:lnTo>
                  <a:pt x="2042922" y="0"/>
                </a:lnTo>
                <a:close/>
              </a:path>
            </a:pathLst>
          </a:custGeom>
          <a:solidFill>
            <a:srgbClr val="FFCC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bg object 30"/>
          <p:cNvSpPr/>
          <p:nvPr/>
        </p:nvSpPr>
        <p:spPr>
          <a:xfrm>
            <a:off x="6360553" y="2772806"/>
            <a:ext cx="2043430" cy="214629"/>
          </a:xfrm>
          <a:custGeom>
            <a:avLst/>
            <a:gdLst/>
            <a:ahLst/>
            <a:cxnLst/>
            <a:rect l="l" t="t" r="r" b="b"/>
            <a:pathLst>
              <a:path w="2043429" h="214630">
                <a:moveTo>
                  <a:pt x="2042922" y="213360"/>
                </a:moveTo>
                <a:lnTo>
                  <a:pt x="0" y="213360"/>
                </a:lnTo>
                <a:lnTo>
                  <a:pt x="0" y="214122"/>
                </a:lnTo>
                <a:lnTo>
                  <a:pt x="2042922" y="214122"/>
                </a:lnTo>
                <a:lnTo>
                  <a:pt x="2042922" y="213360"/>
                </a:lnTo>
                <a:close/>
              </a:path>
              <a:path w="2043429" h="214630">
                <a:moveTo>
                  <a:pt x="2042922" y="210312"/>
                </a:moveTo>
                <a:lnTo>
                  <a:pt x="0" y="210312"/>
                </a:lnTo>
                <a:lnTo>
                  <a:pt x="0" y="211074"/>
                </a:lnTo>
                <a:lnTo>
                  <a:pt x="2042922" y="211074"/>
                </a:lnTo>
                <a:lnTo>
                  <a:pt x="2042922" y="210312"/>
                </a:lnTo>
                <a:close/>
              </a:path>
              <a:path w="2043429" h="214630">
                <a:moveTo>
                  <a:pt x="2042922" y="207264"/>
                </a:moveTo>
                <a:lnTo>
                  <a:pt x="0" y="207264"/>
                </a:lnTo>
                <a:lnTo>
                  <a:pt x="0" y="208026"/>
                </a:lnTo>
                <a:lnTo>
                  <a:pt x="2042922" y="208026"/>
                </a:lnTo>
                <a:lnTo>
                  <a:pt x="2042922" y="207264"/>
                </a:lnTo>
                <a:close/>
              </a:path>
              <a:path w="2043429" h="214630">
                <a:moveTo>
                  <a:pt x="2042922" y="204216"/>
                </a:moveTo>
                <a:lnTo>
                  <a:pt x="0" y="204216"/>
                </a:lnTo>
                <a:lnTo>
                  <a:pt x="0" y="204978"/>
                </a:lnTo>
                <a:lnTo>
                  <a:pt x="2042922" y="204978"/>
                </a:lnTo>
                <a:lnTo>
                  <a:pt x="2042922" y="204216"/>
                </a:lnTo>
                <a:close/>
              </a:path>
              <a:path w="2043429" h="214630">
                <a:moveTo>
                  <a:pt x="2042922" y="201168"/>
                </a:moveTo>
                <a:lnTo>
                  <a:pt x="0" y="201168"/>
                </a:lnTo>
                <a:lnTo>
                  <a:pt x="0" y="201930"/>
                </a:lnTo>
                <a:lnTo>
                  <a:pt x="2042922" y="201930"/>
                </a:lnTo>
                <a:lnTo>
                  <a:pt x="2042922" y="201168"/>
                </a:lnTo>
                <a:close/>
              </a:path>
              <a:path w="2043429" h="214630">
                <a:moveTo>
                  <a:pt x="2042922" y="198120"/>
                </a:moveTo>
                <a:lnTo>
                  <a:pt x="0" y="198120"/>
                </a:lnTo>
                <a:lnTo>
                  <a:pt x="0" y="198882"/>
                </a:lnTo>
                <a:lnTo>
                  <a:pt x="2042922" y="198882"/>
                </a:lnTo>
                <a:lnTo>
                  <a:pt x="2042922" y="198120"/>
                </a:lnTo>
                <a:close/>
              </a:path>
              <a:path w="2043429" h="214630">
                <a:moveTo>
                  <a:pt x="2042922" y="195072"/>
                </a:moveTo>
                <a:lnTo>
                  <a:pt x="0" y="195072"/>
                </a:lnTo>
                <a:lnTo>
                  <a:pt x="0" y="195834"/>
                </a:lnTo>
                <a:lnTo>
                  <a:pt x="2042922" y="195834"/>
                </a:lnTo>
                <a:lnTo>
                  <a:pt x="2042922" y="195072"/>
                </a:lnTo>
                <a:close/>
              </a:path>
              <a:path w="2043429" h="214630">
                <a:moveTo>
                  <a:pt x="2042922" y="192024"/>
                </a:moveTo>
                <a:lnTo>
                  <a:pt x="0" y="192024"/>
                </a:lnTo>
                <a:lnTo>
                  <a:pt x="0" y="192786"/>
                </a:lnTo>
                <a:lnTo>
                  <a:pt x="2042922" y="192786"/>
                </a:lnTo>
                <a:lnTo>
                  <a:pt x="2042922" y="192024"/>
                </a:lnTo>
                <a:close/>
              </a:path>
              <a:path w="2043429" h="214630">
                <a:moveTo>
                  <a:pt x="2042922" y="188976"/>
                </a:moveTo>
                <a:lnTo>
                  <a:pt x="0" y="188976"/>
                </a:lnTo>
                <a:lnTo>
                  <a:pt x="0" y="189738"/>
                </a:lnTo>
                <a:lnTo>
                  <a:pt x="2042922" y="189738"/>
                </a:lnTo>
                <a:lnTo>
                  <a:pt x="2042922" y="188976"/>
                </a:lnTo>
                <a:close/>
              </a:path>
              <a:path w="2043429" h="214630">
                <a:moveTo>
                  <a:pt x="2042922" y="185928"/>
                </a:moveTo>
                <a:lnTo>
                  <a:pt x="0" y="185928"/>
                </a:lnTo>
                <a:lnTo>
                  <a:pt x="0" y="186690"/>
                </a:lnTo>
                <a:lnTo>
                  <a:pt x="2042922" y="186690"/>
                </a:lnTo>
                <a:lnTo>
                  <a:pt x="2042922" y="185928"/>
                </a:lnTo>
                <a:close/>
              </a:path>
              <a:path w="2043429" h="214630">
                <a:moveTo>
                  <a:pt x="2042922" y="182880"/>
                </a:moveTo>
                <a:lnTo>
                  <a:pt x="0" y="182880"/>
                </a:lnTo>
                <a:lnTo>
                  <a:pt x="0" y="183642"/>
                </a:lnTo>
                <a:lnTo>
                  <a:pt x="2042922" y="183642"/>
                </a:lnTo>
                <a:lnTo>
                  <a:pt x="2042922" y="182880"/>
                </a:lnTo>
                <a:close/>
              </a:path>
              <a:path w="2043429" h="214630">
                <a:moveTo>
                  <a:pt x="2042922" y="179832"/>
                </a:moveTo>
                <a:lnTo>
                  <a:pt x="0" y="179832"/>
                </a:lnTo>
                <a:lnTo>
                  <a:pt x="0" y="180594"/>
                </a:lnTo>
                <a:lnTo>
                  <a:pt x="2042922" y="180594"/>
                </a:lnTo>
                <a:lnTo>
                  <a:pt x="2042922" y="179832"/>
                </a:lnTo>
                <a:close/>
              </a:path>
              <a:path w="2043429" h="214630">
                <a:moveTo>
                  <a:pt x="2042922" y="176784"/>
                </a:moveTo>
                <a:lnTo>
                  <a:pt x="0" y="176784"/>
                </a:lnTo>
                <a:lnTo>
                  <a:pt x="0" y="177546"/>
                </a:lnTo>
                <a:lnTo>
                  <a:pt x="2042922" y="177546"/>
                </a:lnTo>
                <a:lnTo>
                  <a:pt x="2042922" y="176784"/>
                </a:lnTo>
                <a:close/>
              </a:path>
              <a:path w="2043429" h="214630">
                <a:moveTo>
                  <a:pt x="2042922" y="173736"/>
                </a:moveTo>
                <a:lnTo>
                  <a:pt x="0" y="173736"/>
                </a:lnTo>
                <a:lnTo>
                  <a:pt x="0" y="174498"/>
                </a:lnTo>
                <a:lnTo>
                  <a:pt x="2042922" y="174498"/>
                </a:lnTo>
                <a:lnTo>
                  <a:pt x="2042922" y="173736"/>
                </a:lnTo>
                <a:close/>
              </a:path>
              <a:path w="2043429" h="214630">
                <a:moveTo>
                  <a:pt x="2042922" y="170688"/>
                </a:moveTo>
                <a:lnTo>
                  <a:pt x="0" y="170688"/>
                </a:lnTo>
                <a:lnTo>
                  <a:pt x="0" y="171450"/>
                </a:lnTo>
                <a:lnTo>
                  <a:pt x="2042922" y="171450"/>
                </a:lnTo>
                <a:lnTo>
                  <a:pt x="2042922" y="170688"/>
                </a:lnTo>
                <a:close/>
              </a:path>
              <a:path w="2043429" h="214630">
                <a:moveTo>
                  <a:pt x="2042922" y="167640"/>
                </a:moveTo>
                <a:lnTo>
                  <a:pt x="0" y="167640"/>
                </a:lnTo>
                <a:lnTo>
                  <a:pt x="0" y="168402"/>
                </a:lnTo>
                <a:lnTo>
                  <a:pt x="2042922" y="168402"/>
                </a:lnTo>
                <a:lnTo>
                  <a:pt x="2042922" y="167640"/>
                </a:lnTo>
                <a:close/>
              </a:path>
              <a:path w="2043429" h="214630">
                <a:moveTo>
                  <a:pt x="2042922" y="164592"/>
                </a:moveTo>
                <a:lnTo>
                  <a:pt x="0" y="164592"/>
                </a:lnTo>
                <a:lnTo>
                  <a:pt x="0" y="165354"/>
                </a:lnTo>
                <a:lnTo>
                  <a:pt x="2042922" y="165354"/>
                </a:lnTo>
                <a:lnTo>
                  <a:pt x="2042922" y="164592"/>
                </a:lnTo>
                <a:close/>
              </a:path>
              <a:path w="2043429" h="214630">
                <a:moveTo>
                  <a:pt x="2042922" y="161544"/>
                </a:moveTo>
                <a:lnTo>
                  <a:pt x="0" y="161544"/>
                </a:lnTo>
                <a:lnTo>
                  <a:pt x="0" y="162306"/>
                </a:lnTo>
                <a:lnTo>
                  <a:pt x="2042922" y="162306"/>
                </a:lnTo>
                <a:lnTo>
                  <a:pt x="2042922" y="161544"/>
                </a:lnTo>
                <a:close/>
              </a:path>
              <a:path w="2043429" h="214630">
                <a:moveTo>
                  <a:pt x="2042922" y="158496"/>
                </a:moveTo>
                <a:lnTo>
                  <a:pt x="0" y="158496"/>
                </a:lnTo>
                <a:lnTo>
                  <a:pt x="0" y="159258"/>
                </a:lnTo>
                <a:lnTo>
                  <a:pt x="2042922" y="159258"/>
                </a:lnTo>
                <a:lnTo>
                  <a:pt x="2042922" y="158496"/>
                </a:lnTo>
                <a:close/>
              </a:path>
              <a:path w="2043429" h="214630">
                <a:moveTo>
                  <a:pt x="2042922" y="155448"/>
                </a:moveTo>
                <a:lnTo>
                  <a:pt x="0" y="155448"/>
                </a:lnTo>
                <a:lnTo>
                  <a:pt x="0" y="156210"/>
                </a:lnTo>
                <a:lnTo>
                  <a:pt x="2042922" y="156210"/>
                </a:lnTo>
                <a:lnTo>
                  <a:pt x="2042922" y="155448"/>
                </a:lnTo>
                <a:close/>
              </a:path>
              <a:path w="2043429" h="214630">
                <a:moveTo>
                  <a:pt x="2042922" y="152400"/>
                </a:moveTo>
                <a:lnTo>
                  <a:pt x="0" y="152400"/>
                </a:lnTo>
                <a:lnTo>
                  <a:pt x="0" y="153162"/>
                </a:lnTo>
                <a:lnTo>
                  <a:pt x="2042922" y="153162"/>
                </a:lnTo>
                <a:lnTo>
                  <a:pt x="2042922" y="152400"/>
                </a:lnTo>
                <a:close/>
              </a:path>
              <a:path w="2043429" h="214630">
                <a:moveTo>
                  <a:pt x="2042922" y="149352"/>
                </a:moveTo>
                <a:lnTo>
                  <a:pt x="0" y="149352"/>
                </a:lnTo>
                <a:lnTo>
                  <a:pt x="0" y="150114"/>
                </a:lnTo>
                <a:lnTo>
                  <a:pt x="2042922" y="150114"/>
                </a:lnTo>
                <a:lnTo>
                  <a:pt x="2042922" y="149352"/>
                </a:lnTo>
                <a:close/>
              </a:path>
              <a:path w="2043429" h="214630">
                <a:moveTo>
                  <a:pt x="2042922" y="146304"/>
                </a:moveTo>
                <a:lnTo>
                  <a:pt x="0" y="146304"/>
                </a:lnTo>
                <a:lnTo>
                  <a:pt x="0" y="147066"/>
                </a:lnTo>
                <a:lnTo>
                  <a:pt x="2042922" y="147066"/>
                </a:lnTo>
                <a:lnTo>
                  <a:pt x="2042922" y="146304"/>
                </a:lnTo>
                <a:close/>
              </a:path>
              <a:path w="2043429" h="214630">
                <a:moveTo>
                  <a:pt x="2042922" y="143256"/>
                </a:moveTo>
                <a:lnTo>
                  <a:pt x="0" y="143256"/>
                </a:lnTo>
                <a:lnTo>
                  <a:pt x="0" y="144018"/>
                </a:lnTo>
                <a:lnTo>
                  <a:pt x="2042922" y="144018"/>
                </a:lnTo>
                <a:lnTo>
                  <a:pt x="2042922" y="143256"/>
                </a:lnTo>
                <a:close/>
              </a:path>
              <a:path w="2043429" h="214630">
                <a:moveTo>
                  <a:pt x="2042922" y="140208"/>
                </a:moveTo>
                <a:lnTo>
                  <a:pt x="0" y="140208"/>
                </a:lnTo>
                <a:lnTo>
                  <a:pt x="0" y="140970"/>
                </a:lnTo>
                <a:lnTo>
                  <a:pt x="2042922" y="140970"/>
                </a:lnTo>
                <a:lnTo>
                  <a:pt x="2042922" y="140208"/>
                </a:lnTo>
                <a:close/>
              </a:path>
              <a:path w="2043429" h="214630">
                <a:moveTo>
                  <a:pt x="2042922" y="137160"/>
                </a:moveTo>
                <a:lnTo>
                  <a:pt x="0" y="137160"/>
                </a:lnTo>
                <a:lnTo>
                  <a:pt x="0" y="137922"/>
                </a:lnTo>
                <a:lnTo>
                  <a:pt x="2042922" y="137922"/>
                </a:lnTo>
                <a:lnTo>
                  <a:pt x="2042922" y="137160"/>
                </a:lnTo>
                <a:close/>
              </a:path>
              <a:path w="2043429" h="214630">
                <a:moveTo>
                  <a:pt x="2042922" y="134112"/>
                </a:moveTo>
                <a:lnTo>
                  <a:pt x="0" y="134112"/>
                </a:lnTo>
                <a:lnTo>
                  <a:pt x="0" y="134874"/>
                </a:lnTo>
                <a:lnTo>
                  <a:pt x="2042922" y="134874"/>
                </a:lnTo>
                <a:lnTo>
                  <a:pt x="2042922" y="134112"/>
                </a:lnTo>
                <a:close/>
              </a:path>
              <a:path w="2043429" h="214630">
                <a:moveTo>
                  <a:pt x="2042922" y="131064"/>
                </a:moveTo>
                <a:lnTo>
                  <a:pt x="0" y="131064"/>
                </a:lnTo>
                <a:lnTo>
                  <a:pt x="0" y="131826"/>
                </a:lnTo>
                <a:lnTo>
                  <a:pt x="2042922" y="131826"/>
                </a:lnTo>
                <a:lnTo>
                  <a:pt x="2042922" y="131064"/>
                </a:lnTo>
                <a:close/>
              </a:path>
              <a:path w="2043429" h="214630">
                <a:moveTo>
                  <a:pt x="2042922" y="128016"/>
                </a:moveTo>
                <a:lnTo>
                  <a:pt x="0" y="128016"/>
                </a:lnTo>
                <a:lnTo>
                  <a:pt x="0" y="128778"/>
                </a:lnTo>
                <a:lnTo>
                  <a:pt x="2042922" y="128778"/>
                </a:lnTo>
                <a:lnTo>
                  <a:pt x="2042922" y="128016"/>
                </a:lnTo>
                <a:close/>
              </a:path>
              <a:path w="2043429" h="214630">
                <a:moveTo>
                  <a:pt x="2042922" y="124968"/>
                </a:moveTo>
                <a:lnTo>
                  <a:pt x="0" y="124968"/>
                </a:lnTo>
                <a:lnTo>
                  <a:pt x="0" y="125730"/>
                </a:lnTo>
                <a:lnTo>
                  <a:pt x="2042922" y="125730"/>
                </a:lnTo>
                <a:lnTo>
                  <a:pt x="2042922" y="124968"/>
                </a:lnTo>
                <a:close/>
              </a:path>
              <a:path w="2043429" h="214630">
                <a:moveTo>
                  <a:pt x="2042922" y="121920"/>
                </a:moveTo>
                <a:lnTo>
                  <a:pt x="0" y="121920"/>
                </a:lnTo>
                <a:lnTo>
                  <a:pt x="0" y="122682"/>
                </a:lnTo>
                <a:lnTo>
                  <a:pt x="2042922" y="122682"/>
                </a:lnTo>
                <a:lnTo>
                  <a:pt x="2042922" y="121920"/>
                </a:lnTo>
                <a:close/>
              </a:path>
              <a:path w="2043429" h="214630">
                <a:moveTo>
                  <a:pt x="2042922" y="118872"/>
                </a:moveTo>
                <a:lnTo>
                  <a:pt x="0" y="118872"/>
                </a:lnTo>
                <a:lnTo>
                  <a:pt x="0" y="119634"/>
                </a:lnTo>
                <a:lnTo>
                  <a:pt x="2042922" y="119634"/>
                </a:lnTo>
                <a:lnTo>
                  <a:pt x="2042922" y="118872"/>
                </a:lnTo>
                <a:close/>
              </a:path>
              <a:path w="2043429" h="214630">
                <a:moveTo>
                  <a:pt x="2042922" y="115824"/>
                </a:moveTo>
                <a:lnTo>
                  <a:pt x="0" y="115824"/>
                </a:lnTo>
                <a:lnTo>
                  <a:pt x="0" y="116586"/>
                </a:lnTo>
                <a:lnTo>
                  <a:pt x="2042922" y="116586"/>
                </a:lnTo>
                <a:lnTo>
                  <a:pt x="2042922" y="115824"/>
                </a:lnTo>
                <a:close/>
              </a:path>
              <a:path w="2043429" h="214630">
                <a:moveTo>
                  <a:pt x="2042922" y="112776"/>
                </a:moveTo>
                <a:lnTo>
                  <a:pt x="0" y="112776"/>
                </a:lnTo>
                <a:lnTo>
                  <a:pt x="0" y="113538"/>
                </a:lnTo>
                <a:lnTo>
                  <a:pt x="2042922" y="113538"/>
                </a:lnTo>
                <a:lnTo>
                  <a:pt x="2042922" y="112776"/>
                </a:lnTo>
                <a:close/>
              </a:path>
              <a:path w="2043429" h="214630">
                <a:moveTo>
                  <a:pt x="2042922" y="109728"/>
                </a:moveTo>
                <a:lnTo>
                  <a:pt x="0" y="109728"/>
                </a:lnTo>
                <a:lnTo>
                  <a:pt x="0" y="110490"/>
                </a:lnTo>
                <a:lnTo>
                  <a:pt x="2042922" y="110490"/>
                </a:lnTo>
                <a:lnTo>
                  <a:pt x="2042922" y="109728"/>
                </a:lnTo>
                <a:close/>
              </a:path>
              <a:path w="2043429" h="214630">
                <a:moveTo>
                  <a:pt x="2042922" y="106680"/>
                </a:moveTo>
                <a:lnTo>
                  <a:pt x="0" y="106680"/>
                </a:lnTo>
                <a:lnTo>
                  <a:pt x="0" y="107442"/>
                </a:lnTo>
                <a:lnTo>
                  <a:pt x="2042922" y="107442"/>
                </a:lnTo>
                <a:lnTo>
                  <a:pt x="2042922" y="106680"/>
                </a:lnTo>
                <a:close/>
              </a:path>
              <a:path w="2043429" h="214630">
                <a:moveTo>
                  <a:pt x="2042922" y="103632"/>
                </a:moveTo>
                <a:lnTo>
                  <a:pt x="0" y="103632"/>
                </a:lnTo>
                <a:lnTo>
                  <a:pt x="0" y="104394"/>
                </a:lnTo>
                <a:lnTo>
                  <a:pt x="2042922" y="104394"/>
                </a:lnTo>
                <a:lnTo>
                  <a:pt x="2042922" y="103632"/>
                </a:lnTo>
                <a:close/>
              </a:path>
              <a:path w="2043429" h="214630">
                <a:moveTo>
                  <a:pt x="2042922" y="100584"/>
                </a:moveTo>
                <a:lnTo>
                  <a:pt x="0" y="100584"/>
                </a:lnTo>
                <a:lnTo>
                  <a:pt x="0" y="101346"/>
                </a:lnTo>
                <a:lnTo>
                  <a:pt x="2042922" y="101346"/>
                </a:lnTo>
                <a:lnTo>
                  <a:pt x="2042922" y="100584"/>
                </a:lnTo>
                <a:close/>
              </a:path>
              <a:path w="2043429" h="214630">
                <a:moveTo>
                  <a:pt x="2042922" y="97536"/>
                </a:moveTo>
                <a:lnTo>
                  <a:pt x="0" y="97536"/>
                </a:lnTo>
                <a:lnTo>
                  <a:pt x="0" y="98298"/>
                </a:lnTo>
                <a:lnTo>
                  <a:pt x="2042922" y="98298"/>
                </a:lnTo>
                <a:lnTo>
                  <a:pt x="2042922" y="97536"/>
                </a:lnTo>
                <a:close/>
              </a:path>
              <a:path w="2043429" h="214630">
                <a:moveTo>
                  <a:pt x="2042922" y="94488"/>
                </a:moveTo>
                <a:lnTo>
                  <a:pt x="0" y="94488"/>
                </a:lnTo>
                <a:lnTo>
                  <a:pt x="0" y="95250"/>
                </a:lnTo>
                <a:lnTo>
                  <a:pt x="2042922" y="95250"/>
                </a:lnTo>
                <a:lnTo>
                  <a:pt x="2042922" y="94488"/>
                </a:lnTo>
                <a:close/>
              </a:path>
              <a:path w="2043429" h="214630">
                <a:moveTo>
                  <a:pt x="2042922" y="91440"/>
                </a:moveTo>
                <a:lnTo>
                  <a:pt x="0" y="91440"/>
                </a:lnTo>
                <a:lnTo>
                  <a:pt x="0" y="92202"/>
                </a:lnTo>
                <a:lnTo>
                  <a:pt x="2042922" y="92202"/>
                </a:lnTo>
                <a:lnTo>
                  <a:pt x="2042922" y="91440"/>
                </a:lnTo>
                <a:close/>
              </a:path>
              <a:path w="2043429" h="214630">
                <a:moveTo>
                  <a:pt x="2042922" y="88392"/>
                </a:moveTo>
                <a:lnTo>
                  <a:pt x="0" y="88392"/>
                </a:lnTo>
                <a:lnTo>
                  <a:pt x="0" y="89154"/>
                </a:lnTo>
                <a:lnTo>
                  <a:pt x="2042922" y="89154"/>
                </a:lnTo>
                <a:lnTo>
                  <a:pt x="2042922" y="88392"/>
                </a:lnTo>
                <a:close/>
              </a:path>
              <a:path w="2043429" h="214630">
                <a:moveTo>
                  <a:pt x="2042922" y="85344"/>
                </a:moveTo>
                <a:lnTo>
                  <a:pt x="0" y="85344"/>
                </a:lnTo>
                <a:lnTo>
                  <a:pt x="0" y="86106"/>
                </a:lnTo>
                <a:lnTo>
                  <a:pt x="2042922" y="86106"/>
                </a:lnTo>
                <a:lnTo>
                  <a:pt x="2042922" y="85344"/>
                </a:lnTo>
                <a:close/>
              </a:path>
              <a:path w="2043429" h="214630">
                <a:moveTo>
                  <a:pt x="2042922" y="82296"/>
                </a:moveTo>
                <a:lnTo>
                  <a:pt x="0" y="82296"/>
                </a:lnTo>
                <a:lnTo>
                  <a:pt x="0" y="83058"/>
                </a:lnTo>
                <a:lnTo>
                  <a:pt x="2042922" y="83058"/>
                </a:lnTo>
                <a:lnTo>
                  <a:pt x="2042922" y="82296"/>
                </a:lnTo>
                <a:close/>
              </a:path>
              <a:path w="2043429" h="214630">
                <a:moveTo>
                  <a:pt x="2042922" y="79248"/>
                </a:moveTo>
                <a:lnTo>
                  <a:pt x="0" y="79248"/>
                </a:lnTo>
                <a:lnTo>
                  <a:pt x="0" y="80010"/>
                </a:lnTo>
                <a:lnTo>
                  <a:pt x="2042922" y="80010"/>
                </a:lnTo>
                <a:lnTo>
                  <a:pt x="2042922" y="79248"/>
                </a:lnTo>
                <a:close/>
              </a:path>
              <a:path w="2043429" h="214630">
                <a:moveTo>
                  <a:pt x="2042922" y="76200"/>
                </a:moveTo>
                <a:lnTo>
                  <a:pt x="0" y="76200"/>
                </a:lnTo>
                <a:lnTo>
                  <a:pt x="0" y="76962"/>
                </a:lnTo>
                <a:lnTo>
                  <a:pt x="2042922" y="76962"/>
                </a:lnTo>
                <a:lnTo>
                  <a:pt x="2042922" y="76200"/>
                </a:lnTo>
                <a:close/>
              </a:path>
              <a:path w="2043429" h="214630">
                <a:moveTo>
                  <a:pt x="2042922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42922" y="73914"/>
                </a:lnTo>
                <a:lnTo>
                  <a:pt x="2042922" y="73152"/>
                </a:lnTo>
                <a:close/>
              </a:path>
              <a:path w="2043429" h="214630">
                <a:moveTo>
                  <a:pt x="2042922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42922" y="70866"/>
                </a:lnTo>
                <a:lnTo>
                  <a:pt x="2042922" y="70104"/>
                </a:lnTo>
                <a:close/>
              </a:path>
              <a:path w="2043429" h="214630">
                <a:moveTo>
                  <a:pt x="2042922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42922" y="67818"/>
                </a:lnTo>
                <a:lnTo>
                  <a:pt x="2042922" y="67056"/>
                </a:lnTo>
                <a:close/>
              </a:path>
              <a:path w="2043429" h="214630">
                <a:moveTo>
                  <a:pt x="2042922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42922" y="64770"/>
                </a:lnTo>
                <a:lnTo>
                  <a:pt x="2042922" y="64008"/>
                </a:lnTo>
                <a:close/>
              </a:path>
              <a:path w="2043429" h="214630">
                <a:moveTo>
                  <a:pt x="2042922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42922" y="61722"/>
                </a:lnTo>
                <a:lnTo>
                  <a:pt x="2042922" y="60960"/>
                </a:lnTo>
                <a:close/>
              </a:path>
              <a:path w="2043429" h="214630">
                <a:moveTo>
                  <a:pt x="2042922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42922" y="58674"/>
                </a:lnTo>
                <a:lnTo>
                  <a:pt x="2042922" y="57912"/>
                </a:lnTo>
                <a:close/>
              </a:path>
              <a:path w="2043429" h="214630">
                <a:moveTo>
                  <a:pt x="2042922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42922" y="55626"/>
                </a:lnTo>
                <a:lnTo>
                  <a:pt x="2042922" y="54864"/>
                </a:lnTo>
                <a:close/>
              </a:path>
              <a:path w="2043429" h="214630">
                <a:moveTo>
                  <a:pt x="2042922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42922" y="52578"/>
                </a:lnTo>
                <a:lnTo>
                  <a:pt x="2042922" y="51816"/>
                </a:lnTo>
                <a:close/>
              </a:path>
              <a:path w="2043429" h="214630">
                <a:moveTo>
                  <a:pt x="2042922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42922" y="49530"/>
                </a:lnTo>
                <a:lnTo>
                  <a:pt x="2042922" y="48768"/>
                </a:lnTo>
                <a:close/>
              </a:path>
              <a:path w="2043429" h="214630">
                <a:moveTo>
                  <a:pt x="2042922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42922" y="46482"/>
                </a:lnTo>
                <a:lnTo>
                  <a:pt x="2042922" y="45720"/>
                </a:lnTo>
                <a:close/>
              </a:path>
              <a:path w="2043429" h="214630">
                <a:moveTo>
                  <a:pt x="2042922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42922" y="43434"/>
                </a:lnTo>
                <a:lnTo>
                  <a:pt x="2042922" y="42672"/>
                </a:lnTo>
                <a:close/>
              </a:path>
              <a:path w="2043429" h="214630">
                <a:moveTo>
                  <a:pt x="2042922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42922" y="40386"/>
                </a:lnTo>
                <a:lnTo>
                  <a:pt x="2042922" y="39624"/>
                </a:lnTo>
                <a:close/>
              </a:path>
              <a:path w="2043429" h="214630">
                <a:moveTo>
                  <a:pt x="2042922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42922" y="37338"/>
                </a:lnTo>
                <a:lnTo>
                  <a:pt x="2042922" y="36576"/>
                </a:lnTo>
                <a:close/>
              </a:path>
              <a:path w="2043429" h="214630">
                <a:moveTo>
                  <a:pt x="2042922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42922" y="34290"/>
                </a:lnTo>
                <a:lnTo>
                  <a:pt x="2042922" y="33528"/>
                </a:lnTo>
                <a:close/>
              </a:path>
              <a:path w="2043429" h="214630">
                <a:moveTo>
                  <a:pt x="2042922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42922" y="31242"/>
                </a:lnTo>
                <a:lnTo>
                  <a:pt x="2042922" y="30480"/>
                </a:lnTo>
                <a:close/>
              </a:path>
              <a:path w="2043429" h="214630">
                <a:moveTo>
                  <a:pt x="2042922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42922" y="28194"/>
                </a:lnTo>
                <a:lnTo>
                  <a:pt x="2042922" y="27432"/>
                </a:lnTo>
                <a:close/>
              </a:path>
              <a:path w="2043429" h="214630">
                <a:moveTo>
                  <a:pt x="2042922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42922" y="25146"/>
                </a:lnTo>
                <a:lnTo>
                  <a:pt x="2042922" y="24384"/>
                </a:lnTo>
                <a:close/>
              </a:path>
              <a:path w="2043429" h="214630">
                <a:moveTo>
                  <a:pt x="2042922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42922" y="22098"/>
                </a:lnTo>
                <a:lnTo>
                  <a:pt x="2042922" y="21336"/>
                </a:lnTo>
                <a:close/>
              </a:path>
              <a:path w="2043429" h="214630">
                <a:moveTo>
                  <a:pt x="2042922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42922" y="19050"/>
                </a:lnTo>
                <a:lnTo>
                  <a:pt x="2042922" y="18288"/>
                </a:lnTo>
                <a:close/>
              </a:path>
              <a:path w="2043429" h="214630">
                <a:moveTo>
                  <a:pt x="2042922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42922" y="16002"/>
                </a:lnTo>
                <a:lnTo>
                  <a:pt x="2042922" y="15240"/>
                </a:lnTo>
                <a:close/>
              </a:path>
              <a:path w="2043429" h="214630">
                <a:moveTo>
                  <a:pt x="2042922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42922" y="12954"/>
                </a:lnTo>
                <a:lnTo>
                  <a:pt x="2042922" y="12192"/>
                </a:lnTo>
                <a:close/>
              </a:path>
              <a:path w="2043429" h="214630">
                <a:moveTo>
                  <a:pt x="2042922" y="9144"/>
                </a:moveTo>
                <a:lnTo>
                  <a:pt x="0" y="9144"/>
                </a:lnTo>
                <a:lnTo>
                  <a:pt x="0" y="9906"/>
                </a:lnTo>
                <a:lnTo>
                  <a:pt x="2042922" y="9906"/>
                </a:lnTo>
                <a:lnTo>
                  <a:pt x="2042922" y="9144"/>
                </a:lnTo>
                <a:close/>
              </a:path>
              <a:path w="2043429" h="214630">
                <a:moveTo>
                  <a:pt x="2042922" y="6096"/>
                </a:moveTo>
                <a:lnTo>
                  <a:pt x="0" y="6096"/>
                </a:lnTo>
                <a:lnTo>
                  <a:pt x="0" y="6858"/>
                </a:lnTo>
                <a:lnTo>
                  <a:pt x="2042922" y="6858"/>
                </a:lnTo>
                <a:lnTo>
                  <a:pt x="2042922" y="6096"/>
                </a:lnTo>
                <a:close/>
              </a:path>
              <a:path w="2043429" h="214630">
                <a:moveTo>
                  <a:pt x="2042922" y="3048"/>
                </a:moveTo>
                <a:lnTo>
                  <a:pt x="0" y="3048"/>
                </a:lnTo>
                <a:lnTo>
                  <a:pt x="0" y="3810"/>
                </a:lnTo>
                <a:lnTo>
                  <a:pt x="2042922" y="3810"/>
                </a:lnTo>
                <a:lnTo>
                  <a:pt x="2042922" y="3048"/>
                </a:lnTo>
                <a:close/>
              </a:path>
              <a:path w="2043429" h="214630">
                <a:moveTo>
                  <a:pt x="2042922" y="0"/>
                </a:moveTo>
                <a:lnTo>
                  <a:pt x="0" y="0"/>
                </a:lnTo>
                <a:lnTo>
                  <a:pt x="0" y="762"/>
                </a:lnTo>
                <a:lnTo>
                  <a:pt x="2042922" y="762"/>
                </a:lnTo>
                <a:lnTo>
                  <a:pt x="2042922" y="0"/>
                </a:lnTo>
                <a:close/>
              </a:path>
            </a:pathLst>
          </a:custGeom>
          <a:solidFill>
            <a:srgbClr val="FFCC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bg object 31"/>
          <p:cNvSpPr/>
          <p:nvPr/>
        </p:nvSpPr>
        <p:spPr>
          <a:xfrm>
            <a:off x="6360553" y="2986167"/>
            <a:ext cx="2043430" cy="214629"/>
          </a:xfrm>
          <a:custGeom>
            <a:avLst/>
            <a:gdLst/>
            <a:ahLst/>
            <a:cxnLst/>
            <a:rect l="l" t="t" r="r" b="b"/>
            <a:pathLst>
              <a:path w="2043429" h="214630">
                <a:moveTo>
                  <a:pt x="2042922" y="213360"/>
                </a:moveTo>
                <a:lnTo>
                  <a:pt x="0" y="213360"/>
                </a:lnTo>
                <a:lnTo>
                  <a:pt x="0" y="214122"/>
                </a:lnTo>
                <a:lnTo>
                  <a:pt x="2042922" y="214122"/>
                </a:lnTo>
                <a:lnTo>
                  <a:pt x="2042922" y="213360"/>
                </a:lnTo>
                <a:close/>
              </a:path>
              <a:path w="2043429" h="214630">
                <a:moveTo>
                  <a:pt x="2042922" y="210312"/>
                </a:moveTo>
                <a:lnTo>
                  <a:pt x="0" y="210312"/>
                </a:lnTo>
                <a:lnTo>
                  <a:pt x="0" y="211074"/>
                </a:lnTo>
                <a:lnTo>
                  <a:pt x="2042922" y="211074"/>
                </a:lnTo>
                <a:lnTo>
                  <a:pt x="2042922" y="210312"/>
                </a:lnTo>
                <a:close/>
              </a:path>
              <a:path w="2043429" h="214630">
                <a:moveTo>
                  <a:pt x="2042922" y="207264"/>
                </a:moveTo>
                <a:lnTo>
                  <a:pt x="0" y="207264"/>
                </a:lnTo>
                <a:lnTo>
                  <a:pt x="0" y="208026"/>
                </a:lnTo>
                <a:lnTo>
                  <a:pt x="2042922" y="208026"/>
                </a:lnTo>
                <a:lnTo>
                  <a:pt x="2042922" y="207264"/>
                </a:lnTo>
                <a:close/>
              </a:path>
              <a:path w="2043429" h="214630">
                <a:moveTo>
                  <a:pt x="2042922" y="204216"/>
                </a:moveTo>
                <a:lnTo>
                  <a:pt x="0" y="204216"/>
                </a:lnTo>
                <a:lnTo>
                  <a:pt x="0" y="204978"/>
                </a:lnTo>
                <a:lnTo>
                  <a:pt x="2042922" y="204978"/>
                </a:lnTo>
                <a:lnTo>
                  <a:pt x="2042922" y="204216"/>
                </a:lnTo>
                <a:close/>
              </a:path>
              <a:path w="2043429" h="214630">
                <a:moveTo>
                  <a:pt x="2042922" y="201168"/>
                </a:moveTo>
                <a:lnTo>
                  <a:pt x="0" y="201168"/>
                </a:lnTo>
                <a:lnTo>
                  <a:pt x="0" y="201930"/>
                </a:lnTo>
                <a:lnTo>
                  <a:pt x="2042922" y="201930"/>
                </a:lnTo>
                <a:lnTo>
                  <a:pt x="2042922" y="201168"/>
                </a:lnTo>
                <a:close/>
              </a:path>
              <a:path w="2043429" h="214630">
                <a:moveTo>
                  <a:pt x="2042922" y="198120"/>
                </a:moveTo>
                <a:lnTo>
                  <a:pt x="0" y="198120"/>
                </a:lnTo>
                <a:lnTo>
                  <a:pt x="0" y="198882"/>
                </a:lnTo>
                <a:lnTo>
                  <a:pt x="2042922" y="198882"/>
                </a:lnTo>
                <a:lnTo>
                  <a:pt x="2042922" y="198120"/>
                </a:lnTo>
                <a:close/>
              </a:path>
              <a:path w="2043429" h="214630">
                <a:moveTo>
                  <a:pt x="2042922" y="195072"/>
                </a:moveTo>
                <a:lnTo>
                  <a:pt x="0" y="195072"/>
                </a:lnTo>
                <a:lnTo>
                  <a:pt x="0" y="195834"/>
                </a:lnTo>
                <a:lnTo>
                  <a:pt x="2042922" y="195834"/>
                </a:lnTo>
                <a:lnTo>
                  <a:pt x="2042922" y="195072"/>
                </a:lnTo>
                <a:close/>
              </a:path>
              <a:path w="2043429" h="214630">
                <a:moveTo>
                  <a:pt x="2042922" y="192024"/>
                </a:moveTo>
                <a:lnTo>
                  <a:pt x="0" y="192024"/>
                </a:lnTo>
                <a:lnTo>
                  <a:pt x="0" y="192786"/>
                </a:lnTo>
                <a:lnTo>
                  <a:pt x="2042922" y="192786"/>
                </a:lnTo>
                <a:lnTo>
                  <a:pt x="2042922" y="192024"/>
                </a:lnTo>
                <a:close/>
              </a:path>
              <a:path w="2043429" h="214630">
                <a:moveTo>
                  <a:pt x="2042922" y="188976"/>
                </a:moveTo>
                <a:lnTo>
                  <a:pt x="0" y="188976"/>
                </a:lnTo>
                <a:lnTo>
                  <a:pt x="0" y="189738"/>
                </a:lnTo>
                <a:lnTo>
                  <a:pt x="2042922" y="189738"/>
                </a:lnTo>
                <a:lnTo>
                  <a:pt x="2042922" y="188976"/>
                </a:lnTo>
                <a:close/>
              </a:path>
              <a:path w="2043429" h="214630">
                <a:moveTo>
                  <a:pt x="2042922" y="185928"/>
                </a:moveTo>
                <a:lnTo>
                  <a:pt x="0" y="185928"/>
                </a:lnTo>
                <a:lnTo>
                  <a:pt x="0" y="186690"/>
                </a:lnTo>
                <a:lnTo>
                  <a:pt x="2042922" y="186690"/>
                </a:lnTo>
                <a:lnTo>
                  <a:pt x="2042922" y="185928"/>
                </a:lnTo>
                <a:close/>
              </a:path>
              <a:path w="2043429" h="214630">
                <a:moveTo>
                  <a:pt x="2042922" y="182880"/>
                </a:moveTo>
                <a:lnTo>
                  <a:pt x="0" y="182880"/>
                </a:lnTo>
                <a:lnTo>
                  <a:pt x="0" y="183642"/>
                </a:lnTo>
                <a:lnTo>
                  <a:pt x="2042922" y="183642"/>
                </a:lnTo>
                <a:lnTo>
                  <a:pt x="2042922" y="182880"/>
                </a:lnTo>
                <a:close/>
              </a:path>
              <a:path w="2043429" h="214630">
                <a:moveTo>
                  <a:pt x="2042922" y="179832"/>
                </a:moveTo>
                <a:lnTo>
                  <a:pt x="0" y="179832"/>
                </a:lnTo>
                <a:lnTo>
                  <a:pt x="0" y="180594"/>
                </a:lnTo>
                <a:lnTo>
                  <a:pt x="2042922" y="180594"/>
                </a:lnTo>
                <a:lnTo>
                  <a:pt x="2042922" y="179832"/>
                </a:lnTo>
                <a:close/>
              </a:path>
              <a:path w="2043429" h="214630">
                <a:moveTo>
                  <a:pt x="2042922" y="176784"/>
                </a:moveTo>
                <a:lnTo>
                  <a:pt x="0" y="176784"/>
                </a:lnTo>
                <a:lnTo>
                  <a:pt x="0" y="177546"/>
                </a:lnTo>
                <a:lnTo>
                  <a:pt x="2042922" y="177546"/>
                </a:lnTo>
                <a:lnTo>
                  <a:pt x="2042922" y="176784"/>
                </a:lnTo>
                <a:close/>
              </a:path>
              <a:path w="2043429" h="214630">
                <a:moveTo>
                  <a:pt x="2042922" y="173736"/>
                </a:moveTo>
                <a:lnTo>
                  <a:pt x="0" y="173736"/>
                </a:lnTo>
                <a:lnTo>
                  <a:pt x="0" y="174498"/>
                </a:lnTo>
                <a:lnTo>
                  <a:pt x="2042922" y="174498"/>
                </a:lnTo>
                <a:lnTo>
                  <a:pt x="2042922" y="173736"/>
                </a:lnTo>
                <a:close/>
              </a:path>
              <a:path w="2043429" h="214630">
                <a:moveTo>
                  <a:pt x="2042922" y="170688"/>
                </a:moveTo>
                <a:lnTo>
                  <a:pt x="0" y="170688"/>
                </a:lnTo>
                <a:lnTo>
                  <a:pt x="0" y="171450"/>
                </a:lnTo>
                <a:lnTo>
                  <a:pt x="2042922" y="171450"/>
                </a:lnTo>
                <a:lnTo>
                  <a:pt x="2042922" y="170688"/>
                </a:lnTo>
                <a:close/>
              </a:path>
              <a:path w="2043429" h="214630">
                <a:moveTo>
                  <a:pt x="2042922" y="167640"/>
                </a:moveTo>
                <a:lnTo>
                  <a:pt x="0" y="167640"/>
                </a:lnTo>
                <a:lnTo>
                  <a:pt x="0" y="168402"/>
                </a:lnTo>
                <a:lnTo>
                  <a:pt x="2042922" y="168402"/>
                </a:lnTo>
                <a:lnTo>
                  <a:pt x="2042922" y="167640"/>
                </a:lnTo>
                <a:close/>
              </a:path>
              <a:path w="2043429" h="214630">
                <a:moveTo>
                  <a:pt x="2042922" y="164592"/>
                </a:moveTo>
                <a:lnTo>
                  <a:pt x="0" y="164592"/>
                </a:lnTo>
                <a:lnTo>
                  <a:pt x="0" y="165354"/>
                </a:lnTo>
                <a:lnTo>
                  <a:pt x="2042922" y="165354"/>
                </a:lnTo>
                <a:lnTo>
                  <a:pt x="2042922" y="164592"/>
                </a:lnTo>
                <a:close/>
              </a:path>
              <a:path w="2043429" h="214630">
                <a:moveTo>
                  <a:pt x="2042922" y="161544"/>
                </a:moveTo>
                <a:lnTo>
                  <a:pt x="0" y="161544"/>
                </a:lnTo>
                <a:lnTo>
                  <a:pt x="0" y="162306"/>
                </a:lnTo>
                <a:lnTo>
                  <a:pt x="2042922" y="162306"/>
                </a:lnTo>
                <a:lnTo>
                  <a:pt x="2042922" y="161544"/>
                </a:lnTo>
                <a:close/>
              </a:path>
              <a:path w="2043429" h="214630">
                <a:moveTo>
                  <a:pt x="2042922" y="158496"/>
                </a:moveTo>
                <a:lnTo>
                  <a:pt x="0" y="158496"/>
                </a:lnTo>
                <a:lnTo>
                  <a:pt x="0" y="159258"/>
                </a:lnTo>
                <a:lnTo>
                  <a:pt x="2042922" y="159258"/>
                </a:lnTo>
                <a:lnTo>
                  <a:pt x="2042922" y="158496"/>
                </a:lnTo>
                <a:close/>
              </a:path>
              <a:path w="2043429" h="214630">
                <a:moveTo>
                  <a:pt x="2042922" y="155448"/>
                </a:moveTo>
                <a:lnTo>
                  <a:pt x="0" y="155448"/>
                </a:lnTo>
                <a:lnTo>
                  <a:pt x="0" y="156210"/>
                </a:lnTo>
                <a:lnTo>
                  <a:pt x="2042922" y="156210"/>
                </a:lnTo>
                <a:lnTo>
                  <a:pt x="2042922" y="155448"/>
                </a:lnTo>
                <a:close/>
              </a:path>
              <a:path w="2043429" h="214630">
                <a:moveTo>
                  <a:pt x="2042922" y="152400"/>
                </a:moveTo>
                <a:lnTo>
                  <a:pt x="0" y="152400"/>
                </a:lnTo>
                <a:lnTo>
                  <a:pt x="0" y="153162"/>
                </a:lnTo>
                <a:lnTo>
                  <a:pt x="2042922" y="153162"/>
                </a:lnTo>
                <a:lnTo>
                  <a:pt x="2042922" y="152400"/>
                </a:lnTo>
                <a:close/>
              </a:path>
              <a:path w="2043429" h="214630">
                <a:moveTo>
                  <a:pt x="2042922" y="149352"/>
                </a:moveTo>
                <a:lnTo>
                  <a:pt x="0" y="149352"/>
                </a:lnTo>
                <a:lnTo>
                  <a:pt x="0" y="150114"/>
                </a:lnTo>
                <a:lnTo>
                  <a:pt x="2042922" y="150114"/>
                </a:lnTo>
                <a:lnTo>
                  <a:pt x="2042922" y="149352"/>
                </a:lnTo>
                <a:close/>
              </a:path>
              <a:path w="2043429" h="214630">
                <a:moveTo>
                  <a:pt x="2042922" y="146304"/>
                </a:moveTo>
                <a:lnTo>
                  <a:pt x="0" y="146304"/>
                </a:lnTo>
                <a:lnTo>
                  <a:pt x="0" y="147066"/>
                </a:lnTo>
                <a:lnTo>
                  <a:pt x="2042922" y="147066"/>
                </a:lnTo>
                <a:lnTo>
                  <a:pt x="2042922" y="146304"/>
                </a:lnTo>
                <a:close/>
              </a:path>
              <a:path w="2043429" h="214630">
                <a:moveTo>
                  <a:pt x="2042922" y="143256"/>
                </a:moveTo>
                <a:lnTo>
                  <a:pt x="0" y="143256"/>
                </a:lnTo>
                <a:lnTo>
                  <a:pt x="0" y="144018"/>
                </a:lnTo>
                <a:lnTo>
                  <a:pt x="2042922" y="144018"/>
                </a:lnTo>
                <a:lnTo>
                  <a:pt x="2042922" y="143256"/>
                </a:lnTo>
                <a:close/>
              </a:path>
              <a:path w="2043429" h="214630">
                <a:moveTo>
                  <a:pt x="2042922" y="140208"/>
                </a:moveTo>
                <a:lnTo>
                  <a:pt x="0" y="140208"/>
                </a:lnTo>
                <a:lnTo>
                  <a:pt x="0" y="140970"/>
                </a:lnTo>
                <a:lnTo>
                  <a:pt x="2042922" y="140970"/>
                </a:lnTo>
                <a:lnTo>
                  <a:pt x="2042922" y="140208"/>
                </a:lnTo>
                <a:close/>
              </a:path>
              <a:path w="2043429" h="214630">
                <a:moveTo>
                  <a:pt x="2042922" y="137160"/>
                </a:moveTo>
                <a:lnTo>
                  <a:pt x="0" y="137160"/>
                </a:lnTo>
                <a:lnTo>
                  <a:pt x="0" y="137922"/>
                </a:lnTo>
                <a:lnTo>
                  <a:pt x="2042922" y="137922"/>
                </a:lnTo>
                <a:lnTo>
                  <a:pt x="2042922" y="137160"/>
                </a:lnTo>
                <a:close/>
              </a:path>
              <a:path w="2043429" h="214630">
                <a:moveTo>
                  <a:pt x="2042922" y="134112"/>
                </a:moveTo>
                <a:lnTo>
                  <a:pt x="0" y="134112"/>
                </a:lnTo>
                <a:lnTo>
                  <a:pt x="0" y="134874"/>
                </a:lnTo>
                <a:lnTo>
                  <a:pt x="2042922" y="134874"/>
                </a:lnTo>
                <a:lnTo>
                  <a:pt x="2042922" y="134112"/>
                </a:lnTo>
                <a:close/>
              </a:path>
              <a:path w="2043429" h="214630">
                <a:moveTo>
                  <a:pt x="2042922" y="131064"/>
                </a:moveTo>
                <a:lnTo>
                  <a:pt x="0" y="131064"/>
                </a:lnTo>
                <a:lnTo>
                  <a:pt x="0" y="131826"/>
                </a:lnTo>
                <a:lnTo>
                  <a:pt x="2042922" y="131826"/>
                </a:lnTo>
                <a:lnTo>
                  <a:pt x="2042922" y="131064"/>
                </a:lnTo>
                <a:close/>
              </a:path>
              <a:path w="2043429" h="214630">
                <a:moveTo>
                  <a:pt x="2042922" y="128016"/>
                </a:moveTo>
                <a:lnTo>
                  <a:pt x="0" y="128016"/>
                </a:lnTo>
                <a:lnTo>
                  <a:pt x="0" y="128778"/>
                </a:lnTo>
                <a:lnTo>
                  <a:pt x="2042922" y="128778"/>
                </a:lnTo>
                <a:lnTo>
                  <a:pt x="2042922" y="128016"/>
                </a:lnTo>
                <a:close/>
              </a:path>
              <a:path w="2043429" h="214630">
                <a:moveTo>
                  <a:pt x="2042922" y="124968"/>
                </a:moveTo>
                <a:lnTo>
                  <a:pt x="0" y="124968"/>
                </a:lnTo>
                <a:lnTo>
                  <a:pt x="0" y="125730"/>
                </a:lnTo>
                <a:lnTo>
                  <a:pt x="2042922" y="125730"/>
                </a:lnTo>
                <a:lnTo>
                  <a:pt x="2042922" y="124968"/>
                </a:lnTo>
                <a:close/>
              </a:path>
              <a:path w="2043429" h="214630">
                <a:moveTo>
                  <a:pt x="2042922" y="121920"/>
                </a:moveTo>
                <a:lnTo>
                  <a:pt x="0" y="121920"/>
                </a:lnTo>
                <a:lnTo>
                  <a:pt x="0" y="122682"/>
                </a:lnTo>
                <a:lnTo>
                  <a:pt x="2042922" y="122682"/>
                </a:lnTo>
                <a:lnTo>
                  <a:pt x="2042922" y="121920"/>
                </a:lnTo>
                <a:close/>
              </a:path>
              <a:path w="2043429" h="214630">
                <a:moveTo>
                  <a:pt x="2042922" y="118872"/>
                </a:moveTo>
                <a:lnTo>
                  <a:pt x="0" y="118872"/>
                </a:lnTo>
                <a:lnTo>
                  <a:pt x="0" y="119634"/>
                </a:lnTo>
                <a:lnTo>
                  <a:pt x="2042922" y="119634"/>
                </a:lnTo>
                <a:lnTo>
                  <a:pt x="2042922" y="118872"/>
                </a:lnTo>
                <a:close/>
              </a:path>
              <a:path w="2043429" h="214630">
                <a:moveTo>
                  <a:pt x="2042922" y="115824"/>
                </a:moveTo>
                <a:lnTo>
                  <a:pt x="0" y="115824"/>
                </a:lnTo>
                <a:lnTo>
                  <a:pt x="0" y="116586"/>
                </a:lnTo>
                <a:lnTo>
                  <a:pt x="2042922" y="116586"/>
                </a:lnTo>
                <a:lnTo>
                  <a:pt x="2042922" y="115824"/>
                </a:lnTo>
                <a:close/>
              </a:path>
              <a:path w="2043429" h="214630">
                <a:moveTo>
                  <a:pt x="2042922" y="112776"/>
                </a:moveTo>
                <a:lnTo>
                  <a:pt x="0" y="112776"/>
                </a:lnTo>
                <a:lnTo>
                  <a:pt x="0" y="113538"/>
                </a:lnTo>
                <a:lnTo>
                  <a:pt x="2042922" y="113538"/>
                </a:lnTo>
                <a:lnTo>
                  <a:pt x="2042922" y="112776"/>
                </a:lnTo>
                <a:close/>
              </a:path>
              <a:path w="2043429" h="214630">
                <a:moveTo>
                  <a:pt x="2042922" y="109728"/>
                </a:moveTo>
                <a:lnTo>
                  <a:pt x="0" y="109728"/>
                </a:lnTo>
                <a:lnTo>
                  <a:pt x="0" y="110490"/>
                </a:lnTo>
                <a:lnTo>
                  <a:pt x="2042922" y="110490"/>
                </a:lnTo>
                <a:lnTo>
                  <a:pt x="2042922" y="109728"/>
                </a:lnTo>
                <a:close/>
              </a:path>
              <a:path w="2043429" h="214630">
                <a:moveTo>
                  <a:pt x="2042922" y="106680"/>
                </a:moveTo>
                <a:lnTo>
                  <a:pt x="0" y="106680"/>
                </a:lnTo>
                <a:lnTo>
                  <a:pt x="0" y="107442"/>
                </a:lnTo>
                <a:lnTo>
                  <a:pt x="2042922" y="107442"/>
                </a:lnTo>
                <a:lnTo>
                  <a:pt x="2042922" y="106680"/>
                </a:lnTo>
                <a:close/>
              </a:path>
              <a:path w="2043429" h="214630">
                <a:moveTo>
                  <a:pt x="2042922" y="103632"/>
                </a:moveTo>
                <a:lnTo>
                  <a:pt x="0" y="103632"/>
                </a:lnTo>
                <a:lnTo>
                  <a:pt x="0" y="104394"/>
                </a:lnTo>
                <a:lnTo>
                  <a:pt x="2042922" y="104394"/>
                </a:lnTo>
                <a:lnTo>
                  <a:pt x="2042922" y="103632"/>
                </a:lnTo>
                <a:close/>
              </a:path>
              <a:path w="2043429" h="214630">
                <a:moveTo>
                  <a:pt x="2042922" y="100584"/>
                </a:moveTo>
                <a:lnTo>
                  <a:pt x="0" y="100584"/>
                </a:lnTo>
                <a:lnTo>
                  <a:pt x="0" y="101346"/>
                </a:lnTo>
                <a:lnTo>
                  <a:pt x="2042922" y="101346"/>
                </a:lnTo>
                <a:lnTo>
                  <a:pt x="2042922" y="100584"/>
                </a:lnTo>
                <a:close/>
              </a:path>
              <a:path w="2043429" h="214630">
                <a:moveTo>
                  <a:pt x="2042922" y="97536"/>
                </a:moveTo>
                <a:lnTo>
                  <a:pt x="0" y="97536"/>
                </a:lnTo>
                <a:lnTo>
                  <a:pt x="0" y="98298"/>
                </a:lnTo>
                <a:lnTo>
                  <a:pt x="2042922" y="98298"/>
                </a:lnTo>
                <a:lnTo>
                  <a:pt x="2042922" y="97536"/>
                </a:lnTo>
                <a:close/>
              </a:path>
              <a:path w="2043429" h="214630">
                <a:moveTo>
                  <a:pt x="2042922" y="94488"/>
                </a:moveTo>
                <a:lnTo>
                  <a:pt x="0" y="94488"/>
                </a:lnTo>
                <a:lnTo>
                  <a:pt x="0" y="95250"/>
                </a:lnTo>
                <a:lnTo>
                  <a:pt x="2042922" y="95250"/>
                </a:lnTo>
                <a:lnTo>
                  <a:pt x="2042922" y="94488"/>
                </a:lnTo>
                <a:close/>
              </a:path>
              <a:path w="2043429" h="214630">
                <a:moveTo>
                  <a:pt x="2042922" y="91440"/>
                </a:moveTo>
                <a:lnTo>
                  <a:pt x="0" y="91440"/>
                </a:lnTo>
                <a:lnTo>
                  <a:pt x="0" y="92202"/>
                </a:lnTo>
                <a:lnTo>
                  <a:pt x="2042922" y="92202"/>
                </a:lnTo>
                <a:lnTo>
                  <a:pt x="2042922" y="91440"/>
                </a:lnTo>
                <a:close/>
              </a:path>
              <a:path w="2043429" h="214630">
                <a:moveTo>
                  <a:pt x="2042922" y="88392"/>
                </a:moveTo>
                <a:lnTo>
                  <a:pt x="0" y="88392"/>
                </a:lnTo>
                <a:lnTo>
                  <a:pt x="0" y="89154"/>
                </a:lnTo>
                <a:lnTo>
                  <a:pt x="2042922" y="89154"/>
                </a:lnTo>
                <a:lnTo>
                  <a:pt x="2042922" y="88392"/>
                </a:lnTo>
                <a:close/>
              </a:path>
              <a:path w="2043429" h="214630">
                <a:moveTo>
                  <a:pt x="2042922" y="85344"/>
                </a:moveTo>
                <a:lnTo>
                  <a:pt x="0" y="85344"/>
                </a:lnTo>
                <a:lnTo>
                  <a:pt x="0" y="86106"/>
                </a:lnTo>
                <a:lnTo>
                  <a:pt x="2042922" y="86106"/>
                </a:lnTo>
                <a:lnTo>
                  <a:pt x="2042922" y="85344"/>
                </a:lnTo>
                <a:close/>
              </a:path>
              <a:path w="2043429" h="214630">
                <a:moveTo>
                  <a:pt x="2042922" y="82296"/>
                </a:moveTo>
                <a:lnTo>
                  <a:pt x="0" y="82296"/>
                </a:lnTo>
                <a:lnTo>
                  <a:pt x="0" y="83058"/>
                </a:lnTo>
                <a:lnTo>
                  <a:pt x="2042922" y="83058"/>
                </a:lnTo>
                <a:lnTo>
                  <a:pt x="2042922" y="82296"/>
                </a:lnTo>
                <a:close/>
              </a:path>
              <a:path w="2043429" h="214630">
                <a:moveTo>
                  <a:pt x="2042922" y="79248"/>
                </a:moveTo>
                <a:lnTo>
                  <a:pt x="0" y="79248"/>
                </a:lnTo>
                <a:lnTo>
                  <a:pt x="0" y="80010"/>
                </a:lnTo>
                <a:lnTo>
                  <a:pt x="2042922" y="80010"/>
                </a:lnTo>
                <a:lnTo>
                  <a:pt x="2042922" y="79248"/>
                </a:lnTo>
                <a:close/>
              </a:path>
              <a:path w="2043429" h="214630">
                <a:moveTo>
                  <a:pt x="2042922" y="76200"/>
                </a:moveTo>
                <a:lnTo>
                  <a:pt x="0" y="76200"/>
                </a:lnTo>
                <a:lnTo>
                  <a:pt x="0" y="76962"/>
                </a:lnTo>
                <a:lnTo>
                  <a:pt x="2042922" y="76962"/>
                </a:lnTo>
                <a:lnTo>
                  <a:pt x="2042922" y="76200"/>
                </a:lnTo>
                <a:close/>
              </a:path>
              <a:path w="2043429" h="214630">
                <a:moveTo>
                  <a:pt x="2042922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42922" y="73914"/>
                </a:lnTo>
                <a:lnTo>
                  <a:pt x="2042922" y="73152"/>
                </a:lnTo>
                <a:close/>
              </a:path>
              <a:path w="2043429" h="214630">
                <a:moveTo>
                  <a:pt x="2042922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42922" y="70866"/>
                </a:lnTo>
                <a:lnTo>
                  <a:pt x="2042922" y="70104"/>
                </a:lnTo>
                <a:close/>
              </a:path>
              <a:path w="2043429" h="214630">
                <a:moveTo>
                  <a:pt x="2042922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42922" y="67818"/>
                </a:lnTo>
                <a:lnTo>
                  <a:pt x="2042922" y="67056"/>
                </a:lnTo>
                <a:close/>
              </a:path>
              <a:path w="2043429" h="214630">
                <a:moveTo>
                  <a:pt x="2042922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42922" y="64770"/>
                </a:lnTo>
                <a:lnTo>
                  <a:pt x="2042922" y="64008"/>
                </a:lnTo>
                <a:close/>
              </a:path>
              <a:path w="2043429" h="214630">
                <a:moveTo>
                  <a:pt x="2042922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42922" y="61722"/>
                </a:lnTo>
                <a:lnTo>
                  <a:pt x="2042922" y="60960"/>
                </a:lnTo>
                <a:close/>
              </a:path>
              <a:path w="2043429" h="214630">
                <a:moveTo>
                  <a:pt x="2042922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42922" y="58674"/>
                </a:lnTo>
                <a:lnTo>
                  <a:pt x="2042922" y="57912"/>
                </a:lnTo>
                <a:close/>
              </a:path>
              <a:path w="2043429" h="214630">
                <a:moveTo>
                  <a:pt x="2042922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42922" y="55626"/>
                </a:lnTo>
                <a:lnTo>
                  <a:pt x="2042922" y="54864"/>
                </a:lnTo>
                <a:close/>
              </a:path>
              <a:path w="2043429" h="214630">
                <a:moveTo>
                  <a:pt x="2042922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42922" y="52578"/>
                </a:lnTo>
                <a:lnTo>
                  <a:pt x="2042922" y="51816"/>
                </a:lnTo>
                <a:close/>
              </a:path>
              <a:path w="2043429" h="214630">
                <a:moveTo>
                  <a:pt x="2042922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42922" y="49530"/>
                </a:lnTo>
                <a:lnTo>
                  <a:pt x="2042922" y="48768"/>
                </a:lnTo>
                <a:close/>
              </a:path>
              <a:path w="2043429" h="214630">
                <a:moveTo>
                  <a:pt x="2042922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42922" y="46482"/>
                </a:lnTo>
                <a:lnTo>
                  <a:pt x="2042922" y="45720"/>
                </a:lnTo>
                <a:close/>
              </a:path>
              <a:path w="2043429" h="214630">
                <a:moveTo>
                  <a:pt x="2042922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42922" y="43434"/>
                </a:lnTo>
                <a:lnTo>
                  <a:pt x="2042922" y="42672"/>
                </a:lnTo>
                <a:close/>
              </a:path>
              <a:path w="2043429" h="214630">
                <a:moveTo>
                  <a:pt x="2042922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42922" y="40386"/>
                </a:lnTo>
                <a:lnTo>
                  <a:pt x="2042922" y="39624"/>
                </a:lnTo>
                <a:close/>
              </a:path>
              <a:path w="2043429" h="214630">
                <a:moveTo>
                  <a:pt x="2042922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42922" y="37338"/>
                </a:lnTo>
                <a:lnTo>
                  <a:pt x="2042922" y="36576"/>
                </a:lnTo>
                <a:close/>
              </a:path>
              <a:path w="2043429" h="214630">
                <a:moveTo>
                  <a:pt x="2042922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42922" y="34290"/>
                </a:lnTo>
                <a:lnTo>
                  <a:pt x="2042922" y="33528"/>
                </a:lnTo>
                <a:close/>
              </a:path>
              <a:path w="2043429" h="214630">
                <a:moveTo>
                  <a:pt x="2042922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42922" y="31242"/>
                </a:lnTo>
                <a:lnTo>
                  <a:pt x="2042922" y="30480"/>
                </a:lnTo>
                <a:close/>
              </a:path>
              <a:path w="2043429" h="214630">
                <a:moveTo>
                  <a:pt x="2042922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42922" y="28194"/>
                </a:lnTo>
                <a:lnTo>
                  <a:pt x="2042922" y="27432"/>
                </a:lnTo>
                <a:close/>
              </a:path>
              <a:path w="2043429" h="214630">
                <a:moveTo>
                  <a:pt x="2042922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42922" y="25146"/>
                </a:lnTo>
                <a:lnTo>
                  <a:pt x="2042922" y="24384"/>
                </a:lnTo>
                <a:close/>
              </a:path>
              <a:path w="2043429" h="214630">
                <a:moveTo>
                  <a:pt x="2042922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42922" y="22098"/>
                </a:lnTo>
                <a:lnTo>
                  <a:pt x="2042922" y="21336"/>
                </a:lnTo>
                <a:close/>
              </a:path>
              <a:path w="2043429" h="214630">
                <a:moveTo>
                  <a:pt x="2042922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42922" y="19050"/>
                </a:lnTo>
                <a:lnTo>
                  <a:pt x="2042922" y="18288"/>
                </a:lnTo>
                <a:close/>
              </a:path>
              <a:path w="2043429" h="214630">
                <a:moveTo>
                  <a:pt x="2042922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42922" y="16002"/>
                </a:lnTo>
                <a:lnTo>
                  <a:pt x="2042922" y="15240"/>
                </a:lnTo>
                <a:close/>
              </a:path>
              <a:path w="2043429" h="214630">
                <a:moveTo>
                  <a:pt x="2042922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42922" y="12954"/>
                </a:lnTo>
                <a:lnTo>
                  <a:pt x="2042922" y="12192"/>
                </a:lnTo>
                <a:close/>
              </a:path>
              <a:path w="2043429" h="214630">
                <a:moveTo>
                  <a:pt x="2042922" y="9144"/>
                </a:moveTo>
                <a:lnTo>
                  <a:pt x="0" y="9144"/>
                </a:lnTo>
                <a:lnTo>
                  <a:pt x="0" y="9906"/>
                </a:lnTo>
                <a:lnTo>
                  <a:pt x="2042922" y="9906"/>
                </a:lnTo>
                <a:lnTo>
                  <a:pt x="2042922" y="9144"/>
                </a:lnTo>
                <a:close/>
              </a:path>
              <a:path w="2043429" h="214630">
                <a:moveTo>
                  <a:pt x="2042922" y="6096"/>
                </a:moveTo>
                <a:lnTo>
                  <a:pt x="0" y="6096"/>
                </a:lnTo>
                <a:lnTo>
                  <a:pt x="0" y="6858"/>
                </a:lnTo>
                <a:lnTo>
                  <a:pt x="2042922" y="6858"/>
                </a:lnTo>
                <a:lnTo>
                  <a:pt x="2042922" y="6096"/>
                </a:lnTo>
                <a:close/>
              </a:path>
              <a:path w="2043429" h="214630">
                <a:moveTo>
                  <a:pt x="2042922" y="3048"/>
                </a:moveTo>
                <a:lnTo>
                  <a:pt x="0" y="3048"/>
                </a:lnTo>
                <a:lnTo>
                  <a:pt x="0" y="3810"/>
                </a:lnTo>
                <a:lnTo>
                  <a:pt x="2042922" y="3810"/>
                </a:lnTo>
                <a:lnTo>
                  <a:pt x="2042922" y="3048"/>
                </a:lnTo>
                <a:close/>
              </a:path>
              <a:path w="2043429" h="214630">
                <a:moveTo>
                  <a:pt x="2042922" y="0"/>
                </a:moveTo>
                <a:lnTo>
                  <a:pt x="0" y="0"/>
                </a:lnTo>
                <a:lnTo>
                  <a:pt x="0" y="762"/>
                </a:lnTo>
                <a:lnTo>
                  <a:pt x="2042922" y="762"/>
                </a:lnTo>
                <a:lnTo>
                  <a:pt x="2042922" y="0"/>
                </a:lnTo>
                <a:close/>
              </a:path>
            </a:pathLst>
          </a:custGeom>
          <a:solidFill>
            <a:srgbClr val="FFCC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bg object 32"/>
          <p:cNvSpPr/>
          <p:nvPr/>
        </p:nvSpPr>
        <p:spPr>
          <a:xfrm>
            <a:off x="6360553" y="3199526"/>
            <a:ext cx="2043430" cy="214629"/>
          </a:xfrm>
          <a:custGeom>
            <a:avLst/>
            <a:gdLst/>
            <a:ahLst/>
            <a:cxnLst/>
            <a:rect l="l" t="t" r="r" b="b"/>
            <a:pathLst>
              <a:path w="2043429" h="214629">
                <a:moveTo>
                  <a:pt x="2042922" y="213360"/>
                </a:moveTo>
                <a:lnTo>
                  <a:pt x="0" y="213360"/>
                </a:lnTo>
                <a:lnTo>
                  <a:pt x="0" y="214122"/>
                </a:lnTo>
                <a:lnTo>
                  <a:pt x="2042922" y="214122"/>
                </a:lnTo>
                <a:lnTo>
                  <a:pt x="2042922" y="213360"/>
                </a:lnTo>
                <a:close/>
              </a:path>
              <a:path w="2043429" h="214629">
                <a:moveTo>
                  <a:pt x="2042922" y="210312"/>
                </a:moveTo>
                <a:lnTo>
                  <a:pt x="0" y="210312"/>
                </a:lnTo>
                <a:lnTo>
                  <a:pt x="0" y="211074"/>
                </a:lnTo>
                <a:lnTo>
                  <a:pt x="2042922" y="211074"/>
                </a:lnTo>
                <a:lnTo>
                  <a:pt x="2042922" y="210312"/>
                </a:lnTo>
                <a:close/>
              </a:path>
              <a:path w="2043429" h="214629">
                <a:moveTo>
                  <a:pt x="2042922" y="207264"/>
                </a:moveTo>
                <a:lnTo>
                  <a:pt x="0" y="207264"/>
                </a:lnTo>
                <a:lnTo>
                  <a:pt x="0" y="208026"/>
                </a:lnTo>
                <a:lnTo>
                  <a:pt x="2042922" y="208026"/>
                </a:lnTo>
                <a:lnTo>
                  <a:pt x="2042922" y="207264"/>
                </a:lnTo>
                <a:close/>
              </a:path>
              <a:path w="2043429" h="214629">
                <a:moveTo>
                  <a:pt x="2042922" y="204216"/>
                </a:moveTo>
                <a:lnTo>
                  <a:pt x="0" y="204216"/>
                </a:lnTo>
                <a:lnTo>
                  <a:pt x="0" y="204978"/>
                </a:lnTo>
                <a:lnTo>
                  <a:pt x="2042922" y="204978"/>
                </a:lnTo>
                <a:lnTo>
                  <a:pt x="2042922" y="204216"/>
                </a:lnTo>
                <a:close/>
              </a:path>
              <a:path w="2043429" h="214629">
                <a:moveTo>
                  <a:pt x="2042922" y="201168"/>
                </a:moveTo>
                <a:lnTo>
                  <a:pt x="0" y="201168"/>
                </a:lnTo>
                <a:lnTo>
                  <a:pt x="0" y="201930"/>
                </a:lnTo>
                <a:lnTo>
                  <a:pt x="2042922" y="201930"/>
                </a:lnTo>
                <a:lnTo>
                  <a:pt x="2042922" y="201168"/>
                </a:lnTo>
                <a:close/>
              </a:path>
              <a:path w="2043429" h="214629">
                <a:moveTo>
                  <a:pt x="2042922" y="198120"/>
                </a:moveTo>
                <a:lnTo>
                  <a:pt x="0" y="198120"/>
                </a:lnTo>
                <a:lnTo>
                  <a:pt x="0" y="198882"/>
                </a:lnTo>
                <a:lnTo>
                  <a:pt x="2042922" y="198882"/>
                </a:lnTo>
                <a:lnTo>
                  <a:pt x="2042922" y="198120"/>
                </a:lnTo>
                <a:close/>
              </a:path>
              <a:path w="2043429" h="214629">
                <a:moveTo>
                  <a:pt x="2042922" y="195072"/>
                </a:moveTo>
                <a:lnTo>
                  <a:pt x="0" y="195072"/>
                </a:lnTo>
                <a:lnTo>
                  <a:pt x="0" y="195834"/>
                </a:lnTo>
                <a:lnTo>
                  <a:pt x="2042922" y="195834"/>
                </a:lnTo>
                <a:lnTo>
                  <a:pt x="2042922" y="195072"/>
                </a:lnTo>
                <a:close/>
              </a:path>
              <a:path w="2043429" h="214629">
                <a:moveTo>
                  <a:pt x="2042922" y="192024"/>
                </a:moveTo>
                <a:lnTo>
                  <a:pt x="0" y="192024"/>
                </a:lnTo>
                <a:lnTo>
                  <a:pt x="0" y="192786"/>
                </a:lnTo>
                <a:lnTo>
                  <a:pt x="2042922" y="192786"/>
                </a:lnTo>
                <a:lnTo>
                  <a:pt x="2042922" y="192024"/>
                </a:lnTo>
                <a:close/>
              </a:path>
              <a:path w="2043429" h="214629">
                <a:moveTo>
                  <a:pt x="2042922" y="188976"/>
                </a:moveTo>
                <a:lnTo>
                  <a:pt x="0" y="188976"/>
                </a:lnTo>
                <a:lnTo>
                  <a:pt x="0" y="189738"/>
                </a:lnTo>
                <a:lnTo>
                  <a:pt x="2042922" y="189738"/>
                </a:lnTo>
                <a:lnTo>
                  <a:pt x="2042922" y="188976"/>
                </a:lnTo>
                <a:close/>
              </a:path>
              <a:path w="2043429" h="214629">
                <a:moveTo>
                  <a:pt x="2042922" y="185928"/>
                </a:moveTo>
                <a:lnTo>
                  <a:pt x="0" y="185928"/>
                </a:lnTo>
                <a:lnTo>
                  <a:pt x="0" y="186690"/>
                </a:lnTo>
                <a:lnTo>
                  <a:pt x="2042922" y="186690"/>
                </a:lnTo>
                <a:lnTo>
                  <a:pt x="2042922" y="185928"/>
                </a:lnTo>
                <a:close/>
              </a:path>
              <a:path w="2043429" h="214629">
                <a:moveTo>
                  <a:pt x="2042922" y="182880"/>
                </a:moveTo>
                <a:lnTo>
                  <a:pt x="0" y="182880"/>
                </a:lnTo>
                <a:lnTo>
                  <a:pt x="0" y="183642"/>
                </a:lnTo>
                <a:lnTo>
                  <a:pt x="2042922" y="183642"/>
                </a:lnTo>
                <a:lnTo>
                  <a:pt x="2042922" y="182880"/>
                </a:lnTo>
                <a:close/>
              </a:path>
              <a:path w="2043429" h="214629">
                <a:moveTo>
                  <a:pt x="2042922" y="179832"/>
                </a:moveTo>
                <a:lnTo>
                  <a:pt x="0" y="179832"/>
                </a:lnTo>
                <a:lnTo>
                  <a:pt x="0" y="180594"/>
                </a:lnTo>
                <a:lnTo>
                  <a:pt x="2042922" y="180594"/>
                </a:lnTo>
                <a:lnTo>
                  <a:pt x="2042922" y="179832"/>
                </a:lnTo>
                <a:close/>
              </a:path>
              <a:path w="2043429" h="214629">
                <a:moveTo>
                  <a:pt x="2042922" y="176784"/>
                </a:moveTo>
                <a:lnTo>
                  <a:pt x="0" y="176784"/>
                </a:lnTo>
                <a:lnTo>
                  <a:pt x="0" y="177546"/>
                </a:lnTo>
                <a:lnTo>
                  <a:pt x="2042922" y="177546"/>
                </a:lnTo>
                <a:lnTo>
                  <a:pt x="2042922" y="176784"/>
                </a:lnTo>
                <a:close/>
              </a:path>
              <a:path w="2043429" h="214629">
                <a:moveTo>
                  <a:pt x="2042922" y="173736"/>
                </a:moveTo>
                <a:lnTo>
                  <a:pt x="0" y="173736"/>
                </a:lnTo>
                <a:lnTo>
                  <a:pt x="0" y="174498"/>
                </a:lnTo>
                <a:lnTo>
                  <a:pt x="2042922" y="174498"/>
                </a:lnTo>
                <a:lnTo>
                  <a:pt x="2042922" y="173736"/>
                </a:lnTo>
                <a:close/>
              </a:path>
              <a:path w="2043429" h="214629">
                <a:moveTo>
                  <a:pt x="2042922" y="170688"/>
                </a:moveTo>
                <a:lnTo>
                  <a:pt x="0" y="170688"/>
                </a:lnTo>
                <a:lnTo>
                  <a:pt x="0" y="171450"/>
                </a:lnTo>
                <a:lnTo>
                  <a:pt x="2042922" y="171450"/>
                </a:lnTo>
                <a:lnTo>
                  <a:pt x="2042922" y="170688"/>
                </a:lnTo>
                <a:close/>
              </a:path>
              <a:path w="2043429" h="214629">
                <a:moveTo>
                  <a:pt x="2042922" y="167640"/>
                </a:moveTo>
                <a:lnTo>
                  <a:pt x="0" y="167640"/>
                </a:lnTo>
                <a:lnTo>
                  <a:pt x="0" y="168402"/>
                </a:lnTo>
                <a:lnTo>
                  <a:pt x="2042922" y="168402"/>
                </a:lnTo>
                <a:lnTo>
                  <a:pt x="2042922" y="167640"/>
                </a:lnTo>
                <a:close/>
              </a:path>
              <a:path w="2043429" h="214629">
                <a:moveTo>
                  <a:pt x="2042922" y="164592"/>
                </a:moveTo>
                <a:lnTo>
                  <a:pt x="0" y="164592"/>
                </a:lnTo>
                <a:lnTo>
                  <a:pt x="0" y="165354"/>
                </a:lnTo>
                <a:lnTo>
                  <a:pt x="2042922" y="165354"/>
                </a:lnTo>
                <a:lnTo>
                  <a:pt x="2042922" y="164592"/>
                </a:lnTo>
                <a:close/>
              </a:path>
              <a:path w="2043429" h="214629">
                <a:moveTo>
                  <a:pt x="2042922" y="161544"/>
                </a:moveTo>
                <a:lnTo>
                  <a:pt x="0" y="161544"/>
                </a:lnTo>
                <a:lnTo>
                  <a:pt x="0" y="162306"/>
                </a:lnTo>
                <a:lnTo>
                  <a:pt x="2042922" y="162306"/>
                </a:lnTo>
                <a:lnTo>
                  <a:pt x="2042922" y="161544"/>
                </a:lnTo>
                <a:close/>
              </a:path>
              <a:path w="2043429" h="214629">
                <a:moveTo>
                  <a:pt x="2042922" y="158496"/>
                </a:moveTo>
                <a:lnTo>
                  <a:pt x="0" y="158496"/>
                </a:lnTo>
                <a:lnTo>
                  <a:pt x="0" y="159258"/>
                </a:lnTo>
                <a:lnTo>
                  <a:pt x="2042922" y="159258"/>
                </a:lnTo>
                <a:lnTo>
                  <a:pt x="2042922" y="158496"/>
                </a:lnTo>
                <a:close/>
              </a:path>
              <a:path w="2043429" h="214629">
                <a:moveTo>
                  <a:pt x="2042922" y="155448"/>
                </a:moveTo>
                <a:lnTo>
                  <a:pt x="0" y="155448"/>
                </a:lnTo>
                <a:lnTo>
                  <a:pt x="0" y="156210"/>
                </a:lnTo>
                <a:lnTo>
                  <a:pt x="2042922" y="156210"/>
                </a:lnTo>
                <a:lnTo>
                  <a:pt x="2042922" y="155448"/>
                </a:lnTo>
                <a:close/>
              </a:path>
              <a:path w="2043429" h="214629">
                <a:moveTo>
                  <a:pt x="2042922" y="152400"/>
                </a:moveTo>
                <a:lnTo>
                  <a:pt x="0" y="152400"/>
                </a:lnTo>
                <a:lnTo>
                  <a:pt x="0" y="153162"/>
                </a:lnTo>
                <a:lnTo>
                  <a:pt x="2042922" y="153162"/>
                </a:lnTo>
                <a:lnTo>
                  <a:pt x="2042922" y="152400"/>
                </a:lnTo>
                <a:close/>
              </a:path>
              <a:path w="2043429" h="214629">
                <a:moveTo>
                  <a:pt x="2042922" y="149352"/>
                </a:moveTo>
                <a:lnTo>
                  <a:pt x="0" y="149352"/>
                </a:lnTo>
                <a:lnTo>
                  <a:pt x="0" y="150114"/>
                </a:lnTo>
                <a:lnTo>
                  <a:pt x="2042922" y="150114"/>
                </a:lnTo>
                <a:lnTo>
                  <a:pt x="2042922" y="149352"/>
                </a:lnTo>
                <a:close/>
              </a:path>
              <a:path w="2043429" h="214629">
                <a:moveTo>
                  <a:pt x="2042922" y="146304"/>
                </a:moveTo>
                <a:lnTo>
                  <a:pt x="0" y="146304"/>
                </a:lnTo>
                <a:lnTo>
                  <a:pt x="0" y="147066"/>
                </a:lnTo>
                <a:lnTo>
                  <a:pt x="2042922" y="147066"/>
                </a:lnTo>
                <a:lnTo>
                  <a:pt x="2042922" y="146304"/>
                </a:lnTo>
                <a:close/>
              </a:path>
              <a:path w="2043429" h="214629">
                <a:moveTo>
                  <a:pt x="2042922" y="143256"/>
                </a:moveTo>
                <a:lnTo>
                  <a:pt x="0" y="143256"/>
                </a:lnTo>
                <a:lnTo>
                  <a:pt x="0" y="144018"/>
                </a:lnTo>
                <a:lnTo>
                  <a:pt x="2042922" y="144018"/>
                </a:lnTo>
                <a:lnTo>
                  <a:pt x="2042922" y="143256"/>
                </a:lnTo>
                <a:close/>
              </a:path>
              <a:path w="2043429" h="214629">
                <a:moveTo>
                  <a:pt x="2042922" y="140208"/>
                </a:moveTo>
                <a:lnTo>
                  <a:pt x="0" y="140208"/>
                </a:lnTo>
                <a:lnTo>
                  <a:pt x="0" y="140970"/>
                </a:lnTo>
                <a:lnTo>
                  <a:pt x="2042922" y="140970"/>
                </a:lnTo>
                <a:lnTo>
                  <a:pt x="2042922" y="140208"/>
                </a:lnTo>
                <a:close/>
              </a:path>
              <a:path w="2043429" h="214629">
                <a:moveTo>
                  <a:pt x="2042922" y="137160"/>
                </a:moveTo>
                <a:lnTo>
                  <a:pt x="0" y="137160"/>
                </a:lnTo>
                <a:lnTo>
                  <a:pt x="0" y="137922"/>
                </a:lnTo>
                <a:lnTo>
                  <a:pt x="2042922" y="137922"/>
                </a:lnTo>
                <a:lnTo>
                  <a:pt x="2042922" y="137160"/>
                </a:lnTo>
                <a:close/>
              </a:path>
              <a:path w="2043429" h="214629">
                <a:moveTo>
                  <a:pt x="2042922" y="134112"/>
                </a:moveTo>
                <a:lnTo>
                  <a:pt x="0" y="134112"/>
                </a:lnTo>
                <a:lnTo>
                  <a:pt x="0" y="134874"/>
                </a:lnTo>
                <a:lnTo>
                  <a:pt x="2042922" y="134874"/>
                </a:lnTo>
                <a:lnTo>
                  <a:pt x="2042922" y="134112"/>
                </a:lnTo>
                <a:close/>
              </a:path>
              <a:path w="2043429" h="214629">
                <a:moveTo>
                  <a:pt x="2042922" y="131064"/>
                </a:moveTo>
                <a:lnTo>
                  <a:pt x="0" y="131064"/>
                </a:lnTo>
                <a:lnTo>
                  <a:pt x="0" y="131826"/>
                </a:lnTo>
                <a:lnTo>
                  <a:pt x="2042922" y="131826"/>
                </a:lnTo>
                <a:lnTo>
                  <a:pt x="2042922" y="131064"/>
                </a:lnTo>
                <a:close/>
              </a:path>
              <a:path w="2043429" h="214629">
                <a:moveTo>
                  <a:pt x="2042922" y="128016"/>
                </a:moveTo>
                <a:lnTo>
                  <a:pt x="0" y="128016"/>
                </a:lnTo>
                <a:lnTo>
                  <a:pt x="0" y="128778"/>
                </a:lnTo>
                <a:lnTo>
                  <a:pt x="2042922" y="128778"/>
                </a:lnTo>
                <a:lnTo>
                  <a:pt x="2042922" y="128016"/>
                </a:lnTo>
                <a:close/>
              </a:path>
              <a:path w="2043429" h="214629">
                <a:moveTo>
                  <a:pt x="2042922" y="124968"/>
                </a:moveTo>
                <a:lnTo>
                  <a:pt x="0" y="124968"/>
                </a:lnTo>
                <a:lnTo>
                  <a:pt x="0" y="125730"/>
                </a:lnTo>
                <a:lnTo>
                  <a:pt x="2042922" y="125730"/>
                </a:lnTo>
                <a:lnTo>
                  <a:pt x="2042922" y="124968"/>
                </a:lnTo>
                <a:close/>
              </a:path>
              <a:path w="2043429" h="214629">
                <a:moveTo>
                  <a:pt x="2042922" y="121920"/>
                </a:moveTo>
                <a:lnTo>
                  <a:pt x="0" y="121920"/>
                </a:lnTo>
                <a:lnTo>
                  <a:pt x="0" y="122682"/>
                </a:lnTo>
                <a:lnTo>
                  <a:pt x="2042922" y="122682"/>
                </a:lnTo>
                <a:lnTo>
                  <a:pt x="2042922" y="121920"/>
                </a:lnTo>
                <a:close/>
              </a:path>
              <a:path w="2043429" h="214629">
                <a:moveTo>
                  <a:pt x="2042922" y="118872"/>
                </a:moveTo>
                <a:lnTo>
                  <a:pt x="0" y="118872"/>
                </a:lnTo>
                <a:lnTo>
                  <a:pt x="0" y="119634"/>
                </a:lnTo>
                <a:lnTo>
                  <a:pt x="2042922" y="119634"/>
                </a:lnTo>
                <a:lnTo>
                  <a:pt x="2042922" y="118872"/>
                </a:lnTo>
                <a:close/>
              </a:path>
              <a:path w="2043429" h="214629">
                <a:moveTo>
                  <a:pt x="2042922" y="115824"/>
                </a:moveTo>
                <a:lnTo>
                  <a:pt x="0" y="115824"/>
                </a:lnTo>
                <a:lnTo>
                  <a:pt x="0" y="116586"/>
                </a:lnTo>
                <a:lnTo>
                  <a:pt x="2042922" y="116586"/>
                </a:lnTo>
                <a:lnTo>
                  <a:pt x="2042922" y="115824"/>
                </a:lnTo>
                <a:close/>
              </a:path>
              <a:path w="2043429" h="214629">
                <a:moveTo>
                  <a:pt x="2042922" y="112776"/>
                </a:moveTo>
                <a:lnTo>
                  <a:pt x="0" y="112776"/>
                </a:lnTo>
                <a:lnTo>
                  <a:pt x="0" y="113538"/>
                </a:lnTo>
                <a:lnTo>
                  <a:pt x="2042922" y="113538"/>
                </a:lnTo>
                <a:lnTo>
                  <a:pt x="2042922" y="112776"/>
                </a:lnTo>
                <a:close/>
              </a:path>
              <a:path w="2043429" h="214629">
                <a:moveTo>
                  <a:pt x="2042922" y="109728"/>
                </a:moveTo>
                <a:lnTo>
                  <a:pt x="0" y="109728"/>
                </a:lnTo>
                <a:lnTo>
                  <a:pt x="0" y="110490"/>
                </a:lnTo>
                <a:lnTo>
                  <a:pt x="2042922" y="110490"/>
                </a:lnTo>
                <a:lnTo>
                  <a:pt x="2042922" y="109728"/>
                </a:lnTo>
                <a:close/>
              </a:path>
              <a:path w="2043429" h="214629">
                <a:moveTo>
                  <a:pt x="2042922" y="106680"/>
                </a:moveTo>
                <a:lnTo>
                  <a:pt x="0" y="106680"/>
                </a:lnTo>
                <a:lnTo>
                  <a:pt x="0" y="107442"/>
                </a:lnTo>
                <a:lnTo>
                  <a:pt x="2042922" y="107442"/>
                </a:lnTo>
                <a:lnTo>
                  <a:pt x="2042922" y="106680"/>
                </a:lnTo>
                <a:close/>
              </a:path>
              <a:path w="2043429" h="214629">
                <a:moveTo>
                  <a:pt x="2042922" y="103632"/>
                </a:moveTo>
                <a:lnTo>
                  <a:pt x="0" y="103632"/>
                </a:lnTo>
                <a:lnTo>
                  <a:pt x="0" y="104394"/>
                </a:lnTo>
                <a:lnTo>
                  <a:pt x="2042922" y="104394"/>
                </a:lnTo>
                <a:lnTo>
                  <a:pt x="2042922" y="103632"/>
                </a:lnTo>
                <a:close/>
              </a:path>
              <a:path w="2043429" h="214629">
                <a:moveTo>
                  <a:pt x="2042922" y="100584"/>
                </a:moveTo>
                <a:lnTo>
                  <a:pt x="0" y="100584"/>
                </a:lnTo>
                <a:lnTo>
                  <a:pt x="0" y="101346"/>
                </a:lnTo>
                <a:lnTo>
                  <a:pt x="2042922" y="101346"/>
                </a:lnTo>
                <a:lnTo>
                  <a:pt x="2042922" y="100584"/>
                </a:lnTo>
                <a:close/>
              </a:path>
              <a:path w="2043429" h="214629">
                <a:moveTo>
                  <a:pt x="2042922" y="97536"/>
                </a:moveTo>
                <a:lnTo>
                  <a:pt x="0" y="97536"/>
                </a:lnTo>
                <a:lnTo>
                  <a:pt x="0" y="98298"/>
                </a:lnTo>
                <a:lnTo>
                  <a:pt x="2042922" y="98298"/>
                </a:lnTo>
                <a:lnTo>
                  <a:pt x="2042922" y="97536"/>
                </a:lnTo>
                <a:close/>
              </a:path>
              <a:path w="2043429" h="214629">
                <a:moveTo>
                  <a:pt x="2042922" y="94488"/>
                </a:moveTo>
                <a:lnTo>
                  <a:pt x="0" y="94488"/>
                </a:lnTo>
                <a:lnTo>
                  <a:pt x="0" y="95250"/>
                </a:lnTo>
                <a:lnTo>
                  <a:pt x="2042922" y="95250"/>
                </a:lnTo>
                <a:lnTo>
                  <a:pt x="2042922" y="94488"/>
                </a:lnTo>
                <a:close/>
              </a:path>
              <a:path w="2043429" h="214629">
                <a:moveTo>
                  <a:pt x="2042922" y="91440"/>
                </a:moveTo>
                <a:lnTo>
                  <a:pt x="0" y="91440"/>
                </a:lnTo>
                <a:lnTo>
                  <a:pt x="0" y="92202"/>
                </a:lnTo>
                <a:lnTo>
                  <a:pt x="2042922" y="92202"/>
                </a:lnTo>
                <a:lnTo>
                  <a:pt x="2042922" y="91440"/>
                </a:lnTo>
                <a:close/>
              </a:path>
              <a:path w="2043429" h="214629">
                <a:moveTo>
                  <a:pt x="2042922" y="88392"/>
                </a:moveTo>
                <a:lnTo>
                  <a:pt x="0" y="88392"/>
                </a:lnTo>
                <a:lnTo>
                  <a:pt x="0" y="89154"/>
                </a:lnTo>
                <a:lnTo>
                  <a:pt x="2042922" y="89154"/>
                </a:lnTo>
                <a:lnTo>
                  <a:pt x="2042922" y="88392"/>
                </a:lnTo>
                <a:close/>
              </a:path>
              <a:path w="2043429" h="214629">
                <a:moveTo>
                  <a:pt x="2042922" y="85344"/>
                </a:moveTo>
                <a:lnTo>
                  <a:pt x="0" y="85344"/>
                </a:lnTo>
                <a:lnTo>
                  <a:pt x="0" y="86106"/>
                </a:lnTo>
                <a:lnTo>
                  <a:pt x="2042922" y="86106"/>
                </a:lnTo>
                <a:lnTo>
                  <a:pt x="2042922" y="85344"/>
                </a:lnTo>
                <a:close/>
              </a:path>
              <a:path w="2043429" h="214629">
                <a:moveTo>
                  <a:pt x="2042922" y="82296"/>
                </a:moveTo>
                <a:lnTo>
                  <a:pt x="0" y="82296"/>
                </a:lnTo>
                <a:lnTo>
                  <a:pt x="0" y="83058"/>
                </a:lnTo>
                <a:lnTo>
                  <a:pt x="2042922" y="83058"/>
                </a:lnTo>
                <a:lnTo>
                  <a:pt x="2042922" y="82296"/>
                </a:lnTo>
                <a:close/>
              </a:path>
              <a:path w="2043429" h="214629">
                <a:moveTo>
                  <a:pt x="2042922" y="79248"/>
                </a:moveTo>
                <a:lnTo>
                  <a:pt x="0" y="79248"/>
                </a:lnTo>
                <a:lnTo>
                  <a:pt x="0" y="80010"/>
                </a:lnTo>
                <a:lnTo>
                  <a:pt x="2042922" y="80010"/>
                </a:lnTo>
                <a:lnTo>
                  <a:pt x="2042922" y="79248"/>
                </a:lnTo>
                <a:close/>
              </a:path>
              <a:path w="2043429" h="214629">
                <a:moveTo>
                  <a:pt x="2042922" y="76200"/>
                </a:moveTo>
                <a:lnTo>
                  <a:pt x="0" y="76200"/>
                </a:lnTo>
                <a:lnTo>
                  <a:pt x="0" y="76962"/>
                </a:lnTo>
                <a:lnTo>
                  <a:pt x="2042922" y="76962"/>
                </a:lnTo>
                <a:lnTo>
                  <a:pt x="2042922" y="76200"/>
                </a:lnTo>
                <a:close/>
              </a:path>
              <a:path w="2043429" h="214629">
                <a:moveTo>
                  <a:pt x="2042922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42922" y="73914"/>
                </a:lnTo>
                <a:lnTo>
                  <a:pt x="2042922" y="73152"/>
                </a:lnTo>
                <a:close/>
              </a:path>
              <a:path w="2043429" h="214629">
                <a:moveTo>
                  <a:pt x="2042922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42922" y="70866"/>
                </a:lnTo>
                <a:lnTo>
                  <a:pt x="2042922" y="70104"/>
                </a:lnTo>
                <a:close/>
              </a:path>
              <a:path w="2043429" h="214629">
                <a:moveTo>
                  <a:pt x="2042922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42922" y="67818"/>
                </a:lnTo>
                <a:lnTo>
                  <a:pt x="2042922" y="67056"/>
                </a:lnTo>
                <a:close/>
              </a:path>
              <a:path w="2043429" h="214629">
                <a:moveTo>
                  <a:pt x="2042922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42922" y="64770"/>
                </a:lnTo>
                <a:lnTo>
                  <a:pt x="2042922" y="64008"/>
                </a:lnTo>
                <a:close/>
              </a:path>
              <a:path w="2043429" h="214629">
                <a:moveTo>
                  <a:pt x="2042922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42922" y="61722"/>
                </a:lnTo>
                <a:lnTo>
                  <a:pt x="2042922" y="60960"/>
                </a:lnTo>
                <a:close/>
              </a:path>
              <a:path w="2043429" h="214629">
                <a:moveTo>
                  <a:pt x="2042922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42922" y="58674"/>
                </a:lnTo>
                <a:lnTo>
                  <a:pt x="2042922" y="57912"/>
                </a:lnTo>
                <a:close/>
              </a:path>
              <a:path w="2043429" h="214629">
                <a:moveTo>
                  <a:pt x="2042922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42922" y="55626"/>
                </a:lnTo>
                <a:lnTo>
                  <a:pt x="2042922" y="54864"/>
                </a:lnTo>
                <a:close/>
              </a:path>
              <a:path w="2043429" h="214629">
                <a:moveTo>
                  <a:pt x="2042922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42922" y="52578"/>
                </a:lnTo>
                <a:lnTo>
                  <a:pt x="2042922" y="51816"/>
                </a:lnTo>
                <a:close/>
              </a:path>
              <a:path w="2043429" h="214629">
                <a:moveTo>
                  <a:pt x="2042922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42922" y="49530"/>
                </a:lnTo>
                <a:lnTo>
                  <a:pt x="2042922" y="48768"/>
                </a:lnTo>
                <a:close/>
              </a:path>
              <a:path w="2043429" h="214629">
                <a:moveTo>
                  <a:pt x="2042922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42922" y="46482"/>
                </a:lnTo>
                <a:lnTo>
                  <a:pt x="2042922" y="45720"/>
                </a:lnTo>
                <a:close/>
              </a:path>
              <a:path w="2043429" h="214629">
                <a:moveTo>
                  <a:pt x="2042922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42922" y="43434"/>
                </a:lnTo>
                <a:lnTo>
                  <a:pt x="2042922" y="42672"/>
                </a:lnTo>
                <a:close/>
              </a:path>
              <a:path w="2043429" h="214629">
                <a:moveTo>
                  <a:pt x="2042922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42922" y="40386"/>
                </a:lnTo>
                <a:lnTo>
                  <a:pt x="2042922" y="39624"/>
                </a:lnTo>
                <a:close/>
              </a:path>
              <a:path w="2043429" h="214629">
                <a:moveTo>
                  <a:pt x="2042922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42922" y="37338"/>
                </a:lnTo>
                <a:lnTo>
                  <a:pt x="2042922" y="36576"/>
                </a:lnTo>
                <a:close/>
              </a:path>
              <a:path w="2043429" h="214629">
                <a:moveTo>
                  <a:pt x="2042922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42922" y="34290"/>
                </a:lnTo>
                <a:lnTo>
                  <a:pt x="2042922" y="33528"/>
                </a:lnTo>
                <a:close/>
              </a:path>
              <a:path w="2043429" h="214629">
                <a:moveTo>
                  <a:pt x="2042922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42922" y="31242"/>
                </a:lnTo>
                <a:lnTo>
                  <a:pt x="2042922" y="30480"/>
                </a:lnTo>
                <a:close/>
              </a:path>
              <a:path w="2043429" h="214629">
                <a:moveTo>
                  <a:pt x="2042922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42922" y="28194"/>
                </a:lnTo>
                <a:lnTo>
                  <a:pt x="2042922" y="27432"/>
                </a:lnTo>
                <a:close/>
              </a:path>
              <a:path w="2043429" h="214629">
                <a:moveTo>
                  <a:pt x="2042922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42922" y="25146"/>
                </a:lnTo>
                <a:lnTo>
                  <a:pt x="2042922" y="24384"/>
                </a:lnTo>
                <a:close/>
              </a:path>
              <a:path w="2043429" h="214629">
                <a:moveTo>
                  <a:pt x="2042922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42922" y="22098"/>
                </a:lnTo>
                <a:lnTo>
                  <a:pt x="2042922" y="21336"/>
                </a:lnTo>
                <a:close/>
              </a:path>
              <a:path w="2043429" h="214629">
                <a:moveTo>
                  <a:pt x="2042922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42922" y="19050"/>
                </a:lnTo>
                <a:lnTo>
                  <a:pt x="2042922" y="18288"/>
                </a:lnTo>
                <a:close/>
              </a:path>
              <a:path w="2043429" h="214629">
                <a:moveTo>
                  <a:pt x="2042922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42922" y="16002"/>
                </a:lnTo>
                <a:lnTo>
                  <a:pt x="2042922" y="15240"/>
                </a:lnTo>
                <a:close/>
              </a:path>
              <a:path w="2043429" h="214629">
                <a:moveTo>
                  <a:pt x="2042922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42922" y="12954"/>
                </a:lnTo>
                <a:lnTo>
                  <a:pt x="2042922" y="12192"/>
                </a:lnTo>
                <a:close/>
              </a:path>
              <a:path w="2043429" h="214629">
                <a:moveTo>
                  <a:pt x="2042922" y="9144"/>
                </a:moveTo>
                <a:lnTo>
                  <a:pt x="0" y="9144"/>
                </a:lnTo>
                <a:lnTo>
                  <a:pt x="0" y="9906"/>
                </a:lnTo>
                <a:lnTo>
                  <a:pt x="2042922" y="9906"/>
                </a:lnTo>
                <a:lnTo>
                  <a:pt x="2042922" y="9144"/>
                </a:lnTo>
                <a:close/>
              </a:path>
              <a:path w="2043429" h="214629">
                <a:moveTo>
                  <a:pt x="2042922" y="6096"/>
                </a:moveTo>
                <a:lnTo>
                  <a:pt x="0" y="6096"/>
                </a:lnTo>
                <a:lnTo>
                  <a:pt x="0" y="6858"/>
                </a:lnTo>
                <a:lnTo>
                  <a:pt x="2042922" y="6858"/>
                </a:lnTo>
                <a:lnTo>
                  <a:pt x="2042922" y="6096"/>
                </a:lnTo>
                <a:close/>
              </a:path>
              <a:path w="2043429" h="214629">
                <a:moveTo>
                  <a:pt x="2042922" y="3048"/>
                </a:moveTo>
                <a:lnTo>
                  <a:pt x="0" y="3048"/>
                </a:lnTo>
                <a:lnTo>
                  <a:pt x="0" y="3810"/>
                </a:lnTo>
                <a:lnTo>
                  <a:pt x="2042922" y="3810"/>
                </a:lnTo>
                <a:lnTo>
                  <a:pt x="2042922" y="3048"/>
                </a:lnTo>
                <a:close/>
              </a:path>
              <a:path w="2043429" h="214629">
                <a:moveTo>
                  <a:pt x="2042922" y="0"/>
                </a:moveTo>
                <a:lnTo>
                  <a:pt x="0" y="0"/>
                </a:lnTo>
                <a:lnTo>
                  <a:pt x="0" y="762"/>
                </a:lnTo>
                <a:lnTo>
                  <a:pt x="2042922" y="762"/>
                </a:lnTo>
                <a:lnTo>
                  <a:pt x="2042922" y="0"/>
                </a:lnTo>
                <a:close/>
              </a:path>
            </a:pathLst>
          </a:custGeom>
          <a:solidFill>
            <a:srgbClr val="FFCC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bg object 33"/>
          <p:cNvSpPr/>
          <p:nvPr/>
        </p:nvSpPr>
        <p:spPr>
          <a:xfrm>
            <a:off x="6360553" y="3412886"/>
            <a:ext cx="2043430" cy="214629"/>
          </a:xfrm>
          <a:custGeom>
            <a:avLst/>
            <a:gdLst/>
            <a:ahLst/>
            <a:cxnLst/>
            <a:rect l="l" t="t" r="r" b="b"/>
            <a:pathLst>
              <a:path w="2043429" h="214629">
                <a:moveTo>
                  <a:pt x="2042922" y="213360"/>
                </a:moveTo>
                <a:lnTo>
                  <a:pt x="0" y="213360"/>
                </a:lnTo>
                <a:lnTo>
                  <a:pt x="0" y="214122"/>
                </a:lnTo>
                <a:lnTo>
                  <a:pt x="2042922" y="214122"/>
                </a:lnTo>
                <a:lnTo>
                  <a:pt x="2042922" y="213360"/>
                </a:lnTo>
                <a:close/>
              </a:path>
              <a:path w="2043429" h="214629">
                <a:moveTo>
                  <a:pt x="2042922" y="210312"/>
                </a:moveTo>
                <a:lnTo>
                  <a:pt x="0" y="210312"/>
                </a:lnTo>
                <a:lnTo>
                  <a:pt x="0" y="211074"/>
                </a:lnTo>
                <a:lnTo>
                  <a:pt x="2042922" y="211074"/>
                </a:lnTo>
                <a:lnTo>
                  <a:pt x="2042922" y="210312"/>
                </a:lnTo>
                <a:close/>
              </a:path>
              <a:path w="2043429" h="214629">
                <a:moveTo>
                  <a:pt x="2042922" y="207264"/>
                </a:moveTo>
                <a:lnTo>
                  <a:pt x="0" y="207264"/>
                </a:lnTo>
                <a:lnTo>
                  <a:pt x="0" y="208026"/>
                </a:lnTo>
                <a:lnTo>
                  <a:pt x="2042922" y="208026"/>
                </a:lnTo>
                <a:lnTo>
                  <a:pt x="2042922" y="207264"/>
                </a:lnTo>
                <a:close/>
              </a:path>
              <a:path w="2043429" h="214629">
                <a:moveTo>
                  <a:pt x="2042922" y="204216"/>
                </a:moveTo>
                <a:lnTo>
                  <a:pt x="0" y="204216"/>
                </a:lnTo>
                <a:lnTo>
                  <a:pt x="0" y="204978"/>
                </a:lnTo>
                <a:lnTo>
                  <a:pt x="2042922" y="204978"/>
                </a:lnTo>
                <a:lnTo>
                  <a:pt x="2042922" y="204216"/>
                </a:lnTo>
                <a:close/>
              </a:path>
              <a:path w="2043429" h="214629">
                <a:moveTo>
                  <a:pt x="2042922" y="201168"/>
                </a:moveTo>
                <a:lnTo>
                  <a:pt x="0" y="201168"/>
                </a:lnTo>
                <a:lnTo>
                  <a:pt x="0" y="201930"/>
                </a:lnTo>
                <a:lnTo>
                  <a:pt x="2042922" y="201930"/>
                </a:lnTo>
                <a:lnTo>
                  <a:pt x="2042922" y="201168"/>
                </a:lnTo>
                <a:close/>
              </a:path>
              <a:path w="2043429" h="214629">
                <a:moveTo>
                  <a:pt x="2042922" y="198120"/>
                </a:moveTo>
                <a:lnTo>
                  <a:pt x="0" y="198120"/>
                </a:lnTo>
                <a:lnTo>
                  <a:pt x="0" y="198882"/>
                </a:lnTo>
                <a:lnTo>
                  <a:pt x="2042922" y="198882"/>
                </a:lnTo>
                <a:lnTo>
                  <a:pt x="2042922" y="198120"/>
                </a:lnTo>
                <a:close/>
              </a:path>
              <a:path w="2043429" h="214629">
                <a:moveTo>
                  <a:pt x="2042922" y="195072"/>
                </a:moveTo>
                <a:lnTo>
                  <a:pt x="0" y="195072"/>
                </a:lnTo>
                <a:lnTo>
                  <a:pt x="0" y="195834"/>
                </a:lnTo>
                <a:lnTo>
                  <a:pt x="2042922" y="195834"/>
                </a:lnTo>
                <a:lnTo>
                  <a:pt x="2042922" y="195072"/>
                </a:lnTo>
                <a:close/>
              </a:path>
              <a:path w="2043429" h="214629">
                <a:moveTo>
                  <a:pt x="2042922" y="192024"/>
                </a:moveTo>
                <a:lnTo>
                  <a:pt x="0" y="192024"/>
                </a:lnTo>
                <a:lnTo>
                  <a:pt x="0" y="192786"/>
                </a:lnTo>
                <a:lnTo>
                  <a:pt x="2042922" y="192786"/>
                </a:lnTo>
                <a:lnTo>
                  <a:pt x="2042922" y="192024"/>
                </a:lnTo>
                <a:close/>
              </a:path>
              <a:path w="2043429" h="214629">
                <a:moveTo>
                  <a:pt x="2042922" y="188976"/>
                </a:moveTo>
                <a:lnTo>
                  <a:pt x="0" y="188976"/>
                </a:lnTo>
                <a:lnTo>
                  <a:pt x="0" y="189738"/>
                </a:lnTo>
                <a:lnTo>
                  <a:pt x="2042922" y="189738"/>
                </a:lnTo>
                <a:lnTo>
                  <a:pt x="2042922" y="188976"/>
                </a:lnTo>
                <a:close/>
              </a:path>
              <a:path w="2043429" h="214629">
                <a:moveTo>
                  <a:pt x="2042922" y="185928"/>
                </a:moveTo>
                <a:lnTo>
                  <a:pt x="0" y="185928"/>
                </a:lnTo>
                <a:lnTo>
                  <a:pt x="0" y="186690"/>
                </a:lnTo>
                <a:lnTo>
                  <a:pt x="2042922" y="186690"/>
                </a:lnTo>
                <a:lnTo>
                  <a:pt x="2042922" y="185928"/>
                </a:lnTo>
                <a:close/>
              </a:path>
              <a:path w="2043429" h="214629">
                <a:moveTo>
                  <a:pt x="2042922" y="182880"/>
                </a:moveTo>
                <a:lnTo>
                  <a:pt x="0" y="182880"/>
                </a:lnTo>
                <a:lnTo>
                  <a:pt x="0" y="183642"/>
                </a:lnTo>
                <a:lnTo>
                  <a:pt x="2042922" y="183642"/>
                </a:lnTo>
                <a:lnTo>
                  <a:pt x="2042922" y="182880"/>
                </a:lnTo>
                <a:close/>
              </a:path>
              <a:path w="2043429" h="214629">
                <a:moveTo>
                  <a:pt x="2042922" y="179832"/>
                </a:moveTo>
                <a:lnTo>
                  <a:pt x="0" y="179832"/>
                </a:lnTo>
                <a:lnTo>
                  <a:pt x="0" y="180594"/>
                </a:lnTo>
                <a:lnTo>
                  <a:pt x="2042922" y="180594"/>
                </a:lnTo>
                <a:lnTo>
                  <a:pt x="2042922" y="179832"/>
                </a:lnTo>
                <a:close/>
              </a:path>
              <a:path w="2043429" h="214629">
                <a:moveTo>
                  <a:pt x="2042922" y="176784"/>
                </a:moveTo>
                <a:lnTo>
                  <a:pt x="0" y="176784"/>
                </a:lnTo>
                <a:lnTo>
                  <a:pt x="0" y="177546"/>
                </a:lnTo>
                <a:lnTo>
                  <a:pt x="2042922" y="177546"/>
                </a:lnTo>
                <a:lnTo>
                  <a:pt x="2042922" y="176784"/>
                </a:lnTo>
                <a:close/>
              </a:path>
              <a:path w="2043429" h="214629">
                <a:moveTo>
                  <a:pt x="2042922" y="173736"/>
                </a:moveTo>
                <a:lnTo>
                  <a:pt x="0" y="173736"/>
                </a:lnTo>
                <a:lnTo>
                  <a:pt x="0" y="174498"/>
                </a:lnTo>
                <a:lnTo>
                  <a:pt x="2042922" y="174498"/>
                </a:lnTo>
                <a:lnTo>
                  <a:pt x="2042922" y="173736"/>
                </a:lnTo>
                <a:close/>
              </a:path>
              <a:path w="2043429" h="214629">
                <a:moveTo>
                  <a:pt x="2042922" y="170688"/>
                </a:moveTo>
                <a:lnTo>
                  <a:pt x="0" y="170688"/>
                </a:lnTo>
                <a:lnTo>
                  <a:pt x="0" y="171450"/>
                </a:lnTo>
                <a:lnTo>
                  <a:pt x="2042922" y="171450"/>
                </a:lnTo>
                <a:lnTo>
                  <a:pt x="2042922" y="170688"/>
                </a:lnTo>
                <a:close/>
              </a:path>
              <a:path w="2043429" h="214629">
                <a:moveTo>
                  <a:pt x="2042922" y="167640"/>
                </a:moveTo>
                <a:lnTo>
                  <a:pt x="0" y="167640"/>
                </a:lnTo>
                <a:lnTo>
                  <a:pt x="0" y="168402"/>
                </a:lnTo>
                <a:lnTo>
                  <a:pt x="2042922" y="168402"/>
                </a:lnTo>
                <a:lnTo>
                  <a:pt x="2042922" y="167640"/>
                </a:lnTo>
                <a:close/>
              </a:path>
              <a:path w="2043429" h="214629">
                <a:moveTo>
                  <a:pt x="2042922" y="164592"/>
                </a:moveTo>
                <a:lnTo>
                  <a:pt x="0" y="164592"/>
                </a:lnTo>
                <a:lnTo>
                  <a:pt x="0" y="165354"/>
                </a:lnTo>
                <a:lnTo>
                  <a:pt x="2042922" y="165354"/>
                </a:lnTo>
                <a:lnTo>
                  <a:pt x="2042922" y="164592"/>
                </a:lnTo>
                <a:close/>
              </a:path>
              <a:path w="2043429" h="214629">
                <a:moveTo>
                  <a:pt x="2042922" y="161544"/>
                </a:moveTo>
                <a:lnTo>
                  <a:pt x="0" y="161544"/>
                </a:lnTo>
                <a:lnTo>
                  <a:pt x="0" y="162306"/>
                </a:lnTo>
                <a:lnTo>
                  <a:pt x="2042922" y="162306"/>
                </a:lnTo>
                <a:lnTo>
                  <a:pt x="2042922" y="161544"/>
                </a:lnTo>
                <a:close/>
              </a:path>
              <a:path w="2043429" h="214629">
                <a:moveTo>
                  <a:pt x="2042922" y="158496"/>
                </a:moveTo>
                <a:lnTo>
                  <a:pt x="0" y="158496"/>
                </a:lnTo>
                <a:lnTo>
                  <a:pt x="0" y="159258"/>
                </a:lnTo>
                <a:lnTo>
                  <a:pt x="2042922" y="159258"/>
                </a:lnTo>
                <a:lnTo>
                  <a:pt x="2042922" y="158496"/>
                </a:lnTo>
                <a:close/>
              </a:path>
              <a:path w="2043429" h="214629">
                <a:moveTo>
                  <a:pt x="2042922" y="155448"/>
                </a:moveTo>
                <a:lnTo>
                  <a:pt x="0" y="155448"/>
                </a:lnTo>
                <a:lnTo>
                  <a:pt x="0" y="156210"/>
                </a:lnTo>
                <a:lnTo>
                  <a:pt x="2042922" y="156210"/>
                </a:lnTo>
                <a:lnTo>
                  <a:pt x="2042922" y="155448"/>
                </a:lnTo>
                <a:close/>
              </a:path>
              <a:path w="2043429" h="214629">
                <a:moveTo>
                  <a:pt x="2042922" y="152400"/>
                </a:moveTo>
                <a:lnTo>
                  <a:pt x="0" y="152400"/>
                </a:lnTo>
                <a:lnTo>
                  <a:pt x="0" y="153162"/>
                </a:lnTo>
                <a:lnTo>
                  <a:pt x="2042922" y="153162"/>
                </a:lnTo>
                <a:lnTo>
                  <a:pt x="2042922" y="152400"/>
                </a:lnTo>
                <a:close/>
              </a:path>
              <a:path w="2043429" h="214629">
                <a:moveTo>
                  <a:pt x="2042922" y="149352"/>
                </a:moveTo>
                <a:lnTo>
                  <a:pt x="0" y="149352"/>
                </a:lnTo>
                <a:lnTo>
                  <a:pt x="0" y="150114"/>
                </a:lnTo>
                <a:lnTo>
                  <a:pt x="2042922" y="150114"/>
                </a:lnTo>
                <a:lnTo>
                  <a:pt x="2042922" y="149352"/>
                </a:lnTo>
                <a:close/>
              </a:path>
              <a:path w="2043429" h="214629">
                <a:moveTo>
                  <a:pt x="2042922" y="146304"/>
                </a:moveTo>
                <a:lnTo>
                  <a:pt x="0" y="146304"/>
                </a:lnTo>
                <a:lnTo>
                  <a:pt x="0" y="147066"/>
                </a:lnTo>
                <a:lnTo>
                  <a:pt x="2042922" y="147066"/>
                </a:lnTo>
                <a:lnTo>
                  <a:pt x="2042922" y="146304"/>
                </a:lnTo>
                <a:close/>
              </a:path>
              <a:path w="2043429" h="214629">
                <a:moveTo>
                  <a:pt x="2042922" y="143256"/>
                </a:moveTo>
                <a:lnTo>
                  <a:pt x="0" y="143256"/>
                </a:lnTo>
                <a:lnTo>
                  <a:pt x="0" y="144018"/>
                </a:lnTo>
                <a:lnTo>
                  <a:pt x="2042922" y="144018"/>
                </a:lnTo>
                <a:lnTo>
                  <a:pt x="2042922" y="143256"/>
                </a:lnTo>
                <a:close/>
              </a:path>
              <a:path w="2043429" h="214629">
                <a:moveTo>
                  <a:pt x="2042922" y="140208"/>
                </a:moveTo>
                <a:lnTo>
                  <a:pt x="0" y="140208"/>
                </a:lnTo>
                <a:lnTo>
                  <a:pt x="0" y="140970"/>
                </a:lnTo>
                <a:lnTo>
                  <a:pt x="2042922" y="140970"/>
                </a:lnTo>
                <a:lnTo>
                  <a:pt x="2042922" y="140208"/>
                </a:lnTo>
                <a:close/>
              </a:path>
              <a:path w="2043429" h="214629">
                <a:moveTo>
                  <a:pt x="2042922" y="137160"/>
                </a:moveTo>
                <a:lnTo>
                  <a:pt x="0" y="137160"/>
                </a:lnTo>
                <a:lnTo>
                  <a:pt x="0" y="137922"/>
                </a:lnTo>
                <a:lnTo>
                  <a:pt x="2042922" y="137922"/>
                </a:lnTo>
                <a:lnTo>
                  <a:pt x="2042922" y="137160"/>
                </a:lnTo>
                <a:close/>
              </a:path>
              <a:path w="2043429" h="214629">
                <a:moveTo>
                  <a:pt x="2042922" y="134112"/>
                </a:moveTo>
                <a:lnTo>
                  <a:pt x="0" y="134112"/>
                </a:lnTo>
                <a:lnTo>
                  <a:pt x="0" y="134874"/>
                </a:lnTo>
                <a:lnTo>
                  <a:pt x="2042922" y="134874"/>
                </a:lnTo>
                <a:lnTo>
                  <a:pt x="2042922" y="134112"/>
                </a:lnTo>
                <a:close/>
              </a:path>
              <a:path w="2043429" h="214629">
                <a:moveTo>
                  <a:pt x="2042922" y="131064"/>
                </a:moveTo>
                <a:lnTo>
                  <a:pt x="0" y="131064"/>
                </a:lnTo>
                <a:lnTo>
                  <a:pt x="0" y="131826"/>
                </a:lnTo>
                <a:lnTo>
                  <a:pt x="2042922" y="131826"/>
                </a:lnTo>
                <a:lnTo>
                  <a:pt x="2042922" y="131064"/>
                </a:lnTo>
                <a:close/>
              </a:path>
              <a:path w="2043429" h="214629">
                <a:moveTo>
                  <a:pt x="2042922" y="128016"/>
                </a:moveTo>
                <a:lnTo>
                  <a:pt x="0" y="128016"/>
                </a:lnTo>
                <a:lnTo>
                  <a:pt x="0" y="128778"/>
                </a:lnTo>
                <a:lnTo>
                  <a:pt x="2042922" y="128778"/>
                </a:lnTo>
                <a:lnTo>
                  <a:pt x="2042922" y="128016"/>
                </a:lnTo>
                <a:close/>
              </a:path>
              <a:path w="2043429" h="214629">
                <a:moveTo>
                  <a:pt x="2042922" y="124968"/>
                </a:moveTo>
                <a:lnTo>
                  <a:pt x="0" y="124968"/>
                </a:lnTo>
                <a:lnTo>
                  <a:pt x="0" y="125730"/>
                </a:lnTo>
                <a:lnTo>
                  <a:pt x="2042922" y="125730"/>
                </a:lnTo>
                <a:lnTo>
                  <a:pt x="2042922" y="124968"/>
                </a:lnTo>
                <a:close/>
              </a:path>
              <a:path w="2043429" h="214629">
                <a:moveTo>
                  <a:pt x="2042922" y="121920"/>
                </a:moveTo>
                <a:lnTo>
                  <a:pt x="0" y="121920"/>
                </a:lnTo>
                <a:lnTo>
                  <a:pt x="0" y="122682"/>
                </a:lnTo>
                <a:lnTo>
                  <a:pt x="2042922" y="122682"/>
                </a:lnTo>
                <a:lnTo>
                  <a:pt x="2042922" y="121920"/>
                </a:lnTo>
                <a:close/>
              </a:path>
              <a:path w="2043429" h="214629">
                <a:moveTo>
                  <a:pt x="2042922" y="118872"/>
                </a:moveTo>
                <a:lnTo>
                  <a:pt x="0" y="118872"/>
                </a:lnTo>
                <a:lnTo>
                  <a:pt x="0" y="119634"/>
                </a:lnTo>
                <a:lnTo>
                  <a:pt x="2042922" y="119634"/>
                </a:lnTo>
                <a:lnTo>
                  <a:pt x="2042922" y="118872"/>
                </a:lnTo>
                <a:close/>
              </a:path>
              <a:path w="2043429" h="214629">
                <a:moveTo>
                  <a:pt x="2042922" y="115824"/>
                </a:moveTo>
                <a:lnTo>
                  <a:pt x="0" y="115824"/>
                </a:lnTo>
                <a:lnTo>
                  <a:pt x="0" y="116586"/>
                </a:lnTo>
                <a:lnTo>
                  <a:pt x="2042922" y="116586"/>
                </a:lnTo>
                <a:lnTo>
                  <a:pt x="2042922" y="115824"/>
                </a:lnTo>
                <a:close/>
              </a:path>
              <a:path w="2043429" h="214629">
                <a:moveTo>
                  <a:pt x="2042922" y="112776"/>
                </a:moveTo>
                <a:lnTo>
                  <a:pt x="0" y="112776"/>
                </a:lnTo>
                <a:lnTo>
                  <a:pt x="0" y="113538"/>
                </a:lnTo>
                <a:lnTo>
                  <a:pt x="2042922" y="113538"/>
                </a:lnTo>
                <a:lnTo>
                  <a:pt x="2042922" y="112776"/>
                </a:lnTo>
                <a:close/>
              </a:path>
              <a:path w="2043429" h="214629">
                <a:moveTo>
                  <a:pt x="2042922" y="109728"/>
                </a:moveTo>
                <a:lnTo>
                  <a:pt x="0" y="109728"/>
                </a:lnTo>
                <a:lnTo>
                  <a:pt x="0" y="110490"/>
                </a:lnTo>
                <a:lnTo>
                  <a:pt x="2042922" y="110490"/>
                </a:lnTo>
                <a:lnTo>
                  <a:pt x="2042922" y="109728"/>
                </a:lnTo>
                <a:close/>
              </a:path>
              <a:path w="2043429" h="214629">
                <a:moveTo>
                  <a:pt x="2042922" y="106680"/>
                </a:moveTo>
                <a:lnTo>
                  <a:pt x="0" y="106680"/>
                </a:lnTo>
                <a:lnTo>
                  <a:pt x="0" y="107442"/>
                </a:lnTo>
                <a:lnTo>
                  <a:pt x="2042922" y="107442"/>
                </a:lnTo>
                <a:lnTo>
                  <a:pt x="2042922" y="106680"/>
                </a:lnTo>
                <a:close/>
              </a:path>
              <a:path w="2043429" h="214629">
                <a:moveTo>
                  <a:pt x="2042922" y="103632"/>
                </a:moveTo>
                <a:lnTo>
                  <a:pt x="0" y="103632"/>
                </a:lnTo>
                <a:lnTo>
                  <a:pt x="0" y="104394"/>
                </a:lnTo>
                <a:lnTo>
                  <a:pt x="2042922" y="104394"/>
                </a:lnTo>
                <a:lnTo>
                  <a:pt x="2042922" y="103632"/>
                </a:lnTo>
                <a:close/>
              </a:path>
              <a:path w="2043429" h="214629">
                <a:moveTo>
                  <a:pt x="2042922" y="100584"/>
                </a:moveTo>
                <a:lnTo>
                  <a:pt x="0" y="100584"/>
                </a:lnTo>
                <a:lnTo>
                  <a:pt x="0" y="101346"/>
                </a:lnTo>
                <a:lnTo>
                  <a:pt x="2042922" y="101346"/>
                </a:lnTo>
                <a:lnTo>
                  <a:pt x="2042922" y="100584"/>
                </a:lnTo>
                <a:close/>
              </a:path>
              <a:path w="2043429" h="214629">
                <a:moveTo>
                  <a:pt x="2042922" y="97536"/>
                </a:moveTo>
                <a:lnTo>
                  <a:pt x="0" y="97536"/>
                </a:lnTo>
                <a:lnTo>
                  <a:pt x="0" y="98298"/>
                </a:lnTo>
                <a:lnTo>
                  <a:pt x="2042922" y="98298"/>
                </a:lnTo>
                <a:lnTo>
                  <a:pt x="2042922" y="97536"/>
                </a:lnTo>
                <a:close/>
              </a:path>
              <a:path w="2043429" h="214629">
                <a:moveTo>
                  <a:pt x="2042922" y="94488"/>
                </a:moveTo>
                <a:lnTo>
                  <a:pt x="0" y="94488"/>
                </a:lnTo>
                <a:lnTo>
                  <a:pt x="0" y="95250"/>
                </a:lnTo>
                <a:lnTo>
                  <a:pt x="2042922" y="95250"/>
                </a:lnTo>
                <a:lnTo>
                  <a:pt x="2042922" y="94488"/>
                </a:lnTo>
                <a:close/>
              </a:path>
              <a:path w="2043429" h="214629">
                <a:moveTo>
                  <a:pt x="2042922" y="91440"/>
                </a:moveTo>
                <a:lnTo>
                  <a:pt x="0" y="91440"/>
                </a:lnTo>
                <a:lnTo>
                  <a:pt x="0" y="92202"/>
                </a:lnTo>
                <a:lnTo>
                  <a:pt x="2042922" y="92202"/>
                </a:lnTo>
                <a:lnTo>
                  <a:pt x="2042922" y="91440"/>
                </a:lnTo>
                <a:close/>
              </a:path>
              <a:path w="2043429" h="214629">
                <a:moveTo>
                  <a:pt x="2042922" y="88392"/>
                </a:moveTo>
                <a:lnTo>
                  <a:pt x="0" y="88392"/>
                </a:lnTo>
                <a:lnTo>
                  <a:pt x="0" y="89154"/>
                </a:lnTo>
                <a:lnTo>
                  <a:pt x="2042922" y="89154"/>
                </a:lnTo>
                <a:lnTo>
                  <a:pt x="2042922" y="88392"/>
                </a:lnTo>
                <a:close/>
              </a:path>
              <a:path w="2043429" h="214629">
                <a:moveTo>
                  <a:pt x="2042922" y="85344"/>
                </a:moveTo>
                <a:lnTo>
                  <a:pt x="0" y="85344"/>
                </a:lnTo>
                <a:lnTo>
                  <a:pt x="0" y="86106"/>
                </a:lnTo>
                <a:lnTo>
                  <a:pt x="2042922" y="86106"/>
                </a:lnTo>
                <a:lnTo>
                  <a:pt x="2042922" y="85344"/>
                </a:lnTo>
                <a:close/>
              </a:path>
              <a:path w="2043429" h="214629">
                <a:moveTo>
                  <a:pt x="2042922" y="82296"/>
                </a:moveTo>
                <a:lnTo>
                  <a:pt x="0" y="82296"/>
                </a:lnTo>
                <a:lnTo>
                  <a:pt x="0" y="83058"/>
                </a:lnTo>
                <a:lnTo>
                  <a:pt x="2042922" y="83058"/>
                </a:lnTo>
                <a:lnTo>
                  <a:pt x="2042922" y="82296"/>
                </a:lnTo>
                <a:close/>
              </a:path>
              <a:path w="2043429" h="214629">
                <a:moveTo>
                  <a:pt x="2042922" y="79248"/>
                </a:moveTo>
                <a:lnTo>
                  <a:pt x="0" y="79248"/>
                </a:lnTo>
                <a:lnTo>
                  <a:pt x="0" y="80010"/>
                </a:lnTo>
                <a:lnTo>
                  <a:pt x="2042922" y="80010"/>
                </a:lnTo>
                <a:lnTo>
                  <a:pt x="2042922" y="79248"/>
                </a:lnTo>
                <a:close/>
              </a:path>
              <a:path w="2043429" h="214629">
                <a:moveTo>
                  <a:pt x="2042922" y="76200"/>
                </a:moveTo>
                <a:lnTo>
                  <a:pt x="0" y="76200"/>
                </a:lnTo>
                <a:lnTo>
                  <a:pt x="0" y="76962"/>
                </a:lnTo>
                <a:lnTo>
                  <a:pt x="2042922" y="76962"/>
                </a:lnTo>
                <a:lnTo>
                  <a:pt x="2042922" y="76200"/>
                </a:lnTo>
                <a:close/>
              </a:path>
              <a:path w="2043429" h="214629">
                <a:moveTo>
                  <a:pt x="2042922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42922" y="73914"/>
                </a:lnTo>
                <a:lnTo>
                  <a:pt x="2042922" y="73152"/>
                </a:lnTo>
                <a:close/>
              </a:path>
              <a:path w="2043429" h="214629">
                <a:moveTo>
                  <a:pt x="2042922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42922" y="70866"/>
                </a:lnTo>
                <a:lnTo>
                  <a:pt x="2042922" y="70104"/>
                </a:lnTo>
                <a:close/>
              </a:path>
              <a:path w="2043429" h="214629">
                <a:moveTo>
                  <a:pt x="2042922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42922" y="67818"/>
                </a:lnTo>
                <a:lnTo>
                  <a:pt x="2042922" y="67056"/>
                </a:lnTo>
                <a:close/>
              </a:path>
              <a:path w="2043429" h="214629">
                <a:moveTo>
                  <a:pt x="2042922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42922" y="64770"/>
                </a:lnTo>
                <a:lnTo>
                  <a:pt x="2042922" y="64008"/>
                </a:lnTo>
                <a:close/>
              </a:path>
              <a:path w="2043429" h="214629">
                <a:moveTo>
                  <a:pt x="2042922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42922" y="61722"/>
                </a:lnTo>
                <a:lnTo>
                  <a:pt x="2042922" y="60960"/>
                </a:lnTo>
                <a:close/>
              </a:path>
              <a:path w="2043429" h="214629">
                <a:moveTo>
                  <a:pt x="2042922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42922" y="58674"/>
                </a:lnTo>
                <a:lnTo>
                  <a:pt x="2042922" y="57912"/>
                </a:lnTo>
                <a:close/>
              </a:path>
              <a:path w="2043429" h="214629">
                <a:moveTo>
                  <a:pt x="2042922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42922" y="55626"/>
                </a:lnTo>
                <a:lnTo>
                  <a:pt x="2042922" y="54864"/>
                </a:lnTo>
                <a:close/>
              </a:path>
              <a:path w="2043429" h="214629">
                <a:moveTo>
                  <a:pt x="2042922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42922" y="52578"/>
                </a:lnTo>
                <a:lnTo>
                  <a:pt x="2042922" y="51816"/>
                </a:lnTo>
                <a:close/>
              </a:path>
              <a:path w="2043429" h="214629">
                <a:moveTo>
                  <a:pt x="2042922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42922" y="49530"/>
                </a:lnTo>
                <a:lnTo>
                  <a:pt x="2042922" y="48768"/>
                </a:lnTo>
                <a:close/>
              </a:path>
              <a:path w="2043429" h="214629">
                <a:moveTo>
                  <a:pt x="2042922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42922" y="46482"/>
                </a:lnTo>
                <a:lnTo>
                  <a:pt x="2042922" y="45720"/>
                </a:lnTo>
                <a:close/>
              </a:path>
              <a:path w="2043429" h="214629">
                <a:moveTo>
                  <a:pt x="2042922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42922" y="43434"/>
                </a:lnTo>
                <a:lnTo>
                  <a:pt x="2042922" y="42672"/>
                </a:lnTo>
                <a:close/>
              </a:path>
              <a:path w="2043429" h="214629">
                <a:moveTo>
                  <a:pt x="2042922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42922" y="40386"/>
                </a:lnTo>
                <a:lnTo>
                  <a:pt x="2042922" y="39624"/>
                </a:lnTo>
                <a:close/>
              </a:path>
              <a:path w="2043429" h="214629">
                <a:moveTo>
                  <a:pt x="2042922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42922" y="37338"/>
                </a:lnTo>
                <a:lnTo>
                  <a:pt x="2042922" y="36576"/>
                </a:lnTo>
                <a:close/>
              </a:path>
              <a:path w="2043429" h="214629">
                <a:moveTo>
                  <a:pt x="2042922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42922" y="34290"/>
                </a:lnTo>
                <a:lnTo>
                  <a:pt x="2042922" y="33528"/>
                </a:lnTo>
                <a:close/>
              </a:path>
              <a:path w="2043429" h="214629">
                <a:moveTo>
                  <a:pt x="2042922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42922" y="31242"/>
                </a:lnTo>
                <a:lnTo>
                  <a:pt x="2042922" y="30480"/>
                </a:lnTo>
                <a:close/>
              </a:path>
              <a:path w="2043429" h="214629">
                <a:moveTo>
                  <a:pt x="2042922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42922" y="28194"/>
                </a:lnTo>
                <a:lnTo>
                  <a:pt x="2042922" y="27432"/>
                </a:lnTo>
                <a:close/>
              </a:path>
              <a:path w="2043429" h="214629">
                <a:moveTo>
                  <a:pt x="2042922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42922" y="25146"/>
                </a:lnTo>
                <a:lnTo>
                  <a:pt x="2042922" y="24384"/>
                </a:lnTo>
                <a:close/>
              </a:path>
              <a:path w="2043429" h="214629">
                <a:moveTo>
                  <a:pt x="2042922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42922" y="22098"/>
                </a:lnTo>
                <a:lnTo>
                  <a:pt x="2042922" y="21336"/>
                </a:lnTo>
                <a:close/>
              </a:path>
              <a:path w="2043429" h="214629">
                <a:moveTo>
                  <a:pt x="2042922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42922" y="19050"/>
                </a:lnTo>
                <a:lnTo>
                  <a:pt x="2042922" y="18288"/>
                </a:lnTo>
                <a:close/>
              </a:path>
              <a:path w="2043429" h="214629">
                <a:moveTo>
                  <a:pt x="2042922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42922" y="16002"/>
                </a:lnTo>
                <a:lnTo>
                  <a:pt x="2042922" y="15240"/>
                </a:lnTo>
                <a:close/>
              </a:path>
              <a:path w="2043429" h="214629">
                <a:moveTo>
                  <a:pt x="2042922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42922" y="12954"/>
                </a:lnTo>
                <a:lnTo>
                  <a:pt x="2042922" y="12192"/>
                </a:lnTo>
                <a:close/>
              </a:path>
              <a:path w="2043429" h="214629">
                <a:moveTo>
                  <a:pt x="2042922" y="9144"/>
                </a:moveTo>
                <a:lnTo>
                  <a:pt x="0" y="9144"/>
                </a:lnTo>
                <a:lnTo>
                  <a:pt x="0" y="9906"/>
                </a:lnTo>
                <a:lnTo>
                  <a:pt x="2042922" y="9906"/>
                </a:lnTo>
                <a:lnTo>
                  <a:pt x="2042922" y="9144"/>
                </a:lnTo>
                <a:close/>
              </a:path>
              <a:path w="2043429" h="214629">
                <a:moveTo>
                  <a:pt x="2042922" y="6096"/>
                </a:moveTo>
                <a:lnTo>
                  <a:pt x="0" y="6096"/>
                </a:lnTo>
                <a:lnTo>
                  <a:pt x="0" y="6858"/>
                </a:lnTo>
                <a:lnTo>
                  <a:pt x="2042922" y="6858"/>
                </a:lnTo>
                <a:lnTo>
                  <a:pt x="2042922" y="6096"/>
                </a:lnTo>
                <a:close/>
              </a:path>
              <a:path w="2043429" h="214629">
                <a:moveTo>
                  <a:pt x="2042922" y="3048"/>
                </a:moveTo>
                <a:lnTo>
                  <a:pt x="0" y="3048"/>
                </a:lnTo>
                <a:lnTo>
                  <a:pt x="0" y="3810"/>
                </a:lnTo>
                <a:lnTo>
                  <a:pt x="2042922" y="3810"/>
                </a:lnTo>
                <a:lnTo>
                  <a:pt x="2042922" y="3048"/>
                </a:lnTo>
                <a:close/>
              </a:path>
              <a:path w="2043429" h="214629">
                <a:moveTo>
                  <a:pt x="2042922" y="0"/>
                </a:moveTo>
                <a:lnTo>
                  <a:pt x="0" y="0"/>
                </a:lnTo>
                <a:lnTo>
                  <a:pt x="0" y="762"/>
                </a:lnTo>
                <a:lnTo>
                  <a:pt x="2042922" y="762"/>
                </a:lnTo>
                <a:lnTo>
                  <a:pt x="2042922" y="0"/>
                </a:lnTo>
                <a:close/>
              </a:path>
            </a:pathLst>
          </a:custGeom>
          <a:solidFill>
            <a:srgbClr val="FFCC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bg object 34"/>
          <p:cNvSpPr/>
          <p:nvPr/>
        </p:nvSpPr>
        <p:spPr>
          <a:xfrm>
            <a:off x="6360553" y="3626246"/>
            <a:ext cx="2043430" cy="214629"/>
          </a:xfrm>
          <a:custGeom>
            <a:avLst/>
            <a:gdLst/>
            <a:ahLst/>
            <a:cxnLst/>
            <a:rect l="l" t="t" r="r" b="b"/>
            <a:pathLst>
              <a:path w="2043429" h="214629">
                <a:moveTo>
                  <a:pt x="2042922" y="213360"/>
                </a:moveTo>
                <a:lnTo>
                  <a:pt x="0" y="213360"/>
                </a:lnTo>
                <a:lnTo>
                  <a:pt x="0" y="214122"/>
                </a:lnTo>
                <a:lnTo>
                  <a:pt x="2042922" y="214122"/>
                </a:lnTo>
                <a:lnTo>
                  <a:pt x="2042922" y="213360"/>
                </a:lnTo>
                <a:close/>
              </a:path>
              <a:path w="2043429" h="214629">
                <a:moveTo>
                  <a:pt x="2042922" y="210312"/>
                </a:moveTo>
                <a:lnTo>
                  <a:pt x="0" y="210312"/>
                </a:lnTo>
                <a:lnTo>
                  <a:pt x="0" y="211074"/>
                </a:lnTo>
                <a:lnTo>
                  <a:pt x="2042922" y="211074"/>
                </a:lnTo>
                <a:lnTo>
                  <a:pt x="2042922" y="210312"/>
                </a:lnTo>
                <a:close/>
              </a:path>
              <a:path w="2043429" h="214629">
                <a:moveTo>
                  <a:pt x="2042922" y="207264"/>
                </a:moveTo>
                <a:lnTo>
                  <a:pt x="0" y="207264"/>
                </a:lnTo>
                <a:lnTo>
                  <a:pt x="0" y="208026"/>
                </a:lnTo>
                <a:lnTo>
                  <a:pt x="2042922" y="208026"/>
                </a:lnTo>
                <a:lnTo>
                  <a:pt x="2042922" y="207264"/>
                </a:lnTo>
                <a:close/>
              </a:path>
              <a:path w="2043429" h="214629">
                <a:moveTo>
                  <a:pt x="2042922" y="204216"/>
                </a:moveTo>
                <a:lnTo>
                  <a:pt x="0" y="204216"/>
                </a:lnTo>
                <a:lnTo>
                  <a:pt x="0" y="204978"/>
                </a:lnTo>
                <a:lnTo>
                  <a:pt x="2042922" y="204978"/>
                </a:lnTo>
                <a:lnTo>
                  <a:pt x="2042922" y="204216"/>
                </a:lnTo>
                <a:close/>
              </a:path>
              <a:path w="2043429" h="214629">
                <a:moveTo>
                  <a:pt x="2042922" y="201168"/>
                </a:moveTo>
                <a:lnTo>
                  <a:pt x="0" y="201168"/>
                </a:lnTo>
                <a:lnTo>
                  <a:pt x="0" y="201930"/>
                </a:lnTo>
                <a:lnTo>
                  <a:pt x="2042922" y="201930"/>
                </a:lnTo>
                <a:lnTo>
                  <a:pt x="2042922" y="201168"/>
                </a:lnTo>
                <a:close/>
              </a:path>
              <a:path w="2043429" h="214629">
                <a:moveTo>
                  <a:pt x="2042922" y="198120"/>
                </a:moveTo>
                <a:lnTo>
                  <a:pt x="0" y="198120"/>
                </a:lnTo>
                <a:lnTo>
                  <a:pt x="0" y="198882"/>
                </a:lnTo>
                <a:lnTo>
                  <a:pt x="2042922" y="198882"/>
                </a:lnTo>
                <a:lnTo>
                  <a:pt x="2042922" y="198120"/>
                </a:lnTo>
                <a:close/>
              </a:path>
              <a:path w="2043429" h="214629">
                <a:moveTo>
                  <a:pt x="2042922" y="195072"/>
                </a:moveTo>
                <a:lnTo>
                  <a:pt x="0" y="195072"/>
                </a:lnTo>
                <a:lnTo>
                  <a:pt x="0" y="195834"/>
                </a:lnTo>
                <a:lnTo>
                  <a:pt x="2042922" y="195834"/>
                </a:lnTo>
                <a:lnTo>
                  <a:pt x="2042922" y="195072"/>
                </a:lnTo>
                <a:close/>
              </a:path>
              <a:path w="2043429" h="214629">
                <a:moveTo>
                  <a:pt x="2042922" y="192024"/>
                </a:moveTo>
                <a:lnTo>
                  <a:pt x="0" y="192024"/>
                </a:lnTo>
                <a:lnTo>
                  <a:pt x="0" y="192786"/>
                </a:lnTo>
                <a:lnTo>
                  <a:pt x="2042922" y="192786"/>
                </a:lnTo>
                <a:lnTo>
                  <a:pt x="2042922" y="192024"/>
                </a:lnTo>
                <a:close/>
              </a:path>
              <a:path w="2043429" h="214629">
                <a:moveTo>
                  <a:pt x="2042922" y="188976"/>
                </a:moveTo>
                <a:lnTo>
                  <a:pt x="0" y="188976"/>
                </a:lnTo>
                <a:lnTo>
                  <a:pt x="0" y="189738"/>
                </a:lnTo>
                <a:lnTo>
                  <a:pt x="2042922" y="189738"/>
                </a:lnTo>
                <a:lnTo>
                  <a:pt x="2042922" y="188976"/>
                </a:lnTo>
                <a:close/>
              </a:path>
              <a:path w="2043429" h="214629">
                <a:moveTo>
                  <a:pt x="2042922" y="185928"/>
                </a:moveTo>
                <a:lnTo>
                  <a:pt x="0" y="185928"/>
                </a:lnTo>
                <a:lnTo>
                  <a:pt x="0" y="186690"/>
                </a:lnTo>
                <a:lnTo>
                  <a:pt x="2042922" y="186690"/>
                </a:lnTo>
                <a:lnTo>
                  <a:pt x="2042922" y="185928"/>
                </a:lnTo>
                <a:close/>
              </a:path>
              <a:path w="2043429" h="214629">
                <a:moveTo>
                  <a:pt x="2042922" y="182880"/>
                </a:moveTo>
                <a:lnTo>
                  <a:pt x="0" y="182880"/>
                </a:lnTo>
                <a:lnTo>
                  <a:pt x="0" y="183642"/>
                </a:lnTo>
                <a:lnTo>
                  <a:pt x="2042922" y="183642"/>
                </a:lnTo>
                <a:lnTo>
                  <a:pt x="2042922" y="182880"/>
                </a:lnTo>
                <a:close/>
              </a:path>
              <a:path w="2043429" h="214629">
                <a:moveTo>
                  <a:pt x="2042922" y="179832"/>
                </a:moveTo>
                <a:lnTo>
                  <a:pt x="0" y="179832"/>
                </a:lnTo>
                <a:lnTo>
                  <a:pt x="0" y="180594"/>
                </a:lnTo>
                <a:lnTo>
                  <a:pt x="2042922" y="180594"/>
                </a:lnTo>
                <a:lnTo>
                  <a:pt x="2042922" y="179832"/>
                </a:lnTo>
                <a:close/>
              </a:path>
              <a:path w="2043429" h="214629">
                <a:moveTo>
                  <a:pt x="2042922" y="176784"/>
                </a:moveTo>
                <a:lnTo>
                  <a:pt x="0" y="176784"/>
                </a:lnTo>
                <a:lnTo>
                  <a:pt x="0" y="177546"/>
                </a:lnTo>
                <a:lnTo>
                  <a:pt x="2042922" y="177546"/>
                </a:lnTo>
                <a:lnTo>
                  <a:pt x="2042922" y="176784"/>
                </a:lnTo>
                <a:close/>
              </a:path>
              <a:path w="2043429" h="214629">
                <a:moveTo>
                  <a:pt x="2042922" y="173736"/>
                </a:moveTo>
                <a:lnTo>
                  <a:pt x="0" y="173736"/>
                </a:lnTo>
                <a:lnTo>
                  <a:pt x="0" y="174498"/>
                </a:lnTo>
                <a:lnTo>
                  <a:pt x="2042922" y="174498"/>
                </a:lnTo>
                <a:lnTo>
                  <a:pt x="2042922" y="173736"/>
                </a:lnTo>
                <a:close/>
              </a:path>
              <a:path w="2043429" h="214629">
                <a:moveTo>
                  <a:pt x="2042922" y="170688"/>
                </a:moveTo>
                <a:lnTo>
                  <a:pt x="0" y="170688"/>
                </a:lnTo>
                <a:lnTo>
                  <a:pt x="0" y="171450"/>
                </a:lnTo>
                <a:lnTo>
                  <a:pt x="2042922" y="171450"/>
                </a:lnTo>
                <a:lnTo>
                  <a:pt x="2042922" y="170688"/>
                </a:lnTo>
                <a:close/>
              </a:path>
              <a:path w="2043429" h="214629">
                <a:moveTo>
                  <a:pt x="2042922" y="167640"/>
                </a:moveTo>
                <a:lnTo>
                  <a:pt x="0" y="167640"/>
                </a:lnTo>
                <a:lnTo>
                  <a:pt x="0" y="168402"/>
                </a:lnTo>
                <a:lnTo>
                  <a:pt x="2042922" y="168402"/>
                </a:lnTo>
                <a:lnTo>
                  <a:pt x="2042922" y="167640"/>
                </a:lnTo>
                <a:close/>
              </a:path>
              <a:path w="2043429" h="214629">
                <a:moveTo>
                  <a:pt x="2042922" y="164592"/>
                </a:moveTo>
                <a:lnTo>
                  <a:pt x="0" y="164592"/>
                </a:lnTo>
                <a:lnTo>
                  <a:pt x="0" y="165354"/>
                </a:lnTo>
                <a:lnTo>
                  <a:pt x="2042922" y="165354"/>
                </a:lnTo>
                <a:lnTo>
                  <a:pt x="2042922" y="164592"/>
                </a:lnTo>
                <a:close/>
              </a:path>
              <a:path w="2043429" h="214629">
                <a:moveTo>
                  <a:pt x="2042922" y="161544"/>
                </a:moveTo>
                <a:lnTo>
                  <a:pt x="0" y="161544"/>
                </a:lnTo>
                <a:lnTo>
                  <a:pt x="0" y="162306"/>
                </a:lnTo>
                <a:lnTo>
                  <a:pt x="2042922" y="162306"/>
                </a:lnTo>
                <a:lnTo>
                  <a:pt x="2042922" y="161544"/>
                </a:lnTo>
                <a:close/>
              </a:path>
              <a:path w="2043429" h="214629">
                <a:moveTo>
                  <a:pt x="2042922" y="158496"/>
                </a:moveTo>
                <a:lnTo>
                  <a:pt x="0" y="158496"/>
                </a:lnTo>
                <a:lnTo>
                  <a:pt x="0" y="159258"/>
                </a:lnTo>
                <a:lnTo>
                  <a:pt x="2042922" y="159258"/>
                </a:lnTo>
                <a:lnTo>
                  <a:pt x="2042922" y="158496"/>
                </a:lnTo>
                <a:close/>
              </a:path>
              <a:path w="2043429" h="214629">
                <a:moveTo>
                  <a:pt x="2042922" y="155448"/>
                </a:moveTo>
                <a:lnTo>
                  <a:pt x="0" y="155448"/>
                </a:lnTo>
                <a:lnTo>
                  <a:pt x="0" y="156210"/>
                </a:lnTo>
                <a:lnTo>
                  <a:pt x="2042922" y="156210"/>
                </a:lnTo>
                <a:lnTo>
                  <a:pt x="2042922" y="155448"/>
                </a:lnTo>
                <a:close/>
              </a:path>
              <a:path w="2043429" h="214629">
                <a:moveTo>
                  <a:pt x="2042922" y="152400"/>
                </a:moveTo>
                <a:lnTo>
                  <a:pt x="0" y="152400"/>
                </a:lnTo>
                <a:lnTo>
                  <a:pt x="0" y="153162"/>
                </a:lnTo>
                <a:lnTo>
                  <a:pt x="2042922" y="153162"/>
                </a:lnTo>
                <a:lnTo>
                  <a:pt x="2042922" y="152400"/>
                </a:lnTo>
                <a:close/>
              </a:path>
              <a:path w="2043429" h="214629">
                <a:moveTo>
                  <a:pt x="2042922" y="149352"/>
                </a:moveTo>
                <a:lnTo>
                  <a:pt x="0" y="149352"/>
                </a:lnTo>
                <a:lnTo>
                  <a:pt x="0" y="150114"/>
                </a:lnTo>
                <a:lnTo>
                  <a:pt x="2042922" y="150114"/>
                </a:lnTo>
                <a:lnTo>
                  <a:pt x="2042922" y="149352"/>
                </a:lnTo>
                <a:close/>
              </a:path>
              <a:path w="2043429" h="214629">
                <a:moveTo>
                  <a:pt x="2042922" y="146304"/>
                </a:moveTo>
                <a:lnTo>
                  <a:pt x="0" y="146304"/>
                </a:lnTo>
                <a:lnTo>
                  <a:pt x="0" y="147066"/>
                </a:lnTo>
                <a:lnTo>
                  <a:pt x="2042922" y="147066"/>
                </a:lnTo>
                <a:lnTo>
                  <a:pt x="2042922" y="146304"/>
                </a:lnTo>
                <a:close/>
              </a:path>
              <a:path w="2043429" h="214629">
                <a:moveTo>
                  <a:pt x="2042922" y="143256"/>
                </a:moveTo>
                <a:lnTo>
                  <a:pt x="0" y="143256"/>
                </a:lnTo>
                <a:lnTo>
                  <a:pt x="0" y="144018"/>
                </a:lnTo>
                <a:lnTo>
                  <a:pt x="2042922" y="144018"/>
                </a:lnTo>
                <a:lnTo>
                  <a:pt x="2042922" y="143256"/>
                </a:lnTo>
                <a:close/>
              </a:path>
              <a:path w="2043429" h="214629">
                <a:moveTo>
                  <a:pt x="2042922" y="140208"/>
                </a:moveTo>
                <a:lnTo>
                  <a:pt x="0" y="140208"/>
                </a:lnTo>
                <a:lnTo>
                  <a:pt x="0" y="140970"/>
                </a:lnTo>
                <a:lnTo>
                  <a:pt x="2042922" y="140970"/>
                </a:lnTo>
                <a:lnTo>
                  <a:pt x="2042922" y="140208"/>
                </a:lnTo>
                <a:close/>
              </a:path>
              <a:path w="2043429" h="214629">
                <a:moveTo>
                  <a:pt x="2042922" y="137160"/>
                </a:moveTo>
                <a:lnTo>
                  <a:pt x="0" y="137160"/>
                </a:lnTo>
                <a:lnTo>
                  <a:pt x="0" y="137922"/>
                </a:lnTo>
                <a:lnTo>
                  <a:pt x="2042922" y="137922"/>
                </a:lnTo>
                <a:lnTo>
                  <a:pt x="2042922" y="137160"/>
                </a:lnTo>
                <a:close/>
              </a:path>
              <a:path w="2043429" h="214629">
                <a:moveTo>
                  <a:pt x="2042922" y="134112"/>
                </a:moveTo>
                <a:lnTo>
                  <a:pt x="0" y="134112"/>
                </a:lnTo>
                <a:lnTo>
                  <a:pt x="0" y="134874"/>
                </a:lnTo>
                <a:lnTo>
                  <a:pt x="2042922" y="134874"/>
                </a:lnTo>
                <a:lnTo>
                  <a:pt x="2042922" y="134112"/>
                </a:lnTo>
                <a:close/>
              </a:path>
              <a:path w="2043429" h="214629">
                <a:moveTo>
                  <a:pt x="2042922" y="131064"/>
                </a:moveTo>
                <a:lnTo>
                  <a:pt x="0" y="131064"/>
                </a:lnTo>
                <a:lnTo>
                  <a:pt x="0" y="131826"/>
                </a:lnTo>
                <a:lnTo>
                  <a:pt x="2042922" y="131826"/>
                </a:lnTo>
                <a:lnTo>
                  <a:pt x="2042922" y="131064"/>
                </a:lnTo>
                <a:close/>
              </a:path>
              <a:path w="2043429" h="214629">
                <a:moveTo>
                  <a:pt x="2042922" y="128016"/>
                </a:moveTo>
                <a:lnTo>
                  <a:pt x="0" y="128016"/>
                </a:lnTo>
                <a:lnTo>
                  <a:pt x="0" y="128778"/>
                </a:lnTo>
                <a:lnTo>
                  <a:pt x="2042922" y="128778"/>
                </a:lnTo>
                <a:lnTo>
                  <a:pt x="2042922" y="128016"/>
                </a:lnTo>
                <a:close/>
              </a:path>
              <a:path w="2043429" h="214629">
                <a:moveTo>
                  <a:pt x="2042922" y="124968"/>
                </a:moveTo>
                <a:lnTo>
                  <a:pt x="0" y="124968"/>
                </a:lnTo>
                <a:lnTo>
                  <a:pt x="0" y="125730"/>
                </a:lnTo>
                <a:lnTo>
                  <a:pt x="2042922" y="125730"/>
                </a:lnTo>
                <a:lnTo>
                  <a:pt x="2042922" y="124968"/>
                </a:lnTo>
                <a:close/>
              </a:path>
              <a:path w="2043429" h="214629">
                <a:moveTo>
                  <a:pt x="2042922" y="121920"/>
                </a:moveTo>
                <a:lnTo>
                  <a:pt x="0" y="121920"/>
                </a:lnTo>
                <a:lnTo>
                  <a:pt x="0" y="122682"/>
                </a:lnTo>
                <a:lnTo>
                  <a:pt x="2042922" y="122682"/>
                </a:lnTo>
                <a:lnTo>
                  <a:pt x="2042922" y="121920"/>
                </a:lnTo>
                <a:close/>
              </a:path>
              <a:path w="2043429" h="214629">
                <a:moveTo>
                  <a:pt x="2042922" y="118872"/>
                </a:moveTo>
                <a:lnTo>
                  <a:pt x="0" y="118872"/>
                </a:lnTo>
                <a:lnTo>
                  <a:pt x="0" y="119634"/>
                </a:lnTo>
                <a:lnTo>
                  <a:pt x="2042922" y="119634"/>
                </a:lnTo>
                <a:lnTo>
                  <a:pt x="2042922" y="118872"/>
                </a:lnTo>
                <a:close/>
              </a:path>
              <a:path w="2043429" h="214629">
                <a:moveTo>
                  <a:pt x="2042922" y="115824"/>
                </a:moveTo>
                <a:lnTo>
                  <a:pt x="0" y="115824"/>
                </a:lnTo>
                <a:lnTo>
                  <a:pt x="0" y="116586"/>
                </a:lnTo>
                <a:lnTo>
                  <a:pt x="2042922" y="116586"/>
                </a:lnTo>
                <a:lnTo>
                  <a:pt x="2042922" y="115824"/>
                </a:lnTo>
                <a:close/>
              </a:path>
              <a:path w="2043429" h="214629">
                <a:moveTo>
                  <a:pt x="2042922" y="112776"/>
                </a:moveTo>
                <a:lnTo>
                  <a:pt x="0" y="112776"/>
                </a:lnTo>
                <a:lnTo>
                  <a:pt x="0" y="113538"/>
                </a:lnTo>
                <a:lnTo>
                  <a:pt x="2042922" y="113538"/>
                </a:lnTo>
                <a:lnTo>
                  <a:pt x="2042922" y="112776"/>
                </a:lnTo>
                <a:close/>
              </a:path>
              <a:path w="2043429" h="214629">
                <a:moveTo>
                  <a:pt x="2042922" y="109728"/>
                </a:moveTo>
                <a:lnTo>
                  <a:pt x="0" y="109728"/>
                </a:lnTo>
                <a:lnTo>
                  <a:pt x="0" y="110490"/>
                </a:lnTo>
                <a:lnTo>
                  <a:pt x="2042922" y="110490"/>
                </a:lnTo>
                <a:lnTo>
                  <a:pt x="2042922" y="109728"/>
                </a:lnTo>
                <a:close/>
              </a:path>
              <a:path w="2043429" h="214629">
                <a:moveTo>
                  <a:pt x="2042922" y="106680"/>
                </a:moveTo>
                <a:lnTo>
                  <a:pt x="0" y="106680"/>
                </a:lnTo>
                <a:lnTo>
                  <a:pt x="0" y="107442"/>
                </a:lnTo>
                <a:lnTo>
                  <a:pt x="2042922" y="107442"/>
                </a:lnTo>
                <a:lnTo>
                  <a:pt x="2042922" y="106680"/>
                </a:lnTo>
                <a:close/>
              </a:path>
              <a:path w="2043429" h="214629">
                <a:moveTo>
                  <a:pt x="2042922" y="103632"/>
                </a:moveTo>
                <a:lnTo>
                  <a:pt x="0" y="103632"/>
                </a:lnTo>
                <a:lnTo>
                  <a:pt x="0" y="104394"/>
                </a:lnTo>
                <a:lnTo>
                  <a:pt x="2042922" y="104394"/>
                </a:lnTo>
                <a:lnTo>
                  <a:pt x="2042922" y="103632"/>
                </a:lnTo>
                <a:close/>
              </a:path>
              <a:path w="2043429" h="214629">
                <a:moveTo>
                  <a:pt x="2042922" y="100584"/>
                </a:moveTo>
                <a:lnTo>
                  <a:pt x="0" y="100584"/>
                </a:lnTo>
                <a:lnTo>
                  <a:pt x="0" y="101346"/>
                </a:lnTo>
                <a:lnTo>
                  <a:pt x="2042922" y="101346"/>
                </a:lnTo>
                <a:lnTo>
                  <a:pt x="2042922" y="100584"/>
                </a:lnTo>
                <a:close/>
              </a:path>
              <a:path w="2043429" h="214629">
                <a:moveTo>
                  <a:pt x="2042922" y="97536"/>
                </a:moveTo>
                <a:lnTo>
                  <a:pt x="0" y="97536"/>
                </a:lnTo>
                <a:lnTo>
                  <a:pt x="0" y="98298"/>
                </a:lnTo>
                <a:lnTo>
                  <a:pt x="2042922" y="98298"/>
                </a:lnTo>
                <a:lnTo>
                  <a:pt x="2042922" y="97536"/>
                </a:lnTo>
                <a:close/>
              </a:path>
              <a:path w="2043429" h="214629">
                <a:moveTo>
                  <a:pt x="2042922" y="94488"/>
                </a:moveTo>
                <a:lnTo>
                  <a:pt x="0" y="94488"/>
                </a:lnTo>
                <a:lnTo>
                  <a:pt x="0" y="95250"/>
                </a:lnTo>
                <a:lnTo>
                  <a:pt x="2042922" y="95250"/>
                </a:lnTo>
                <a:lnTo>
                  <a:pt x="2042922" y="94488"/>
                </a:lnTo>
                <a:close/>
              </a:path>
              <a:path w="2043429" h="214629">
                <a:moveTo>
                  <a:pt x="2042922" y="91440"/>
                </a:moveTo>
                <a:lnTo>
                  <a:pt x="0" y="91440"/>
                </a:lnTo>
                <a:lnTo>
                  <a:pt x="0" y="92202"/>
                </a:lnTo>
                <a:lnTo>
                  <a:pt x="2042922" y="92202"/>
                </a:lnTo>
                <a:lnTo>
                  <a:pt x="2042922" y="91440"/>
                </a:lnTo>
                <a:close/>
              </a:path>
              <a:path w="2043429" h="214629">
                <a:moveTo>
                  <a:pt x="2042922" y="88392"/>
                </a:moveTo>
                <a:lnTo>
                  <a:pt x="0" y="88392"/>
                </a:lnTo>
                <a:lnTo>
                  <a:pt x="0" y="89154"/>
                </a:lnTo>
                <a:lnTo>
                  <a:pt x="2042922" y="89154"/>
                </a:lnTo>
                <a:lnTo>
                  <a:pt x="2042922" y="88392"/>
                </a:lnTo>
                <a:close/>
              </a:path>
              <a:path w="2043429" h="214629">
                <a:moveTo>
                  <a:pt x="2042922" y="85344"/>
                </a:moveTo>
                <a:lnTo>
                  <a:pt x="0" y="85344"/>
                </a:lnTo>
                <a:lnTo>
                  <a:pt x="0" y="86106"/>
                </a:lnTo>
                <a:lnTo>
                  <a:pt x="2042922" y="86106"/>
                </a:lnTo>
                <a:lnTo>
                  <a:pt x="2042922" y="85344"/>
                </a:lnTo>
                <a:close/>
              </a:path>
              <a:path w="2043429" h="214629">
                <a:moveTo>
                  <a:pt x="2042922" y="82296"/>
                </a:moveTo>
                <a:lnTo>
                  <a:pt x="0" y="82296"/>
                </a:lnTo>
                <a:lnTo>
                  <a:pt x="0" y="83058"/>
                </a:lnTo>
                <a:lnTo>
                  <a:pt x="2042922" y="83058"/>
                </a:lnTo>
                <a:lnTo>
                  <a:pt x="2042922" y="82296"/>
                </a:lnTo>
                <a:close/>
              </a:path>
              <a:path w="2043429" h="214629">
                <a:moveTo>
                  <a:pt x="2042922" y="79248"/>
                </a:moveTo>
                <a:lnTo>
                  <a:pt x="0" y="79248"/>
                </a:lnTo>
                <a:lnTo>
                  <a:pt x="0" y="80010"/>
                </a:lnTo>
                <a:lnTo>
                  <a:pt x="2042922" y="80010"/>
                </a:lnTo>
                <a:lnTo>
                  <a:pt x="2042922" y="79248"/>
                </a:lnTo>
                <a:close/>
              </a:path>
              <a:path w="2043429" h="214629">
                <a:moveTo>
                  <a:pt x="2042922" y="76200"/>
                </a:moveTo>
                <a:lnTo>
                  <a:pt x="0" y="76200"/>
                </a:lnTo>
                <a:lnTo>
                  <a:pt x="0" y="76962"/>
                </a:lnTo>
                <a:lnTo>
                  <a:pt x="2042922" y="76962"/>
                </a:lnTo>
                <a:lnTo>
                  <a:pt x="2042922" y="76200"/>
                </a:lnTo>
                <a:close/>
              </a:path>
              <a:path w="2043429" h="214629">
                <a:moveTo>
                  <a:pt x="2042922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42922" y="73914"/>
                </a:lnTo>
                <a:lnTo>
                  <a:pt x="2042922" y="73152"/>
                </a:lnTo>
                <a:close/>
              </a:path>
              <a:path w="2043429" h="214629">
                <a:moveTo>
                  <a:pt x="2042922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42922" y="70866"/>
                </a:lnTo>
                <a:lnTo>
                  <a:pt x="2042922" y="70104"/>
                </a:lnTo>
                <a:close/>
              </a:path>
              <a:path w="2043429" h="214629">
                <a:moveTo>
                  <a:pt x="2042922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42922" y="67818"/>
                </a:lnTo>
                <a:lnTo>
                  <a:pt x="2042922" y="67056"/>
                </a:lnTo>
                <a:close/>
              </a:path>
              <a:path w="2043429" h="214629">
                <a:moveTo>
                  <a:pt x="2042922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42922" y="64770"/>
                </a:lnTo>
                <a:lnTo>
                  <a:pt x="2042922" y="64008"/>
                </a:lnTo>
                <a:close/>
              </a:path>
              <a:path w="2043429" h="214629">
                <a:moveTo>
                  <a:pt x="2042922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42922" y="61722"/>
                </a:lnTo>
                <a:lnTo>
                  <a:pt x="2042922" y="60960"/>
                </a:lnTo>
                <a:close/>
              </a:path>
              <a:path w="2043429" h="214629">
                <a:moveTo>
                  <a:pt x="2042922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42922" y="58674"/>
                </a:lnTo>
                <a:lnTo>
                  <a:pt x="2042922" y="57912"/>
                </a:lnTo>
                <a:close/>
              </a:path>
              <a:path w="2043429" h="214629">
                <a:moveTo>
                  <a:pt x="2042922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42922" y="55626"/>
                </a:lnTo>
                <a:lnTo>
                  <a:pt x="2042922" y="54864"/>
                </a:lnTo>
                <a:close/>
              </a:path>
              <a:path w="2043429" h="214629">
                <a:moveTo>
                  <a:pt x="2042922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42922" y="52578"/>
                </a:lnTo>
                <a:lnTo>
                  <a:pt x="2042922" y="51816"/>
                </a:lnTo>
                <a:close/>
              </a:path>
              <a:path w="2043429" h="214629">
                <a:moveTo>
                  <a:pt x="2042922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42922" y="49530"/>
                </a:lnTo>
                <a:lnTo>
                  <a:pt x="2042922" y="48768"/>
                </a:lnTo>
                <a:close/>
              </a:path>
              <a:path w="2043429" h="214629">
                <a:moveTo>
                  <a:pt x="2042922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42922" y="46482"/>
                </a:lnTo>
                <a:lnTo>
                  <a:pt x="2042922" y="45720"/>
                </a:lnTo>
                <a:close/>
              </a:path>
              <a:path w="2043429" h="214629">
                <a:moveTo>
                  <a:pt x="2042922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42922" y="43434"/>
                </a:lnTo>
                <a:lnTo>
                  <a:pt x="2042922" y="42672"/>
                </a:lnTo>
                <a:close/>
              </a:path>
              <a:path w="2043429" h="214629">
                <a:moveTo>
                  <a:pt x="2042922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42922" y="40386"/>
                </a:lnTo>
                <a:lnTo>
                  <a:pt x="2042922" y="39624"/>
                </a:lnTo>
                <a:close/>
              </a:path>
              <a:path w="2043429" h="214629">
                <a:moveTo>
                  <a:pt x="2042922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42922" y="37338"/>
                </a:lnTo>
                <a:lnTo>
                  <a:pt x="2042922" y="36576"/>
                </a:lnTo>
                <a:close/>
              </a:path>
              <a:path w="2043429" h="214629">
                <a:moveTo>
                  <a:pt x="2042922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42922" y="34290"/>
                </a:lnTo>
                <a:lnTo>
                  <a:pt x="2042922" y="33528"/>
                </a:lnTo>
                <a:close/>
              </a:path>
              <a:path w="2043429" h="214629">
                <a:moveTo>
                  <a:pt x="2042922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42922" y="31242"/>
                </a:lnTo>
                <a:lnTo>
                  <a:pt x="2042922" y="30480"/>
                </a:lnTo>
                <a:close/>
              </a:path>
              <a:path w="2043429" h="214629">
                <a:moveTo>
                  <a:pt x="2042922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42922" y="28194"/>
                </a:lnTo>
                <a:lnTo>
                  <a:pt x="2042922" y="27432"/>
                </a:lnTo>
                <a:close/>
              </a:path>
              <a:path w="2043429" h="214629">
                <a:moveTo>
                  <a:pt x="2042922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42922" y="25146"/>
                </a:lnTo>
                <a:lnTo>
                  <a:pt x="2042922" y="24384"/>
                </a:lnTo>
                <a:close/>
              </a:path>
              <a:path w="2043429" h="214629">
                <a:moveTo>
                  <a:pt x="2042922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42922" y="22098"/>
                </a:lnTo>
                <a:lnTo>
                  <a:pt x="2042922" y="21336"/>
                </a:lnTo>
                <a:close/>
              </a:path>
              <a:path w="2043429" h="214629">
                <a:moveTo>
                  <a:pt x="2042922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42922" y="19050"/>
                </a:lnTo>
                <a:lnTo>
                  <a:pt x="2042922" y="18288"/>
                </a:lnTo>
                <a:close/>
              </a:path>
              <a:path w="2043429" h="214629">
                <a:moveTo>
                  <a:pt x="2042922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42922" y="16002"/>
                </a:lnTo>
                <a:lnTo>
                  <a:pt x="2042922" y="15240"/>
                </a:lnTo>
                <a:close/>
              </a:path>
              <a:path w="2043429" h="214629">
                <a:moveTo>
                  <a:pt x="2042922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42922" y="12954"/>
                </a:lnTo>
                <a:lnTo>
                  <a:pt x="2042922" y="12192"/>
                </a:lnTo>
                <a:close/>
              </a:path>
              <a:path w="2043429" h="214629">
                <a:moveTo>
                  <a:pt x="2042922" y="9144"/>
                </a:moveTo>
                <a:lnTo>
                  <a:pt x="0" y="9144"/>
                </a:lnTo>
                <a:lnTo>
                  <a:pt x="0" y="9906"/>
                </a:lnTo>
                <a:lnTo>
                  <a:pt x="2042922" y="9906"/>
                </a:lnTo>
                <a:lnTo>
                  <a:pt x="2042922" y="9144"/>
                </a:lnTo>
                <a:close/>
              </a:path>
              <a:path w="2043429" h="214629">
                <a:moveTo>
                  <a:pt x="2042922" y="6096"/>
                </a:moveTo>
                <a:lnTo>
                  <a:pt x="0" y="6096"/>
                </a:lnTo>
                <a:lnTo>
                  <a:pt x="0" y="6858"/>
                </a:lnTo>
                <a:lnTo>
                  <a:pt x="2042922" y="6858"/>
                </a:lnTo>
                <a:lnTo>
                  <a:pt x="2042922" y="6096"/>
                </a:lnTo>
                <a:close/>
              </a:path>
              <a:path w="2043429" h="214629">
                <a:moveTo>
                  <a:pt x="2042922" y="3048"/>
                </a:moveTo>
                <a:lnTo>
                  <a:pt x="0" y="3048"/>
                </a:lnTo>
                <a:lnTo>
                  <a:pt x="0" y="3810"/>
                </a:lnTo>
                <a:lnTo>
                  <a:pt x="2042922" y="3810"/>
                </a:lnTo>
                <a:lnTo>
                  <a:pt x="2042922" y="3048"/>
                </a:lnTo>
                <a:close/>
              </a:path>
              <a:path w="2043429" h="214629">
                <a:moveTo>
                  <a:pt x="2042922" y="0"/>
                </a:moveTo>
                <a:lnTo>
                  <a:pt x="0" y="0"/>
                </a:lnTo>
                <a:lnTo>
                  <a:pt x="0" y="762"/>
                </a:lnTo>
                <a:lnTo>
                  <a:pt x="2042922" y="762"/>
                </a:lnTo>
                <a:lnTo>
                  <a:pt x="2042922" y="0"/>
                </a:lnTo>
                <a:close/>
              </a:path>
            </a:pathLst>
          </a:custGeom>
          <a:solidFill>
            <a:srgbClr val="FFCC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bg object 35"/>
          <p:cNvSpPr/>
          <p:nvPr/>
        </p:nvSpPr>
        <p:spPr>
          <a:xfrm>
            <a:off x="6360553" y="3839607"/>
            <a:ext cx="2043430" cy="214629"/>
          </a:xfrm>
          <a:custGeom>
            <a:avLst/>
            <a:gdLst/>
            <a:ahLst/>
            <a:cxnLst/>
            <a:rect l="l" t="t" r="r" b="b"/>
            <a:pathLst>
              <a:path w="2043429" h="214629">
                <a:moveTo>
                  <a:pt x="2042922" y="213360"/>
                </a:moveTo>
                <a:lnTo>
                  <a:pt x="0" y="213360"/>
                </a:lnTo>
                <a:lnTo>
                  <a:pt x="0" y="214122"/>
                </a:lnTo>
                <a:lnTo>
                  <a:pt x="2042922" y="214122"/>
                </a:lnTo>
                <a:lnTo>
                  <a:pt x="2042922" y="213360"/>
                </a:lnTo>
                <a:close/>
              </a:path>
              <a:path w="2043429" h="214629">
                <a:moveTo>
                  <a:pt x="2042922" y="210312"/>
                </a:moveTo>
                <a:lnTo>
                  <a:pt x="0" y="210312"/>
                </a:lnTo>
                <a:lnTo>
                  <a:pt x="0" y="211074"/>
                </a:lnTo>
                <a:lnTo>
                  <a:pt x="2042922" y="211074"/>
                </a:lnTo>
                <a:lnTo>
                  <a:pt x="2042922" y="210312"/>
                </a:lnTo>
                <a:close/>
              </a:path>
              <a:path w="2043429" h="214629">
                <a:moveTo>
                  <a:pt x="2042922" y="207264"/>
                </a:moveTo>
                <a:lnTo>
                  <a:pt x="0" y="207264"/>
                </a:lnTo>
                <a:lnTo>
                  <a:pt x="0" y="208026"/>
                </a:lnTo>
                <a:lnTo>
                  <a:pt x="2042922" y="208026"/>
                </a:lnTo>
                <a:lnTo>
                  <a:pt x="2042922" y="207264"/>
                </a:lnTo>
                <a:close/>
              </a:path>
              <a:path w="2043429" h="214629">
                <a:moveTo>
                  <a:pt x="2042922" y="204216"/>
                </a:moveTo>
                <a:lnTo>
                  <a:pt x="0" y="204216"/>
                </a:lnTo>
                <a:lnTo>
                  <a:pt x="0" y="204978"/>
                </a:lnTo>
                <a:lnTo>
                  <a:pt x="2042922" y="204978"/>
                </a:lnTo>
                <a:lnTo>
                  <a:pt x="2042922" y="204216"/>
                </a:lnTo>
                <a:close/>
              </a:path>
              <a:path w="2043429" h="214629">
                <a:moveTo>
                  <a:pt x="2042922" y="201168"/>
                </a:moveTo>
                <a:lnTo>
                  <a:pt x="0" y="201168"/>
                </a:lnTo>
                <a:lnTo>
                  <a:pt x="0" y="201930"/>
                </a:lnTo>
                <a:lnTo>
                  <a:pt x="2042922" y="201930"/>
                </a:lnTo>
                <a:lnTo>
                  <a:pt x="2042922" y="201168"/>
                </a:lnTo>
                <a:close/>
              </a:path>
              <a:path w="2043429" h="214629">
                <a:moveTo>
                  <a:pt x="2042922" y="198120"/>
                </a:moveTo>
                <a:lnTo>
                  <a:pt x="0" y="198120"/>
                </a:lnTo>
                <a:lnTo>
                  <a:pt x="0" y="198882"/>
                </a:lnTo>
                <a:lnTo>
                  <a:pt x="2042922" y="198882"/>
                </a:lnTo>
                <a:lnTo>
                  <a:pt x="2042922" y="198120"/>
                </a:lnTo>
                <a:close/>
              </a:path>
              <a:path w="2043429" h="214629">
                <a:moveTo>
                  <a:pt x="2042922" y="195072"/>
                </a:moveTo>
                <a:lnTo>
                  <a:pt x="0" y="195072"/>
                </a:lnTo>
                <a:lnTo>
                  <a:pt x="0" y="195834"/>
                </a:lnTo>
                <a:lnTo>
                  <a:pt x="2042922" y="195834"/>
                </a:lnTo>
                <a:lnTo>
                  <a:pt x="2042922" y="195072"/>
                </a:lnTo>
                <a:close/>
              </a:path>
              <a:path w="2043429" h="214629">
                <a:moveTo>
                  <a:pt x="2042922" y="192024"/>
                </a:moveTo>
                <a:lnTo>
                  <a:pt x="0" y="192024"/>
                </a:lnTo>
                <a:lnTo>
                  <a:pt x="0" y="192786"/>
                </a:lnTo>
                <a:lnTo>
                  <a:pt x="2042922" y="192786"/>
                </a:lnTo>
                <a:lnTo>
                  <a:pt x="2042922" y="192024"/>
                </a:lnTo>
                <a:close/>
              </a:path>
              <a:path w="2043429" h="214629">
                <a:moveTo>
                  <a:pt x="2042922" y="188976"/>
                </a:moveTo>
                <a:lnTo>
                  <a:pt x="0" y="188976"/>
                </a:lnTo>
                <a:lnTo>
                  <a:pt x="0" y="189738"/>
                </a:lnTo>
                <a:lnTo>
                  <a:pt x="2042922" y="189738"/>
                </a:lnTo>
                <a:lnTo>
                  <a:pt x="2042922" y="188976"/>
                </a:lnTo>
                <a:close/>
              </a:path>
              <a:path w="2043429" h="214629">
                <a:moveTo>
                  <a:pt x="2042922" y="185928"/>
                </a:moveTo>
                <a:lnTo>
                  <a:pt x="0" y="185928"/>
                </a:lnTo>
                <a:lnTo>
                  <a:pt x="0" y="186690"/>
                </a:lnTo>
                <a:lnTo>
                  <a:pt x="2042922" y="186690"/>
                </a:lnTo>
                <a:lnTo>
                  <a:pt x="2042922" y="185928"/>
                </a:lnTo>
                <a:close/>
              </a:path>
              <a:path w="2043429" h="214629">
                <a:moveTo>
                  <a:pt x="2042922" y="182880"/>
                </a:moveTo>
                <a:lnTo>
                  <a:pt x="0" y="182880"/>
                </a:lnTo>
                <a:lnTo>
                  <a:pt x="0" y="183642"/>
                </a:lnTo>
                <a:lnTo>
                  <a:pt x="2042922" y="183642"/>
                </a:lnTo>
                <a:lnTo>
                  <a:pt x="2042922" y="182880"/>
                </a:lnTo>
                <a:close/>
              </a:path>
              <a:path w="2043429" h="214629">
                <a:moveTo>
                  <a:pt x="2042922" y="179832"/>
                </a:moveTo>
                <a:lnTo>
                  <a:pt x="0" y="179832"/>
                </a:lnTo>
                <a:lnTo>
                  <a:pt x="0" y="180594"/>
                </a:lnTo>
                <a:lnTo>
                  <a:pt x="2042922" y="180594"/>
                </a:lnTo>
                <a:lnTo>
                  <a:pt x="2042922" y="179832"/>
                </a:lnTo>
                <a:close/>
              </a:path>
              <a:path w="2043429" h="214629">
                <a:moveTo>
                  <a:pt x="2042922" y="176784"/>
                </a:moveTo>
                <a:lnTo>
                  <a:pt x="0" y="176784"/>
                </a:lnTo>
                <a:lnTo>
                  <a:pt x="0" y="177546"/>
                </a:lnTo>
                <a:lnTo>
                  <a:pt x="2042922" y="177546"/>
                </a:lnTo>
                <a:lnTo>
                  <a:pt x="2042922" y="176784"/>
                </a:lnTo>
                <a:close/>
              </a:path>
              <a:path w="2043429" h="214629">
                <a:moveTo>
                  <a:pt x="2042922" y="173736"/>
                </a:moveTo>
                <a:lnTo>
                  <a:pt x="0" y="173736"/>
                </a:lnTo>
                <a:lnTo>
                  <a:pt x="0" y="174498"/>
                </a:lnTo>
                <a:lnTo>
                  <a:pt x="2042922" y="174498"/>
                </a:lnTo>
                <a:lnTo>
                  <a:pt x="2042922" y="173736"/>
                </a:lnTo>
                <a:close/>
              </a:path>
              <a:path w="2043429" h="214629">
                <a:moveTo>
                  <a:pt x="2042922" y="170688"/>
                </a:moveTo>
                <a:lnTo>
                  <a:pt x="0" y="170688"/>
                </a:lnTo>
                <a:lnTo>
                  <a:pt x="0" y="171450"/>
                </a:lnTo>
                <a:lnTo>
                  <a:pt x="2042922" y="171450"/>
                </a:lnTo>
                <a:lnTo>
                  <a:pt x="2042922" y="170688"/>
                </a:lnTo>
                <a:close/>
              </a:path>
              <a:path w="2043429" h="214629">
                <a:moveTo>
                  <a:pt x="2042922" y="167640"/>
                </a:moveTo>
                <a:lnTo>
                  <a:pt x="0" y="167640"/>
                </a:lnTo>
                <a:lnTo>
                  <a:pt x="0" y="168402"/>
                </a:lnTo>
                <a:lnTo>
                  <a:pt x="2042922" y="168402"/>
                </a:lnTo>
                <a:lnTo>
                  <a:pt x="2042922" y="167640"/>
                </a:lnTo>
                <a:close/>
              </a:path>
              <a:path w="2043429" h="214629">
                <a:moveTo>
                  <a:pt x="2042922" y="164592"/>
                </a:moveTo>
                <a:lnTo>
                  <a:pt x="0" y="164592"/>
                </a:lnTo>
                <a:lnTo>
                  <a:pt x="0" y="165354"/>
                </a:lnTo>
                <a:lnTo>
                  <a:pt x="2042922" y="165354"/>
                </a:lnTo>
                <a:lnTo>
                  <a:pt x="2042922" y="164592"/>
                </a:lnTo>
                <a:close/>
              </a:path>
              <a:path w="2043429" h="214629">
                <a:moveTo>
                  <a:pt x="2042922" y="161544"/>
                </a:moveTo>
                <a:lnTo>
                  <a:pt x="0" y="161544"/>
                </a:lnTo>
                <a:lnTo>
                  <a:pt x="0" y="162306"/>
                </a:lnTo>
                <a:lnTo>
                  <a:pt x="2042922" y="162306"/>
                </a:lnTo>
                <a:lnTo>
                  <a:pt x="2042922" y="161544"/>
                </a:lnTo>
                <a:close/>
              </a:path>
              <a:path w="2043429" h="214629">
                <a:moveTo>
                  <a:pt x="2042922" y="158496"/>
                </a:moveTo>
                <a:lnTo>
                  <a:pt x="0" y="158496"/>
                </a:lnTo>
                <a:lnTo>
                  <a:pt x="0" y="159258"/>
                </a:lnTo>
                <a:lnTo>
                  <a:pt x="2042922" y="159258"/>
                </a:lnTo>
                <a:lnTo>
                  <a:pt x="2042922" y="158496"/>
                </a:lnTo>
                <a:close/>
              </a:path>
              <a:path w="2043429" h="214629">
                <a:moveTo>
                  <a:pt x="2042922" y="155448"/>
                </a:moveTo>
                <a:lnTo>
                  <a:pt x="0" y="155448"/>
                </a:lnTo>
                <a:lnTo>
                  <a:pt x="0" y="156210"/>
                </a:lnTo>
                <a:lnTo>
                  <a:pt x="2042922" y="156210"/>
                </a:lnTo>
                <a:lnTo>
                  <a:pt x="2042922" y="155448"/>
                </a:lnTo>
                <a:close/>
              </a:path>
              <a:path w="2043429" h="214629">
                <a:moveTo>
                  <a:pt x="2042922" y="152400"/>
                </a:moveTo>
                <a:lnTo>
                  <a:pt x="0" y="152400"/>
                </a:lnTo>
                <a:lnTo>
                  <a:pt x="0" y="153162"/>
                </a:lnTo>
                <a:lnTo>
                  <a:pt x="2042922" y="153162"/>
                </a:lnTo>
                <a:lnTo>
                  <a:pt x="2042922" y="152400"/>
                </a:lnTo>
                <a:close/>
              </a:path>
              <a:path w="2043429" h="214629">
                <a:moveTo>
                  <a:pt x="2042922" y="149352"/>
                </a:moveTo>
                <a:lnTo>
                  <a:pt x="0" y="149352"/>
                </a:lnTo>
                <a:lnTo>
                  <a:pt x="0" y="150114"/>
                </a:lnTo>
                <a:lnTo>
                  <a:pt x="2042922" y="150114"/>
                </a:lnTo>
                <a:lnTo>
                  <a:pt x="2042922" y="149352"/>
                </a:lnTo>
                <a:close/>
              </a:path>
              <a:path w="2043429" h="214629">
                <a:moveTo>
                  <a:pt x="2042922" y="146304"/>
                </a:moveTo>
                <a:lnTo>
                  <a:pt x="0" y="146304"/>
                </a:lnTo>
                <a:lnTo>
                  <a:pt x="0" y="147066"/>
                </a:lnTo>
                <a:lnTo>
                  <a:pt x="2042922" y="147066"/>
                </a:lnTo>
                <a:lnTo>
                  <a:pt x="2042922" y="146304"/>
                </a:lnTo>
                <a:close/>
              </a:path>
              <a:path w="2043429" h="214629">
                <a:moveTo>
                  <a:pt x="2042922" y="143256"/>
                </a:moveTo>
                <a:lnTo>
                  <a:pt x="0" y="143256"/>
                </a:lnTo>
                <a:lnTo>
                  <a:pt x="0" y="144018"/>
                </a:lnTo>
                <a:lnTo>
                  <a:pt x="2042922" y="144018"/>
                </a:lnTo>
                <a:lnTo>
                  <a:pt x="2042922" y="143256"/>
                </a:lnTo>
                <a:close/>
              </a:path>
              <a:path w="2043429" h="214629">
                <a:moveTo>
                  <a:pt x="2042922" y="140208"/>
                </a:moveTo>
                <a:lnTo>
                  <a:pt x="0" y="140208"/>
                </a:lnTo>
                <a:lnTo>
                  <a:pt x="0" y="140970"/>
                </a:lnTo>
                <a:lnTo>
                  <a:pt x="2042922" y="140970"/>
                </a:lnTo>
                <a:lnTo>
                  <a:pt x="2042922" y="140208"/>
                </a:lnTo>
                <a:close/>
              </a:path>
              <a:path w="2043429" h="214629">
                <a:moveTo>
                  <a:pt x="2042922" y="137160"/>
                </a:moveTo>
                <a:lnTo>
                  <a:pt x="0" y="137160"/>
                </a:lnTo>
                <a:lnTo>
                  <a:pt x="0" y="137922"/>
                </a:lnTo>
                <a:lnTo>
                  <a:pt x="2042922" y="137922"/>
                </a:lnTo>
                <a:lnTo>
                  <a:pt x="2042922" y="137160"/>
                </a:lnTo>
                <a:close/>
              </a:path>
              <a:path w="2043429" h="214629">
                <a:moveTo>
                  <a:pt x="2042922" y="134112"/>
                </a:moveTo>
                <a:lnTo>
                  <a:pt x="0" y="134112"/>
                </a:lnTo>
                <a:lnTo>
                  <a:pt x="0" y="134874"/>
                </a:lnTo>
                <a:lnTo>
                  <a:pt x="2042922" y="134874"/>
                </a:lnTo>
                <a:lnTo>
                  <a:pt x="2042922" y="134112"/>
                </a:lnTo>
                <a:close/>
              </a:path>
              <a:path w="2043429" h="214629">
                <a:moveTo>
                  <a:pt x="2042922" y="131064"/>
                </a:moveTo>
                <a:lnTo>
                  <a:pt x="0" y="131064"/>
                </a:lnTo>
                <a:lnTo>
                  <a:pt x="0" y="131826"/>
                </a:lnTo>
                <a:lnTo>
                  <a:pt x="2042922" y="131826"/>
                </a:lnTo>
                <a:lnTo>
                  <a:pt x="2042922" y="131064"/>
                </a:lnTo>
                <a:close/>
              </a:path>
              <a:path w="2043429" h="214629">
                <a:moveTo>
                  <a:pt x="2042922" y="128016"/>
                </a:moveTo>
                <a:lnTo>
                  <a:pt x="0" y="128016"/>
                </a:lnTo>
                <a:lnTo>
                  <a:pt x="0" y="128778"/>
                </a:lnTo>
                <a:lnTo>
                  <a:pt x="2042922" y="128778"/>
                </a:lnTo>
                <a:lnTo>
                  <a:pt x="2042922" y="128016"/>
                </a:lnTo>
                <a:close/>
              </a:path>
              <a:path w="2043429" h="214629">
                <a:moveTo>
                  <a:pt x="2042922" y="124968"/>
                </a:moveTo>
                <a:lnTo>
                  <a:pt x="0" y="124968"/>
                </a:lnTo>
                <a:lnTo>
                  <a:pt x="0" y="125730"/>
                </a:lnTo>
                <a:lnTo>
                  <a:pt x="2042922" y="125730"/>
                </a:lnTo>
                <a:lnTo>
                  <a:pt x="2042922" y="124968"/>
                </a:lnTo>
                <a:close/>
              </a:path>
              <a:path w="2043429" h="214629">
                <a:moveTo>
                  <a:pt x="2042922" y="121920"/>
                </a:moveTo>
                <a:lnTo>
                  <a:pt x="0" y="121920"/>
                </a:lnTo>
                <a:lnTo>
                  <a:pt x="0" y="122682"/>
                </a:lnTo>
                <a:lnTo>
                  <a:pt x="2042922" y="122682"/>
                </a:lnTo>
                <a:lnTo>
                  <a:pt x="2042922" y="121920"/>
                </a:lnTo>
                <a:close/>
              </a:path>
              <a:path w="2043429" h="214629">
                <a:moveTo>
                  <a:pt x="2042922" y="118872"/>
                </a:moveTo>
                <a:lnTo>
                  <a:pt x="0" y="118872"/>
                </a:lnTo>
                <a:lnTo>
                  <a:pt x="0" y="119634"/>
                </a:lnTo>
                <a:lnTo>
                  <a:pt x="2042922" y="119634"/>
                </a:lnTo>
                <a:lnTo>
                  <a:pt x="2042922" y="118872"/>
                </a:lnTo>
                <a:close/>
              </a:path>
              <a:path w="2043429" h="214629">
                <a:moveTo>
                  <a:pt x="2042922" y="115824"/>
                </a:moveTo>
                <a:lnTo>
                  <a:pt x="0" y="115824"/>
                </a:lnTo>
                <a:lnTo>
                  <a:pt x="0" y="116586"/>
                </a:lnTo>
                <a:lnTo>
                  <a:pt x="2042922" y="116586"/>
                </a:lnTo>
                <a:lnTo>
                  <a:pt x="2042922" y="115824"/>
                </a:lnTo>
                <a:close/>
              </a:path>
              <a:path w="2043429" h="214629">
                <a:moveTo>
                  <a:pt x="2042922" y="112776"/>
                </a:moveTo>
                <a:lnTo>
                  <a:pt x="0" y="112776"/>
                </a:lnTo>
                <a:lnTo>
                  <a:pt x="0" y="113538"/>
                </a:lnTo>
                <a:lnTo>
                  <a:pt x="2042922" y="113538"/>
                </a:lnTo>
                <a:lnTo>
                  <a:pt x="2042922" y="112776"/>
                </a:lnTo>
                <a:close/>
              </a:path>
              <a:path w="2043429" h="214629">
                <a:moveTo>
                  <a:pt x="2042922" y="109728"/>
                </a:moveTo>
                <a:lnTo>
                  <a:pt x="0" y="109728"/>
                </a:lnTo>
                <a:lnTo>
                  <a:pt x="0" y="110490"/>
                </a:lnTo>
                <a:lnTo>
                  <a:pt x="2042922" y="110490"/>
                </a:lnTo>
                <a:lnTo>
                  <a:pt x="2042922" y="109728"/>
                </a:lnTo>
                <a:close/>
              </a:path>
              <a:path w="2043429" h="214629">
                <a:moveTo>
                  <a:pt x="2042922" y="106680"/>
                </a:moveTo>
                <a:lnTo>
                  <a:pt x="0" y="106680"/>
                </a:lnTo>
                <a:lnTo>
                  <a:pt x="0" y="107442"/>
                </a:lnTo>
                <a:lnTo>
                  <a:pt x="2042922" y="107442"/>
                </a:lnTo>
                <a:lnTo>
                  <a:pt x="2042922" y="106680"/>
                </a:lnTo>
                <a:close/>
              </a:path>
              <a:path w="2043429" h="214629">
                <a:moveTo>
                  <a:pt x="2042922" y="103632"/>
                </a:moveTo>
                <a:lnTo>
                  <a:pt x="0" y="103632"/>
                </a:lnTo>
                <a:lnTo>
                  <a:pt x="0" y="104394"/>
                </a:lnTo>
                <a:lnTo>
                  <a:pt x="2042922" y="104394"/>
                </a:lnTo>
                <a:lnTo>
                  <a:pt x="2042922" y="103632"/>
                </a:lnTo>
                <a:close/>
              </a:path>
              <a:path w="2043429" h="214629">
                <a:moveTo>
                  <a:pt x="2042922" y="100584"/>
                </a:moveTo>
                <a:lnTo>
                  <a:pt x="0" y="100584"/>
                </a:lnTo>
                <a:lnTo>
                  <a:pt x="0" y="101346"/>
                </a:lnTo>
                <a:lnTo>
                  <a:pt x="2042922" y="101346"/>
                </a:lnTo>
                <a:lnTo>
                  <a:pt x="2042922" y="100584"/>
                </a:lnTo>
                <a:close/>
              </a:path>
              <a:path w="2043429" h="214629">
                <a:moveTo>
                  <a:pt x="2042922" y="97536"/>
                </a:moveTo>
                <a:lnTo>
                  <a:pt x="0" y="97536"/>
                </a:lnTo>
                <a:lnTo>
                  <a:pt x="0" y="98298"/>
                </a:lnTo>
                <a:lnTo>
                  <a:pt x="2042922" y="98298"/>
                </a:lnTo>
                <a:lnTo>
                  <a:pt x="2042922" y="97536"/>
                </a:lnTo>
                <a:close/>
              </a:path>
              <a:path w="2043429" h="214629">
                <a:moveTo>
                  <a:pt x="2042922" y="94488"/>
                </a:moveTo>
                <a:lnTo>
                  <a:pt x="0" y="94488"/>
                </a:lnTo>
                <a:lnTo>
                  <a:pt x="0" y="95250"/>
                </a:lnTo>
                <a:lnTo>
                  <a:pt x="2042922" y="95250"/>
                </a:lnTo>
                <a:lnTo>
                  <a:pt x="2042922" y="94488"/>
                </a:lnTo>
                <a:close/>
              </a:path>
              <a:path w="2043429" h="214629">
                <a:moveTo>
                  <a:pt x="2042922" y="91440"/>
                </a:moveTo>
                <a:lnTo>
                  <a:pt x="0" y="91440"/>
                </a:lnTo>
                <a:lnTo>
                  <a:pt x="0" y="92202"/>
                </a:lnTo>
                <a:lnTo>
                  <a:pt x="2042922" y="92202"/>
                </a:lnTo>
                <a:lnTo>
                  <a:pt x="2042922" y="91440"/>
                </a:lnTo>
                <a:close/>
              </a:path>
              <a:path w="2043429" h="214629">
                <a:moveTo>
                  <a:pt x="2042922" y="88392"/>
                </a:moveTo>
                <a:lnTo>
                  <a:pt x="0" y="88392"/>
                </a:lnTo>
                <a:lnTo>
                  <a:pt x="0" y="89154"/>
                </a:lnTo>
                <a:lnTo>
                  <a:pt x="2042922" y="89154"/>
                </a:lnTo>
                <a:lnTo>
                  <a:pt x="2042922" y="88392"/>
                </a:lnTo>
                <a:close/>
              </a:path>
              <a:path w="2043429" h="214629">
                <a:moveTo>
                  <a:pt x="2042922" y="85344"/>
                </a:moveTo>
                <a:lnTo>
                  <a:pt x="0" y="85344"/>
                </a:lnTo>
                <a:lnTo>
                  <a:pt x="0" y="86106"/>
                </a:lnTo>
                <a:lnTo>
                  <a:pt x="2042922" y="86106"/>
                </a:lnTo>
                <a:lnTo>
                  <a:pt x="2042922" y="85344"/>
                </a:lnTo>
                <a:close/>
              </a:path>
              <a:path w="2043429" h="214629">
                <a:moveTo>
                  <a:pt x="2042922" y="82296"/>
                </a:moveTo>
                <a:lnTo>
                  <a:pt x="0" y="82296"/>
                </a:lnTo>
                <a:lnTo>
                  <a:pt x="0" y="83058"/>
                </a:lnTo>
                <a:lnTo>
                  <a:pt x="2042922" y="83058"/>
                </a:lnTo>
                <a:lnTo>
                  <a:pt x="2042922" y="82296"/>
                </a:lnTo>
                <a:close/>
              </a:path>
              <a:path w="2043429" h="214629">
                <a:moveTo>
                  <a:pt x="2042922" y="79248"/>
                </a:moveTo>
                <a:lnTo>
                  <a:pt x="0" y="79248"/>
                </a:lnTo>
                <a:lnTo>
                  <a:pt x="0" y="80010"/>
                </a:lnTo>
                <a:lnTo>
                  <a:pt x="2042922" y="80010"/>
                </a:lnTo>
                <a:lnTo>
                  <a:pt x="2042922" y="79248"/>
                </a:lnTo>
                <a:close/>
              </a:path>
              <a:path w="2043429" h="214629">
                <a:moveTo>
                  <a:pt x="2042922" y="76200"/>
                </a:moveTo>
                <a:lnTo>
                  <a:pt x="0" y="76200"/>
                </a:lnTo>
                <a:lnTo>
                  <a:pt x="0" y="76962"/>
                </a:lnTo>
                <a:lnTo>
                  <a:pt x="2042922" y="76962"/>
                </a:lnTo>
                <a:lnTo>
                  <a:pt x="2042922" y="76200"/>
                </a:lnTo>
                <a:close/>
              </a:path>
              <a:path w="2043429" h="214629">
                <a:moveTo>
                  <a:pt x="2042922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42922" y="73914"/>
                </a:lnTo>
                <a:lnTo>
                  <a:pt x="2042922" y="73152"/>
                </a:lnTo>
                <a:close/>
              </a:path>
              <a:path w="2043429" h="214629">
                <a:moveTo>
                  <a:pt x="2042922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42922" y="70866"/>
                </a:lnTo>
                <a:lnTo>
                  <a:pt x="2042922" y="70104"/>
                </a:lnTo>
                <a:close/>
              </a:path>
              <a:path w="2043429" h="214629">
                <a:moveTo>
                  <a:pt x="2042922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42922" y="67818"/>
                </a:lnTo>
                <a:lnTo>
                  <a:pt x="2042922" y="67056"/>
                </a:lnTo>
                <a:close/>
              </a:path>
              <a:path w="2043429" h="214629">
                <a:moveTo>
                  <a:pt x="2042922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42922" y="64770"/>
                </a:lnTo>
                <a:lnTo>
                  <a:pt x="2042922" y="64008"/>
                </a:lnTo>
                <a:close/>
              </a:path>
              <a:path w="2043429" h="214629">
                <a:moveTo>
                  <a:pt x="2042922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42922" y="61722"/>
                </a:lnTo>
                <a:lnTo>
                  <a:pt x="2042922" y="60960"/>
                </a:lnTo>
                <a:close/>
              </a:path>
              <a:path w="2043429" h="214629">
                <a:moveTo>
                  <a:pt x="2042922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42922" y="58674"/>
                </a:lnTo>
                <a:lnTo>
                  <a:pt x="2042922" y="57912"/>
                </a:lnTo>
                <a:close/>
              </a:path>
              <a:path w="2043429" h="214629">
                <a:moveTo>
                  <a:pt x="2042922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42922" y="55626"/>
                </a:lnTo>
                <a:lnTo>
                  <a:pt x="2042922" y="54864"/>
                </a:lnTo>
                <a:close/>
              </a:path>
              <a:path w="2043429" h="214629">
                <a:moveTo>
                  <a:pt x="2042922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42922" y="52578"/>
                </a:lnTo>
                <a:lnTo>
                  <a:pt x="2042922" y="51816"/>
                </a:lnTo>
                <a:close/>
              </a:path>
              <a:path w="2043429" h="214629">
                <a:moveTo>
                  <a:pt x="2042922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42922" y="49530"/>
                </a:lnTo>
                <a:lnTo>
                  <a:pt x="2042922" y="48768"/>
                </a:lnTo>
                <a:close/>
              </a:path>
              <a:path w="2043429" h="214629">
                <a:moveTo>
                  <a:pt x="2042922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42922" y="46482"/>
                </a:lnTo>
                <a:lnTo>
                  <a:pt x="2042922" y="45720"/>
                </a:lnTo>
                <a:close/>
              </a:path>
              <a:path w="2043429" h="214629">
                <a:moveTo>
                  <a:pt x="2042922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42922" y="43434"/>
                </a:lnTo>
                <a:lnTo>
                  <a:pt x="2042922" y="42672"/>
                </a:lnTo>
                <a:close/>
              </a:path>
              <a:path w="2043429" h="214629">
                <a:moveTo>
                  <a:pt x="2042922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42922" y="40386"/>
                </a:lnTo>
                <a:lnTo>
                  <a:pt x="2042922" y="39624"/>
                </a:lnTo>
                <a:close/>
              </a:path>
              <a:path w="2043429" h="214629">
                <a:moveTo>
                  <a:pt x="2042922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42922" y="37338"/>
                </a:lnTo>
                <a:lnTo>
                  <a:pt x="2042922" y="36576"/>
                </a:lnTo>
                <a:close/>
              </a:path>
              <a:path w="2043429" h="214629">
                <a:moveTo>
                  <a:pt x="2042922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42922" y="34290"/>
                </a:lnTo>
                <a:lnTo>
                  <a:pt x="2042922" y="33528"/>
                </a:lnTo>
                <a:close/>
              </a:path>
              <a:path w="2043429" h="214629">
                <a:moveTo>
                  <a:pt x="2042922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42922" y="31242"/>
                </a:lnTo>
                <a:lnTo>
                  <a:pt x="2042922" y="30480"/>
                </a:lnTo>
                <a:close/>
              </a:path>
              <a:path w="2043429" h="214629">
                <a:moveTo>
                  <a:pt x="2042922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42922" y="28194"/>
                </a:lnTo>
                <a:lnTo>
                  <a:pt x="2042922" y="27432"/>
                </a:lnTo>
                <a:close/>
              </a:path>
              <a:path w="2043429" h="214629">
                <a:moveTo>
                  <a:pt x="2042922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42922" y="25146"/>
                </a:lnTo>
                <a:lnTo>
                  <a:pt x="2042922" y="24384"/>
                </a:lnTo>
                <a:close/>
              </a:path>
              <a:path w="2043429" h="214629">
                <a:moveTo>
                  <a:pt x="2042922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42922" y="22098"/>
                </a:lnTo>
                <a:lnTo>
                  <a:pt x="2042922" y="21336"/>
                </a:lnTo>
                <a:close/>
              </a:path>
              <a:path w="2043429" h="214629">
                <a:moveTo>
                  <a:pt x="2042922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42922" y="19050"/>
                </a:lnTo>
                <a:lnTo>
                  <a:pt x="2042922" y="18288"/>
                </a:lnTo>
                <a:close/>
              </a:path>
              <a:path w="2043429" h="214629">
                <a:moveTo>
                  <a:pt x="2042922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42922" y="16002"/>
                </a:lnTo>
                <a:lnTo>
                  <a:pt x="2042922" y="15240"/>
                </a:lnTo>
                <a:close/>
              </a:path>
              <a:path w="2043429" h="214629">
                <a:moveTo>
                  <a:pt x="2042922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42922" y="12954"/>
                </a:lnTo>
                <a:lnTo>
                  <a:pt x="2042922" y="12192"/>
                </a:lnTo>
                <a:close/>
              </a:path>
              <a:path w="2043429" h="214629">
                <a:moveTo>
                  <a:pt x="2042922" y="9144"/>
                </a:moveTo>
                <a:lnTo>
                  <a:pt x="0" y="9144"/>
                </a:lnTo>
                <a:lnTo>
                  <a:pt x="0" y="9906"/>
                </a:lnTo>
                <a:lnTo>
                  <a:pt x="2042922" y="9906"/>
                </a:lnTo>
                <a:lnTo>
                  <a:pt x="2042922" y="9144"/>
                </a:lnTo>
                <a:close/>
              </a:path>
              <a:path w="2043429" h="214629">
                <a:moveTo>
                  <a:pt x="2042922" y="6096"/>
                </a:moveTo>
                <a:lnTo>
                  <a:pt x="0" y="6096"/>
                </a:lnTo>
                <a:lnTo>
                  <a:pt x="0" y="6858"/>
                </a:lnTo>
                <a:lnTo>
                  <a:pt x="2042922" y="6858"/>
                </a:lnTo>
                <a:lnTo>
                  <a:pt x="2042922" y="6096"/>
                </a:lnTo>
                <a:close/>
              </a:path>
              <a:path w="2043429" h="214629">
                <a:moveTo>
                  <a:pt x="2042922" y="3048"/>
                </a:moveTo>
                <a:lnTo>
                  <a:pt x="0" y="3048"/>
                </a:lnTo>
                <a:lnTo>
                  <a:pt x="0" y="3810"/>
                </a:lnTo>
                <a:lnTo>
                  <a:pt x="2042922" y="3810"/>
                </a:lnTo>
                <a:lnTo>
                  <a:pt x="2042922" y="3048"/>
                </a:lnTo>
                <a:close/>
              </a:path>
              <a:path w="2043429" h="214629">
                <a:moveTo>
                  <a:pt x="2042922" y="0"/>
                </a:moveTo>
                <a:lnTo>
                  <a:pt x="0" y="0"/>
                </a:lnTo>
                <a:lnTo>
                  <a:pt x="0" y="762"/>
                </a:lnTo>
                <a:lnTo>
                  <a:pt x="2042922" y="762"/>
                </a:lnTo>
                <a:lnTo>
                  <a:pt x="2042922" y="0"/>
                </a:lnTo>
                <a:close/>
              </a:path>
            </a:pathLst>
          </a:custGeom>
          <a:solidFill>
            <a:srgbClr val="FFCC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bg object 36"/>
          <p:cNvSpPr/>
          <p:nvPr/>
        </p:nvSpPr>
        <p:spPr>
          <a:xfrm>
            <a:off x="6360553" y="4052967"/>
            <a:ext cx="2043430" cy="74295"/>
          </a:xfrm>
          <a:custGeom>
            <a:avLst/>
            <a:gdLst/>
            <a:ahLst/>
            <a:cxnLst/>
            <a:rect l="l" t="t" r="r" b="b"/>
            <a:pathLst>
              <a:path w="2043429" h="74295">
                <a:moveTo>
                  <a:pt x="2042922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42922" y="73914"/>
                </a:lnTo>
                <a:lnTo>
                  <a:pt x="2042922" y="73152"/>
                </a:lnTo>
                <a:close/>
              </a:path>
              <a:path w="2043429" h="74295">
                <a:moveTo>
                  <a:pt x="2042922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42922" y="70866"/>
                </a:lnTo>
                <a:lnTo>
                  <a:pt x="2042922" y="70104"/>
                </a:lnTo>
                <a:close/>
              </a:path>
              <a:path w="2043429" h="74295">
                <a:moveTo>
                  <a:pt x="2042922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42922" y="67818"/>
                </a:lnTo>
                <a:lnTo>
                  <a:pt x="2042922" y="67056"/>
                </a:lnTo>
                <a:close/>
              </a:path>
              <a:path w="2043429" h="74295">
                <a:moveTo>
                  <a:pt x="2042922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42922" y="64770"/>
                </a:lnTo>
                <a:lnTo>
                  <a:pt x="2042922" y="64008"/>
                </a:lnTo>
                <a:close/>
              </a:path>
              <a:path w="2043429" h="74295">
                <a:moveTo>
                  <a:pt x="2042922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42922" y="61722"/>
                </a:lnTo>
                <a:lnTo>
                  <a:pt x="2042922" y="60960"/>
                </a:lnTo>
                <a:close/>
              </a:path>
              <a:path w="2043429" h="74295">
                <a:moveTo>
                  <a:pt x="2042922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42922" y="58674"/>
                </a:lnTo>
                <a:lnTo>
                  <a:pt x="2042922" y="57912"/>
                </a:lnTo>
                <a:close/>
              </a:path>
              <a:path w="2043429" h="74295">
                <a:moveTo>
                  <a:pt x="2042922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42922" y="55626"/>
                </a:lnTo>
                <a:lnTo>
                  <a:pt x="2042922" y="54864"/>
                </a:lnTo>
                <a:close/>
              </a:path>
              <a:path w="2043429" h="74295">
                <a:moveTo>
                  <a:pt x="2042922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42922" y="52578"/>
                </a:lnTo>
                <a:lnTo>
                  <a:pt x="2042922" y="51816"/>
                </a:lnTo>
                <a:close/>
              </a:path>
              <a:path w="2043429" h="74295">
                <a:moveTo>
                  <a:pt x="2042922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42922" y="49530"/>
                </a:lnTo>
                <a:lnTo>
                  <a:pt x="2042922" y="48768"/>
                </a:lnTo>
                <a:close/>
              </a:path>
              <a:path w="2043429" h="74295">
                <a:moveTo>
                  <a:pt x="2042922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42922" y="46482"/>
                </a:lnTo>
                <a:lnTo>
                  <a:pt x="2042922" y="45720"/>
                </a:lnTo>
                <a:close/>
              </a:path>
              <a:path w="2043429" h="74295">
                <a:moveTo>
                  <a:pt x="2042922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42922" y="43434"/>
                </a:lnTo>
                <a:lnTo>
                  <a:pt x="2042922" y="42672"/>
                </a:lnTo>
                <a:close/>
              </a:path>
              <a:path w="2043429" h="74295">
                <a:moveTo>
                  <a:pt x="2042922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42922" y="40386"/>
                </a:lnTo>
                <a:lnTo>
                  <a:pt x="2042922" y="39624"/>
                </a:lnTo>
                <a:close/>
              </a:path>
              <a:path w="2043429" h="74295">
                <a:moveTo>
                  <a:pt x="2042922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42922" y="37338"/>
                </a:lnTo>
                <a:lnTo>
                  <a:pt x="2042922" y="36576"/>
                </a:lnTo>
                <a:close/>
              </a:path>
              <a:path w="2043429" h="74295">
                <a:moveTo>
                  <a:pt x="2042922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42922" y="34290"/>
                </a:lnTo>
                <a:lnTo>
                  <a:pt x="2042922" y="33528"/>
                </a:lnTo>
                <a:close/>
              </a:path>
              <a:path w="2043429" h="74295">
                <a:moveTo>
                  <a:pt x="2042922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42922" y="31242"/>
                </a:lnTo>
                <a:lnTo>
                  <a:pt x="2042922" y="30480"/>
                </a:lnTo>
                <a:close/>
              </a:path>
              <a:path w="2043429" h="74295">
                <a:moveTo>
                  <a:pt x="2042922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42922" y="28194"/>
                </a:lnTo>
                <a:lnTo>
                  <a:pt x="2042922" y="27432"/>
                </a:lnTo>
                <a:close/>
              </a:path>
              <a:path w="2043429" h="74295">
                <a:moveTo>
                  <a:pt x="2042922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42922" y="25146"/>
                </a:lnTo>
                <a:lnTo>
                  <a:pt x="2042922" y="24384"/>
                </a:lnTo>
                <a:close/>
              </a:path>
              <a:path w="2043429" h="74295">
                <a:moveTo>
                  <a:pt x="2042922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42922" y="22098"/>
                </a:lnTo>
                <a:lnTo>
                  <a:pt x="2042922" y="21336"/>
                </a:lnTo>
                <a:close/>
              </a:path>
              <a:path w="2043429" h="74295">
                <a:moveTo>
                  <a:pt x="2042922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42922" y="19050"/>
                </a:lnTo>
                <a:lnTo>
                  <a:pt x="2042922" y="18288"/>
                </a:lnTo>
                <a:close/>
              </a:path>
              <a:path w="2043429" h="74295">
                <a:moveTo>
                  <a:pt x="2042922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42922" y="16002"/>
                </a:lnTo>
                <a:lnTo>
                  <a:pt x="2042922" y="15240"/>
                </a:lnTo>
                <a:close/>
              </a:path>
              <a:path w="2043429" h="74295">
                <a:moveTo>
                  <a:pt x="2042922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42922" y="12954"/>
                </a:lnTo>
                <a:lnTo>
                  <a:pt x="2042922" y="12192"/>
                </a:lnTo>
                <a:close/>
              </a:path>
              <a:path w="2043429" h="74295">
                <a:moveTo>
                  <a:pt x="2042922" y="9144"/>
                </a:moveTo>
                <a:lnTo>
                  <a:pt x="0" y="9144"/>
                </a:lnTo>
                <a:lnTo>
                  <a:pt x="0" y="9906"/>
                </a:lnTo>
                <a:lnTo>
                  <a:pt x="2042922" y="9906"/>
                </a:lnTo>
                <a:lnTo>
                  <a:pt x="2042922" y="9144"/>
                </a:lnTo>
                <a:close/>
              </a:path>
              <a:path w="2043429" h="74295">
                <a:moveTo>
                  <a:pt x="2042922" y="6096"/>
                </a:moveTo>
                <a:lnTo>
                  <a:pt x="0" y="6096"/>
                </a:lnTo>
                <a:lnTo>
                  <a:pt x="0" y="6858"/>
                </a:lnTo>
                <a:lnTo>
                  <a:pt x="2042922" y="6858"/>
                </a:lnTo>
                <a:lnTo>
                  <a:pt x="2042922" y="6096"/>
                </a:lnTo>
                <a:close/>
              </a:path>
              <a:path w="2043429" h="74295">
                <a:moveTo>
                  <a:pt x="2042922" y="3048"/>
                </a:moveTo>
                <a:lnTo>
                  <a:pt x="0" y="3048"/>
                </a:lnTo>
                <a:lnTo>
                  <a:pt x="0" y="3810"/>
                </a:lnTo>
                <a:lnTo>
                  <a:pt x="2042922" y="3810"/>
                </a:lnTo>
                <a:lnTo>
                  <a:pt x="2042922" y="3048"/>
                </a:lnTo>
                <a:close/>
              </a:path>
              <a:path w="2043429" h="74295">
                <a:moveTo>
                  <a:pt x="2042922" y="0"/>
                </a:moveTo>
                <a:lnTo>
                  <a:pt x="0" y="0"/>
                </a:lnTo>
                <a:lnTo>
                  <a:pt x="0" y="762"/>
                </a:lnTo>
                <a:lnTo>
                  <a:pt x="2042922" y="762"/>
                </a:lnTo>
                <a:lnTo>
                  <a:pt x="2042922" y="0"/>
                </a:lnTo>
                <a:close/>
              </a:path>
            </a:pathLst>
          </a:custGeom>
          <a:solidFill>
            <a:srgbClr val="FFCC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bg object 37"/>
          <p:cNvSpPr/>
          <p:nvPr/>
        </p:nvSpPr>
        <p:spPr>
          <a:xfrm>
            <a:off x="4309249" y="4257183"/>
            <a:ext cx="2000250" cy="214629"/>
          </a:xfrm>
          <a:custGeom>
            <a:avLst/>
            <a:gdLst/>
            <a:ahLst/>
            <a:cxnLst/>
            <a:rect l="l" t="t" r="r" b="b"/>
            <a:pathLst>
              <a:path w="2000250" h="214629">
                <a:moveTo>
                  <a:pt x="2000250" y="213360"/>
                </a:moveTo>
                <a:lnTo>
                  <a:pt x="0" y="213360"/>
                </a:lnTo>
                <a:lnTo>
                  <a:pt x="0" y="214122"/>
                </a:lnTo>
                <a:lnTo>
                  <a:pt x="2000250" y="214122"/>
                </a:lnTo>
                <a:lnTo>
                  <a:pt x="2000250" y="213360"/>
                </a:lnTo>
                <a:close/>
              </a:path>
              <a:path w="2000250" h="214629">
                <a:moveTo>
                  <a:pt x="2000250" y="210312"/>
                </a:moveTo>
                <a:lnTo>
                  <a:pt x="0" y="210312"/>
                </a:lnTo>
                <a:lnTo>
                  <a:pt x="0" y="211074"/>
                </a:lnTo>
                <a:lnTo>
                  <a:pt x="2000250" y="211074"/>
                </a:lnTo>
                <a:lnTo>
                  <a:pt x="2000250" y="210312"/>
                </a:lnTo>
                <a:close/>
              </a:path>
              <a:path w="2000250" h="214629">
                <a:moveTo>
                  <a:pt x="2000250" y="207264"/>
                </a:moveTo>
                <a:lnTo>
                  <a:pt x="0" y="207264"/>
                </a:lnTo>
                <a:lnTo>
                  <a:pt x="0" y="208026"/>
                </a:lnTo>
                <a:lnTo>
                  <a:pt x="2000250" y="208026"/>
                </a:lnTo>
                <a:lnTo>
                  <a:pt x="2000250" y="207264"/>
                </a:lnTo>
                <a:close/>
              </a:path>
              <a:path w="2000250" h="214629">
                <a:moveTo>
                  <a:pt x="2000250" y="204216"/>
                </a:moveTo>
                <a:lnTo>
                  <a:pt x="0" y="204216"/>
                </a:lnTo>
                <a:lnTo>
                  <a:pt x="0" y="204978"/>
                </a:lnTo>
                <a:lnTo>
                  <a:pt x="2000250" y="204978"/>
                </a:lnTo>
                <a:lnTo>
                  <a:pt x="2000250" y="204216"/>
                </a:lnTo>
                <a:close/>
              </a:path>
              <a:path w="2000250" h="214629">
                <a:moveTo>
                  <a:pt x="2000250" y="201168"/>
                </a:moveTo>
                <a:lnTo>
                  <a:pt x="0" y="201168"/>
                </a:lnTo>
                <a:lnTo>
                  <a:pt x="0" y="201930"/>
                </a:lnTo>
                <a:lnTo>
                  <a:pt x="2000250" y="201930"/>
                </a:lnTo>
                <a:lnTo>
                  <a:pt x="2000250" y="201168"/>
                </a:lnTo>
                <a:close/>
              </a:path>
              <a:path w="2000250" h="214629">
                <a:moveTo>
                  <a:pt x="2000250" y="198120"/>
                </a:moveTo>
                <a:lnTo>
                  <a:pt x="0" y="198120"/>
                </a:lnTo>
                <a:lnTo>
                  <a:pt x="0" y="198882"/>
                </a:lnTo>
                <a:lnTo>
                  <a:pt x="2000250" y="198882"/>
                </a:lnTo>
                <a:lnTo>
                  <a:pt x="2000250" y="198120"/>
                </a:lnTo>
                <a:close/>
              </a:path>
              <a:path w="2000250" h="214629">
                <a:moveTo>
                  <a:pt x="2000250" y="195072"/>
                </a:moveTo>
                <a:lnTo>
                  <a:pt x="0" y="195072"/>
                </a:lnTo>
                <a:lnTo>
                  <a:pt x="0" y="195834"/>
                </a:lnTo>
                <a:lnTo>
                  <a:pt x="2000250" y="195834"/>
                </a:lnTo>
                <a:lnTo>
                  <a:pt x="2000250" y="195072"/>
                </a:lnTo>
                <a:close/>
              </a:path>
              <a:path w="2000250" h="214629">
                <a:moveTo>
                  <a:pt x="2000250" y="192024"/>
                </a:moveTo>
                <a:lnTo>
                  <a:pt x="0" y="192024"/>
                </a:lnTo>
                <a:lnTo>
                  <a:pt x="0" y="192786"/>
                </a:lnTo>
                <a:lnTo>
                  <a:pt x="2000250" y="192786"/>
                </a:lnTo>
                <a:lnTo>
                  <a:pt x="2000250" y="192024"/>
                </a:lnTo>
                <a:close/>
              </a:path>
              <a:path w="2000250" h="214629">
                <a:moveTo>
                  <a:pt x="2000250" y="188976"/>
                </a:moveTo>
                <a:lnTo>
                  <a:pt x="0" y="188976"/>
                </a:lnTo>
                <a:lnTo>
                  <a:pt x="0" y="189738"/>
                </a:lnTo>
                <a:lnTo>
                  <a:pt x="2000250" y="189738"/>
                </a:lnTo>
                <a:lnTo>
                  <a:pt x="2000250" y="188976"/>
                </a:lnTo>
                <a:close/>
              </a:path>
              <a:path w="2000250" h="214629">
                <a:moveTo>
                  <a:pt x="2000250" y="185928"/>
                </a:moveTo>
                <a:lnTo>
                  <a:pt x="0" y="185928"/>
                </a:lnTo>
                <a:lnTo>
                  <a:pt x="0" y="186690"/>
                </a:lnTo>
                <a:lnTo>
                  <a:pt x="2000250" y="186690"/>
                </a:lnTo>
                <a:lnTo>
                  <a:pt x="2000250" y="185928"/>
                </a:lnTo>
                <a:close/>
              </a:path>
              <a:path w="2000250" h="214629">
                <a:moveTo>
                  <a:pt x="2000250" y="182880"/>
                </a:moveTo>
                <a:lnTo>
                  <a:pt x="0" y="182880"/>
                </a:lnTo>
                <a:lnTo>
                  <a:pt x="0" y="183642"/>
                </a:lnTo>
                <a:lnTo>
                  <a:pt x="2000250" y="183642"/>
                </a:lnTo>
                <a:lnTo>
                  <a:pt x="2000250" y="182880"/>
                </a:lnTo>
                <a:close/>
              </a:path>
              <a:path w="2000250" h="214629">
                <a:moveTo>
                  <a:pt x="2000250" y="179832"/>
                </a:moveTo>
                <a:lnTo>
                  <a:pt x="0" y="179832"/>
                </a:lnTo>
                <a:lnTo>
                  <a:pt x="0" y="180594"/>
                </a:lnTo>
                <a:lnTo>
                  <a:pt x="2000250" y="180594"/>
                </a:lnTo>
                <a:lnTo>
                  <a:pt x="2000250" y="179832"/>
                </a:lnTo>
                <a:close/>
              </a:path>
              <a:path w="2000250" h="214629">
                <a:moveTo>
                  <a:pt x="2000250" y="176784"/>
                </a:moveTo>
                <a:lnTo>
                  <a:pt x="0" y="176784"/>
                </a:lnTo>
                <a:lnTo>
                  <a:pt x="0" y="177546"/>
                </a:lnTo>
                <a:lnTo>
                  <a:pt x="2000250" y="177546"/>
                </a:lnTo>
                <a:lnTo>
                  <a:pt x="2000250" y="176784"/>
                </a:lnTo>
                <a:close/>
              </a:path>
              <a:path w="2000250" h="214629">
                <a:moveTo>
                  <a:pt x="2000250" y="173736"/>
                </a:moveTo>
                <a:lnTo>
                  <a:pt x="0" y="173736"/>
                </a:lnTo>
                <a:lnTo>
                  <a:pt x="0" y="174498"/>
                </a:lnTo>
                <a:lnTo>
                  <a:pt x="2000250" y="174498"/>
                </a:lnTo>
                <a:lnTo>
                  <a:pt x="2000250" y="173736"/>
                </a:lnTo>
                <a:close/>
              </a:path>
              <a:path w="2000250" h="214629">
                <a:moveTo>
                  <a:pt x="2000250" y="170688"/>
                </a:moveTo>
                <a:lnTo>
                  <a:pt x="0" y="170688"/>
                </a:lnTo>
                <a:lnTo>
                  <a:pt x="0" y="171450"/>
                </a:lnTo>
                <a:lnTo>
                  <a:pt x="2000250" y="171450"/>
                </a:lnTo>
                <a:lnTo>
                  <a:pt x="2000250" y="170688"/>
                </a:lnTo>
                <a:close/>
              </a:path>
              <a:path w="2000250" h="214629">
                <a:moveTo>
                  <a:pt x="2000250" y="167640"/>
                </a:moveTo>
                <a:lnTo>
                  <a:pt x="0" y="167640"/>
                </a:lnTo>
                <a:lnTo>
                  <a:pt x="0" y="168402"/>
                </a:lnTo>
                <a:lnTo>
                  <a:pt x="2000250" y="168402"/>
                </a:lnTo>
                <a:lnTo>
                  <a:pt x="2000250" y="167640"/>
                </a:lnTo>
                <a:close/>
              </a:path>
              <a:path w="2000250" h="214629">
                <a:moveTo>
                  <a:pt x="2000250" y="164592"/>
                </a:moveTo>
                <a:lnTo>
                  <a:pt x="0" y="164592"/>
                </a:lnTo>
                <a:lnTo>
                  <a:pt x="0" y="165354"/>
                </a:lnTo>
                <a:lnTo>
                  <a:pt x="2000250" y="165354"/>
                </a:lnTo>
                <a:lnTo>
                  <a:pt x="2000250" y="164592"/>
                </a:lnTo>
                <a:close/>
              </a:path>
              <a:path w="2000250" h="214629">
                <a:moveTo>
                  <a:pt x="2000250" y="161544"/>
                </a:moveTo>
                <a:lnTo>
                  <a:pt x="0" y="161544"/>
                </a:lnTo>
                <a:lnTo>
                  <a:pt x="0" y="162306"/>
                </a:lnTo>
                <a:lnTo>
                  <a:pt x="2000250" y="162306"/>
                </a:lnTo>
                <a:lnTo>
                  <a:pt x="2000250" y="161544"/>
                </a:lnTo>
                <a:close/>
              </a:path>
              <a:path w="2000250" h="214629">
                <a:moveTo>
                  <a:pt x="2000250" y="158496"/>
                </a:moveTo>
                <a:lnTo>
                  <a:pt x="0" y="158496"/>
                </a:lnTo>
                <a:lnTo>
                  <a:pt x="0" y="159258"/>
                </a:lnTo>
                <a:lnTo>
                  <a:pt x="2000250" y="159258"/>
                </a:lnTo>
                <a:lnTo>
                  <a:pt x="2000250" y="158496"/>
                </a:lnTo>
                <a:close/>
              </a:path>
              <a:path w="2000250" h="214629">
                <a:moveTo>
                  <a:pt x="2000250" y="155448"/>
                </a:moveTo>
                <a:lnTo>
                  <a:pt x="0" y="155448"/>
                </a:lnTo>
                <a:lnTo>
                  <a:pt x="0" y="156210"/>
                </a:lnTo>
                <a:lnTo>
                  <a:pt x="2000250" y="156210"/>
                </a:lnTo>
                <a:lnTo>
                  <a:pt x="2000250" y="155448"/>
                </a:lnTo>
                <a:close/>
              </a:path>
              <a:path w="2000250" h="214629">
                <a:moveTo>
                  <a:pt x="2000250" y="152400"/>
                </a:moveTo>
                <a:lnTo>
                  <a:pt x="0" y="152400"/>
                </a:lnTo>
                <a:lnTo>
                  <a:pt x="0" y="153162"/>
                </a:lnTo>
                <a:lnTo>
                  <a:pt x="2000250" y="153162"/>
                </a:lnTo>
                <a:lnTo>
                  <a:pt x="2000250" y="152400"/>
                </a:lnTo>
                <a:close/>
              </a:path>
              <a:path w="2000250" h="214629">
                <a:moveTo>
                  <a:pt x="2000250" y="149352"/>
                </a:moveTo>
                <a:lnTo>
                  <a:pt x="0" y="149352"/>
                </a:lnTo>
                <a:lnTo>
                  <a:pt x="0" y="150114"/>
                </a:lnTo>
                <a:lnTo>
                  <a:pt x="2000250" y="150114"/>
                </a:lnTo>
                <a:lnTo>
                  <a:pt x="2000250" y="149352"/>
                </a:lnTo>
                <a:close/>
              </a:path>
              <a:path w="2000250" h="214629">
                <a:moveTo>
                  <a:pt x="2000250" y="146304"/>
                </a:moveTo>
                <a:lnTo>
                  <a:pt x="0" y="146304"/>
                </a:lnTo>
                <a:lnTo>
                  <a:pt x="0" y="147066"/>
                </a:lnTo>
                <a:lnTo>
                  <a:pt x="2000250" y="147066"/>
                </a:lnTo>
                <a:lnTo>
                  <a:pt x="2000250" y="146304"/>
                </a:lnTo>
                <a:close/>
              </a:path>
              <a:path w="2000250" h="214629">
                <a:moveTo>
                  <a:pt x="2000250" y="143256"/>
                </a:moveTo>
                <a:lnTo>
                  <a:pt x="0" y="143256"/>
                </a:lnTo>
                <a:lnTo>
                  <a:pt x="0" y="144018"/>
                </a:lnTo>
                <a:lnTo>
                  <a:pt x="2000250" y="144018"/>
                </a:lnTo>
                <a:lnTo>
                  <a:pt x="2000250" y="143256"/>
                </a:lnTo>
                <a:close/>
              </a:path>
              <a:path w="2000250" h="214629">
                <a:moveTo>
                  <a:pt x="2000250" y="140208"/>
                </a:moveTo>
                <a:lnTo>
                  <a:pt x="0" y="140208"/>
                </a:lnTo>
                <a:lnTo>
                  <a:pt x="0" y="140970"/>
                </a:lnTo>
                <a:lnTo>
                  <a:pt x="2000250" y="140970"/>
                </a:lnTo>
                <a:lnTo>
                  <a:pt x="2000250" y="140208"/>
                </a:lnTo>
                <a:close/>
              </a:path>
              <a:path w="2000250" h="214629">
                <a:moveTo>
                  <a:pt x="2000250" y="137160"/>
                </a:moveTo>
                <a:lnTo>
                  <a:pt x="0" y="137160"/>
                </a:lnTo>
                <a:lnTo>
                  <a:pt x="0" y="137922"/>
                </a:lnTo>
                <a:lnTo>
                  <a:pt x="2000250" y="137922"/>
                </a:lnTo>
                <a:lnTo>
                  <a:pt x="2000250" y="137160"/>
                </a:lnTo>
                <a:close/>
              </a:path>
              <a:path w="2000250" h="214629">
                <a:moveTo>
                  <a:pt x="2000250" y="134112"/>
                </a:moveTo>
                <a:lnTo>
                  <a:pt x="0" y="134112"/>
                </a:lnTo>
                <a:lnTo>
                  <a:pt x="0" y="134874"/>
                </a:lnTo>
                <a:lnTo>
                  <a:pt x="2000250" y="134874"/>
                </a:lnTo>
                <a:lnTo>
                  <a:pt x="2000250" y="134112"/>
                </a:lnTo>
                <a:close/>
              </a:path>
              <a:path w="2000250" h="214629">
                <a:moveTo>
                  <a:pt x="2000250" y="131064"/>
                </a:moveTo>
                <a:lnTo>
                  <a:pt x="0" y="131064"/>
                </a:lnTo>
                <a:lnTo>
                  <a:pt x="0" y="131826"/>
                </a:lnTo>
                <a:lnTo>
                  <a:pt x="2000250" y="131826"/>
                </a:lnTo>
                <a:lnTo>
                  <a:pt x="2000250" y="131064"/>
                </a:lnTo>
                <a:close/>
              </a:path>
              <a:path w="2000250" h="214629">
                <a:moveTo>
                  <a:pt x="2000250" y="128016"/>
                </a:moveTo>
                <a:lnTo>
                  <a:pt x="0" y="128016"/>
                </a:lnTo>
                <a:lnTo>
                  <a:pt x="0" y="128778"/>
                </a:lnTo>
                <a:lnTo>
                  <a:pt x="2000250" y="128778"/>
                </a:lnTo>
                <a:lnTo>
                  <a:pt x="2000250" y="128016"/>
                </a:lnTo>
                <a:close/>
              </a:path>
              <a:path w="2000250" h="214629">
                <a:moveTo>
                  <a:pt x="2000250" y="124968"/>
                </a:moveTo>
                <a:lnTo>
                  <a:pt x="0" y="124968"/>
                </a:lnTo>
                <a:lnTo>
                  <a:pt x="0" y="125730"/>
                </a:lnTo>
                <a:lnTo>
                  <a:pt x="2000250" y="125730"/>
                </a:lnTo>
                <a:lnTo>
                  <a:pt x="2000250" y="124968"/>
                </a:lnTo>
                <a:close/>
              </a:path>
              <a:path w="2000250" h="214629">
                <a:moveTo>
                  <a:pt x="2000250" y="121920"/>
                </a:moveTo>
                <a:lnTo>
                  <a:pt x="0" y="121920"/>
                </a:lnTo>
                <a:lnTo>
                  <a:pt x="0" y="122682"/>
                </a:lnTo>
                <a:lnTo>
                  <a:pt x="2000250" y="122682"/>
                </a:lnTo>
                <a:lnTo>
                  <a:pt x="2000250" y="121920"/>
                </a:lnTo>
                <a:close/>
              </a:path>
              <a:path w="2000250" h="214629">
                <a:moveTo>
                  <a:pt x="2000250" y="118872"/>
                </a:moveTo>
                <a:lnTo>
                  <a:pt x="0" y="118872"/>
                </a:lnTo>
                <a:lnTo>
                  <a:pt x="0" y="119634"/>
                </a:lnTo>
                <a:lnTo>
                  <a:pt x="2000250" y="119634"/>
                </a:lnTo>
                <a:lnTo>
                  <a:pt x="2000250" y="118872"/>
                </a:lnTo>
                <a:close/>
              </a:path>
              <a:path w="2000250" h="214629">
                <a:moveTo>
                  <a:pt x="2000250" y="115824"/>
                </a:moveTo>
                <a:lnTo>
                  <a:pt x="0" y="115824"/>
                </a:lnTo>
                <a:lnTo>
                  <a:pt x="0" y="116586"/>
                </a:lnTo>
                <a:lnTo>
                  <a:pt x="2000250" y="116586"/>
                </a:lnTo>
                <a:lnTo>
                  <a:pt x="2000250" y="115824"/>
                </a:lnTo>
                <a:close/>
              </a:path>
              <a:path w="2000250" h="214629">
                <a:moveTo>
                  <a:pt x="2000250" y="112776"/>
                </a:moveTo>
                <a:lnTo>
                  <a:pt x="0" y="112776"/>
                </a:lnTo>
                <a:lnTo>
                  <a:pt x="0" y="113538"/>
                </a:lnTo>
                <a:lnTo>
                  <a:pt x="2000250" y="113538"/>
                </a:lnTo>
                <a:lnTo>
                  <a:pt x="2000250" y="112776"/>
                </a:lnTo>
                <a:close/>
              </a:path>
              <a:path w="2000250" h="214629">
                <a:moveTo>
                  <a:pt x="2000250" y="109728"/>
                </a:moveTo>
                <a:lnTo>
                  <a:pt x="0" y="109728"/>
                </a:lnTo>
                <a:lnTo>
                  <a:pt x="0" y="110490"/>
                </a:lnTo>
                <a:lnTo>
                  <a:pt x="2000250" y="110490"/>
                </a:lnTo>
                <a:lnTo>
                  <a:pt x="2000250" y="109728"/>
                </a:lnTo>
                <a:close/>
              </a:path>
              <a:path w="2000250" h="214629">
                <a:moveTo>
                  <a:pt x="2000250" y="106680"/>
                </a:moveTo>
                <a:lnTo>
                  <a:pt x="0" y="106680"/>
                </a:lnTo>
                <a:lnTo>
                  <a:pt x="0" y="107442"/>
                </a:lnTo>
                <a:lnTo>
                  <a:pt x="2000250" y="107442"/>
                </a:lnTo>
                <a:lnTo>
                  <a:pt x="2000250" y="106680"/>
                </a:lnTo>
                <a:close/>
              </a:path>
              <a:path w="2000250" h="214629">
                <a:moveTo>
                  <a:pt x="2000250" y="103632"/>
                </a:moveTo>
                <a:lnTo>
                  <a:pt x="0" y="103632"/>
                </a:lnTo>
                <a:lnTo>
                  <a:pt x="0" y="104394"/>
                </a:lnTo>
                <a:lnTo>
                  <a:pt x="2000250" y="104394"/>
                </a:lnTo>
                <a:lnTo>
                  <a:pt x="2000250" y="103632"/>
                </a:lnTo>
                <a:close/>
              </a:path>
              <a:path w="2000250" h="214629">
                <a:moveTo>
                  <a:pt x="2000250" y="100584"/>
                </a:moveTo>
                <a:lnTo>
                  <a:pt x="0" y="100584"/>
                </a:lnTo>
                <a:lnTo>
                  <a:pt x="0" y="101346"/>
                </a:lnTo>
                <a:lnTo>
                  <a:pt x="2000250" y="101346"/>
                </a:lnTo>
                <a:lnTo>
                  <a:pt x="2000250" y="100584"/>
                </a:lnTo>
                <a:close/>
              </a:path>
              <a:path w="2000250" h="214629">
                <a:moveTo>
                  <a:pt x="2000250" y="97536"/>
                </a:moveTo>
                <a:lnTo>
                  <a:pt x="0" y="97536"/>
                </a:lnTo>
                <a:lnTo>
                  <a:pt x="0" y="98298"/>
                </a:lnTo>
                <a:lnTo>
                  <a:pt x="2000250" y="98298"/>
                </a:lnTo>
                <a:lnTo>
                  <a:pt x="2000250" y="97536"/>
                </a:lnTo>
                <a:close/>
              </a:path>
              <a:path w="2000250" h="214629">
                <a:moveTo>
                  <a:pt x="2000250" y="94488"/>
                </a:moveTo>
                <a:lnTo>
                  <a:pt x="0" y="94488"/>
                </a:lnTo>
                <a:lnTo>
                  <a:pt x="0" y="95250"/>
                </a:lnTo>
                <a:lnTo>
                  <a:pt x="2000250" y="95250"/>
                </a:lnTo>
                <a:lnTo>
                  <a:pt x="2000250" y="94488"/>
                </a:lnTo>
                <a:close/>
              </a:path>
              <a:path w="2000250" h="214629">
                <a:moveTo>
                  <a:pt x="2000250" y="91440"/>
                </a:moveTo>
                <a:lnTo>
                  <a:pt x="0" y="91440"/>
                </a:lnTo>
                <a:lnTo>
                  <a:pt x="0" y="92202"/>
                </a:lnTo>
                <a:lnTo>
                  <a:pt x="2000250" y="92202"/>
                </a:lnTo>
                <a:lnTo>
                  <a:pt x="2000250" y="91440"/>
                </a:lnTo>
                <a:close/>
              </a:path>
              <a:path w="2000250" h="214629">
                <a:moveTo>
                  <a:pt x="2000250" y="88392"/>
                </a:moveTo>
                <a:lnTo>
                  <a:pt x="0" y="88392"/>
                </a:lnTo>
                <a:lnTo>
                  <a:pt x="0" y="89154"/>
                </a:lnTo>
                <a:lnTo>
                  <a:pt x="2000250" y="89154"/>
                </a:lnTo>
                <a:lnTo>
                  <a:pt x="2000250" y="88392"/>
                </a:lnTo>
                <a:close/>
              </a:path>
              <a:path w="2000250" h="214629">
                <a:moveTo>
                  <a:pt x="2000250" y="85344"/>
                </a:moveTo>
                <a:lnTo>
                  <a:pt x="0" y="85344"/>
                </a:lnTo>
                <a:lnTo>
                  <a:pt x="0" y="86106"/>
                </a:lnTo>
                <a:lnTo>
                  <a:pt x="2000250" y="86106"/>
                </a:lnTo>
                <a:lnTo>
                  <a:pt x="2000250" y="85344"/>
                </a:lnTo>
                <a:close/>
              </a:path>
              <a:path w="2000250" h="214629">
                <a:moveTo>
                  <a:pt x="2000250" y="82296"/>
                </a:moveTo>
                <a:lnTo>
                  <a:pt x="0" y="82296"/>
                </a:lnTo>
                <a:lnTo>
                  <a:pt x="0" y="83058"/>
                </a:lnTo>
                <a:lnTo>
                  <a:pt x="2000250" y="83058"/>
                </a:lnTo>
                <a:lnTo>
                  <a:pt x="2000250" y="82296"/>
                </a:lnTo>
                <a:close/>
              </a:path>
              <a:path w="2000250" h="214629">
                <a:moveTo>
                  <a:pt x="2000250" y="79248"/>
                </a:moveTo>
                <a:lnTo>
                  <a:pt x="0" y="79248"/>
                </a:lnTo>
                <a:lnTo>
                  <a:pt x="0" y="80010"/>
                </a:lnTo>
                <a:lnTo>
                  <a:pt x="2000250" y="80010"/>
                </a:lnTo>
                <a:lnTo>
                  <a:pt x="2000250" y="79248"/>
                </a:lnTo>
                <a:close/>
              </a:path>
              <a:path w="2000250" h="214629">
                <a:moveTo>
                  <a:pt x="2000250" y="76200"/>
                </a:moveTo>
                <a:lnTo>
                  <a:pt x="0" y="76200"/>
                </a:lnTo>
                <a:lnTo>
                  <a:pt x="0" y="76962"/>
                </a:lnTo>
                <a:lnTo>
                  <a:pt x="2000250" y="76962"/>
                </a:lnTo>
                <a:lnTo>
                  <a:pt x="2000250" y="76200"/>
                </a:lnTo>
                <a:close/>
              </a:path>
              <a:path w="2000250" h="214629">
                <a:moveTo>
                  <a:pt x="2000250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00250" y="73914"/>
                </a:lnTo>
                <a:lnTo>
                  <a:pt x="2000250" y="73152"/>
                </a:lnTo>
                <a:close/>
              </a:path>
              <a:path w="2000250" h="214629">
                <a:moveTo>
                  <a:pt x="2000250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00250" y="70866"/>
                </a:lnTo>
                <a:lnTo>
                  <a:pt x="2000250" y="70104"/>
                </a:lnTo>
                <a:close/>
              </a:path>
              <a:path w="2000250" h="214629">
                <a:moveTo>
                  <a:pt x="2000250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00250" y="67818"/>
                </a:lnTo>
                <a:lnTo>
                  <a:pt x="2000250" y="67056"/>
                </a:lnTo>
                <a:close/>
              </a:path>
              <a:path w="2000250" h="214629">
                <a:moveTo>
                  <a:pt x="2000250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00250" y="64770"/>
                </a:lnTo>
                <a:lnTo>
                  <a:pt x="2000250" y="64008"/>
                </a:lnTo>
                <a:close/>
              </a:path>
              <a:path w="2000250" h="214629">
                <a:moveTo>
                  <a:pt x="2000250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00250" y="61722"/>
                </a:lnTo>
                <a:lnTo>
                  <a:pt x="2000250" y="60960"/>
                </a:lnTo>
                <a:close/>
              </a:path>
              <a:path w="2000250" h="214629">
                <a:moveTo>
                  <a:pt x="2000250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00250" y="58674"/>
                </a:lnTo>
                <a:lnTo>
                  <a:pt x="2000250" y="57912"/>
                </a:lnTo>
                <a:close/>
              </a:path>
              <a:path w="2000250" h="214629">
                <a:moveTo>
                  <a:pt x="2000250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00250" y="55626"/>
                </a:lnTo>
                <a:lnTo>
                  <a:pt x="2000250" y="54864"/>
                </a:lnTo>
                <a:close/>
              </a:path>
              <a:path w="2000250" h="214629">
                <a:moveTo>
                  <a:pt x="2000250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00250" y="52578"/>
                </a:lnTo>
                <a:lnTo>
                  <a:pt x="2000250" y="51816"/>
                </a:lnTo>
                <a:close/>
              </a:path>
              <a:path w="2000250" h="214629">
                <a:moveTo>
                  <a:pt x="2000250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00250" y="49530"/>
                </a:lnTo>
                <a:lnTo>
                  <a:pt x="2000250" y="48768"/>
                </a:lnTo>
                <a:close/>
              </a:path>
              <a:path w="2000250" h="214629">
                <a:moveTo>
                  <a:pt x="2000250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00250" y="46482"/>
                </a:lnTo>
                <a:lnTo>
                  <a:pt x="2000250" y="45720"/>
                </a:lnTo>
                <a:close/>
              </a:path>
              <a:path w="2000250" h="214629">
                <a:moveTo>
                  <a:pt x="2000250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00250" y="43434"/>
                </a:lnTo>
                <a:lnTo>
                  <a:pt x="2000250" y="42672"/>
                </a:lnTo>
                <a:close/>
              </a:path>
              <a:path w="2000250" h="214629">
                <a:moveTo>
                  <a:pt x="2000250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00250" y="40386"/>
                </a:lnTo>
                <a:lnTo>
                  <a:pt x="2000250" y="39624"/>
                </a:lnTo>
                <a:close/>
              </a:path>
              <a:path w="2000250" h="214629">
                <a:moveTo>
                  <a:pt x="2000250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00250" y="37338"/>
                </a:lnTo>
                <a:lnTo>
                  <a:pt x="2000250" y="36576"/>
                </a:lnTo>
                <a:close/>
              </a:path>
              <a:path w="2000250" h="214629">
                <a:moveTo>
                  <a:pt x="2000250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00250" y="34290"/>
                </a:lnTo>
                <a:lnTo>
                  <a:pt x="2000250" y="33528"/>
                </a:lnTo>
                <a:close/>
              </a:path>
              <a:path w="2000250" h="214629">
                <a:moveTo>
                  <a:pt x="2000250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00250" y="31242"/>
                </a:lnTo>
                <a:lnTo>
                  <a:pt x="2000250" y="30480"/>
                </a:lnTo>
                <a:close/>
              </a:path>
              <a:path w="2000250" h="214629">
                <a:moveTo>
                  <a:pt x="2000250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00250" y="28194"/>
                </a:lnTo>
                <a:lnTo>
                  <a:pt x="2000250" y="27432"/>
                </a:lnTo>
                <a:close/>
              </a:path>
              <a:path w="2000250" h="214629">
                <a:moveTo>
                  <a:pt x="2000250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00250" y="25146"/>
                </a:lnTo>
                <a:lnTo>
                  <a:pt x="2000250" y="24384"/>
                </a:lnTo>
                <a:close/>
              </a:path>
              <a:path w="2000250" h="214629">
                <a:moveTo>
                  <a:pt x="2000250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00250" y="22098"/>
                </a:lnTo>
                <a:lnTo>
                  <a:pt x="2000250" y="21336"/>
                </a:lnTo>
                <a:close/>
              </a:path>
              <a:path w="2000250" h="214629">
                <a:moveTo>
                  <a:pt x="2000250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00250" y="19050"/>
                </a:lnTo>
                <a:lnTo>
                  <a:pt x="2000250" y="18288"/>
                </a:lnTo>
                <a:close/>
              </a:path>
              <a:path w="2000250" h="214629">
                <a:moveTo>
                  <a:pt x="2000250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00250" y="16002"/>
                </a:lnTo>
                <a:lnTo>
                  <a:pt x="2000250" y="15240"/>
                </a:lnTo>
                <a:close/>
              </a:path>
              <a:path w="2000250" h="214629">
                <a:moveTo>
                  <a:pt x="2000250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00250" y="12954"/>
                </a:lnTo>
                <a:lnTo>
                  <a:pt x="2000250" y="12192"/>
                </a:lnTo>
                <a:close/>
              </a:path>
              <a:path w="2000250" h="214629">
                <a:moveTo>
                  <a:pt x="2000250" y="9144"/>
                </a:moveTo>
                <a:lnTo>
                  <a:pt x="0" y="9144"/>
                </a:lnTo>
                <a:lnTo>
                  <a:pt x="0" y="9906"/>
                </a:lnTo>
                <a:lnTo>
                  <a:pt x="2000250" y="9906"/>
                </a:lnTo>
                <a:lnTo>
                  <a:pt x="2000250" y="9144"/>
                </a:lnTo>
                <a:close/>
              </a:path>
              <a:path w="2000250" h="214629">
                <a:moveTo>
                  <a:pt x="2000250" y="6096"/>
                </a:moveTo>
                <a:lnTo>
                  <a:pt x="0" y="6096"/>
                </a:lnTo>
                <a:lnTo>
                  <a:pt x="0" y="6858"/>
                </a:lnTo>
                <a:lnTo>
                  <a:pt x="2000250" y="6858"/>
                </a:lnTo>
                <a:lnTo>
                  <a:pt x="2000250" y="6096"/>
                </a:lnTo>
                <a:close/>
              </a:path>
              <a:path w="2000250" h="214629">
                <a:moveTo>
                  <a:pt x="2000250" y="3048"/>
                </a:moveTo>
                <a:lnTo>
                  <a:pt x="0" y="3048"/>
                </a:lnTo>
                <a:lnTo>
                  <a:pt x="0" y="3810"/>
                </a:lnTo>
                <a:lnTo>
                  <a:pt x="2000250" y="3810"/>
                </a:lnTo>
                <a:lnTo>
                  <a:pt x="2000250" y="3048"/>
                </a:lnTo>
                <a:close/>
              </a:path>
              <a:path w="2000250" h="214629">
                <a:moveTo>
                  <a:pt x="2000250" y="0"/>
                </a:moveTo>
                <a:lnTo>
                  <a:pt x="0" y="0"/>
                </a:lnTo>
                <a:lnTo>
                  <a:pt x="0" y="762"/>
                </a:lnTo>
                <a:lnTo>
                  <a:pt x="2000250" y="762"/>
                </a:lnTo>
                <a:lnTo>
                  <a:pt x="2000250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bg object 38"/>
          <p:cNvSpPr/>
          <p:nvPr/>
        </p:nvSpPr>
        <p:spPr>
          <a:xfrm>
            <a:off x="4309249" y="4470542"/>
            <a:ext cx="2000250" cy="214629"/>
          </a:xfrm>
          <a:custGeom>
            <a:avLst/>
            <a:gdLst/>
            <a:ahLst/>
            <a:cxnLst/>
            <a:rect l="l" t="t" r="r" b="b"/>
            <a:pathLst>
              <a:path w="2000250" h="214629">
                <a:moveTo>
                  <a:pt x="2000250" y="213360"/>
                </a:moveTo>
                <a:lnTo>
                  <a:pt x="0" y="213360"/>
                </a:lnTo>
                <a:lnTo>
                  <a:pt x="0" y="214122"/>
                </a:lnTo>
                <a:lnTo>
                  <a:pt x="2000250" y="214122"/>
                </a:lnTo>
                <a:lnTo>
                  <a:pt x="2000250" y="213360"/>
                </a:lnTo>
                <a:close/>
              </a:path>
              <a:path w="2000250" h="214629">
                <a:moveTo>
                  <a:pt x="2000250" y="210312"/>
                </a:moveTo>
                <a:lnTo>
                  <a:pt x="0" y="210312"/>
                </a:lnTo>
                <a:lnTo>
                  <a:pt x="0" y="211074"/>
                </a:lnTo>
                <a:lnTo>
                  <a:pt x="2000250" y="211074"/>
                </a:lnTo>
                <a:lnTo>
                  <a:pt x="2000250" y="210312"/>
                </a:lnTo>
                <a:close/>
              </a:path>
              <a:path w="2000250" h="214629">
                <a:moveTo>
                  <a:pt x="2000250" y="207264"/>
                </a:moveTo>
                <a:lnTo>
                  <a:pt x="0" y="207264"/>
                </a:lnTo>
                <a:lnTo>
                  <a:pt x="0" y="208026"/>
                </a:lnTo>
                <a:lnTo>
                  <a:pt x="2000250" y="208026"/>
                </a:lnTo>
                <a:lnTo>
                  <a:pt x="2000250" y="207264"/>
                </a:lnTo>
                <a:close/>
              </a:path>
              <a:path w="2000250" h="214629">
                <a:moveTo>
                  <a:pt x="2000250" y="204216"/>
                </a:moveTo>
                <a:lnTo>
                  <a:pt x="0" y="204216"/>
                </a:lnTo>
                <a:lnTo>
                  <a:pt x="0" y="204978"/>
                </a:lnTo>
                <a:lnTo>
                  <a:pt x="2000250" y="204978"/>
                </a:lnTo>
                <a:lnTo>
                  <a:pt x="2000250" y="204216"/>
                </a:lnTo>
                <a:close/>
              </a:path>
              <a:path w="2000250" h="214629">
                <a:moveTo>
                  <a:pt x="2000250" y="201168"/>
                </a:moveTo>
                <a:lnTo>
                  <a:pt x="0" y="201168"/>
                </a:lnTo>
                <a:lnTo>
                  <a:pt x="0" y="201930"/>
                </a:lnTo>
                <a:lnTo>
                  <a:pt x="2000250" y="201930"/>
                </a:lnTo>
                <a:lnTo>
                  <a:pt x="2000250" y="201168"/>
                </a:lnTo>
                <a:close/>
              </a:path>
              <a:path w="2000250" h="214629">
                <a:moveTo>
                  <a:pt x="2000250" y="198120"/>
                </a:moveTo>
                <a:lnTo>
                  <a:pt x="0" y="198120"/>
                </a:lnTo>
                <a:lnTo>
                  <a:pt x="0" y="198882"/>
                </a:lnTo>
                <a:lnTo>
                  <a:pt x="2000250" y="198882"/>
                </a:lnTo>
                <a:lnTo>
                  <a:pt x="2000250" y="198120"/>
                </a:lnTo>
                <a:close/>
              </a:path>
              <a:path w="2000250" h="214629">
                <a:moveTo>
                  <a:pt x="2000250" y="195072"/>
                </a:moveTo>
                <a:lnTo>
                  <a:pt x="0" y="195072"/>
                </a:lnTo>
                <a:lnTo>
                  <a:pt x="0" y="195834"/>
                </a:lnTo>
                <a:lnTo>
                  <a:pt x="2000250" y="195834"/>
                </a:lnTo>
                <a:lnTo>
                  <a:pt x="2000250" y="195072"/>
                </a:lnTo>
                <a:close/>
              </a:path>
              <a:path w="2000250" h="214629">
                <a:moveTo>
                  <a:pt x="2000250" y="192024"/>
                </a:moveTo>
                <a:lnTo>
                  <a:pt x="0" y="192024"/>
                </a:lnTo>
                <a:lnTo>
                  <a:pt x="0" y="192786"/>
                </a:lnTo>
                <a:lnTo>
                  <a:pt x="2000250" y="192786"/>
                </a:lnTo>
                <a:lnTo>
                  <a:pt x="2000250" y="192024"/>
                </a:lnTo>
                <a:close/>
              </a:path>
              <a:path w="2000250" h="214629">
                <a:moveTo>
                  <a:pt x="2000250" y="188976"/>
                </a:moveTo>
                <a:lnTo>
                  <a:pt x="0" y="188976"/>
                </a:lnTo>
                <a:lnTo>
                  <a:pt x="0" y="189738"/>
                </a:lnTo>
                <a:lnTo>
                  <a:pt x="2000250" y="189738"/>
                </a:lnTo>
                <a:lnTo>
                  <a:pt x="2000250" y="188976"/>
                </a:lnTo>
                <a:close/>
              </a:path>
              <a:path w="2000250" h="214629">
                <a:moveTo>
                  <a:pt x="2000250" y="185928"/>
                </a:moveTo>
                <a:lnTo>
                  <a:pt x="0" y="185928"/>
                </a:lnTo>
                <a:lnTo>
                  <a:pt x="0" y="186690"/>
                </a:lnTo>
                <a:lnTo>
                  <a:pt x="2000250" y="186690"/>
                </a:lnTo>
                <a:lnTo>
                  <a:pt x="2000250" y="185928"/>
                </a:lnTo>
                <a:close/>
              </a:path>
              <a:path w="2000250" h="214629">
                <a:moveTo>
                  <a:pt x="2000250" y="182880"/>
                </a:moveTo>
                <a:lnTo>
                  <a:pt x="0" y="182880"/>
                </a:lnTo>
                <a:lnTo>
                  <a:pt x="0" y="183642"/>
                </a:lnTo>
                <a:lnTo>
                  <a:pt x="2000250" y="183642"/>
                </a:lnTo>
                <a:lnTo>
                  <a:pt x="2000250" y="182880"/>
                </a:lnTo>
                <a:close/>
              </a:path>
              <a:path w="2000250" h="214629">
                <a:moveTo>
                  <a:pt x="2000250" y="179832"/>
                </a:moveTo>
                <a:lnTo>
                  <a:pt x="0" y="179832"/>
                </a:lnTo>
                <a:lnTo>
                  <a:pt x="0" y="180594"/>
                </a:lnTo>
                <a:lnTo>
                  <a:pt x="2000250" y="180594"/>
                </a:lnTo>
                <a:lnTo>
                  <a:pt x="2000250" y="179832"/>
                </a:lnTo>
                <a:close/>
              </a:path>
              <a:path w="2000250" h="214629">
                <a:moveTo>
                  <a:pt x="2000250" y="176784"/>
                </a:moveTo>
                <a:lnTo>
                  <a:pt x="0" y="176784"/>
                </a:lnTo>
                <a:lnTo>
                  <a:pt x="0" y="177546"/>
                </a:lnTo>
                <a:lnTo>
                  <a:pt x="2000250" y="177546"/>
                </a:lnTo>
                <a:lnTo>
                  <a:pt x="2000250" y="176784"/>
                </a:lnTo>
                <a:close/>
              </a:path>
              <a:path w="2000250" h="214629">
                <a:moveTo>
                  <a:pt x="2000250" y="173736"/>
                </a:moveTo>
                <a:lnTo>
                  <a:pt x="0" y="173736"/>
                </a:lnTo>
                <a:lnTo>
                  <a:pt x="0" y="174498"/>
                </a:lnTo>
                <a:lnTo>
                  <a:pt x="2000250" y="174498"/>
                </a:lnTo>
                <a:lnTo>
                  <a:pt x="2000250" y="173736"/>
                </a:lnTo>
                <a:close/>
              </a:path>
              <a:path w="2000250" h="214629">
                <a:moveTo>
                  <a:pt x="2000250" y="170688"/>
                </a:moveTo>
                <a:lnTo>
                  <a:pt x="0" y="170688"/>
                </a:lnTo>
                <a:lnTo>
                  <a:pt x="0" y="171450"/>
                </a:lnTo>
                <a:lnTo>
                  <a:pt x="2000250" y="171450"/>
                </a:lnTo>
                <a:lnTo>
                  <a:pt x="2000250" y="170688"/>
                </a:lnTo>
                <a:close/>
              </a:path>
              <a:path w="2000250" h="214629">
                <a:moveTo>
                  <a:pt x="2000250" y="167640"/>
                </a:moveTo>
                <a:lnTo>
                  <a:pt x="0" y="167640"/>
                </a:lnTo>
                <a:lnTo>
                  <a:pt x="0" y="168402"/>
                </a:lnTo>
                <a:lnTo>
                  <a:pt x="2000250" y="168402"/>
                </a:lnTo>
                <a:lnTo>
                  <a:pt x="2000250" y="167640"/>
                </a:lnTo>
                <a:close/>
              </a:path>
              <a:path w="2000250" h="214629">
                <a:moveTo>
                  <a:pt x="2000250" y="164592"/>
                </a:moveTo>
                <a:lnTo>
                  <a:pt x="0" y="164592"/>
                </a:lnTo>
                <a:lnTo>
                  <a:pt x="0" y="165354"/>
                </a:lnTo>
                <a:lnTo>
                  <a:pt x="2000250" y="165354"/>
                </a:lnTo>
                <a:lnTo>
                  <a:pt x="2000250" y="164592"/>
                </a:lnTo>
                <a:close/>
              </a:path>
              <a:path w="2000250" h="214629">
                <a:moveTo>
                  <a:pt x="2000250" y="161544"/>
                </a:moveTo>
                <a:lnTo>
                  <a:pt x="0" y="161544"/>
                </a:lnTo>
                <a:lnTo>
                  <a:pt x="0" y="162306"/>
                </a:lnTo>
                <a:lnTo>
                  <a:pt x="2000250" y="162306"/>
                </a:lnTo>
                <a:lnTo>
                  <a:pt x="2000250" y="161544"/>
                </a:lnTo>
                <a:close/>
              </a:path>
              <a:path w="2000250" h="214629">
                <a:moveTo>
                  <a:pt x="2000250" y="158496"/>
                </a:moveTo>
                <a:lnTo>
                  <a:pt x="0" y="158496"/>
                </a:lnTo>
                <a:lnTo>
                  <a:pt x="0" y="159258"/>
                </a:lnTo>
                <a:lnTo>
                  <a:pt x="2000250" y="159258"/>
                </a:lnTo>
                <a:lnTo>
                  <a:pt x="2000250" y="158496"/>
                </a:lnTo>
                <a:close/>
              </a:path>
              <a:path w="2000250" h="214629">
                <a:moveTo>
                  <a:pt x="2000250" y="155448"/>
                </a:moveTo>
                <a:lnTo>
                  <a:pt x="0" y="155448"/>
                </a:lnTo>
                <a:lnTo>
                  <a:pt x="0" y="156210"/>
                </a:lnTo>
                <a:lnTo>
                  <a:pt x="2000250" y="156210"/>
                </a:lnTo>
                <a:lnTo>
                  <a:pt x="2000250" y="155448"/>
                </a:lnTo>
                <a:close/>
              </a:path>
              <a:path w="2000250" h="214629">
                <a:moveTo>
                  <a:pt x="2000250" y="152400"/>
                </a:moveTo>
                <a:lnTo>
                  <a:pt x="0" y="152400"/>
                </a:lnTo>
                <a:lnTo>
                  <a:pt x="0" y="153162"/>
                </a:lnTo>
                <a:lnTo>
                  <a:pt x="2000250" y="153162"/>
                </a:lnTo>
                <a:lnTo>
                  <a:pt x="2000250" y="152400"/>
                </a:lnTo>
                <a:close/>
              </a:path>
              <a:path w="2000250" h="214629">
                <a:moveTo>
                  <a:pt x="2000250" y="149352"/>
                </a:moveTo>
                <a:lnTo>
                  <a:pt x="0" y="149352"/>
                </a:lnTo>
                <a:lnTo>
                  <a:pt x="0" y="150114"/>
                </a:lnTo>
                <a:lnTo>
                  <a:pt x="2000250" y="150114"/>
                </a:lnTo>
                <a:lnTo>
                  <a:pt x="2000250" y="149352"/>
                </a:lnTo>
                <a:close/>
              </a:path>
              <a:path w="2000250" h="214629">
                <a:moveTo>
                  <a:pt x="2000250" y="146304"/>
                </a:moveTo>
                <a:lnTo>
                  <a:pt x="0" y="146304"/>
                </a:lnTo>
                <a:lnTo>
                  <a:pt x="0" y="147066"/>
                </a:lnTo>
                <a:lnTo>
                  <a:pt x="2000250" y="147066"/>
                </a:lnTo>
                <a:lnTo>
                  <a:pt x="2000250" y="146304"/>
                </a:lnTo>
                <a:close/>
              </a:path>
              <a:path w="2000250" h="214629">
                <a:moveTo>
                  <a:pt x="2000250" y="143256"/>
                </a:moveTo>
                <a:lnTo>
                  <a:pt x="0" y="143256"/>
                </a:lnTo>
                <a:lnTo>
                  <a:pt x="0" y="144018"/>
                </a:lnTo>
                <a:lnTo>
                  <a:pt x="2000250" y="144018"/>
                </a:lnTo>
                <a:lnTo>
                  <a:pt x="2000250" y="143256"/>
                </a:lnTo>
                <a:close/>
              </a:path>
              <a:path w="2000250" h="214629">
                <a:moveTo>
                  <a:pt x="2000250" y="140208"/>
                </a:moveTo>
                <a:lnTo>
                  <a:pt x="0" y="140208"/>
                </a:lnTo>
                <a:lnTo>
                  <a:pt x="0" y="140970"/>
                </a:lnTo>
                <a:lnTo>
                  <a:pt x="2000250" y="140970"/>
                </a:lnTo>
                <a:lnTo>
                  <a:pt x="2000250" y="140208"/>
                </a:lnTo>
                <a:close/>
              </a:path>
              <a:path w="2000250" h="214629">
                <a:moveTo>
                  <a:pt x="2000250" y="137160"/>
                </a:moveTo>
                <a:lnTo>
                  <a:pt x="0" y="137160"/>
                </a:lnTo>
                <a:lnTo>
                  <a:pt x="0" y="137922"/>
                </a:lnTo>
                <a:lnTo>
                  <a:pt x="2000250" y="137922"/>
                </a:lnTo>
                <a:lnTo>
                  <a:pt x="2000250" y="137160"/>
                </a:lnTo>
                <a:close/>
              </a:path>
              <a:path w="2000250" h="214629">
                <a:moveTo>
                  <a:pt x="2000250" y="134112"/>
                </a:moveTo>
                <a:lnTo>
                  <a:pt x="0" y="134112"/>
                </a:lnTo>
                <a:lnTo>
                  <a:pt x="0" y="134874"/>
                </a:lnTo>
                <a:lnTo>
                  <a:pt x="2000250" y="134874"/>
                </a:lnTo>
                <a:lnTo>
                  <a:pt x="2000250" y="134112"/>
                </a:lnTo>
                <a:close/>
              </a:path>
              <a:path w="2000250" h="214629">
                <a:moveTo>
                  <a:pt x="2000250" y="131064"/>
                </a:moveTo>
                <a:lnTo>
                  <a:pt x="0" y="131064"/>
                </a:lnTo>
                <a:lnTo>
                  <a:pt x="0" y="131826"/>
                </a:lnTo>
                <a:lnTo>
                  <a:pt x="2000250" y="131826"/>
                </a:lnTo>
                <a:lnTo>
                  <a:pt x="2000250" y="131064"/>
                </a:lnTo>
                <a:close/>
              </a:path>
              <a:path w="2000250" h="214629">
                <a:moveTo>
                  <a:pt x="2000250" y="128016"/>
                </a:moveTo>
                <a:lnTo>
                  <a:pt x="0" y="128016"/>
                </a:lnTo>
                <a:lnTo>
                  <a:pt x="0" y="128778"/>
                </a:lnTo>
                <a:lnTo>
                  <a:pt x="2000250" y="128778"/>
                </a:lnTo>
                <a:lnTo>
                  <a:pt x="2000250" y="128016"/>
                </a:lnTo>
                <a:close/>
              </a:path>
              <a:path w="2000250" h="214629">
                <a:moveTo>
                  <a:pt x="2000250" y="124968"/>
                </a:moveTo>
                <a:lnTo>
                  <a:pt x="0" y="124968"/>
                </a:lnTo>
                <a:lnTo>
                  <a:pt x="0" y="125730"/>
                </a:lnTo>
                <a:lnTo>
                  <a:pt x="2000250" y="125730"/>
                </a:lnTo>
                <a:lnTo>
                  <a:pt x="2000250" y="124968"/>
                </a:lnTo>
                <a:close/>
              </a:path>
              <a:path w="2000250" h="214629">
                <a:moveTo>
                  <a:pt x="2000250" y="121920"/>
                </a:moveTo>
                <a:lnTo>
                  <a:pt x="0" y="121920"/>
                </a:lnTo>
                <a:lnTo>
                  <a:pt x="0" y="122682"/>
                </a:lnTo>
                <a:lnTo>
                  <a:pt x="2000250" y="122682"/>
                </a:lnTo>
                <a:lnTo>
                  <a:pt x="2000250" y="121920"/>
                </a:lnTo>
                <a:close/>
              </a:path>
              <a:path w="2000250" h="214629">
                <a:moveTo>
                  <a:pt x="2000250" y="118872"/>
                </a:moveTo>
                <a:lnTo>
                  <a:pt x="0" y="118872"/>
                </a:lnTo>
                <a:lnTo>
                  <a:pt x="0" y="119634"/>
                </a:lnTo>
                <a:lnTo>
                  <a:pt x="2000250" y="119634"/>
                </a:lnTo>
                <a:lnTo>
                  <a:pt x="2000250" y="118872"/>
                </a:lnTo>
                <a:close/>
              </a:path>
              <a:path w="2000250" h="214629">
                <a:moveTo>
                  <a:pt x="2000250" y="115824"/>
                </a:moveTo>
                <a:lnTo>
                  <a:pt x="0" y="115824"/>
                </a:lnTo>
                <a:lnTo>
                  <a:pt x="0" y="116586"/>
                </a:lnTo>
                <a:lnTo>
                  <a:pt x="2000250" y="116586"/>
                </a:lnTo>
                <a:lnTo>
                  <a:pt x="2000250" y="115824"/>
                </a:lnTo>
                <a:close/>
              </a:path>
              <a:path w="2000250" h="214629">
                <a:moveTo>
                  <a:pt x="2000250" y="112776"/>
                </a:moveTo>
                <a:lnTo>
                  <a:pt x="0" y="112776"/>
                </a:lnTo>
                <a:lnTo>
                  <a:pt x="0" y="113538"/>
                </a:lnTo>
                <a:lnTo>
                  <a:pt x="2000250" y="113538"/>
                </a:lnTo>
                <a:lnTo>
                  <a:pt x="2000250" y="112776"/>
                </a:lnTo>
                <a:close/>
              </a:path>
              <a:path w="2000250" h="214629">
                <a:moveTo>
                  <a:pt x="2000250" y="109728"/>
                </a:moveTo>
                <a:lnTo>
                  <a:pt x="0" y="109728"/>
                </a:lnTo>
                <a:lnTo>
                  <a:pt x="0" y="110490"/>
                </a:lnTo>
                <a:lnTo>
                  <a:pt x="2000250" y="110490"/>
                </a:lnTo>
                <a:lnTo>
                  <a:pt x="2000250" y="109728"/>
                </a:lnTo>
                <a:close/>
              </a:path>
              <a:path w="2000250" h="214629">
                <a:moveTo>
                  <a:pt x="2000250" y="106680"/>
                </a:moveTo>
                <a:lnTo>
                  <a:pt x="0" y="106680"/>
                </a:lnTo>
                <a:lnTo>
                  <a:pt x="0" y="107442"/>
                </a:lnTo>
                <a:lnTo>
                  <a:pt x="2000250" y="107442"/>
                </a:lnTo>
                <a:lnTo>
                  <a:pt x="2000250" y="106680"/>
                </a:lnTo>
                <a:close/>
              </a:path>
              <a:path w="2000250" h="214629">
                <a:moveTo>
                  <a:pt x="2000250" y="103632"/>
                </a:moveTo>
                <a:lnTo>
                  <a:pt x="0" y="103632"/>
                </a:lnTo>
                <a:lnTo>
                  <a:pt x="0" y="104394"/>
                </a:lnTo>
                <a:lnTo>
                  <a:pt x="2000250" y="104394"/>
                </a:lnTo>
                <a:lnTo>
                  <a:pt x="2000250" y="103632"/>
                </a:lnTo>
                <a:close/>
              </a:path>
              <a:path w="2000250" h="214629">
                <a:moveTo>
                  <a:pt x="2000250" y="100584"/>
                </a:moveTo>
                <a:lnTo>
                  <a:pt x="0" y="100584"/>
                </a:lnTo>
                <a:lnTo>
                  <a:pt x="0" y="101346"/>
                </a:lnTo>
                <a:lnTo>
                  <a:pt x="2000250" y="101346"/>
                </a:lnTo>
                <a:lnTo>
                  <a:pt x="2000250" y="100584"/>
                </a:lnTo>
                <a:close/>
              </a:path>
              <a:path w="2000250" h="214629">
                <a:moveTo>
                  <a:pt x="2000250" y="97536"/>
                </a:moveTo>
                <a:lnTo>
                  <a:pt x="0" y="97536"/>
                </a:lnTo>
                <a:lnTo>
                  <a:pt x="0" y="98298"/>
                </a:lnTo>
                <a:lnTo>
                  <a:pt x="2000250" y="98298"/>
                </a:lnTo>
                <a:lnTo>
                  <a:pt x="2000250" y="97536"/>
                </a:lnTo>
                <a:close/>
              </a:path>
              <a:path w="2000250" h="214629">
                <a:moveTo>
                  <a:pt x="2000250" y="94488"/>
                </a:moveTo>
                <a:lnTo>
                  <a:pt x="0" y="94488"/>
                </a:lnTo>
                <a:lnTo>
                  <a:pt x="0" y="95250"/>
                </a:lnTo>
                <a:lnTo>
                  <a:pt x="2000250" y="95250"/>
                </a:lnTo>
                <a:lnTo>
                  <a:pt x="2000250" y="94488"/>
                </a:lnTo>
                <a:close/>
              </a:path>
              <a:path w="2000250" h="214629">
                <a:moveTo>
                  <a:pt x="2000250" y="91440"/>
                </a:moveTo>
                <a:lnTo>
                  <a:pt x="0" y="91440"/>
                </a:lnTo>
                <a:lnTo>
                  <a:pt x="0" y="92202"/>
                </a:lnTo>
                <a:lnTo>
                  <a:pt x="2000250" y="92202"/>
                </a:lnTo>
                <a:lnTo>
                  <a:pt x="2000250" y="91440"/>
                </a:lnTo>
                <a:close/>
              </a:path>
              <a:path w="2000250" h="214629">
                <a:moveTo>
                  <a:pt x="2000250" y="88392"/>
                </a:moveTo>
                <a:lnTo>
                  <a:pt x="0" y="88392"/>
                </a:lnTo>
                <a:lnTo>
                  <a:pt x="0" y="89154"/>
                </a:lnTo>
                <a:lnTo>
                  <a:pt x="2000250" y="89154"/>
                </a:lnTo>
                <a:lnTo>
                  <a:pt x="2000250" y="88392"/>
                </a:lnTo>
                <a:close/>
              </a:path>
              <a:path w="2000250" h="214629">
                <a:moveTo>
                  <a:pt x="2000250" y="85344"/>
                </a:moveTo>
                <a:lnTo>
                  <a:pt x="0" y="85344"/>
                </a:lnTo>
                <a:lnTo>
                  <a:pt x="0" y="86106"/>
                </a:lnTo>
                <a:lnTo>
                  <a:pt x="2000250" y="86106"/>
                </a:lnTo>
                <a:lnTo>
                  <a:pt x="2000250" y="85344"/>
                </a:lnTo>
                <a:close/>
              </a:path>
              <a:path w="2000250" h="214629">
                <a:moveTo>
                  <a:pt x="2000250" y="82296"/>
                </a:moveTo>
                <a:lnTo>
                  <a:pt x="0" y="82296"/>
                </a:lnTo>
                <a:lnTo>
                  <a:pt x="0" y="83058"/>
                </a:lnTo>
                <a:lnTo>
                  <a:pt x="2000250" y="83058"/>
                </a:lnTo>
                <a:lnTo>
                  <a:pt x="2000250" y="82296"/>
                </a:lnTo>
                <a:close/>
              </a:path>
              <a:path w="2000250" h="214629">
                <a:moveTo>
                  <a:pt x="2000250" y="79248"/>
                </a:moveTo>
                <a:lnTo>
                  <a:pt x="0" y="79248"/>
                </a:lnTo>
                <a:lnTo>
                  <a:pt x="0" y="80010"/>
                </a:lnTo>
                <a:lnTo>
                  <a:pt x="2000250" y="80010"/>
                </a:lnTo>
                <a:lnTo>
                  <a:pt x="2000250" y="79248"/>
                </a:lnTo>
                <a:close/>
              </a:path>
              <a:path w="2000250" h="214629">
                <a:moveTo>
                  <a:pt x="2000250" y="76200"/>
                </a:moveTo>
                <a:lnTo>
                  <a:pt x="0" y="76200"/>
                </a:lnTo>
                <a:lnTo>
                  <a:pt x="0" y="76962"/>
                </a:lnTo>
                <a:lnTo>
                  <a:pt x="2000250" y="76962"/>
                </a:lnTo>
                <a:lnTo>
                  <a:pt x="2000250" y="76200"/>
                </a:lnTo>
                <a:close/>
              </a:path>
              <a:path w="2000250" h="214629">
                <a:moveTo>
                  <a:pt x="2000250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00250" y="73914"/>
                </a:lnTo>
                <a:lnTo>
                  <a:pt x="2000250" y="73152"/>
                </a:lnTo>
                <a:close/>
              </a:path>
              <a:path w="2000250" h="214629">
                <a:moveTo>
                  <a:pt x="2000250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00250" y="70866"/>
                </a:lnTo>
                <a:lnTo>
                  <a:pt x="2000250" y="70104"/>
                </a:lnTo>
                <a:close/>
              </a:path>
              <a:path w="2000250" h="214629">
                <a:moveTo>
                  <a:pt x="2000250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00250" y="67818"/>
                </a:lnTo>
                <a:lnTo>
                  <a:pt x="2000250" y="67056"/>
                </a:lnTo>
                <a:close/>
              </a:path>
              <a:path w="2000250" h="214629">
                <a:moveTo>
                  <a:pt x="2000250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00250" y="64770"/>
                </a:lnTo>
                <a:lnTo>
                  <a:pt x="2000250" y="64008"/>
                </a:lnTo>
                <a:close/>
              </a:path>
              <a:path w="2000250" h="214629">
                <a:moveTo>
                  <a:pt x="2000250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00250" y="61722"/>
                </a:lnTo>
                <a:lnTo>
                  <a:pt x="2000250" y="60960"/>
                </a:lnTo>
                <a:close/>
              </a:path>
              <a:path w="2000250" h="214629">
                <a:moveTo>
                  <a:pt x="2000250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00250" y="58674"/>
                </a:lnTo>
                <a:lnTo>
                  <a:pt x="2000250" y="57912"/>
                </a:lnTo>
                <a:close/>
              </a:path>
              <a:path w="2000250" h="214629">
                <a:moveTo>
                  <a:pt x="2000250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00250" y="55626"/>
                </a:lnTo>
                <a:lnTo>
                  <a:pt x="2000250" y="54864"/>
                </a:lnTo>
                <a:close/>
              </a:path>
              <a:path w="2000250" h="214629">
                <a:moveTo>
                  <a:pt x="2000250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00250" y="52578"/>
                </a:lnTo>
                <a:lnTo>
                  <a:pt x="2000250" y="51816"/>
                </a:lnTo>
                <a:close/>
              </a:path>
              <a:path w="2000250" h="214629">
                <a:moveTo>
                  <a:pt x="2000250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00250" y="49530"/>
                </a:lnTo>
                <a:lnTo>
                  <a:pt x="2000250" y="48768"/>
                </a:lnTo>
                <a:close/>
              </a:path>
              <a:path w="2000250" h="214629">
                <a:moveTo>
                  <a:pt x="2000250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00250" y="46482"/>
                </a:lnTo>
                <a:lnTo>
                  <a:pt x="2000250" y="45720"/>
                </a:lnTo>
                <a:close/>
              </a:path>
              <a:path w="2000250" h="214629">
                <a:moveTo>
                  <a:pt x="2000250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00250" y="43434"/>
                </a:lnTo>
                <a:lnTo>
                  <a:pt x="2000250" y="42672"/>
                </a:lnTo>
                <a:close/>
              </a:path>
              <a:path w="2000250" h="214629">
                <a:moveTo>
                  <a:pt x="2000250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00250" y="40386"/>
                </a:lnTo>
                <a:lnTo>
                  <a:pt x="2000250" y="39624"/>
                </a:lnTo>
                <a:close/>
              </a:path>
              <a:path w="2000250" h="214629">
                <a:moveTo>
                  <a:pt x="2000250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00250" y="37338"/>
                </a:lnTo>
                <a:lnTo>
                  <a:pt x="2000250" y="36576"/>
                </a:lnTo>
                <a:close/>
              </a:path>
              <a:path w="2000250" h="214629">
                <a:moveTo>
                  <a:pt x="2000250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00250" y="34290"/>
                </a:lnTo>
                <a:lnTo>
                  <a:pt x="2000250" y="33528"/>
                </a:lnTo>
                <a:close/>
              </a:path>
              <a:path w="2000250" h="214629">
                <a:moveTo>
                  <a:pt x="2000250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00250" y="31242"/>
                </a:lnTo>
                <a:lnTo>
                  <a:pt x="2000250" y="30480"/>
                </a:lnTo>
                <a:close/>
              </a:path>
              <a:path w="2000250" h="214629">
                <a:moveTo>
                  <a:pt x="2000250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00250" y="28194"/>
                </a:lnTo>
                <a:lnTo>
                  <a:pt x="2000250" y="27432"/>
                </a:lnTo>
                <a:close/>
              </a:path>
              <a:path w="2000250" h="214629">
                <a:moveTo>
                  <a:pt x="2000250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00250" y="25146"/>
                </a:lnTo>
                <a:lnTo>
                  <a:pt x="2000250" y="24384"/>
                </a:lnTo>
                <a:close/>
              </a:path>
              <a:path w="2000250" h="214629">
                <a:moveTo>
                  <a:pt x="2000250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00250" y="22098"/>
                </a:lnTo>
                <a:lnTo>
                  <a:pt x="2000250" y="21336"/>
                </a:lnTo>
                <a:close/>
              </a:path>
              <a:path w="2000250" h="214629">
                <a:moveTo>
                  <a:pt x="2000250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00250" y="19050"/>
                </a:lnTo>
                <a:lnTo>
                  <a:pt x="2000250" y="18288"/>
                </a:lnTo>
                <a:close/>
              </a:path>
              <a:path w="2000250" h="214629">
                <a:moveTo>
                  <a:pt x="2000250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00250" y="16002"/>
                </a:lnTo>
                <a:lnTo>
                  <a:pt x="2000250" y="15240"/>
                </a:lnTo>
                <a:close/>
              </a:path>
              <a:path w="2000250" h="214629">
                <a:moveTo>
                  <a:pt x="2000250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00250" y="12954"/>
                </a:lnTo>
                <a:lnTo>
                  <a:pt x="2000250" y="12192"/>
                </a:lnTo>
                <a:close/>
              </a:path>
              <a:path w="2000250" h="214629">
                <a:moveTo>
                  <a:pt x="2000250" y="9144"/>
                </a:moveTo>
                <a:lnTo>
                  <a:pt x="0" y="9144"/>
                </a:lnTo>
                <a:lnTo>
                  <a:pt x="0" y="9906"/>
                </a:lnTo>
                <a:lnTo>
                  <a:pt x="2000250" y="9906"/>
                </a:lnTo>
                <a:lnTo>
                  <a:pt x="2000250" y="9144"/>
                </a:lnTo>
                <a:close/>
              </a:path>
              <a:path w="2000250" h="214629">
                <a:moveTo>
                  <a:pt x="2000250" y="6096"/>
                </a:moveTo>
                <a:lnTo>
                  <a:pt x="0" y="6096"/>
                </a:lnTo>
                <a:lnTo>
                  <a:pt x="0" y="6858"/>
                </a:lnTo>
                <a:lnTo>
                  <a:pt x="2000250" y="6858"/>
                </a:lnTo>
                <a:lnTo>
                  <a:pt x="2000250" y="6096"/>
                </a:lnTo>
                <a:close/>
              </a:path>
              <a:path w="2000250" h="214629">
                <a:moveTo>
                  <a:pt x="2000250" y="3048"/>
                </a:moveTo>
                <a:lnTo>
                  <a:pt x="0" y="3048"/>
                </a:lnTo>
                <a:lnTo>
                  <a:pt x="0" y="3810"/>
                </a:lnTo>
                <a:lnTo>
                  <a:pt x="2000250" y="3810"/>
                </a:lnTo>
                <a:lnTo>
                  <a:pt x="2000250" y="3048"/>
                </a:lnTo>
                <a:close/>
              </a:path>
              <a:path w="2000250" h="214629">
                <a:moveTo>
                  <a:pt x="2000250" y="0"/>
                </a:moveTo>
                <a:lnTo>
                  <a:pt x="0" y="0"/>
                </a:lnTo>
                <a:lnTo>
                  <a:pt x="0" y="762"/>
                </a:lnTo>
                <a:lnTo>
                  <a:pt x="2000250" y="762"/>
                </a:lnTo>
                <a:lnTo>
                  <a:pt x="2000250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bg object 39"/>
          <p:cNvSpPr/>
          <p:nvPr/>
        </p:nvSpPr>
        <p:spPr>
          <a:xfrm>
            <a:off x="4309249" y="4683903"/>
            <a:ext cx="2000250" cy="214629"/>
          </a:xfrm>
          <a:custGeom>
            <a:avLst/>
            <a:gdLst/>
            <a:ahLst/>
            <a:cxnLst/>
            <a:rect l="l" t="t" r="r" b="b"/>
            <a:pathLst>
              <a:path w="2000250" h="214629">
                <a:moveTo>
                  <a:pt x="2000250" y="213360"/>
                </a:moveTo>
                <a:lnTo>
                  <a:pt x="0" y="213360"/>
                </a:lnTo>
                <a:lnTo>
                  <a:pt x="0" y="214122"/>
                </a:lnTo>
                <a:lnTo>
                  <a:pt x="2000250" y="214122"/>
                </a:lnTo>
                <a:lnTo>
                  <a:pt x="2000250" y="213360"/>
                </a:lnTo>
                <a:close/>
              </a:path>
              <a:path w="2000250" h="214629">
                <a:moveTo>
                  <a:pt x="2000250" y="210312"/>
                </a:moveTo>
                <a:lnTo>
                  <a:pt x="0" y="210312"/>
                </a:lnTo>
                <a:lnTo>
                  <a:pt x="0" y="211074"/>
                </a:lnTo>
                <a:lnTo>
                  <a:pt x="2000250" y="211074"/>
                </a:lnTo>
                <a:lnTo>
                  <a:pt x="2000250" y="210312"/>
                </a:lnTo>
                <a:close/>
              </a:path>
              <a:path w="2000250" h="214629">
                <a:moveTo>
                  <a:pt x="2000250" y="207264"/>
                </a:moveTo>
                <a:lnTo>
                  <a:pt x="0" y="207264"/>
                </a:lnTo>
                <a:lnTo>
                  <a:pt x="0" y="208026"/>
                </a:lnTo>
                <a:lnTo>
                  <a:pt x="2000250" y="208026"/>
                </a:lnTo>
                <a:lnTo>
                  <a:pt x="2000250" y="207264"/>
                </a:lnTo>
                <a:close/>
              </a:path>
              <a:path w="2000250" h="214629">
                <a:moveTo>
                  <a:pt x="2000250" y="204216"/>
                </a:moveTo>
                <a:lnTo>
                  <a:pt x="0" y="204216"/>
                </a:lnTo>
                <a:lnTo>
                  <a:pt x="0" y="204978"/>
                </a:lnTo>
                <a:lnTo>
                  <a:pt x="2000250" y="204978"/>
                </a:lnTo>
                <a:lnTo>
                  <a:pt x="2000250" y="204216"/>
                </a:lnTo>
                <a:close/>
              </a:path>
              <a:path w="2000250" h="214629">
                <a:moveTo>
                  <a:pt x="2000250" y="201168"/>
                </a:moveTo>
                <a:lnTo>
                  <a:pt x="0" y="201168"/>
                </a:lnTo>
                <a:lnTo>
                  <a:pt x="0" y="201930"/>
                </a:lnTo>
                <a:lnTo>
                  <a:pt x="2000250" y="201930"/>
                </a:lnTo>
                <a:lnTo>
                  <a:pt x="2000250" y="201168"/>
                </a:lnTo>
                <a:close/>
              </a:path>
              <a:path w="2000250" h="214629">
                <a:moveTo>
                  <a:pt x="2000250" y="198120"/>
                </a:moveTo>
                <a:lnTo>
                  <a:pt x="0" y="198120"/>
                </a:lnTo>
                <a:lnTo>
                  <a:pt x="0" y="198882"/>
                </a:lnTo>
                <a:lnTo>
                  <a:pt x="2000250" y="198882"/>
                </a:lnTo>
                <a:lnTo>
                  <a:pt x="2000250" y="198120"/>
                </a:lnTo>
                <a:close/>
              </a:path>
              <a:path w="2000250" h="214629">
                <a:moveTo>
                  <a:pt x="2000250" y="195072"/>
                </a:moveTo>
                <a:lnTo>
                  <a:pt x="0" y="195072"/>
                </a:lnTo>
                <a:lnTo>
                  <a:pt x="0" y="195834"/>
                </a:lnTo>
                <a:lnTo>
                  <a:pt x="2000250" y="195834"/>
                </a:lnTo>
                <a:lnTo>
                  <a:pt x="2000250" y="195072"/>
                </a:lnTo>
                <a:close/>
              </a:path>
              <a:path w="2000250" h="214629">
                <a:moveTo>
                  <a:pt x="2000250" y="192024"/>
                </a:moveTo>
                <a:lnTo>
                  <a:pt x="0" y="192024"/>
                </a:lnTo>
                <a:lnTo>
                  <a:pt x="0" y="192786"/>
                </a:lnTo>
                <a:lnTo>
                  <a:pt x="2000250" y="192786"/>
                </a:lnTo>
                <a:lnTo>
                  <a:pt x="2000250" y="192024"/>
                </a:lnTo>
                <a:close/>
              </a:path>
              <a:path w="2000250" h="214629">
                <a:moveTo>
                  <a:pt x="2000250" y="188976"/>
                </a:moveTo>
                <a:lnTo>
                  <a:pt x="0" y="188976"/>
                </a:lnTo>
                <a:lnTo>
                  <a:pt x="0" y="189738"/>
                </a:lnTo>
                <a:lnTo>
                  <a:pt x="2000250" y="189738"/>
                </a:lnTo>
                <a:lnTo>
                  <a:pt x="2000250" y="188976"/>
                </a:lnTo>
                <a:close/>
              </a:path>
              <a:path w="2000250" h="214629">
                <a:moveTo>
                  <a:pt x="2000250" y="185928"/>
                </a:moveTo>
                <a:lnTo>
                  <a:pt x="0" y="185928"/>
                </a:lnTo>
                <a:lnTo>
                  <a:pt x="0" y="186690"/>
                </a:lnTo>
                <a:lnTo>
                  <a:pt x="2000250" y="186690"/>
                </a:lnTo>
                <a:lnTo>
                  <a:pt x="2000250" y="185928"/>
                </a:lnTo>
                <a:close/>
              </a:path>
              <a:path w="2000250" h="214629">
                <a:moveTo>
                  <a:pt x="2000250" y="182880"/>
                </a:moveTo>
                <a:lnTo>
                  <a:pt x="0" y="182880"/>
                </a:lnTo>
                <a:lnTo>
                  <a:pt x="0" y="183642"/>
                </a:lnTo>
                <a:lnTo>
                  <a:pt x="2000250" y="183642"/>
                </a:lnTo>
                <a:lnTo>
                  <a:pt x="2000250" y="182880"/>
                </a:lnTo>
                <a:close/>
              </a:path>
              <a:path w="2000250" h="214629">
                <a:moveTo>
                  <a:pt x="2000250" y="179832"/>
                </a:moveTo>
                <a:lnTo>
                  <a:pt x="0" y="179832"/>
                </a:lnTo>
                <a:lnTo>
                  <a:pt x="0" y="180594"/>
                </a:lnTo>
                <a:lnTo>
                  <a:pt x="2000250" y="180594"/>
                </a:lnTo>
                <a:lnTo>
                  <a:pt x="2000250" y="179832"/>
                </a:lnTo>
                <a:close/>
              </a:path>
              <a:path w="2000250" h="214629">
                <a:moveTo>
                  <a:pt x="2000250" y="176784"/>
                </a:moveTo>
                <a:lnTo>
                  <a:pt x="0" y="176784"/>
                </a:lnTo>
                <a:lnTo>
                  <a:pt x="0" y="177546"/>
                </a:lnTo>
                <a:lnTo>
                  <a:pt x="2000250" y="177546"/>
                </a:lnTo>
                <a:lnTo>
                  <a:pt x="2000250" y="176784"/>
                </a:lnTo>
                <a:close/>
              </a:path>
              <a:path w="2000250" h="214629">
                <a:moveTo>
                  <a:pt x="2000250" y="173736"/>
                </a:moveTo>
                <a:lnTo>
                  <a:pt x="0" y="173736"/>
                </a:lnTo>
                <a:lnTo>
                  <a:pt x="0" y="174498"/>
                </a:lnTo>
                <a:lnTo>
                  <a:pt x="2000250" y="174498"/>
                </a:lnTo>
                <a:lnTo>
                  <a:pt x="2000250" y="173736"/>
                </a:lnTo>
                <a:close/>
              </a:path>
              <a:path w="2000250" h="214629">
                <a:moveTo>
                  <a:pt x="2000250" y="170688"/>
                </a:moveTo>
                <a:lnTo>
                  <a:pt x="0" y="170688"/>
                </a:lnTo>
                <a:lnTo>
                  <a:pt x="0" y="171450"/>
                </a:lnTo>
                <a:lnTo>
                  <a:pt x="2000250" y="171450"/>
                </a:lnTo>
                <a:lnTo>
                  <a:pt x="2000250" y="170688"/>
                </a:lnTo>
                <a:close/>
              </a:path>
              <a:path w="2000250" h="214629">
                <a:moveTo>
                  <a:pt x="2000250" y="167640"/>
                </a:moveTo>
                <a:lnTo>
                  <a:pt x="0" y="167640"/>
                </a:lnTo>
                <a:lnTo>
                  <a:pt x="0" y="168402"/>
                </a:lnTo>
                <a:lnTo>
                  <a:pt x="2000250" y="168402"/>
                </a:lnTo>
                <a:lnTo>
                  <a:pt x="2000250" y="167640"/>
                </a:lnTo>
                <a:close/>
              </a:path>
              <a:path w="2000250" h="214629">
                <a:moveTo>
                  <a:pt x="2000250" y="164592"/>
                </a:moveTo>
                <a:lnTo>
                  <a:pt x="0" y="164592"/>
                </a:lnTo>
                <a:lnTo>
                  <a:pt x="0" y="165354"/>
                </a:lnTo>
                <a:lnTo>
                  <a:pt x="2000250" y="165354"/>
                </a:lnTo>
                <a:lnTo>
                  <a:pt x="2000250" y="164592"/>
                </a:lnTo>
                <a:close/>
              </a:path>
              <a:path w="2000250" h="214629">
                <a:moveTo>
                  <a:pt x="2000250" y="161544"/>
                </a:moveTo>
                <a:lnTo>
                  <a:pt x="0" y="161544"/>
                </a:lnTo>
                <a:lnTo>
                  <a:pt x="0" y="162306"/>
                </a:lnTo>
                <a:lnTo>
                  <a:pt x="2000250" y="162306"/>
                </a:lnTo>
                <a:lnTo>
                  <a:pt x="2000250" y="161544"/>
                </a:lnTo>
                <a:close/>
              </a:path>
              <a:path w="2000250" h="214629">
                <a:moveTo>
                  <a:pt x="2000250" y="158496"/>
                </a:moveTo>
                <a:lnTo>
                  <a:pt x="0" y="158496"/>
                </a:lnTo>
                <a:lnTo>
                  <a:pt x="0" y="159258"/>
                </a:lnTo>
                <a:lnTo>
                  <a:pt x="2000250" y="159258"/>
                </a:lnTo>
                <a:lnTo>
                  <a:pt x="2000250" y="158496"/>
                </a:lnTo>
                <a:close/>
              </a:path>
              <a:path w="2000250" h="214629">
                <a:moveTo>
                  <a:pt x="2000250" y="155448"/>
                </a:moveTo>
                <a:lnTo>
                  <a:pt x="0" y="155448"/>
                </a:lnTo>
                <a:lnTo>
                  <a:pt x="0" y="156210"/>
                </a:lnTo>
                <a:lnTo>
                  <a:pt x="2000250" y="156210"/>
                </a:lnTo>
                <a:lnTo>
                  <a:pt x="2000250" y="155448"/>
                </a:lnTo>
                <a:close/>
              </a:path>
              <a:path w="2000250" h="214629">
                <a:moveTo>
                  <a:pt x="2000250" y="152400"/>
                </a:moveTo>
                <a:lnTo>
                  <a:pt x="0" y="152400"/>
                </a:lnTo>
                <a:lnTo>
                  <a:pt x="0" y="153162"/>
                </a:lnTo>
                <a:lnTo>
                  <a:pt x="2000250" y="153162"/>
                </a:lnTo>
                <a:lnTo>
                  <a:pt x="2000250" y="152400"/>
                </a:lnTo>
                <a:close/>
              </a:path>
              <a:path w="2000250" h="214629">
                <a:moveTo>
                  <a:pt x="2000250" y="149352"/>
                </a:moveTo>
                <a:lnTo>
                  <a:pt x="0" y="149352"/>
                </a:lnTo>
                <a:lnTo>
                  <a:pt x="0" y="150114"/>
                </a:lnTo>
                <a:lnTo>
                  <a:pt x="2000250" y="150114"/>
                </a:lnTo>
                <a:lnTo>
                  <a:pt x="2000250" y="149352"/>
                </a:lnTo>
                <a:close/>
              </a:path>
              <a:path w="2000250" h="214629">
                <a:moveTo>
                  <a:pt x="2000250" y="146304"/>
                </a:moveTo>
                <a:lnTo>
                  <a:pt x="0" y="146304"/>
                </a:lnTo>
                <a:lnTo>
                  <a:pt x="0" y="147066"/>
                </a:lnTo>
                <a:lnTo>
                  <a:pt x="2000250" y="147066"/>
                </a:lnTo>
                <a:lnTo>
                  <a:pt x="2000250" y="146304"/>
                </a:lnTo>
                <a:close/>
              </a:path>
              <a:path w="2000250" h="214629">
                <a:moveTo>
                  <a:pt x="2000250" y="143256"/>
                </a:moveTo>
                <a:lnTo>
                  <a:pt x="0" y="143256"/>
                </a:lnTo>
                <a:lnTo>
                  <a:pt x="0" y="144018"/>
                </a:lnTo>
                <a:lnTo>
                  <a:pt x="2000250" y="144018"/>
                </a:lnTo>
                <a:lnTo>
                  <a:pt x="2000250" y="143256"/>
                </a:lnTo>
                <a:close/>
              </a:path>
              <a:path w="2000250" h="214629">
                <a:moveTo>
                  <a:pt x="2000250" y="140208"/>
                </a:moveTo>
                <a:lnTo>
                  <a:pt x="0" y="140208"/>
                </a:lnTo>
                <a:lnTo>
                  <a:pt x="0" y="140970"/>
                </a:lnTo>
                <a:lnTo>
                  <a:pt x="2000250" y="140970"/>
                </a:lnTo>
                <a:lnTo>
                  <a:pt x="2000250" y="140208"/>
                </a:lnTo>
                <a:close/>
              </a:path>
              <a:path w="2000250" h="214629">
                <a:moveTo>
                  <a:pt x="2000250" y="137160"/>
                </a:moveTo>
                <a:lnTo>
                  <a:pt x="0" y="137160"/>
                </a:lnTo>
                <a:lnTo>
                  <a:pt x="0" y="137922"/>
                </a:lnTo>
                <a:lnTo>
                  <a:pt x="2000250" y="137922"/>
                </a:lnTo>
                <a:lnTo>
                  <a:pt x="2000250" y="137160"/>
                </a:lnTo>
                <a:close/>
              </a:path>
              <a:path w="2000250" h="214629">
                <a:moveTo>
                  <a:pt x="2000250" y="134112"/>
                </a:moveTo>
                <a:lnTo>
                  <a:pt x="0" y="134112"/>
                </a:lnTo>
                <a:lnTo>
                  <a:pt x="0" y="134874"/>
                </a:lnTo>
                <a:lnTo>
                  <a:pt x="2000250" y="134874"/>
                </a:lnTo>
                <a:lnTo>
                  <a:pt x="2000250" y="134112"/>
                </a:lnTo>
                <a:close/>
              </a:path>
              <a:path w="2000250" h="214629">
                <a:moveTo>
                  <a:pt x="2000250" y="131064"/>
                </a:moveTo>
                <a:lnTo>
                  <a:pt x="0" y="131064"/>
                </a:lnTo>
                <a:lnTo>
                  <a:pt x="0" y="131826"/>
                </a:lnTo>
                <a:lnTo>
                  <a:pt x="2000250" y="131826"/>
                </a:lnTo>
                <a:lnTo>
                  <a:pt x="2000250" y="131064"/>
                </a:lnTo>
                <a:close/>
              </a:path>
              <a:path w="2000250" h="214629">
                <a:moveTo>
                  <a:pt x="2000250" y="128016"/>
                </a:moveTo>
                <a:lnTo>
                  <a:pt x="0" y="128016"/>
                </a:lnTo>
                <a:lnTo>
                  <a:pt x="0" y="128778"/>
                </a:lnTo>
                <a:lnTo>
                  <a:pt x="2000250" y="128778"/>
                </a:lnTo>
                <a:lnTo>
                  <a:pt x="2000250" y="128016"/>
                </a:lnTo>
                <a:close/>
              </a:path>
              <a:path w="2000250" h="214629">
                <a:moveTo>
                  <a:pt x="2000250" y="124968"/>
                </a:moveTo>
                <a:lnTo>
                  <a:pt x="0" y="124968"/>
                </a:lnTo>
                <a:lnTo>
                  <a:pt x="0" y="125730"/>
                </a:lnTo>
                <a:lnTo>
                  <a:pt x="2000250" y="125730"/>
                </a:lnTo>
                <a:lnTo>
                  <a:pt x="2000250" y="124968"/>
                </a:lnTo>
                <a:close/>
              </a:path>
              <a:path w="2000250" h="214629">
                <a:moveTo>
                  <a:pt x="2000250" y="121920"/>
                </a:moveTo>
                <a:lnTo>
                  <a:pt x="0" y="121920"/>
                </a:lnTo>
                <a:lnTo>
                  <a:pt x="0" y="122682"/>
                </a:lnTo>
                <a:lnTo>
                  <a:pt x="2000250" y="122682"/>
                </a:lnTo>
                <a:lnTo>
                  <a:pt x="2000250" y="121920"/>
                </a:lnTo>
                <a:close/>
              </a:path>
              <a:path w="2000250" h="214629">
                <a:moveTo>
                  <a:pt x="2000250" y="118872"/>
                </a:moveTo>
                <a:lnTo>
                  <a:pt x="0" y="118872"/>
                </a:lnTo>
                <a:lnTo>
                  <a:pt x="0" y="119634"/>
                </a:lnTo>
                <a:lnTo>
                  <a:pt x="2000250" y="119634"/>
                </a:lnTo>
                <a:lnTo>
                  <a:pt x="2000250" y="118872"/>
                </a:lnTo>
                <a:close/>
              </a:path>
              <a:path w="2000250" h="214629">
                <a:moveTo>
                  <a:pt x="2000250" y="115824"/>
                </a:moveTo>
                <a:lnTo>
                  <a:pt x="0" y="115824"/>
                </a:lnTo>
                <a:lnTo>
                  <a:pt x="0" y="116586"/>
                </a:lnTo>
                <a:lnTo>
                  <a:pt x="2000250" y="116586"/>
                </a:lnTo>
                <a:lnTo>
                  <a:pt x="2000250" y="115824"/>
                </a:lnTo>
                <a:close/>
              </a:path>
              <a:path w="2000250" h="214629">
                <a:moveTo>
                  <a:pt x="2000250" y="112776"/>
                </a:moveTo>
                <a:lnTo>
                  <a:pt x="0" y="112776"/>
                </a:lnTo>
                <a:lnTo>
                  <a:pt x="0" y="113538"/>
                </a:lnTo>
                <a:lnTo>
                  <a:pt x="2000250" y="113538"/>
                </a:lnTo>
                <a:lnTo>
                  <a:pt x="2000250" y="112776"/>
                </a:lnTo>
                <a:close/>
              </a:path>
              <a:path w="2000250" h="214629">
                <a:moveTo>
                  <a:pt x="2000250" y="109728"/>
                </a:moveTo>
                <a:lnTo>
                  <a:pt x="0" y="109728"/>
                </a:lnTo>
                <a:lnTo>
                  <a:pt x="0" y="110490"/>
                </a:lnTo>
                <a:lnTo>
                  <a:pt x="2000250" y="110490"/>
                </a:lnTo>
                <a:lnTo>
                  <a:pt x="2000250" y="109728"/>
                </a:lnTo>
                <a:close/>
              </a:path>
              <a:path w="2000250" h="214629">
                <a:moveTo>
                  <a:pt x="2000250" y="106680"/>
                </a:moveTo>
                <a:lnTo>
                  <a:pt x="0" y="106680"/>
                </a:lnTo>
                <a:lnTo>
                  <a:pt x="0" y="107442"/>
                </a:lnTo>
                <a:lnTo>
                  <a:pt x="2000250" y="107442"/>
                </a:lnTo>
                <a:lnTo>
                  <a:pt x="2000250" y="106680"/>
                </a:lnTo>
                <a:close/>
              </a:path>
              <a:path w="2000250" h="214629">
                <a:moveTo>
                  <a:pt x="2000250" y="103632"/>
                </a:moveTo>
                <a:lnTo>
                  <a:pt x="0" y="103632"/>
                </a:lnTo>
                <a:lnTo>
                  <a:pt x="0" y="104394"/>
                </a:lnTo>
                <a:lnTo>
                  <a:pt x="2000250" y="104394"/>
                </a:lnTo>
                <a:lnTo>
                  <a:pt x="2000250" y="103632"/>
                </a:lnTo>
                <a:close/>
              </a:path>
              <a:path w="2000250" h="214629">
                <a:moveTo>
                  <a:pt x="2000250" y="100584"/>
                </a:moveTo>
                <a:lnTo>
                  <a:pt x="0" y="100584"/>
                </a:lnTo>
                <a:lnTo>
                  <a:pt x="0" y="101346"/>
                </a:lnTo>
                <a:lnTo>
                  <a:pt x="2000250" y="101346"/>
                </a:lnTo>
                <a:lnTo>
                  <a:pt x="2000250" y="100584"/>
                </a:lnTo>
                <a:close/>
              </a:path>
              <a:path w="2000250" h="214629">
                <a:moveTo>
                  <a:pt x="2000250" y="97536"/>
                </a:moveTo>
                <a:lnTo>
                  <a:pt x="0" y="97536"/>
                </a:lnTo>
                <a:lnTo>
                  <a:pt x="0" y="98298"/>
                </a:lnTo>
                <a:lnTo>
                  <a:pt x="2000250" y="98298"/>
                </a:lnTo>
                <a:lnTo>
                  <a:pt x="2000250" y="97536"/>
                </a:lnTo>
                <a:close/>
              </a:path>
              <a:path w="2000250" h="214629">
                <a:moveTo>
                  <a:pt x="2000250" y="94488"/>
                </a:moveTo>
                <a:lnTo>
                  <a:pt x="0" y="94488"/>
                </a:lnTo>
                <a:lnTo>
                  <a:pt x="0" y="95250"/>
                </a:lnTo>
                <a:lnTo>
                  <a:pt x="2000250" y="95250"/>
                </a:lnTo>
                <a:lnTo>
                  <a:pt x="2000250" y="94488"/>
                </a:lnTo>
                <a:close/>
              </a:path>
              <a:path w="2000250" h="214629">
                <a:moveTo>
                  <a:pt x="2000250" y="91440"/>
                </a:moveTo>
                <a:lnTo>
                  <a:pt x="0" y="91440"/>
                </a:lnTo>
                <a:lnTo>
                  <a:pt x="0" y="92202"/>
                </a:lnTo>
                <a:lnTo>
                  <a:pt x="2000250" y="92202"/>
                </a:lnTo>
                <a:lnTo>
                  <a:pt x="2000250" y="91440"/>
                </a:lnTo>
                <a:close/>
              </a:path>
              <a:path w="2000250" h="214629">
                <a:moveTo>
                  <a:pt x="2000250" y="88392"/>
                </a:moveTo>
                <a:lnTo>
                  <a:pt x="0" y="88392"/>
                </a:lnTo>
                <a:lnTo>
                  <a:pt x="0" y="89154"/>
                </a:lnTo>
                <a:lnTo>
                  <a:pt x="2000250" y="89154"/>
                </a:lnTo>
                <a:lnTo>
                  <a:pt x="2000250" y="88392"/>
                </a:lnTo>
                <a:close/>
              </a:path>
              <a:path w="2000250" h="214629">
                <a:moveTo>
                  <a:pt x="2000250" y="85344"/>
                </a:moveTo>
                <a:lnTo>
                  <a:pt x="0" y="85344"/>
                </a:lnTo>
                <a:lnTo>
                  <a:pt x="0" y="86106"/>
                </a:lnTo>
                <a:lnTo>
                  <a:pt x="2000250" y="86106"/>
                </a:lnTo>
                <a:lnTo>
                  <a:pt x="2000250" y="85344"/>
                </a:lnTo>
                <a:close/>
              </a:path>
              <a:path w="2000250" h="214629">
                <a:moveTo>
                  <a:pt x="2000250" y="82296"/>
                </a:moveTo>
                <a:lnTo>
                  <a:pt x="0" y="82296"/>
                </a:lnTo>
                <a:lnTo>
                  <a:pt x="0" y="83058"/>
                </a:lnTo>
                <a:lnTo>
                  <a:pt x="2000250" y="83058"/>
                </a:lnTo>
                <a:lnTo>
                  <a:pt x="2000250" y="82296"/>
                </a:lnTo>
                <a:close/>
              </a:path>
              <a:path w="2000250" h="214629">
                <a:moveTo>
                  <a:pt x="2000250" y="79248"/>
                </a:moveTo>
                <a:lnTo>
                  <a:pt x="0" y="79248"/>
                </a:lnTo>
                <a:lnTo>
                  <a:pt x="0" y="80010"/>
                </a:lnTo>
                <a:lnTo>
                  <a:pt x="2000250" y="80010"/>
                </a:lnTo>
                <a:lnTo>
                  <a:pt x="2000250" y="79248"/>
                </a:lnTo>
                <a:close/>
              </a:path>
              <a:path w="2000250" h="214629">
                <a:moveTo>
                  <a:pt x="2000250" y="76200"/>
                </a:moveTo>
                <a:lnTo>
                  <a:pt x="0" y="76200"/>
                </a:lnTo>
                <a:lnTo>
                  <a:pt x="0" y="76962"/>
                </a:lnTo>
                <a:lnTo>
                  <a:pt x="2000250" y="76962"/>
                </a:lnTo>
                <a:lnTo>
                  <a:pt x="2000250" y="76200"/>
                </a:lnTo>
                <a:close/>
              </a:path>
              <a:path w="2000250" h="214629">
                <a:moveTo>
                  <a:pt x="2000250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00250" y="73914"/>
                </a:lnTo>
                <a:lnTo>
                  <a:pt x="2000250" y="73152"/>
                </a:lnTo>
                <a:close/>
              </a:path>
              <a:path w="2000250" h="214629">
                <a:moveTo>
                  <a:pt x="2000250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00250" y="70866"/>
                </a:lnTo>
                <a:lnTo>
                  <a:pt x="2000250" y="70104"/>
                </a:lnTo>
                <a:close/>
              </a:path>
              <a:path w="2000250" h="214629">
                <a:moveTo>
                  <a:pt x="2000250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00250" y="67818"/>
                </a:lnTo>
                <a:lnTo>
                  <a:pt x="2000250" y="67056"/>
                </a:lnTo>
                <a:close/>
              </a:path>
              <a:path w="2000250" h="214629">
                <a:moveTo>
                  <a:pt x="2000250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00250" y="64770"/>
                </a:lnTo>
                <a:lnTo>
                  <a:pt x="2000250" y="64008"/>
                </a:lnTo>
                <a:close/>
              </a:path>
              <a:path w="2000250" h="214629">
                <a:moveTo>
                  <a:pt x="2000250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00250" y="61722"/>
                </a:lnTo>
                <a:lnTo>
                  <a:pt x="2000250" y="60960"/>
                </a:lnTo>
                <a:close/>
              </a:path>
              <a:path w="2000250" h="214629">
                <a:moveTo>
                  <a:pt x="2000250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00250" y="58674"/>
                </a:lnTo>
                <a:lnTo>
                  <a:pt x="2000250" y="57912"/>
                </a:lnTo>
                <a:close/>
              </a:path>
              <a:path w="2000250" h="214629">
                <a:moveTo>
                  <a:pt x="2000250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00250" y="55626"/>
                </a:lnTo>
                <a:lnTo>
                  <a:pt x="2000250" y="54864"/>
                </a:lnTo>
                <a:close/>
              </a:path>
              <a:path w="2000250" h="214629">
                <a:moveTo>
                  <a:pt x="2000250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00250" y="52578"/>
                </a:lnTo>
                <a:lnTo>
                  <a:pt x="2000250" y="51816"/>
                </a:lnTo>
                <a:close/>
              </a:path>
              <a:path w="2000250" h="214629">
                <a:moveTo>
                  <a:pt x="2000250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00250" y="49530"/>
                </a:lnTo>
                <a:lnTo>
                  <a:pt x="2000250" y="48768"/>
                </a:lnTo>
                <a:close/>
              </a:path>
              <a:path w="2000250" h="214629">
                <a:moveTo>
                  <a:pt x="2000250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00250" y="46482"/>
                </a:lnTo>
                <a:lnTo>
                  <a:pt x="2000250" y="45720"/>
                </a:lnTo>
                <a:close/>
              </a:path>
              <a:path w="2000250" h="214629">
                <a:moveTo>
                  <a:pt x="2000250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00250" y="43434"/>
                </a:lnTo>
                <a:lnTo>
                  <a:pt x="2000250" y="42672"/>
                </a:lnTo>
                <a:close/>
              </a:path>
              <a:path w="2000250" h="214629">
                <a:moveTo>
                  <a:pt x="2000250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00250" y="40386"/>
                </a:lnTo>
                <a:lnTo>
                  <a:pt x="2000250" y="39624"/>
                </a:lnTo>
                <a:close/>
              </a:path>
              <a:path w="2000250" h="214629">
                <a:moveTo>
                  <a:pt x="2000250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00250" y="37338"/>
                </a:lnTo>
                <a:lnTo>
                  <a:pt x="2000250" y="36576"/>
                </a:lnTo>
                <a:close/>
              </a:path>
              <a:path w="2000250" h="214629">
                <a:moveTo>
                  <a:pt x="2000250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00250" y="34290"/>
                </a:lnTo>
                <a:lnTo>
                  <a:pt x="2000250" y="33528"/>
                </a:lnTo>
                <a:close/>
              </a:path>
              <a:path w="2000250" h="214629">
                <a:moveTo>
                  <a:pt x="2000250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00250" y="31242"/>
                </a:lnTo>
                <a:lnTo>
                  <a:pt x="2000250" y="30480"/>
                </a:lnTo>
                <a:close/>
              </a:path>
              <a:path w="2000250" h="214629">
                <a:moveTo>
                  <a:pt x="2000250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00250" y="28194"/>
                </a:lnTo>
                <a:lnTo>
                  <a:pt x="2000250" y="27432"/>
                </a:lnTo>
                <a:close/>
              </a:path>
              <a:path w="2000250" h="214629">
                <a:moveTo>
                  <a:pt x="2000250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00250" y="25146"/>
                </a:lnTo>
                <a:lnTo>
                  <a:pt x="2000250" y="24384"/>
                </a:lnTo>
                <a:close/>
              </a:path>
              <a:path w="2000250" h="214629">
                <a:moveTo>
                  <a:pt x="2000250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00250" y="22098"/>
                </a:lnTo>
                <a:lnTo>
                  <a:pt x="2000250" y="21336"/>
                </a:lnTo>
                <a:close/>
              </a:path>
              <a:path w="2000250" h="214629">
                <a:moveTo>
                  <a:pt x="2000250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00250" y="19050"/>
                </a:lnTo>
                <a:lnTo>
                  <a:pt x="2000250" y="18288"/>
                </a:lnTo>
                <a:close/>
              </a:path>
              <a:path w="2000250" h="214629">
                <a:moveTo>
                  <a:pt x="2000250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00250" y="16002"/>
                </a:lnTo>
                <a:lnTo>
                  <a:pt x="2000250" y="15240"/>
                </a:lnTo>
                <a:close/>
              </a:path>
              <a:path w="2000250" h="214629">
                <a:moveTo>
                  <a:pt x="2000250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00250" y="12954"/>
                </a:lnTo>
                <a:lnTo>
                  <a:pt x="2000250" y="12192"/>
                </a:lnTo>
                <a:close/>
              </a:path>
              <a:path w="2000250" h="214629">
                <a:moveTo>
                  <a:pt x="2000250" y="9144"/>
                </a:moveTo>
                <a:lnTo>
                  <a:pt x="0" y="9144"/>
                </a:lnTo>
                <a:lnTo>
                  <a:pt x="0" y="9906"/>
                </a:lnTo>
                <a:lnTo>
                  <a:pt x="2000250" y="9906"/>
                </a:lnTo>
                <a:lnTo>
                  <a:pt x="2000250" y="9144"/>
                </a:lnTo>
                <a:close/>
              </a:path>
              <a:path w="2000250" h="214629">
                <a:moveTo>
                  <a:pt x="2000250" y="6096"/>
                </a:moveTo>
                <a:lnTo>
                  <a:pt x="0" y="6096"/>
                </a:lnTo>
                <a:lnTo>
                  <a:pt x="0" y="6858"/>
                </a:lnTo>
                <a:lnTo>
                  <a:pt x="2000250" y="6858"/>
                </a:lnTo>
                <a:lnTo>
                  <a:pt x="2000250" y="6096"/>
                </a:lnTo>
                <a:close/>
              </a:path>
              <a:path w="2000250" h="214629">
                <a:moveTo>
                  <a:pt x="2000250" y="3048"/>
                </a:moveTo>
                <a:lnTo>
                  <a:pt x="0" y="3048"/>
                </a:lnTo>
                <a:lnTo>
                  <a:pt x="0" y="3810"/>
                </a:lnTo>
                <a:lnTo>
                  <a:pt x="2000250" y="3810"/>
                </a:lnTo>
                <a:lnTo>
                  <a:pt x="2000250" y="3048"/>
                </a:lnTo>
                <a:close/>
              </a:path>
              <a:path w="2000250" h="214629">
                <a:moveTo>
                  <a:pt x="2000250" y="0"/>
                </a:moveTo>
                <a:lnTo>
                  <a:pt x="0" y="0"/>
                </a:lnTo>
                <a:lnTo>
                  <a:pt x="0" y="762"/>
                </a:lnTo>
                <a:lnTo>
                  <a:pt x="2000250" y="762"/>
                </a:lnTo>
                <a:lnTo>
                  <a:pt x="2000250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bg object 40"/>
          <p:cNvSpPr/>
          <p:nvPr/>
        </p:nvSpPr>
        <p:spPr>
          <a:xfrm>
            <a:off x="4309249" y="4897262"/>
            <a:ext cx="2000250" cy="214629"/>
          </a:xfrm>
          <a:custGeom>
            <a:avLst/>
            <a:gdLst/>
            <a:ahLst/>
            <a:cxnLst/>
            <a:rect l="l" t="t" r="r" b="b"/>
            <a:pathLst>
              <a:path w="2000250" h="214629">
                <a:moveTo>
                  <a:pt x="2000250" y="213360"/>
                </a:moveTo>
                <a:lnTo>
                  <a:pt x="0" y="213360"/>
                </a:lnTo>
                <a:lnTo>
                  <a:pt x="0" y="214122"/>
                </a:lnTo>
                <a:lnTo>
                  <a:pt x="2000250" y="214122"/>
                </a:lnTo>
                <a:lnTo>
                  <a:pt x="2000250" y="213360"/>
                </a:lnTo>
                <a:close/>
              </a:path>
              <a:path w="2000250" h="214629">
                <a:moveTo>
                  <a:pt x="2000250" y="210312"/>
                </a:moveTo>
                <a:lnTo>
                  <a:pt x="0" y="210312"/>
                </a:lnTo>
                <a:lnTo>
                  <a:pt x="0" y="211074"/>
                </a:lnTo>
                <a:lnTo>
                  <a:pt x="2000250" y="211074"/>
                </a:lnTo>
                <a:lnTo>
                  <a:pt x="2000250" y="210312"/>
                </a:lnTo>
                <a:close/>
              </a:path>
              <a:path w="2000250" h="214629">
                <a:moveTo>
                  <a:pt x="2000250" y="207264"/>
                </a:moveTo>
                <a:lnTo>
                  <a:pt x="0" y="207264"/>
                </a:lnTo>
                <a:lnTo>
                  <a:pt x="0" y="208026"/>
                </a:lnTo>
                <a:lnTo>
                  <a:pt x="2000250" y="208026"/>
                </a:lnTo>
                <a:lnTo>
                  <a:pt x="2000250" y="207264"/>
                </a:lnTo>
                <a:close/>
              </a:path>
              <a:path w="2000250" h="214629">
                <a:moveTo>
                  <a:pt x="2000250" y="204216"/>
                </a:moveTo>
                <a:lnTo>
                  <a:pt x="0" y="204216"/>
                </a:lnTo>
                <a:lnTo>
                  <a:pt x="0" y="204978"/>
                </a:lnTo>
                <a:lnTo>
                  <a:pt x="2000250" y="204978"/>
                </a:lnTo>
                <a:lnTo>
                  <a:pt x="2000250" y="204216"/>
                </a:lnTo>
                <a:close/>
              </a:path>
              <a:path w="2000250" h="214629">
                <a:moveTo>
                  <a:pt x="2000250" y="201168"/>
                </a:moveTo>
                <a:lnTo>
                  <a:pt x="0" y="201168"/>
                </a:lnTo>
                <a:lnTo>
                  <a:pt x="0" y="201930"/>
                </a:lnTo>
                <a:lnTo>
                  <a:pt x="2000250" y="201930"/>
                </a:lnTo>
                <a:lnTo>
                  <a:pt x="2000250" y="201168"/>
                </a:lnTo>
                <a:close/>
              </a:path>
              <a:path w="2000250" h="214629">
                <a:moveTo>
                  <a:pt x="2000250" y="198120"/>
                </a:moveTo>
                <a:lnTo>
                  <a:pt x="0" y="198120"/>
                </a:lnTo>
                <a:lnTo>
                  <a:pt x="0" y="198882"/>
                </a:lnTo>
                <a:lnTo>
                  <a:pt x="2000250" y="198882"/>
                </a:lnTo>
                <a:lnTo>
                  <a:pt x="2000250" y="198120"/>
                </a:lnTo>
                <a:close/>
              </a:path>
              <a:path w="2000250" h="214629">
                <a:moveTo>
                  <a:pt x="2000250" y="195072"/>
                </a:moveTo>
                <a:lnTo>
                  <a:pt x="0" y="195072"/>
                </a:lnTo>
                <a:lnTo>
                  <a:pt x="0" y="195834"/>
                </a:lnTo>
                <a:lnTo>
                  <a:pt x="2000250" y="195834"/>
                </a:lnTo>
                <a:lnTo>
                  <a:pt x="2000250" y="195072"/>
                </a:lnTo>
                <a:close/>
              </a:path>
              <a:path w="2000250" h="214629">
                <a:moveTo>
                  <a:pt x="2000250" y="192024"/>
                </a:moveTo>
                <a:lnTo>
                  <a:pt x="0" y="192024"/>
                </a:lnTo>
                <a:lnTo>
                  <a:pt x="0" y="192786"/>
                </a:lnTo>
                <a:lnTo>
                  <a:pt x="2000250" y="192786"/>
                </a:lnTo>
                <a:lnTo>
                  <a:pt x="2000250" y="192024"/>
                </a:lnTo>
                <a:close/>
              </a:path>
              <a:path w="2000250" h="214629">
                <a:moveTo>
                  <a:pt x="2000250" y="188976"/>
                </a:moveTo>
                <a:lnTo>
                  <a:pt x="0" y="188976"/>
                </a:lnTo>
                <a:lnTo>
                  <a:pt x="0" y="189738"/>
                </a:lnTo>
                <a:lnTo>
                  <a:pt x="2000250" y="189738"/>
                </a:lnTo>
                <a:lnTo>
                  <a:pt x="2000250" y="188976"/>
                </a:lnTo>
                <a:close/>
              </a:path>
              <a:path w="2000250" h="214629">
                <a:moveTo>
                  <a:pt x="2000250" y="185928"/>
                </a:moveTo>
                <a:lnTo>
                  <a:pt x="0" y="185928"/>
                </a:lnTo>
                <a:lnTo>
                  <a:pt x="0" y="186690"/>
                </a:lnTo>
                <a:lnTo>
                  <a:pt x="2000250" y="186690"/>
                </a:lnTo>
                <a:lnTo>
                  <a:pt x="2000250" y="185928"/>
                </a:lnTo>
                <a:close/>
              </a:path>
              <a:path w="2000250" h="214629">
                <a:moveTo>
                  <a:pt x="2000250" y="182880"/>
                </a:moveTo>
                <a:lnTo>
                  <a:pt x="0" y="182880"/>
                </a:lnTo>
                <a:lnTo>
                  <a:pt x="0" y="183642"/>
                </a:lnTo>
                <a:lnTo>
                  <a:pt x="2000250" y="183642"/>
                </a:lnTo>
                <a:lnTo>
                  <a:pt x="2000250" y="182880"/>
                </a:lnTo>
                <a:close/>
              </a:path>
              <a:path w="2000250" h="214629">
                <a:moveTo>
                  <a:pt x="2000250" y="179832"/>
                </a:moveTo>
                <a:lnTo>
                  <a:pt x="0" y="179832"/>
                </a:lnTo>
                <a:lnTo>
                  <a:pt x="0" y="180594"/>
                </a:lnTo>
                <a:lnTo>
                  <a:pt x="2000250" y="180594"/>
                </a:lnTo>
                <a:lnTo>
                  <a:pt x="2000250" y="179832"/>
                </a:lnTo>
                <a:close/>
              </a:path>
              <a:path w="2000250" h="214629">
                <a:moveTo>
                  <a:pt x="2000250" y="176784"/>
                </a:moveTo>
                <a:lnTo>
                  <a:pt x="0" y="176784"/>
                </a:lnTo>
                <a:lnTo>
                  <a:pt x="0" y="177546"/>
                </a:lnTo>
                <a:lnTo>
                  <a:pt x="2000250" y="177546"/>
                </a:lnTo>
                <a:lnTo>
                  <a:pt x="2000250" y="176784"/>
                </a:lnTo>
                <a:close/>
              </a:path>
              <a:path w="2000250" h="214629">
                <a:moveTo>
                  <a:pt x="2000250" y="173736"/>
                </a:moveTo>
                <a:lnTo>
                  <a:pt x="0" y="173736"/>
                </a:lnTo>
                <a:lnTo>
                  <a:pt x="0" y="174498"/>
                </a:lnTo>
                <a:lnTo>
                  <a:pt x="2000250" y="174498"/>
                </a:lnTo>
                <a:lnTo>
                  <a:pt x="2000250" y="173736"/>
                </a:lnTo>
                <a:close/>
              </a:path>
              <a:path w="2000250" h="214629">
                <a:moveTo>
                  <a:pt x="2000250" y="170688"/>
                </a:moveTo>
                <a:lnTo>
                  <a:pt x="0" y="170688"/>
                </a:lnTo>
                <a:lnTo>
                  <a:pt x="0" y="171450"/>
                </a:lnTo>
                <a:lnTo>
                  <a:pt x="2000250" y="171450"/>
                </a:lnTo>
                <a:lnTo>
                  <a:pt x="2000250" y="170688"/>
                </a:lnTo>
                <a:close/>
              </a:path>
              <a:path w="2000250" h="214629">
                <a:moveTo>
                  <a:pt x="2000250" y="167640"/>
                </a:moveTo>
                <a:lnTo>
                  <a:pt x="0" y="167640"/>
                </a:lnTo>
                <a:lnTo>
                  <a:pt x="0" y="168402"/>
                </a:lnTo>
                <a:lnTo>
                  <a:pt x="2000250" y="168402"/>
                </a:lnTo>
                <a:lnTo>
                  <a:pt x="2000250" y="167640"/>
                </a:lnTo>
                <a:close/>
              </a:path>
              <a:path w="2000250" h="214629">
                <a:moveTo>
                  <a:pt x="2000250" y="164592"/>
                </a:moveTo>
                <a:lnTo>
                  <a:pt x="0" y="164592"/>
                </a:lnTo>
                <a:lnTo>
                  <a:pt x="0" y="165354"/>
                </a:lnTo>
                <a:lnTo>
                  <a:pt x="2000250" y="165354"/>
                </a:lnTo>
                <a:lnTo>
                  <a:pt x="2000250" y="164592"/>
                </a:lnTo>
                <a:close/>
              </a:path>
              <a:path w="2000250" h="214629">
                <a:moveTo>
                  <a:pt x="2000250" y="161544"/>
                </a:moveTo>
                <a:lnTo>
                  <a:pt x="0" y="161544"/>
                </a:lnTo>
                <a:lnTo>
                  <a:pt x="0" y="162306"/>
                </a:lnTo>
                <a:lnTo>
                  <a:pt x="2000250" y="162306"/>
                </a:lnTo>
                <a:lnTo>
                  <a:pt x="2000250" y="161544"/>
                </a:lnTo>
                <a:close/>
              </a:path>
              <a:path w="2000250" h="214629">
                <a:moveTo>
                  <a:pt x="2000250" y="158496"/>
                </a:moveTo>
                <a:lnTo>
                  <a:pt x="0" y="158496"/>
                </a:lnTo>
                <a:lnTo>
                  <a:pt x="0" y="159258"/>
                </a:lnTo>
                <a:lnTo>
                  <a:pt x="2000250" y="159258"/>
                </a:lnTo>
                <a:lnTo>
                  <a:pt x="2000250" y="158496"/>
                </a:lnTo>
                <a:close/>
              </a:path>
              <a:path w="2000250" h="214629">
                <a:moveTo>
                  <a:pt x="2000250" y="155448"/>
                </a:moveTo>
                <a:lnTo>
                  <a:pt x="0" y="155448"/>
                </a:lnTo>
                <a:lnTo>
                  <a:pt x="0" y="156210"/>
                </a:lnTo>
                <a:lnTo>
                  <a:pt x="2000250" y="156210"/>
                </a:lnTo>
                <a:lnTo>
                  <a:pt x="2000250" y="155448"/>
                </a:lnTo>
                <a:close/>
              </a:path>
              <a:path w="2000250" h="214629">
                <a:moveTo>
                  <a:pt x="2000250" y="152400"/>
                </a:moveTo>
                <a:lnTo>
                  <a:pt x="0" y="152400"/>
                </a:lnTo>
                <a:lnTo>
                  <a:pt x="0" y="153162"/>
                </a:lnTo>
                <a:lnTo>
                  <a:pt x="2000250" y="153162"/>
                </a:lnTo>
                <a:lnTo>
                  <a:pt x="2000250" y="152400"/>
                </a:lnTo>
                <a:close/>
              </a:path>
              <a:path w="2000250" h="214629">
                <a:moveTo>
                  <a:pt x="2000250" y="149352"/>
                </a:moveTo>
                <a:lnTo>
                  <a:pt x="0" y="149352"/>
                </a:lnTo>
                <a:lnTo>
                  <a:pt x="0" y="150114"/>
                </a:lnTo>
                <a:lnTo>
                  <a:pt x="2000250" y="150114"/>
                </a:lnTo>
                <a:lnTo>
                  <a:pt x="2000250" y="149352"/>
                </a:lnTo>
                <a:close/>
              </a:path>
              <a:path w="2000250" h="214629">
                <a:moveTo>
                  <a:pt x="2000250" y="146304"/>
                </a:moveTo>
                <a:lnTo>
                  <a:pt x="0" y="146304"/>
                </a:lnTo>
                <a:lnTo>
                  <a:pt x="0" y="147066"/>
                </a:lnTo>
                <a:lnTo>
                  <a:pt x="2000250" y="147066"/>
                </a:lnTo>
                <a:lnTo>
                  <a:pt x="2000250" y="146304"/>
                </a:lnTo>
                <a:close/>
              </a:path>
              <a:path w="2000250" h="214629">
                <a:moveTo>
                  <a:pt x="2000250" y="143256"/>
                </a:moveTo>
                <a:lnTo>
                  <a:pt x="0" y="143256"/>
                </a:lnTo>
                <a:lnTo>
                  <a:pt x="0" y="144018"/>
                </a:lnTo>
                <a:lnTo>
                  <a:pt x="2000250" y="144018"/>
                </a:lnTo>
                <a:lnTo>
                  <a:pt x="2000250" y="143256"/>
                </a:lnTo>
                <a:close/>
              </a:path>
              <a:path w="2000250" h="214629">
                <a:moveTo>
                  <a:pt x="2000250" y="140208"/>
                </a:moveTo>
                <a:lnTo>
                  <a:pt x="0" y="140208"/>
                </a:lnTo>
                <a:lnTo>
                  <a:pt x="0" y="140970"/>
                </a:lnTo>
                <a:lnTo>
                  <a:pt x="2000250" y="140970"/>
                </a:lnTo>
                <a:lnTo>
                  <a:pt x="2000250" y="140208"/>
                </a:lnTo>
                <a:close/>
              </a:path>
              <a:path w="2000250" h="214629">
                <a:moveTo>
                  <a:pt x="2000250" y="137160"/>
                </a:moveTo>
                <a:lnTo>
                  <a:pt x="0" y="137160"/>
                </a:lnTo>
                <a:lnTo>
                  <a:pt x="0" y="137922"/>
                </a:lnTo>
                <a:lnTo>
                  <a:pt x="2000250" y="137922"/>
                </a:lnTo>
                <a:lnTo>
                  <a:pt x="2000250" y="137160"/>
                </a:lnTo>
                <a:close/>
              </a:path>
              <a:path w="2000250" h="214629">
                <a:moveTo>
                  <a:pt x="2000250" y="134112"/>
                </a:moveTo>
                <a:lnTo>
                  <a:pt x="0" y="134112"/>
                </a:lnTo>
                <a:lnTo>
                  <a:pt x="0" y="134874"/>
                </a:lnTo>
                <a:lnTo>
                  <a:pt x="2000250" y="134874"/>
                </a:lnTo>
                <a:lnTo>
                  <a:pt x="2000250" y="134112"/>
                </a:lnTo>
                <a:close/>
              </a:path>
              <a:path w="2000250" h="214629">
                <a:moveTo>
                  <a:pt x="2000250" y="131064"/>
                </a:moveTo>
                <a:lnTo>
                  <a:pt x="0" y="131064"/>
                </a:lnTo>
                <a:lnTo>
                  <a:pt x="0" y="131826"/>
                </a:lnTo>
                <a:lnTo>
                  <a:pt x="2000250" y="131826"/>
                </a:lnTo>
                <a:lnTo>
                  <a:pt x="2000250" y="131064"/>
                </a:lnTo>
                <a:close/>
              </a:path>
              <a:path w="2000250" h="214629">
                <a:moveTo>
                  <a:pt x="2000250" y="128016"/>
                </a:moveTo>
                <a:lnTo>
                  <a:pt x="0" y="128016"/>
                </a:lnTo>
                <a:lnTo>
                  <a:pt x="0" y="128778"/>
                </a:lnTo>
                <a:lnTo>
                  <a:pt x="2000250" y="128778"/>
                </a:lnTo>
                <a:lnTo>
                  <a:pt x="2000250" y="128016"/>
                </a:lnTo>
                <a:close/>
              </a:path>
              <a:path w="2000250" h="214629">
                <a:moveTo>
                  <a:pt x="2000250" y="124968"/>
                </a:moveTo>
                <a:lnTo>
                  <a:pt x="0" y="124968"/>
                </a:lnTo>
                <a:lnTo>
                  <a:pt x="0" y="125730"/>
                </a:lnTo>
                <a:lnTo>
                  <a:pt x="2000250" y="125730"/>
                </a:lnTo>
                <a:lnTo>
                  <a:pt x="2000250" y="124968"/>
                </a:lnTo>
                <a:close/>
              </a:path>
              <a:path w="2000250" h="214629">
                <a:moveTo>
                  <a:pt x="2000250" y="121920"/>
                </a:moveTo>
                <a:lnTo>
                  <a:pt x="0" y="121920"/>
                </a:lnTo>
                <a:lnTo>
                  <a:pt x="0" y="122682"/>
                </a:lnTo>
                <a:lnTo>
                  <a:pt x="2000250" y="122682"/>
                </a:lnTo>
                <a:lnTo>
                  <a:pt x="2000250" y="121920"/>
                </a:lnTo>
                <a:close/>
              </a:path>
              <a:path w="2000250" h="214629">
                <a:moveTo>
                  <a:pt x="2000250" y="118872"/>
                </a:moveTo>
                <a:lnTo>
                  <a:pt x="0" y="118872"/>
                </a:lnTo>
                <a:lnTo>
                  <a:pt x="0" y="119634"/>
                </a:lnTo>
                <a:lnTo>
                  <a:pt x="2000250" y="119634"/>
                </a:lnTo>
                <a:lnTo>
                  <a:pt x="2000250" y="118872"/>
                </a:lnTo>
                <a:close/>
              </a:path>
              <a:path w="2000250" h="214629">
                <a:moveTo>
                  <a:pt x="2000250" y="115824"/>
                </a:moveTo>
                <a:lnTo>
                  <a:pt x="0" y="115824"/>
                </a:lnTo>
                <a:lnTo>
                  <a:pt x="0" y="116586"/>
                </a:lnTo>
                <a:lnTo>
                  <a:pt x="2000250" y="116586"/>
                </a:lnTo>
                <a:lnTo>
                  <a:pt x="2000250" y="115824"/>
                </a:lnTo>
                <a:close/>
              </a:path>
              <a:path w="2000250" h="214629">
                <a:moveTo>
                  <a:pt x="2000250" y="112776"/>
                </a:moveTo>
                <a:lnTo>
                  <a:pt x="0" y="112776"/>
                </a:lnTo>
                <a:lnTo>
                  <a:pt x="0" y="113538"/>
                </a:lnTo>
                <a:lnTo>
                  <a:pt x="2000250" y="113538"/>
                </a:lnTo>
                <a:lnTo>
                  <a:pt x="2000250" y="112776"/>
                </a:lnTo>
                <a:close/>
              </a:path>
              <a:path w="2000250" h="214629">
                <a:moveTo>
                  <a:pt x="2000250" y="109728"/>
                </a:moveTo>
                <a:lnTo>
                  <a:pt x="0" y="109728"/>
                </a:lnTo>
                <a:lnTo>
                  <a:pt x="0" y="110490"/>
                </a:lnTo>
                <a:lnTo>
                  <a:pt x="2000250" y="110490"/>
                </a:lnTo>
                <a:lnTo>
                  <a:pt x="2000250" y="109728"/>
                </a:lnTo>
                <a:close/>
              </a:path>
              <a:path w="2000250" h="214629">
                <a:moveTo>
                  <a:pt x="2000250" y="106680"/>
                </a:moveTo>
                <a:lnTo>
                  <a:pt x="0" y="106680"/>
                </a:lnTo>
                <a:lnTo>
                  <a:pt x="0" y="107442"/>
                </a:lnTo>
                <a:lnTo>
                  <a:pt x="2000250" y="107442"/>
                </a:lnTo>
                <a:lnTo>
                  <a:pt x="2000250" y="106680"/>
                </a:lnTo>
                <a:close/>
              </a:path>
              <a:path w="2000250" h="214629">
                <a:moveTo>
                  <a:pt x="2000250" y="103632"/>
                </a:moveTo>
                <a:lnTo>
                  <a:pt x="0" y="103632"/>
                </a:lnTo>
                <a:lnTo>
                  <a:pt x="0" y="104394"/>
                </a:lnTo>
                <a:lnTo>
                  <a:pt x="2000250" y="104394"/>
                </a:lnTo>
                <a:lnTo>
                  <a:pt x="2000250" y="103632"/>
                </a:lnTo>
                <a:close/>
              </a:path>
              <a:path w="2000250" h="214629">
                <a:moveTo>
                  <a:pt x="2000250" y="100584"/>
                </a:moveTo>
                <a:lnTo>
                  <a:pt x="0" y="100584"/>
                </a:lnTo>
                <a:lnTo>
                  <a:pt x="0" y="101346"/>
                </a:lnTo>
                <a:lnTo>
                  <a:pt x="2000250" y="101346"/>
                </a:lnTo>
                <a:lnTo>
                  <a:pt x="2000250" y="100584"/>
                </a:lnTo>
                <a:close/>
              </a:path>
              <a:path w="2000250" h="214629">
                <a:moveTo>
                  <a:pt x="2000250" y="97536"/>
                </a:moveTo>
                <a:lnTo>
                  <a:pt x="0" y="97536"/>
                </a:lnTo>
                <a:lnTo>
                  <a:pt x="0" y="98298"/>
                </a:lnTo>
                <a:lnTo>
                  <a:pt x="2000250" y="98298"/>
                </a:lnTo>
                <a:lnTo>
                  <a:pt x="2000250" y="97536"/>
                </a:lnTo>
                <a:close/>
              </a:path>
              <a:path w="2000250" h="214629">
                <a:moveTo>
                  <a:pt x="2000250" y="94488"/>
                </a:moveTo>
                <a:lnTo>
                  <a:pt x="0" y="94488"/>
                </a:lnTo>
                <a:lnTo>
                  <a:pt x="0" y="95250"/>
                </a:lnTo>
                <a:lnTo>
                  <a:pt x="2000250" y="95250"/>
                </a:lnTo>
                <a:lnTo>
                  <a:pt x="2000250" y="94488"/>
                </a:lnTo>
                <a:close/>
              </a:path>
              <a:path w="2000250" h="214629">
                <a:moveTo>
                  <a:pt x="2000250" y="91440"/>
                </a:moveTo>
                <a:lnTo>
                  <a:pt x="0" y="91440"/>
                </a:lnTo>
                <a:lnTo>
                  <a:pt x="0" y="92202"/>
                </a:lnTo>
                <a:lnTo>
                  <a:pt x="2000250" y="92202"/>
                </a:lnTo>
                <a:lnTo>
                  <a:pt x="2000250" y="91440"/>
                </a:lnTo>
                <a:close/>
              </a:path>
              <a:path w="2000250" h="214629">
                <a:moveTo>
                  <a:pt x="2000250" y="88392"/>
                </a:moveTo>
                <a:lnTo>
                  <a:pt x="0" y="88392"/>
                </a:lnTo>
                <a:lnTo>
                  <a:pt x="0" y="89154"/>
                </a:lnTo>
                <a:lnTo>
                  <a:pt x="2000250" y="89154"/>
                </a:lnTo>
                <a:lnTo>
                  <a:pt x="2000250" y="88392"/>
                </a:lnTo>
                <a:close/>
              </a:path>
              <a:path w="2000250" h="214629">
                <a:moveTo>
                  <a:pt x="2000250" y="85344"/>
                </a:moveTo>
                <a:lnTo>
                  <a:pt x="0" y="85344"/>
                </a:lnTo>
                <a:lnTo>
                  <a:pt x="0" y="86106"/>
                </a:lnTo>
                <a:lnTo>
                  <a:pt x="2000250" y="86106"/>
                </a:lnTo>
                <a:lnTo>
                  <a:pt x="2000250" y="85344"/>
                </a:lnTo>
                <a:close/>
              </a:path>
              <a:path w="2000250" h="214629">
                <a:moveTo>
                  <a:pt x="2000250" y="82296"/>
                </a:moveTo>
                <a:lnTo>
                  <a:pt x="0" y="82296"/>
                </a:lnTo>
                <a:lnTo>
                  <a:pt x="0" y="83058"/>
                </a:lnTo>
                <a:lnTo>
                  <a:pt x="2000250" y="83058"/>
                </a:lnTo>
                <a:lnTo>
                  <a:pt x="2000250" y="82296"/>
                </a:lnTo>
                <a:close/>
              </a:path>
              <a:path w="2000250" h="214629">
                <a:moveTo>
                  <a:pt x="2000250" y="79248"/>
                </a:moveTo>
                <a:lnTo>
                  <a:pt x="0" y="79248"/>
                </a:lnTo>
                <a:lnTo>
                  <a:pt x="0" y="80010"/>
                </a:lnTo>
                <a:lnTo>
                  <a:pt x="2000250" y="80010"/>
                </a:lnTo>
                <a:lnTo>
                  <a:pt x="2000250" y="79248"/>
                </a:lnTo>
                <a:close/>
              </a:path>
              <a:path w="2000250" h="214629">
                <a:moveTo>
                  <a:pt x="2000250" y="76200"/>
                </a:moveTo>
                <a:lnTo>
                  <a:pt x="0" y="76200"/>
                </a:lnTo>
                <a:lnTo>
                  <a:pt x="0" y="76962"/>
                </a:lnTo>
                <a:lnTo>
                  <a:pt x="2000250" y="76962"/>
                </a:lnTo>
                <a:lnTo>
                  <a:pt x="2000250" y="76200"/>
                </a:lnTo>
                <a:close/>
              </a:path>
              <a:path w="2000250" h="214629">
                <a:moveTo>
                  <a:pt x="2000250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00250" y="73914"/>
                </a:lnTo>
                <a:lnTo>
                  <a:pt x="2000250" y="73152"/>
                </a:lnTo>
                <a:close/>
              </a:path>
              <a:path w="2000250" h="214629">
                <a:moveTo>
                  <a:pt x="2000250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00250" y="70866"/>
                </a:lnTo>
                <a:lnTo>
                  <a:pt x="2000250" y="70104"/>
                </a:lnTo>
                <a:close/>
              </a:path>
              <a:path w="2000250" h="214629">
                <a:moveTo>
                  <a:pt x="2000250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00250" y="67818"/>
                </a:lnTo>
                <a:lnTo>
                  <a:pt x="2000250" y="67056"/>
                </a:lnTo>
                <a:close/>
              </a:path>
              <a:path w="2000250" h="214629">
                <a:moveTo>
                  <a:pt x="2000250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00250" y="64770"/>
                </a:lnTo>
                <a:lnTo>
                  <a:pt x="2000250" y="64008"/>
                </a:lnTo>
                <a:close/>
              </a:path>
              <a:path w="2000250" h="214629">
                <a:moveTo>
                  <a:pt x="2000250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00250" y="61722"/>
                </a:lnTo>
                <a:lnTo>
                  <a:pt x="2000250" y="60960"/>
                </a:lnTo>
                <a:close/>
              </a:path>
              <a:path w="2000250" h="214629">
                <a:moveTo>
                  <a:pt x="2000250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00250" y="58674"/>
                </a:lnTo>
                <a:lnTo>
                  <a:pt x="2000250" y="57912"/>
                </a:lnTo>
                <a:close/>
              </a:path>
              <a:path w="2000250" h="214629">
                <a:moveTo>
                  <a:pt x="2000250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00250" y="55626"/>
                </a:lnTo>
                <a:lnTo>
                  <a:pt x="2000250" y="54864"/>
                </a:lnTo>
                <a:close/>
              </a:path>
              <a:path w="2000250" h="214629">
                <a:moveTo>
                  <a:pt x="2000250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00250" y="52578"/>
                </a:lnTo>
                <a:lnTo>
                  <a:pt x="2000250" y="51816"/>
                </a:lnTo>
                <a:close/>
              </a:path>
              <a:path w="2000250" h="214629">
                <a:moveTo>
                  <a:pt x="2000250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00250" y="49530"/>
                </a:lnTo>
                <a:lnTo>
                  <a:pt x="2000250" y="48768"/>
                </a:lnTo>
                <a:close/>
              </a:path>
              <a:path w="2000250" h="214629">
                <a:moveTo>
                  <a:pt x="2000250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00250" y="46482"/>
                </a:lnTo>
                <a:lnTo>
                  <a:pt x="2000250" y="45720"/>
                </a:lnTo>
                <a:close/>
              </a:path>
              <a:path w="2000250" h="214629">
                <a:moveTo>
                  <a:pt x="2000250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00250" y="43434"/>
                </a:lnTo>
                <a:lnTo>
                  <a:pt x="2000250" y="42672"/>
                </a:lnTo>
                <a:close/>
              </a:path>
              <a:path w="2000250" h="214629">
                <a:moveTo>
                  <a:pt x="2000250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00250" y="40386"/>
                </a:lnTo>
                <a:lnTo>
                  <a:pt x="2000250" y="39624"/>
                </a:lnTo>
                <a:close/>
              </a:path>
              <a:path w="2000250" h="214629">
                <a:moveTo>
                  <a:pt x="2000250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00250" y="37338"/>
                </a:lnTo>
                <a:lnTo>
                  <a:pt x="2000250" y="36576"/>
                </a:lnTo>
                <a:close/>
              </a:path>
              <a:path w="2000250" h="214629">
                <a:moveTo>
                  <a:pt x="2000250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00250" y="34290"/>
                </a:lnTo>
                <a:lnTo>
                  <a:pt x="2000250" y="33528"/>
                </a:lnTo>
                <a:close/>
              </a:path>
              <a:path w="2000250" h="214629">
                <a:moveTo>
                  <a:pt x="2000250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00250" y="31242"/>
                </a:lnTo>
                <a:lnTo>
                  <a:pt x="2000250" y="30480"/>
                </a:lnTo>
                <a:close/>
              </a:path>
              <a:path w="2000250" h="214629">
                <a:moveTo>
                  <a:pt x="2000250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00250" y="28194"/>
                </a:lnTo>
                <a:lnTo>
                  <a:pt x="2000250" y="27432"/>
                </a:lnTo>
                <a:close/>
              </a:path>
              <a:path w="2000250" h="214629">
                <a:moveTo>
                  <a:pt x="2000250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00250" y="25146"/>
                </a:lnTo>
                <a:lnTo>
                  <a:pt x="2000250" y="24384"/>
                </a:lnTo>
                <a:close/>
              </a:path>
              <a:path w="2000250" h="214629">
                <a:moveTo>
                  <a:pt x="2000250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00250" y="22098"/>
                </a:lnTo>
                <a:lnTo>
                  <a:pt x="2000250" y="21336"/>
                </a:lnTo>
                <a:close/>
              </a:path>
              <a:path w="2000250" h="214629">
                <a:moveTo>
                  <a:pt x="2000250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00250" y="19050"/>
                </a:lnTo>
                <a:lnTo>
                  <a:pt x="2000250" y="18288"/>
                </a:lnTo>
                <a:close/>
              </a:path>
              <a:path w="2000250" h="214629">
                <a:moveTo>
                  <a:pt x="2000250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00250" y="16002"/>
                </a:lnTo>
                <a:lnTo>
                  <a:pt x="2000250" y="15240"/>
                </a:lnTo>
                <a:close/>
              </a:path>
              <a:path w="2000250" h="214629">
                <a:moveTo>
                  <a:pt x="2000250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00250" y="12954"/>
                </a:lnTo>
                <a:lnTo>
                  <a:pt x="2000250" y="12192"/>
                </a:lnTo>
                <a:close/>
              </a:path>
              <a:path w="2000250" h="214629">
                <a:moveTo>
                  <a:pt x="2000250" y="9144"/>
                </a:moveTo>
                <a:lnTo>
                  <a:pt x="0" y="9144"/>
                </a:lnTo>
                <a:lnTo>
                  <a:pt x="0" y="9906"/>
                </a:lnTo>
                <a:lnTo>
                  <a:pt x="2000250" y="9906"/>
                </a:lnTo>
                <a:lnTo>
                  <a:pt x="2000250" y="9144"/>
                </a:lnTo>
                <a:close/>
              </a:path>
              <a:path w="2000250" h="214629">
                <a:moveTo>
                  <a:pt x="2000250" y="6096"/>
                </a:moveTo>
                <a:lnTo>
                  <a:pt x="0" y="6096"/>
                </a:lnTo>
                <a:lnTo>
                  <a:pt x="0" y="6858"/>
                </a:lnTo>
                <a:lnTo>
                  <a:pt x="2000250" y="6858"/>
                </a:lnTo>
                <a:lnTo>
                  <a:pt x="2000250" y="6096"/>
                </a:lnTo>
                <a:close/>
              </a:path>
              <a:path w="2000250" h="214629">
                <a:moveTo>
                  <a:pt x="2000250" y="3048"/>
                </a:moveTo>
                <a:lnTo>
                  <a:pt x="0" y="3048"/>
                </a:lnTo>
                <a:lnTo>
                  <a:pt x="0" y="3810"/>
                </a:lnTo>
                <a:lnTo>
                  <a:pt x="2000250" y="3810"/>
                </a:lnTo>
                <a:lnTo>
                  <a:pt x="2000250" y="3048"/>
                </a:lnTo>
                <a:close/>
              </a:path>
              <a:path w="2000250" h="214629">
                <a:moveTo>
                  <a:pt x="2000250" y="0"/>
                </a:moveTo>
                <a:lnTo>
                  <a:pt x="0" y="0"/>
                </a:lnTo>
                <a:lnTo>
                  <a:pt x="0" y="762"/>
                </a:lnTo>
                <a:lnTo>
                  <a:pt x="2000250" y="762"/>
                </a:lnTo>
                <a:lnTo>
                  <a:pt x="2000250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bg object 41"/>
          <p:cNvSpPr/>
          <p:nvPr/>
        </p:nvSpPr>
        <p:spPr>
          <a:xfrm>
            <a:off x="4309249" y="5110623"/>
            <a:ext cx="2000250" cy="214629"/>
          </a:xfrm>
          <a:custGeom>
            <a:avLst/>
            <a:gdLst/>
            <a:ahLst/>
            <a:cxnLst/>
            <a:rect l="l" t="t" r="r" b="b"/>
            <a:pathLst>
              <a:path w="2000250" h="214629">
                <a:moveTo>
                  <a:pt x="2000250" y="213360"/>
                </a:moveTo>
                <a:lnTo>
                  <a:pt x="0" y="213360"/>
                </a:lnTo>
                <a:lnTo>
                  <a:pt x="0" y="214122"/>
                </a:lnTo>
                <a:lnTo>
                  <a:pt x="2000250" y="214122"/>
                </a:lnTo>
                <a:lnTo>
                  <a:pt x="2000250" y="213360"/>
                </a:lnTo>
                <a:close/>
              </a:path>
              <a:path w="2000250" h="214629">
                <a:moveTo>
                  <a:pt x="2000250" y="210312"/>
                </a:moveTo>
                <a:lnTo>
                  <a:pt x="0" y="210312"/>
                </a:lnTo>
                <a:lnTo>
                  <a:pt x="0" y="211074"/>
                </a:lnTo>
                <a:lnTo>
                  <a:pt x="2000250" y="211074"/>
                </a:lnTo>
                <a:lnTo>
                  <a:pt x="2000250" y="210312"/>
                </a:lnTo>
                <a:close/>
              </a:path>
              <a:path w="2000250" h="214629">
                <a:moveTo>
                  <a:pt x="2000250" y="207264"/>
                </a:moveTo>
                <a:lnTo>
                  <a:pt x="0" y="207264"/>
                </a:lnTo>
                <a:lnTo>
                  <a:pt x="0" y="208026"/>
                </a:lnTo>
                <a:lnTo>
                  <a:pt x="2000250" y="208026"/>
                </a:lnTo>
                <a:lnTo>
                  <a:pt x="2000250" y="207264"/>
                </a:lnTo>
                <a:close/>
              </a:path>
              <a:path w="2000250" h="214629">
                <a:moveTo>
                  <a:pt x="2000250" y="204216"/>
                </a:moveTo>
                <a:lnTo>
                  <a:pt x="0" y="204216"/>
                </a:lnTo>
                <a:lnTo>
                  <a:pt x="0" y="204978"/>
                </a:lnTo>
                <a:lnTo>
                  <a:pt x="2000250" y="204978"/>
                </a:lnTo>
                <a:lnTo>
                  <a:pt x="2000250" y="204216"/>
                </a:lnTo>
                <a:close/>
              </a:path>
              <a:path w="2000250" h="214629">
                <a:moveTo>
                  <a:pt x="2000250" y="201168"/>
                </a:moveTo>
                <a:lnTo>
                  <a:pt x="0" y="201168"/>
                </a:lnTo>
                <a:lnTo>
                  <a:pt x="0" y="201930"/>
                </a:lnTo>
                <a:lnTo>
                  <a:pt x="2000250" y="201930"/>
                </a:lnTo>
                <a:lnTo>
                  <a:pt x="2000250" y="201168"/>
                </a:lnTo>
                <a:close/>
              </a:path>
              <a:path w="2000250" h="214629">
                <a:moveTo>
                  <a:pt x="2000250" y="198120"/>
                </a:moveTo>
                <a:lnTo>
                  <a:pt x="0" y="198120"/>
                </a:lnTo>
                <a:lnTo>
                  <a:pt x="0" y="198882"/>
                </a:lnTo>
                <a:lnTo>
                  <a:pt x="2000250" y="198882"/>
                </a:lnTo>
                <a:lnTo>
                  <a:pt x="2000250" y="198120"/>
                </a:lnTo>
                <a:close/>
              </a:path>
              <a:path w="2000250" h="214629">
                <a:moveTo>
                  <a:pt x="2000250" y="195072"/>
                </a:moveTo>
                <a:lnTo>
                  <a:pt x="0" y="195072"/>
                </a:lnTo>
                <a:lnTo>
                  <a:pt x="0" y="195834"/>
                </a:lnTo>
                <a:lnTo>
                  <a:pt x="2000250" y="195834"/>
                </a:lnTo>
                <a:lnTo>
                  <a:pt x="2000250" y="195072"/>
                </a:lnTo>
                <a:close/>
              </a:path>
              <a:path w="2000250" h="214629">
                <a:moveTo>
                  <a:pt x="2000250" y="192024"/>
                </a:moveTo>
                <a:lnTo>
                  <a:pt x="0" y="192024"/>
                </a:lnTo>
                <a:lnTo>
                  <a:pt x="0" y="192786"/>
                </a:lnTo>
                <a:lnTo>
                  <a:pt x="2000250" y="192786"/>
                </a:lnTo>
                <a:lnTo>
                  <a:pt x="2000250" y="192024"/>
                </a:lnTo>
                <a:close/>
              </a:path>
              <a:path w="2000250" h="214629">
                <a:moveTo>
                  <a:pt x="2000250" y="188976"/>
                </a:moveTo>
                <a:lnTo>
                  <a:pt x="0" y="188976"/>
                </a:lnTo>
                <a:lnTo>
                  <a:pt x="0" y="189738"/>
                </a:lnTo>
                <a:lnTo>
                  <a:pt x="2000250" y="189738"/>
                </a:lnTo>
                <a:lnTo>
                  <a:pt x="2000250" y="188976"/>
                </a:lnTo>
                <a:close/>
              </a:path>
              <a:path w="2000250" h="214629">
                <a:moveTo>
                  <a:pt x="2000250" y="185928"/>
                </a:moveTo>
                <a:lnTo>
                  <a:pt x="0" y="185928"/>
                </a:lnTo>
                <a:lnTo>
                  <a:pt x="0" y="186690"/>
                </a:lnTo>
                <a:lnTo>
                  <a:pt x="2000250" y="186690"/>
                </a:lnTo>
                <a:lnTo>
                  <a:pt x="2000250" y="185928"/>
                </a:lnTo>
                <a:close/>
              </a:path>
              <a:path w="2000250" h="214629">
                <a:moveTo>
                  <a:pt x="2000250" y="182880"/>
                </a:moveTo>
                <a:lnTo>
                  <a:pt x="0" y="182880"/>
                </a:lnTo>
                <a:lnTo>
                  <a:pt x="0" y="183642"/>
                </a:lnTo>
                <a:lnTo>
                  <a:pt x="2000250" y="183642"/>
                </a:lnTo>
                <a:lnTo>
                  <a:pt x="2000250" y="182880"/>
                </a:lnTo>
                <a:close/>
              </a:path>
              <a:path w="2000250" h="214629">
                <a:moveTo>
                  <a:pt x="2000250" y="179832"/>
                </a:moveTo>
                <a:lnTo>
                  <a:pt x="0" y="179832"/>
                </a:lnTo>
                <a:lnTo>
                  <a:pt x="0" y="180594"/>
                </a:lnTo>
                <a:lnTo>
                  <a:pt x="2000250" y="180594"/>
                </a:lnTo>
                <a:lnTo>
                  <a:pt x="2000250" y="179832"/>
                </a:lnTo>
                <a:close/>
              </a:path>
              <a:path w="2000250" h="214629">
                <a:moveTo>
                  <a:pt x="2000250" y="176784"/>
                </a:moveTo>
                <a:lnTo>
                  <a:pt x="0" y="176784"/>
                </a:lnTo>
                <a:lnTo>
                  <a:pt x="0" y="177546"/>
                </a:lnTo>
                <a:lnTo>
                  <a:pt x="2000250" y="177546"/>
                </a:lnTo>
                <a:lnTo>
                  <a:pt x="2000250" y="176784"/>
                </a:lnTo>
                <a:close/>
              </a:path>
              <a:path w="2000250" h="214629">
                <a:moveTo>
                  <a:pt x="2000250" y="173736"/>
                </a:moveTo>
                <a:lnTo>
                  <a:pt x="0" y="173736"/>
                </a:lnTo>
                <a:lnTo>
                  <a:pt x="0" y="174498"/>
                </a:lnTo>
                <a:lnTo>
                  <a:pt x="2000250" y="174498"/>
                </a:lnTo>
                <a:lnTo>
                  <a:pt x="2000250" y="173736"/>
                </a:lnTo>
                <a:close/>
              </a:path>
              <a:path w="2000250" h="214629">
                <a:moveTo>
                  <a:pt x="2000250" y="170688"/>
                </a:moveTo>
                <a:lnTo>
                  <a:pt x="0" y="170688"/>
                </a:lnTo>
                <a:lnTo>
                  <a:pt x="0" y="171450"/>
                </a:lnTo>
                <a:lnTo>
                  <a:pt x="2000250" y="171450"/>
                </a:lnTo>
                <a:lnTo>
                  <a:pt x="2000250" y="170688"/>
                </a:lnTo>
                <a:close/>
              </a:path>
              <a:path w="2000250" h="214629">
                <a:moveTo>
                  <a:pt x="2000250" y="167640"/>
                </a:moveTo>
                <a:lnTo>
                  <a:pt x="0" y="167640"/>
                </a:lnTo>
                <a:lnTo>
                  <a:pt x="0" y="168402"/>
                </a:lnTo>
                <a:lnTo>
                  <a:pt x="2000250" y="168402"/>
                </a:lnTo>
                <a:lnTo>
                  <a:pt x="2000250" y="167640"/>
                </a:lnTo>
                <a:close/>
              </a:path>
              <a:path w="2000250" h="214629">
                <a:moveTo>
                  <a:pt x="2000250" y="164592"/>
                </a:moveTo>
                <a:lnTo>
                  <a:pt x="0" y="164592"/>
                </a:lnTo>
                <a:lnTo>
                  <a:pt x="0" y="165354"/>
                </a:lnTo>
                <a:lnTo>
                  <a:pt x="2000250" y="165354"/>
                </a:lnTo>
                <a:lnTo>
                  <a:pt x="2000250" y="164592"/>
                </a:lnTo>
                <a:close/>
              </a:path>
              <a:path w="2000250" h="214629">
                <a:moveTo>
                  <a:pt x="2000250" y="161544"/>
                </a:moveTo>
                <a:lnTo>
                  <a:pt x="0" y="161544"/>
                </a:lnTo>
                <a:lnTo>
                  <a:pt x="0" y="162306"/>
                </a:lnTo>
                <a:lnTo>
                  <a:pt x="2000250" y="162306"/>
                </a:lnTo>
                <a:lnTo>
                  <a:pt x="2000250" y="161544"/>
                </a:lnTo>
                <a:close/>
              </a:path>
              <a:path w="2000250" h="214629">
                <a:moveTo>
                  <a:pt x="2000250" y="158496"/>
                </a:moveTo>
                <a:lnTo>
                  <a:pt x="0" y="158496"/>
                </a:lnTo>
                <a:lnTo>
                  <a:pt x="0" y="159258"/>
                </a:lnTo>
                <a:lnTo>
                  <a:pt x="2000250" y="159258"/>
                </a:lnTo>
                <a:lnTo>
                  <a:pt x="2000250" y="158496"/>
                </a:lnTo>
                <a:close/>
              </a:path>
              <a:path w="2000250" h="214629">
                <a:moveTo>
                  <a:pt x="2000250" y="155448"/>
                </a:moveTo>
                <a:lnTo>
                  <a:pt x="0" y="155448"/>
                </a:lnTo>
                <a:lnTo>
                  <a:pt x="0" y="156210"/>
                </a:lnTo>
                <a:lnTo>
                  <a:pt x="2000250" y="156210"/>
                </a:lnTo>
                <a:lnTo>
                  <a:pt x="2000250" y="155448"/>
                </a:lnTo>
                <a:close/>
              </a:path>
              <a:path w="2000250" h="214629">
                <a:moveTo>
                  <a:pt x="2000250" y="152400"/>
                </a:moveTo>
                <a:lnTo>
                  <a:pt x="0" y="152400"/>
                </a:lnTo>
                <a:lnTo>
                  <a:pt x="0" y="153162"/>
                </a:lnTo>
                <a:lnTo>
                  <a:pt x="2000250" y="153162"/>
                </a:lnTo>
                <a:lnTo>
                  <a:pt x="2000250" y="152400"/>
                </a:lnTo>
                <a:close/>
              </a:path>
              <a:path w="2000250" h="214629">
                <a:moveTo>
                  <a:pt x="2000250" y="149352"/>
                </a:moveTo>
                <a:lnTo>
                  <a:pt x="0" y="149352"/>
                </a:lnTo>
                <a:lnTo>
                  <a:pt x="0" y="150114"/>
                </a:lnTo>
                <a:lnTo>
                  <a:pt x="2000250" y="150114"/>
                </a:lnTo>
                <a:lnTo>
                  <a:pt x="2000250" y="149352"/>
                </a:lnTo>
                <a:close/>
              </a:path>
              <a:path w="2000250" h="214629">
                <a:moveTo>
                  <a:pt x="2000250" y="146304"/>
                </a:moveTo>
                <a:lnTo>
                  <a:pt x="0" y="146304"/>
                </a:lnTo>
                <a:lnTo>
                  <a:pt x="0" y="147066"/>
                </a:lnTo>
                <a:lnTo>
                  <a:pt x="2000250" y="147066"/>
                </a:lnTo>
                <a:lnTo>
                  <a:pt x="2000250" y="146304"/>
                </a:lnTo>
                <a:close/>
              </a:path>
              <a:path w="2000250" h="214629">
                <a:moveTo>
                  <a:pt x="2000250" y="143256"/>
                </a:moveTo>
                <a:lnTo>
                  <a:pt x="0" y="143256"/>
                </a:lnTo>
                <a:lnTo>
                  <a:pt x="0" y="144018"/>
                </a:lnTo>
                <a:lnTo>
                  <a:pt x="2000250" y="144018"/>
                </a:lnTo>
                <a:lnTo>
                  <a:pt x="2000250" y="143256"/>
                </a:lnTo>
                <a:close/>
              </a:path>
              <a:path w="2000250" h="214629">
                <a:moveTo>
                  <a:pt x="2000250" y="140208"/>
                </a:moveTo>
                <a:lnTo>
                  <a:pt x="0" y="140208"/>
                </a:lnTo>
                <a:lnTo>
                  <a:pt x="0" y="140970"/>
                </a:lnTo>
                <a:lnTo>
                  <a:pt x="2000250" y="140970"/>
                </a:lnTo>
                <a:lnTo>
                  <a:pt x="2000250" y="140208"/>
                </a:lnTo>
                <a:close/>
              </a:path>
              <a:path w="2000250" h="214629">
                <a:moveTo>
                  <a:pt x="2000250" y="137160"/>
                </a:moveTo>
                <a:lnTo>
                  <a:pt x="0" y="137160"/>
                </a:lnTo>
                <a:lnTo>
                  <a:pt x="0" y="137922"/>
                </a:lnTo>
                <a:lnTo>
                  <a:pt x="2000250" y="137922"/>
                </a:lnTo>
                <a:lnTo>
                  <a:pt x="2000250" y="137160"/>
                </a:lnTo>
                <a:close/>
              </a:path>
              <a:path w="2000250" h="214629">
                <a:moveTo>
                  <a:pt x="2000250" y="134112"/>
                </a:moveTo>
                <a:lnTo>
                  <a:pt x="0" y="134112"/>
                </a:lnTo>
                <a:lnTo>
                  <a:pt x="0" y="134874"/>
                </a:lnTo>
                <a:lnTo>
                  <a:pt x="2000250" y="134874"/>
                </a:lnTo>
                <a:lnTo>
                  <a:pt x="2000250" y="134112"/>
                </a:lnTo>
                <a:close/>
              </a:path>
              <a:path w="2000250" h="214629">
                <a:moveTo>
                  <a:pt x="2000250" y="131064"/>
                </a:moveTo>
                <a:lnTo>
                  <a:pt x="0" y="131064"/>
                </a:lnTo>
                <a:lnTo>
                  <a:pt x="0" y="131826"/>
                </a:lnTo>
                <a:lnTo>
                  <a:pt x="2000250" y="131826"/>
                </a:lnTo>
                <a:lnTo>
                  <a:pt x="2000250" y="131064"/>
                </a:lnTo>
                <a:close/>
              </a:path>
              <a:path w="2000250" h="214629">
                <a:moveTo>
                  <a:pt x="2000250" y="128016"/>
                </a:moveTo>
                <a:lnTo>
                  <a:pt x="0" y="128016"/>
                </a:lnTo>
                <a:lnTo>
                  <a:pt x="0" y="128778"/>
                </a:lnTo>
                <a:lnTo>
                  <a:pt x="2000250" y="128778"/>
                </a:lnTo>
                <a:lnTo>
                  <a:pt x="2000250" y="128016"/>
                </a:lnTo>
                <a:close/>
              </a:path>
              <a:path w="2000250" h="214629">
                <a:moveTo>
                  <a:pt x="2000250" y="124968"/>
                </a:moveTo>
                <a:lnTo>
                  <a:pt x="0" y="124968"/>
                </a:lnTo>
                <a:lnTo>
                  <a:pt x="0" y="125730"/>
                </a:lnTo>
                <a:lnTo>
                  <a:pt x="2000250" y="125730"/>
                </a:lnTo>
                <a:lnTo>
                  <a:pt x="2000250" y="124968"/>
                </a:lnTo>
                <a:close/>
              </a:path>
              <a:path w="2000250" h="214629">
                <a:moveTo>
                  <a:pt x="2000250" y="121920"/>
                </a:moveTo>
                <a:lnTo>
                  <a:pt x="0" y="121920"/>
                </a:lnTo>
                <a:lnTo>
                  <a:pt x="0" y="122682"/>
                </a:lnTo>
                <a:lnTo>
                  <a:pt x="2000250" y="122682"/>
                </a:lnTo>
                <a:lnTo>
                  <a:pt x="2000250" y="121920"/>
                </a:lnTo>
                <a:close/>
              </a:path>
              <a:path w="2000250" h="214629">
                <a:moveTo>
                  <a:pt x="2000250" y="118872"/>
                </a:moveTo>
                <a:lnTo>
                  <a:pt x="0" y="118872"/>
                </a:lnTo>
                <a:lnTo>
                  <a:pt x="0" y="119634"/>
                </a:lnTo>
                <a:lnTo>
                  <a:pt x="2000250" y="119634"/>
                </a:lnTo>
                <a:lnTo>
                  <a:pt x="2000250" y="118872"/>
                </a:lnTo>
                <a:close/>
              </a:path>
              <a:path w="2000250" h="214629">
                <a:moveTo>
                  <a:pt x="2000250" y="115824"/>
                </a:moveTo>
                <a:lnTo>
                  <a:pt x="0" y="115824"/>
                </a:lnTo>
                <a:lnTo>
                  <a:pt x="0" y="116586"/>
                </a:lnTo>
                <a:lnTo>
                  <a:pt x="2000250" y="116586"/>
                </a:lnTo>
                <a:lnTo>
                  <a:pt x="2000250" y="115824"/>
                </a:lnTo>
                <a:close/>
              </a:path>
              <a:path w="2000250" h="214629">
                <a:moveTo>
                  <a:pt x="2000250" y="112776"/>
                </a:moveTo>
                <a:lnTo>
                  <a:pt x="0" y="112776"/>
                </a:lnTo>
                <a:lnTo>
                  <a:pt x="0" y="113538"/>
                </a:lnTo>
                <a:lnTo>
                  <a:pt x="2000250" y="113538"/>
                </a:lnTo>
                <a:lnTo>
                  <a:pt x="2000250" y="112776"/>
                </a:lnTo>
                <a:close/>
              </a:path>
              <a:path w="2000250" h="214629">
                <a:moveTo>
                  <a:pt x="2000250" y="109728"/>
                </a:moveTo>
                <a:lnTo>
                  <a:pt x="0" y="109728"/>
                </a:lnTo>
                <a:lnTo>
                  <a:pt x="0" y="110490"/>
                </a:lnTo>
                <a:lnTo>
                  <a:pt x="2000250" y="110490"/>
                </a:lnTo>
                <a:lnTo>
                  <a:pt x="2000250" y="109728"/>
                </a:lnTo>
                <a:close/>
              </a:path>
              <a:path w="2000250" h="214629">
                <a:moveTo>
                  <a:pt x="2000250" y="106680"/>
                </a:moveTo>
                <a:lnTo>
                  <a:pt x="0" y="106680"/>
                </a:lnTo>
                <a:lnTo>
                  <a:pt x="0" y="107442"/>
                </a:lnTo>
                <a:lnTo>
                  <a:pt x="2000250" y="107442"/>
                </a:lnTo>
                <a:lnTo>
                  <a:pt x="2000250" y="106680"/>
                </a:lnTo>
                <a:close/>
              </a:path>
              <a:path w="2000250" h="214629">
                <a:moveTo>
                  <a:pt x="2000250" y="103632"/>
                </a:moveTo>
                <a:lnTo>
                  <a:pt x="0" y="103632"/>
                </a:lnTo>
                <a:lnTo>
                  <a:pt x="0" y="104394"/>
                </a:lnTo>
                <a:lnTo>
                  <a:pt x="2000250" y="104394"/>
                </a:lnTo>
                <a:lnTo>
                  <a:pt x="2000250" y="103632"/>
                </a:lnTo>
                <a:close/>
              </a:path>
              <a:path w="2000250" h="214629">
                <a:moveTo>
                  <a:pt x="2000250" y="100584"/>
                </a:moveTo>
                <a:lnTo>
                  <a:pt x="0" y="100584"/>
                </a:lnTo>
                <a:lnTo>
                  <a:pt x="0" y="101346"/>
                </a:lnTo>
                <a:lnTo>
                  <a:pt x="2000250" y="101346"/>
                </a:lnTo>
                <a:lnTo>
                  <a:pt x="2000250" y="100584"/>
                </a:lnTo>
                <a:close/>
              </a:path>
              <a:path w="2000250" h="214629">
                <a:moveTo>
                  <a:pt x="2000250" y="97536"/>
                </a:moveTo>
                <a:lnTo>
                  <a:pt x="0" y="97536"/>
                </a:lnTo>
                <a:lnTo>
                  <a:pt x="0" y="98298"/>
                </a:lnTo>
                <a:lnTo>
                  <a:pt x="2000250" y="98298"/>
                </a:lnTo>
                <a:lnTo>
                  <a:pt x="2000250" y="97536"/>
                </a:lnTo>
                <a:close/>
              </a:path>
              <a:path w="2000250" h="214629">
                <a:moveTo>
                  <a:pt x="2000250" y="94488"/>
                </a:moveTo>
                <a:lnTo>
                  <a:pt x="0" y="94488"/>
                </a:lnTo>
                <a:lnTo>
                  <a:pt x="0" y="95250"/>
                </a:lnTo>
                <a:lnTo>
                  <a:pt x="2000250" y="95250"/>
                </a:lnTo>
                <a:lnTo>
                  <a:pt x="2000250" y="94488"/>
                </a:lnTo>
                <a:close/>
              </a:path>
              <a:path w="2000250" h="214629">
                <a:moveTo>
                  <a:pt x="2000250" y="91440"/>
                </a:moveTo>
                <a:lnTo>
                  <a:pt x="0" y="91440"/>
                </a:lnTo>
                <a:lnTo>
                  <a:pt x="0" y="92202"/>
                </a:lnTo>
                <a:lnTo>
                  <a:pt x="2000250" y="92202"/>
                </a:lnTo>
                <a:lnTo>
                  <a:pt x="2000250" y="91440"/>
                </a:lnTo>
                <a:close/>
              </a:path>
              <a:path w="2000250" h="214629">
                <a:moveTo>
                  <a:pt x="2000250" y="88392"/>
                </a:moveTo>
                <a:lnTo>
                  <a:pt x="0" y="88392"/>
                </a:lnTo>
                <a:lnTo>
                  <a:pt x="0" y="89154"/>
                </a:lnTo>
                <a:lnTo>
                  <a:pt x="2000250" y="89154"/>
                </a:lnTo>
                <a:lnTo>
                  <a:pt x="2000250" y="88392"/>
                </a:lnTo>
                <a:close/>
              </a:path>
              <a:path w="2000250" h="214629">
                <a:moveTo>
                  <a:pt x="2000250" y="85344"/>
                </a:moveTo>
                <a:lnTo>
                  <a:pt x="0" y="85344"/>
                </a:lnTo>
                <a:lnTo>
                  <a:pt x="0" y="86106"/>
                </a:lnTo>
                <a:lnTo>
                  <a:pt x="2000250" y="86106"/>
                </a:lnTo>
                <a:lnTo>
                  <a:pt x="2000250" y="85344"/>
                </a:lnTo>
                <a:close/>
              </a:path>
              <a:path w="2000250" h="214629">
                <a:moveTo>
                  <a:pt x="2000250" y="82296"/>
                </a:moveTo>
                <a:lnTo>
                  <a:pt x="0" y="82296"/>
                </a:lnTo>
                <a:lnTo>
                  <a:pt x="0" y="83058"/>
                </a:lnTo>
                <a:lnTo>
                  <a:pt x="2000250" y="83058"/>
                </a:lnTo>
                <a:lnTo>
                  <a:pt x="2000250" y="82296"/>
                </a:lnTo>
                <a:close/>
              </a:path>
              <a:path w="2000250" h="214629">
                <a:moveTo>
                  <a:pt x="2000250" y="79248"/>
                </a:moveTo>
                <a:lnTo>
                  <a:pt x="0" y="79248"/>
                </a:lnTo>
                <a:lnTo>
                  <a:pt x="0" y="80010"/>
                </a:lnTo>
                <a:lnTo>
                  <a:pt x="2000250" y="80010"/>
                </a:lnTo>
                <a:lnTo>
                  <a:pt x="2000250" y="79248"/>
                </a:lnTo>
                <a:close/>
              </a:path>
              <a:path w="2000250" h="214629">
                <a:moveTo>
                  <a:pt x="2000250" y="76200"/>
                </a:moveTo>
                <a:lnTo>
                  <a:pt x="0" y="76200"/>
                </a:lnTo>
                <a:lnTo>
                  <a:pt x="0" y="76962"/>
                </a:lnTo>
                <a:lnTo>
                  <a:pt x="2000250" y="76962"/>
                </a:lnTo>
                <a:lnTo>
                  <a:pt x="2000250" y="76200"/>
                </a:lnTo>
                <a:close/>
              </a:path>
              <a:path w="2000250" h="214629">
                <a:moveTo>
                  <a:pt x="2000250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00250" y="73914"/>
                </a:lnTo>
                <a:lnTo>
                  <a:pt x="2000250" y="73152"/>
                </a:lnTo>
                <a:close/>
              </a:path>
              <a:path w="2000250" h="214629">
                <a:moveTo>
                  <a:pt x="2000250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00250" y="70866"/>
                </a:lnTo>
                <a:lnTo>
                  <a:pt x="2000250" y="70104"/>
                </a:lnTo>
                <a:close/>
              </a:path>
              <a:path w="2000250" h="214629">
                <a:moveTo>
                  <a:pt x="2000250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00250" y="67818"/>
                </a:lnTo>
                <a:lnTo>
                  <a:pt x="2000250" y="67056"/>
                </a:lnTo>
                <a:close/>
              </a:path>
              <a:path w="2000250" h="214629">
                <a:moveTo>
                  <a:pt x="2000250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00250" y="64770"/>
                </a:lnTo>
                <a:lnTo>
                  <a:pt x="2000250" y="64008"/>
                </a:lnTo>
                <a:close/>
              </a:path>
              <a:path w="2000250" h="214629">
                <a:moveTo>
                  <a:pt x="2000250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00250" y="61722"/>
                </a:lnTo>
                <a:lnTo>
                  <a:pt x="2000250" y="60960"/>
                </a:lnTo>
                <a:close/>
              </a:path>
              <a:path w="2000250" h="214629">
                <a:moveTo>
                  <a:pt x="2000250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00250" y="58674"/>
                </a:lnTo>
                <a:lnTo>
                  <a:pt x="2000250" y="57912"/>
                </a:lnTo>
                <a:close/>
              </a:path>
              <a:path w="2000250" h="214629">
                <a:moveTo>
                  <a:pt x="2000250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00250" y="55626"/>
                </a:lnTo>
                <a:lnTo>
                  <a:pt x="2000250" y="54864"/>
                </a:lnTo>
                <a:close/>
              </a:path>
              <a:path w="2000250" h="214629">
                <a:moveTo>
                  <a:pt x="2000250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00250" y="52578"/>
                </a:lnTo>
                <a:lnTo>
                  <a:pt x="2000250" y="51816"/>
                </a:lnTo>
                <a:close/>
              </a:path>
              <a:path w="2000250" h="214629">
                <a:moveTo>
                  <a:pt x="2000250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00250" y="49530"/>
                </a:lnTo>
                <a:lnTo>
                  <a:pt x="2000250" y="48768"/>
                </a:lnTo>
                <a:close/>
              </a:path>
              <a:path w="2000250" h="214629">
                <a:moveTo>
                  <a:pt x="2000250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00250" y="46482"/>
                </a:lnTo>
                <a:lnTo>
                  <a:pt x="2000250" y="45720"/>
                </a:lnTo>
                <a:close/>
              </a:path>
              <a:path w="2000250" h="214629">
                <a:moveTo>
                  <a:pt x="2000250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00250" y="43434"/>
                </a:lnTo>
                <a:lnTo>
                  <a:pt x="2000250" y="42672"/>
                </a:lnTo>
                <a:close/>
              </a:path>
              <a:path w="2000250" h="214629">
                <a:moveTo>
                  <a:pt x="2000250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00250" y="40386"/>
                </a:lnTo>
                <a:lnTo>
                  <a:pt x="2000250" y="39624"/>
                </a:lnTo>
                <a:close/>
              </a:path>
              <a:path w="2000250" h="214629">
                <a:moveTo>
                  <a:pt x="2000250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00250" y="37338"/>
                </a:lnTo>
                <a:lnTo>
                  <a:pt x="2000250" y="36576"/>
                </a:lnTo>
                <a:close/>
              </a:path>
              <a:path w="2000250" h="214629">
                <a:moveTo>
                  <a:pt x="2000250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00250" y="34290"/>
                </a:lnTo>
                <a:lnTo>
                  <a:pt x="2000250" y="33528"/>
                </a:lnTo>
                <a:close/>
              </a:path>
              <a:path w="2000250" h="214629">
                <a:moveTo>
                  <a:pt x="2000250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00250" y="31242"/>
                </a:lnTo>
                <a:lnTo>
                  <a:pt x="2000250" y="30480"/>
                </a:lnTo>
                <a:close/>
              </a:path>
              <a:path w="2000250" h="214629">
                <a:moveTo>
                  <a:pt x="2000250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00250" y="28194"/>
                </a:lnTo>
                <a:lnTo>
                  <a:pt x="2000250" y="27432"/>
                </a:lnTo>
                <a:close/>
              </a:path>
              <a:path w="2000250" h="214629">
                <a:moveTo>
                  <a:pt x="2000250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00250" y="25146"/>
                </a:lnTo>
                <a:lnTo>
                  <a:pt x="2000250" y="24384"/>
                </a:lnTo>
                <a:close/>
              </a:path>
              <a:path w="2000250" h="214629">
                <a:moveTo>
                  <a:pt x="2000250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00250" y="22098"/>
                </a:lnTo>
                <a:lnTo>
                  <a:pt x="2000250" y="21336"/>
                </a:lnTo>
                <a:close/>
              </a:path>
              <a:path w="2000250" h="214629">
                <a:moveTo>
                  <a:pt x="2000250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00250" y="19050"/>
                </a:lnTo>
                <a:lnTo>
                  <a:pt x="2000250" y="18288"/>
                </a:lnTo>
                <a:close/>
              </a:path>
              <a:path w="2000250" h="214629">
                <a:moveTo>
                  <a:pt x="2000250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00250" y="16002"/>
                </a:lnTo>
                <a:lnTo>
                  <a:pt x="2000250" y="15240"/>
                </a:lnTo>
                <a:close/>
              </a:path>
              <a:path w="2000250" h="214629">
                <a:moveTo>
                  <a:pt x="2000250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00250" y="12954"/>
                </a:lnTo>
                <a:lnTo>
                  <a:pt x="2000250" y="12192"/>
                </a:lnTo>
                <a:close/>
              </a:path>
              <a:path w="2000250" h="214629">
                <a:moveTo>
                  <a:pt x="2000250" y="9144"/>
                </a:moveTo>
                <a:lnTo>
                  <a:pt x="0" y="9144"/>
                </a:lnTo>
                <a:lnTo>
                  <a:pt x="0" y="9906"/>
                </a:lnTo>
                <a:lnTo>
                  <a:pt x="2000250" y="9906"/>
                </a:lnTo>
                <a:lnTo>
                  <a:pt x="2000250" y="9144"/>
                </a:lnTo>
                <a:close/>
              </a:path>
              <a:path w="2000250" h="214629">
                <a:moveTo>
                  <a:pt x="2000250" y="6096"/>
                </a:moveTo>
                <a:lnTo>
                  <a:pt x="0" y="6096"/>
                </a:lnTo>
                <a:lnTo>
                  <a:pt x="0" y="6858"/>
                </a:lnTo>
                <a:lnTo>
                  <a:pt x="2000250" y="6858"/>
                </a:lnTo>
                <a:lnTo>
                  <a:pt x="2000250" y="6096"/>
                </a:lnTo>
                <a:close/>
              </a:path>
              <a:path w="2000250" h="214629">
                <a:moveTo>
                  <a:pt x="2000250" y="3048"/>
                </a:moveTo>
                <a:lnTo>
                  <a:pt x="0" y="3048"/>
                </a:lnTo>
                <a:lnTo>
                  <a:pt x="0" y="3810"/>
                </a:lnTo>
                <a:lnTo>
                  <a:pt x="2000250" y="3810"/>
                </a:lnTo>
                <a:lnTo>
                  <a:pt x="2000250" y="3048"/>
                </a:lnTo>
                <a:close/>
              </a:path>
              <a:path w="2000250" h="214629">
                <a:moveTo>
                  <a:pt x="2000250" y="0"/>
                </a:moveTo>
                <a:lnTo>
                  <a:pt x="0" y="0"/>
                </a:lnTo>
                <a:lnTo>
                  <a:pt x="0" y="762"/>
                </a:lnTo>
                <a:lnTo>
                  <a:pt x="2000250" y="762"/>
                </a:lnTo>
                <a:lnTo>
                  <a:pt x="2000250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bg object 42"/>
          <p:cNvSpPr/>
          <p:nvPr/>
        </p:nvSpPr>
        <p:spPr>
          <a:xfrm>
            <a:off x="4309249" y="5323983"/>
            <a:ext cx="2000250" cy="214629"/>
          </a:xfrm>
          <a:custGeom>
            <a:avLst/>
            <a:gdLst/>
            <a:ahLst/>
            <a:cxnLst/>
            <a:rect l="l" t="t" r="r" b="b"/>
            <a:pathLst>
              <a:path w="2000250" h="214629">
                <a:moveTo>
                  <a:pt x="2000250" y="213360"/>
                </a:moveTo>
                <a:lnTo>
                  <a:pt x="0" y="213360"/>
                </a:lnTo>
                <a:lnTo>
                  <a:pt x="0" y="214122"/>
                </a:lnTo>
                <a:lnTo>
                  <a:pt x="2000250" y="214122"/>
                </a:lnTo>
                <a:lnTo>
                  <a:pt x="2000250" y="213360"/>
                </a:lnTo>
                <a:close/>
              </a:path>
              <a:path w="2000250" h="214629">
                <a:moveTo>
                  <a:pt x="2000250" y="210312"/>
                </a:moveTo>
                <a:lnTo>
                  <a:pt x="0" y="210312"/>
                </a:lnTo>
                <a:lnTo>
                  <a:pt x="0" y="211074"/>
                </a:lnTo>
                <a:lnTo>
                  <a:pt x="2000250" y="211074"/>
                </a:lnTo>
                <a:lnTo>
                  <a:pt x="2000250" y="210312"/>
                </a:lnTo>
                <a:close/>
              </a:path>
              <a:path w="2000250" h="214629">
                <a:moveTo>
                  <a:pt x="2000250" y="207264"/>
                </a:moveTo>
                <a:lnTo>
                  <a:pt x="0" y="207264"/>
                </a:lnTo>
                <a:lnTo>
                  <a:pt x="0" y="208026"/>
                </a:lnTo>
                <a:lnTo>
                  <a:pt x="2000250" y="208026"/>
                </a:lnTo>
                <a:lnTo>
                  <a:pt x="2000250" y="207264"/>
                </a:lnTo>
                <a:close/>
              </a:path>
              <a:path w="2000250" h="214629">
                <a:moveTo>
                  <a:pt x="2000250" y="204216"/>
                </a:moveTo>
                <a:lnTo>
                  <a:pt x="0" y="204216"/>
                </a:lnTo>
                <a:lnTo>
                  <a:pt x="0" y="204978"/>
                </a:lnTo>
                <a:lnTo>
                  <a:pt x="2000250" y="204978"/>
                </a:lnTo>
                <a:lnTo>
                  <a:pt x="2000250" y="204216"/>
                </a:lnTo>
                <a:close/>
              </a:path>
              <a:path w="2000250" h="214629">
                <a:moveTo>
                  <a:pt x="2000250" y="201168"/>
                </a:moveTo>
                <a:lnTo>
                  <a:pt x="0" y="201168"/>
                </a:lnTo>
                <a:lnTo>
                  <a:pt x="0" y="201930"/>
                </a:lnTo>
                <a:lnTo>
                  <a:pt x="2000250" y="201930"/>
                </a:lnTo>
                <a:lnTo>
                  <a:pt x="2000250" y="201168"/>
                </a:lnTo>
                <a:close/>
              </a:path>
              <a:path w="2000250" h="214629">
                <a:moveTo>
                  <a:pt x="2000250" y="198120"/>
                </a:moveTo>
                <a:lnTo>
                  <a:pt x="0" y="198120"/>
                </a:lnTo>
                <a:lnTo>
                  <a:pt x="0" y="198882"/>
                </a:lnTo>
                <a:lnTo>
                  <a:pt x="2000250" y="198882"/>
                </a:lnTo>
                <a:lnTo>
                  <a:pt x="2000250" y="198120"/>
                </a:lnTo>
                <a:close/>
              </a:path>
              <a:path w="2000250" h="214629">
                <a:moveTo>
                  <a:pt x="2000250" y="195072"/>
                </a:moveTo>
                <a:lnTo>
                  <a:pt x="0" y="195072"/>
                </a:lnTo>
                <a:lnTo>
                  <a:pt x="0" y="195834"/>
                </a:lnTo>
                <a:lnTo>
                  <a:pt x="2000250" y="195834"/>
                </a:lnTo>
                <a:lnTo>
                  <a:pt x="2000250" y="195072"/>
                </a:lnTo>
                <a:close/>
              </a:path>
              <a:path w="2000250" h="214629">
                <a:moveTo>
                  <a:pt x="2000250" y="192024"/>
                </a:moveTo>
                <a:lnTo>
                  <a:pt x="0" y="192024"/>
                </a:lnTo>
                <a:lnTo>
                  <a:pt x="0" y="192786"/>
                </a:lnTo>
                <a:lnTo>
                  <a:pt x="2000250" y="192786"/>
                </a:lnTo>
                <a:lnTo>
                  <a:pt x="2000250" y="192024"/>
                </a:lnTo>
                <a:close/>
              </a:path>
              <a:path w="2000250" h="214629">
                <a:moveTo>
                  <a:pt x="2000250" y="188976"/>
                </a:moveTo>
                <a:lnTo>
                  <a:pt x="0" y="188976"/>
                </a:lnTo>
                <a:lnTo>
                  <a:pt x="0" y="189738"/>
                </a:lnTo>
                <a:lnTo>
                  <a:pt x="2000250" y="189738"/>
                </a:lnTo>
                <a:lnTo>
                  <a:pt x="2000250" y="188976"/>
                </a:lnTo>
                <a:close/>
              </a:path>
              <a:path w="2000250" h="214629">
                <a:moveTo>
                  <a:pt x="2000250" y="185928"/>
                </a:moveTo>
                <a:lnTo>
                  <a:pt x="0" y="185928"/>
                </a:lnTo>
                <a:lnTo>
                  <a:pt x="0" y="186690"/>
                </a:lnTo>
                <a:lnTo>
                  <a:pt x="2000250" y="186690"/>
                </a:lnTo>
                <a:lnTo>
                  <a:pt x="2000250" y="185928"/>
                </a:lnTo>
                <a:close/>
              </a:path>
              <a:path w="2000250" h="214629">
                <a:moveTo>
                  <a:pt x="2000250" y="182880"/>
                </a:moveTo>
                <a:lnTo>
                  <a:pt x="0" y="182880"/>
                </a:lnTo>
                <a:lnTo>
                  <a:pt x="0" y="183642"/>
                </a:lnTo>
                <a:lnTo>
                  <a:pt x="2000250" y="183642"/>
                </a:lnTo>
                <a:lnTo>
                  <a:pt x="2000250" y="182880"/>
                </a:lnTo>
                <a:close/>
              </a:path>
              <a:path w="2000250" h="214629">
                <a:moveTo>
                  <a:pt x="2000250" y="179832"/>
                </a:moveTo>
                <a:lnTo>
                  <a:pt x="0" y="179832"/>
                </a:lnTo>
                <a:lnTo>
                  <a:pt x="0" y="180594"/>
                </a:lnTo>
                <a:lnTo>
                  <a:pt x="2000250" y="180594"/>
                </a:lnTo>
                <a:lnTo>
                  <a:pt x="2000250" y="179832"/>
                </a:lnTo>
                <a:close/>
              </a:path>
              <a:path w="2000250" h="214629">
                <a:moveTo>
                  <a:pt x="2000250" y="176784"/>
                </a:moveTo>
                <a:lnTo>
                  <a:pt x="0" y="176784"/>
                </a:lnTo>
                <a:lnTo>
                  <a:pt x="0" y="177546"/>
                </a:lnTo>
                <a:lnTo>
                  <a:pt x="2000250" y="177546"/>
                </a:lnTo>
                <a:lnTo>
                  <a:pt x="2000250" y="176784"/>
                </a:lnTo>
                <a:close/>
              </a:path>
              <a:path w="2000250" h="214629">
                <a:moveTo>
                  <a:pt x="2000250" y="173736"/>
                </a:moveTo>
                <a:lnTo>
                  <a:pt x="0" y="173736"/>
                </a:lnTo>
                <a:lnTo>
                  <a:pt x="0" y="174498"/>
                </a:lnTo>
                <a:lnTo>
                  <a:pt x="2000250" y="174498"/>
                </a:lnTo>
                <a:lnTo>
                  <a:pt x="2000250" y="173736"/>
                </a:lnTo>
                <a:close/>
              </a:path>
              <a:path w="2000250" h="214629">
                <a:moveTo>
                  <a:pt x="2000250" y="170688"/>
                </a:moveTo>
                <a:lnTo>
                  <a:pt x="0" y="170688"/>
                </a:lnTo>
                <a:lnTo>
                  <a:pt x="0" y="171450"/>
                </a:lnTo>
                <a:lnTo>
                  <a:pt x="2000250" y="171450"/>
                </a:lnTo>
                <a:lnTo>
                  <a:pt x="2000250" y="170688"/>
                </a:lnTo>
                <a:close/>
              </a:path>
              <a:path w="2000250" h="214629">
                <a:moveTo>
                  <a:pt x="2000250" y="167640"/>
                </a:moveTo>
                <a:lnTo>
                  <a:pt x="0" y="167640"/>
                </a:lnTo>
                <a:lnTo>
                  <a:pt x="0" y="168402"/>
                </a:lnTo>
                <a:lnTo>
                  <a:pt x="2000250" y="168402"/>
                </a:lnTo>
                <a:lnTo>
                  <a:pt x="2000250" y="167640"/>
                </a:lnTo>
                <a:close/>
              </a:path>
              <a:path w="2000250" h="214629">
                <a:moveTo>
                  <a:pt x="2000250" y="164592"/>
                </a:moveTo>
                <a:lnTo>
                  <a:pt x="0" y="164592"/>
                </a:lnTo>
                <a:lnTo>
                  <a:pt x="0" y="165354"/>
                </a:lnTo>
                <a:lnTo>
                  <a:pt x="2000250" y="165354"/>
                </a:lnTo>
                <a:lnTo>
                  <a:pt x="2000250" y="164592"/>
                </a:lnTo>
                <a:close/>
              </a:path>
              <a:path w="2000250" h="214629">
                <a:moveTo>
                  <a:pt x="2000250" y="161544"/>
                </a:moveTo>
                <a:lnTo>
                  <a:pt x="0" y="161544"/>
                </a:lnTo>
                <a:lnTo>
                  <a:pt x="0" y="162306"/>
                </a:lnTo>
                <a:lnTo>
                  <a:pt x="2000250" y="162306"/>
                </a:lnTo>
                <a:lnTo>
                  <a:pt x="2000250" y="161544"/>
                </a:lnTo>
                <a:close/>
              </a:path>
              <a:path w="2000250" h="214629">
                <a:moveTo>
                  <a:pt x="2000250" y="158496"/>
                </a:moveTo>
                <a:lnTo>
                  <a:pt x="0" y="158496"/>
                </a:lnTo>
                <a:lnTo>
                  <a:pt x="0" y="159258"/>
                </a:lnTo>
                <a:lnTo>
                  <a:pt x="2000250" y="159258"/>
                </a:lnTo>
                <a:lnTo>
                  <a:pt x="2000250" y="158496"/>
                </a:lnTo>
                <a:close/>
              </a:path>
              <a:path w="2000250" h="214629">
                <a:moveTo>
                  <a:pt x="2000250" y="155448"/>
                </a:moveTo>
                <a:lnTo>
                  <a:pt x="0" y="155448"/>
                </a:lnTo>
                <a:lnTo>
                  <a:pt x="0" y="156210"/>
                </a:lnTo>
                <a:lnTo>
                  <a:pt x="2000250" y="156210"/>
                </a:lnTo>
                <a:lnTo>
                  <a:pt x="2000250" y="155448"/>
                </a:lnTo>
                <a:close/>
              </a:path>
              <a:path w="2000250" h="214629">
                <a:moveTo>
                  <a:pt x="2000250" y="152400"/>
                </a:moveTo>
                <a:lnTo>
                  <a:pt x="0" y="152400"/>
                </a:lnTo>
                <a:lnTo>
                  <a:pt x="0" y="153162"/>
                </a:lnTo>
                <a:lnTo>
                  <a:pt x="2000250" y="153162"/>
                </a:lnTo>
                <a:lnTo>
                  <a:pt x="2000250" y="152400"/>
                </a:lnTo>
                <a:close/>
              </a:path>
              <a:path w="2000250" h="214629">
                <a:moveTo>
                  <a:pt x="2000250" y="149352"/>
                </a:moveTo>
                <a:lnTo>
                  <a:pt x="0" y="149352"/>
                </a:lnTo>
                <a:lnTo>
                  <a:pt x="0" y="150114"/>
                </a:lnTo>
                <a:lnTo>
                  <a:pt x="2000250" y="150114"/>
                </a:lnTo>
                <a:lnTo>
                  <a:pt x="2000250" y="149352"/>
                </a:lnTo>
                <a:close/>
              </a:path>
              <a:path w="2000250" h="214629">
                <a:moveTo>
                  <a:pt x="2000250" y="146304"/>
                </a:moveTo>
                <a:lnTo>
                  <a:pt x="0" y="146304"/>
                </a:lnTo>
                <a:lnTo>
                  <a:pt x="0" y="147066"/>
                </a:lnTo>
                <a:lnTo>
                  <a:pt x="2000250" y="147066"/>
                </a:lnTo>
                <a:lnTo>
                  <a:pt x="2000250" y="146304"/>
                </a:lnTo>
                <a:close/>
              </a:path>
              <a:path w="2000250" h="214629">
                <a:moveTo>
                  <a:pt x="2000250" y="143256"/>
                </a:moveTo>
                <a:lnTo>
                  <a:pt x="0" y="143256"/>
                </a:lnTo>
                <a:lnTo>
                  <a:pt x="0" y="144018"/>
                </a:lnTo>
                <a:lnTo>
                  <a:pt x="2000250" y="144018"/>
                </a:lnTo>
                <a:lnTo>
                  <a:pt x="2000250" y="143256"/>
                </a:lnTo>
                <a:close/>
              </a:path>
              <a:path w="2000250" h="214629">
                <a:moveTo>
                  <a:pt x="2000250" y="140208"/>
                </a:moveTo>
                <a:lnTo>
                  <a:pt x="0" y="140208"/>
                </a:lnTo>
                <a:lnTo>
                  <a:pt x="0" y="140970"/>
                </a:lnTo>
                <a:lnTo>
                  <a:pt x="2000250" y="140970"/>
                </a:lnTo>
                <a:lnTo>
                  <a:pt x="2000250" y="140208"/>
                </a:lnTo>
                <a:close/>
              </a:path>
              <a:path w="2000250" h="214629">
                <a:moveTo>
                  <a:pt x="2000250" y="137160"/>
                </a:moveTo>
                <a:lnTo>
                  <a:pt x="0" y="137160"/>
                </a:lnTo>
                <a:lnTo>
                  <a:pt x="0" y="137922"/>
                </a:lnTo>
                <a:lnTo>
                  <a:pt x="2000250" y="137922"/>
                </a:lnTo>
                <a:lnTo>
                  <a:pt x="2000250" y="137160"/>
                </a:lnTo>
                <a:close/>
              </a:path>
              <a:path w="2000250" h="214629">
                <a:moveTo>
                  <a:pt x="2000250" y="134112"/>
                </a:moveTo>
                <a:lnTo>
                  <a:pt x="0" y="134112"/>
                </a:lnTo>
                <a:lnTo>
                  <a:pt x="0" y="134874"/>
                </a:lnTo>
                <a:lnTo>
                  <a:pt x="2000250" y="134874"/>
                </a:lnTo>
                <a:lnTo>
                  <a:pt x="2000250" y="134112"/>
                </a:lnTo>
                <a:close/>
              </a:path>
              <a:path w="2000250" h="214629">
                <a:moveTo>
                  <a:pt x="2000250" y="131064"/>
                </a:moveTo>
                <a:lnTo>
                  <a:pt x="0" y="131064"/>
                </a:lnTo>
                <a:lnTo>
                  <a:pt x="0" y="131826"/>
                </a:lnTo>
                <a:lnTo>
                  <a:pt x="2000250" y="131826"/>
                </a:lnTo>
                <a:lnTo>
                  <a:pt x="2000250" y="131064"/>
                </a:lnTo>
                <a:close/>
              </a:path>
              <a:path w="2000250" h="214629">
                <a:moveTo>
                  <a:pt x="2000250" y="128016"/>
                </a:moveTo>
                <a:lnTo>
                  <a:pt x="0" y="128016"/>
                </a:lnTo>
                <a:lnTo>
                  <a:pt x="0" y="128778"/>
                </a:lnTo>
                <a:lnTo>
                  <a:pt x="2000250" y="128778"/>
                </a:lnTo>
                <a:lnTo>
                  <a:pt x="2000250" y="128016"/>
                </a:lnTo>
                <a:close/>
              </a:path>
              <a:path w="2000250" h="214629">
                <a:moveTo>
                  <a:pt x="2000250" y="124968"/>
                </a:moveTo>
                <a:lnTo>
                  <a:pt x="0" y="124968"/>
                </a:lnTo>
                <a:lnTo>
                  <a:pt x="0" y="125730"/>
                </a:lnTo>
                <a:lnTo>
                  <a:pt x="2000250" y="125730"/>
                </a:lnTo>
                <a:lnTo>
                  <a:pt x="2000250" y="124968"/>
                </a:lnTo>
                <a:close/>
              </a:path>
              <a:path w="2000250" h="214629">
                <a:moveTo>
                  <a:pt x="2000250" y="121920"/>
                </a:moveTo>
                <a:lnTo>
                  <a:pt x="0" y="121920"/>
                </a:lnTo>
                <a:lnTo>
                  <a:pt x="0" y="122682"/>
                </a:lnTo>
                <a:lnTo>
                  <a:pt x="2000250" y="122682"/>
                </a:lnTo>
                <a:lnTo>
                  <a:pt x="2000250" y="121920"/>
                </a:lnTo>
                <a:close/>
              </a:path>
              <a:path w="2000250" h="214629">
                <a:moveTo>
                  <a:pt x="2000250" y="118872"/>
                </a:moveTo>
                <a:lnTo>
                  <a:pt x="0" y="118872"/>
                </a:lnTo>
                <a:lnTo>
                  <a:pt x="0" y="119634"/>
                </a:lnTo>
                <a:lnTo>
                  <a:pt x="2000250" y="119634"/>
                </a:lnTo>
                <a:lnTo>
                  <a:pt x="2000250" y="118872"/>
                </a:lnTo>
                <a:close/>
              </a:path>
              <a:path w="2000250" h="214629">
                <a:moveTo>
                  <a:pt x="2000250" y="115824"/>
                </a:moveTo>
                <a:lnTo>
                  <a:pt x="0" y="115824"/>
                </a:lnTo>
                <a:lnTo>
                  <a:pt x="0" y="116586"/>
                </a:lnTo>
                <a:lnTo>
                  <a:pt x="2000250" y="116586"/>
                </a:lnTo>
                <a:lnTo>
                  <a:pt x="2000250" y="115824"/>
                </a:lnTo>
                <a:close/>
              </a:path>
              <a:path w="2000250" h="214629">
                <a:moveTo>
                  <a:pt x="2000250" y="112776"/>
                </a:moveTo>
                <a:lnTo>
                  <a:pt x="0" y="112776"/>
                </a:lnTo>
                <a:lnTo>
                  <a:pt x="0" y="113538"/>
                </a:lnTo>
                <a:lnTo>
                  <a:pt x="2000250" y="113538"/>
                </a:lnTo>
                <a:lnTo>
                  <a:pt x="2000250" y="112776"/>
                </a:lnTo>
                <a:close/>
              </a:path>
              <a:path w="2000250" h="214629">
                <a:moveTo>
                  <a:pt x="2000250" y="109728"/>
                </a:moveTo>
                <a:lnTo>
                  <a:pt x="0" y="109728"/>
                </a:lnTo>
                <a:lnTo>
                  <a:pt x="0" y="110490"/>
                </a:lnTo>
                <a:lnTo>
                  <a:pt x="2000250" y="110490"/>
                </a:lnTo>
                <a:lnTo>
                  <a:pt x="2000250" y="109728"/>
                </a:lnTo>
                <a:close/>
              </a:path>
              <a:path w="2000250" h="214629">
                <a:moveTo>
                  <a:pt x="2000250" y="106680"/>
                </a:moveTo>
                <a:lnTo>
                  <a:pt x="0" y="106680"/>
                </a:lnTo>
                <a:lnTo>
                  <a:pt x="0" y="107442"/>
                </a:lnTo>
                <a:lnTo>
                  <a:pt x="2000250" y="107442"/>
                </a:lnTo>
                <a:lnTo>
                  <a:pt x="2000250" y="106680"/>
                </a:lnTo>
                <a:close/>
              </a:path>
              <a:path w="2000250" h="214629">
                <a:moveTo>
                  <a:pt x="2000250" y="103632"/>
                </a:moveTo>
                <a:lnTo>
                  <a:pt x="0" y="103632"/>
                </a:lnTo>
                <a:lnTo>
                  <a:pt x="0" y="104394"/>
                </a:lnTo>
                <a:lnTo>
                  <a:pt x="2000250" y="104394"/>
                </a:lnTo>
                <a:lnTo>
                  <a:pt x="2000250" y="103632"/>
                </a:lnTo>
                <a:close/>
              </a:path>
              <a:path w="2000250" h="214629">
                <a:moveTo>
                  <a:pt x="2000250" y="100584"/>
                </a:moveTo>
                <a:lnTo>
                  <a:pt x="0" y="100584"/>
                </a:lnTo>
                <a:lnTo>
                  <a:pt x="0" y="101346"/>
                </a:lnTo>
                <a:lnTo>
                  <a:pt x="2000250" y="101346"/>
                </a:lnTo>
                <a:lnTo>
                  <a:pt x="2000250" y="100584"/>
                </a:lnTo>
                <a:close/>
              </a:path>
              <a:path w="2000250" h="214629">
                <a:moveTo>
                  <a:pt x="2000250" y="97536"/>
                </a:moveTo>
                <a:lnTo>
                  <a:pt x="0" y="97536"/>
                </a:lnTo>
                <a:lnTo>
                  <a:pt x="0" y="98298"/>
                </a:lnTo>
                <a:lnTo>
                  <a:pt x="2000250" y="98298"/>
                </a:lnTo>
                <a:lnTo>
                  <a:pt x="2000250" y="97536"/>
                </a:lnTo>
                <a:close/>
              </a:path>
              <a:path w="2000250" h="214629">
                <a:moveTo>
                  <a:pt x="2000250" y="94488"/>
                </a:moveTo>
                <a:lnTo>
                  <a:pt x="0" y="94488"/>
                </a:lnTo>
                <a:lnTo>
                  <a:pt x="0" y="95250"/>
                </a:lnTo>
                <a:lnTo>
                  <a:pt x="2000250" y="95250"/>
                </a:lnTo>
                <a:lnTo>
                  <a:pt x="2000250" y="94488"/>
                </a:lnTo>
                <a:close/>
              </a:path>
              <a:path w="2000250" h="214629">
                <a:moveTo>
                  <a:pt x="2000250" y="91440"/>
                </a:moveTo>
                <a:lnTo>
                  <a:pt x="0" y="91440"/>
                </a:lnTo>
                <a:lnTo>
                  <a:pt x="0" y="92202"/>
                </a:lnTo>
                <a:lnTo>
                  <a:pt x="2000250" y="92202"/>
                </a:lnTo>
                <a:lnTo>
                  <a:pt x="2000250" y="91440"/>
                </a:lnTo>
                <a:close/>
              </a:path>
              <a:path w="2000250" h="214629">
                <a:moveTo>
                  <a:pt x="2000250" y="88392"/>
                </a:moveTo>
                <a:lnTo>
                  <a:pt x="0" y="88392"/>
                </a:lnTo>
                <a:lnTo>
                  <a:pt x="0" y="89154"/>
                </a:lnTo>
                <a:lnTo>
                  <a:pt x="2000250" y="89154"/>
                </a:lnTo>
                <a:lnTo>
                  <a:pt x="2000250" y="88392"/>
                </a:lnTo>
                <a:close/>
              </a:path>
              <a:path w="2000250" h="214629">
                <a:moveTo>
                  <a:pt x="2000250" y="85344"/>
                </a:moveTo>
                <a:lnTo>
                  <a:pt x="0" y="85344"/>
                </a:lnTo>
                <a:lnTo>
                  <a:pt x="0" y="86106"/>
                </a:lnTo>
                <a:lnTo>
                  <a:pt x="2000250" y="86106"/>
                </a:lnTo>
                <a:lnTo>
                  <a:pt x="2000250" y="85344"/>
                </a:lnTo>
                <a:close/>
              </a:path>
              <a:path w="2000250" h="214629">
                <a:moveTo>
                  <a:pt x="2000250" y="82296"/>
                </a:moveTo>
                <a:lnTo>
                  <a:pt x="0" y="82296"/>
                </a:lnTo>
                <a:lnTo>
                  <a:pt x="0" y="83058"/>
                </a:lnTo>
                <a:lnTo>
                  <a:pt x="2000250" y="83058"/>
                </a:lnTo>
                <a:lnTo>
                  <a:pt x="2000250" y="82296"/>
                </a:lnTo>
                <a:close/>
              </a:path>
              <a:path w="2000250" h="214629">
                <a:moveTo>
                  <a:pt x="2000250" y="79248"/>
                </a:moveTo>
                <a:lnTo>
                  <a:pt x="0" y="79248"/>
                </a:lnTo>
                <a:lnTo>
                  <a:pt x="0" y="80010"/>
                </a:lnTo>
                <a:lnTo>
                  <a:pt x="2000250" y="80010"/>
                </a:lnTo>
                <a:lnTo>
                  <a:pt x="2000250" y="79248"/>
                </a:lnTo>
                <a:close/>
              </a:path>
              <a:path w="2000250" h="214629">
                <a:moveTo>
                  <a:pt x="2000250" y="76200"/>
                </a:moveTo>
                <a:lnTo>
                  <a:pt x="0" y="76200"/>
                </a:lnTo>
                <a:lnTo>
                  <a:pt x="0" y="76962"/>
                </a:lnTo>
                <a:lnTo>
                  <a:pt x="2000250" y="76962"/>
                </a:lnTo>
                <a:lnTo>
                  <a:pt x="2000250" y="76200"/>
                </a:lnTo>
                <a:close/>
              </a:path>
              <a:path w="2000250" h="214629">
                <a:moveTo>
                  <a:pt x="2000250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00250" y="73914"/>
                </a:lnTo>
                <a:lnTo>
                  <a:pt x="2000250" y="73152"/>
                </a:lnTo>
                <a:close/>
              </a:path>
              <a:path w="2000250" h="214629">
                <a:moveTo>
                  <a:pt x="2000250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00250" y="70866"/>
                </a:lnTo>
                <a:lnTo>
                  <a:pt x="2000250" y="70104"/>
                </a:lnTo>
                <a:close/>
              </a:path>
              <a:path w="2000250" h="214629">
                <a:moveTo>
                  <a:pt x="2000250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00250" y="67818"/>
                </a:lnTo>
                <a:lnTo>
                  <a:pt x="2000250" y="67056"/>
                </a:lnTo>
                <a:close/>
              </a:path>
              <a:path w="2000250" h="214629">
                <a:moveTo>
                  <a:pt x="2000250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00250" y="64770"/>
                </a:lnTo>
                <a:lnTo>
                  <a:pt x="2000250" y="64008"/>
                </a:lnTo>
                <a:close/>
              </a:path>
              <a:path w="2000250" h="214629">
                <a:moveTo>
                  <a:pt x="2000250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00250" y="61722"/>
                </a:lnTo>
                <a:lnTo>
                  <a:pt x="2000250" y="60960"/>
                </a:lnTo>
                <a:close/>
              </a:path>
              <a:path w="2000250" h="214629">
                <a:moveTo>
                  <a:pt x="2000250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00250" y="58674"/>
                </a:lnTo>
                <a:lnTo>
                  <a:pt x="2000250" y="57912"/>
                </a:lnTo>
                <a:close/>
              </a:path>
              <a:path w="2000250" h="214629">
                <a:moveTo>
                  <a:pt x="2000250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00250" y="55626"/>
                </a:lnTo>
                <a:lnTo>
                  <a:pt x="2000250" y="54864"/>
                </a:lnTo>
                <a:close/>
              </a:path>
              <a:path w="2000250" h="214629">
                <a:moveTo>
                  <a:pt x="2000250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00250" y="52578"/>
                </a:lnTo>
                <a:lnTo>
                  <a:pt x="2000250" y="51816"/>
                </a:lnTo>
                <a:close/>
              </a:path>
              <a:path w="2000250" h="214629">
                <a:moveTo>
                  <a:pt x="2000250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00250" y="49530"/>
                </a:lnTo>
                <a:lnTo>
                  <a:pt x="2000250" y="48768"/>
                </a:lnTo>
                <a:close/>
              </a:path>
              <a:path w="2000250" h="214629">
                <a:moveTo>
                  <a:pt x="2000250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00250" y="46482"/>
                </a:lnTo>
                <a:lnTo>
                  <a:pt x="2000250" y="45720"/>
                </a:lnTo>
                <a:close/>
              </a:path>
              <a:path w="2000250" h="214629">
                <a:moveTo>
                  <a:pt x="2000250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00250" y="43434"/>
                </a:lnTo>
                <a:lnTo>
                  <a:pt x="2000250" y="42672"/>
                </a:lnTo>
                <a:close/>
              </a:path>
              <a:path w="2000250" h="214629">
                <a:moveTo>
                  <a:pt x="2000250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00250" y="40386"/>
                </a:lnTo>
                <a:lnTo>
                  <a:pt x="2000250" y="39624"/>
                </a:lnTo>
                <a:close/>
              </a:path>
              <a:path w="2000250" h="214629">
                <a:moveTo>
                  <a:pt x="2000250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00250" y="37338"/>
                </a:lnTo>
                <a:lnTo>
                  <a:pt x="2000250" y="36576"/>
                </a:lnTo>
                <a:close/>
              </a:path>
              <a:path w="2000250" h="214629">
                <a:moveTo>
                  <a:pt x="2000250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00250" y="34290"/>
                </a:lnTo>
                <a:lnTo>
                  <a:pt x="2000250" y="33528"/>
                </a:lnTo>
                <a:close/>
              </a:path>
              <a:path w="2000250" h="214629">
                <a:moveTo>
                  <a:pt x="2000250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00250" y="31242"/>
                </a:lnTo>
                <a:lnTo>
                  <a:pt x="2000250" y="30480"/>
                </a:lnTo>
                <a:close/>
              </a:path>
              <a:path w="2000250" h="214629">
                <a:moveTo>
                  <a:pt x="2000250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00250" y="28194"/>
                </a:lnTo>
                <a:lnTo>
                  <a:pt x="2000250" y="27432"/>
                </a:lnTo>
                <a:close/>
              </a:path>
              <a:path w="2000250" h="214629">
                <a:moveTo>
                  <a:pt x="2000250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00250" y="25146"/>
                </a:lnTo>
                <a:lnTo>
                  <a:pt x="2000250" y="24384"/>
                </a:lnTo>
                <a:close/>
              </a:path>
              <a:path w="2000250" h="214629">
                <a:moveTo>
                  <a:pt x="2000250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00250" y="22098"/>
                </a:lnTo>
                <a:lnTo>
                  <a:pt x="2000250" y="21336"/>
                </a:lnTo>
                <a:close/>
              </a:path>
              <a:path w="2000250" h="214629">
                <a:moveTo>
                  <a:pt x="2000250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00250" y="19050"/>
                </a:lnTo>
                <a:lnTo>
                  <a:pt x="2000250" y="18288"/>
                </a:lnTo>
                <a:close/>
              </a:path>
              <a:path w="2000250" h="214629">
                <a:moveTo>
                  <a:pt x="2000250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00250" y="16002"/>
                </a:lnTo>
                <a:lnTo>
                  <a:pt x="2000250" y="15240"/>
                </a:lnTo>
                <a:close/>
              </a:path>
              <a:path w="2000250" h="214629">
                <a:moveTo>
                  <a:pt x="2000250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00250" y="12954"/>
                </a:lnTo>
                <a:lnTo>
                  <a:pt x="2000250" y="12192"/>
                </a:lnTo>
                <a:close/>
              </a:path>
              <a:path w="2000250" h="214629">
                <a:moveTo>
                  <a:pt x="2000250" y="9144"/>
                </a:moveTo>
                <a:lnTo>
                  <a:pt x="0" y="9144"/>
                </a:lnTo>
                <a:lnTo>
                  <a:pt x="0" y="9906"/>
                </a:lnTo>
                <a:lnTo>
                  <a:pt x="2000250" y="9906"/>
                </a:lnTo>
                <a:lnTo>
                  <a:pt x="2000250" y="9144"/>
                </a:lnTo>
                <a:close/>
              </a:path>
              <a:path w="2000250" h="214629">
                <a:moveTo>
                  <a:pt x="2000250" y="6096"/>
                </a:moveTo>
                <a:lnTo>
                  <a:pt x="0" y="6096"/>
                </a:lnTo>
                <a:lnTo>
                  <a:pt x="0" y="6858"/>
                </a:lnTo>
                <a:lnTo>
                  <a:pt x="2000250" y="6858"/>
                </a:lnTo>
                <a:lnTo>
                  <a:pt x="2000250" y="6096"/>
                </a:lnTo>
                <a:close/>
              </a:path>
              <a:path w="2000250" h="214629">
                <a:moveTo>
                  <a:pt x="2000250" y="3048"/>
                </a:moveTo>
                <a:lnTo>
                  <a:pt x="0" y="3048"/>
                </a:lnTo>
                <a:lnTo>
                  <a:pt x="0" y="3810"/>
                </a:lnTo>
                <a:lnTo>
                  <a:pt x="2000250" y="3810"/>
                </a:lnTo>
                <a:lnTo>
                  <a:pt x="2000250" y="3048"/>
                </a:lnTo>
                <a:close/>
              </a:path>
              <a:path w="2000250" h="214629">
                <a:moveTo>
                  <a:pt x="2000250" y="0"/>
                </a:moveTo>
                <a:lnTo>
                  <a:pt x="0" y="0"/>
                </a:lnTo>
                <a:lnTo>
                  <a:pt x="0" y="762"/>
                </a:lnTo>
                <a:lnTo>
                  <a:pt x="2000250" y="762"/>
                </a:lnTo>
                <a:lnTo>
                  <a:pt x="2000250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bg object 43"/>
          <p:cNvSpPr/>
          <p:nvPr/>
        </p:nvSpPr>
        <p:spPr>
          <a:xfrm>
            <a:off x="4309249" y="5537342"/>
            <a:ext cx="2000250" cy="138430"/>
          </a:xfrm>
          <a:custGeom>
            <a:avLst/>
            <a:gdLst/>
            <a:ahLst/>
            <a:cxnLst/>
            <a:rect l="l" t="t" r="r" b="b"/>
            <a:pathLst>
              <a:path w="2000250" h="138429">
                <a:moveTo>
                  <a:pt x="2000250" y="137160"/>
                </a:moveTo>
                <a:lnTo>
                  <a:pt x="0" y="137160"/>
                </a:lnTo>
                <a:lnTo>
                  <a:pt x="0" y="137922"/>
                </a:lnTo>
                <a:lnTo>
                  <a:pt x="2000250" y="137922"/>
                </a:lnTo>
                <a:lnTo>
                  <a:pt x="2000250" y="137160"/>
                </a:lnTo>
                <a:close/>
              </a:path>
              <a:path w="2000250" h="138429">
                <a:moveTo>
                  <a:pt x="2000250" y="134112"/>
                </a:moveTo>
                <a:lnTo>
                  <a:pt x="0" y="134112"/>
                </a:lnTo>
                <a:lnTo>
                  <a:pt x="0" y="134874"/>
                </a:lnTo>
                <a:lnTo>
                  <a:pt x="2000250" y="134874"/>
                </a:lnTo>
                <a:lnTo>
                  <a:pt x="2000250" y="134112"/>
                </a:lnTo>
                <a:close/>
              </a:path>
              <a:path w="2000250" h="138429">
                <a:moveTo>
                  <a:pt x="2000250" y="131064"/>
                </a:moveTo>
                <a:lnTo>
                  <a:pt x="0" y="131064"/>
                </a:lnTo>
                <a:lnTo>
                  <a:pt x="0" y="131826"/>
                </a:lnTo>
                <a:lnTo>
                  <a:pt x="2000250" y="131826"/>
                </a:lnTo>
                <a:lnTo>
                  <a:pt x="2000250" y="131064"/>
                </a:lnTo>
                <a:close/>
              </a:path>
              <a:path w="2000250" h="138429">
                <a:moveTo>
                  <a:pt x="2000250" y="128016"/>
                </a:moveTo>
                <a:lnTo>
                  <a:pt x="0" y="128016"/>
                </a:lnTo>
                <a:lnTo>
                  <a:pt x="0" y="128778"/>
                </a:lnTo>
                <a:lnTo>
                  <a:pt x="2000250" y="128778"/>
                </a:lnTo>
                <a:lnTo>
                  <a:pt x="2000250" y="128016"/>
                </a:lnTo>
                <a:close/>
              </a:path>
              <a:path w="2000250" h="138429">
                <a:moveTo>
                  <a:pt x="2000250" y="124968"/>
                </a:moveTo>
                <a:lnTo>
                  <a:pt x="0" y="124968"/>
                </a:lnTo>
                <a:lnTo>
                  <a:pt x="0" y="125730"/>
                </a:lnTo>
                <a:lnTo>
                  <a:pt x="2000250" y="125730"/>
                </a:lnTo>
                <a:lnTo>
                  <a:pt x="2000250" y="124968"/>
                </a:lnTo>
                <a:close/>
              </a:path>
              <a:path w="2000250" h="138429">
                <a:moveTo>
                  <a:pt x="2000250" y="121920"/>
                </a:moveTo>
                <a:lnTo>
                  <a:pt x="0" y="121920"/>
                </a:lnTo>
                <a:lnTo>
                  <a:pt x="0" y="122682"/>
                </a:lnTo>
                <a:lnTo>
                  <a:pt x="2000250" y="122682"/>
                </a:lnTo>
                <a:lnTo>
                  <a:pt x="2000250" y="121920"/>
                </a:lnTo>
                <a:close/>
              </a:path>
              <a:path w="2000250" h="138429">
                <a:moveTo>
                  <a:pt x="2000250" y="118872"/>
                </a:moveTo>
                <a:lnTo>
                  <a:pt x="0" y="118872"/>
                </a:lnTo>
                <a:lnTo>
                  <a:pt x="0" y="119634"/>
                </a:lnTo>
                <a:lnTo>
                  <a:pt x="2000250" y="119634"/>
                </a:lnTo>
                <a:lnTo>
                  <a:pt x="2000250" y="118872"/>
                </a:lnTo>
                <a:close/>
              </a:path>
              <a:path w="2000250" h="138429">
                <a:moveTo>
                  <a:pt x="2000250" y="115824"/>
                </a:moveTo>
                <a:lnTo>
                  <a:pt x="0" y="115824"/>
                </a:lnTo>
                <a:lnTo>
                  <a:pt x="0" y="116586"/>
                </a:lnTo>
                <a:lnTo>
                  <a:pt x="2000250" y="116586"/>
                </a:lnTo>
                <a:lnTo>
                  <a:pt x="2000250" y="115824"/>
                </a:lnTo>
                <a:close/>
              </a:path>
              <a:path w="2000250" h="138429">
                <a:moveTo>
                  <a:pt x="2000250" y="112776"/>
                </a:moveTo>
                <a:lnTo>
                  <a:pt x="0" y="112776"/>
                </a:lnTo>
                <a:lnTo>
                  <a:pt x="0" y="113538"/>
                </a:lnTo>
                <a:lnTo>
                  <a:pt x="2000250" y="113538"/>
                </a:lnTo>
                <a:lnTo>
                  <a:pt x="2000250" y="112776"/>
                </a:lnTo>
                <a:close/>
              </a:path>
              <a:path w="2000250" h="138429">
                <a:moveTo>
                  <a:pt x="2000250" y="109728"/>
                </a:moveTo>
                <a:lnTo>
                  <a:pt x="0" y="109728"/>
                </a:lnTo>
                <a:lnTo>
                  <a:pt x="0" y="110490"/>
                </a:lnTo>
                <a:lnTo>
                  <a:pt x="2000250" y="110490"/>
                </a:lnTo>
                <a:lnTo>
                  <a:pt x="2000250" y="109728"/>
                </a:lnTo>
                <a:close/>
              </a:path>
              <a:path w="2000250" h="138429">
                <a:moveTo>
                  <a:pt x="2000250" y="106680"/>
                </a:moveTo>
                <a:lnTo>
                  <a:pt x="0" y="106680"/>
                </a:lnTo>
                <a:lnTo>
                  <a:pt x="0" y="107442"/>
                </a:lnTo>
                <a:lnTo>
                  <a:pt x="2000250" y="107442"/>
                </a:lnTo>
                <a:lnTo>
                  <a:pt x="2000250" y="106680"/>
                </a:lnTo>
                <a:close/>
              </a:path>
              <a:path w="2000250" h="138429">
                <a:moveTo>
                  <a:pt x="2000250" y="103632"/>
                </a:moveTo>
                <a:lnTo>
                  <a:pt x="0" y="103632"/>
                </a:lnTo>
                <a:lnTo>
                  <a:pt x="0" y="104394"/>
                </a:lnTo>
                <a:lnTo>
                  <a:pt x="2000250" y="104394"/>
                </a:lnTo>
                <a:lnTo>
                  <a:pt x="2000250" y="103632"/>
                </a:lnTo>
                <a:close/>
              </a:path>
              <a:path w="2000250" h="138429">
                <a:moveTo>
                  <a:pt x="2000250" y="100584"/>
                </a:moveTo>
                <a:lnTo>
                  <a:pt x="0" y="100584"/>
                </a:lnTo>
                <a:lnTo>
                  <a:pt x="0" y="101346"/>
                </a:lnTo>
                <a:lnTo>
                  <a:pt x="2000250" y="101346"/>
                </a:lnTo>
                <a:lnTo>
                  <a:pt x="2000250" y="100584"/>
                </a:lnTo>
                <a:close/>
              </a:path>
              <a:path w="2000250" h="138429">
                <a:moveTo>
                  <a:pt x="2000250" y="97536"/>
                </a:moveTo>
                <a:lnTo>
                  <a:pt x="0" y="97536"/>
                </a:lnTo>
                <a:lnTo>
                  <a:pt x="0" y="98298"/>
                </a:lnTo>
                <a:lnTo>
                  <a:pt x="2000250" y="98298"/>
                </a:lnTo>
                <a:lnTo>
                  <a:pt x="2000250" y="97536"/>
                </a:lnTo>
                <a:close/>
              </a:path>
              <a:path w="2000250" h="138429">
                <a:moveTo>
                  <a:pt x="2000250" y="94488"/>
                </a:moveTo>
                <a:lnTo>
                  <a:pt x="0" y="94488"/>
                </a:lnTo>
                <a:lnTo>
                  <a:pt x="0" y="95250"/>
                </a:lnTo>
                <a:lnTo>
                  <a:pt x="2000250" y="95250"/>
                </a:lnTo>
                <a:lnTo>
                  <a:pt x="2000250" y="94488"/>
                </a:lnTo>
                <a:close/>
              </a:path>
              <a:path w="2000250" h="138429">
                <a:moveTo>
                  <a:pt x="2000250" y="91440"/>
                </a:moveTo>
                <a:lnTo>
                  <a:pt x="0" y="91440"/>
                </a:lnTo>
                <a:lnTo>
                  <a:pt x="0" y="92202"/>
                </a:lnTo>
                <a:lnTo>
                  <a:pt x="2000250" y="92202"/>
                </a:lnTo>
                <a:lnTo>
                  <a:pt x="2000250" y="91440"/>
                </a:lnTo>
                <a:close/>
              </a:path>
              <a:path w="2000250" h="138429">
                <a:moveTo>
                  <a:pt x="2000250" y="88392"/>
                </a:moveTo>
                <a:lnTo>
                  <a:pt x="0" y="88392"/>
                </a:lnTo>
                <a:lnTo>
                  <a:pt x="0" y="89154"/>
                </a:lnTo>
                <a:lnTo>
                  <a:pt x="2000250" y="89154"/>
                </a:lnTo>
                <a:lnTo>
                  <a:pt x="2000250" y="88392"/>
                </a:lnTo>
                <a:close/>
              </a:path>
              <a:path w="2000250" h="138429">
                <a:moveTo>
                  <a:pt x="2000250" y="85344"/>
                </a:moveTo>
                <a:lnTo>
                  <a:pt x="0" y="85344"/>
                </a:lnTo>
                <a:lnTo>
                  <a:pt x="0" y="86106"/>
                </a:lnTo>
                <a:lnTo>
                  <a:pt x="2000250" y="86106"/>
                </a:lnTo>
                <a:lnTo>
                  <a:pt x="2000250" y="85344"/>
                </a:lnTo>
                <a:close/>
              </a:path>
              <a:path w="2000250" h="138429">
                <a:moveTo>
                  <a:pt x="2000250" y="82296"/>
                </a:moveTo>
                <a:lnTo>
                  <a:pt x="0" y="82296"/>
                </a:lnTo>
                <a:lnTo>
                  <a:pt x="0" y="83058"/>
                </a:lnTo>
                <a:lnTo>
                  <a:pt x="2000250" y="83058"/>
                </a:lnTo>
                <a:lnTo>
                  <a:pt x="2000250" y="82296"/>
                </a:lnTo>
                <a:close/>
              </a:path>
              <a:path w="2000250" h="138429">
                <a:moveTo>
                  <a:pt x="2000250" y="79248"/>
                </a:moveTo>
                <a:lnTo>
                  <a:pt x="0" y="79248"/>
                </a:lnTo>
                <a:lnTo>
                  <a:pt x="0" y="80010"/>
                </a:lnTo>
                <a:lnTo>
                  <a:pt x="2000250" y="80010"/>
                </a:lnTo>
                <a:lnTo>
                  <a:pt x="2000250" y="79248"/>
                </a:lnTo>
                <a:close/>
              </a:path>
              <a:path w="2000250" h="138429">
                <a:moveTo>
                  <a:pt x="2000250" y="76200"/>
                </a:moveTo>
                <a:lnTo>
                  <a:pt x="0" y="76200"/>
                </a:lnTo>
                <a:lnTo>
                  <a:pt x="0" y="76962"/>
                </a:lnTo>
                <a:lnTo>
                  <a:pt x="2000250" y="76962"/>
                </a:lnTo>
                <a:lnTo>
                  <a:pt x="2000250" y="76200"/>
                </a:lnTo>
                <a:close/>
              </a:path>
              <a:path w="2000250" h="138429">
                <a:moveTo>
                  <a:pt x="2000250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00250" y="73914"/>
                </a:lnTo>
                <a:lnTo>
                  <a:pt x="2000250" y="73152"/>
                </a:lnTo>
                <a:close/>
              </a:path>
              <a:path w="2000250" h="138429">
                <a:moveTo>
                  <a:pt x="2000250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00250" y="70866"/>
                </a:lnTo>
                <a:lnTo>
                  <a:pt x="2000250" y="70104"/>
                </a:lnTo>
                <a:close/>
              </a:path>
              <a:path w="2000250" h="138429">
                <a:moveTo>
                  <a:pt x="2000250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00250" y="67818"/>
                </a:lnTo>
                <a:lnTo>
                  <a:pt x="2000250" y="67056"/>
                </a:lnTo>
                <a:close/>
              </a:path>
              <a:path w="2000250" h="138429">
                <a:moveTo>
                  <a:pt x="2000250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00250" y="64770"/>
                </a:lnTo>
                <a:lnTo>
                  <a:pt x="2000250" y="64008"/>
                </a:lnTo>
                <a:close/>
              </a:path>
              <a:path w="2000250" h="138429">
                <a:moveTo>
                  <a:pt x="2000250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00250" y="61722"/>
                </a:lnTo>
                <a:lnTo>
                  <a:pt x="2000250" y="60960"/>
                </a:lnTo>
                <a:close/>
              </a:path>
              <a:path w="2000250" h="138429">
                <a:moveTo>
                  <a:pt x="2000250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00250" y="58674"/>
                </a:lnTo>
                <a:lnTo>
                  <a:pt x="2000250" y="57912"/>
                </a:lnTo>
                <a:close/>
              </a:path>
              <a:path w="2000250" h="138429">
                <a:moveTo>
                  <a:pt x="2000250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00250" y="55626"/>
                </a:lnTo>
                <a:lnTo>
                  <a:pt x="2000250" y="54864"/>
                </a:lnTo>
                <a:close/>
              </a:path>
              <a:path w="2000250" h="138429">
                <a:moveTo>
                  <a:pt x="2000250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00250" y="52578"/>
                </a:lnTo>
                <a:lnTo>
                  <a:pt x="2000250" y="51816"/>
                </a:lnTo>
                <a:close/>
              </a:path>
              <a:path w="2000250" h="138429">
                <a:moveTo>
                  <a:pt x="2000250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00250" y="49530"/>
                </a:lnTo>
                <a:lnTo>
                  <a:pt x="2000250" y="48768"/>
                </a:lnTo>
                <a:close/>
              </a:path>
              <a:path w="2000250" h="138429">
                <a:moveTo>
                  <a:pt x="2000250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00250" y="46482"/>
                </a:lnTo>
                <a:lnTo>
                  <a:pt x="2000250" y="45720"/>
                </a:lnTo>
                <a:close/>
              </a:path>
              <a:path w="2000250" h="138429">
                <a:moveTo>
                  <a:pt x="2000250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00250" y="43434"/>
                </a:lnTo>
                <a:lnTo>
                  <a:pt x="2000250" y="42672"/>
                </a:lnTo>
                <a:close/>
              </a:path>
              <a:path w="2000250" h="138429">
                <a:moveTo>
                  <a:pt x="2000250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00250" y="40386"/>
                </a:lnTo>
                <a:lnTo>
                  <a:pt x="2000250" y="39624"/>
                </a:lnTo>
                <a:close/>
              </a:path>
              <a:path w="2000250" h="138429">
                <a:moveTo>
                  <a:pt x="2000250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00250" y="37338"/>
                </a:lnTo>
                <a:lnTo>
                  <a:pt x="2000250" y="36576"/>
                </a:lnTo>
                <a:close/>
              </a:path>
              <a:path w="2000250" h="138429">
                <a:moveTo>
                  <a:pt x="2000250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00250" y="34290"/>
                </a:lnTo>
                <a:lnTo>
                  <a:pt x="2000250" y="33528"/>
                </a:lnTo>
                <a:close/>
              </a:path>
              <a:path w="2000250" h="138429">
                <a:moveTo>
                  <a:pt x="2000250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00250" y="31242"/>
                </a:lnTo>
                <a:lnTo>
                  <a:pt x="2000250" y="30480"/>
                </a:lnTo>
                <a:close/>
              </a:path>
              <a:path w="2000250" h="138429">
                <a:moveTo>
                  <a:pt x="2000250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00250" y="28194"/>
                </a:lnTo>
                <a:lnTo>
                  <a:pt x="2000250" y="27432"/>
                </a:lnTo>
                <a:close/>
              </a:path>
              <a:path w="2000250" h="138429">
                <a:moveTo>
                  <a:pt x="2000250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00250" y="25146"/>
                </a:lnTo>
                <a:lnTo>
                  <a:pt x="2000250" y="24384"/>
                </a:lnTo>
                <a:close/>
              </a:path>
              <a:path w="2000250" h="138429">
                <a:moveTo>
                  <a:pt x="2000250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00250" y="22098"/>
                </a:lnTo>
                <a:lnTo>
                  <a:pt x="2000250" y="21336"/>
                </a:lnTo>
                <a:close/>
              </a:path>
              <a:path w="2000250" h="138429">
                <a:moveTo>
                  <a:pt x="2000250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00250" y="19050"/>
                </a:lnTo>
                <a:lnTo>
                  <a:pt x="2000250" y="18288"/>
                </a:lnTo>
                <a:close/>
              </a:path>
              <a:path w="2000250" h="138429">
                <a:moveTo>
                  <a:pt x="2000250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00250" y="16002"/>
                </a:lnTo>
                <a:lnTo>
                  <a:pt x="2000250" y="15240"/>
                </a:lnTo>
                <a:close/>
              </a:path>
              <a:path w="2000250" h="138429">
                <a:moveTo>
                  <a:pt x="2000250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00250" y="12954"/>
                </a:lnTo>
                <a:lnTo>
                  <a:pt x="2000250" y="12192"/>
                </a:lnTo>
                <a:close/>
              </a:path>
              <a:path w="2000250" h="138429">
                <a:moveTo>
                  <a:pt x="2000250" y="9144"/>
                </a:moveTo>
                <a:lnTo>
                  <a:pt x="0" y="9144"/>
                </a:lnTo>
                <a:lnTo>
                  <a:pt x="0" y="9906"/>
                </a:lnTo>
                <a:lnTo>
                  <a:pt x="2000250" y="9906"/>
                </a:lnTo>
                <a:lnTo>
                  <a:pt x="2000250" y="9144"/>
                </a:lnTo>
                <a:close/>
              </a:path>
              <a:path w="2000250" h="138429">
                <a:moveTo>
                  <a:pt x="2000250" y="6096"/>
                </a:moveTo>
                <a:lnTo>
                  <a:pt x="0" y="6096"/>
                </a:lnTo>
                <a:lnTo>
                  <a:pt x="0" y="6858"/>
                </a:lnTo>
                <a:lnTo>
                  <a:pt x="2000250" y="6858"/>
                </a:lnTo>
                <a:lnTo>
                  <a:pt x="2000250" y="6096"/>
                </a:lnTo>
                <a:close/>
              </a:path>
              <a:path w="2000250" h="138429">
                <a:moveTo>
                  <a:pt x="2000250" y="3048"/>
                </a:moveTo>
                <a:lnTo>
                  <a:pt x="0" y="3048"/>
                </a:lnTo>
                <a:lnTo>
                  <a:pt x="0" y="3810"/>
                </a:lnTo>
                <a:lnTo>
                  <a:pt x="2000250" y="3810"/>
                </a:lnTo>
                <a:lnTo>
                  <a:pt x="2000250" y="3048"/>
                </a:lnTo>
                <a:close/>
              </a:path>
              <a:path w="2000250" h="138429">
                <a:moveTo>
                  <a:pt x="2000250" y="0"/>
                </a:moveTo>
                <a:lnTo>
                  <a:pt x="0" y="0"/>
                </a:lnTo>
                <a:lnTo>
                  <a:pt x="0" y="762"/>
                </a:lnTo>
                <a:lnTo>
                  <a:pt x="2000250" y="762"/>
                </a:lnTo>
                <a:lnTo>
                  <a:pt x="2000250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bg object 44"/>
          <p:cNvSpPr/>
          <p:nvPr/>
        </p:nvSpPr>
        <p:spPr>
          <a:xfrm>
            <a:off x="6360553" y="4257183"/>
            <a:ext cx="2043430" cy="214629"/>
          </a:xfrm>
          <a:custGeom>
            <a:avLst/>
            <a:gdLst/>
            <a:ahLst/>
            <a:cxnLst/>
            <a:rect l="l" t="t" r="r" b="b"/>
            <a:pathLst>
              <a:path w="2043429" h="214629">
                <a:moveTo>
                  <a:pt x="2042922" y="213360"/>
                </a:moveTo>
                <a:lnTo>
                  <a:pt x="0" y="213360"/>
                </a:lnTo>
                <a:lnTo>
                  <a:pt x="0" y="214122"/>
                </a:lnTo>
                <a:lnTo>
                  <a:pt x="2042922" y="214122"/>
                </a:lnTo>
                <a:lnTo>
                  <a:pt x="2042922" y="213360"/>
                </a:lnTo>
                <a:close/>
              </a:path>
              <a:path w="2043429" h="214629">
                <a:moveTo>
                  <a:pt x="2042922" y="210312"/>
                </a:moveTo>
                <a:lnTo>
                  <a:pt x="0" y="210312"/>
                </a:lnTo>
                <a:lnTo>
                  <a:pt x="0" y="211074"/>
                </a:lnTo>
                <a:lnTo>
                  <a:pt x="2042922" y="211074"/>
                </a:lnTo>
                <a:lnTo>
                  <a:pt x="2042922" y="210312"/>
                </a:lnTo>
                <a:close/>
              </a:path>
              <a:path w="2043429" h="214629">
                <a:moveTo>
                  <a:pt x="2042922" y="207264"/>
                </a:moveTo>
                <a:lnTo>
                  <a:pt x="0" y="207264"/>
                </a:lnTo>
                <a:lnTo>
                  <a:pt x="0" y="208026"/>
                </a:lnTo>
                <a:lnTo>
                  <a:pt x="2042922" y="208026"/>
                </a:lnTo>
                <a:lnTo>
                  <a:pt x="2042922" y="207264"/>
                </a:lnTo>
                <a:close/>
              </a:path>
              <a:path w="2043429" h="214629">
                <a:moveTo>
                  <a:pt x="2042922" y="204216"/>
                </a:moveTo>
                <a:lnTo>
                  <a:pt x="0" y="204216"/>
                </a:lnTo>
                <a:lnTo>
                  <a:pt x="0" y="204978"/>
                </a:lnTo>
                <a:lnTo>
                  <a:pt x="2042922" y="204978"/>
                </a:lnTo>
                <a:lnTo>
                  <a:pt x="2042922" y="204216"/>
                </a:lnTo>
                <a:close/>
              </a:path>
              <a:path w="2043429" h="214629">
                <a:moveTo>
                  <a:pt x="2042922" y="201168"/>
                </a:moveTo>
                <a:lnTo>
                  <a:pt x="0" y="201168"/>
                </a:lnTo>
                <a:lnTo>
                  <a:pt x="0" y="201930"/>
                </a:lnTo>
                <a:lnTo>
                  <a:pt x="2042922" y="201930"/>
                </a:lnTo>
                <a:lnTo>
                  <a:pt x="2042922" y="201168"/>
                </a:lnTo>
                <a:close/>
              </a:path>
              <a:path w="2043429" h="214629">
                <a:moveTo>
                  <a:pt x="2042922" y="198120"/>
                </a:moveTo>
                <a:lnTo>
                  <a:pt x="0" y="198120"/>
                </a:lnTo>
                <a:lnTo>
                  <a:pt x="0" y="198882"/>
                </a:lnTo>
                <a:lnTo>
                  <a:pt x="2042922" y="198882"/>
                </a:lnTo>
                <a:lnTo>
                  <a:pt x="2042922" y="198120"/>
                </a:lnTo>
                <a:close/>
              </a:path>
              <a:path w="2043429" h="214629">
                <a:moveTo>
                  <a:pt x="2042922" y="195072"/>
                </a:moveTo>
                <a:lnTo>
                  <a:pt x="0" y="195072"/>
                </a:lnTo>
                <a:lnTo>
                  <a:pt x="0" y="195834"/>
                </a:lnTo>
                <a:lnTo>
                  <a:pt x="2042922" y="195834"/>
                </a:lnTo>
                <a:lnTo>
                  <a:pt x="2042922" y="195072"/>
                </a:lnTo>
                <a:close/>
              </a:path>
              <a:path w="2043429" h="214629">
                <a:moveTo>
                  <a:pt x="2042922" y="192024"/>
                </a:moveTo>
                <a:lnTo>
                  <a:pt x="0" y="192024"/>
                </a:lnTo>
                <a:lnTo>
                  <a:pt x="0" y="192786"/>
                </a:lnTo>
                <a:lnTo>
                  <a:pt x="2042922" y="192786"/>
                </a:lnTo>
                <a:lnTo>
                  <a:pt x="2042922" y="192024"/>
                </a:lnTo>
                <a:close/>
              </a:path>
              <a:path w="2043429" h="214629">
                <a:moveTo>
                  <a:pt x="2042922" y="188976"/>
                </a:moveTo>
                <a:lnTo>
                  <a:pt x="0" y="188976"/>
                </a:lnTo>
                <a:lnTo>
                  <a:pt x="0" y="189738"/>
                </a:lnTo>
                <a:lnTo>
                  <a:pt x="2042922" y="189738"/>
                </a:lnTo>
                <a:lnTo>
                  <a:pt x="2042922" y="188976"/>
                </a:lnTo>
                <a:close/>
              </a:path>
              <a:path w="2043429" h="214629">
                <a:moveTo>
                  <a:pt x="2042922" y="185928"/>
                </a:moveTo>
                <a:lnTo>
                  <a:pt x="0" y="185928"/>
                </a:lnTo>
                <a:lnTo>
                  <a:pt x="0" y="186690"/>
                </a:lnTo>
                <a:lnTo>
                  <a:pt x="2042922" y="186690"/>
                </a:lnTo>
                <a:lnTo>
                  <a:pt x="2042922" y="185928"/>
                </a:lnTo>
                <a:close/>
              </a:path>
              <a:path w="2043429" h="214629">
                <a:moveTo>
                  <a:pt x="2042922" y="182880"/>
                </a:moveTo>
                <a:lnTo>
                  <a:pt x="0" y="182880"/>
                </a:lnTo>
                <a:lnTo>
                  <a:pt x="0" y="183642"/>
                </a:lnTo>
                <a:lnTo>
                  <a:pt x="2042922" y="183642"/>
                </a:lnTo>
                <a:lnTo>
                  <a:pt x="2042922" y="182880"/>
                </a:lnTo>
                <a:close/>
              </a:path>
              <a:path w="2043429" h="214629">
                <a:moveTo>
                  <a:pt x="2042922" y="179832"/>
                </a:moveTo>
                <a:lnTo>
                  <a:pt x="0" y="179832"/>
                </a:lnTo>
                <a:lnTo>
                  <a:pt x="0" y="180594"/>
                </a:lnTo>
                <a:lnTo>
                  <a:pt x="2042922" y="180594"/>
                </a:lnTo>
                <a:lnTo>
                  <a:pt x="2042922" y="179832"/>
                </a:lnTo>
                <a:close/>
              </a:path>
              <a:path w="2043429" h="214629">
                <a:moveTo>
                  <a:pt x="2042922" y="176784"/>
                </a:moveTo>
                <a:lnTo>
                  <a:pt x="0" y="176784"/>
                </a:lnTo>
                <a:lnTo>
                  <a:pt x="0" y="177546"/>
                </a:lnTo>
                <a:lnTo>
                  <a:pt x="2042922" y="177546"/>
                </a:lnTo>
                <a:lnTo>
                  <a:pt x="2042922" y="176784"/>
                </a:lnTo>
                <a:close/>
              </a:path>
              <a:path w="2043429" h="214629">
                <a:moveTo>
                  <a:pt x="2042922" y="173736"/>
                </a:moveTo>
                <a:lnTo>
                  <a:pt x="0" y="173736"/>
                </a:lnTo>
                <a:lnTo>
                  <a:pt x="0" y="174498"/>
                </a:lnTo>
                <a:lnTo>
                  <a:pt x="2042922" y="174498"/>
                </a:lnTo>
                <a:lnTo>
                  <a:pt x="2042922" y="173736"/>
                </a:lnTo>
                <a:close/>
              </a:path>
              <a:path w="2043429" h="214629">
                <a:moveTo>
                  <a:pt x="2042922" y="170688"/>
                </a:moveTo>
                <a:lnTo>
                  <a:pt x="0" y="170688"/>
                </a:lnTo>
                <a:lnTo>
                  <a:pt x="0" y="171450"/>
                </a:lnTo>
                <a:lnTo>
                  <a:pt x="2042922" y="171450"/>
                </a:lnTo>
                <a:lnTo>
                  <a:pt x="2042922" y="170688"/>
                </a:lnTo>
                <a:close/>
              </a:path>
              <a:path w="2043429" h="214629">
                <a:moveTo>
                  <a:pt x="2042922" y="167640"/>
                </a:moveTo>
                <a:lnTo>
                  <a:pt x="0" y="167640"/>
                </a:lnTo>
                <a:lnTo>
                  <a:pt x="0" y="168402"/>
                </a:lnTo>
                <a:lnTo>
                  <a:pt x="2042922" y="168402"/>
                </a:lnTo>
                <a:lnTo>
                  <a:pt x="2042922" y="167640"/>
                </a:lnTo>
                <a:close/>
              </a:path>
              <a:path w="2043429" h="214629">
                <a:moveTo>
                  <a:pt x="2042922" y="164592"/>
                </a:moveTo>
                <a:lnTo>
                  <a:pt x="0" y="164592"/>
                </a:lnTo>
                <a:lnTo>
                  <a:pt x="0" y="165354"/>
                </a:lnTo>
                <a:lnTo>
                  <a:pt x="2042922" y="165354"/>
                </a:lnTo>
                <a:lnTo>
                  <a:pt x="2042922" y="164592"/>
                </a:lnTo>
                <a:close/>
              </a:path>
              <a:path w="2043429" h="214629">
                <a:moveTo>
                  <a:pt x="2042922" y="161544"/>
                </a:moveTo>
                <a:lnTo>
                  <a:pt x="0" y="161544"/>
                </a:lnTo>
                <a:lnTo>
                  <a:pt x="0" y="162306"/>
                </a:lnTo>
                <a:lnTo>
                  <a:pt x="2042922" y="162306"/>
                </a:lnTo>
                <a:lnTo>
                  <a:pt x="2042922" y="161544"/>
                </a:lnTo>
                <a:close/>
              </a:path>
              <a:path w="2043429" h="214629">
                <a:moveTo>
                  <a:pt x="2042922" y="158496"/>
                </a:moveTo>
                <a:lnTo>
                  <a:pt x="0" y="158496"/>
                </a:lnTo>
                <a:lnTo>
                  <a:pt x="0" y="159258"/>
                </a:lnTo>
                <a:lnTo>
                  <a:pt x="2042922" y="159258"/>
                </a:lnTo>
                <a:lnTo>
                  <a:pt x="2042922" y="158496"/>
                </a:lnTo>
                <a:close/>
              </a:path>
              <a:path w="2043429" h="214629">
                <a:moveTo>
                  <a:pt x="2042922" y="155448"/>
                </a:moveTo>
                <a:lnTo>
                  <a:pt x="0" y="155448"/>
                </a:lnTo>
                <a:lnTo>
                  <a:pt x="0" y="156210"/>
                </a:lnTo>
                <a:lnTo>
                  <a:pt x="2042922" y="156210"/>
                </a:lnTo>
                <a:lnTo>
                  <a:pt x="2042922" y="155448"/>
                </a:lnTo>
                <a:close/>
              </a:path>
              <a:path w="2043429" h="214629">
                <a:moveTo>
                  <a:pt x="2042922" y="152400"/>
                </a:moveTo>
                <a:lnTo>
                  <a:pt x="0" y="152400"/>
                </a:lnTo>
                <a:lnTo>
                  <a:pt x="0" y="153162"/>
                </a:lnTo>
                <a:lnTo>
                  <a:pt x="2042922" y="153162"/>
                </a:lnTo>
                <a:lnTo>
                  <a:pt x="2042922" y="152400"/>
                </a:lnTo>
                <a:close/>
              </a:path>
              <a:path w="2043429" h="214629">
                <a:moveTo>
                  <a:pt x="2042922" y="149352"/>
                </a:moveTo>
                <a:lnTo>
                  <a:pt x="0" y="149352"/>
                </a:lnTo>
                <a:lnTo>
                  <a:pt x="0" y="150114"/>
                </a:lnTo>
                <a:lnTo>
                  <a:pt x="2042922" y="150114"/>
                </a:lnTo>
                <a:lnTo>
                  <a:pt x="2042922" y="149352"/>
                </a:lnTo>
                <a:close/>
              </a:path>
              <a:path w="2043429" h="214629">
                <a:moveTo>
                  <a:pt x="2042922" y="146304"/>
                </a:moveTo>
                <a:lnTo>
                  <a:pt x="0" y="146304"/>
                </a:lnTo>
                <a:lnTo>
                  <a:pt x="0" y="147066"/>
                </a:lnTo>
                <a:lnTo>
                  <a:pt x="2042922" y="147066"/>
                </a:lnTo>
                <a:lnTo>
                  <a:pt x="2042922" y="146304"/>
                </a:lnTo>
                <a:close/>
              </a:path>
              <a:path w="2043429" h="214629">
                <a:moveTo>
                  <a:pt x="2042922" y="143256"/>
                </a:moveTo>
                <a:lnTo>
                  <a:pt x="0" y="143256"/>
                </a:lnTo>
                <a:lnTo>
                  <a:pt x="0" y="144018"/>
                </a:lnTo>
                <a:lnTo>
                  <a:pt x="2042922" y="144018"/>
                </a:lnTo>
                <a:lnTo>
                  <a:pt x="2042922" y="143256"/>
                </a:lnTo>
                <a:close/>
              </a:path>
              <a:path w="2043429" h="214629">
                <a:moveTo>
                  <a:pt x="2042922" y="140208"/>
                </a:moveTo>
                <a:lnTo>
                  <a:pt x="0" y="140208"/>
                </a:lnTo>
                <a:lnTo>
                  <a:pt x="0" y="140970"/>
                </a:lnTo>
                <a:lnTo>
                  <a:pt x="2042922" y="140970"/>
                </a:lnTo>
                <a:lnTo>
                  <a:pt x="2042922" y="140208"/>
                </a:lnTo>
                <a:close/>
              </a:path>
              <a:path w="2043429" h="214629">
                <a:moveTo>
                  <a:pt x="2042922" y="137160"/>
                </a:moveTo>
                <a:lnTo>
                  <a:pt x="0" y="137160"/>
                </a:lnTo>
                <a:lnTo>
                  <a:pt x="0" y="137922"/>
                </a:lnTo>
                <a:lnTo>
                  <a:pt x="2042922" y="137922"/>
                </a:lnTo>
                <a:lnTo>
                  <a:pt x="2042922" y="137160"/>
                </a:lnTo>
                <a:close/>
              </a:path>
              <a:path w="2043429" h="214629">
                <a:moveTo>
                  <a:pt x="2042922" y="134112"/>
                </a:moveTo>
                <a:lnTo>
                  <a:pt x="0" y="134112"/>
                </a:lnTo>
                <a:lnTo>
                  <a:pt x="0" y="134874"/>
                </a:lnTo>
                <a:lnTo>
                  <a:pt x="2042922" y="134874"/>
                </a:lnTo>
                <a:lnTo>
                  <a:pt x="2042922" y="134112"/>
                </a:lnTo>
                <a:close/>
              </a:path>
              <a:path w="2043429" h="214629">
                <a:moveTo>
                  <a:pt x="2042922" y="131064"/>
                </a:moveTo>
                <a:lnTo>
                  <a:pt x="0" y="131064"/>
                </a:lnTo>
                <a:lnTo>
                  <a:pt x="0" y="131826"/>
                </a:lnTo>
                <a:lnTo>
                  <a:pt x="2042922" y="131826"/>
                </a:lnTo>
                <a:lnTo>
                  <a:pt x="2042922" y="131064"/>
                </a:lnTo>
                <a:close/>
              </a:path>
              <a:path w="2043429" h="214629">
                <a:moveTo>
                  <a:pt x="2042922" y="128016"/>
                </a:moveTo>
                <a:lnTo>
                  <a:pt x="0" y="128016"/>
                </a:lnTo>
                <a:lnTo>
                  <a:pt x="0" y="128778"/>
                </a:lnTo>
                <a:lnTo>
                  <a:pt x="2042922" y="128778"/>
                </a:lnTo>
                <a:lnTo>
                  <a:pt x="2042922" y="128016"/>
                </a:lnTo>
                <a:close/>
              </a:path>
              <a:path w="2043429" h="214629">
                <a:moveTo>
                  <a:pt x="2042922" y="124968"/>
                </a:moveTo>
                <a:lnTo>
                  <a:pt x="0" y="124968"/>
                </a:lnTo>
                <a:lnTo>
                  <a:pt x="0" y="125730"/>
                </a:lnTo>
                <a:lnTo>
                  <a:pt x="2042922" y="125730"/>
                </a:lnTo>
                <a:lnTo>
                  <a:pt x="2042922" y="124968"/>
                </a:lnTo>
                <a:close/>
              </a:path>
              <a:path w="2043429" h="214629">
                <a:moveTo>
                  <a:pt x="2042922" y="121920"/>
                </a:moveTo>
                <a:lnTo>
                  <a:pt x="0" y="121920"/>
                </a:lnTo>
                <a:lnTo>
                  <a:pt x="0" y="122682"/>
                </a:lnTo>
                <a:lnTo>
                  <a:pt x="2042922" y="122682"/>
                </a:lnTo>
                <a:lnTo>
                  <a:pt x="2042922" y="121920"/>
                </a:lnTo>
                <a:close/>
              </a:path>
              <a:path w="2043429" h="214629">
                <a:moveTo>
                  <a:pt x="2042922" y="118872"/>
                </a:moveTo>
                <a:lnTo>
                  <a:pt x="0" y="118872"/>
                </a:lnTo>
                <a:lnTo>
                  <a:pt x="0" y="119634"/>
                </a:lnTo>
                <a:lnTo>
                  <a:pt x="2042922" y="119634"/>
                </a:lnTo>
                <a:lnTo>
                  <a:pt x="2042922" y="118872"/>
                </a:lnTo>
                <a:close/>
              </a:path>
              <a:path w="2043429" h="214629">
                <a:moveTo>
                  <a:pt x="2042922" y="115824"/>
                </a:moveTo>
                <a:lnTo>
                  <a:pt x="0" y="115824"/>
                </a:lnTo>
                <a:lnTo>
                  <a:pt x="0" y="116586"/>
                </a:lnTo>
                <a:lnTo>
                  <a:pt x="2042922" y="116586"/>
                </a:lnTo>
                <a:lnTo>
                  <a:pt x="2042922" y="115824"/>
                </a:lnTo>
                <a:close/>
              </a:path>
              <a:path w="2043429" h="214629">
                <a:moveTo>
                  <a:pt x="2042922" y="112776"/>
                </a:moveTo>
                <a:lnTo>
                  <a:pt x="0" y="112776"/>
                </a:lnTo>
                <a:lnTo>
                  <a:pt x="0" y="113538"/>
                </a:lnTo>
                <a:lnTo>
                  <a:pt x="2042922" y="113538"/>
                </a:lnTo>
                <a:lnTo>
                  <a:pt x="2042922" y="112776"/>
                </a:lnTo>
                <a:close/>
              </a:path>
              <a:path w="2043429" h="214629">
                <a:moveTo>
                  <a:pt x="2042922" y="109728"/>
                </a:moveTo>
                <a:lnTo>
                  <a:pt x="0" y="109728"/>
                </a:lnTo>
                <a:lnTo>
                  <a:pt x="0" y="110490"/>
                </a:lnTo>
                <a:lnTo>
                  <a:pt x="2042922" y="110490"/>
                </a:lnTo>
                <a:lnTo>
                  <a:pt x="2042922" y="109728"/>
                </a:lnTo>
                <a:close/>
              </a:path>
              <a:path w="2043429" h="214629">
                <a:moveTo>
                  <a:pt x="2042922" y="106680"/>
                </a:moveTo>
                <a:lnTo>
                  <a:pt x="0" y="106680"/>
                </a:lnTo>
                <a:lnTo>
                  <a:pt x="0" y="107442"/>
                </a:lnTo>
                <a:lnTo>
                  <a:pt x="2042922" y="107442"/>
                </a:lnTo>
                <a:lnTo>
                  <a:pt x="2042922" y="106680"/>
                </a:lnTo>
                <a:close/>
              </a:path>
              <a:path w="2043429" h="214629">
                <a:moveTo>
                  <a:pt x="2042922" y="103632"/>
                </a:moveTo>
                <a:lnTo>
                  <a:pt x="0" y="103632"/>
                </a:lnTo>
                <a:lnTo>
                  <a:pt x="0" y="104394"/>
                </a:lnTo>
                <a:lnTo>
                  <a:pt x="2042922" y="104394"/>
                </a:lnTo>
                <a:lnTo>
                  <a:pt x="2042922" y="103632"/>
                </a:lnTo>
                <a:close/>
              </a:path>
              <a:path w="2043429" h="214629">
                <a:moveTo>
                  <a:pt x="2042922" y="100584"/>
                </a:moveTo>
                <a:lnTo>
                  <a:pt x="0" y="100584"/>
                </a:lnTo>
                <a:lnTo>
                  <a:pt x="0" y="101346"/>
                </a:lnTo>
                <a:lnTo>
                  <a:pt x="2042922" y="101346"/>
                </a:lnTo>
                <a:lnTo>
                  <a:pt x="2042922" y="100584"/>
                </a:lnTo>
                <a:close/>
              </a:path>
              <a:path w="2043429" h="214629">
                <a:moveTo>
                  <a:pt x="2042922" y="97536"/>
                </a:moveTo>
                <a:lnTo>
                  <a:pt x="0" y="97536"/>
                </a:lnTo>
                <a:lnTo>
                  <a:pt x="0" y="98298"/>
                </a:lnTo>
                <a:lnTo>
                  <a:pt x="2042922" y="98298"/>
                </a:lnTo>
                <a:lnTo>
                  <a:pt x="2042922" y="97536"/>
                </a:lnTo>
                <a:close/>
              </a:path>
              <a:path w="2043429" h="214629">
                <a:moveTo>
                  <a:pt x="2042922" y="94488"/>
                </a:moveTo>
                <a:lnTo>
                  <a:pt x="0" y="94488"/>
                </a:lnTo>
                <a:lnTo>
                  <a:pt x="0" y="95250"/>
                </a:lnTo>
                <a:lnTo>
                  <a:pt x="2042922" y="95250"/>
                </a:lnTo>
                <a:lnTo>
                  <a:pt x="2042922" y="94488"/>
                </a:lnTo>
                <a:close/>
              </a:path>
              <a:path w="2043429" h="214629">
                <a:moveTo>
                  <a:pt x="2042922" y="91440"/>
                </a:moveTo>
                <a:lnTo>
                  <a:pt x="0" y="91440"/>
                </a:lnTo>
                <a:lnTo>
                  <a:pt x="0" y="92202"/>
                </a:lnTo>
                <a:lnTo>
                  <a:pt x="2042922" y="92202"/>
                </a:lnTo>
                <a:lnTo>
                  <a:pt x="2042922" y="91440"/>
                </a:lnTo>
                <a:close/>
              </a:path>
              <a:path w="2043429" h="214629">
                <a:moveTo>
                  <a:pt x="2042922" y="88392"/>
                </a:moveTo>
                <a:lnTo>
                  <a:pt x="0" y="88392"/>
                </a:lnTo>
                <a:lnTo>
                  <a:pt x="0" y="89154"/>
                </a:lnTo>
                <a:lnTo>
                  <a:pt x="2042922" y="89154"/>
                </a:lnTo>
                <a:lnTo>
                  <a:pt x="2042922" y="88392"/>
                </a:lnTo>
                <a:close/>
              </a:path>
              <a:path w="2043429" h="214629">
                <a:moveTo>
                  <a:pt x="2042922" y="85344"/>
                </a:moveTo>
                <a:lnTo>
                  <a:pt x="0" y="85344"/>
                </a:lnTo>
                <a:lnTo>
                  <a:pt x="0" y="86106"/>
                </a:lnTo>
                <a:lnTo>
                  <a:pt x="2042922" y="86106"/>
                </a:lnTo>
                <a:lnTo>
                  <a:pt x="2042922" y="85344"/>
                </a:lnTo>
                <a:close/>
              </a:path>
              <a:path w="2043429" h="214629">
                <a:moveTo>
                  <a:pt x="2042922" y="82296"/>
                </a:moveTo>
                <a:lnTo>
                  <a:pt x="0" y="82296"/>
                </a:lnTo>
                <a:lnTo>
                  <a:pt x="0" y="83058"/>
                </a:lnTo>
                <a:lnTo>
                  <a:pt x="2042922" y="83058"/>
                </a:lnTo>
                <a:lnTo>
                  <a:pt x="2042922" y="82296"/>
                </a:lnTo>
                <a:close/>
              </a:path>
              <a:path w="2043429" h="214629">
                <a:moveTo>
                  <a:pt x="2042922" y="79248"/>
                </a:moveTo>
                <a:lnTo>
                  <a:pt x="0" y="79248"/>
                </a:lnTo>
                <a:lnTo>
                  <a:pt x="0" y="80010"/>
                </a:lnTo>
                <a:lnTo>
                  <a:pt x="2042922" y="80010"/>
                </a:lnTo>
                <a:lnTo>
                  <a:pt x="2042922" y="79248"/>
                </a:lnTo>
                <a:close/>
              </a:path>
              <a:path w="2043429" h="214629">
                <a:moveTo>
                  <a:pt x="2042922" y="76200"/>
                </a:moveTo>
                <a:lnTo>
                  <a:pt x="0" y="76200"/>
                </a:lnTo>
                <a:lnTo>
                  <a:pt x="0" y="76962"/>
                </a:lnTo>
                <a:lnTo>
                  <a:pt x="2042922" y="76962"/>
                </a:lnTo>
                <a:lnTo>
                  <a:pt x="2042922" y="76200"/>
                </a:lnTo>
                <a:close/>
              </a:path>
              <a:path w="2043429" h="214629">
                <a:moveTo>
                  <a:pt x="2042922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42922" y="73914"/>
                </a:lnTo>
                <a:lnTo>
                  <a:pt x="2042922" y="73152"/>
                </a:lnTo>
                <a:close/>
              </a:path>
              <a:path w="2043429" h="214629">
                <a:moveTo>
                  <a:pt x="2042922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42922" y="70866"/>
                </a:lnTo>
                <a:lnTo>
                  <a:pt x="2042922" y="70104"/>
                </a:lnTo>
                <a:close/>
              </a:path>
              <a:path w="2043429" h="214629">
                <a:moveTo>
                  <a:pt x="2042922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42922" y="67818"/>
                </a:lnTo>
                <a:lnTo>
                  <a:pt x="2042922" y="67056"/>
                </a:lnTo>
                <a:close/>
              </a:path>
              <a:path w="2043429" h="214629">
                <a:moveTo>
                  <a:pt x="2042922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42922" y="64770"/>
                </a:lnTo>
                <a:lnTo>
                  <a:pt x="2042922" y="64008"/>
                </a:lnTo>
                <a:close/>
              </a:path>
              <a:path w="2043429" h="214629">
                <a:moveTo>
                  <a:pt x="2042922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42922" y="61722"/>
                </a:lnTo>
                <a:lnTo>
                  <a:pt x="2042922" y="60960"/>
                </a:lnTo>
                <a:close/>
              </a:path>
              <a:path w="2043429" h="214629">
                <a:moveTo>
                  <a:pt x="2042922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42922" y="58674"/>
                </a:lnTo>
                <a:lnTo>
                  <a:pt x="2042922" y="57912"/>
                </a:lnTo>
                <a:close/>
              </a:path>
              <a:path w="2043429" h="214629">
                <a:moveTo>
                  <a:pt x="2042922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42922" y="55626"/>
                </a:lnTo>
                <a:lnTo>
                  <a:pt x="2042922" y="54864"/>
                </a:lnTo>
                <a:close/>
              </a:path>
              <a:path w="2043429" h="214629">
                <a:moveTo>
                  <a:pt x="2042922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42922" y="52578"/>
                </a:lnTo>
                <a:lnTo>
                  <a:pt x="2042922" y="51816"/>
                </a:lnTo>
                <a:close/>
              </a:path>
              <a:path w="2043429" h="214629">
                <a:moveTo>
                  <a:pt x="2042922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42922" y="49530"/>
                </a:lnTo>
                <a:lnTo>
                  <a:pt x="2042922" y="48768"/>
                </a:lnTo>
                <a:close/>
              </a:path>
              <a:path w="2043429" h="214629">
                <a:moveTo>
                  <a:pt x="2042922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42922" y="46482"/>
                </a:lnTo>
                <a:lnTo>
                  <a:pt x="2042922" y="45720"/>
                </a:lnTo>
                <a:close/>
              </a:path>
              <a:path w="2043429" h="214629">
                <a:moveTo>
                  <a:pt x="2042922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42922" y="43434"/>
                </a:lnTo>
                <a:lnTo>
                  <a:pt x="2042922" y="42672"/>
                </a:lnTo>
                <a:close/>
              </a:path>
              <a:path w="2043429" h="214629">
                <a:moveTo>
                  <a:pt x="2042922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42922" y="40386"/>
                </a:lnTo>
                <a:lnTo>
                  <a:pt x="2042922" y="39624"/>
                </a:lnTo>
                <a:close/>
              </a:path>
              <a:path w="2043429" h="214629">
                <a:moveTo>
                  <a:pt x="2042922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42922" y="37338"/>
                </a:lnTo>
                <a:lnTo>
                  <a:pt x="2042922" y="36576"/>
                </a:lnTo>
                <a:close/>
              </a:path>
              <a:path w="2043429" h="214629">
                <a:moveTo>
                  <a:pt x="2042922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42922" y="34290"/>
                </a:lnTo>
                <a:lnTo>
                  <a:pt x="2042922" y="33528"/>
                </a:lnTo>
                <a:close/>
              </a:path>
              <a:path w="2043429" h="214629">
                <a:moveTo>
                  <a:pt x="2042922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42922" y="31242"/>
                </a:lnTo>
                <a:lnTo>
                  <a:pt x="2042922" y="30480"/>
                </a:lnTo>
                <a:close/>
              </a:path>
              <a:path w="2043429" h="214629">
                <a:moveTo>
                  <a:pt x="2042922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42922" y="28194"/>
                </a:lnTo>
                <a:lnTo>
                  <a:pt x="2042922" y="27432"/>
                </a:lnTo>
                <a:close/>
              </a:path>
              <a:path w="2043429" h="214629">
                <a:moveTo>
                  <a:pt x="2042922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42922" y="25146"/>
                </a:lnTo>
                <a:lnTo>
                  <a:pt x="2042922" y="24384"/>
                </a:lnTo>
                <a:close/>
              </a:path>
              <a:path w="2043429" h="214629">
                <a:moveTo>
                  <a:pt x="2042922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42922" y="22098"/>
                </a:lnTo>
                <a:lnTo>
                  <a:pt x="2042922" y="21336"/>
                </a:lnTo>
                <a:close/>
              </a:path>
              <a:path w="2043429" h="214629">
                <a:moveTo>
                  <a:pt x="2042922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42922" y="19050"/>
                </a:lnTo>
                <a:lnTo>
                  <a:pt x="2042922" y="18288"/>
                </a:lnTo>
                <a:close/>
              </a:path>
              <a:path w="2043429" h="214629">
                <a:moveTo>
                  <a:pt x="2042922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42922" y="16002"/>
                </a:lnTo>
                <a:lnTo>
                  <a:pt x="2042922" y="15240"/>
                </a:lnTo>
                <a:close/>
              </a:path>
              <a:path w="2043429" h="214629">
                <a:moveTo>
                  <a:pt x="2042922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42922" y="12954"/>
                </a:lnTo>
                <a:lnTo>
                  <a:pt x="2042922" y="12192"/>
                </a:lnTo>
                <a:close/>
              </a:path>
              <a:path w="2043429" h="214629">
                <a:moveTo>
                  <a:pt x="2042922" y="9144"/>
                </a:moveTo>
                <a:lnTo>
                  <a:pt x="0" y="9144"/>
                </a:lnTo>
                <a:lnTo>
                  <a:pt x="0" y="9906"/>
                </a:lnTo>
                <a:lnTo>
                  <a:pt x="2042922" y="9906"/>
                </a:lnTo>
                <a:lnTo>
                  <a:pt x="2042922" y="9144"/>
                </a:lnTo>
                <a:close/>
              </a:path>
              <a:path w="2043429" h="214629">
                <a:moveTo>
                  <a:pt x="2042922" y="6096"/>
                </a:moveTo>
                <a:lnTo>
                  <a:pt x="0" y="6096"/>
                </a:lnTo>
                <a:lnTo>
                  <a:pt x="0" y="6858"/>
                </a:lnTo>
                <a:lnTo>
                  <a:pt x="2042922" y="6858"/>
                </a:lnTo>
                <a:lnTo>
                  <a:pt x="2042922" y="6096"/>
                </a:lnTo>
                <a:close/>
              </a:path>
              <a:path w="2043429" h="214629">
                <a:moveTo>
                  <a:pt x="2042922" y="3048"/>
                </a:moveTo>
                <a:lnTo>
                  <a:pt x="0" y="3048"/>
                </a:lnTo>
                <a:lnTo>
                  <a:pt x="0" y="3810"/>
                </a:lnTo>
                <a:lnTo>
                  <a:pt x="2042922" y="3810"/>
                </a:lnTo>
                <a:lnTo>
                  <a:pt x="2042922" y="3048"/>
                </a:lnTo>
                <a:close/>
              </a:path>
              <a:path w="2043429" h="214629">
                <a:moveTo>
                  <a:pt x="2042922" y="0"/>
                </a:moveTo>
                <a:lnTo>
                  <a:pt x="0" y="0"/>
                </a:lnTo>
                <a:lnTo>
                  <a:pt x="0" y="762"/>
                </a:lnTo>
                <a:lnTo>
                  <a:pt x="2042922" y="762"/>
                </a:lnTo>
                <a:lnTo>
                  <a:pt x="2042922" y="0"/>
                </a:lnTo>
                <a:close/>
              </a:path>
            </a:pathLst>
          </a:custGeom>
          <a:solidFill>
            <a:srgbClr val="CC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bg object 45"/>
          <p:cNvSpPr/>
          <p:nvPr/>
        </p:nvSpPr>
        <p:spPr>
          <a:xfrm>
            <a:off x="6360553" y="4470542"/>
            <a:ext cx="2043430" cy="214629"/>
          </a:xfrm>
          <a:custGeom>
            <a:avLst/>
            <a:gdLst/>
            <a:ahLst/>
            <a:cxnLst/>
            <a:rect l="l" t="t" r="r" b="b"/>
            <a:pathLst>
              <a:path w="2043429" h="214629">
                <a:moveTo>
                  <a:pt x="2042922" y="213360"/>
                </a:moveTo>
                <a:lnTo>
                  <a:pt x="0" y="213360"/>
                </a:lnTo>
                <a:lnTo>
                  <a:pt x="0" y="214122"/>
                </a:lnTo>
                <a:lnTo>
                  <a:pt x="2042922" y="214122"/>
                </a:lnTo>
                <a:lnTo>
                  <a:pt x="2042922" y="213360"/>
                </a:lnTo>
                <a:close/>
              </a:path>
              <a:path w="2043429" h="214629">
                <a:moveTo>
                  <a:pt x="2042922" y="210312"/>
                </a:moveTo>
                <a:lnTo>
                  <a:pt x="0" y="210312"/>
                </a:lnTo>
                <a:lnTo>
                  <a:pt x="0" y="211074"/>
                </a:lnTo>
                <a:lnTo>
                  <a:pt x="2042922" y="211074"/>
                </a:lnTo>
                <a:lnTo>
                  <a:pt x="2042922" y="210312"/>
                </a:lnTo>
                <a:close/>
              </a:path>
              <a:path w="2043429" h="214629">
                <a:moveTo>
                  <a:pt x="2042922" y="207264"/>
                </a:moveTo>
                <a:lnTo>
                  <a:pt x="0" y="207264"/>
                </a:lnTo>
                <a:lnTo>
                  <a:pt x="0" y="208026"/>
                </a:lnTo>
                <a:lnTo>
                  <a:pt x="2042922" y="208026"/>
                </a:lnTo>
                <a:lnTo>
                  <a:pt x="2042922" y="207264"/>
                </a:lnTo>
                <a:close/>
              </a:path>
              <a:path w="2043429" h="214629">
                <a:moveTo>
                  <a:pt x="2042922" y="204216"/>
                </a:moveTo>
                <a:lnTo>
                  <a:pt x="0" y="204216"/>
                </a:lnTo>
                <a:lnTo>
                  <a:pt x="0" y="204978"/>
                </a:lnTo>
                <a:lnTo>
                  <a:pt x="2042922" y="204978"/>
                </a:lnTo>
                <a:lnTo>
                  <a:pt x="2042922" y="204216"/>
                </a:lnTo>
                <a:close/>
              </a:path>
              <a:path w="2043429" h="214629">
                <a:moveTo>
                  <a:pt x="2042922" y="201168"/>
                </a:moveTo>
                <a:lnTo>
                  <a:pt x="0" y="201168"/>
                </a:lnTo>
                <a:lnTo>
                  <a:pt x="0" y="201930"/>
                </a:lnTo>
                <a:lnTo>
                  <a:pt x="2042922" y="201930"/>
                </a:lnTo>
                <a:lnTo>
                  <a:pt x="2042922" y="201168"/>
                </a:lnTo>
                <a:close/>
              </a:path>
              <a:path w="2043429" h="214629">
                <a:moveTo>
                  <a:pt x="2042922" y="198120"/>
                </a:moveTo>
                <a:lnTo>
                  <a:pt x="0" y="198120"/>
                </a:lnTo>
                <a:lnTo>
                  <a:pt x="0" y="198882"/>
                </a:lnTo>
                <a:lnTo>
                  <a:pt x="2042922" y="198882"/>
                </a:lnTo>
                <a:lnTo>
                  <a:pt x="2042922" y="198120"/>
                </a:lnTo>
                <a:close/>
              </a:path>
              <a:path w="2043429" h="214629">
                <a:moveTo>
                  <a:pt x="2042922" y="195072"/>
                </a:moveTo>
                <a:lnTo>
                  <a:pt x="0" y="195072"/>
                </a:lnTo>
                <a:lnTo>
                  <a:pt x="0" y="195834"/>
                </a:lnTo>
                <a:lnTo>
                  <a:pt x="2042922" y="195834"/>
                </a:lnTo>
                <a:lnTo>
                  <a:pt x="2042922" y="195072"/>
                </a:lnTo>
                <a:close/>
              </a:path>
              <a:path w="2043429" h="214629">
                <a:moveTo>
                  <a:pt x="2042922" y="192024"/>
                </a:moveTo>
                <a:lnTo>
                  <a:pt x="0" y="192024"/>
                </a:lnTo>
                <a:lnTo>
                  <a:pt x="0" y="192786"/>
                </a:lnTo>
                <a:lnTo>
                  <a:pt x="2042922" y="192786"/>
                </a:lnTo>
                <a:lnTo>
                  <a:pt x="2042922" y="192024"/>
                </a:lnTo>
                <a:close/>
              </a:path>
              <a:path w="2043429" h="214629">
                <a:moveTo>
                  <a:pt x="2042922" y="188976"/>
                </a:moveTo>
                <a:lnTo>
                  <a:pt x="0" y="188976"/>
                </a:lnTo>
                <a:lnTo>
                  <a:pt x="0" y="189738"/>
                </a:lnTo>
                <a:lnTo>
                  <a:pt x="2042922" y="189738"/>
                </a:lnTo>
                <a:lnTo>
                  <a:pt x="2042922" y="188976"/>
                </a:lnTo>
                <a:close/>
              </a:path>
              <a:path w="2043429" h="214629">
                <a:moveTo>
                  <a:pt x="2042922" y="185928"/>
                </a:moveTo>
                <a:lnTo>
                  <a:pt x="0" y="185928"/>
                </a:lnTo>
                <a:lnTo>
                  <a:pt x="0" y="186690"/>
                </a:lnTo>
                <a:lnTo>
                  <a:pt x="2042922" y="186690"/>
                </a:lnTo>
                <a:lnTo>
                  <a:pt x="2042922" y="185928"/>
                </a:lnTo>
                <a:close/>
              </a:path>
              <a:path w="2043429" h="214629">
                <a:moveTo>
                  <a:pt x="2042922" y="182880"/>
                </a:moveTo>
                <a:lnTo>
                  <a:pt x="0" y="182880"/>
                </a:lnTo>
                <a:lnTo>
                  <a:pt x="0" y="183642"/>
                </a:lnTo>
                <a:lnTo>
                  <a:pt x="2042922" y="183642"/>
                </a:lnTo>
                <a:lnTo>
                  <a:pt x="2042922" y="182880"/>
                </a:lnTo>
                <a:close/>
              </a:path>
              <a:path w="2043429" h="214629">
                <a:moveTo>
                  <a:pt x="2042922" y="179832"/>
                </a:moveTo>
                <a:lnTo>
                  <a:pt x="0" y="179832"/>
                </a:lnTo>
                <a:lnTo>
                  <a:pt x="0" y="180594"/>
                </a:lnTo>
                <a:lnTo>
                  <a:pt x="2042922" y="180594"/>
                </a:lnTo>
                <a:lnTo>
                  <a:pt x="2042922" y="179832"/>
                </a:lnTo>
                <a:close/>
              </a:path>
              <a:path w="2043429" h="214629">
                <a:moveTo>
                  <a:pt x="2042922" y="176784"/>
                </a:moveTo>
                <a:lnTo>
                  <a:pt x="0" y="176784"/>
                </a:lnTo>
                <a:lnTo>
                  <a:pt x="0" y="177546"/>
                </a:lnTo>
                <a:lnTo>
                  <a:pt x="2042922" y="177546"/>
                </a:lnTo>
                <a:lnTo>
                  <a:pt x="2042922" y="176784"/>
                </a:lnTo>
                <a:close/>
              </a:path>
              <a:path w="2043429" h="214629">
                <a:moveTo>
                  <a:pt x="2042922" y="173736"/>
                </a:moveTo>
                <a:lnTo>
                  <a:pt x="0" y="173736"/>
                </a:lnTo>
                <a:lnTo>
                  <a:pt x="0" y="174498"/>
                </a:lnTo>
                <a:lnTo>
                  <a:pt x="2042922" y="174498"/>
                </a:lnTo>
                <a:lnTo>
                  <a:pt x="2042922" y="173736"/>
                </a:lnTo>
                <a:close/>
              </a:path>
              <a:path w="2043429" h="214629">
                <a:moveTo>
                  <a:pt x="2042922" y="170688"/>
                </a:moveTo>
                <a:lnTo>
                  <a:pt x="0" y="170688"/>
                </a:lnTo>
                <a:lnTo>
                  <a:pt x="0" y="171450"/>
                </a:lnTo>
                <a:lnTo>
                  <a:pt x="2042922" y="171450"/>
                </a:lnTo>
                <a:lnTo>
                  <a:pt x="2042922" y="170688"/>
                </a:lnTo>
                <a:close/>
              </a:path>
              <a:path w="2043429" h="214629">
                <a:moveTo>
                  <a:pt x="2042922" y="167640"/>
                </a:moveTo>
                <a:lnTo>
                  <a:pt x="0" y="167640"/>
                </a:lnTo>
                <a:lnTo>
                  <a:pt x="0" y="168402"/>
                </a:lnTo>
                <a:lnTo>
                  <a:pt x="2042922" y="168402"/>
                </a:lnTo>
                <a:lnTo>
                  <a:pt x="2042922" y="167640"/>
                </a:lnTo>
                <a:close/>
              </a:path>
              <a:path w="2043429" h="214629">
                <a:moveTo>
                  <a:pt x="2042922" y="164592"/>
                </a:moveTo>
                <a:lnTo>
                  <a:pt x="0" y="164592"/>
                </a:lnTo>
                <a:lnTo>
                  <a:pt x="0" y="165354"/>
                </a:lnTo>
                <a:lnTo>
                  <a:pt x="2042922" y="165354"/>
                </a:lnTo>
                <a:lnTo>
                  <a:pt x="2042922" y="164592"/>
                </a:lnTo>
                <a:close/>
              </a:path>
              <a:path w="2043429" h="214629">
                <a:moveTo>
                  <a:pt x="2042922" y="161544"/>
                </a:moveTo>
                <a:lnTo>
                  <a:pt x="0" y="161544"/>
                </a:lnTo>
                <a:lnTo>
                  <a:pt x="0" y="162306"/>
                </a:lnTo>
                <a:lnTo>
                  <a:pt x="2042922" y="162306"/>
                </a:lnTo>
                <a:lnTo>
                  <a:pt x="2042922" y="161544"/>
                </a:lnTo>
                <a:close/>
              </a:path>
              <a:path w="2043429" h="214629">
                <a:moveTo>
                  <a:pt x="2042922" y="158496"/>
                </a:moveTo>
                <a:lnTo>
                  <a:pt x="0" y="158496"/>
                </a:lnTo>
                <a:lnTo>
                  <a:pt x="0" y="159258"/>
                </a:lnTo>
                <a:lnTo>
                  <a:pt x="2042922" y="159258"/>
                </a:lnTo>
                <a:lnTo>
                  <a:pt x="2042922" y="158496"/>
                </a:lnTo>
                <a:close/>
              </a:path>
              <a:path w="2043429" h="214629">
                <a:moveTo>
                  <a:pt x="2042922" y="155448"/>
                </a:moveTo>
                <a:lnTo>
                  <a:pt x="0" y="155448"/>
                </a:lnTo>
                <a:lnTo>
                  <a:pt x="0" y="156210"/>
                </a:lnTo>
                <a:lnTo>
                  <a:pt x="2042922" y="156210"/>
                </a:lnTo>
                <a:lnTo>
                  <a:pt x="2042922" y="155448"/>
                </a:lnTo>
                <a:close/>
              </a:path>
              <a:path w="2043429" h="214629">
                <a:moveTo>
                  <a:pt x="2042922" y="152400"/>
                </a:moveTo>
                <a:lnTo>
                  <a:pt x="0" y="152400"/>
                </a:lnTo>
                <a:lnTo>
                  <a:pt x="0" y="153162"/>
                </a:lnTo>
                <a:lnTo>
                  <a:pt x="2042922" y="153162"/>
                </a:lnTo>
                <a:lnTo>
                  <a:pt x="2042922" y="152400"/>
                </a:lnTo>
                <a:close/>
              </a:path>
              <a:path w="2043429" h="214629">
                <a:moveTo>
                  <a:pt x="2042922" y="149352"/>
                </a:moveTo>
                <a:lnTo>
                  <a:pt x="0" y="149352"/>
                </a:lnTo>
                <a:lnTo>
                  <a:pt x="0" y="150114"/>
                </a:lnTo>
                <a:lnTo>
                  <a:pt x="2042922" y="150114"/>
                </a:lnTo>
                <a:lnTo>
                  <a:pt x="2042922" y="149352"/>
                </a:lnTo>
                <a:close/>
              </a:path>
              <a:path w="2043429" h="214629">
                <a:moveTo>
                  <a:pt x="2042922" y="146304"/>
                </a:moveTo>
                <a:lnTo>
                  <a:pt x="0" y="146304"/>
                </a:lnTo>
                <a:lnTo>
                  <a:pt x="0" y="147066"/>
                </a:lnTo>
                <a:lnTo>
                  <a:pt x="2042922" y="147066"/>
                </a:lnTo>
                <a:lnTo>
                  <a:pt x="2042922" y="146304"/>
                </a:lnTo>
                <a:close/>
              </a:path>
              <a:path w="2043429" h="214629">
                <a:moveTo>
                  <a:pt x="2042922" y="143256"/>
                </a:moveTo>
                <a:lnTo>
                  <a:pt x="0" y="143256"/>
                </a:lnTo>
                <a:lnTo>
                  <a:pt x="0" y="144018"/>
                </a:lnTo>
                <a:lnTo>
                  <a:pt x="2042922" y="144018"/>
                </a:lnTo>
                <a:lnTo>
                  <a:pt x="2042922" y="143256"/>
                </a:lnTo>
                <a:close/>
              </a:path>
              <a:path w="2043429" h="214629">
                <a:moveTo>
                  <a:pt x="2042922" y="140208"/>
                </a:moveTo>
                <a:lnTo>
                  <a:pt x="0" y="140208"/>
                </a:lnTo>
                <a:lnTo>
                  <a:pt x="0" y="140970"/>
                </a:lnTo>
                <a:lnTo>
                  <a:pt x="2042922" y="140970"/>
                </a:lnTo>
                <a:lnTo>
                  <a:pt x="2042922" y="140208"/>
                </a:lnTo>
                <a:close/>
              </a:path>
              <a:path w="2043429" h="214629">
                <a:moveTo>
                  <a:pt x="2042922" y="137160"/>
                </a:moveTo>
                <a:lnTo>
                  <a:pt x="0" y="137160"/>
                </a:lnTo>
                <a:lnTo>
                  <a:pt x="0" y="137922"/>
                </a:lnTo>
                <a:lnTo>
                  <a:pt x="2042922" y="137922"/>
                </a:lnTo>
                <a:lnTo>
                  <a:pt x="2042922" y="137160"/>
                </a:lnTo>
                <a:close/>
              </a:path>
              <a:path w="2043429" h="214629">
                <a:moveTo>
                  <a:pt x="2042922" y="134112"/>
                </a:moveTo>
                <a:lnTo>
                  <a:pt x="0" y="134112"/>
                </a:lnTo>
                <a:lnTo>
                  <a:pt x="0" y="134874"/>
                </a:lnTo>
                <a:lnTo>
                  <a:pt x="2042922" y="134874"/>
                </a:lnTo>
                <a:lnTo>
                  <a:pt x="2042922" y="134112"/>
                </a:lnTo>
                <a:close/>
              </a:path>
              <a:path w="2043429" h="214629">
                <a:moveTo>
                  <a:pt x="2042922" y="131064"/>
                </a:moveTo>
                <a:lnTo>
                  <a:pt x="0" y="131064"/>
                </a:lnTo>
                <a:lnTo>
                  <a:pt x="0" y="131826"/>
                </a:lnTo>
                <a:lnTo>
                  <a:pt x="2042922" y="131826"/>
                </a:lnTo>
                <a:lnTo>
                  <a:pt x="2042922" y="131064"/>
                </a:lnTo>
                <a:close/>
              </a:path>
              <a:path w="2043429" h="214629">
                <a:moveTo>
                  <a:pt x="2042922" y="128016"/>
                </a:moveTo>
                <a:lnTo>
                  <a:pt x="0" y="128016"/>
                </a:lnTo>
                <a:lnTo>
                  <a:pt x="0" y="128778"/>
                </a:lnTo>
                <a:lnTo>
                  <a:pt x="2042922" y="128778"/>
                </a:lnTo>
                <a:lnTo>
                  <a:pt x="2042922" y="128016"/>
                </a:lnTo>
                <a:close/>
              </a:path>
              <a:path w="2043429" h="214629">
                <a:moveTo>
                  <a:pt x="2042922" y="124968"/>
                </a:moveTo>
                <a:lnTo>
                  <a:pt x="0" y="124968"/>
                </a:lnTo>
                <a:lnTo>
                  <a:pt x="0" y="125730"/>
                </a:lnTo>
                <a:lnTo>
                  <a:pt x="2042922" y="125730"/>
                </a:lnTo>
                <a:lnTo>
                  <a:pt x="2042922" y="124968"/>
                </a:lnTo>
                <a:close/>
              </a:path>
              <a:path w="2043429" h="214629">
                <a:moveTo>
                  <a:pt x="2042922" y="121920"/>
                </a:moveTo>
                <a:lnTo>
                  <a:pt x="0" y="121920"/>
                </a:lnTo>
                <a:lnTo>
                  <a:pt x="0" y="122682"/>
                </a:lnTo>
                <a:lnTo>
                  <a:pt x="2042922" y="122682"/>
                </a:lnTo>
                <a:lnTo>
                  <a:pt x="2042922" y="121920"/>
                </a:lnTo>
                <a:close/>
              </a:path>
              <a:path w="2043429" h="214629">
                <a:moveTo>
                  <a:pt x="2042922" y="118872"/>
                </a:moveTo>
                <a:lnTo>
                  <a:pt x="0" y="118872"/>
                </a:lnTo>
                <a:lnTo>
                  <a:pt x="0" y="119634"/>
                </a:lnTo>
                <a:lnTo>
                  <a:pt x="2042922" y="119634"/>
                </a:lnTo>
                <a:lnTo>
                  <a:pt x="2042922" y="118872"/>
                </a:lnTo>
                <a:close/>
              </a:path>
              <a:path w="2043429" h="214629">
                <a:moveTo>
                  <a:pt x="2042922" y="115824"/>
                </a:moveTo>
                <a:lnTo>
                  <a:pt x="0" y="115824"/>
                </a:lnTo>
                <a:lnTo>
                  <a:pt x="0" y="116586"/>
                </a:lnTo>
                <a:lnTo>
                  <a:pt x="2042922" y="116586"/>
                </a:lnTo>
                <a:lnTo>
                  <a:pt x="2042922" y="115824"/>
                </a:lnTo>
                <a:close/>
              </a:path>
              <a:path w="2043429" h="214629">
                <a:moveTo>
                  <a:pt x="2042922" y="112776"/>
                </a:moveTo>
                <a:lnTo>
                  <a:pt x="0" y="112776"/>
                </a:lnTo>
                <a:lnTo>
                  <a:pt x="0" y="113538"/>
                </a:lnTo>
                <a:lnTo>
                  <a:pt x="2042922" y="113538"/>
                </a:lnTo>
                <a:lnTo>
                  <a:pt x="2042922" y="112776"/>
                </a:lnTo>
                <a:close/>
              </a:path>
              <a:path w="2043429" h="214629">
                <a:moveTo>
                  <a:pt x="2042922" y="109728"/>
                </a:moveTo>
                <a:lnTo>
                  <a:pt x="0" y="109728"/>
                </a:lnTo>
                <a:lnTo>
                  <a:pt x="0" y="110490"/>
                </a:lnTo>
                <a:lnTo>
                  <a:pt x="2042922" y="110490"/>
                </a:lnTo>
                <a:lnTo>
                  <a:pt x="2042922" y="109728"/>
                </a:lnTo>
                <a:close/>
              </a:path>
              <a:path w="2043429" h="214629">
                <a:moveTo>
                  <a:pt x="2042922" y="106680"/>
                </a:moveTo>
                <a:lnTo>
                  <a:pt x="0" y="106680"/>
                </a:lnTo>
                <a:lnTo>
                  <a:pt x="0" y="107442"/>
                </a:lnTo>
                <a:lnTo>
                  <a:pt x="2042922" y="107442"/>
                </a:lnTo>
                <a:lnTo>
                  <a:pt x="2042922" y="106680"/>
                </a:lnTo>
                <a:close/>
              </a:path>
              <a:path w="2043429" h="214629">
                <a:moveTo>
                  <a:pt x="2042922" y="103632"/>
                </a:moveTo>
                <a:lnTo>
                  <a:pt x="0" y="103632"/>
                </a:lnTo>
                <a:lnTo>
                  <a:pt x="0" y="104394"/>
                </a:lnTo>
                <a:lnTo>
                  <a:pt x="2042922" y="104394"/>
                </a:lnTo>
                <a:lnTo>
                  <a:pt x="2042922" y="103632"/>
                </a:lnTo>
                <a:close/>
              </a:path>
              <a:path w="2043429" h="214629">
                <a:moveTo>
                  <a:pt x="2042922" y="100584"/>
                </a:moveTo>
                <a:lnTo>
                  <a:pt x="0" y="100584"/>
                </a:lnTo>
                <a:lnTo>
                  <a:pt x="0" y="101346"/>
                </a:lnTo>
                <a:lnTo>
                  <a:pt x="2042922" y="101346"/>
                </a:lnTo>
                <a:lnTo>
                  <a:pt x="2042922" y="100584"/>
                </a:lnTo>
                <a:close/>
              </a:path>
              <a:path w="2043429" h="214629">
                <a:moveTo>
                  <a:pt x="2042922" y="97536"/>
                </a:moveTo>
                <a:lnTo>
                  <a:pt x="0" y="97536"/>
                </a:lnTo>
                <a:lnTo>
                  <a:pt x="0" y="98298"/>
                </a:lnTo>
                <a:lnTo>
                  <a:pt x="2042922" y="98298"/>
                </a:lnTo>
                <a:lnTo>
                  <a:pt x="2042922" y="97536"/>
                </a:lnTo>
                <a:close/>
              </a:path>
              <a:path w="2043429" h="214629">
                <a:moveTo>
                  <a:pt x="2042922" y="94488"/>
                </a:moveTo>
                <a:lnTo>
                  <a:pt x="0" y="94488"/>
                </a:lnTo>
                <a:lnTo>
                  <a:pt x="0" y="95250"/>
                </a:lnTo>
                <a:lnTo>
                  <a:pt x="2042922" y="95250"/>
                </a:lnTo>
                <a:lnTo>
                  <a:pt x="2042922" y="94488"/>
                </a:lnTo>
                <a:close/>
              </a:path>
              <a:path w="2043429" h="214629">
                <a:moveTo>
                  <a:pt x="2042922" y="91440"/>
                </a:moveTo>
                <a:lnTo>
                  <a:pt x="0" y="91440"/>
                </a:lnTo>
                <a:lnTo>
                  <a:pt x="0" y="92202"/>
                </a:lnTo>
                <a:lnTo>
                  <a:pt x="2042922" y="92202"/>
                </a:lnTo>
                <a:lnTo>
                  <a:pt x="2042922" y="91440"/>
                </a:lnTo>
                <a:close/>
              </a:path>
              <a:path w="2043429" h="214629">
                <a:moveTo>
                  <a:pt x="2042922" y="88392"/>
                </a:moveTo>
                <a:lnTo>
                  <a:pt x="0" y="88392"/>
                </a:lnTo>
                <a:lnTo>
                  <a:pt x="0" y="89154"/>
                </a:lnTo>
                <a:lnTo>
                  <a:pt x="2042922" y="89154"/>
                </a:lnTo>
                <a:lnTo>
                  <a:pt x="2042922" y="88392"/>
                </a:lnTo>
                <a:close/>
              </a:path>
              <a:path w="2043429" h="214629">
                <a:moveTo>
                  <a:pt x="2042922" y="85344"/>
                </a:moveTo>
                <a:lnTo>
                  <a:pt x="0" y="85344"/>
                </a:lnTo>
                <a:lnTo>
                  <a:pt x="0" y="86106"/>
                </a:lnTo>
                <a:lnTo>
                  <a:pt x="2042922" y="86106"/>
                </a:lnTo>
                <a:lnTo>
                  <a:pt x="2042922" y="85344"/>
                </a:lnTo>
                <a:close/>
              </a:path>
              <a:path w="2043429" h="214629">
                <a:moveTo>
                  <a:pt x="2042922" y="82296"/>
                </a:moveTo>
                <a:lnTo>
                  <a:pt x="0" y="82296"/>
                </a:lnTo>
                <a:lnTo>
                  <a:pt x="0" y="83058"/>
                </a:lnTo>
                <a:lnTo>
                  <a:pt x="2042922" y="83058"/>
                </a:lnTo>
                <a:lnTo>
                  <a:pt x="2042922" y="82296"/>
                </a:lnTo>
                <a:close/>
              </a:path>
              <a:path w="2043429" h="214629">
                <a:moveTo>
                  <a:pt x="2042922" y="79248"/>
                </a:moveTo>
                <a:lnTo>
                  <a:pt x="0" y="79248"/>
                </a:lnTo>
                <a:lnTo>
                  <a:pt x="0" y="80010"/>
                </a:lnTo>
                <a:lnTo>
                  <a:pt x="2042922" y="80010"/>
                </a:lnTo>
                <a:lnTo>
                  <a:pt x="2042922" y="79248"/>
                </a:lnTo>
                <a:close/>
              </a:path>
              <a:path w="2043429" h="214629">
                <a:moveTo>
                  <a:pt x="2042922" y="76200"/>
                </a:moveTo>
                <a:lnTo>
                  <a:pt x="0" y="76200"/>
                </a:lnTo>
                <a:lnTo>
                  <a:pt x="0" y="76962"/>
                </a:lnTo>
                <a:lnTo>
                  <a:pt x="2042922" y="76962"/>
                </a:lnTo>
                <a:lnTo>
                  <a:pt x="2042922" y="76200"/>
                </a:lnTo>
                <a:close/>
              </a:path>
              <a:path w="2043429" h="214629">
                <a:moveTo>
                  <a:pt x="2042922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42922" y="73914"/>
                </a:lnTo>
                <a:lnTo>
                  <a:pt x="2042922" y="73152"/>
                </a:lnTo>
                <a:close/>
              </a:path>
              <a:path w="2043429" h="214629">
                <a:moveTo>
                  <a:pt x="2042922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42922" y="70866"/>
                </a:lnTo>
                <a:lnTo>
                  <a:pt x="2042922" y="70104"/>
                </a:lnTo>
                <a:close/>
              </a:path>
              <a:path w="2043429" h="214629">
                <a:moveTo>
                  <a:pt x="2042922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42922" y="67818"/>
                </a:lnTo>
                <a:lnTo>
                  <a:pt x="2042922" y="67056"/>
                </a:lnTo>
                <a:close/>
              </a:path>
              <a:path w="2043429" h="214629">
                <a:moveTo>
                  <a:pt x="2042922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42922" y="64770"/>
                </a:lnTo>
                <a:lnTo>
                  <a:pt x="2042922" y="64008"/>
                </a:lnTo>
                <a:close/>
              </a:path>
              <a:path w="2043429" h="214629">
                <a:moveTo>
                  <a:pt x="2042922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42922" y="61722"/>
                </a:lnTo>
                <a:lnTo>
                  <a:pt x="2042922" y="60960"/>
                </a:lnTo>
                <a:close/>
              </a:path>
              <a:path w="2043429" h="214629">
                <a:moveTo>
                  <a:pt x="2042922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42922" y="58674"/>
                </a:lnTo>
                <a:lnTo>
                  <a:pt x="2042922" y="57912"/>
                </a:lnTo>
                <a:close/>
              </a:path>
              <a:path w="2043429" h="214629">
                <a:moveTo>
                  <a:pt x="2042922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42922" y="55626"/>
                </a:lnTo>
                <a:lnTo>
                  <a:pt x="2042922" y="54864"/>
                </a:lnTo>
                <a:close/>
              </a:path>
              <a:path w="2043429" h="214629">
                <a:moveTo>
                  <a:pt x="2042922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42922" y="52578"/>
                </a:lnTo>
                <a:lnTo>
                  <a:pt x="2042922" y="51816"/>
                </a:lnTo>
                <a:close/>
              </a:path>
              <a:path w="2043429" h="214629">
                <a:moveTo>
                  <a:pt x="2042922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42922" y="49530"/>
                </a:lnTo>
                <a:lnTo>
                  <a:pt x="2042922" y="48768"/>
                </a:lnTo>
                <a:close/>
              </a:path>
              <a:path w="2043429" h="214629">
                <a:moveTo>
                  <a:pt x="2042922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42922" y="46482"/>
                </a:lnTo>
                <a:lnTo>
                  <a:pt x="2042922" y="45720"/>
                </a:lnTo>
                <a:close/>
              </a:path>
              <a:path w="2043429" h="214629">
                <a:moveTo>
                  <a:pt x="2042922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42922" y="43434"/>
                </a:lnTo>
                <a:lnTo>
                  <a:pt x="2042922" y="42672"/>
                </a:lnTo>
                <a:close/>
              </a:path>
              <a:path w="2043429" h="214629">
                <a:moveTo>
                  <a:pt x="2042922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42922" y="40386"/>
                </a:lnTo>
                <a:lnTo>
                  <a:pt x="2042922" y="39624"/>
                </a:lnTo>
                <a:close/>
              </a:path>
              <a:path w="2043429" h="214629">
                <a:moveTo>
                  <a:pt x="2042922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42922" y="37338"/>
                </a:lnTo>
                <a:lnTo>
                  <a:pt x="2042922" y="36576"/>
                </a:lnTo>
                <a:close/>
              </a:path>
              <a:path w="2043429" h="214629">
                <a:moveTo>
                  <a:pt x="2042922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42922" y="34290"/>
                </a:lnTo>
                <a:lnTo>
                  <a:pt x="2042922" y="33528"/>
                </a:lnTo>
                <a:close/>
              </a:path>
              <a:path w="2043429" h="214629">
                <a:moveTo>
                  <a:pt x="2042922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42922" y="31242"/>
                </a:lnTo>
                <a:lnTo>
                  <a:pt x="2042922" y="30480"/>
                </a:lnTo>
                <a:close/>
              </a:path>
              <a:path w="2043429" h="214629">
                <a:moveTo>
                  <a:pt x="2042922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42922" y="28194"/>
                </a:lnTo>
                <a:lnTo>
                  <a:pt x="2042922" y="27432"/>
                </a:lnTo>
                <a:close/>
              </a:path>
              <a:path w="2043429" h="214629">
                <a:moveTo>
                  <a:pt x="2042922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42922" y="25146"/>
                </a:lnTo>
                <a:lnTo>
                  <a:pt x="2042922" y="24384"/>
                </a:lnTo>
                <a:close/>
              </a:path>
              <a:path w="2043429" h="214629">
                <a:moveTo>
                  <a:pt x="2042922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42922" y="22098"/>
                </a:lnTo>
                <a:lnTo>
                  <a:pt x="2042922" y="21336"/>
                </a:lnTo>
                <a:close/>
              </a:path>
              <a:path w="2043429" h="214629">
                <a:moveTo>
                  <a:pt x="2042922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42922" y="19050"/>
                </a:lnTo>
                <a:lnTo>
                  <a:pt x="2042922" y="18288"/>
                </a:lnTo>
                <a:close/>
              </a:path>
              <a:path w="2043429" h="214629">
                <a:moveTo>
                  <a:pt x="2042922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42922" y="16002"/>
                </a:lnTo>
                <a:lnTo>
                  <a:pt x="2042922" y="15240"/>
                </a:lnTo>
                <a:close/>
              </a:path>
              <a:path w="2043429" h="214629">
                <a:moveTo>
                  <a:pt x="2042922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42922" y="12954"/>
                </a:lnTo>
                <a:lnTo>
                  <a:pt x="2042922" y="12192"/>
                </a:lnTo>
                <a:close/>
              </a:path>
              <a:path w="2043429" h="214629">
                <a:moveTo>
                  <a:pt x="2042922" y="9144"/>
                </a:moveTo>
                <a:lnTo>
                  <a:pt x="0" y="9144"/>
                </a:lnTo>
                <a:lnTo>
                  <a:pt x="0" y="9906"/>
                </a:lnTo>
                <a:lnTo>
                  <a:pt x="2042922" y="9906"/>
                </a:lnTo>
                <a:lnTo>
                  <a:pt x="2042922" y="9144"/>
                </a:lnTo>
                <a:close/>
              </a:path>
              <a:path w="2043429" h="214629">
                <a:moveTo>
                  <a:pt x="2042922" y="6096"/>
                </a:moveTo>
                <a:lnTo>
                  <a:pt x="0" y="6096"/>
                </a:lnTo>
                <a:lnTo>
                  <a:pt x="0" y="6858"/>
                </a:lnTo>
                <a:lnTo>
                  <a:pt x="2042922" y="6858"/>
                </a:lnTo>
                <a:lnTo>
                  <a:pt x="2042922" y="6096"/>
                </a:lnTo>
                <a:close/>
              </a:path>
              <a:path w="2043429" h="214629">
                <a:moveTo>
                  <a:pt x="2042922" y="3048"/>
                </a:moveTo>
                <a:lnTo>
                  <a:pt x="0" y="3048"/>
                </a:lnTo>
                <a:lnTo>
                  <a:pt x="0" y="3810"/>
                </a:lnTo>
                <a:lnTo>
                  <a:pt x="2042922" y="3810"/>
                </a:lnTo>
                <a:lnTo>
                  <a:pt x="2042922" y="3048"/>
                </a:lnTo>
                <a:close/>
              </a:path>
              <a:path w="2043429" h="214629">
                <a:moveTo>
                  <a:pt x="2042922" y="0"/>
                </a:moveTo>
                <a:lnTo>
                  <a:pt x="0" y="0"/>
                </a:lnTo>
                <a:lnTo>
                  <a:pt x="0" y="762"/>
                </a:lnTo>
                <a:lnTo>
                  <a:pt x="2042922" y="762"/>
                </a:lnTo>
                <a:lnTo>
                  <a:pt x="2042922" y="0"/>
                </a:lnTo>
                <a:close/>
              </a:path>
            </a:pathLst>
          </a:custGeom>
          <a:solidFill>
            <a:srgbClr val="CC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bg object 46"/>
          <p:cNvSpPr/>
          <p:nvPr/>
        </p:nvSpPr>
        <p:spPr>
          <a:xfrm>
            <a:off x="6360553" y="4683903"/>
            <a:ext cx="2043430" cy="214629"/>
          </a:xfrm>
          <a:custGeom>
            <a:avLst/>
            <a:gdLst/>
            <a:ahLst/>
            <a:cxnLst/>
            <a:rect l="l" t="t" r="r" b="b"/>
            <a:pathLst>
              <a:path w="2043429" h="214629">
                <a:moveTo>
                  <a:pt x="2042922" y="213360"/>
                </a:moveTo>
                <a:lnTo>
                  <a:pt x="0" y="213360"/>
                </a:lnTo>
                <a:lnTo>
                  <a:pt x="0" y="214122"/>
                </a:lnTo>
                <a:lnTo>
                  <a:pt x="2042922" y="214122"/>
                </a:lnTo>
                <a:lnTo>
                  <a:pt x="2042922" y="213360"/>
                </a:lnTo>
                <a:close/>
              </a:path>
              <a:path w="2043429" h="214629">
                <a:moveTo>
                  <a:pt x="2042922" y="210312"/>
                </a:moveTo>
                <a:lnTo>
                  <a:pt x="0" y="210312"/>
                </a:lnTo>
                <a:lnTo>
                  <a:pt x="0" y="211074"/>
                </a:lnTo>
                <a:lnTo>
                  <a:pt x="2042922" y="211074"/>
                </a:lnTo>
                <a:lnTo>
                  <a:pt x="2042922" y="210312"/>
                </a:lnTo>
                <a:close/>
              </a:path>
              <a:path w="2043429" h="214629">
                <a:moveTo>
                  <a:pt x="2042922" y="207264"/>
                </a:moveTo>
                <a:lnTo>
                  <a:pt x="0" y="207264"/>
                </a:lnTo>
                <a:lnTo>
                  <a:pt x="0" y="208026"/>
                </a:lnTo>
                <a:lnTo>
                  <a:pt x="2042922" y="208026"/>
                </a:lnTo>
                <a:lnTo>
                  <a:pt x="2042922" y="207264"/>
                </a:lnTo>
                <a:close/>
              </a:path>
              <a:path w="2043429" h="214629">
                <a:moveTo>
                  <a:pt x="2042922" y="204216"/>
                </a:moveTo>
                <a:lnTo>
                  <a:pt x="0" y="204216"/>
                </a:lnTo>
                <a:lnTo>
                  <a:pt x="0" y="204978"/>
                </a:lnTo>
                <a:lnTo>
                  <a:pt x="2042922" y="204978"/>
                </a:lnTo>
                <a:lnTo>
                  <a:pt x="2042922" y="204216"/>
                </a:lnTo>
                <a:close/>
              </a:path>
              <a:path w="2043429" h="214629">
                <a:moveTo>
                  <a:pt x="2042922" y="201168"/>
                </a:moveTo>
                <a:lnTo>
                  <a:pt x="0" y="201168"/>
                </a:lnTo>
                <a:lnTo>
                  <a:pt x="0" y="201930"/>
                </a:lnTo>
                <a:lnTo>
                  <a:pt x="2042922" y="201930"/>
                </a:lnTo>
                <a:lnTo>
                  <a:pt x="2042922" y="201168"/>
                </a:lnTo>
                <a:close/>
              </a:path>
              <a:path w="2043429" h="214629">
                <a:moveTo>
                  <a:pt x="2042922" y="198120"/>
                </a:moveTo>
                <a:lnTo>
                  <a:pt x="0" y="198120"/>
                </a:lnTo>
                <a:lnTo>
                  <a:pt x="0" y="198882"/>
                </a:lnTo>
                <a:lnTo>
                  <a:pt x="2042922" y="198882"/>
                </a:lnTo>
                <a:lnTo>
                  <a:pt x="2042922" y="198120"/>
                </a:lnTo>
                <a:close/>
              </a:path>
              <a:path w="2043429" h="214629">
                <a:moveTo>
                  <a:pt x="2042922" y="195072"/>
                </a:moveTo>
                <a:lnTo>
                  <a:pt x="0" y="195072"/>
                </a:lnTo>
                <a:lnTo>
                  <a:pt x="0" y="195834"/>
                </a:lnTo>
                <a:lnTo>
                  <a:pt x="2042922" y="195834"/>
                </a:lnTo>
                <a:lnTo>
                  <a:pt x="2042922" y="195072"/>
                </a:lnTo>
                <a:close/>
              </a:path>
              <a:path w="2043429" h="214629">
                <a:moveTo>
                  <a:pt x="2042922" y="192024"/>
                </a:moveTo>
                <a:lnTo>
                  <a:pt x="0" y="192024"/>
                </a:lnTo>
                <a:lnTo>
                  <a:pt x="0" y="192786"/>
                </a:lnTo>
                <a:lnTo>
                  <a:pt x="2042922" y="192786"/>
                </a:lnTo>
                <a:lnTo>
                  <a:pt x="2042922" y="192024"/>
                </a:lnTo>
                <a:close/>
              </a:path>
              <a:path w="2043429" h="214629">
                <a:moveTo>
                  <a:pt x="2042922" y="188976"/>
                </a:moveTo>
                <a:lnTo>
                  <a:pt x="0" y="188976"/>
                </a:lnTo>
                <a:lnTo>
                  <a:pt x="0" y="189738"/>
                </a:lnTo>
                <a:lnTo>
                  <a:pt x="2042922" y="189738"/>
                </a:lnTo>
                <a:lnTo>
                  <a:pt x="2042922" y="188976"/>
                </a:lnTo>
                <a:close/>
              </a:path>
              <a:path w="2043429" h="214629">
                <a:moveTo>
                  <a:pt x="2042922" y="185928"/>
                </a:moveTo>
                <a:lnTo>
                  <a:pt x="0" y="185928"/>
                </a:lnTo>
                <a:lnTo>
                  <a:pt x="0" y="186690"/>
                </a:lnTo>
                <a:lnTo>
                  <a:pt x="2042922" y="186690"/>
                </a:lnTo>
                <a:lnTo>
                  <a:pt x="2042922" y="185928"/>
                </a:lnTo>
                <a:close/>
              </a:path>
              <a:path w="2043429" h="214629">
                <a:moveTo>
                  <a:pt x="2042922" y="182880"/>
                </a:moveTo>
                <a:lnTo>
                  <a:pt x="0" y="182880"/>
                </a:lnTo>
                <a:lnTo>
                  <a:pt x="0" y="183642"/>
                </a:lnTo>
                <a:lnTo>
                  <a:pt x="2042922" y="183642"/>
                </a:lnTo>
                <a:lnTo>
                  <a:pt x="2042922" y="182880"/>
                </a:lnTo>
                <a:close/>
              </a:path>
              <a:path w="2043429" h="214629">
                <a:moveTo>
                  <a:pt x="2042922" y="179832"/>
                </a:moveTo>
                <a:lnTo>
                  <a:pt x="0" y="179832"/>
                </a:lnTo>
                <a:lnTo>
                  <a:pt x="0" y="180594"/>
                </a:lnTo>
                <a:lnTo>
                  <a:pt x="2042922" y="180594"/>
                </a:lnTo>
                <a:lnTo>
                  <a:pt x="2042922" y="179832"/>
                </a:lnTo>
                <a:close/>
              </a:path>
              <a:path w="2043429" h="214629">
                <a:moveTo>
                  <a:pt x="2042922" y="176784"/>
                </a:moveTo>
                <a:lnTo>
                  <a:pt x="0" y="176784"/>
                </a:lnTo>
                <a:lnTo>
                  <a:pt x="0" y="177546"/>
                </a:lnTo>
                <a:lnTo>
                  <a:pt x="2042922" y="177546"/>
                </a:lnTo>
                <a:lnTo>
                  <a:pt x="2042922" y="176784"/>
                </a:lnTo>
                <a:close/>
              </a:path>
              <a:path w="2043429" h="214629">
                <a:moveTo>
                  <a:pt x="2042922" y="173736"/>
                </a:moveTo>
                <a:lnTo>
                  <a:pt x="0" y="173736"/>
                </a:lnTo>
                <a:lnTo>
                  <a:pt x="0" y="174498"/>
                </a:lnTo>
                <a:lnTo>
                  <a:pt x="2042922" y="174498"/>
                </a:lnTo>
                <a:lnTo>
                  <a:pt x="2042922" y="173736"/>
                </a:lnTo>
                <a:close/>
              </a:path>
              <a:path w="2043429" h="214629">
                <a:moveTo>
                  <a:pt x="2042922" y="170688"/>
                </a:moveTo>
                <a:lnTo>
                  <a:pt x="0" y="170688"/>
                </a:lnTo>
                <a:lnTo>
                  <a:pt x="0" y="171450"/>
                </a:lnTo>
                <a:lnTo>
                  <a:pt x="2042922" y="171450"/>
                </a:lnTo>
                <a:lnTo>
                  <a:pt x="2042922" y="170688"/>
                </a:lnTo>
                <a:close/>
              </a:path>
              <a:path w="2043429" h="214629">
                <a:moveTo>
                  <a:pt x="2042922" y="167640"/>
                </a:moveTo>
                <a:lnTo>
                  <a:pt x="0" y="167640"/>
                </a:lnTo>
                <a:lnTo>
                  <a:pt x="0" y="168402"/>
                </a:lnTo>
                <a:lnTo>
                  <a:pt x="2042922" y="168402"/>
                </a:lnTo>
                <a:lnTo>
                  <a:pt x="2042922" y="167640"/>
                </a:lnTo>
                <a:close/>
              </a:path>
              <a:path w="2043429" h="214629">
                <a:moveTo>
                  <a:pt x="2042922" y="164592"/>
                </a:moveTo>
                <a:lnTo>
                  <a:pt x="0" y="164592"/>
                </a:lnTo>
                <a:lnTo>
                  <a:pt x="0" y="165354"/>
                </a:lnTo>
                <a:lnTo>
                  <a:pt x="2042922" y="165354"/>
                </a:lnTo>
                <a:lnTo>
                  <a:pt x="2042922" y="164592"/>
                </a:lnTo>
                <a:close/>
              </a:path>
              <a:path w="2043429" h="214629">
                <a:moveTo>
                  <a:pt x="2042922" y="161544"/>
                </a:moveTo>
                <a:lnTo>
                  <a:pt x="0" y="161544"/>
                </a:lnTo>
                <a:lnTo>
                  <a:pt x="0" y="162306"/>
                </a:lnTo>
                <a:lnTo>
                  <a:pt x="2042922" y="162306"/>
                </a:lnTo>
                <a:lnTo>
                  <a:pt x="2042922" y="161544"/>
                </a:lnTo>
                <a:close/>
              </a:path>
              <a:path w="2043429" h="214629">
                <a:moveTo>
                  <a:pt x="2042922" y="158496"/>
                </a:moveTo>
                <a:lnTo>
                  <a:pt x="0" y="158496"/>
                </a:lnTo>
                <a:lnTo>
                  <a:pt x="0" y="159258"/>
                </a:lnTo>
                <a:lnTo>
                  <a:pt x="2042922" y="159258"/>
                </a:lnTo>
                <a:lnTo>
                  <a:pt x="2042922" y="158496"/>
                </a:lnTo>
                <a:close/>
              </a:path>
              <a:path w="2043429" h="214629">
                <a:moveTo>
                  <a:pt x="2042922" y="155448"/>
                </a:moveTo>
                <a:lnTo>
                  <a:pt x="0" y="155448"/>
                </a:lnTo>
                <a:lnTo>
                  <a:pt x="0" y="156210"/>
                </a:lnTo>
                <a:lnTo>
                  <a:pt x="2042922" y="156210"/>
                </a:lnTo>
                <a:lnTo>
                  <a:pt x="2042922" y="155448"/>
                </a:lnTo>
                <a:close/>
              </a:path>
              <a:path w="2043429" h="214629">
                <a:moveTo>
                  <a:pt x="2042922" y="152400"/>
                </a:moveTo>
                <a:lnTo>
                  <a:pt x="0" y="152400"/>
                </a:lnTo>
                <a:lnTo>
                  <a:pt x="0" y="153162"/>
                </a:lnTo>
                <a:lnTo>
                  <a:pt x="2042922" y="153162"/>
                </a:lnTo>
                <a:lnTo>
                  <a:pt x="2042922" y="152400"/>
                </a:lnTo>
                <a:close/>
              </a:path>
              <a:path w="2043429" h="214629">
                <a:moveTo>
                  <a:pt x="2042922" y="149352"/>
                </a:moveTo>
                <a:lnTo>
                  <a:pt x="0" y="149352"/>
                </a:lnTo>
                <a:lnTo>
                  <a:pt x="0" y="150114"/>
                </a:lnTo>
                <a:lnTo>
                  <a:pt x="2042922" y="150114"/>
                </a:lnTo>
                <a:lnTo>
                  <a:pt x="2042922" y="149352"/>
                </a:lnTo>
                <a:close/>
              </a:path>
              <a:path w="2043429" h="214629">
                <a:moveTo>
                  <a:pt x="2042922" y="146304"/>
                </a:moveTo>
                <a:lnTo>
                  <a:pt x="0" y="146304"/>
                </a:lnTo>
                <a:lnTo>
                  <a:pt x="0" y="147066"/>
                </a:lnTo>
                <a:lnTo>
                  <a:pt x="2042922" y="147066"/>
                </a:lnTo>
                <a:lnTo>
                  <a:pt x="2042922" y="146304"/>
                </a:lnTo>
                <a:close/>
              </a:path>
              <a:path w="2043429" h="214629">
                <a:moveTo>
                  <a:pt x="2042922" y="143256"/>
                </a:moveTo>
                <a:lnTo>
                  <a:pt x="0" y="143256"/>
                </a:lnTo>
                <a:lnTo>
                  <a:pt x="0" y="144018"/>
                </a:lnTo>
                <a:lnTo>
                  <a:pt x="2042922" y="144018"/>
                </a:lnTo>
                <a:lnTo>
                  <a:pt x="2042922" y="143256"/>
                </a:lnTo>
                <a:close/>
              </a:path>
              <a:path w="2043429" h="214629">
                <a:moveTo>
                  <a:pt x="2042922" y="140208"/>
                </a:moveTo>
                <a:lnTo>
                  <a:pt x="0" y="140208"/>
                </a:lnTo>
                <a:lnTo>
                  <a:pt x="0" y="140970"/>
                </a:lnTo>
                <a:lnTo>
                  <a:pt x="2042922" y="140970"/>
                </a:lnTo>
                <a:lnTo>
                  <a:pt x="2042922" y="140208"/>
                </a:lnTo>
                <a:close/>
              </a:path>
              <a:path w="2043429" h="214629">
                <a:moveTo>
                  <a:pt x="2042922" y="137160"/>
                </a:moveTo>
                <a:lnTo>
                  <a:pt x="0" y="137160"/>
                </a:lnTo>
                <a:lnTo>
                  <a:pt x="0" y="137922"/>
                </a:lnTo>
                <a:lnTo>
                  <a:pt x="2042922" y="137922"/>
                </a:lnTo>
                <a:lnTo>
                  <a:pt x="2042922" y="137160"/>
                </a:lnTo>
                <a:close/>
              </a:path>
              <a:path w="2043429" h="214629">
                <a:moveTo>
                  <a:pt x="2042922" y="134112"/>
                </a:moveTo>
                <a:lnTo>
                  <a:pt x="0" y="134112"/>
                </a:lnTo>
                <a:lnTo>
                  <a:pt x="0" y="134874"/>
                </a:lnTo>
                <a:lnTo>
                  <a:pt x="2042922" y="134874"/>
                </a:lnTo>
                <a:lnTo>
                  <a:pt x="2042922" y="134112"/>
                </a:lnTo>
                <a:close/>
              </a:path>
              <a:path w="2043429" h="214629">
                <a:moveTo>
                  <a:pt x="2042922" y="131064"/>
                </a:moveTo>
                <a:lnTo>
                  <a:pt x="0" y="131064"/>
                </a:lnTo>
                <a:lnTo>
                  <a:pt x="0" y="131826"/>
                </a:lnTo>
                <a:lnTo>
                  <a:pt x="2042922" y="131826"/>
                </a:lnTo>
                <a:lnTo>
                  <a:pt x="2042922" y="131064"/>
                </a:lnTo>
                <a:close/>
              </a:path>
              <a:path w="2043429" h="214629">
                <a:moveTo>
                  <a:pt x="2042922" y="128016"/>
                </a:moveTo>
                <a:lnTo>
                  <a:pt x="0" y="128016"/>
                </a:lnTo>
                <a:lnTo>
                  <a:pt x="0" y="128778"/>
                </a:lnTo>
                <a:lnTo>
                  <a:pt x="2042922" y="128778"/>
                </a:lnTo>
                <a:lnTo>
                  <a:pt x="2042922" y="128016"/>
                </a:lnTo>
                <a:close/>
              </a:path>
              <a:path w="2043429" h="214629">
                <a:moveTo>
                  <a:pt x="2042922" y="124968"/>
                </a:moveTo>
                <a:lnTo>
                  <a:pt x="0" y="124968"/>
                </a:lnTo>
                <a:lnTo>
                  <a:pt x="0" y="125730"/>
                </a:lnTo>
                <a:lnTo>
                  <a:pt x="2042922" y="125730"/>
                </a:lnTo>
                <a:lnTo>
                  <a:pt x="2042922" y="124968"/>
                </a:lnTo>
                <a:close/>
              </a:path>
              <a:path w="2043429" h="214629">
                <a:moveTo>
                  <a:pt x="2042922" y="121920"/>
                </a:moveTo>
                <a:lnTo>
                  <a:pt x="0" y="121920"/>
                </a:lnTo>
                <a:lnTo>
                  <a:pt x="0" y="122682"/>
                </a:lnTo>
                <a:lnTo>
                  <a:pt x="2042922" y="122682"/>
                </a:lnTo>
                <a:lnTo>
                  <a:pt x="2042922" y="121920"/>
                </a:lnTo>
                <a:close/>
              </a:path>
              <a:path w="2043429" h="214629">
                <a:moveTo>
                  <a:pt x="2042922" y="118872"/>
                </a:moveTo>
                <a:lnTo>
                  <a:pt x="0" y="118872"/>
                </a:lnTo>
                <a:lnTo>
                  <a:pt x="0" y="119634"/>
                </a:lnTo>
                <a:lnTo>
                  <a:pt x="2042922" y="119634"/>
                </a:lnTo>
                <a:lnTo>
                  <a:pt x="2042922" y="118872"/>
                </a:lnTo>
                <a:close/>
              </a:path>
              <a:path w="2043429" h="214629">
                <a:moveTo>
                  <a:pt x="2042922" y="115824"/>
                </a:moveTo>
                <a:lnTo>
                  <a:pt x="0" y="115824"/>
                </a:lnTo>
                <a:lnTo>
                  <a:pt x="0" y="116586"/>
                </a:lnTo>
                <a:lnTo>
                  <a:pt x="2042922" y="116586"/>
                </a:lnTo>
                <a:lnTo>
                  <a:pt x="2042922" y="115824"/>
                </a:lnTo>
                <a:close/>
              </a:path>
              <a:path w="2043429" h="214629">
                <a:moveTo>
                  <a:pt x="2042922" y="112776"/>
                </a:moveTo>
                <a:lnTo>
                  <a:pt x="0" y="112776"/>
                </a:lnTo>
                <a:lnTo>
                  <a:pt x="0" y="113538"/>
                </a:lnTo>
                <a:lnTo>
                  <a:pt x="2042922" y="113538"/>
                </a:lnTo>
                <a:lnTo>
                  <a:pt x="2042922" y="112776"/>
                </a:lnTo>
                <a:close/>
              </a:path>
              <a:path w="2043429" h="214629">
                <a:moveTo>
                  <a:pt x="2042922" y="109728"/>
                </a:moveTo>
                <a:lnTo>
                  <a:pt x="0" y="109728"/>
                </a:lnTo>
                <a:lnTo>
                  <a:pt x="0" y="110490"/>
                </a:lnTo>
                <a:lnTo>
                  <a:pt x="2042922" y="110490"/>
                </a:lnTo>
                <a:lnTo>
                  <a:pt x="2042922" y="109728"/>
                </a:lnTo>
                <a:close/>
              </a:path>
              <a:path w="2043429" h="214629">
                <a:moveTo>
                  <a:pt x="2042922" y="106680"/>
                </a:moveTo>
                <a:lnTo>
                  <a:pt x="0" y="106680"/>
                </a:lnTo>
                <a:lnTo>
                  <a:pt x="0" y="107442"/>
                </a:lnTo>
                <a:lnTo>
                  <a:pt x="2042922" y="107442"/>
                </a:lnTo>
                <a:lnTo>
                  <a:pt x="2042922" y="106680"/>
                </a:lnTo>
                <a:close/>
              </a:path>
              <a:path w="2043429" h="214629">
                <a:moveTo>
                  <a:pt x="2042922" y="103632"/>
                </a:moveTo>
                <a:lnTo>
                  <a:pt x="0" y="103632"/>
                </a:lnTo>
                <a:lnTo>
                  <a:pt x="0" y="104394"/>
                </a:lnTo>
                <a:lnTo>
                  <a:pt x="2042922" y="104394"/>
                </a:lnTo>
                <a:lnTo>
                  <a:pt x="2042922" y="103632"/>
                </a:lnTo>
                <a:close/>
              </a:path>
              <a:path w="2043429" h="214629">
                <a:moveTo>
                  <a:pt x="2042922" y="100584"/>
                </a:moveTo>
                <a:lnTo>
                  <a:pt x="0" y="100584"/>
                </a:lnTo>
                <a:lnTo>
                  <a:pt x="0" y="101346"/>
                </a:lnTo>
                <a:lnTo>
                  <a:pt x="2042922" y="101346"/>
                </a:lnTo>
                <a:lnTo>
                  <a:pt x="2042922" y="100584"/>
                </a:lnTo>
                <a:close/>
              </a:path>
              <a:path w="2043429" h="214629">
                <a:moveTo>
                  <a:pt x="2042922" y="97536"/>
                </a:moveTo>
                <a:lnTo>
                  <a:pt x="0" y="97536"/>
                </a:lnTo>
                <a:lnTo>
                  <a:pt x="0" y="98298"/>
                </a:lnTo>
                <a:lnTo>
                  <a:pt x="2042922" y="98298"/>
                </a:lnTo>
                <a:lnTo>
                  <a:pt x="2042922" y="97536"/>
                </a:lnTo>
                <a:close/>
              </a:path>
              <a:path w="2043429" h="214629">
                <a:moveTo>
                  <a:pt x="2042922" y="94488"/>
                </a:moveTo>
                <a:lnTo>
                  <a:pt x="0" y="94488"/>
                </a:lnTo>
                <a:lnTo>
                  <a:pt x="0" y="95250"/>
                </a:lnTo>
                <a:lnTo>
                  <a:pt x="2042922" y="95250"/>
                </a:lnTo>
                <a:lnTo>
                  <a:pt x="2042922" y="94488"/>
                </a:lnTo>
                <a:close/>
              </a:path>
              <a:path w="2043429" h="214629">
                <a:moveTo>
                  <a:pt x="2042922" y="91440"/>
                </a:moveTo>
                <a:lnTo>
                  <a:pt x="0" y="91440"/>
                </a:lnTo>
                <a:lnTo>
                  <a:pt x="0" y="92202"/>
                </a:lnTo>
                <a:lnTo>
                  <a:pt x="2042922" y="92202"/>
                </a:lnTo>
                <a:lnTo>
                  <a:pt x="2042922" y="91440"/>
                </a:lnTo>
                <a:close/>
              </a:path>
              <a:path w="2043429" h="214629">
                <a:moveTo>
                  <a:pt x="2042922" y="88392"/>
                </a:moveTo>
                <a:lnTo>
                  <a:pt x="0" y="88392"/>
                </a:lnTo>
                <a:lnTo>
                  <a:pt x="0" y="89154"/>
                </a:lnTo>
                <a:lnTo>
                  <a:pt x="2042922" y="89154"/>
                </a:lnTo>
                <a:lnTo>
                  <a:pt x="2042922" y="88392"/>
                </a:lnTo>
                <a:close/>
              </a:path>
              <a:path w="2043429" h="214629">
                <a:moveTo>
                  <a:pt x="2042922" y="85344"/>
                </a:moveTo>
                <a:lnTo>
                  <a:pt x="0" y="85344"/>
                </a:lnTo>
                <a:lnTo>
                  <a:pt x="0" y="86106"/>
                </a:lnTo>
                <a:lnTo>
                  <a:pt x="2042922" y="86106"/>
                </a:lnTo>
                <a:lnTo>
                  <a:pt x="2042922" y="85344"/>
                </a:lnTo>
                <a:close/>
              </a:path>
              <a:path w="2043429" h="214629">
                <a:moveTo>
                  <a:pt x="2042922" y="82296"/>
                </a:moveTo>
                <a:lnTo>
                  <a:pt x="0" y="82296"/>
                </a:lnTo>
                <a:lnTo>
                  <a:pt x="0" y="83058"/>
                </a:lnTo>
                <a:lnTo>
                  <a:pt x="2042922" y="83058"/>
                </a:lnTo>
                <a:lnTo>
                  <a:pt x="2042922" y="82296"/>
                </a:lnTo>
                <a:close/>
              </a:path>
              <a:path w="2043429" h="214629">
                <a:moveTo>
                  <a:pt x="2042922" y="79248"/>
                </a:moveTo>
                <a:lnTo>
                  <a:pt x="0" y="79248"/>
                </a:lnTo>
                <a:lnTo>
                  <a:pt x="0" y="80010"/>
                </a:lnTo>
                <a:lnTo>
                  <a:pt x="2042922" y="80010"/>
                </a:lnTo>
                <a:lnTo>
                  <a:pt x="2042922" y="79248"/>
                </a:lnTo>
                <a:close/>
              </a:path>
              <a:path w="2043429" h="214629">
                <a:moveTo>
                  <a:pt x="2042922" y="76200"/>
                </a:moveTo>
                <a:lnTo>
                  <a:pt x="0" y="76200"/>
                </a:lnTo>
                <a:lnTo>
                  <a:pt x="0" y="76962"/>
                </a:lnTo>
                <a:lnTo>
                  <a:pt x="2042922" y="76962"/>
                </a:lnTo>
                <a:lnTo>
                  <a:pt x="2042922" y="76200"/>
                </a:lnTo>
                <a:close/>
              </a:path>
              <a:path w="2043429" h="214629">
                <a:moveTo>
                  <a:pt x="2042922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42922" y="73914"/>
                </a:lnTo>
                <a:lnTo>
                  <a:pt x="2042922" y="73152"/>
                </a:lnTo>
                <a:close/>
              </a:path>
              <a:path w="2043429" h="214629">
                <a:moveTo>
                  <a:pt x="2042922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42922" y="70866"/>
                </a:lnTo>
                <a:lnTo>
                  <a:pt x="2042922" y="70104"/>
                </a:lnTo>
                <a:close/>
              </a:path>
              <a:path w="2043429" h="214629">
                <a:moveTo>
                  <a:pt x="2042922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42922" y="67818"/>
                </a:lnTo>
                <a:lnTo>
                  <a:pt x="2042922" y="67056"/>
                </a:lnTo>
                <a:close/>
              </a:path>
              <a:path w="2043429" h="214629">
                <a:moveTo>
                  <a:pt x="2042922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42922" y="64770"/>
                </a:lnTo>
                <a:lnTo>
                  <a:pt x="2042922" y="64008"/>
                </a:lnTo>
                <a:close/>
              </a:path>
              <a:path w="2043429" h="214629">
                <a:moveTo>
                  <a:pt x="2042922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42922" y="61722"/>
                </a:lnTo>
                <a:lnTo>
                  <a:pt x="2042922" y="60960"/>
                </a:lnTo>
                <a:close/>
              </a:path>
              <a:path w="2043429" h="214629">
                <a:moveTo>
                  <a:pt x="2042922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42922" y="58674"/>
                </a:lnTo>
                <a:lnTo>
                  <a:pt x="2042922" y="57912"/>
                </a:lnTo>
                <a:close/>
              </a:path>
              <a:path w="2043429" h="214629">
                <a:moveTo>
                  <a:pt x="2042922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42922" y="55626"/>
                </a:lnTo>
                <a:lnTo>
                  <a:pt x="2042922" y="54864"/>
                </a:lnTo>
                <a:close/>
              </a:path>
              <a:path w="2043429" h="214629">
                <a:moveTo>
                  <a:pt x="2042922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42922" y="52578"/>
                </a:lnTo>
                <a:lnTo>
                  <a:pt x="2042922" y="51816"/>
                </a:lnTo>
                <a:close/>
              </a:path>
              <a:path w="2043429" h="214629">
                <a:moveTo>
                  <a:pt x="2042922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42922" y="49530"/>
                </a:lnTo>
                <a:lnTo>
                  <a:pt x="2042922" y="48768"/>
                </a:lnTo>
                <a:close/>
              </a:path>
              <a:path w="2043429" h="214629">
                <a:moveTo>
                  <a:pt x="2042922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42922" y="46482"/>
                </a:lnTo>
                <a:lnTo>
                  <a:pt x="2042922" y="45720"/>
                </a:lnTo>
                <a:close/>
              </a:path>
              <a:path w="2043429" h="214629">
                <a:moveTo>
                  <a:pt x="2042922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42922" y="43434"/>
                </a:lnTo>
                <a:lnTo>
                  <a:pt x="2042922" y="42672"/>
                </a:lnTo>
                <a:close/>
              </a:path>
              <a:path w="2043429" h="214629">
                <a:moveTo>
                  <a:pt x="2042922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42922" y="40386"/>
                </a:lnTo>
                <a:lnTo>
                  <a:pt x="2042922" y="39624"/>
                </a:lnTo>
                <a:close/>
              </a:path>
              <a:path w="2043429" h="214629">
                <a:moveTo>
                  <a:pt x="2042922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42922" y="37338"/>
                </a:lnTo>
                <a:lnTo>
                  <a:pt x="2042922" y="36576"/>
                </a:lnTo>
                <a:close/>
              </a:path>
              <a:path w="2043429" h="214629">
                <a:moveTo>
                  <a:pt x="2042922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42922" y="34290"/>
                </a:lnTo>
                <a:lnTo>
                  <a:pt x="2042922" y="33528"/>
                </a:lnTo>
                <a:close/>
              </a:path>
              <a:path w="2043429" h="214629">
                <a:moveTo>
                  <a:pt x="2042922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42922" y="31242"/>
                </a:lnTo>
                <a:lnTo>
                  <a:pt x="2042922" y="30480"/>
                </a:lnTo>
                <a:close/>
              </a:path>
              <a:path w="2043429" h="214629">
                <a:moveTo>
                  <a:pt x="2042922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42922" y="28194"/>
                </a:lnTo>
                <a:lnTo>
                  <a:pt x="2042922" y="27432"/>
                </a:lnTo>
                <a:close/>
              </a:path>
              <a:path w="2043429" h="214629">
                <a:moveTo>
                  <a:pt x="2042922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42922" y="25146"/>
                </a:lnTo>
                <a:lnTo>
                  <a:pt x="2042922" y="24384"/>
                </a:lnTo>
                <a:close/>
              </a:path>
              <a:path w="2043429" h="214629">
                <a:moveTo>
                  <a:pt x="2042922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42922" y="22098"/>
                </a:lnTo>
                <a:lnTo>
                  <a:pt x="2042922" y="21336"/>
                </a:lnTo>
                <a:close/>
              </a:path>
              <a:path w="2043429" h="214629">
                <a:moveTo>
                  <a:pt x="2042922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42922" y="19050"/>
                </a:lnTo>
                <a:lnTo>
                  <a:pt x="2042922" y="18288"/>
                </a:lnTo>
                <a:close/>
              </a:path>
              <a:path w="2043429" h="214629">
                <a:moveTo>
                  <a:pt x="2042922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42922" y="16002"/>
                </a:lnTo>
                <a:lnTo>
                  <a:pt x="2042922" y="15240"/>
                </a:lnTo>
                <a:close/>
              </a:path>
              <a:path w="2043429" h="214629">
                <a:moveTo>
                  <a:pt x="2042922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42922" y="12954"/>
                </a:lnTo>
                <a:lnTo>
                  <a:pt x="2042922" y="12192"/>
                </a:lnTo>
                <a:close/>
              </a:path>
              <a:path w="2043429" h="214629">
                <a:moveTo>
                  <a:pt x="2042922" y="9144"/>
                </a:moveTo>
                <a:lnTo>
                  <a:pt x="0" y="9144"/>
                </a:lnTo>
                <a:lnTo>
                  <a:pt x="0" y="9906"/>
                </a:lnTo>
                <a:lnTo>
                  <a:pt x="2042922" y="9906"/>
                </a:lnTo>
                <a:lnTo>
                  <a:pt x="2042922" y="9144"/>
                </a:lnTo>
                <a:close/>
              </a:path>
              <a:path w="2043429" h="214629">
                <a:moveTo>
                  <a:pt x="2042922" y="6096"/>
                </a:moveTo>
                <a:lnTo>
                  <a:pt x="0" y="6096"/>
                </a:lnTo>
                <a:lnTo>
                  <a:pt x="0" y="6858"/>
                </a:lnTo>
                <a:lnTo>
                  <a:pt x="2042922" y="6858"/>
                </a:lnTo>
                <a:lnTo>
                  <a:pt x="2042922" y="6096"/>
                </a:lnTo>
                <a:close/>
              </a:path>
              <a:path w="2043429" h="214629">
                <a:moveTo>
                  <a:pt x="2042922" y="3048"/>
                </a:moveTo>
                <a:lnTo>
                  <a:pt x="0" y="3048"/>
                </a:lnTo>
                <a:lnTo>
                  <a:pt x="0" y="3810"/>
                </a:lnTo>
                <a:lnTo>
                  <a:pt x="2042922" y="3810"/>
                </a:lnTo>
                <a:lnTo>
                  <a:pt x="2042922" y="3048"/>
                </a:lnTo>
                <a:close/>
              </a:path>
              <a:path w="2043429" h="214629">
                <a:moveTo>
                  <a:pt x="2042922" y="0"/>
                </a:moveTo>
                <a:lnTo>
                  <a:pt x="0" y="0"/>
                </a:lnTo>
                <a:lnTo>
                  <a:pt x="0" y="762"/>
                </a:lnTo>
                <a:lnTo>
                  <a:pt x="2042922" y="762"/>
                </a:lnTo>
                <a:lnTo>
                  <a:pt x="2042922" y="0"/>
                </a:lnTo>
                <a:close/>
              </a:path>
            </a:pathLst>
          </a:custGeom>
          <a:solidFill>
            <a:srgbClr val="CC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bg object 47"/>
          <p:cNvSpPr/>
          <p:nvPr/>
        </p:nvSpPr>
        <p:spPr>
          <a:xfrm>
            <a:off x="6360553" y="4897262"/>
            <a:ext cx="2043430" cy="214629"/>
          </a:xfrm>
          <a:custGeom>
            <a:avLst/>
            <a:gdLst/>
            <a:ahLst/>
            <a:cxnLst/>
            <a:rect l="l" t="t" r="r" b="b"/>
            <a:pathLst>
              <a:path w="2043429" h="214629">
                <a:moveTo>
                  <a:pt x="2042922" y="213360"/>
                </a:moveTo>
                <a:lnTo>
                  <a:pt x="0" y="213360"/>
                </a:lnTo>
                <a:lnTo>
                  <a:pt x="0" y="214122"/>
                </a:lnTo>
                <a:lnTo>
                  <a:pt x="2042922" y="214122"/>
                </a:lnTo>
                <a:lnTo>
                  <a:pt x="2042922" y="213360"/>
                </a:lnTo>
                <a:close/>
              </a:path>
              <a:path w="2043429" h="214629">
                <a:moveTo>
                  <a:pt x="2042922" y="210312"/>
                </a:moveTo>
                <a:lnTo>
                  <a:pt x="0" y="210312"/>
                </a:lnTo>
                <a:lnTo>
                  <a:pt x="0" y="211074"/>
                </a:lnTo>
                <a:lnTo>
                  <a:pt x="2042922" y="211074"/>
                </a:lnTo>
                <a:lnTo>
                  <a:pt x="2042922" y="210312"/>
                </a:lnTo>
                <a:close/>
              </a:path>
              <a:path w="2043429" h="214629">
                <a:moveTo>
                  <a:pt x="2042922" y="207264"/>
                </a:moveTo>
                <a:lnTo>
                  <a:pt x="0" y="207264"/>
                </a:lnTo>
                <a:lnTo>
                  <a:pt x="0" y="208026"/>
                </a:lnTo>
                <a:lnTo>
                  <a:pt x="2042922" y="208026"/>
                </a:lnTo>
                <a:lnTo>
                  <a:pt x="2042922" y="207264"/>
                </a:lnTo>
                <a:close/>
              </a:path>
              <a:path w="2043429" h="214629">
                <a:moveTo>
                  <a:pt x="2042922" y="204216"/>
                </a:moveTo>
                <a:lnTo>
                  <a:pt x="0" y="204216"/>
                </a:lnTo>
                <a:lnTo>
                  <a:pt x="0" y="204978"/>
                </a:lnTo>
                <a:lnTo>
                  <a:pt x="2042922" y="204978"/>
                </a:lnTo>
                <a:lnTo>
                  <a:pt x="2042922" y="204216"/>
                </a:lnTo>
                <a:close/>
              </a:path>
              <a:path w="2043429" h="214629">
                <a:moveTo>
                  <a:pt x="2042922" y="201168"/>
                </a:moveTo>
                <a:lnTo>
                  <a:pt x="0" y="201168"/>
                </a:lnTo>
                <a:lnTo>
                  <a:pt x="0" y="201930"/>
                </a:lnTo>
                <a:lnTo>
                  <a:pt x="2042922" y="201930"/>
                </a:lnTo>
                <a:lnTo>
                  <a:pt x="2042922" y="201168"/>
                </a:lnTo>
                <a:close/>
              </a:path>
              <a:path w="2043429" h="214629">
                <a:moveTo>
                  <a:pt x="2042922" y="198120"/>
                </a:moveTo>
                <a:lnTo>
                  <a:pt x="0" y="198120"/>
                </a:lnTo>
                <a:lnTo>
                  <a:pt x="0" y="198882"/>
                </a:lnTo>
                <a:lnTo>
                  <a:pt x="2042922" y="198882"/>
                </a:lnTo>
                <a:lnTo>
                  <a:pt x="2042922" y="198120"/>
                </a:lnTo>
                <a:close/>
              </a:path>
              <a:path w="2043429" h="214629">
                <a:moveTo>
                  <a:pt x="2042922" y="195072"/>
                </a:moveTo>
                <a:lnTo>
                  <a:pt x="0" y="195072"/>
                </a:lnTo>
                <a:lnTo>
                  <a:pt x="0" y="195834"/>
                </a:lnTo>
                <a:lnTo>
                  <a:pt x="2042922" y="195834"/>
                </a:lnTo>
                <a:lnTo>
                  <a:pt x="2042922" y="195072"/>
                </a:lnTo>
                <a:close/>
              </a:path>
              <a:path w="2043429" h="214629">
                <a:moveTo>
                  <a:pt x="2042922" y="192024"/>
                </a:moveTo>
                <a:lnTo>
                  <a:pt x="0" y="192024"/>
                </a:lnTo>
                <a:lnTo>
                  <a:pt x="0" y="192786"/>
                </a:lnTo>
                <a:lnTo>
                  <a:pt x="2042922" y="192786"/>
                </a:lnTo>
                <a:lnTo>
                  <a:pt x="2042922" y="192024"/>
                </a:lnTo>
                <a:close/>
              </a:path>
              <a:path w="2043429" h="214629">
                <a:moveTo>
                  <a:pt x="2042922" y="188976"/>
                </a:moveTo>
                <a:lnTo>
                  <a:pt x="0" y="188976"/>
                </a:lnTo>
                <a:lnTo>
                  <a:pt x="0" y="189738"/>
                </a:lnTo>
                <a:lnTo>
                  <a:pt x="2042922" y="189738"/>
                </a:lnTo>
                <a:lnTo>
                  <a:pt x="2042922" y="188976"/>
                </a:lnTo>
                <a:close/>
              </a:path>
              <a:path w="2043429" h="214629">
                <a:moveTo>
                  <a:pt x="2042922" y="185928"/>
                </a:moveTo>
                <a:lnTo>
                  <a:pt x="0" y="185928"/>
                </a:lnTo>
                <a:lnTo>
                  <a:pt x="0" y="186690"/>
                </a:lnTo>
                <a:lnTo>
                  <a:pt x="2042922" y="186690"/>
                </a:lnTo>
                <a:lnTo>
                  <a:pt x="2042922" y="185928"/>
                </a:lnTo>
                <a:close/>
              </a:path>
              <a:path w="2043429" h="214629">
                <a:moveTo>
                  <a:pt x="2042922" y="182880"/>
                </a:moveTo>
                <a:lnTo>
                  <a:pt x="0" y="182880"/>
                </a:lnTo>
                <a:lnTo>
                  <a:pt x="0" y="183642"/>
                </a:lnTo>
                <a:lnTo>
                  <a:pt x="2042922" y="183642"/>
                </a:lnTo>
                <a:lnTo>
                  <a:pt x="2042922" y="182880"/>
                </a:lnTo>
                <a:close/>
              </a:path>
              <a:path w="2043429" h="214629">
                <a:moveTo>
                  <a:pt x="2042922" y="179832"/>
                </a:moveTo>
                <a:lnTo>
                  <a:pt x="0" y="179832"/>
                </a:lnTo>
                <a:lnTo>
                  <a:pt x="0" y="180594"/>
                </a:lnTo>
                <a:lnTo>
                  <a:pt x="2042922" y="180594"/>
                </a:lnTo>
                <a:lnTo>
                  <a:pt x="2042922" y="179832"/>
                </a:lnTo>
                <a:close/>
              </a:path>
              <a:path w="2043429" h="214629">
                <a:moveTo>
                  <a:pt x="2042922" y="176784"/>
                </a:moveTo>
                <a:lnTo>
                  <a:pt x="0" y="176784"/>
                </a:lnTo>
                <a:lnTo>
                  <a:pt x="0" y="177546"/>
                </a:lnTo>
                <a:lnTo>
                  <a:pt x="2042922" y="177546"/>
                </a:lnTo>
                <a:lnTo>
                  <a:pt x="2042922" y="176784"/>
                </a:lnTo>
                <a:close/>
              </a:path>
              <a:path w="2043429" h="214629">
                <a:moveTo>
                  <a:pt x="2042922" y="173736"/>
                </a:moveTo>
                <a:lnTo>
                  <a:pt x="0" y="173736"/>
                </a:lnTo>
                <a:lnTo>
                  <a:pt x="0" y="174498"/>
                </a:lnTo>
                <a:lnTo>
                  <a:pt x="2042922" y="174498"/>
                </a:lnTo>
                <a:lnTo>
                  <a:pt x="2042922" y="173736"/>
                </a:lnTo>
                <a:close/>
              </a:path>
              <a:path w="2043429" h="214629">
                <a:moveTo>
                  <a:pt x="2042922" y="170688"/>
                </a:moveTo>
                <a:lnTo>
                  <a:pt x="0" y="170688"/>
                </a:lnTo>
                <a:lnTo>
                  <a:pt x="0" y="171450"/>
                </a:lnTo>
                <a:lnTo>
                  <a:pt x="2042922" y="171450"/>
                </a:lnTo>
                <a:lnTo>
                  <a:pt x="2042922" y="170688"/>
                </a:lnTo>
                <a:close/>
              </a:path>
              <a:path w="2043429" h="214629">
                <a:moveTo>
                  <a:pt x="2042922" y="167640"/>
                </a:moveTo>
                <a:lnTo>
                  <a:pt x="0" y="167640"/>
                </a:lnTo>
                <a:lnTo>
                  <a:pt x="0" y="168402"/>
                </a:lnTo>
                <a:lnTo>
                  <a:pt x="2042922" y="168402"/>
                </a:lnTo>
                <a:lnTo>
                  <a:pt x="2042922" y="167640"/>
                </a:lnTo>
                <a:close/>
              </a:path>
              <a:path w="2043429" h="214629">
                <a:moveTo>
                  <a:pt x="2042922" y="164592"/>
                </a:moveTo>
                <a:lnTo>
                  <a:pt x="0" y="164592"/>
                </a:lnTo>
                <a:lnTo>
                  <a:pt x="0" y="165354"/>
                </a:lnTo>
                <a:lnTo>
                  <a:pt x="2042922" y="165354"/>
                </a:lnTo>
                <a:lnTo>
                  <a:pt x="2042922" y="164592"/>
                </a:lnTo>
                <a:close/>
              </a:path>
              <a:path w="2043429" h="214629">
                <a:moveTo>
                  <a:pt x="2042922" y="161544"/>
                </a:moveTo>
                <a:lnTo>
                  <a:pt x="0" y="161544"/>
                </a:lnTo>
                <a:lnTo>
                  <a:pt x="0" y="162306"/>
                </a:lnTo>
                <a:lnTo>
                  <a:pt x="2042922" y="162306"/>
                </a:lnTo>
                <a:lnTo>
                  <a:pt x="2042922" y="161544"/>
                </a:lnTo>
                <a:close/>
              </a:path>
              <a:path w="2043429" h="214629">
                <a:moveTo>
                  <a:pt x="2042922" y="158496"/>
                </a:moveTo>
                <a:lnTo>
                  <a:pt x="0" y="158496"/>
                </a:lnTo>
                <a:lnTo>
                  <a:pt x="0" y="159258"/>
                </a:lnTo>
                <a:lnTo>
                  <a:pt x="2042922" y="159258"/>
                </a:lnTo>
                <a:lnTo>
                  <a:pt x="2042922" y="158496"/>
                </a:lnTo>
                <a:close/>
              </a:path>
              <a:path w="2043429" h="214629">
                <a:moveTo>
                  <a:pt x="2042922" y="155448"/>
                </a:moveTo>
                <a:lnTo>
                  <a:pt x="0" y="155448"/>
                </a:lnTo>
                <a:lnTo>
                  <a:pt x="0" y="156210"/>
                </a:lnTo>
                <a:lnTo>
                  <a:pt x="2042922" y="156210"/>
                </a:lnTo>
                <a:lnTo>
                  <a:pt x="2042922" y="155448"/>
                </a:lnTo>
                <a:close/>
              </a:path>
              <a:path w="2043429" h="214629">
                <a:moveTo>
                  <a:pt x="2042922" y="152400"/>
                </a:moveTo>
                <a:lnTo>
                  <a:pt x="0" y="152400"/>
                </a:lnTo>
                <a:lnTo>
                  <a:pt x="0" y="153162"/>
                </a:lnTo>
                <a:lnTo>
                  <a:pt x="2042922" y="153162"/>
                </a:lnTo>
                <a:lnTo>
                  <a:pt x="2042922" y="152400"/>
                </a:lnTo>
                <a:close/>
              </a:path>
              <a:path w="2043429" h="214629">
                <a:moveTo>
                  <a:pt x="2042922" y="149352"/>
                </a:moveTo>
                <a:lnTo>
                  <a:pt x="0" y="149352"/>
                </a:lnTo>
                <a:lnTo>
                  <a:pt x="0" y="150114"/>
                </a:lnTo>
                <a:lnTo>
                  <a:pt x="2042922" y="150114"/>
                </a:lnTo>
                <a:lnTo>
                  <a:pt x="2042922" y="149352"/>
                </a:lnTo>
                <a:close/>
              </a:path>
              <a:path w="2043429" h="214629">
                <a:moveTo>
                  <a:pt x="2042922" y="146304"/>
                </a:moveTo>
                <a:lnTo>
                  <a:pt x="0" y="146304"/>
                </a:lnTo>
                <a:lnTo>
                  <a:pt x="0" y="147066"/>
                </a:lnTo>
                <a:lnTo>
                  <a:pt x="2042922" y="147066"/>
                </a:lnTo>
                <a:lnTo>
                  <a:pt x="2042922" y="146304"/>
                </a:lnTo>
                <a:close/>
              </a:path>
              <a:path w="2043429" h="214629">
                <a:moveTo>
                  <a:pt x="2042922" y="143256"/>
                </a:moveTo>
                <a:lnTo>
                  <a:pt x="0" y="143256"/>
                </a:lnTo>
                <a:lnTo>
                  <a:pt x="0" y="144018"/>
                </a:lnTo>
                <a:lnTo>
                  <a:pt x="2042922" y="144018"/>
                </a:lnTo>
                <a:lnTo>
                  <a:pt x="2042922" y="143256"/>
                </a:lnTo>
                <a:close/>
              </a:path>
              <a:path w="2043429" h="214629">
                <a:moveTo>
                  <a:pt x="2042922" y="140208"/>
                </a:moveTo>
                <a:lnTo>
                  <a:pt x="0" y="140208"/>
                </a:lnTo>
                <a:lnTo>
                  <a:pt x="0" y="140970"/>
                </a:lnTo>
                <a:lnTo>
                  <a:pt x="2042922" y="140970"/>
                </a:lnTo>
                <a:lnTo>
                  <a:pt x="2042922" y="140208"/>
                </a:lnTo>
                <a:close/>
              </a:path>
              <a:path w="2043429" h="214629">
                <a:moveTo>
                  <a:pt x="2042922" y="137160"/>
                </a:moveTo>
                <a:lnTo>
                  <a:pt x="0" y="137160"/>
                </a:lnTo>
                <a:lnTo>
                  <a:pt x="0" y="137922"/>
                </a:lnTo>
                <a:lnTo>
                  <a:pt x="2042922" y="137922"/>
                </a:lnTo>
                <a:lnTo>
                  <a:pt x="2042922" y="137160"/>
                </a:lnTo>
                <a:close/>
              </a:path>
              <a:path w="2043429" h="214629">
                <a:moveTo>
                  <a:pt x="2042922" y="134112"/>
                </a:moveTo>
                <a:lnTo>
                  <a:pt x="0" y="134112"/>
                </a:lnTo>
                <a:lnTo>
                  <a:pt x="0" y="134874"/>
                </a:lnTo>
                <a:lnTo>
                  <a:pt x="2042922" y="134874"/>
                </a:lnTo>
                <a:lnTo>
                  <a:pt x="2042922" y="134112"/>
                </a:lnTo>
                <a:close/>
              </a:path>
              <a:path w="2043429" h="214629">
                <a:moveTo>
                  <a:pt x="2042922" y="131064"/>
                </a:moveTo>
                <a:lnTo>
                  <a:pt x="0" y="131064"/>
                </a:lnTo>
                <a:lnTo>
                  <a:pt x="0" y="131826"/>
                </a:lnTo>
                <a:lnTo>
                  <a:pt x="2042922" y="131826"/>
                </a:lnTo>
                <a:lnTo>
                  <a:pt x="2042922" y="131064"/>
                </a:lnTo>
                <a:close/>
              </a:path>
              <a:path w="2043429" h="214629">
                <a:moveTo>
                  <a:pt x="2042922" y="128016"/>
                </a:moveTo>
                <a:lnTo>
                  <a:pt x="0" y="128016"/>
                </a:lnTo>
                <a:lnTo>
                  <a:pt x="0" y="128778"/>
                </a:lnTo>
                <a:lnTo>
                  <a:pt x="2042922" y="128778"/>
                </a:lnTo>
                <a:lnTo>
                  <a:pt x="2042922" y="128016"/>
                </a:lnTo>
                <a:close/>
              </a:path>
              <a:path w="2043429" h="214629">
                <a:moveTo>
                  <a:pt x="2042922" y="124968"/>
                </a:moveTo>
                <a:lnTo>
                  <a:pt x="0" y="124968"/>
                </a:lnTo>
                <a:lnTo>
                  <a:pt x="0" y="125730"/>
                </a:lnTo>
                <a:lnTo>
                  <a:pt x="2042922" y="125730"/>
                </a:lnTo>
                <a:lnTo>
                  <a:pt x="2042922" y="124968"/>
                </a:lnTo>
                <a:close/>
              </a:path>
              <a:path w="2043429" h="214629">
                <a:moveTo>
                  <a:pt x="2042922" y="121920"/>
                </a:moveTo>
                <a:lnTo>
                  <a:pt x="0" y="121920"/>
                </a:lnTo>
                <a:lnTo>
                  <a:pt x="0" y="122682"/>
                </a:lnTo>
                <a:lnTo>
                  <a:pt x="2042922" y="122682"/>
                </a:lnTo>
                <a:lnTo>
                  <a:pt x="2042922" y="121920"/>
                </a:lnTo>
                <a:close/>
              </a:path>
              <a:path w="2043429" h="214629">
                <a:moveTo>
                  <a:pt x="2042922" y="118872"/>
                </a:moveTo>
                <a:lnTo>
                  <a:pt x="0" y="118872"/>
                </a:lnTo>
                <a:lnTo>
                  <a:pt x="0" y="119634"/>
                </a:lnTo>
                <a:lnTo>
                  <a:pt x="2042922" y="119634"/>
                </a:lnTo>
                <a:lnTo>
                  <a:pt x="2042922" y="118872"/>
                </a:lnTo>
                <a:close/>
              </a:path>
              <a:path w="2043429" h="214629">
                <a:moveTo>
                  <a:pt x="2042922" y="115824"/>
                </a:moveTo>
                <a:lnTo>
                  <a:pt x="0" y="115824"/>
                </a:lnTo>
                <a:lnTo>
                  <a:pt x="0" y="116586"/>
                </a:lnTo>
                <a:lnTo>
                  <a:pt x="2042922" y="116586"/>
                </a:lnTo>
                <a:lnTo>
                  <a:pt x="2042922" y="115824"/>
                </a:lnTo>
                <a:close/>
              </a:path>
              <a:path w="2043429" h="214629">
                <a:moveTo>
                  <a:pt x="2042922" y="112776"/>
                </a:moveTo>
                <a:lnTo>
                  <a:pt x="0" y="112776"/>
                </a:lnTo>
                <a:lnTo>
                  <a:pt x="0" y="113538"/>
                </a:lnTo>
                <a:lnTo>
                  <a:pt x="2042922" y="113538"/>
                </a:lnTo>
                <a:lnTo>
                  <a:pt x="2042922" y="112776"/>
                </a:lnTo>
                <a:close/>
              </a:path>
              <a:path w="2043429" h="214629">
                <a:moveTo>
                  <a:pt x="2042922" y="109728"/>
                </a:moveTo>
                <a:lnTo>
                  <a:pt x="0" y="109728"/>
                </a:lnTo>
                <a:lnTo>
                  <a:pt x="0" y="110490"/>
                </a:lnTo>
                <a:lnTo>
                  <a:pt x="2042922" y="110490"/>
                </a:lnTo>
                <a:lnTo>
                  <a:pt x="2042922" y="109728"/>
                </a:lnTo>
                <a:close/>
              </a:path>
              <a:path w="2043429" h="214629">
                <a:moveTo>
                  <a:pt x="2042922" y="106680"/>
                </a:moveTo>
                <a:lnTo>
                  <a:pt x="0" y="106680"/>
                </a:lnTo>
                <a:lnTo>
                  <a:pt x="0" y="107442"/>
                </a:lnTo>
                <a:lnTo>
                  <a:pt x="2042922" y="107442"/>
                </a:lnTo>
                <a:lnTo>
                  <a:pt x="2042922" y="106680"/>
                </a:lnTo>
                <a:close/>
              </a:path>
              <a:path w="2043429" h="214629">
                <a:moveTo>
                  <a:pt x="2042922" y="103632"/>
                </a:moveTo>
                <a:lnTo>
                  <a:pt x="0" y="103632"/>
                </a:lnTo>
                <a:lnTo>
                  <a:pt x="0" y="104394"/>
                </a:lnTo>
                <a:lnTo>
                  <a:pt x="2042922" y="104394"/>
                </a:lnTo>
                <a:lnTo>
                  <a:pt x="2042922" y="103632"/>
                </a:lnTo>
                <a:close/>
              </a:path>
              <a:path w="2043429" h="214629">
                <a:moveTo>
                  <a:pt x="2042922" y="100584"/>
                </a:moveTo>
                <a:lnTo>
                  <a:pt x="0" y="100584"/>
                </a:lnTo>
                <a:lnTo>
                  <a:pt x="0" y="101346"/>
                </a:lnTo>
                <a:lnTo>
                  <a:pt x="2042922" y="101346"/>
                </a:lnTo>
                <a:lnTo>
                  <a:pt x="2042922" y="100584"/>
                </a:lnTo>
                <a:close/>
              </a:path>
              <a:path w="2043429" h="214629">
                <a:moveTo>
                  <a:pt x="2042922" y="97536"/>
                </a:moveTo>
                <a:lnTo>
                  <a:pt x="0" y="97536"/>
                </a:lnTo>
                <a:lnTo>
                  <a:pt x="0" y="98298"/>
                </a:lnTo>
                <a:lnTo>
                  <a:pt x="2042922" y="98298"/>
                </a:lnTo>
                <a:lnTo>
                  <a:pt x="2042922" y="97536"/>
                </a:lnTo>
                <a:close/>
              </a:path>
              <a:path w="2043429" h="214629">
                <a:moveTo>
                  <a:pt x="2042922" y="94488"/>
                </a:moveTo>
                <a:lnTo>
                  <a:pt x="0" y="94488"/>
                </a:lnTo>
                <a:lnTo>
                  <a:pt x="0" y="95250"/>
                </a:lnTo>
                <a:lnTo>
                  <a:pt x="2042922" y="95250"/>
                </a:lnTo>
                <a:lnTo>
                  <a:pt x="2042922" y="94488"/>
                </a:lnTo>
                <a:close/>
              </a:path>
              <a:path w="2043429" h="214629">
                <a:moveTo>
                  <a:pt x="2042922" y="91440"/>
                </a:moveTo>
                <a:lnTo>
                  <a:pt x="0" y="91440"/>
                </a:lnTo>
                <a:lnTo>
                  <a:pt x="0" y="92202"/>
                </a:lnTo>
                <a:lnTo>
                  <a:pt x="2042922" y="92202"/>
                </a:lnTo>
                <a:lnTo>
                  <a:pt x="2042922" y="91440"/>
                </a:lnTo>
                <a:close/>
              </a:path>
              <a:path w="2043429" h="214629">
                <a:moveTo>
                  <a:pt x="2042922" y="88392"/>
                </a:moveTo>
                <a:lnTo>
                  <a:pt x="0" y="88392"/>
                </a:lnTo>
                <a:lnTo>
                  <a:pt x="0" y="89154"/>
                </a:lnTo>
                <a:lnTo>
                  <a:pt x="2042922" y="89154"/>
                </a:lnTo>
                <a:lnTo>
                  <a:pt x="2042922" y="88392"/>
                </a:lnTo>
                <a:close/>
              </a:path>
              <a:path w="2043429" h="214629">
                <a:moveTo>
                  <a:pt x="2042922" y="85344"/>
                </a:moveTo>
                <a:lnTo>
                  <a:pt x="0" y="85344"/>
                </a:lnTo>
                <a:lnTo>
                  <a:pt x="0" y="86106"/>
                </a:lnTo>
                <a:lnTo>
                  <a:pt x="2042922" y="86106"/>
                </a:lnTo>
                <a:lnTo>
                  <a:pt x="2042922" y="85344"/>
                </a:lnTo>
                <a:close/>
              </a:path>
              <a:path w="2043429" h="214629">
                <a:moveTo>
                  <a:pt x="2042922" y="82296"/>
                </a:moveTo>
                <a:lnTo>
                  <a:pt x="0" y="82296"/>
                </a:lnTo>
                <a:lnTo>
                  <a:pt x="0" y="83058"/>
                </a:lnTo>
                <a:lnTo>
                  <a:pt x="2042922" y="83058"/>
                </a:lnTo>
                <a:lnTo>
                  <a:pt x="2042922" y="82296"/>
                </a:lnTo>
                <a:close/>
              </a:path>
              <a:path w="2043429" h="214629">
                <a:moveTo>
                  <a:pt x="2042922" y="79248"/>
                </a:moveTo>
                <a:lnTo>
                  <a:pt x="0" y="79248"/>
                </a:lnTo>
                <a:lnTo>
                  <a:pt x="0" y="80010"/>
                </a:lnTo>
                <a:lnTo>
                  <a:pt x="2042922" y="80010"/>
                </a:lnTo>
                <a:lnTo>
                  <a:pt x="2042922" y="79248"/>
                </a:lnTo>
                <a:close/>
              </a:path>
              <a:path w="2043429" h="214629">
                <a:moveTo>
                  <a:pt x="2042922" y="76200"/>
                </a:moveTo>
                <a:lnTo>
                  <a:pt x="0" y="76200"/>
                </a:lnTo>
                <a:lnTo>
                  <a:pt x="0" y="76962"/>
                </a:lnTo>
                <a:lnTo>
                  <a:pt x="2042922" y="76962"/>
                </a:lnTo>
                <a:lnTo>
                  <a:pt x="2042922" y="76200"/>
                </a:lnTo>
                <a:close/>
              </a:path>
              <a:path w="2043429" h="214629">
                <a:moveTo>
                  <a:pt x="2042922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42922" y="73914"/>
                </a:lnTo>
                <a:lnTo>
                  <a:pt x="2042922" y="73152"/>
                </a:lnTo>
                <a:close/>
              </a:path>
              <a:path w="2043429" h="214629">
                <a:moveTo>
                  <a:pt x="2042922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42922" y="70866"/>
                </a:lnTo>
                <a:lnTo>
                  <a:pt x="2042922" y="70104"/>
                </a:lnTo>
                <a:close/>
              </a:path>
              <a:path w="2043429" h="214629">
                <a:moveTo>
                  <a:pt x="2042922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42922" y="67818"/>
                </a:lnTo>
                <a:lnTo>
                  <a:pt x="2042922" y="67056"/>
                </a:lnTo>
                <a:close/>
              </a:path>
              <a:path w="2043429" h="214629">
                <a:moveTo>
                  <a:pt x="2042922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42922" y="64770"/>
                </a:lnTo>
                <a:lnTo>
                  <a:pt x="2042922" y="64008"/>
                </a:lnTo>
                <a:close/>
              </a:path>
              <a:path w="2043429" h="214629">
                <a:moveTo>
                  <a:pt x="2042922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42922" y="61722"/>
                </a:lnTo>
                <a:lnTo>
                  <a:pt x="2042922" y="60960"/>
                </a:lnTo>
                <a:close/>
              </a:path>
              <a:path w="2043429" h="214629">
                <a:moveTo>
                  <a:pt x="2042922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42922" y="58674"/>
                </a:lnTo>
                <a:lnTo>
                  <a:pt x="2042922" y="57912"/>
                </a:lnTo>
                <a:close/>
              </a:path>
              <a:path w="2043429" h="214629">
                <a:moveTo>
                  <a:pt x="2042922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42922" y="55626"/>
                </a:lnTo>
                <a:lnTo>
                  <a:pt x="2042922" y="54864"/>
                </a:lnTo>
                <a:close/>
              </a:path>
              <a:path w="2043429" h="214629">
                <a:moveTo>
                  <a:pt x="2042922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42922" y="52578"/>
                </a:lnTo>
                <a:lnTo>
                  <a:pt x="2042922" y="51816"/>
                </a:lnTo>
                <a:close/>
              </a:path>
              <a:path w="2043429" h="214629">
                <a:moveTo>
                  <a:pt x="2042922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42922" y="49530"/>
                </a:lnTo>
                <a:lnTo>
                  <a:pt x="2042922" y="48768"/>
                </a:lnTo>
                <a:close/>
              </a:path>
              <a:path w="2043429" h="214629">
                <a:moveTo>
                  <a:pt x="2042922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42922" y="46482"/>
                </a:lnTo>
                <a:lnTo>
                  <a:pt x="2042922" y="45720"/>
                </a:lnTo>
                <a:close/>
              </a:path>
              <a:path w="2043429" h="214629">
                <a:moveTo>
                  <a:pt x="2042922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42922" y="43434"/>
                </a:lnTo>
                <a:lnTo>
                  <a:pt x="2042922" y="42672"/>
                </a:lnTo>
                <a:close/>
              </a:path>
              <a:path w="2043429" h="214629">
                <a:moveTo>
                  <a:pt x="2042922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42922" y="40386"/>
                </a:lnTo>
                <a:lnTo>
                  <a:pt x="2042922" y="39624"/>
                </a:lnTo>
                <a:close/>
              </a:path>
              <a:path w="2043429" h="214629">
                <a:moveTo>
                  <a:pt x="2042922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42922" y="37338"/>
                </a:lnTo>
                <a:lnTo>
                  <a:pt x="2042922" y="36576"/>
                </a:lnTo>
                <a:close/>
              </a:path>
              <a:path w="2043429" h="214629">
                <a:moveTo>
                  <a:pt x="2042922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42922" y="34290"/>
                </a:lnTo>
                <a:lnTo>
                  <a:pt x="2042922" y="33528"/>
                </a:lnTo>
                <a:close/>
              </a:path>
              <a:path w="2043429" h="214629">
                <a:moveTo>
                  <a:pt x="2042922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42922" y="31242"/>
                </a:lnTo>
                <a:lnTo>
                  <a:pt x="2042922" y="30480"/>
                </a:lnTo>
                <a:close/>
              </a:path>
              <a:path w="2043429" h="214629">
                <a:moveTo>
                  <a:pt x="2042922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42922" y="28194"/>
                </a:lnTo>
                <a:lnTo>
                  <a:pt x="2042922" y="27432"/>
                </a:lnTo>
                <a:close/>
              </a:path>
              <a:path w="2043429" h="214629">
                <a:moveTo>
                  <a:pt x="2042922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42922" y="25146"/>
                </a:lnTo>
                <a:lnTo>
                  <a:pt x="2042922" y="24384"/>
                </a:lnTo>
                <a:close/>
              </a:path>
              <a:path w="2043429" h="214629">
                <a:moveTo>
                  <a:pt x="2042922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42922" y="22098"/>
                </a:lnTo>
                <a:lnTo>
                  <a:pt x="2042922" y="21336"/>
                </a:lnTo>
                <a:close/>
              </a:path>
              <a:path w="2043429" h="214629">
                <a:moveTo>
                  <a:pt x="2042922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42922" y="19050"/>
                </a:lnTo>
                <a:lnTo>
                  <a:pt x="2042922" y="18288"/>
                </a:lnTo>
                <a:close/>
              </a:path>
              <a:path w="2043429" h="214629">
                <a:moveTo>
                  <a:pt x="2042922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42922" y="16002"/>
                </a:lnTo>
                <a:lnTo>
                  <a:pt x="2042922" y="15240"/>
                </a:lnTo>
                <a:close/>
              </a:path>
              <a:path w="2043429" h="214629">
                <a:moveTo>
                  <a:pt x="2042922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42922" y="12954"/>
                </a:lnTo>
                <a:lnTo>
                  <a:pt x="2042922" y="12192"/>
                </a:lnTo>
                <a:close/>
              </a:path>
              <a:path w="2043429" h="214629">
                <a:moveTo>
                  <a:pt x="2042922" y="9144"/>
                </a:moveTo>
                <a:lnTo>
                  <a:pt x="0" y="9144"/>
                </a:lnTo>
                <a:lnTo>
                  <a:pt x="0" y="9906"/>
                </a:lnTo>
                <a:lnTo>
                  <a:pt x="2042922" y="9906"/>
                </a:lnTo>
                <a:lnTo>
                  <a:pt x="2042922" y="9144"/>
                </a:lnTo>
                <a:close/>
              </a:path>
              <a:path w="2043429" h="214629">
                <a:moveTo>
                  <a:pt x="2042922" y="6096"/>
                </a:moveTo>
                <a:lnTo>
                  <a:pt x="0" y="6096"/>
                </a:lnTo>
                <a:lnTo>
                  <a:pt x="0" y="6858"/>
                </a:lnTo>
                <a:lnTo>
                  <a:pt x="2042922" y="6858"/>
                </a:lnTo>
                <a:lnTo>
                  <a:pt x="2042922" y="6096"/>
                </a:lnTo>
                <a:close/>
              </a:path>
              <a:path w="2043429" h="214629">
                <a:moveTo>
                  <a:pt x="2042922" y="3048"/>
                </a:moveTo>
                <a:lnTo>
                  <a:pt x="0" y="3048"/>
                </a:lnTo>
                <a:lnTo>
                  <a:pt x="0" y="3810"/>
                </a:lnTo>
                <a:lnTo>
                  <a:pt x="2042922" y="3810"/>
                </a:lnTo>
                <a:lnTo>
                  <a:pt x="2042922" y="3048"/>
                </a:lnTo>
                <a:close/>
              </a:path>
              <a:path w="2043429" h="214629">
                <a:moveTo>
                  <a:pt x="2042922" y="0"/>
                </a:moveTo>
                <a:lnTo>
                  <a:pt x="0" y="0"/>
                </a:lnTo>
                <a:lnTo>
                  <a:pt x="0" y="762"/>
                </a:lnTo>
                <a:lnTo>
                  <a:pt x="2042922" y="762"/>
                </a:lnTo>
                <a:lnTo>
                  <a:pt x="2042922" y="0"/>
                </a:lnTo>
                <a:close/>
              </a:path>
            </a:pathLst>
          </a:custGeom>
          <a:solidFill>
            <a:srgbClr val="CC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bg object 48"/>
          <p:cNvSpPr/>
          <p:nvPr/>
        </p:nvSpPr>
        <p:spPr>
          <a:xfrm>
            <a:off x="6360553" y="5110623"/>
            <a:ext cx="2043430" cy="214629"/>
          </a:xfrm>
          <a:custGeom>
            <a:avLst/>
            <a:gdLst/>
            <a:ahLst/>
            <a:cxnLst/>
            <a:rect l="l" t="t" r="r" b="b"/>
            <a:pathLst>
              <a:path w="2043429" h="214629">
                <a:moveTo>
                  <a:pt x="2042922" y="213360"/>
                </a:moveTo>
                <a:lnTo>
                  <a:pt x="0" y="213360"/>
                </a:lnTo>
                <a:lnTo>
                  <a:pt x="0" y="214122"/>
                </a:lnTo>
                <a:lnTo>
                  <a:pt x="2042922" y="214122"/>
                </a:lnTo>
                <a:lnTo>
                  <a:pt x="2042922" y="213360"/>
                </a:lnTo>
                <a:close/>
              </a:path>
              <a:path w="2043429" h="214629">
                <a:moveTo>
                  <a:pt x="2042922" y="210312"/>
                </a:moveTo>
                <a:lnTo>
                  <a:pt x="0" y="210312"/>
                </a:lnTo>
                <a:lnTo>
                  <a:pt x="0" y="211074"/>
                </a:lnTo>
                <a:lnTo>
                  <a:pt x="2042922" y="211074"/>
                </a:lnTo>
                <a:lnTo>
                  <a:pt x="2042922" y="210312"/>
                </a:lnTo>
                <a:close/>
              </a:path>
              <a:path w="2043429" h="214629">
                <a:moveTo>
                  <a:pt x="2042922" y="207264"/>
                </a:moveTo>
                <a:lnTo>
                  <a:pt x="0" y="207264"/>
                </a:lnTo>
                <a:lnTo>
                  <a:pt x="0" y="208026"/>
                </a:lnTo>
                <a:lnTo>
                  <a:pt x="2042922" y="208026"/>
                </a:lnTo>
                <a:lnTo>
                  <a:pt x="2042922" y="207264"/>
                </a:lnTo>
                <a:close/>
              </a:path>
              <a:path w="2043429" h="214629">
                <a:moveTo>
                  <a:pt x="2042922" y="204216"/>
                </a:moveTo>
                <a:lnTo>
                  <a:pt x="0" y="204216"/>
                </a:lnTo>
                <a:lnTo>
                  <a:pt x="0" y="204978"/>
                </a:lnTo>
                <a:lnTo>
                  <a:pt x="2042922" y="204978"/>
                </a:lnTo>
                <a:lnTo>
                  <a:pt x="2042922" y="204216"/>
                </a:lnTo>
                <a:close/>
              </a:path>
              <a:path w="2043429" h="214629">
                <a:moveTo>
                  <a:pt x="2042922" y="201168"/>
                </a:moveTo>
                <a:lnTo>
                  <a:pt x="0" y="201168"/>
                </a:lnTo>
                <a:lnTo>
                  <a:pt x="0" y="201930"/>
                </a:lnTo>
                <a:lnTo>
                  <a:pt x="2042922" y="201930"/>
                </a:lnTo>
                <a:lnTo>
                  <a:pt x="2042922" y="201168"/>
                </a:lnTo>
                <a:close/>
              </a:path>
              <a:path w="2043429" h="214629">
                <a:moveTo>
                  <a:pt x="2042922" y="198120"/>
                </a:moveTo>
                <a:lnTo>
                  <a:pt x="0" y="198120"/>
                </a:lnTo>
                <a:lnTo>
                  <a:pt x="0" y="198882"/>
                </a:lnTo>
                <a:lnTo>
                  <a:pt x="2042922" y="198882"/>
                </a:lnTo>
                <a:lnTo>
                  <a:pt x="2042922" y="198120"/>
                </a:lnTo>
                <a:close/>
              </a:path>
              <a:path w="2043429" h="214629">
                <a:moveTo>
                  <a:pt x="2042922" y="195072"/>
                </a:moveTo>
                <a:lnTo>
                  <a:pt x="0" y="195072"/>
                </a:lnTo>
                <a:lnTo>
                  <a:pt x="0" y="195834"/>
                </a:lnTo>
                <a:lnTo>
                  <a:pt x="2042922" y="195834"/>
                </a:lnTo>
                <a:lnTo>
                  <a:pt x="2042922" y="195072"/>
                </a:lnTo>
                <a:close/>
              </a:path>
              <a:path w="2043429" h="214629">
                <a:moveTo>
                  <a:pt x="2042922" y="192024"/>
                </a:moveTo>
                <a:lnTo>
                  <a:pt x="0" y="192024"/>
                </a:lnTo>
                <a:lnTo>
                  <a:pt x="0" y="192786"/>
                </a:lnTo>
                <a:lnTo>
                  <a:pt x="2042922" y="192786"/>
                </a:lnTo>
                <a:lnTo>
                  <a:pt x="2042922" y="192024"/>
                </a:lnTo>
                <a:close/>
              </a:path>
              <a:path w="2043429" h="214629">
                <a:moveTo>
                  <a:pt x="2042922" y="188976"/>
                </a:moveTo>
                <a:lnTo>
                  <a:pt x="0" y="188976"/>
                </a:lnTo>
                <a:lnTo>
                  <a:pt x="0" y="189738"/>
                </a:lnTo>
                <a:lnTo>
                  <a:pt x="2042922" y="189738"/>
                </a:lnTo>
                <a:lnTo>
                  <a:pt x="2042922" y="188976"/>
                </a:lnTo>
                <a:close/>
              </a:path>
              <a:path w="2043429" h="214629">
                <a:moveTo>
                  <a:pt x="2042922" y="185928"/>
                </a:moveTo>
                <a:lnTo>
                  <a:pt x="0" y="185928"/>
                </a:lnTo>
                <a:lnTo>
                  <a:pt x="0" y="186690"/>
                </a:lnTo>
                <a:lnTo>
                  <a:pt x="2042922" y="186690"/>
                </a:lnTo>
                <a:lnTo>
                  <a:pt x="2042922" y="185928"/>
                </a:lnTo>
                <a:close/>
              </a:path>
              <a:path w="2043429" h="214629">
                <a:moveTo>
                  <a:pt x="2042922" y="182880"/>
                </a:moveTo>
                <a:lnTo>
                  <a:pt x="0" y="182880"/>
                </a:lnTo>
                <a:lnTo>
                  <a:pt x="0" y="183642"/>
                </a:lnTo>
                <a:lnTo>
                  <a:pt x="2042922" y="183642"/>
                </a:lnTo>
                <a:lnTo>
                  <a:pt x="2042922" y="182880"/>
                </a:lnTo>
                <a:close/>
              </a:path>
              <a:path w="2043429" h="214629">
                <a:moveTo>
                  <a:pt x="2042922" y="179832"/>
                </a:moveTo>
                <a:lnTo>
                  <a:pt x="0" y="179832"/>
                </a:lnTo>
                <a:lnTo>
                  <a:pt x="0" y="180594"/>
                </a:lnTo>
                <a:lnTo>
                  <a:pt x="2042922" y="180594"/>
                </a:lnTo>
                <a:lnTo>
                  <a:pt x="2042922" y="179832"/>
                </a:lnTo>
                <a:close/>
              </a:path>
              <a:path w="2043429" h="214629">
                <a:moveTo>
                  <a:pt x="2042922" y="176784"/>
                </a:moveTo>
                <a:lnTo>
                  <a:pt x="0" y="176784"/>
                </a:lnTo>
                <a:lnTo>
                  <a:pt x="0" y="177546"/>
                </a:lnTo>
                <a:lnTo>
                  <a:pt x="2042922" y="177546"/>
                </a:lnTo>
                <a:lnTo>
                  <a:pt x="2042922" y="176784"/>
                </a:lnTo>
                <a:close/>
              </a:path>
              <a:path w="2043429" h="214629">
                <a:moveTo>
                  <a:pt x="2042922" y="173736"/>
                </a:moveTo>
                <a:lnTo>
                  <a:pt x="0" y="173736"/>
                </a:lnTo>
                <a:lnTo>
                  <a:pt x="0" y="174498"/>
                </a:lnTo>
                <a:lnTo>
                  <a:pt x="2042922" y="174498"/>
                </a:lnTo>
                <a:lnTo>
                  <a:pt x="2042922" y="173736"/>
                </a:lnTo>
                <a:close/>
              </a:path>
              <a:path w="2043429" h="214629">
                <a:moveTo>
                  <a:pt x="2042922" y="170688"/>
                </a:moveTo>
                <a:lnTo>
                  <a:pt x="0" y="170688"/>
                </a:lnTo>
                <a:lnTo>
                  <a:pt x="0" y="171450"/>
                </a:lnTo>
                <a:lnTo>
                  <a:pt x="2042922" y="171450"/>
                </a:lnTo>
                <a:lnTo>
                  <a:pt x="2042922" y="170688"/>
                </a:lnTo>
                <a:close/>
              </a:path>
              <a:path w="2043429" h="214629">
                <a:moveTo>
                  <a:pt x="2042922" y="167640"/>
                </a:moveTo>
                <a:lnTo>
                  <a:pt x="0" y="167640"/>
                </a:lnTo>
                <a:lnTo>
                  <a:pt x="0" y="168402"/>
                </a:lnTo>
                <a:lnTo>
                  <a:pt x="2042922" y="168402"/>
                </a:lnTo>
                <a:lnTo>
                  <a:pt x="2042922" y="167640"/>
                </a:lnTo>
                <a:close/>
              </a:path>
              <a:path w="2043429" h="214629">
                <a:moveTo>
                  <a:pt x="2042922" y="164592"/>
                </a:moveTo>
                <a:lnTo>
                  <a:pt x="0" y="164592"/>
                </a:lnTo>
                <a:lnTo>
                  <a:pt x="0" y="165354"/>
                </a:lnTo>
                <a:lnTo>
                  <a:pt x="2042922" y="165354"/>
                </a:lnTo>
                <a:lnTo>
                  <a:pt x="2042922" y="164592"/>
                </a:lnTo>
                <a:close/>
              </a:path>
              <a:path w="2043429" h="214629">
                <a:moveTo>
                  <a:pt x="2042922" y="161544"/>
                </a:moveTo>
                <a:lnTo>
                  <a:pt x="0" y="161544"/>
                </a:lnTo>
                <a:lnTo>
                  <a:pt x="0" y="162306"/>
                </a:lnTo>
                <a:lnTo>
                  <a:pt x="2042922" y="162306"/>
                </a:lnTo>
                <a:lnTo>
                  <a:pt x="2042922" y="161544"/>
                </a:lnTo>
                <a:close/>
              </a:path>
              <a:path w="2043429" h="214629">
                <a:moveTo>
                  <a:pt x="2042922" y="158496"/>
                </a:moveTo>
                <a:lnTo>
                  <a:pt x="0" y="158496"/>
                </a:lnTo>
                <a:lnTo>
                  <a:pt x="0" y="159258"/>
                </a:lnTo>
                <a:lnTo>
                  <a:pt x="2042922" y="159258"/>
                </a:lnTo>
                <a:lnTo>
                  <a:pt x="2042922" y="158496"/>
                </a:lnTo>
                <a:close/>
              </a:path>
              <a:path w="2043429" h="214629">
                <a:moveTo>
                  <a:pt x="2042922" y="155448"/>
                </a:moveTo>
                <a:lnTo>
                  <a:pt x="0" y="155448"/>
                </a:lnTo>
                <a:lnTo>
                  <a:pt x="0" y="156210"/>
                </a:lnTo>
                <a:lnTo>
                  <a:pt x="2042922" y="156210"/>
                </a:lnTo>
                <a:lnTo>
                  <a:pt x="2042922" y="155448"/>
                </a:lnTo>
                <a:close/>
              </a:path>
              <a:path w="2043429" h="214629">
                <a:moveTo>
                  <a:pt x="2042922" y="152400"/>
                </a:moveTo>
                <a:lnTo>
                  <a:pt x="0" y="152400"/>
                </a:lnTo>
                <a:lnTo>
                  <a:pt x="0" y="153162"/>
                </a:lnTo>
                <a:lnTo>
                  <a:pt x="2042922" y="153162"/>
                </a:lnTo>
                <a:lnTo>
                  <a:pt x="2042922" y="152400"/>
                </a:lnTo>
                <a:close/>
              </a:path>
              <a:path w="2043429" h="214629">
                <a:moveTo>
                  <a:pt x="2042922" y="149352"/>
                </a:moveTo>
                <a:lnTo>
                  <a:pt x="0" y="149352"/>
                </a:lnTo>
                <a:lnTo>
                  <a:pt x="0" y="150114"/>
                </a:lnTo>
                <a:lnTo>
                  <a:pt x="2042922" y="150114"/>
                </a:lnTo>
                <a:lnTo>
                  <a:pt x="2042922" y="149352"/>
                </a:lnTo>
                <a:close/>
              </a:path>
              <a:path w="2043429" h="214629">
                <a:moveTo>
                  <a:pt x="2042922" y="146304"/>
                </a:moveTo>
                <a:lnTo>
                  <a:pt x="0" y="146304"/>
                </a:lnTo>
                <a:lnTo>
                  <a:pt x="0" y="147066"/>
                </a:lnTo>
                <a:lnTo>
                  <a:pt x="2042922" y="147066"/>
                </a:lnTo>
                <a:lnTo>
                  <a:pt x="2042922" y="146304"/>
                </a:lnTo>
                <a:close/>
              </a:path>
              <a:path w="2043429" h="214629">
                <a:moveTo>
                  <a:pt x="2042922" y="143256"/>
                </a:moveTo>
                <a:lnTo>
                  <a:pt x="0" y="143256"/>
                </a:lnTo>
                <a:lnTo>
                  <a:pt x="0" y="144018"/>
                </a:lnTo>
                <a:lnTo>
                  <a:pt x="2042922" y="144018"/>
                </a:lnTo>
                <a:lnTo>
                  <a:pt x="2042922" y="143256"/>
                </a:lnTo>
                <a:close/>
              </a:path>
              <a:path w="2043429" h="214629">
                <a:moveTo>
                  <a:pt x="2042922" y="140208"/>
                </a:moveTo>
                <a:lnTo>
                  <a:pt x="0" y="140208"/>
                </a:lnTo>
                <a:lnTo>
                  <a:pt x="0" y="140970"/>
                </a:lnTo>
                <a:lnTo>
                  <a:pt x="2042922" y="140970"/>
                </a:lnTo>
                <a:lnTo>
                  <a:pt x="2042922" y="140208"/>
                </a:lnTo>
                <a:close/>
              </a:path>
              <a:path w="2043429" h="214629">
                <a:moveTo>
                  <a:pt x="2042922" y="137160"/>
                </a:moveTo>
                <a:lnTo>
                  <a:pt x="0" y="137160"/>
                </a:lnTo>
                <a:lnTo>
                  <a:pt x="0" y="137922"/>
                </a:lnTo>
                <a:lnTo>
                  <a:pt x="2042922" y="137922"/>
                </a:lnTo>
                <a:lnTo>
                  <a:pt x="2042922" y="137160"/>
                </a:lnTo>
                <a:close/>
              </a:path>
              <a:path w="2043429" h="214629">
                <a:moveTo>
                  <a:pt x="2042922" y="134112"/>
                </a:moveTo>
                <a:lnTo>
                  <a:pt x="0" y="134112"/>
                </a:lnTo>
                <a:lnTo>
                  <a:pt x="0" y="134874"/>
                </a:lnTo>
                <a:lnTo>
                  <a:pt x="2042922" y="134874"/>
                </a:lnTo>
                <a:lnTo>
                  <a:pt x="2042922" y="134112"/>
                </a:lnTo>
                <a:close/>
              </a:path>
              <a:path w="2043429" h="214629">
                <a:moveTo>
                  <a:pt x="2042922" y="131064"/>
                </a:moveTo>
                <a:lnTo>
                  <a:pt x="0" y="131064"/>
                </a:lnTo>
                <a:lnTo>
                  <a:pt x="0" y="131826"/>
                </a:lnTo>
                <a:lnTo>
                  <a:pt x="2042922" y="131826"/>
                </a:lnTo>
                <a:lnTo>
                  <a:pt x="2042922" y="131064"/>
                </a:lnTo>
                <a:close/>
              </a:path>
              <a:path w="2043429" h="214629">
                <a:moveTo>
                  <a:pt x="2042922" y="128016"/>
                </a:moveTo>
                <a:lnTo>
                  <a:pt x="0" y="128016"/>
                </a:lnTo>
                <a:lnTo>
                  <a:pt x="0" y="128778"/>
                </a:lnTo>
                <a:lnTo>
                  <a:pt x="2042922" y="128778"/>
                </a:lnTo>
                <a:lnTo>
                  <a:pt x="2042922" y="128016"/>
                </a:lnTo>
                <a:close/>
              </a:path>
              <a:path w="2043429" h="214629">
                <a:moveTo>
                  <a:pt x="2042922" y="124968"/>
                </a:moveTo>
                <a:lnTo>
                  <a:pt x="0" y="124968"/>
                </a:lnTo>
                <a:lnTo>
                  <a:pt x="0" y="125730"/>
                </a:lnTo>
                <a:lnTo>
                  <a:pt x="2042922" y="125730"/>
                </a:lnTo>
                <a:lnTo>
                  <a:pt x="2042922" y="124968"/>
                </a:lnTo>
                <a:close/>
              </a:path>
              <a:path w="2043429" h="214629">
                <a:moveTo>
                  <a:pt x="2042922" y="121920"/>
                </a:moveTo>
                <a:lnTo>
                  <a:pt x="0" y="121920"/>
                </a:lnTo>
                <a:lnTo>
                  <a:pt x="0" y="122682"/>
                </a:lnTo>
                <a:lnTo>
                  <a:pt x="2042922" y="122682"/>
                </a:lnTo>
                <a:lnTo>
                  <a:pt x="2042922" y="121920"/>
                </a:lnTo>
                <a:close/>
              </a:path>
              <a:path w="2043429" h="214629">
                <a:moveTo>
                  <a:pt x="2042922" y="118872"/>
                </a:moveTo>
                <a:lnTo>
                  <a:pt x="0" y="118872"/>
                </a:lnTo>
                <a:lnTo>
                  <a:pt x="0" y="119634"/>
                </a:lnTo>
                <a:lnTo>
                  <a:pt x="2042922" y="119634"/>
                </a:lnTo>
                <a:lnTo>
                  <a:pt x="2042922" y="118872"/>
                </a:lnTo>
                <a:close/>
              </a:path>
              <a:path w="2043429" h="214629">
                <a:moveTo>
                  <a:pt x="2042922" y="115824"/>
                </a:moveTo>
                <a:lnTo>
                  <a:pt x="0" y="115824"/>
                </a:lnTo>
                <a:lnTo>
                  <a:pt x="0" y="116586"/>
                </a:lnTo>
                <a:lnTo>
                  <a:pt x="2042922" y="116586"/>
                </a:lnTo>
                <a:lnTo>
                  <a:pt x="2042922" y="115824"/>
                </a:lnTo>
                <a:close/>
              </a:path>
              <a:path w="2043429" h="214629">
                <a:moveTo>
                  <a:pt x="2042922" y="112776"/>
                </a:moveTo>
                <a:lnTo>
                  <a:pt x="0" y="112776"/>
                </a:lnTo>
                <a:lnTo>
                  <a:pt x="0" y="113538"/>
                </a:lnTo>
                <a:lnTo>
                  <a:pt x="2042922" y="113538"/>
                </a:lnTo>
                <a:lnTo>
                  <a:pt x="2042922" y="112776"/>
                </a:lnTo>
                <a:close/>
              </a:path>
              <a:path w="2043429" h="214629">
                <a:moveTo>
                  <a:pt x="2042922" y="109728"/>
                </a:moveTo>
                <a:lnTo>
                  <a:pt x="0" y="109728"/>
                </a:lnTo>
                <a:lnTo>
                  <a:pt x="0" y="110490"/>
                </a:lnTo>
                <a:lnTo>
                  <a:pt x="2042922" y="110490"/>
                </a:lnTo>
                <a:lnTo>
                  <a:pt x="2042922" y="109728"/>
                </a:lnTo>
                <a:close/>
              </a:path>
              <a:path w="2043429" h="214629">
                <a:moveTo>
                  <a:pt x="2042922" y="106680"/>
                </a:moveTo>
                <a:lnTo>
                  <a:pt x="0" y="106680"/>
                </a:lnTo>
                <a:lnTo>
                  <a:pt x="0" y="107442"/>
                </a:lnTo>
                <a:lnTo>
                  <a:pt x="2042922" y="107442"/>
                </a:lnTo>
                <a:lnTo>
                  <a:pt x="2042922" y="106680"/>
                </a:lnTo>
                <a:close/>
              </a:path>
              <a:path w="2043429" h="214629">
                <a:moveTo>
                  <a:pt x="2042922" y="103632"/>
                </a:moveTo>
                <a:lnTo>
                  <a:pt x="0" y="103632"/>
                </a:lnTo>
                <a:lnTo>
                  <a:pt x="0" y="104394"/>
                </a:lnTo>
                <a:lnTo>
                  <a:pt x="2042922" y="104394"/>
                </a:lnTo>
                <a:lnTo>
                  <a:pt x="2042922" y="103632"/>
                </a:lnTo>
                <a:close/>
              </a:path>
              <a:path w="2043429" h="214629">
                <a:moveTo>
                  <a:pt x="2042922" y="100584"/>
                </a:moveTo>
                <a:lnTo>
                  <a:pt x="0" y="100584"/>
                </a:lnTo>
                <a:lnTo>
                  <a:pt x="0" y="101346"/>
                </a:lnTo>
                <a:lnTo>
                  <a:pt x="2042922" y="101346"/>
                </a:lnTo>
                <a:lnTo>
                  <a:pt x="2042922" y="100584"/>
                </a:lnTo>
                <a:close/>
              </a:path>
              <a:path w="2043429" h="214629">
                <a:moveTo>
                  <a:pt x="2042922" y="97536"/>
                </a:moveTo>
                <a:lnTo>
                  <a:pt x="0" y="97536"/>
                </a:lnTo>
                <a:lnTo>
                  <a:pt x="0" y="98298"/>
                </a:lnTo>
                <a:lnTo>
                  <a:pt x="2042922" y="98298"/>
                </a:lnTo>
                <a:lnTo>
                  <a:pt x="2042922" y="97536"/>
                </a:lnTo>
                <a:close/>
              </a:path>
              <a:path w="2043429" h="214629">
                <a:moveTo>
                  <a:pt x="2042922" y="94488"/>
                </a:moveTo>
                <a:lnTo>
                  <a:pt x="0" y="94488"/>
                </a:lnTo>
                <a:lnTo>
                  <a:pt x="0" y="95250"/>
                </a:lnTo>
                <a:lnTo>
                  <a:pt x="2042922" y="95250"/>
                </a:lnTo>
                <a:lnTo>
                  <a:pt x="2042922" y="94488"/>
                </a:lnTo>
                <a:close/>
              </a:path>
              <a:path w="2043429" h="214629">
                <a:moveTo>
                  <a:pt x="2042922" y="91440"/>
                </a:moveTo>
                <a:lnTo>
                  <a:pt x="0" y="91440"/>
                </a:lnTo>
                <a:lnTo>
                  <a:pt x="0" y="92202"/>
                </a:lnTo>
                <a:lnTo>
                  <a:pt x="2042922" y="92202"/>
                </a:lnTo>
                <a:lnTo>
                  <a:pt x="2042922" y="91440"/>
                </a:lnTo>
                <a:close/>
              </a:path>
              <a:path w="2043429" h="214629">
                <a:moveTo>
                  <a:pt x="2042922" y="88392"/>
                </a:moveTo>
                <a:lnTo>
                  <a:pt x="0" y="88392"/>
                </a:lnTo>
                <a:lnTo>
                  <a:pt x="0" y="89154"/>
                </a:lnTo>
                <a:lnTo>
                  <a:pt x="2042922" y="89154"/>
                </a:lnTo>
                <a:lnTo>
                  <a:pt x="2042922" y="88392"/>
                </a:lnTo>
                <a:close/>
              </a:path>
              <a:path w="2043429" h="214629">
                <a:moveTo>
                  <a:pt x="2042922" y="85344"/>
                </a:moveTo>
                <a:lnTo>
                  <a:pt x="0" y="85344"/>
                </a:lnTo>
                <a:lnTo>
                  <a:pt x="0" y="86106"/>
                </a:lnTo>
                <a:lnTo>
                  <a:pt x="2042922" y="86106"/>
                </a:lnTo>
                <a:lnTo>
                  <a:pt x="2042922" y="85344"/>
                </a:lnTo>
                <a:close/>
              </a:path>
              <a:path w="2043429" h="214629">
                <a:moveTo>
                  <a:pt x="2042922" y="82296"/>
                </a:moveTo>
                <a:lnTo>
                  <a:pt x="0" y="82296"/>
                </a:lnTo>
                <a:lnTo>
                  <a:pt x="0" y="83058"/>
                </a:lnTo>
                <a:lnTo>
                  <a:pt x="2042922" y="83058"/>
                </a:lnTo>
                <a:lnTo>
                  <a:pt x="2042922" y="82296"/>
                </a:lnTo>
                <a:close/>
              </a:path>
              <a:path w="2043429" h="214629">
                <a:moveTo>
                  <a:pt x="2042922" y="79248"/>
                </a:moveTo>
                <a:lnTo>
                  <a:pt x="0" y="79248"/>
                </a:lnTo>
                <a:lnTo>
                  <a:pt x="0" y="80010"/>
                </a:lnTo>
                <a:lnTo>
                  <a:pt x="2042922" y="80010"/>
                </a:lnTo>
                <a:lnTo>
                  <a:pt x="2042922" y="79248"/>
                </a:lnTo>
                <a:close/>
              </a:path>
              <a:path w="2043429" h="214629">
                <a:moveTo>
                  <a:pt x="2042922" y="76200"/>
                </a:moveTo>
                <a:lnTo>
                  <a:pt x="0" y="76200"/>
                </a:lnTo>
                <a:lnTo>
                  <a:pt x="0" y="76962"/>
                </a:lnTo>
                <a:lnTo>
                  <a:pt x="2042922" y="76962"/>
                </a:lnTo>
                <a:lnTo>
                  <a:pt x="2042922" y="76200"/>
                </a:lnTo>
                <a:close/>
              </a:path>
              <a:path w="2043429" h="214629">
                <a:moveTo>
                  <a:pt x="2042922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42922" y="73914"/>
                </a:lnTo>
                <a:lnTo>
                  <a:pt x="2042922" y="73152"/>
                </a:lnTo>
                <a:close/>
              </a:path>
              <a:path w="2043429" h="214629">
                <a:moveTo>
                  <a:pt x="2042922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42922" y="70866"/>
                </a:lnTo>
                <a:lnTo>
                  <a:pt x="2042922" y="70104"/>
                </a:lnTo>
                <a:close/>
              </a:path>
              <a:path w="2043429" h="214629">
                <a:moveTo>
                  <a:pt x="2042922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42922" y="67818"/>
                </a:lnTo>
                <a:lnTo>
                  <a:pt x="2042922" y="67056"/>
                </a:lnTo>
                <a:close/>
              </a:path>
              <a:path w="2043429" h="214629">
                <a:moveTo>
                  <a:pt x="2042922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42922" y="64770"/>
                </a:lnTo>
                <a:lnTo>
                  <a:pt x="2042922" y="64008"/>
                </a:lnTo>
                <a:close/>
              </a:path>
              <a:path w="2043429" h="214629">
                <a:moveTo>
                  <a:pt x="2042922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42922" y="61722"/>
                </a:lnTo>
                <a:lnTo>
                  <a:pt x="2042922" y="60960"/>
                </a:lnTo>
                <a:close/>
              </a:path>
              <a:path w="2043429" h="214629">
                <a:moveTo>
                  <a:pt x="2042922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42922" y="58674"/>
                </a:lnTo>
                <a:lnTo>
                  <a:pt x="2042922" y="57912"/>
                </a:lnTo>
                <a:close/>
              </a:path>
              <a:path w="2043429" h="214629">
                <a:moveTo>
                  <a:pt x="2042922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42922" y="55626"/>
                </a:lnTo>
                <a:lnTo>
                  <a:pt x="2042922" y="54864"/>
                </a:lnTo>
                <a:close/>
              </a:path>
              <a:path w="2043429" h="214629">
                <a:moveTo>
                  <a:pt x="2042922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42922" y="52578"/>
                </a:lnTo>
                <a:lnTo>
                  <a:pt x="2042922" y="51816"/>
                </a:lnTo>
                <a:close/>
              </a:path>
              <a:path w="2043429" h="214629">
                <a:moveTo>
                  <a:pt x="2042922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42922" y="49530"/>
                </a:lnTo>
                <a:lnTo>
                  <a:pt x="2042922" y="48768"/>
                </a:lnTo>
                <a:close/>
              </a:path>
              <a:path w="2043429" h="214629">
                <a:moveTo>
                  <a:pt x="2042922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42922" y="46482"/>
                </a:lnTo>
                <a:lnTo>
                  <a:pt x="2042922" y="45720"/>
                </a:lnTo>
                <a:close/>
              </a:path>
              <a:path w="2043429" h="214629">
                <a:moveTo>
                  <a:pt x="2042922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42922" y="43434"/>
                </a:lnTo>
                <a:lnTo>
                  <a:pt x="2042922" y="42672"/>
                </a:lnTo>
                <a:close/>
              </a:path>
              <a:path w="2043429" h="214629">
                <a:moveTo>
                  <a:pt x="2042922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42922" y="40386"/>
                </a:lnTo>
                <a:lnTo>
                  <a:pt x="2042922" y="39624"/>
                </a:lnTo>
                <a:close/>
              </a:path>
              <a:path w="2043429" h="214629">
                <a:moveTo>
                  <a:pt x="2042922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42922" y="37338"/>
                </a:lnTo>
                <a:lnTo>
                  <a:pt x="2042922" y="36576"/>
                </a:lnTo>
                <a:close/>
              </a:path>
              <a:path w="2043429" h="214629">
                <a:moveTo>
                  <a:pt x="2042922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42922" y="34290"/>
                </a:lnTo>
                <a:lnTo>
                  <a:pt x="2042922" y="33528"/>
                </a:lnTo>
                <a:close/>
              </a:path>
              <a:path w="2043429" h="214629">
                <a:moveTo>
                  <a:pt x="2042922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42922" y="31242"/>
                </a:lnTo>
                <a:lnTo>
                  <a:pt x="2042922" y="30480"/>
                </a:lnTo>
                <a:close/>
              </a:path>
              <a:path w="2043429" h="214629">
                <a:moveTo>
                  <a:pt x="2042922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42922" y="28194"/>
                </a:lnTo>
                <a:lnTo>
                  <a:pt x="2042922" y="27432"/>
                </a:lnTo>
                <a:close/>
              </a:path>
              <a:path w="2043429" h="214629">
                <a:moveTo>
                  <a:pt x="2042922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42922" y="25146"/>
                </a:lnTo>
                <a:lnTo>
                  <a:pt x="2042922" y="24384"/>
                </a:lnTo>
                <a:close/>
              </a:path>
              <a:path w="2043429" h="214629">
                <a:moveTo>
                  <a:pt x="2042922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42922" y="22098"/>
                </a:lnTo>
                <a:lnTo>
                  <a:pt x="2042922" y="21336"/>
                </a:lnTo>
                <a:close/>
              </a:path>
              <a:path w="2043429" h="214629">
                <a:moveTo>
                  <a:pt x="2042922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42922" y="19050"/>
                </a:lnTo>
                <a:lnTo>
                  <a:pt x="2042922" y="18288"/>
                </a:lnTo>
                <a:close/>
              </a:path>
              <a:path w="2043429" h="214629">
                <a:moveTo>
                  <a:pt x="2042922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42922" y="16002"/>
                </a:lnTo>
                <a:lnTo>
                  <a:pt x="2042922" y="15240"/>
                </a:lnTo>
                <a:close/>
              </a:path>
              <a:path w="2043429" h="214629">
                <a:moveTo>
                  <a:pt x="2042922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42922" y="12954"/>
                </a:lnTo>
                <a:lnTo>
                  <a:pt x="2042922" y="12192"/>
                </a:lnTo>
                <a:close/>
              </a:path>
              <a:path w="2043429" h="214629">
                <a:moveTo>
                  <a:pt x="2042922" y="9144"/>
                </a:moveTo>
                <a:lnTo>
                  <a:pt x="0" y="9144"/>
                </a:lnTo>
                <a:lnTo>
                  <a:pt x="0" y="9906"/>
                </a:lnTo>
                <a:lnTo>
                  <a:pt x="2042922" y="9906"/>
                </a:lnTo>
                <a:lnTo>
                  <a:pt x="2042922" y="9144"/>
                </a:lnTo>
                <a:close/>
              </a:path>
              <a:path w="2043429" h="214629">
                <a:moveTo>
                  <a:pt x="2042922" y="6096"/>
                </a:moveTo>
                <a:lnTo>
                  <a:pt x="0" y="6096"/>
                </a:lnTo>
                <a:lnTo>
                  <a:pt x="0" y="6858"/>
                </a:lnTo>
                <a:lnTo>
                  <a:pt x="2042922" y="6858"/>
                </a:lnTo>
                <a:lnTo>
                  <a:pt x="2042922" y="6096"/>
                </a:lnTo>
                <a:close/>
              </a:path>
              <a:path w="2043429" h="214629">
                <a:moveTo>
                  <a:pt x="2042922" y="3048"/>
                </a:moveTo>
                <a:lnTo>
                  <a:pt x="0" y="3048"/>
                </a:lnTo>
                <a:lnTo>
                  <a:pt x="0" y="3810"/>
                </a:lnTo>
                <a:lnTo>
                  <a:pt x="2042922" y="3810"/>
                </a:lnTo>
                <a:lnTo>
                  <a:pt x="2042922" y="3048"/>
                </a:lnTo>
                <a:close/>
              </a:path>
              <a:path w="2043429" h="214629">
                <a:moveTo>
                  <a:pt x="2042922" y="0"/>
                </a:moveTo>
                <a:lnTo>
                  <a:pt x="0" y="0"/>
                </a:lnTo>
                <a:lnTo>
                  <a:pt x="0" y="762"/>
                </a:lnTo>
                <a:lnTo>
                  <a:pt x="2042922" y="762"/>
                </a:lnTo>
                <a:lnTo>
                  <a:pt x="2042922" y="0"/>
                </a:lnTo>
                <a:close/>
              </a:path>
            </a:pathLst>
          </a:custGeom>
          <a:solidFill>
            <a:srgbClr val="CC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bg object 49"/>
          <p:cNvSpPr/>
          <p:nvPr/>
        </p:nvSpPr>
        <p:spPr>
          <a:xfrm>
            <a:off x="6360553" y="5323983"/>
            <a:ext cx="2043430" cy="214629"/>
          </a:xfrm>
          <a:custGeom>
            <a:avLst/>
            <a:gdLst/>
            <a:ahLst/>
            <a:cxnLst/>
            <a:rect l="l" t="t" r="r" b="b"/>
            <a:pathLst>
              <a:path w="2043429" h="214629">
                <a:moveTo>
                  <a:pt x="2042922" y="213360"/>
                </a:moveTo>
                <a:lnTo>
                  <a:pt x="0" y="213360"/>
                </a:lnTo>
                <a:lnTo>
                  <a:pt x="0" y="214122"/>
                </a:lnTo>
                <a:lnTo>
                  <a:pt x="2042922" y="214122"/>
                </a:lnTo>
                <a:lnTo>
                  <a:pt x="2042922" y="213360"/>
                </a:lnTo>
                <a:close/>
              </a:path>
              <a:path w="2043429" h="214629">
                <a:moveTo>
                  <a:pt x="2042922" y="210312"/>
                </a:moveTo>
                <a:lnTo>
                  <a:pt x="0" y="210312"/>
                </a:lnTo>
                <a:lnTo>
                  <a:pt x="0" y="211074"/>
                </a:lnTo>
                <a:lnTo>
                  <a:pt x="2042922" y="211074"/>
                </a:lnTo>
                <a:lnTo>
                  <a:pt x="2042922" y="210312"/>
                </a:lnTo>
                <a:close/>
              </a:path>
              <a:path w="2043429" h="214629">
                <a:moveTo>
                  <a:pt x="2042922" y="207264"/>
                </a:moveTo>
                <a:lnTo>
                  <a:pt x="0" y="207264"/>
                </a:lnTo>
                <a:lnTo>
                  <a:pt x="0" y="208026"/>
                </a:lnTo>
                <a:lnTo>
                  <a:pt x="2042922" y="208026"/>
                </a:lnTo>
                <a:lnTo>
                  <a:pt x="2042922" y="207264"/>
                </a:lnTo>
                <a:close/>
              </a:path>
              <a:path w="2043429" h="214629">
                <a:moveTo>
                  <a:pt x="2042922" y="204216"/>
                </a:moveTo>
                <a:lnTo>
                  <a:pt x="0" y="204216"/>
                </a:lnTo>
                <a:lnTo>
                  <a:pt x="0" y="204978"/>
                </a:lnTo>
                <a:lnTo>
                  <a:pt x="2042922" y="204978"/>
                </a:lnTo>
                <a:lnTo>
                  <a:pt x="2042922" y="204216"/>
                </a:lnTo>
                <a:close/>
              </a:path>
              <a:path w="2043429" h="214629">
                <a:moveTo>
                  <a:pt x="2042922" y="201168"/>
                </a:moveTo>
                <a:lnTo>
                  <a:pt x="0" y="201168"/>
                </a:lnTo>
                <a:lnTo>
                  <a:pt x="0" y="201930"/>
                </a:lnTo>
                <a:lnTo>
                  <a:pt x="2042922" y="201930"/>
                </a:lnTo>
                <a:lnTo>
                  <a:pt x="2042922" y="201168"/>
                </a:lnTo>
                <a:close/>
              </a:path>
              <a:path w="2043429" h="214629">
                <a:moveTo>
                  <a:pt x="2042922" y="198120"/>
                </a:moveTo>
                <a:lnTo>
                  <a:pt x="0" y="198120"/>
                </a:lnTo>
                <a:lnTo>
                  <a:pt x="0" y="198882"/>
                </a:lnTo>
                <a:lnTo>
                  <a:pt x="2042922" y="198882"/>
                </a:lnTo>
                <a:lnTo>
                  <a:pt x="2042922" y="198120"/>
                </a:lnTo>
                <a:close/>
              </a:path>
              <a:path w="2043429" h="214629">
                <a:moveTo>
                  <a:pt x="2042922" y="195072"/>
                </a:moveTo>
                <a:lnTo>
                  <a:pt x="0" y="195072"/>
                </a:lnTo>
                <a:lnTo>
                  <a:pt x="0" y="195834"/>
                </a:lnTo>
                <a:lnTo>
                  <a:pt x="2042922" y="195834"/>
                </a:lnTo>
                <a:lnTo>
                  <a:pt x="2042922" y="195072"/>
                </a:lnTo>
                <a:close/>
              </a:path>
              <a:path w="2043429" h="214629">
                <a:moveTo>
                  <a:pt x="2042922" y="192024"/>
                </a:moveTo>
                <a:lnTo>
                  <a:pt x="0" y="192024"/>
                </a:lnTo>
                <a:lnTo>
                  <a:pt x="0" y="192786"/>
                </a:lnTo>
                <a:lnTo>
                  <a:pt x="2042922" y="192786"/>
                </a:lnTo>
                <a:lnTo>
                  <a:pt x="2042922" y="192024"/>
                </a:lnTo>
                <a:close/>
              </a:path>
              <a:path w="2043429" h="214629">
                <a:moveTo>
                  <a:pt x="2042922" y="188976"/>
                </a:moveTo>
                <a:lnTo>
                  <a:pt x="0" y="188976"/>
                </a:lnTo>
                <a:lnTo>
                  <a:pt x="0" y="189738"/>
                </a:lnTo>
                <a:lnTo>
                  <a:pt x="2042922" y="189738"/>
                </a:lnTo>
                <a:lnTo>
                  <a:pt x="2042922" y="188976"/>
                </a:lnTo>
                <a:close/>
              </a:path>
              <a:path w="2043429" h="214629">
                <a:moveTo>
                  <a:pt x="2042922" y="185928"/>
                </a:moveTo>
                <a:lnTo>
                  <a:pt x="0" y="185928"/>
                </a:lnTo>
                <a:lnTo>
                  <a:pt x="0" y="186690"/>
                </a:lnTo>
                <a:lnTo>
                  <a:pt x="2042922" y="186690"/>
                </a:lnTo>
                <a:lnTo>
                  <a:pt x="2042922" y="185928"/>
                </a:lnTo>
                <a:close/>
              </a:path>
              <a:path w="2043429" h="214629">
                <a:moveTo>
                  <a:pt x="2042922" y="182880"/>
                </a:moveTo>
                <a:lnTo>
                  <a:pt x="0" y="182880"/>
                </a:lnTo>
                <a:lnTo>
                  <a:pt x="0" y="183642"/>
                </a:lnTo>
                <a:lnTo>
                  <a:pt x="2042922" y="183642"/>
                </a:lnTo>
                <a:lnTo>
                  <a:pt x="2042922" y="182880"/>
                </a:lnTo>
                <a:close/>
              </a:path>
              <a:path w="2043429" h="214629">
                <a:moveTo>
                  <a:pt x="2042922" y="179832"/>
                </a:moveTo>
                <a:lnTo>
                  <a:pt x="0" y="179832"/>
                </a:lnTo>
                <a:lnTo>
                  <a:pt x="0" y="180594"/>
                </a:lnTo>
                <a:lnTo>
                  <a:pt x="2042922" y="180594"/>
                </a:lnTo>
                <a:lnTo>
                  <a:pt x="2042922" y="179832"/>
                </a:lnTo>
                <a:close/>
              </a:path>
              <a:path w="2043429" h="214629">
                <a:moveTo>
                  <a:pt x="2042922" y="176784"/>
                </a:moveTo>
                <a:lnTo>
                  <a:pt x="0" y="176784"/>
                </a:lnTo>
                <a:lnTo>
                  <a:pt x="0" y="177546"/>
                </a:lnTo>
                <a:lnTo>
                  <a:pt x="2042922" y="177546"/>
                </a:lnTo>
                <a:lnTo>
                  <a:pt x="2042922" y="176784"/>
                </a:lnTo>
                <a:close/>
              </a:path>
              <a:path w="2043429" h="214629">
                <a:moveTo>
                  <a:pt x="2042922" y="173736"/>
                </a:moveTo>
                <a:lnTo>
                  <a:pt x="0" y="173736"/>
                </a:lnTo>
                <a:lnTo>
                  <a:pt x="0" y="174498"/>
                </a:lnTo>
                <a:lnTo>
                  <a:pt x="2042922" y="174498"/>
                </a:lnTo>
                <a:lnTo>
                  <a:pt x="2042922" y="173736"/>
                </a:lnTo>
                <a:close/>
              </a:path>
              <a:path w="2043429" h="214629">
                <a:moveTo>
                  <a:pt x="2042922" y="170688"/>
                </a:moveTo>
                <a:lnTo>
                  <a:pt x="0" y="170688"/>
                </a:lnTo>
                <a:lnTo>
                  <a:pt x="0" y="171450"/>
                </a:lnTo>
                <a:lnTo>
                  <a:pt x="2042922" y="171450"/>
                </a:lnTo>
                <a:lnTo>
                  <a:pt x="2042922" y="170688"/>
                </a:lnTo>
                <a:close/>
              </a:path>
              <a:path w="2043429" h="214629">
                <a:moveTo>
                  <a:pt x="2042922" y="167640"/>
                </a:moveTo>
                <a:lnTo>
                  <a:pt x="0" y="167640"/>
                </a:lnTo>
                <a:lnTo>
                  <a:pt x="0" y="168402"/>
                </a:lnTo>
                <a:lnTo>
                  <a:pt x="2042922" y="168402"/>
                </a:lnTo>
                <a:lnTo>
                  <a:pt x="2042922" y="167640"/>
                </a:lnTo>
                <a:close/>
              </a:path>
              <a:path w="2043429" h="214629">
                <a:moveTo>
                  <a:pt x="2042922" y="164592"/>
                </a:moveTo>
                <a:lnTo>
                  <a:pt x="0" y="164592"/>
                </a:lnTo>
                <a:lnTo>
                  <a:pt x="0" y="165354"/>
                </a:lnTo>
                <a:lnTo>
                  <a:pt x="2042922" y="165354"/>
                </a:lnTo>
                <a:lnTo>
                  <a:pt x="2042922" y="164592"/>
                </a:lnTo>
                <a:close/>
              </a:path>
              <a:path w="2043429" h="214629">
                <a:moveTo>
                  <a:pt x="2042922" y="161544"/>
                </a:moveTo>
                <a:lnTo>
                  <a:pt x="0" y="161544"/>
                </a:lnTo>
                <a:lnTo>
                  <a:pt x="0" y="162306"/>
                </a:lnTo>
                <a:lnTo>
                  <a:pt x="2042922" y="162306"/>
                </a:lnTo>
                <a:lnTo>
                  <a:pt x="2042922" y="161544"/>
                </a:lnTo>
                <a:close/>
              </a:path>
              <a:path w="2043429" h="214629">
                <a:moveTo>
                  <a:pt x="2042922" y="158496"/>
                </a:moveTo>
                <a:lnTo>
                  <a:pt x="0" y="158496"/>
                </a:lnTo>
                <a:lnTo>
                  <a:pt x="0" y="159258"/>
                </a:lnTo>
                <a:lnTo>
                  <a:pt x="2042922" y="159258"/>
                </a:lnTo>
                <a:lnTo>
                  <a:pt x="2042922" y="158496"/>
                </a:lnTo>
                <a:close/>
              </a:path>
              <a:path w="2043429" h="214629">
                <a:moveTo>
                  <a:pt x="2042922" y="155448"/>
                </a:moveTo>
                <a:lnTo>
                  <a:pt x="0" y="155448"/>
                </a:lnTo>
                <a:lnTo>
                  <a:pt x="0" y="156210"/>
                </a:lnTo>
                <a:lnTo>
                  <a:pt x="2042922" y="156210"/>
                </a:lnTo>
                <a:lnTo>
                  <a:pt x="2042922" y="155448"/>
                </a:lnTo>
                <a:close/>
              </a:path>
              <a:path w="2043429" h="214629">
                <a:moveTo>
                  <a:pt x="2042922" y="152400"/>
                </a:moveTo>
                <a:lnTo>
                  <a:pt x="0" y="152400"/>
                </a:lnTo>
                <a:lnTo>
                  <a:pt x="0" y="153162"/>
                </a:lnTo>
                <a:lnTo>
                  <a:pt x="2042922" y="153162"/>
                </a:lnTo>
                <a:lnTo>
                  <a:pt x="2042922" y="152400"/>
                </a:lnTo>
                <a:close/>
              </a:path>
              <a:path w="2043429" h="214629">
                <a:moveTo>
                  <a:pt x="2042922" y="149352"/>
                </a:moveTo>
                <a:lnTo>
                  <a:pt x="0" y="149352"/>
                </a:lnTo>
                <a:lnTo>
                  <a:pt x="0" y="150114"/>
                </a:lnTo>
                <a:lnTo>
                  <a:pt x="2042922" y="150114"/>
                </a:lnTo>
                <a:lnTo>
                  <a:pt x="2042922" y="149352"/>
                </a:lnTo>
                <a:close/>
              </a:path>
              <a:path w="2043429" h="214629">
                <a:moveTo>
                  <a:pt x="2042922" y="146304"/>
                </a:moveTo>
                <a:lnTo>
                  <a:pt x="0" y="146304"/>
                </a:lnTo>
                <a:lnTo>
                  <a:pt x="0" y="147066"/>
                </a:lnTo>
                <a:lnTo>
                  <a:pt x="2042922" y="147066"/>
                </a:lnTo>
                <a:lnTo>
                  <a:pt x="2042922" y="146304"/>
                </a:lnTo>
                <a:close/>
              </a:path>
              <a:path w="2043429" h="214629">
                <a:moveTo>
                  <a:pt x="2042922" y="143256"/>
                </a:moveTo>
                <a:lnTo>
                  <a:pt x="0" y="143256"/>
                </a:lnTo>
                <a:lnTo>
                  <a:pt x="0" y="144018"/>
                </a:lnTo>
                <a:lnTo>
                  <a:pt x="2042922" y="144018"/>
                </a:lnTo>
                <a:lnTo>
                  <a:pt x="2042922" y="143256"/>
                </a:lnTo>
                <a:close/>
              </a:path>
              <a:path w="2043429" h="214629">
                <a:moveTo>
                  <a:pt x="2042922" y="140208"/>
                </a:moveTo>
                <a:lnTo>
                  <a:pt x="0" y="140208"/>
                </a:lnTo>
                <a:lnTo>
                  <a:pt x="0" y="140970"/>
                </a:lnTo>
                <a:lnTo>
                  <a:pt x="2042922" y="140970"/>
                </a:lnTo>
                <a:lnTo>
                  <a:pt x="2042922" y="140208"/>
                </a:lnTo>
                <a:close/>
              </a:path>
              <a:path w="2043429" h="214629">
                <a:moveTo>
                  <a:pt x="2042922" y="137160"/>
                </a:moveTo>
                <a:lnTo>
                  <a:pt x="0" y="137160"/>
                </a:lnTo>
                <a:lnTo>
                  <a:pt x="0" y="137922"/>
                </a:lnTo>
                <a:lnTo>
                  <a:pt x="2042922" y="137922"/>
                </a:lnTo>
                <a:lnTo>
                  <a:pt x="2042922" y="137160"/>
                </a:lnTo>
                <a:close/>
              </a:path>
              <a:path w="2043429" h="214629">
                <a:moveTo>
                  <a:pt x="2042922" y="134112"/>
                </a:moveTo>
                <a:lnTo>
                  <a:pt x="0" y="134112"/>
                </a:lnTo>
                <a:lnTo>
                  <a:pt x="0" y="134874"/>
                </a:lnTo>
                <a:lnTo>
                  <a:pt x="2042922" y="134874"/>
                </a:lnTo>
                <a:lnTo>
                  <a:pt x="2042922" y="134112"/>
                </a:lnTo>
                <a:close/>
              </a:path>
              <a:path w="2043429" h="214629">
                <a:moveTo>
                  <a:pt x="2042922" y="131064"/>
                </a:moveTo>
                <a:lnTo>
                  <a:pt x="0" y="131064"/>
                </a:lnTo>
                <a:lnTo>
                  <a:pt x="0" y="131826"/>
                </a:lnTo>
                <a:lnTo>
                  <a:pt x="2042922" y="131826"/>
                </a:lnTo>
                <a:lnTo>
                  <a:pt x="2042922" y="131064"/>
                </a:lnTo>
                <a:close/>
              </a:path>
              <a:path w="2043429" h="214629">
                <a:moveTo>
                  <a:pt x="2042922" y="128016"/>
                </a:moveTo>
                <a:lnTo>
                  <a:pt x="0" y="128016"/>
                </a:lnTo>
                <a:lnTo>
                  <a:pt x="0" y="128778"/>
                </a:lnTo>
                <a:lnTo>
                  <a:pt x="2042922" y="128778"/>
                </a:lnTo>
                <a:lnTo>
                  <a:pt x="2042922" y="128016"/>
                </a:lnTo>
                <a:close/>
              </a:path>
              <a:path w="2043429" h="214629">
                <a:moveTo>
                  <a:pt x="2042922" y="124968"/>
                </a:moveTo>
                <a:lnTo>
                  <a:pt x="0" y="124968"/>
                </a:lnTo>
                <a:lnTo>
                  <a:pt x="0" y="125730"/>
                </a:lnTo>
                <a:lnTo>
                  <a:pt x="2042922" y="125730"/>
                </a:lnTo>
                <a:lnTo>
                  <a:pt x="2042922" y="124968"/>
                </a:lnTo>
                <a:close/>
              </a:path>
              <a:path w="2043429" h="214629">
                <a:moveTo>
                  <a:pt x="2042922" y="121920"/>
                </a:moveTo>
                <a:lnTo>
                  <a:pt x="0" y="121920"/>
                </a:lnTo>
                <a:lnTo>
                  <a:pt x="0" y="122682"/>
                </a:lnTo>
                <a:lnTo>
                  <a:pt x="2042922" y="122682"/>
                </a:lnTo>
                <a:lnTo>
                  <a:pt x="2042922" y="121920"/>
                </a:lnTo>
                <a:close/>
              </a:path>
              <a:path w="2043429" h="214629">
                <a:moveTo>
                  <a:pt x="2042922" y="118872"/>
                </a:moveTo>
                <a:lnTo>
                  <a:pt x="0" y="118872"/>
                </a:lnTo>
                <a:lnTo>
                  <a:pt x="0" y="119634"/>
                </a:lnTo>
                <a:lnTo>
                  <a:pt x="2042922" y="119634"/>
                </a:lnTo>
                <a:lnTo>
                  <a:pt x="2042922" y="118872"/>
                </a:lnTo>
                <a:close/>
              </a:path>
              <a:path w="2043429" h="214629">
                <a:moveTo>
                  <a:pt x="2042922" y="115824"/>
                </a:moveTo>
                <a:lnTo>
                  <a:pt x="0" y="115824"/>
                </a:lnTo>
                <a:lnTo>
                  <a:pt x="0" y="116586"/>
                </a:lnTo>
                <a:lnTo>
                  <a:pt x="2042922" y="116586"/>
                </a:lnTo>
                <a:lnTo>
                  <a:pt x="2042922" y="115824"/>
                </a:lnTo>
                <a:close/>
              </a:path>
              <a:path w="2043429" h="214629">
                <a:moveTo>
                  <a:pt x="2042922" y="112776"/>
                </a:moveTo>
                <a:lnTo>
                  <a:pt x="0" y="112776"/>
                </a:lnTo>
                <a:lnTo>
                  <a:pt x="0" y="113538"/>
                </a:lnTo>
                <a:lnTo>
                  <a:pt x="2042922" y="113538"/>
                </a:lnTo>
                <a:lnTo>
                  <a:pt x="2042922" y="112776"/>
                </a:lnTo>
                <a:close/>
              </a:path>
              <a:path w="2043429" h="214629">
                <a:moveTo>
                  <a:pt x="2042922" y="109728"/>
                </a:moveTo>
                <a:lnTo>
                  <a:pt x="0" y="109728"/>
                </a:lnTo>
                <a:lnTo>
                  <a:pt x="0" y="110490"/>
                </a:lnTo>
                <a:lnTo>
                  <a:pt x="2042922" y="110490"/>
                </a:lnTo>
                <a:lnTo>
                  <a:pt x="2042922" y="109728"/>
                </a:lnTo>
                <a:close/>
              </a:path>
              <a:path w="2043429" h="214629">
                <a:moveTo>
                  <a:pt x="2042922" y="106680"/>
                </a:moveTo>
                <a:lnTo>
                  <a:pt x="0" y="106680"/>
                </a:lnTo>
                <a:lnTo>
                  <a:pt x="0" y="107442"/>
                </a:lnTo>
                <a:lnTo>
                  <a:pt x="2042922" y="107442"/>
                </a:lnTo>
                <a:lnTo>
                  <a:pt x="2042922" y="106680"/>
                </a:lnTo>
                <a:close/>
              </a:path>
              <a:path w="2043429" h="214629">
                <a:moveTo>
                  <a:pt x="2042922" y="103632"/>
                </a:moveTo>
                <a:lnTo>
                  <a:pt x="0" y="103632"/>
                </a:lnTo>
                <a:lnTo>
                  <a:pt x="0" y="104394"/>
                </a:lnTo>
                <a:lnTo>
                  <a:pt x="2042922" y="104394"/>
                </a:lnTo>
                <a:lnTo>
                  <a:pt x="2042922" y="103632"/>
                </a:lnTo>
                <a:close/>
              </a:path>
              <a:path w="2043429" h="214629">
                <a:moveTo>
                  <a:pt x="2042922" y="100584"/>
                </a:moveTo>
                <a:lnTo>
                  <a:pt x="0" y="100584"/>
                </a:lnTo>
                <a:lnTo>
                  <a:pt x="0" y="101346"/>
                </a:lnTo>
                <a:lnTo>
                  <a:pt x="2042922" y="101346"/>
                </a:lnTo>
                <a:lnTo>
                  <a:pt x="2042922" y="100584"/>
                </a:lnTo>
                <a:close/>
              </a:path>
              <a:path w="2043429" h="214629">
                <a:moveTo>
                  <a:pt x="2042922" y="97536"/>
                </a:moveTo>
                <a:lnTo>
                  <a:pt x="0" y="97536"/>
                </a:lnTo>
                <a:lnTo>
                  <a:pt x="0" y="98298"/>
                </a:lnTo>
                <a:lnTo>
                  <a:pt x="2042922" y="98298"/>
                </a:lnTo>
                <a:lnTo>
                  <a:pt x="2042922" y="97536"/>
                </a:lnTo>
                <a:close/>
              </a:path>
              <a:path w="2043429" h="214629">
                <a:moveTo>
                  <a:pt x="2042922" y="94488"/>
                </a:moveTo>
                <a:lnTo>
                  <a:pt x="0" y="94488"/>
                </a:lnTo>
                <a:lnTo>
                  <a:pt x="0" y="95250"/>
                </a:lnTo>
                <a:lnTo>
                  <a:pt x="2042922" y="95250"/>
                </a:lnTo>
                <a:lnTo>
                  <a:pt x="2042922" y="94488"/>
                </a:lnTo>
                <a:close/>
              </a:path>
              <a:path w="2043429" h="214629">
                <a:moveTo>
                  <a:pt x="2042922" y="91440"/>
                </a:moveTo>
                <a:lnTo>
                  <a:pt x="0" y="91440"/>
                </a:lnTo>
                <a:lnTo>
                  <a:pt x="0" y="92202"/>
                </a:lnTo>
                <a:lnTo>
                  <a:pt x="2042922" y="92202"/>
                </a:lnTo>
                <a:lnTo>
                  <a:pt x="2042922" y="91440"/>
                </a:lnTo>
                <a:close/>
              </a:path>
              <a:path w="2043429" h="214629">
                <a:moveTo>
                  <a:pt x="2042922" y="88392"/>
                </a:moveTo>
                <a:lnTo>
                  <a:pt x="0" y="88392"/>
                </a:lnTo>
                <a:lnTo>
                  <a:pt x="0" y="89154"/>
                </a:lnTo>
                <a:lnTo>
                  <a:pt x="2042922" y="89154"/>
                </a:lnTo>
                <a:lnTo>
                  <a:pt x="2042922" y="88392"/>
                </a:lnTo>
                <a:close/>
              </a:path>
              <a:path w="2043429" h="214629">
                <a:moveTo>
                  <a:pt x="2042922" y="85344"/>
                </a:moveTo>
                <a:lnTo>
                  <a:pt x="0" y="85344"/>
                </a:lnTo>
                <a:lnTo>
                  <a:pt x="0" y="86106"/>
                </a:lnTo>
                <a:lnTo>
                  <a:pt x="2042922" y="86106"/>
                </a:lnTo>
                <a:lnTo>
                  <a:pt x="2042922" y="85344"/>
                </a:lnTo>
                <a:close/>
              </a:path>
              <a:path w="2043429" h="214629">
                <a:moveTo>
                  <a:pt x="2042922" y="82296"/>
                </a:moveTo>
                <a:lnTo>
                  <a:pt x="0" y="82296"/>
                </a:lnTo>
                <a:lnTo>
                  <a:pt x="0" y="83058"/>
                </a:lnTo>
                <a:lnTo>
                  <a:pt x="2042922" y="83058"/>
                </a:lnTo>
                <a:lnTo>
                  <a:pt x="2042922" y="82296"/>
                </a:lnTo>
                <a:close/>
              </a:path>
              <a:path w="2043429" h="214629">
                <a:moveTo>
                  <a:pt x="2042922" y="79248"/>
                </a:moveTo>
                <a:lnTo>
                  <a:pt x="0" y="79248"/>
                </a:lnTo>
                <a:lnTo>
                  <a:pt x="0" y="80010"/>
                </a:lnTo>
                <a:lnTo>
                  <a:pt x="2042922" y="80010"/>
                </a:lnTo>
                <a:lnTo>
                  <a:pt x="2042922" y="79248"/>
                </a:lnTo>
                <a:close/>
              </a:path>
              <a:path w="2043429" h="214629">
                <a:moveTo>
                  <a:pt x="2042922" y="76200"/>
                </a:moveTo>
                <a:lnTo>
                  <a:pt x="0" y="76200"/>
                </a:lnTo>
                <a:lnTo>
                  <a:pt x="0" y="76962"/>
                </a:lnTo>
                <a:lnTo>
                  <a:pt x="2042922" y="76962"/>
                </a:lnTo>
                <a:lnTo>
                  <a:pt x="2042922" y="76200"/>
                </a:lnTo>
                <a:close/>
              </a:path>
              <a:path w="2043429" h="214629">
                <a:moveTo>
                  <a:pt x="2042922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42922" y="73914"/>
                </a:lnTo>
                <a:lnTo>
                  <a:pt x="2042922" y="73152"/>
                </a:lnTo>
                <a:close/>
              </a:path>
              <a:path w="2043429" h="214629">
                <a:moveTo>
                  <a:pt x="2042922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42922" y="70866"/>
                </a:lnTo>
                <a:lnTo>
                  <a:pt x="2042922" y="70104"/>
                </a:lnTo>
                <a:close/>
              </a:path>
              <a:path w="2043429" h="214629">
                <a:moveTo>
                  <a:pt x="2042922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42922" y="67818"/>
                </a:lnTo>
                <a:lnTo>
                  <a:pt x="2042922" y="67056"/>
                </a:lnTo>
                <a:close/>
              </a:path>
              <a:path w="2043429" h="214629">
                <a:moveTo>
                  <a:pt x="2042922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42922" y="64770"/>
                </a:lnTo>
                <a:lnTo>
                  <a:pt x="2042922" y="64008"/>
                </a:lnTo>
                <a:close/>
              </a:path>
              <a:path w="2043429" h="214629">
                <a:moveTo>
                  <a:pt x="2042922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42922" y="61722"/>
                </a:lnTo>
                <a:lnTo>
                  <a:pt x="2042922" y="60960"/>
                </a:lnTo>
                <a:close/>
              </a:path>
              <a:path w="2043429" h="214629">
                <a:moveTo>
                  <a:pt x="2042922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42922" y="58674"/>
                </a:lnTo>
                <a:lnTo>
                  <a:pt x="2042922" y="57912"/>
                </a:lnTo>
                <a:close/>
              </a:path>
              <a:path w="2043429" h="214629">
                <a:moveTo>
                  <a:pt x="2042922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42922" y="55626"/>
                </a:lnTo>
                <a:lnTo>
                  <a:pt x="2042922" y="54864"/>
                </a:lnTo>
                <a:close/>
              </a:path>
              <a:path w="2043429" h="214629">
                <a:moveTo>
                  <a:pt x="2042922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42922" y="52578"/>
                </a:lnTo>
                <a:lnTo>
                  <a:pt x="2042922" y="51816"/>
                </a:lnTo>
                <a:close/>
              </a:path>
              <a:path w="2043429" h="214629">
                <a:moveTo>
                  <a:pt x="2042922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42922" y="49530"/>
                </a:lnTo>
                <a:lnTo>
                  <a:pt x="2042922" y="48768"/>
                </a:lnTo>
                <a:close/>
              </a:path>
              <a:path w="2043429" h="214629">
                <a:moveTo>
                  <a:pt x="2042922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42922" y="46482"/>
                </a:lnTo>
                <a:lnTo>
                  <a:pt x="2042922" y="45720"/>
                </a:lnTo>
                <a:close/>
              </a:path>
              <a:path w="2043429" h="214629">
                <a:moveTo>
                  <a:pt x="2042922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42922" y="43434"/>
                </a:lnTo>
                <a:lnTo>
                  <a:pt x="2042922" y="42672"/>
                </a:lnTo>
                <a:close/>
              </a:path>
              <a:path w="2043429" h="214629">
                <a:moveTo>
                  <a:pt x="2042922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42922" y="40386"/>
                </a:lnTo>
                <a:lnTo>
                  <a:pt x="2042922" y="39624"/>
                </a:lnTo>
                <a:close/>
              </a:path>
              <a:path w="2043429" h="214629">
                <a:moveTo>
                  <a:pt x="2042922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42922" y="37338"/>
                </a:lnTo>
                <a:lnTo>
                  <a:pt x="2042922" y="36576"/>
                </a:lnTo>
                <a:close/>
              </a:path>
              <a:path w="2043429" h="214629">
                <a:moveTo>
                  <a:pt x="2042922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42922" y="34290"/>
                </a:lnTo>
                <a:lnTo>
                  <a:pt x="2042922" y="33528"/>
                </a:lnTo>
                <a:close/>
              </a:path>
              <a:path w="2043429" h="214629">
                <a:moveTo>
                  <a:pt x="2042922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42922" y="31242"/>
                </a:lnTo>
                <a:lnTo>
                  <a:pt x="2042922" y="30480"/>
                </a:lnTo>
                <a:close/>
              </a:path>
              <a:path w="2043429" h="214629">
                <a:moveTo>
                  <a:pt x="2042922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42922" y="28194"/>
                </a:lnTo>
                <a:lnTo>
                  <a:pt x="2042922" y="27432"/>
                </a:lnTo>
                <a:close/>
              </a:path>
              <a:path w="2043429" h="214629">
                <a:moveTo>
                  <a:pt x="2042922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42922" y="25146"/>
                </a:lnTo>
                <a:lnTo>
                  <a:pt x="2042922" y="24384"/>
                </a:lnTo>
                <a:close/>
              </a:path>
              <a:path w="2043429" h="214629">
                <a:moveTo>
                  <a:pt x="2042922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42922" y="22098"/>
                </a:lnTo>
                <a:lnTo>
                  <a:pt x="2042922" y="21336"/>
                </a:lnTo>
                <a:close/>
              </a:path>
              <a:path w="2043429" h="214629">
                <a:moveTo>
                  <a:pt x="2042922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42922" y="19050"/>
                </a:lnTo>
                <a:lnTo>
                  <a:pt x="2042922" y="18288"/>
                </a:lnTo>
                <a:close/>
              </a:path>
              <a:path w="2043429" h="214629">
                <a:moveTo>
                  <a:pt x="2042922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42922" y="16002"/>
                </a:lnTo>
                <a:lnTo>
                  <a:pt x="2042922" y="15240"/>
                </a:lnTo>
                <a:close/>
              </a:path>
              <a:path w="2043429" h="214629">
                <a:moveTo>
                  <a:pt x="2042922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42922" y="12954"/>
                </a:lnTo>
                <a:lnTo>
                  <a:pt x="2042922" y="12192"/>
                </a:lnTo>
                <a:close/>
              </a:path>
              <a:path w="2043429" h="214629">
                <a:moveTo>
                  <a:pt x="2042922" y="9144"/>
                </a:moveTo>
                <a:lnTo>
                  <a:pt x="0" y="9144"/>
                </a:lnTo>
                <a:lnTo>
                  <a:pt x="0" y="9906"/>
                </a:lnTo>
                <a:lnTo>
                  <a:pt x="2042922" y="9906"/>
                </a:lnTo>
                <a:lnTo>
                  <a:pt x="2042922" y="9144"/>
                </a:lnTo>
                <a:close/>
              </a:path>
              <a:path w="2043429" h="214629">
                <a:moveTo>
                  <a:pt x="2042922" y="6096"/>
                </a:moveTo>
                <a:lnTo>
                  <a:pt x="0" y="6096"/>
                </a:lnTo>
                <a:lnTo>
                  <a:pt x="0" y="6858"/>
                </a:lnTo>
                <a:lnTo>
                  <a:pt x="2042922" y="6858"/>
                </a:lnTo>
                <a:lnTo>
                  <a:pt x="2042922" y="6096"/>
                </a:lnTo>
                <a:close/>
              </a:path>
              <a:path w="2043429" h="214629">
                <a:moveTo>
                  <a:pt x="2042922" y="3048"/>
                </a:moveTo>
                <a:lnTo>
                  <a:pt x="0" y="3048"/>
                </a:lnTo>
                <a:lnTo>
                  <a:pt x="0" y="3810"/>
                </a:lnTo>
                <a:lnTo>
                  <a:pt x="2042922" y="3810"/>
                </a:lnTo>
                <a:lnTo>
                  <a:pt x="2042922" y="3048"/>
                </a:lnTo>
                <a:close/>
              </a:path>
              <a:path w="2043429" h="214629">
                <a:moveTo>
                  <a:pt x="2042922" y="0"/>
                </a:moveTo>
                <a:lnTo>
                  <a:pt x="0" y="0"/>
                </a:lnTo>
                <a:lnTo>
                  <a:pt x="0" y="762"/>
                </a:lnTo>
                <a:lnTo>
                  <a:pt x="2042922" y="762"/>
                </a:lnTo>
                <a:lnTo>
                  <a:pt x="2042922" y="0"/>
                </a:lnTo>
                <a:close/>
              </a:path>
            </a:pathLst>
          </a:custGeom>
          <a:solidFill>
            <a:srgbClr val="CC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bg object 50"/>
          <p:cNvSpPr/>
          <p:nvPr/>
        </p:nvSpPr>
        <p:spPr>
          <a:xfrm>
            <a:off x="6360553" y="5537342"/>
            <a:ext cx="2043430" cy="123189"/>
          </a:xfrm>
          <a:custGeom>
            <a:avLst/>
            <a:gdLst/>
            <a:ahLst/>
            <a:cxnLst/>
            <a:rect l="l" t="t" r="r" b="b"/>
            <a:pathLst>
              <a:path w="2043429" h="123189">
                <a:moveTo>
                  <a:pt x="2042922" y="121920"/>
                </a:moveTo>
                <a:lnTo>
                  <a:pt x="0" y="121920"/>
                </a:lnTo>
                <a:lnTo>
                  <a:pt x="0" y="122682"/>
                </a:lnTo>
                <a:lnTo>
                  <a:pt x="2042922" y="122682"/>
                </a:lnTo>
                <a:lnTo>
                  <a:pt x="2042922" y="121920"/>
                </a:lnTo>
                <a:close/>
              </a:path>
              <a:path w="2043429" h="123189">
                <a:moveTo>
                  <a:pt x="2042922" y="118872"/>
                </a:moveTo>
                <a:lnTo>
                  <a:pt x="0" y="118872"/>
                </a:lnTo>
                <a:lnTo>
                  <a:pt x="0" y="119634"/>
                </a:lnTo>
                <a:lnTo>
                  <a:pt x="2042922" y="119634"/>
                </a:lnTo>
                <a:lnTo>
                  <a:pt x="2042922" y="118872"/>
                </a:lnTo>
                <a:close/>
              </a:path>
              <a:path w="2043429" h="123189">
                <a:moveTo>
                  <a:pt x="2042922" y="115824"/>
                </a:moveTo>
                <a:lnTo>
                  <a:pt x="0" y="115824"/>
                </a:lnTo>
                <a:lnTo>
                  <a:pt x="0" y="116586"/>
                </a:lnTo>
                <a:lnTo>
                  <a:pt x="2042922" y="116586"/>
                </a:lnTo>
                <a:lnTo>
                  <a:pt x="2042922" y="115824"/>
                </a:lnTo>
                <a:close/>
              </a:path>
              <a:path w="2043429" h="123189">
                <a:moveTo>
                  <a:pt x="2042922" y="112776"/>
                </a:moveTo>
                <a:lnTo>
                  <a:pt x="0" y="112776"/>
                </a:lnTo>
                <a:lnTo>
                  <a:pt x="0" y="113538"/>
                </a:lnTo>
                <a:lnTo>
                  <a:pt x="2042922" y="113538"/>
                </a:lnTo>
                <a:lnTo>
                  <a:pt x="2042922" y="112776"/>
                </a:lnTo>
                <a:close/>
              </a:path>
              <a:path w="2043429" h="123189">
                <a:moveTo>
                  <a:pt x="2042922" y="109728"/>
                </a:moveTo>
                <a:lnTo>
                  <a:pt x="0" y="109728"/>
                </a:lnTo>
                <a:lnTo>
                  <a:pt x="0" y="110490"/>
                </a:lnTo>
                <a:lnTo>
                  <a:pt x="2042922" y="110490"/>
                </a:lnTo>
                <a:lnTo>
                  <a:pt x="2042922" y="109728"/>
                </a:lnTo>
                <a:close/>
              </a:path>
              <a:path w="2043429" h="123189">
                <a:moveTo>
                  <a:pt x="2042922" y="106680"/>
                </a:moveTo>
                <a:lnTo>
                  <a:pt x="0" y="106680"/>
                </a:lnTo>
                <a:lnTo>
                  <a:pt x="0" y="107442"/>
                </a:lnTo>
                <a:lnTo>
                  <a:pt x="2042922" y="107442"/>
                </a:lnTo>
                <a:lnTo>
                  <a:pt x="2042922" y="106680"/>
                </a:lnTo>
                <a:close/>
              </a:path>
              <a:path w="2043429" h="123189">
                <a:moveTo>
                  <a:pt x="2042922" y="103632"/>
                </a:moveTo>
                <a:lnTo>
                  <a:pt x="0" y="103632"/>
                </a:lnTo>
                <a:lnTo>
                  <a:pt x="0" y="104394"/>
                </a:lnTo>
                <a:lnTo>
                  <a:pt x="2042922" y="104394"/>
                </a:lnTo>
                <a:lnTo>
                  <a:pt x="2042922" y="103632"/>
                </a:lnTo>
                <a:close/>
              </a:path>
              <a:path w="2043429" h="123189">
                <a:moveTo>
                  <a:pt x="2042922" y="100584"/>
                </a:moveTo>
                <a:lnTo>
                  <a:pt x="0" y="100584"/>
                </a:lnTo>
                <a:lnTo>
                  <a:pt x="0" y="101346"/>
                </a:lnTo>
                <a:lnTo>
                  <a:pt x="2042922" y="101346"/>
                </a:lnTo>
                <a:lnTo>
                  <a:pt x="2042922" y="100584"/>
                </a:lnTo>
                <a:close/>
              </a:path>
              <a:path w="2043429" h="123189">
                <a:moveTo>
                  <a:pt x="2042922" y="97536"/>
                </a:moveTo>
                <a:lnTo>
                  <a:pt x="0" y="97536"/>
                </a:lnTo>
                <a:lnTo>
                  <a:pt x="0" y="98298"/>
                </a:lnTo>
                <a:lnTo>
                  <a:pt x="2042922" y="98298"/>
                </a:lnTo>
                <a:lnTo>
                  <a:pt x="2042922" y="97536"/>
                </a:lnTo>
                <a:close/>
              </a:path>
              <a:path w="2043429" h="123189">
                <a:moveTo>
                  <a:pt x="2042922" y="94488"/>
                </a:moveTo>
                <a:lnTo>
                  <a:pt x="0" y="94488"/>
                </a:lnTo>
                <a:lnTo>
                  <a:pt x="0" y="95250"/>
                </a:lnTo>
                <a:lnTo>
                  <a:pt x="2042922" y="95250"/>
                </a:lnTo>
                <a:lnTo>
                  <a:pt x="2042922" y="94488"/>
                </a:lnTo>
                <a:close/>
              </a:path>
              <a:path w="2043429" h="123189">
                <a:moveTo>
                  <a:pt x="2042922" y="91440"/>
                </a:moveTo>
                <a:lnTo>
                  <a:pt x="0" y="91440"/>
                </a:lnTo>
                <a:lnTo>
                  <a:pt x="0" y="92202"/>
                </a:lnTo>
                <a:lnTo>
                  <a:pt x="2042922" y="92202"/>
                </a:lnTo>
                <a:lnTo>
                  <a:pt x="2042922" y="91440"/>
                </a:lnTo>
                <a:close/>
              </a:path>
              <a:path w="2043429" h="123189">
                <a:moveTo>
                  <a:pt x="2042922" y="88392"/>
                </a:moveTo>
                <a:lnTo>
                  <a:pt x="0" y="88392"/>
                </a:lnTo>
                <a:lnTo>
                  <a:pt x="0" y="89154"/>
                </a:lnTo>
                <a:lnTo>
                  <a:pt x="2042922" y="89154"/>
                </a:lnTo>
                <a:lnTo>
                  <a:pt x="2042922" y="88392"/>
                </a:lnTo>
                <a:close/>
              </a:path>
              <a:path w="2043429" h="123189">
                <a:moveTo>
                  <a:pt x="2042922" y="85344"/>
                </a:moveTo>
                <a:lnTo>
                  <a:pt x="0" y="85344"/>
                </a:lnTo>
                <a:lnTo>
                  <a:pt x="0" y="86106"/>
                </a:lnTo>
                <a:lnTo>
                  <a:pt x="2042922" y="86106"/>
                </a:lnTo>
                <a:lnTo>
                  <a:pt x="2042922" y="85344"/>
                </a:lnTo>
                <a:close/>
              </a:path>
              <a:path w="2043429" h="123189">
                <a:moveTo>
                  <a:pt x="2042922" y="82296"/>
                </a:moveTo>
                <a:lnTo>
                  <a:pt x="0" y="82296"/>
                </a:lnTo>
                <a:lnTo>
                  <a:pt x="0" y="83058"/>
                </a:lnTo>
                <a:lnTo>
                  <a:pt x="2042922" y="83058"/>
                </a:lnTo>
                <a:lnTo>
                  <a:pt x="2042922" y="82296"/>
                </a:lnTo>
                <a:close/>
              </a:path>
              <a:path w="2043429" h="123189">
                <a:moveTo>
                  <a:pt x="2042922" y="79248"/>
                </a:moveTo>
                <a:lnTo>
                  <a:pt x="0" y="79248"/>
                </a:lnTo>
                <a:lnTo>
                  <a:pt x="0" y="80010"/>
                </a:lnTo>
                <a:lnTo>
                  <a:pt x="2042922" y="80010"/>
                </a:lnTo>
                <a:lnTo>
                  <a:pt x="2042922" y="79248"/>
                </a:lnTo>
                <a:close/>
              </a:path>
              <a:path w="2043429" h="123189">
                <a:moveTo>
                  <a:pt x="2042922" y="76200"/>
                </a:moveTo>
                <a:lnTo>
                  <a:pt x="0" y="76200"/>
                </a:lnTo>
                <a:lnTo>
                  <a:pt x="0" y="76962"/>
                </a:lnTo>
                <a:lnTo>
                  <a:pt x="2042922" y="76962"/>
                </a:lnTo>
                <a:lnTo>
                  <a:pt x="2042922" y="76200"/>
                </a:lnTo>
                <a:close/>
              </a:path>
              <a:path w="2043429" h="123189">
                <a:moveTo>
                  <a:pt x="2042922" y="73152"/>
                </a:moveTo>
                <a:lnTo>
                  <a:pt x="0" y="73152"/>
                </a:lnTo>
                <a:lnTo>
                  <a:pt x="0" y="73914"/>
                </a:lnTo>
                <a:lnTo>
                  <a:pt x="2042922" y="73914"/>
                </a:lnTo>
                <a:lnTo>
                  <a:pt x="2042922" y="73152"/>
                </a:lnTo>
                <a:close/>
              </a:path>
              <a:path w="2043429" h="123189">
                <a:moveTo>
                  <a:pt x="2042922" y="70104"/>
                </a:moveTo>
                <a:lnTo>
                  <a:pt x="0" y="70104"/>
                </a:lnTo>
                <a:lnTo>
                  <a:pt x="0" y="70866"/>
                </a:lnTo>
                <a:lnTo>
                  <a:pt x="2042922" y="70866"/>
                </a:lnTo>
                <a:lnTo>
                  <a:pt x="2042922" y="70104"/>
                </a:lnTo>
                <a:close/>
              </a:path>
              <a:path w="2043429" h="123189">
                <a:moveTo>
                  <a:pt x="2042922" y="67056"/>
                </a:moveTo>
                <a:lnTo>
                  <a:pt x="0" y="67056"/>
                </a:lnTo>
                <a:lnTo>
                  <a:pt x="0" y="67818"/>
                </a:lnTo>
                <a:lnTo>
                  <a:pt x="2042922" y="67818"/>
                </a:lnTo>
                <a:lnTo>
                  <a:pt x="2042922" y="67056"/>
                </a:lnTo>
                <a:close/>
              </a:path>
              <a:path w="2043429" h="123189">
                <a:moveTo>
                  <a:pt x="2042922" y="64008"/>
                </a:moveTo>
                <a:lnTo>
                  <a:pt x="0" y="64008"/>
                </a:lnTo>
                <a:lnTo>
                  <a:pt x="0" y="64770"/>
                </a:lnTo>
                <a:lnTo>
                  <a:pt x="2042922" y="64770"/>
                </a:lnTo>
                <a:lnTo>
                  <a:pt x="2042922" y="64008"/>
                </a:lnTo>
                <a:close/>
              </a:path>
              <a:path w="2043429" h="123189">
                <a:moveTo>
                  <a:pt x="2042922" y="60960"/>
                </a:moveTo>
                <a:lnTo>
                  <a:pt x="0" y="60960"/>
                </a:lnTo>
                <a:lnTo>
                  <a:pt x="0" y="61722"/>
                </a:lnTo>
                <a:lnTo>
                  <a:pt x="2042922" y="61722"/>
                </a:lnTo>
                <a:lnTo>
                  <a:pt x="2042922" y="60960"/>
                </a:lnTo>
                <a:close/>
              </a:path>
              <a:path w="2043429" h="123189">
                <a:moveTo>
                  <a:pt x="2042922" y="57912"/>
                </a:moveTo>
                <a:lnTo>
                  <a:pt x="0" y="57912"/>
                </a:lnTo>
                <a:lnTo>
                  <a:pt x="0" y="58674"/>
                </a:lnTo>
                <a:lnTo>
                  <a:pt x="2042922" y="58674"/>
                </a:lnTo>
                <a:lnTo>
                  <a:pt x="2042922" y="57912"/>
                </a:lnTo>
                <a:close/>
              </a:path>
              <a:path w="2043429" h="123189">
                <a:moveTo>
                  <a:pt x="2042922" y="54864"/>
                </a:moveTo>
                <a:lnTo>
                  <a:pt x="0" y="54864"/>
                </a:lnTo>
                <a:lnTo>
                  <a:pt x="0" y="55626"/>
                </a:lnTo>
                <a:lnTo>
                  <a:pt x="2042922" y="55626"/>
                </a:lnTo>
                <a:lnTo>
                  <a:pt x="2042922" y="54864"/>
                </a:lnTo>
                <a:close/>
              </a:path>
              <a:path w="2043429" h="123189">
                <a:moveTo>
                  <a:pt x="2042922" y="51816"/>
                </a:moveTo>
                <a:lnTo>
                  <a:pt x="0" y="51816"/>
                </a:lnTo>
                <a:lnTo>
                  <a:pt x="0" y="52578"/>
                </a:lnTo>
                <a:lnTo>
                  <a:pt x="2042922" y="52578"/>
                </a:lnTo>
                <a:lnTo>
                  <a:pt x="2042922" y="51816"/>
                </a:lnTo>
                <a:close/>
              </a:path>
              <a:path w="2043429" h="123189">
                <a:moveTo>
                  <a:pt x="2042922" y="48768"/>
                </a:moveTo>
                <a:lnTo>
                  <a:pt x="0" y="48768"/>
                </a:lnTo>
                <a:lnTo>
                  <a:pt x="0" y="49530"/>
                </a:lnTo>
                <a:lnTo>
                  <a:pt x="2042922" y="49530"/>
                </a:lnTo>
                <a:lnTo>
                  <a:pt x="2042922" y="48768"/>
                </a:lnTo>
                <a:close/>
              </a:path>
              <a:path w="2043429" h="123189">
                <a:moveTo>
                  <a:pt x="2042922" y="45720"/>
                </a:moveTo>
                <a:lnTo>
                  <a:pt x="0" y="45720"/>
                </a:lnTo>
                <a:lnTo>
                  <a:pt x="0" y="46482"/>
                </a:lnTo>
                <a:lnTo>
                  <a:pt x="2042922" y="46482"/>
                </a:lnTo>
                <a:lnTo>
                  <a:pt x="2042922" y="45720"/>
                </a:lnTo>
                <a:close/>
              </a:path>
              <a:path w="2043429" h="123189">
                <a:moveTo>
                  <a:pt x="2042922" y="42672"/>
                </a:moveTo>
                <a:lnTo>
                  <a:pt x="0" y="42672"/>
                </a:lnTo>
                <a:lnTo>
                  <a:pt x="0" y="43434"/>
                </a:lnTo>
                <a:lnTo>
                  <a:pt x="2042922" y="43434"/>
                </a:lnTo>
                <a:lnTo>
                  <a:pt x="2042922" y="42672"/>
                </a:lnTo>
                <a:close/>
              </a:path>
              <a:path w="2043429" h="123189">
                <a:moveTo>
                  <a:pt x="2042922" y="39624"/>
                </a:moveTo>
                <a:lnTo>
                  <a:pt x="0" y="39624"/>
                </a:lnTo>
                <a:lnTo>
                  <a:pt x="0" y="40386"/>
                </a:lnTo>
                <a:lnTo>
                  <a:pt x="2042922" y="40386"/>
                </a:lnTo>
                <a:lnTo>
                  <a:pt x="2042922" y="39624"/>
                </a:lnTo>
                <a:close/>
              </a:path>
              <a:path w="2043429" h="123189">
                <a:moveTo>
                  <a:pt x="2042922" y="36576"/>
                </a:moveTo>
                <a:lnTo>
                  <a:pt x="0" y="36576"/>
                </a:lnTo>
                <a:lnTo>
                  <a:pt x="0" y="37338"/>
                </a:lnTo>
                <a:lnTo>
                  <a:pt x="2042922" y="37338"/>
                </a:lnTo>
                <a:lnTo>
                  <a:pt x="2042922" y="36576"/>
                </a:lnTo>
                <a:close/>
              </a:path>
              <a:path w="2043429" h="123189">
                <a:moveTo>
                  <a:pt x="2042922" y="33528"/>
                </a:moveTo>
                <a:lnTo>
                  <a:pt x="0" y="33528"/>
                </a:lnTo>
                <a:lnTo>
                  <a:pt x="0" y="34290"/>
                </a:lnTo>
                <a:lnTo>
                  <a:pt x="2042922" y="34290"/>
                </a:lnTo>
                <a:lnTo>
                  <a:pt x="2042922" y="33528"/>
                </a:lnTo>
                <a:close/>
              </a:path>
              <a:path w="2043429" h="123189">
                <a:moveTo>
                  <a:pt x="2042922" y="30480"/>
                </a:moveTo>
                <a:lnTo>
                  <a:pt x="0" y="30480"/>
                </a:lnTo>
                <a:lnTo>
                  <a:pt x="0" y="31242"/>
                </a:lnTo>
                <a:lnTo>
                  <a:pt x="2042922" y="31242"/>
                </a:lnTo>
                <a:lnTo>
                  <a:pt x="2042922" y="30480"/>
                </a:lnTo>
                <a:close/>
              </a:path>
              <a:path w="2043429" h="123189">
                <a:moveTo>
                  <a:pt x="2042922" y="27432"/>
                </a:moveTo>
                <a:lnTo>
                  <a:pt x="0" y="27432"/>
                </a:lnTo>
                <a:lnTo>
                  <a:pt x="0" y="28194"/>
                </a:lnTo>
                <a:lnTo>
                  <a:pt x="2042922" y="28194"/>
                </a:lnTo>
                <a:lnTo>
                  <a:pt x="2042922" y="27432"/>
                </a:lnTo>
                <a:close/>
              </a:path>
              <a:path w="2043429" h="123189">
                <a:moveTo>
                  <a:pt x="2042922" y="24384"/>
                </a:moveTo>
                <a:lnTo>
                  <a:pt x="0" y="24384"/>
                </a:lnTo>
                <a:lnTo>
                  <a:pt x="0" y="25146"/>
                </a:lnTo>
                <a:lnTo>
                  <a:pt x="2042922" y="25146"/>
                </a:lnTo>
                <a:lnTo>
                  <a:pt x="2042922" y="24384"/>
                </a:lnTo>
                <a:close/>
              </a:path>
              <a:path w="2043429" h="123189">
                <a:moveTo>
                  <a:pt x="2042922" y="21336"/>
                </a:moveTo>
                <a:lnTo>
                  <a:pt x="0" y="21336"/>
                </a:lnTo>
                <a:lnTo>
                  <a:pt x="0" y="22098"/>
                </a:lnTo>
                <a:lnTo>
                  <a:pt x="2042922" y="22098"/>
                </a:lnTo>
                <a:lnTo>
                  <a:pt x="2042922" y="21336"/>
                </a:lnTo>
                <a:close/>
              </a:path>
              <a:path w="2043429" h="123189">
                <a:moveTo>
                  <a:pt x="2042922" y="18288"/>
                </a:moveTo>
                <a:lnTo>
                  <a:pt x="0" y="18288"/>
                </a:lnTo>
                <a:lnTo>
                  <a:pt x="0" y="19050"/>
                </a:lnTo>
                <a:lnTo>
                  <a:pt x="2042922" y="19050"/>
                </a:lnTo>
                <a:lnTo>
                  <a:pt x="2042922" y="18288"/>
                </a:lnTo>
                <a:close/>
              </a:path>
              <a:path w="2043429" h="123189">
                <a:moveTo>
                  <a:pt x="2042922" y="15240"/>
                </a:moveTo>
                <a:lnTo>
                  <a:pt x="0" y="15240"/>
                </a:lnTo>
                <a:lnTo>
                  <a:pt x="0" y="16002"/>
                </a:lnTo>
                <a:lnTo>
                  <a:pt x="2042922" y="16002"/>
                </a:lnTo>
                <a:lnTo>
                  <a:pt x="2042922" y="15240"/>
                </a:lnTo>
                <a:close/>
              </a:path>
              <a:path w="2043429" h="123189">
                <a:moveTo>
                  <a:pt x="2042922" y="12192"/>
                </a:moveTo>
                <a:lnTo>
                  <a:pt x="0" y="12192"/>
                </a:lnTo>
                <a:lnTo>
                  <a:pt x="0" y="12954"/>
                </a:lnTo>
                <a:lnTo>
                  <a:pt x="2042922" y="12954"/>
                </a:lnTo>
                <a:lnTo>
                  <a:pt x="2042922" y="12192"/>
                </a:lnTo>
                <a:close/>
              </a:path>
              <a:path w="2043429" h="123189">
                <a:moveTo>
                  <a:pt x="2042922" y="9144"/>
                </a:moveTo>
                <a:lnTo>
                  <a:pt x="0" y="9144"/>
                </a:lnTo>
                <a:lnTo>
                  <a:pt x="0" y="9906"/>
                </a:lnTo>
                <a:lnTo>
                  <a:pt x="2042922" y="9906"/>
                </a:lnTo>
                <a:lnTo>
                  <a:pt x="2042922" y="9144"/>
                </a:lnTo>
                <a:close/>
              </a:path>
              <a:path w="2043429" h="123189">
                <a:moveTo>
                  <a:pt x="2042922" y="6096"/>
                </a:moveTo>
                <a:lnTo>
                  <a:pt x="0" y="6096"/>
                </a:lnTo>
                <a:lnTo>
                  <a:pt x="0" y="6858"/>
                </a:lnTo>
                <a:lnTo>
                  <a:pt x="2042922" y="6858"/>
                </a:lnTo>
                <a:lnTo>
                  <a:pt x="2042922" y="6096"/>
                </a:lnTo>
                <a:close/>
              </a:path>
              <a:path w="2043429" h="123189">
                <a:moveTo>
                  <a:pt x="2042922" y="3048"/>
                </a:moveTo>
                <a:lnTo>
                  <a:pt x="0" y="3048"/>
                </a:lnTo>
                <a:lnTo>
                  <a:pt x="0" y="3810"/>
                </a:lnTo>
                <a:lnTo>
                  <a:pt x="2042922" y="3810"/>
                </a:lnTo>
                <a:lnTo>
                  <a:pt x="2042922" y="3048"/>
                </a:lnTo>
                <a:close/>
              </a:path>
              <a:path w="2043429" h="123189">
                <a:moveTo>
                  <a:pt x="2042922" y="0"/>
                </a:moveTo>
                <a:lnTo>
                  <a:pt x="0" y="0"/>
                </a:lnTo>
                <a:lnTo>
                  <a:pt x="0" y="762"/>
                </a:lnTo>
                <a:lnTo>
                  <a:pt x="2042922" y="762"/>
                </a:lnTo>
                <a:lnTo>
                  <a:pt x="2042922" y="0"/>
                </a:lnTo>
                <a:close/>
              </a:path>
            </a:pathLst>
          </a:custGeom>
          <a:solidFill>
            <a:srgbClr val="CC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3200" b="0" i="0">
                <a:solidFill>
                  <a:srgbClr val="800000"/>
                </a:solidFill>
                <a:latin typeface="Impact"/>
                <a:cs typeface="Impact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227726" y="1916560"/>
            <a:ext cx="3589020" cy="438785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600" b="0" i="0">
                <a:solidFill>
                  <a:srgbClr val="002060"/>
                </a:solidFill>
                <a:latin typeface="Calibri"/>
                <a:cs typeface="Calibri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4692808" y="1574419"/>
            <a:ext cx="3963828" cy="45178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5/25/2021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2000" b="1" i="0">
                <a:solidFill>
                  <a:srgbClr val="0068B4"/>
                </a:solidFill>
                <a:latin typeface="Arial"/>
                <a:cs typeface="Arial"/>
              </a:defRPr>
            </a:lvl1pPr>
          </a:lstStyle>
          <a:p>
            <a:pPr marL="191770">
              <a:lnSpc>
                <a:spcPct val="100000"/>
              </a:lnSpc>
              <a:spcBef>
                <a:spcPts val="345"/>
              </a:spcBef>
            </a:pPr>
            <a:fld id="{81D60167-4931-47E6-BA6A-407CBD079E47}" type="slidenum">
              <a:rPr spc="-5" dirty="0"/>
              <a:t>‹#›</a:t>
            </a:fld>
            <a:endParaRPr spc="-5" dirty="0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3200" b="0" i="0">
                <a:solidFill>
                  <a:srgbClr val="800000"/>
                </a:solidFill>
                <a:latin typeface="Impact"/>
                <a:cs typeface="Impact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5/25/2021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2000" b="1" i="0">
                <a:solidFill>
                  <a:srgbClr val="0068B4"/>
                </a:solidFill>
                <a:latin typeface="Arial"/>
                <a:cs typeface="Arial"/>
              </a:defRPr>
            </a:lvl1pPr>
          </a:lstStyle>
          <a:p>
            <a:pPr marL="191770">
              <a:lnSpc>
                <a:spcPct val="100000"/>
              </a:lnSpc>
              <a:spcBef>
                <a:spcPts val="345"/>
              </a:spcBef>
            </a:pPr>
            <a:fld id="{81D60167-4931-47E6-BA6A-407CBD079E47}" type="slidenum">
              <a:rPr spc="-5" dirty="0"/>
              <a:t>‹#›</a:t>
            </a:fld>
            <a:endParaRPr spc="-5" dirty="0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5/25/2021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2000" b="1" i="0">
                <a:solidFill>
                  <a:srgbClr val="0068B4"/>
                </a:solidFill>
                <a:latin typeface="Arial"/>
                <a:cs typeface="Arial"/>
              </a:defRPr>
            </a:lvl1pPr>
          </a:lstStyle>
          <a:p>
            <a:pPr marL="191770">
              <a:lnSpc>
                <a:spcPct val="100000"/>
              </a:lnSpc>
              <a:spcBef>
                <a:spcPts val="345"/>
              </a:spcBef>
            </a:pPr>
            <a:fld id="{81D60167-4931-47E6-BA6A-407CBD079E47}" type="slidenum">
              <a:rPr spc="-5" dirty="0"/>
              <a:t>‹#›</a:t>
            </a:fld>
            <a:endParaRPr spc="-5" dirty="0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7" Type="http://schemas.openxmlformats.org/officeDocument/2006/relationships/image" Target="../media/image1.jpg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bg object 16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621461" y="410923"/>
            <a:ext cx="8490255" cy="6428665"/>
          </a:xfrm>
          <a:prstGeom prst="rect">
            <a:avLst/>
          </a:prstGeom>
        </p:spPr>
      </p:pic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2143106" y="220348"/>
            <a:ext cx="4826037" cy="51308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 b="0" i="0">
                <a:solidFill>
                  <a:srgbClr val="800000"/>
                </a:solidFill>
                <a:latin typeface="Impact"/>
                <a:cs typeface="Impact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605673" y="1996316"/>
            <a:ext cx="5922009" cy="38100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3098165" y="6366129"/>
            <a:ext cx="2915920" cy="34226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455612" y="6366129"/>
            <a:ext cx="2095817" cy="34226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5/25/2021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495683" y="6408203"/>
            <a:ext cx="581025" cy="39877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000" b="1" i="0">
                <a:solidFill>
                  <a:srgbClr val="0068B4"/>
                </a:solidFill>
                <a:latin typeface="Arial"/>
                <a:cs typeface="Arial"/>
              </a:defRPr>
            </a:lvl1pPr>
          </a:lstStyle>
          <a:p>
            <a:pPr marL="191770">
              <a:lnSpc>
                <a:spcPct val="100000"/>
              </a:lnSpc>
              <a:spcBef>
                <a:spcPts val="345"/>
              </a:spcBef>
            </a:pPr>
            <a:fld id="{81D60167-4931-47E6-BA6A-407CBD079E47}" type="slidenum">
              <a:rPr spc="-5" dirty="0"/>
              <a:t>‹#›</a:t>
            </a:fld>
            <a:endParaRPr spc="-5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13" Type="http://schemas.openxmlformats.org/officeDocument/2006/relationships/image" Target="../media/image19.png"/><Relationship Id="rId18" Type="http://schemas.openxmlformats.org/officeDocument/2006/relationships/image" Target="../media/image24.png"/><Relationship Id="rId26" Type="http://schemas.openxmlformats.org/officeDocument/2006/relationships/image" Target="../media/image32.png"/><Relationship Id="rId3" Type="http://schemas.openxmlformats.org/officeDocument/2006/relationships/image" Target="../media/image9.png"/><Relationship Id="rId21" Type="http://schemas.openxmlformats.org/officeDocument/2006/relationships/image" Target="../media/image27.png"/><Relationship Id="rId7" Type="http://schemas.openxmlformats.org/officeDocument/2006/relationships/image" Target="../media/image13.png"/><Relationship Id="rId12" Type="http://schemas.openxmlformats.org/officeDocument/2006/relationships/image" Target="../media/image18.png"/><Relationship Id="rId17" Type="http://schemas.openxmlformats.org/officeDocument/2006/relationships/image" Target="../media/image23.png"/><Relationship Id="rId25" Type="http://schemas.openxmlformats.org/officeDocument/2006/relationships/image" Target="../media/image31.png"/><Relationship Id="rId2" Type="http://schemas.openxmlformats.org/officeDocument/2006/relationships/image" Target="../media/image8.png"/><Relationship Id="rId16" Type="http://schemas.openxmlformats.org/officeDocument/2006/relationships/image" Target="../media/image22.png"/><Relationship Id="rId20" Type="http://schemas.openxmlformats.org/officeDocument/2006/relationships/image" Target="../media/image26.png"/><Relationship Id="rId29" Type="http://schemas.openxmlformats.org/officeDocument/2006/relationships/image" Target="../media/image3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11" Type="http://schemas.openxmlformats.org/officeDocument/2006/relationships/image" Target="../media/image17.png"/><Relationship Id="rId24" Type="http://schemas.openxmlformats.org/officeDocument/2006/relationships/image" Target="../media/image30.png"/><Relationship Id="rId5" Type="http://schemas.openxmlformats.org/officeDocument/2006/relationships/image" Target="../media/image11.png"/><Relationship Id="rId15" Type="http://schemas.openxmlformats.org/officeDocument/2006/relationships/image" Target="../media/image21.png"/><Relationship Id="rId23" Type="http://schemas.openxmlformats.org/officeDocument/2006/relationships/image" Target="../media/image29.png"/><Relationship Id="rId28" Type="http://schemas.openxmlformats.org/officeDocument/2006/relationships/image" Target="../media/image34.png"/><Relationship Id="rId10" Type="http://schemas.openxmlformats.org/officeDocument/2006/relationships/image" Target="../media/image16.png"/><Relationship Id="rId19" Type="http://schemas.openxmlformats.org/officeDocument/2006/relationships/image" Target="../media/image25.png"/><Relationship Id="rId4" Type="http://schemas.openxmlformats.org/officeDocument/2006/relationships/image" Target="../media/image10.png"/><Relationship Id="rId9" Type="http://schemas.openxmlformats.org/officeDocument/2006/relationships/image" Target="../media/image15.png"/><Relationship Id="rId14" Type="http://schemas.openxmlformats.org/officeDocument/2006/relationships/image" Target="../media/image20.png"/><Relationship Id="rId22" Type="http://schemas.openxmlformats.org/officeDocument/2006/relationships/image" Target="../media/image28.png"/><Relationship Id="rId27" Type="http://schemas.openxmlformats.org/officeDocument/2006/relationships/image" Target="../media/image33.png"/><Relationship Id="rId30" Type="http://schemas.openxmlformats.org/officeDocument/2006/relationships/image" Target="../media/image36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.png"/><Relationship Id="rId3" Type="http://schemas.openxmlformats.org/officeDocument/2006/relationships/image" Target="../media/image38.jpg"/><Relationship Id="rId7" Type="http://schemas.openxmlformats.org/officeDocument/2006/relationships/image" Target="../media/image42.png"/><Relationship Id="rId12" Type="http://schemas.openxmlformats.org/officeDocument/2006/relationships/image" Target="../media/image47.png"/><Relationship Id="rId2" Type="http://schemas.openxmlformats.org/officeDocument/2006/relationships/image" Target="../media/image37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.png"/><Relationship Id="rId11" Type="http://schemas.openxmlformats.org/officeDocument/2006/relationships/image" Target="../media/image46.png"/><Relationship Id="rId5" Type="http://schemas.openxmlformats.org/officeDocument/2006/relationships/image" Target="../media/image40.png"/><Relationship Id="rId10" Type="http://schemas.openxmlformats.org/officeDocument/2006/relationships/image" Target="../media/image45.png"/><Relationship Id="rId4" Type="http://schemas.openxmlformats.org/officeDocument/2006/relationships/image" Target="../media/image39.jpg"/><Relationship Id="rId9" Type="http://schemas.openxmlformats.org/officeDocument/2006/relationships/image" Target="../media/image44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13" Type="http://schemas.openxmlformats.org/officeDocument/2006/relationships/image" Target="../media/image19.png"/><Relationship Id="rId18" Type="http://schemas.openxmlformats.org/officeDocument/2006/relationships/image" Target="../media/image24.png"/><Relationship Id="rId26" Type="http://schemas.openxmlformats.org/officeDocument/2006/relationships/image" Target="../media/image32.png"/><Relationship Id="rId3" Type="http://schemas.openxmlformats.org/officeDocument/2006/relationships/image" Target="../media/image9.png"/><Relationship Id="rId21" Type="http://schemas.openxmlformats.org/officeDocument/2006/relationships/image" Target="../media/image27.png"/><Relationship Id="rId7" Type="http://schemas.openxmlformats.org/officeDocument/2006/relationships/image" Target="../media/image13.png"/><Relationship Id="rId12" Type="http://schemas.openxmlformats.org/officeDocument/2006/relationships/image" Target="../media/image18.png"/><Relationship Id="rId17" Type="http://schemas.openxmlformats.org/officeDocument/2006/relationships/image" Target="../media/image23.png"/><Relationship Id="rId25" Type="http://schemas.openxmlformats.org/officeDocument/2006/relationships/image" Target="../media/image31.png"/><Relationship Id="rId2" Type="http://schemas.openxmlformats.org/officeDocument/2006/relationships/image" Target="../media/image8.png"/><Relationship Id="rId16" Type="http://schemas.openxmlformats.org/officeDocument/2006/relationships/image" Target="../media/image22.png"/><Relationship Id="rId20" Type="http://schemas.openxmlformats.org/officeDocument/2006/relationships/image" Target="../media/image26.png"/><Relationship Id="rId29" Type="http://schemas.openxmlformats.org/officeDocument/2006/relationships/image" Target="../media/image3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11" Type="http://schemas.openxmlformats.org/officeDocument/2006/relationships/image" Target="../media/image17.png"/><Relationship Id="rId24" Type="http://schemas.openxmlformats.org/officeDocument/2006/relationships/image" Target="../media/image30.png"/><Relationship Id="rId5" Type="http://schemas.openxmlformats.org/officeDocument/2006/relationships/image" Target="../media/image11.png"/><Relationship Id="rId15" Type="http://schemas.openxmlformats.org/officeDocument/2006/relationships/image" Target="../media/image21.png"/><Relationship Id="rId23" Type="http://schemas.openxmlformats.org/officeDocument/2006/relationships/image" Target="../media/image29.png"/><Relationship Id="rId28" Type="http://schemas.openxmlformats.org/officeDocument/2006/relationships/image" Target="../media/image34.png"/><Relationship Id="rId10" Type="http://schemas.openxmlformats.org/officeDocument/2006/relationships/image" Target="../media/image16.png"/><Relationship Id="rId19" Type="http://schemas.openxmlformats.org/officeDocument/2006/relationships/image" Target="../media/image25.png"/><Relationship Id="rId4" Type="http://schemas.openxmlformats.org/officeDocument/2006/relationships/image" Target="../media/image10.png"/><Relationship Id="rId9" Type="http://schemas.openxmlformats.org/officeDocument/2006/relationships/image" Target="../media/image15.png"/><Relationship Id="rId14" Type="http://schemas.openxmlformats.org/officeDocument/2006/relationships/image" Target="../media/image20.png"/><Relationship Id="rId22" Type="http://schemas.openxmlformats.org/officeDocument/2006/relationships/image" Target="../media/image28.png"/><Relationship Id="rId27" Type="http://schemas.openxmlformats.org/officeDocument/2006/relationships/image" Target="../media/image33.png"/><Relationship Id="rId30" Type="http://schemas.openxmlformats.org/officeDocument/2006/relationships/image" Target="../media/image36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image" Target="../media/image48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.png"/><Relationship Id="rId5" Type="http://schemas.openxmlformats.org/officeDocument/2006/relationships/image" Target="../media/image51.png"/><Relationship Id="rId4" Type="http://schemas.openxmlformats.org/officeDocument/2006/relationships/image" Target="../media/image50.png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9.png"/><Relationship Id="rId3" Type="http://schemas.openxmlformats.org/officeDocument/2006/relationships/image" Target="../media/image54.png"/><Relationship Id="rId7" Type="http://schemas.openxmlformats.org/officeDocument/2006/relationships/image" Target="../media/image58.png"/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.jpg"/><Relationship Id="rId5" Type="http://schemas.openxmlformats.org/officeDocument/2006/relationships/image" Target="../media/image56.png"/><Relationship Id="rId4" Type="http://schemas.openxmlformats.org/officeDocument/2006/relationships/image" Target="../media/image55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62.jp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63.jp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64.jp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65.jp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image" Target="../media/image66.jp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jpg"/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9.jp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jpg"/><Relationship Id="rId2" Type="http://schemas.openxmlformats.org/officeDocument/2006/relationships/image" Target="../media/image70.jp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2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jpg"/><Relationship Id="rId2" Type="http://schemas.openxmlformats.org/officeDocument/2006/relationships/image" Target="../media/image73.png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jpg"/><Relationship Id="rId2" Type="http://schemas.openxmlformats.org/officeDocument/2006/relationships/image" Target="../media/image75.pn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png"/><Relationship Id="rId2" Type="http://schemas.openxmlformats.org/officeDocument/2006/relationships/image" Target="../media/image77.jpg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94.png"/><Relationship Id="rId21" Type="http://schemas.openxmlformats.org/officeDocument/2006/relationships/image" Target="../media/image98.png"/><Relationship Id="rId63" Type="http://schemas.openxmlformats.org/officeDocument/2006/relationships/image" Target="../media/image140.png"/><Relationship Id="rId159" Type="http://schemas.openxmlformats.org/officeDocument/2006/relationships/image" Target="../media/image236.png"/><Relationship Id="rId170" Type="http://schemas.openxmlformats.org/officeDocument/2006/relationships/image" Target="../media/image247.png"/><Relationship Id="rId191" Type="http://schemas.openxmlformats.org/officeDocument/2006/relationships/image" Target="../media/image268.png"/><Relationship Id="rId205" Type="http://schemas.openxmlformats.org/officeDocument/2006/relationships/image" Target="../media/image282.png"/><Relationship Id="rId226" Type="http://schemas.openxmlformats.org/officeDocument/2006/relationships/image" Target="../media/image303.png"/><Relationship Id="rId247" Type="http://schemas.openxmlformats.org/officeDocument/2006/relationships/image" Target="../media/image324.png"/><Relationship Id="rId107" Type="http://schemas.openxmlformats.org/officeDocument/2006/relationships/image" Target="../media/image184.png"/><Relationship Id="rId11" Type="http://schemas.openxmlformats.org/officeDocument/2006/relationships/image" Target="../media/image88.png"/><Relationship Id="rId32" Type="http://schemas.openxmlformats.org/officeDocument/2006/relationships/image" Target="../media/image109.png"/><Relationship Id="rId53" Type="http://schemas.openxmlformats.org/officeDocument/2006/relationships/image" Target="../media/image130.png"/><Relationship Id="rId74" Type="http://schemas.openxmlformats.org/officeDocument/2006/relationships/image" Target="../media/image151.png"/><Relationship Id="rId128" Type="http://schemas.openxmlformats.org/officeDocument/2006/relationships/image" Target="../media/image205.png"/><Relationship Id="rId149" Type="http://schemas.openxmlformats.org/officeDocument/2006/relationships/image" Target="../media/image226.png"/><Relationship Id="rId5" Type="http://schemas.openxmlformats.org/officeDocument/2006/relationships/image" Target="../media/image82.png"/><Relationship Id="rId95" Type="http://schemas.openxmlformats.org/officeDocument/2006/relationships/image" Target="../media/image172.png"/><Relationship Id="rId160" Type="http://schemas.openxmlformats.org/officeDocument/2006/relationships/image" Target="../media/image237.png"/><Relationship Id="rId181" Type="http://schemas.openxmlformats.org/officeDocument/2006/relationships/image" Target="../media/image258.png"/><Relationship Id="rId216" Type="http://schemas.openxmlformats.org/officeDocument/2006/relationships/image" Target="../media/image293.png"/><Relationship Id="rId237" Type="http://schemas.openxmlformats.org/officeDocument/2006/relationships/image" Target="../media/image314.png"/><Relationship Id="rId258" Type="http://schemas.openxmlformats.org/officeDocument/2006/relationships/image" Target="../media/image335.png"/><Relationship Id="rId22" Type="http://schemas.openxmlformats.org/officeDocument/2006/relationships/image" Target="../media/image99.png"/><Relationship Id="rId43" Type="http://schemas.openxmlformats.org/officeDocument/2006/relationships/image" Target="../media/image120.png"/><Relationship Id="rId64" Type="http://schemas.openxmlformats.org/officeDocument/2006/relationships/image" Target="../media/image141.png"/><Relationship Id="rId118" Type="http://schemas.openxmlformats.org/officeDocument/2006/relationships/image" Target="../media/image195.png"/><Relationship Id="rId139" Type="http://schemas.openxmlformats.org/officeDocument/2006/relationships/image" Target="../media/image216.png"/><Relationship Id="rId85" Type="http://schemas.openxmlformats.org/officeDocument/2006/relationships/image" Target="../media/image162.png"/><Relationship Id="rId150" Type="http://schemas.openxmlformats.org/officeDocument/2006/relationships/image" Target="../media/image227.png"/><Relationship Id="rId171" Type="http://schemas.openxmlformats.org/officeDocument/2006/relationships/image" Target="../media/image248.png"/><Relationship Id="rId192" Type="http://schemas.openxmlformats.org/officeDocument/2006/relationships/image" Target="../media/image269.png"/><Relationship Id="rId206" Type="http://schemas.openxmlformats.org/officeDocument/2006/relationships/image" Target="../media/image283.png"/><Relationship Id="rId227" Type="http://schemas.openxmlformats.org/officeDocument/2006/relationships/image" Target="../media/image304.png"/><Relationship Id="rId248" Type="http://schemas.openxmlformats.org/officeDocument/2006/relationships/image" Target="../media/image325.png"/><Relationship Id="rId12" Type="http://schemas.openxmlformats.org/officeDocument/2006/relationships/image" Target="../media/image89.png"/><Relationship Id="rId33" Type="http://schemas.openxmlformats.org/officeDocument/2006/relationships/image" Target="../media/image110.png"/><Relationship Id="rId108" Type="http://schemas.openxmlformats.org/officeDocument/2006/relationships/image" Target="../media/image185.png"/><Relationship Id="rId129" Type="http://schemas.openxmlformats.org/officeDocument/2006/relationships/image" Target="../media/image206.png"/><Relationship Id="rId54" Type="http://schemas.openxmlformats.org/officeDocument/2006/relationships/image" Target="../media/image131.png"/><Relationship Id="rId75" Type="http://schemas.openxmlformats.org/officeDocument/2006/relationships/image" Target="../media/image152.png"/><Relationship Id="rId96" Type="http://schemas.openxmlformats.org/officeDocument/2006/relationships/image" Target="../media/image173.png"/><Relationship Id="rId140" Type="http://schemas.openxmlformats.org/officeDocument/2006/relationships/image" Target="../media/image217.png"/><Relationship Id="rId161" Type="http://schemas.openxmlformats.org/officeDocument/2006/relationships/image" Target="../media/image238.png"/><Relationship Id="rId182" Type="http://schemas.openxmlformats.org/officeDocument/2006/relationships/image" Target="../media/image259.png"/><Relationship Id="rId217" Type="http://schemas.openxmlformats.org/officeDocument/2006/relationships/image" Target="../media/image294.png"/><Relationship Id="rId6" Type="http://schemas.openxmlformats.org/officeDocument/2006/relationships/image" Target="../media/image83.png"/><Relationship Id="rId238" Type="http://schemas.openxmlformats.org/officeDocument/2006/relationships/image" Target="../media/image315.png"/><Relationship Id="rId259" Type="http://schemas.openxmlformats.org/officeDocument/2006/relationships/image" Target="../media/image336.png"/><Relationship Id="rId23" Type="http://schemas.openxmlformats.org/officeDocument/2006/relationships/image" Target="../media/image100.png"/><Relationship Id="rId119" Type="http://schemas.openxmlformats.org/officeDocument/2006/relationships/image" Target="../media/image196.png"/><Relationship Id="rId44" Type="http://schemas.openxmlformats.org/officeDocument/2006/relationships/image" Target="../media/image121.png"/><Relationship Id="rId65" Type="http://schemas.openxmlformats.org/officeDocument/2006/relationships/image" Target="../media/image142.png"/><Relationship Id="rId86" Type="http://schemas.openxmlformats.org/officeDocument/2006/relationships/image" Target="../media/image163.png"/><Relationship Id="rId130" Type="http://schemas.openxmlformats.org/officeDocument/2006/relationships/image" Target="../media/image207.png"/><Relationship Id="rId151" Type="http://schemas.openxmlformats.org/officeDocument/2006/relationships/image" Target="../media/image228.png"/><Relationship Id="rId172" Type="http://schemas.openxmlformats.org/officeDocument/2006/relationships/image" Target="../media/image249.png"/><Relationship Id="rId193" Type="http://schemas.openxmlformats.org/officeDocument/2006/relationships/image" Target="../media/image270.png"/><Relationship Id="rId207" Type="http://schemas.openxmlformats.org/officeDocument/2006/relationships/image" Target="../media/image284.png"/><Relationship Id="rId228" Type="http://schemas.openxmlformats.org/officeDocument/2006/relationships/image" Target="../media/image305.png"/><Relationship Id="rId249" Type="http://schemas.openxmlformats.org/officeDocument/2006/relationships/image" Target="../media/image326.png"/><Relationship Id="rId13" Type="http://schemas.openxmlformats.org/officeDocument/2006/relationships/image" Target="../media/image90.png"/><Relationship Id="rId109" Type="http://schemas.openxmlformats.org/officeDocument/2006/relationships/image" Target="../media/image186.png"/><Relationship Id="rId260" Type="http://schemas.openxmlformats.org/officeDocument/2006/relationships/image" Target="../media/image337.png"/><Relationship Id="rId34" Type="http://schemas.openxmlformats.org/officeDocument/2006/relationships/image" Target="../media/image111.png"/><Relationship Id="rId55" Type="http://schemas.openxmlformats.org/officeDocument/2006/relationships/image" Target="../media/image132.png"/><Relationship Id="rId76" Type="http://schemas.openxmlformats.org/officeDocument/2006/relationships/image" Target="../media/image153.png"/><Relationship Id="rId97" Type="http://schemas.openxmlformats.org/officeDocument/2006/relationships/image" Target="../media/image174.png"/><Relationship Id="rId120" Type="http://schemas.openxmlformats.org/officeDocument/2006/relationships/image" Target="../media/image197.png"/><Relationship Id="rId141" Type="http://schemas.openxmlformats.org/officeDocument/2006/relationships/image" Target="../media/image218.png"/><Relationship Id="rId7" Type="http://schemas.openxmlformats.org/officeDocument/2006/relationships/image" Target="../media/image84.png"/><Relationship Id="rId162" Type="http://schemas.openxmlformats.org/officeDocument/2006/relationships/image" Target="../media/image239.png"/><Relationship Id="rId183" Type="http://schemas.openxmlformats.org/officeDocument/2006/relationships/image" Target="../media/image260.png"/><Relationship Id="rId218" Type="http://schemas.openxmlformats.org/officeDocument/2006/relationships/image" Target="../media/image295.png"/><Relationship Id="rId239" Type="http://schemas.openxmlformats.org/officeDocument/2006/relationships/image" Target="../media/image316.png"/><Relationship Id="rId250" Type="http://schemas.openxmlformats.org/officeDocument/2006/relationships/image" Target="../media/image327.png"/><Relationship Id="rId24" Type="http://schemas.openxmlformats.org/officeDocument/2006/relationships/image" Target="../media/image101.png"/><Relationship Id="rId45" Type="http://schemas.openxmlformats.org/officeDocument/2006/relationships/image" Target="../media/image122.png"/><Relationship Id="rId66" Type="http://schemas.openxmlformats.org/officeDocument/2006/relationships/image" Target="../media/image143.png"/><Relationship Id="rId87" Type="http://schemas.openxmlformats.org/officeDocument/2006/relationships/image" Target="../media/image164.png"/><Relationship Id="rId110" Type="http://schemas.openxmlformats.org/officeDocument/2006/relationships/image" Target="../media/image187.png"/><Relationship Id="rId131" Type="http://schemas.openxmlformats.org/officeDocument/2006/relationships/image" Target="../media/image208.png"/><Relationship Id="rId152" Type="http://schemas.openxmlformats.org/officeDocument/2006/relationships/image" Target="../media/image229.png"/><Relationship Id="rId173" Type="http://schemas.openxmlformats.org/officeDocument/2006/relationships/image" Target="../media/image250.png"/><Relationship Id="rId194" Type="http://schemas.openxmlformats.org/officeDocument/2006/relationships/image" Target="../media/image271.png"/><Relationship Id="rId208" Type="http://schemas.openxmlformats.org/officeDocument/2006/relationships/image" Target="../media/image285.png"/><Relationship Id="rId229" Type="http://schemas.openxmlformats.org/officeDocument/2006/relationships/image" Target="../media/image306.png"/><Relationship Id="rId240" Type="http://schemas.openxmlformats.org/officeDocument/2006/relationships/image" Target="../media/image317.png"/><Relationship Id="rId261" Type="http://schemas.openxmlformats.org/officeDocument/2006/relationships/image" Target="../media/image338.png"/><Relationship Id="rId14" Type="http://schemas.openxmlformats.org/officeDocument/2006/relationships/image" Target="../media/image91.png"/><Relationship Id="rId35" Type="http://schemas.openxmlformats.org/officeDocument/2006/relationships/image" Target="../media/image112.png"/><Relationship Id="rId56" Type="http://schemas.openxmlformats.org/officeDocument/2006/relationships/image" Target="../media/image133.png"/><Relationship Id="rId77" Type="http://schemas.openxmlformats.org/officeDocument/2006/relationships/image" Target="../media/image154.png"/><Relationship Id="rId100" Type="http://schemas.openxmlformats.org/officeDocument/2006/relationships/image" Target="../media/image177.png"/><Relationship Id="rId8" Type="http://schemas.openxmlformats.org/officeDocument/2006/relationships/image" Target="../media/image85.png"/><Relationship Id="rId98" Type="http://schemas.openxmlformats.org/officeDocument/2006/relationships/image" Target="../media/image175.png"/><Relationship Id="rId121" Type="http://schemas.openxmlformats.org/officeDocument/2006/relationships/image" Target="../media/image198.png"/><Relationship Id="rId142" Type="http://schemas.openxmlformats.org/officeDocument/2006/relationships/image" Target="../media/image219.png"/><Relationship Id="rId163" Type="http://schemas.openxmlformats.org/officeDocument/2006/relationships/image" Target="../media/image240.png"/><Relationship Id="rId184" Type="http://schemas.openxmlformats.org/officeDocument/2006/relationships/image" Target="../media/image261.png"/><Relationship Id="rId219" Type="http://schemas.openxmlformats.org/officeDocument/2006/relationships/image" Target="../media/image296.png"/><Relationship Id="rId230" Type="http://schemas.openxmlformats.org/officeDocument/2006/relationships/image" Target="../media/image307.png"/><Relationship Id="rId251" Type="http://schemas.openxmlformats.org/officeDocument/2006/relationships/image" Target="../media/image328.png"/><Relationship Id="rId25" Type="http://schemas.openxmlformats.org/officeDocument/2006/relationships/image" Target="../media/image102.png"/><Relationship Id="rId46" Type="http://schemas.openxmlformats.org/officeDocument/2006/relationships/image" Target="../media/image123.png"/><Relationship Id="rId67" Type="http://schemas.openxmlformats.org/officeDocument/2006/relationships/image" Target="../media/image144.png"/><Relationship Id="rId88" Type="http://schemas.openxmlformats.org/officeDocument/2006/relationships/image" Target="../media/image165.png"/><Relationship Id="rId111" Type="http://schemas.openxmlformats.org/officeDocument/2006/relationships/image" Target="../media/image188.png"/><Relationship Id="rId132" Type="http://schemas.openxmlformats.org/officeDocument/2006/relationships/image" Target="../media/image209.png"/><Relationship Id="rId153" Type="http://schemas.openxmlformats.org/officeDocument/2006/relationships/image" Target="../media/image230.png"/><Relationship Id="rId174" Type="http://schemas.openxmlformats.org/officeDocument/2006/relationships/image" Target="../media/image251.png"/><Relationship Id="rId195" Type="http://schemas.openxmlformats.org/officeDocument/2006/relationships/image" Target="../media/image272.png"/><Relationship Id="rId209" Type="http://schemas.openxmlformats.org/officeDocument/2006/relationships/image" Target="../media/image286.png"/><Relationship Id="rId220" Type="http://schemas.openxmlformats.org/officeDocument/2006/relationships/image" Target="../media/image297.png"/><Relationship Id="rId241" Type="http://schemas.openxmlformats.org/officeDocument/2006/relationships/image" Target="../media/image318.png"/><Relationship Id="rId15" Type="http://schemas.openxmlformats.org/officeDocument/2006/relationships/image" Target="../media/image92.png"/><Relationship Id="rId36" Type="http://schemas.openxmlformats.org/officeDocument/2006/relationships/image" Target="../media/image113.png"/><Relationship Id="rId57" Type="http://schemas.openxmlformats.org/officeDocument/2006/relationships/image" Target="../media/image134.png"/><Relationship Id="rId262" Type="http://schemas.openxmlformats.org/officeDocument/2006/relationships/image" Target="../media/image339.png"/><Relationship Id="rId78" Type="http://schemas.openxmlformats.org/officeDocument/2006/relationships/image" Target="../media/image155.png"/><Relationship Id="rId99" Type="http://schemas.openxmlformats.org/officeDocument/2006/relationships/image" Target="../media/image176.png"/><Relationship Id="rId101" Type="http://schemas.openxmlformats.org/officeDocument/2006/relationships/image" Target="../media/image178.png"/><Relationship Id="rId122" Type="http://schemas.openxmlformats.org/officeDocument/2006/relationships/image" Target="../media/image199.png"/><Relationship Id="rId143" Type="http://schemas.openxmlformats.org/officeDocument/2006/relationships/image" Target="../media/image220.png"/><Relationship Id="rId164" Type="http://schemas.openxmlformats.org/officeDocument/2006/relationships/image" Target="../media/image241.png"/><Relationship Id="rId185" Type="http://schemas.openxmlformats.org/officeDocument/2006/relationships/image" Target="../media/image262.png"/><Relationship Id="rId9" Type="http://schemas.openxmlformats.org/officeDocument/2006/relationships/image" Target="../media/image86.png"/><Relationship Id="rId210" Type="http://schemas.openxmlformats.org/officeDocument/2006/relationships/image" Target="../media/image287.png"/><Relationship Id="rId26" Type="http://schemas.openxmlformats.org/officeDocument/2006/relationships/image" Target="../media/image103.png"/><Relationship Id="rId231" Type="http://schemas.openxmlformats.org/officeDocument/2006/relationships/image" Target="../media/image308.png"/><Relationship Id="rId252" Type="http://schemas.openxmlformats.org/officeDocument/2006/relationships/image" Target="../media/image329.png"/><Relationship Id="rId47" Type="http://schemas.openxmlformats.org/officeDocument/2006/relationships/image" Target="../media/image124.png"/><Relationship Id="rId68" Type="http://schemas.openxmlformats.org/officeDocument/2006/relationships/image" Target="../media/image145.png"/><Relationship Id="rId89" Type="http://schemas.openxmlformats.org/officeDocument/2006/relationships/image" Target="../media/image166.png"/><Relationship Id="rId112" Type="http://schemas.openxmlformats.org/officeDocument/2006/relationships/image" Target="../media/image189.png"/><Relationship Id="rId133" Type="http://schemas.openxmlformats.org/officeDocument/2006/relationships/image" Target="../media/image210.png"/><Relationship Id="rId154" Type="http://schemas.openxmlformats.org/officeDocument/2006/relationships/image" Target="../media/image231.png"/><Relationship Id="rId175" Type="http://schemas.openxmlformats.org/officeDocument/2006/relationships/image" Target="../media/image252.png"/><Relationship Id="rId196" Type="http://schemas.openxmlformats.org/officeDocument/2006/relationships/image" Target="../media/image273.png"/><Relationship Id="rId200" Type="http://schemas.openxmlformats.org/officeDocument/2006/relationships/image" Target="../media/image277.png"/><Relationship Id="rId16" Type="http://schemas.openxmlformats.org/officeDocument/2006/relationships/image" Target="../media/image93.png"/><Relationship Id="rId221" Type="http://schemas.openxmlformats.org/officeDocument/2006/relationships/image" Target="../media/image298.png"/><Relationship Id="rId242" Type="http://schemas.openxmlformats.org/officeDocument/2006/relationships/image" Target="../media/image319.png"/><Relationship Id="rId37" Type="http://schemas.openxmlformats.org/officeDocument/2006/relationships/image" Target="../media/image114.png"/><Relationship Id="rId58" Type="http://schemas.openxmlformats.org/officeDocument/2006/relationships/image" Target="../media/image135.png"/><Relationship Id="rId79" Type="http://schemas.openxmlformats.org/officeDocument/2006/relationships/image" Target="../media/image156.png"/><Relationship Id="rId102" Type="http://schemas.openxmlformats.org/officeDocument/2006/relationships/image" Target="../media/image179.png"/><Relationship Id="rId123" Type="http://schemas.openxmlformats.org/officeDocument/2006/relationships/image" Target="../media/image200.png"/><Relationship Id="rId144" Type="http://schemas.openxmlformats.org/officeDocument/2006/relationships/image" Target="../media/image221.png"/><Relationship Id="rId90" Type="http://schemas.openxmlformats.org/officeDocument/2006/relationships/image" Target="../media/image167.png"/><Relationship Id="rId165" Type="http://schemas.openxmlformats.org/officeDocument/2006/relationships/image" Target="../media/image242.png"/><Relationship Id="rId186" Type="http://schemas.openxmlformats.org/officeDocument/2006/relationships/image" Target="../media/image263.png"/><Relationship Id="rId211" Type="http://schemas.openxmlformats.org/officeDocument/2006/relationships/image" Target="../media/image288.png"/><Relationship Id="rId232" Type="http://schemas.openxmlformats.org/officeDocument/2006/relationships/image" Target="../media/image309.png"/><Relationship Id="rId253" Type="http://schemas.openxmlformats.org/officeDocument/2006/relationships/image" Target="../media/image330.png"/><Relationship Id="rId27" Type="http://schemas.openxmlformats.org/officeDocument/2006/relationships/image" Target="../media/image104.png"/><Relationship Id="rId48" Type="http://schemas.openxmlformats.org/officeDocument/2006/relationships/image" Target="../media/image125.png"/><Relationship Id="rId69" Type="http://schemas.openxmlformats.org/officeDocument/2006/relationships/image" Target="../media/image146.png"/><Relationship Id="rId113" Type="http://schemas.openxmlformats.org/officeDocument/2006/relationships/image" Target="../media/image190.png"/><Relationship Id="rId134" Type="http://schemas.openxmlformats.org/officeDocument/2006/relationships/image" Target="../media/image211.png"/><Relationship Id="rId80" Type="http://schemas.openxmlformats.org/officeDocument/2006/relationships/image" Target="../media/image157.png"/><Relationship Id="rId155" Type="http://schemas.openxmlformats.org/officeDocument/2006/relationships/image" Target="../media/image232.png"/><Relationship Id="rId176" Type="http://schemas.openxmlformats.org/officeDocument/2006/relationships/image" Target="../media/image253.png"/><Relationship Id="rId197" Type="http://schemas.openxmlformats.org/officeDocument/2006/relationships/image" Target="../media/image274.png"/><Relationship Id="rId201" Type="http://schemas.openxmlformats.org/officeDocument/2006/relationships/image" Target="../media/image278.png"/><Relationship Id="rId222" Type="http://schemas.openxmlformats.org/officeDocument/2006/relationships/image" Target="../media/image299.png"/><Relationship Id="rId243" Type="http://schemas.openxmlformats.org/officeDocument/2006/relationships/image" Target="../media/image320.png"/><Relationship Id="rId17" Type="http://schemas.openxmlformats.org/officeDocument/2006/relationships/image" Target="../media/image94.png"/><Relationship Id="rId38" Type="http://schemas.openxmlformats.org/officeDocument/2006/relationships/image" Target="../media/image115.png"/><Relationship Id="rId59" Type="http://schemas.openxmlformats.org/officeDocument/2006/relationships/image" Target="../media/image136.png"/><Relationship Id="rId103" Type="http://schemas.openxmlformats.org/officeDocument/2006/relationships/image" Target="../media/image180.png"/><Relationship Id="rId124" Type="http://schemas.openxmlformats.org/officeDocument/2006/relationships/image" Target="../media/image201.png"/><Relationship Id="rId70" Type="http://schemas.openxmlformats.org/officeDocument/2006/relationships/image" Target="../media/image147.png"/><Relationship Id="rId91" Type="http://schemas.openxmlformats.org/officeDocument/2006/relationships/image" Target="../media/image168.png"/><Relationship Id="rId145" Type="http://schemas.openxmlformats.org/officeDocument/2006/relationships/image" Target="../media/image222.png"/><Relationship Id="rId166" Type="http://schemas.openxmlformats.org/officeDocument/2006/relationships/image" Target="../media/image243.png"/><Relationship Id="rId187" Type="http://schemas.openxmlformats.org/officeDocument/2006/relationships/image" Target="../media/image264.png"/><Relationship Id="rId1" Type="http://schemas.openxmlformats.org/officeDocument/2006/relationships/slideLayout" Target="../slideLayouts/slideLayout4.xml"/><Relationship Id="rId212" Type="http://schemas.openxmlformats.org/officeDocument/2006/relationships/image" Target="../media/image289.png"/><Relationship Id="rId233" Type="http://schemas.openxmlformats.org/officeDocument/2006/relationships/image" Target="../media/image310.png"/><Relationship Id="rId254" Type="http://schemas.openxmlformats.org/officeDocument/2006/relationships/image" Target="../media/image331.png"/><Relationship Id="rId28" Type="http://schemas.openxmlformats.org/officeDocument/2006/relationships/image" Target="../media/image105.png"/><Relationship Id="rId49" Type="http://schemas.openxmlformats.org/officeDocument/2006/relationships/image" Target="../media/image126.png"/><Relationship Id="rId114" Type="http://schemas.openxmlformats.org/officeDocument/2006/relationships/image" Target="../media/image191.png"/><Relationship Id="rId60" Type="http://schemas.openxmlformats.org/officeDocument/2006/relationships/image" Target="../media/image137.png"/><Relationship Id="rId81" Type="http://schemas.openxmlformats.org/officeDocument/2006/relationships/image" Target="../media/image158.png"/><Relationship Id="rId135" Type="http://schemas.openxmlformats.org/officeDocument/2006/relationships/image" Target="../media/image212.png"/><Relationship Id="rId156" Type="http://schemas.openxmlformats.org/officeDocument/2006/relationships/image" Target="../media/image233.png"/><Relationship Id="rId177" Type="http://schemas.openxmlformats.org/officeDocument/2006/relationships/image" Target="../media/image254.png"/><Relationship Id="rId198" Type="http://schemas.openxmlformats.org/officeDocument/2006/relationships/image" Target="../media/image275.png"/><Relationship Id="rId202" Type="http://schemas.openxmlformats.org/officeDocument/2006/relationships/image" Target="../media/image279.png"/><Relationship Id="rId223" Type="http://schemas.openxmlformats.org/officeDocument/2006/relationships/image" Target="../media/image300.png"/><Relationship Id="rId244" Type="http://schemas.openxmlformats.org/officeDocument/2006/relationships/image" Target="../media/image321.png"/><Relationship Id="rId18" Type="http://schemas.openxmlformats.org/officeDocument/2006/relationships/image" Target="../media/image95.png"/><Relationship Id="rId39" Type="http://schemas.openxmlformats.org/officeDocument/2006/relationships/image" Target="../media/image116.png"/><Relationship Id="rId50" Type="http://schemas.openxmlformats.org/officeDocument/2006/relationships/image" Target="../media/image127.png"/><Relationship Id="rId104" Type="http://schemas.openxmlformats.org/officeDocument/2006/relationships/image" Target="../media/image181.png"/><Relationship Id="rId125" Type="http://schemas.openxmlformats.org/officeDocument/2006/relationships/image" Target="../media/image202.png"/><Relationship Id="rId146" Type="http://schemas.openxmlformats.org/officeDocument/2006/relationships/image" Target="../media/image223.png"/><Relationship Id="rId167" Type="http://schemas.openxmlformats.org/officeDocument/2006/relationships/image" Target="../media/image244.png"/><Relationship Id="rId188" Type="http://schemas.openxmlformats.org/officeDocument/2006/relationships/image" Target="../media/image265.png"/><Relationship Id="rId71" Type="http://schemas.openxmlformats.org/officeDocument/2006/relationships/image" Target="../media/image148.png"/><Relationship Id="rId92" Type="http://schemas.openxmlformats.org/officeDocument/2006/relationships/image" Target="../media/image169.png"/><Relationship Id="rId213" Type="http://schemas.openxmlformats.org/officeDocument/2006/relationships/image" Target="../media/image290.png"/><Relationship Id="rId234" Type="http://schemas.openxmlformats.org/officeDocument/2006/relationships/image" Target="../media/image311.png"/><Relationship Id="rId2" Type="http://schemas.openxmlformats.org/officeDocument/2006/relationships/image" Target="../media/image79.png"/><Relationship Id="rId29" Type="http://schemas.openxmlformats.org/officeDocument/2006/relationships/image" Target="../media/image106.png"/><Relationship Id="rId255" Type="http://schemas.openxmlformats.org/officeDocument/2006/relationships/image" Target="../media/image332.png"/><Relationship Id="rId40" Type="http://schemas.openxmlformats.org/officeDocument/2006/relationships/image" Target="../media/image117.png"/><Relationship Id="rId115" Type="http://schemas.openxmlformats.org/officeDocument/2006/relationships/image" Target="../media/image192.png"/><Relationship Id="rId136" Type="http://schemas.openxmlformats.org/officeDocument/2006/relationships/image" Target="../media/image213.png"/><Relationship Id="rId157" Type="http://schemas.openxmlformats.org/officeDocument/2006/relationships/image" Target="../media/image234.png"/><Relationship Id="rId178" Type="http://schemas.openxmlformats.org/officeDocument/2006/relationships/image" Target="../media/image255.png"/><Relationship Id="rId61" Type="http://schemas.openxmlformats.org/officeDocument/2006/relationships/image" Target="../media/image138.png"/><Relationship Id="rId82" Type="http://schemas.openxmlformats.org/officeDocument/2006/relationships/image" Target="../media/image159.png"/><Relationship Id="rId199" Type="http://schemas.openxmlformats.org/officeDocument/2006/relationships/image" Target="../media/image276.png"/><Relationship Id="rId203" Type="http://schemas.openxmlformats.org/officeDocument/2006/relationships/image" Target="../media/image280.png"/><Relationship Id="rId19" Type="http://schemas.openxmlformats.org/officeDocument/2006/relationships/image" Target="../media/image96.png"/><Relationship Id="rId224" Type="http://schemas.openxmlformats.org/officeDocument/2006/relationships/image" Target="../media/image301.png"/><Relationship Id="rId245" Type="http://schemas.openxmlformats.org/officeDocument/2006/relationships/image" Target="../media/image322.png"/><Relationship Id="rId30" Type="http://schemas.openxmlformats.org/officeDocument/2006/relationships/image" Target="../media/image107.png"/><Relationship Id="rId105" Type="http://schemas.openxmlformats.org/officeDocument/2006/relationships/image" Target="../media/image182.png"/><Relationship Id="rId126" Type="http://schemas.openxmlformats.org/officeDocument/2006/relationships/image" Target="../media/image203.png"/><Relationship Id="rId147" Type="http://schemas.openxmlformats.org/officeDocument/2006/relationships/image" Target="../media/image224.png"/><Relationship Id="rId168" Type="http://schemas.openxmlformats.org/officeDocument/2006/relationships/image" Target="../media/image245.png"/><Relationship Id="rId51" Type="http://schemas.openxmlformats.org/officeDocument/2006/relationships/image" Target="../media/image128.png"/><Relationship Id="rId72" Type="http://schemas.openxmlformats.org/officeDocument/2006/relationships/image" Target="../media/image149.png"/><Relationship Id="rId93" Type="http://schemas.openxmlformats.org/officeDocument/2006/relationships/image" Target="../media/image170.png"/><Relationship Id="rId189" Type="http://schemas.openxmlformats.org/officeDocument/2006/relationships/image" Target="../media/image266.png"/><Relationship Id="rId3" Type="http://schemas.openxmlformats.org/officeDocument/2006/relationships/image" Target="../media/image80.png"/><Relationship Id="rId214" Type="http://schemas.openxmlformats.org/officeDocument/2006/relationships/image" Target="../media/image291.png"/><Relationship Id="rId235" Type="http://schemas.openxmlformats.org/officeDocument/2006/relationships/image" Target="../media/image312.png"/><Relationship Id="rId256" Type="http://schemas.openxmlformats.org/officeDocument/2006/relationships/image" Target="../media/image333.png"/><Relationship Id="rId116" Type="http://schemas.openxmlformats.org/officeDocument/2006/relationships/image" Target="../media/image193.png"/><Relationship Id="rId137" Type="http://schemas.openxmlformats.org/officeDocument/2006/relationships/image" Target="../media/image214.png"/><Relationship Id="rId158" Type="http://schemas.openxmlformats.org/officeDocument/2006/relationships/image" Target="../media/image235.png"/><Relationship Id="rId20" Type="http://schemas.openxmlformats.org/officeDocument/2006/relationships/image" Target="../media/image97.png"/><Relationship Id="rId41" Type="http://schemas.openxmlformats.org/officeDocument/2006/relationships/image" Target="../media/image118.png"/><Relationship Id="rId62" Type="http://schemas.openxmlformats.org/officeDocument/2006/relationships/image" Target="../media/image139.png"/><Relationship Id="rId83" Type="http://schemas.openxmlformats.org/officeDocument/2006/relationships/image" Target="../media/image160.png"/><Relationship Id="rId179" Type="http://schemas.openxmlformats.org/officeDocument/2006/relationships/image" Target="../media/image256.png"/><Relationship Id="rId190" Type="http://schemas.openxmlformats.org/officeDocument/2006/relationships/image" Target="../media/image267.png"/><Relationship Id="rId204" Type="http://schemas.openxmlformats.org/officeDocument/2006/relationships/image" Target="../media/image281.png"/><Relationship Id="rId225" Type="http://schemas.openxmlformats.org/officeDocument/2006/relationships/image" Target="../media/image302.png"/><Relationship Id="rId246" Type="http://schemas.openxmlformats.org/officeDocument/2006/relationships/image" Target="../media/image323.png"/><Relationship Id="rId106" Type="http://schemas.openxmlformats.org/officeDocument/2006/relationships/image" Target="../media/image183.png"/><Relationship Id="rId127" Type="http://schemas.openxmlformats.org/officeDocument/2006/relationships/image" Target="../media/image204.png"/><Relationship Id="rId10" Type="http://schemas.openxmlformats.org/officeDocument/2006/relationships/image" Target="../media/image87.png"/><Relationship Id="rId31" Type="http://schemas.openxmlformats.org/officeDocument/2006/relationships/image" Target="../media/image108.png"/><Relationship Id="rId52" Type="http://schemas.openxmlformats.org/officeDocument/2006/relationships/image" Target="../media/image129.png"/><Relationship Id="rId73" Type="http://schemas.openxmlformats.org/officeDocument/2006/relationships/image" Target="../media/image150.png"/><Relationship Id="rId94" Type="http://schemas.openxmlformats.org/officeDocument/2006/relationships/image" Target="../media/image171.png"/><Relationship Id="rId148" Type="http://schemas.openxmlformats.org/officeDocument/2006/relationships/image" Target="../media/image225.png"/><Relationship Id="rId169" Type="http://schemas.openxmlformats.org/officeDocument/2006/relationships/image" Target="../media/image246.png"/><Relationship Id="rId4" Type="http://schemas.openxmlformats.org/officeDocument/2006/relationships/image" Target="../media/image81.png"/><Relationship Id="rId180" Type="http://schemas.openxmlformats.org/officeDocument/2006/relationships/image" Target="../media/image257.png"/><Relationship Id="rId215" Type="http://schemas.openxmlformats.org/officeDocument/2006/relationships/image" Target="../media/image292.png"/><Relationship Id="rId236" Type="http://schemas.openxmlformats.org/officeDocument/2006/relationships/image" Target="../media/image313.png"/><Relationship Id="rId257" Type="http://schemas.openxmlformats.org/officeDocument/2006/relationships/image" Target="../media/image334.png"/><Relationship Id="rId42" Type="http://schemas.openxmlformats.org/officeDocument/2006/relationships/image" Target="../media/image119.png"/><Relationship Id="rId84" Type="http://schemas.openxmlformats.org/officeDocument/2006/relationships/image" Target="../media/image161.png"/><Relationship Id="rId138" Type="http://schemas.openxmlformats.org/officeDocument/2006/relationships/image" Target="../media/image215.png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0.jpg"/><Relationship Id="rId1" Type="http://schemas.openxmlformats.org/officeDocument/2006/relationships/slideLayout" Target="../slideLayouts/slideLayout4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2.png"/><Relationship Id="rId2" Type="http://schemas.openxmlformats.org/officeDocument/2006/relationships/image" Target="../media/image341.png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43.png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8.png"/><Relationship Id="rId3" Type="http://schemas.openxmlformats.org/officeDocument/2006/relationships/image" Target="../media/image2.jpg"/><Relationship Id="rId7" Type="http://schemas.openxmlformats.org/officeDocument/2006/relationships/image" Target="../media/image347.png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46.png"/><Relationship Id="rId5" Type="http://schemas.openxmlformats.org/officeDocument/2006/relationships/image" Target="../media/image345.png"/><Relationship Id="rId4" Type="http://schemas.openxmlformats.org/officeDocument/2006/relationships/image" Target="../media/image344.png"/><Relationship Id="rId9" Type="http://schemas.openxmlformats.org/officeDocument/2006/relationships/image" Target="../media/image349.pn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9.png"/><Relationship Id="rId3" Type="http://schemas.openxmlformats.org/officeDocument/2006/relationships/image" Target="../media/image350.png"/><Relationship Id="rId7" Type="http://schemas.openxmlformats.org/officeDocument/2006/relationships/image" Target="../media/image354.png"/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3.png"/><Relationship Id="rId11" Type="http://schemas.openxmlformats.org/officeDocument/2006/relationships/image" Target="../media/image356.png"/><Relationship Id="rId5" Type="http://schemas.openxmlformats.org/officeDocument/2006/relationships/image" Target="../media/image352.png"/><Relationship Id="rId10" Type="http://schemas.openxmlformats.org/officeDocument/2006/relationships/image" Target="../media/image348.png"/><Relationship Id="rId4" Type="http://schemas.openxmlformats.org/officeDocument/2006/relationships/image" Target="../media/image351.png"/><Relationship Id="rId9" Type="http://schemas.openxmlformats.org/officeDocument/2006/relationships/image" Target="../media/image355.pn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3.png"/><Relationship Id="rId13" Type="http://schemas.openxmlformats.org/officeDocument/2006/relationships/image" Target="../media/image368.png"/><Relationship Id="rId18" Type="http://schemas.openxmlformats.org/officeDocument/2006/relationships/image" Target="../media/image373.png"/><Relationship Id="rId3" Type="http://schemas.openxmlformats.org/officeDocument/2006/relationships/image" Target="../media/image358.png"/><Relationship Id="rId21" Type="http://schemas.openxmlformats.org/officeDocument/2006/relationships/image" Target="../media/image376.png"/><Relationship Id="rId7" Type="http://schemas.openxmlformats.org/officeDocument/2006/relationships/image" Target="../media/image362.png"/><Relationship Id="rId12" Type="http://schemas.openxmlformats.org/officeDocument/2006/relationships/image" Target="../media/image367.png"/><Relationship Id="rId17" Type="http://schemas.openxmlformats.org/officeDocument/2006/relationships/image" Target="../media/image372.png"/><Relationship Id="rId2" Type="http://schemas.openxmlformats.org/officeDocument/2006/relationships/image" Target="../media/image357.png"/><Relationship Id="rId16" Type="http://schemas.openxmlformats.org/officeDocument/2006/relationships/image" Target="../media/image371.png"/><Relationship Id="rId20" Type="http://schemas.openxmlformats.org/officeDocument/2006/relationships/image" Target="../media/image37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1.png"/><Relationship Id="rId11" Type="http://schemas.openxmlformats.org/officeDocument/2006/relationships/image" Target="../media/image366.png"/><Relationship Id="rId5" Type="http://schemas.openxmlformats.org/officeDocument/2006/relationships/image" Target="../media/image360.png"/><Relationship Id="rId15" Type="http://schemas.openxmlformats.org/officeDocument/2006/relationships/image" Target="../media/image370.png"/><Relationship Id="rId23" Type="http://schemas.openxmlformats.org/officeDocument/2006/relationships/image" Target="../media/image378.png"/><Relationship Id="rId10" Type="http://schemas.openxmlformats.org/officeDocument/2006/relationships/image" Target="../media/image365.png"/><Relationship Id="rId19" Type="http://schemas.openxmlformats.org/officeDocument/2006/relationships/image" Target="../media/image374.png"/><Relationship Id="rId4" Type="http://schemas.openxmlformats.org/officeDocument/2006/relationships/image" Target="../media/image359.png"/><Relationship Id="rId9" Type="http://schemas.openxmlformats.org/officeDocument/2006/relationships/image" Target="../media/image364.png"/><Relationship Id="rId14" Type="http://schemas.openxmlformats.org/officeDocument/2006/relationships/image" Target="../media/image369.png"/><Relationship Id="rId22" Type="http://schemas.openxmlformats.org/officeDocument/2006/relationships/image" Target="../media/image377.png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9.jpg"/><Relationship Id="rId1" Type="http://schemas.openxmlformats.org/officeDocument/2006/relationships/slideLayout" Target="../slideLayouts/slideLayout4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6.png"/><Relationship Id="rId3" Type="http://schemas.openxmlformats.org/officeDocument/2006/relationships/image" Target="../media/image381.png"/><Relationship Id="rId7" Type="http://schemas.openxmlformats.org/officeDocument/2006/relationships/image" Target="../media/image385.png"/><Relationship Id="rId2" Type="http://schemas.openxmlformats.org/officeDocument/2006/relationships/image" Target="../media/image38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84.png"/><Relationship Id="rId5" Type="http://schemas.openxmlformats.org/officeDocument/2006/relationships/image" Target="../media/image383.png"/><Relationship Id="rId4" Type="http://schemas.openxmlformats.org/officeDocument/2006/relationships/image" Target="../media/image382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8.jpg"/><Relationship Id="rId2" Type="http://schemas.openxmlformats.org/officeDocument/2006/relationships/image" Target="../media/image387.png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5.png"/><Relationship Id="rId3" Type="http://schemas.openxmlformats.org/officeDocument/2006/relationships/image" Target="../media/image390.jpg"/><Relationship Id="rId7" Type="http://schemas.openxmlformats.org/officeDocument/2006/relationships/image" Target="../media/image39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3.png"/><Relationship Id="rId5" Type="http://schemas.openxmlformats.org/officeDocument/2006/relationships/image" Target="../media/image392.png"/><Relationship Id="rId4" Type="http://schemas.openxmlformats.org/officeDocument/2006/relationships/image" Target="../media/image391.png"/><Relationship Id="rId9" Type="http://schemas.openxmlformats.org/officeDocument/2006/relationships/image" Target="../media/image396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8.png"/><Relationship Id="rId2" Type="http://schemas.openxmlformats.org/officeDocument/2006/relationships/image" Target="../media/image397.png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26" Type="http://schemas.openxmlformats.org/officeDocument/2006/relationships/image" Target="../media/image423.png"/><Relationship Id="rId21" Type="http://schemas.openxmlformats.org/officeDocument/2006/relationships/image" Target="../media/image418.png"/><Relationship Id="rId42" Type="http://schemas.openxmlformats.org/officeDocument/2006/relationships/image" Target="../media/image439.png"/><Relationship Id="rId47" Type="http://schemas.openxmlformats.org/officeDocument/2006/relationships/image" Target="../media/image444.png"/><Relationship Id="rId63" Type="http://schemas.openxmlformats.org/officeDocument/2006/relationships/image" Target="../media/image460.png"/><Relationship Id="rId68" Type="http://schemas.openxmlformats.org/officeDocument/2006/relationships/image" Target="../media/image465.png"/><Relationship Id="rId84" Type="http://schemas.openxmlformats.org/officeDocument/2006/relationships/image" Target="../media/image481.png"/><Relationship Id="rId89" Type="http://schemas.openxmlformats.org/officeDocument/2006/relationships/image" Target="../media/image486.png"/><Relationship Id="rId16" Type="http://schemas.openxmlformats.org/officeDocument/2006/relationships/image" Target="../media/image413.png"/><Relationship Id="rId107" Type="http://schemas.openxmlformats.org/officeDocument/2006/relationships/image" Target="../media/image504.png"/><Relationship Id="rId11" Type="http://schemas.openxmlformats.org/officeDocument/2006/relationships/image" Target="../media/image408.png"/><Relationship Id="rId32" Type="http://schemas.openxmlformats.org/officeDocument/2006/relationships/image" Target="../media/image429.png"/><Relationship Id="rId37" Type="http://schemas.openxmlformats.org/officeDocument/2006/relationships/image" Target="../media/image434.png"/><Relationship Id="rId53" Type="http://schemas.openxmlformats.org/officeDocument/2006/relationships/image" Target="../media/image450.png"/><Relationship Id="rId58" Type="http://schemas.openxmlformats.org/officeDocument/2006/relationships/image" Target="../media/image455.png"/><Relationship Id="rId74" Type="http://schemas.openxmlformats.org/officeDocument/2006/relationships/image" Target="../media/image471.png"/><Relationship Id="rId79" Type="http://schemas.openxmlformats.org/officeDocument/2006/relationships/image" Target="../media/image476.png"/><Relationship Id="rId102" Type="http://schemas.openxmlformats.org/officeDocument/2006/relationships/image" Target="../media/image499.png"/><Relationship Id="rId5" Type="http://schemas.openxmlformats.org/officeDocument/2006/relationships/image" Target="../media/image402.png"/><Relationship Id="rId90" Type="http://schemas.openxmlformats.org/officeDocument/2006/relationships/image" Target="../media/image487.png"/><Relationship Id="rId95" Type="http://schemas.openxmlformats.org/officeDocument/2006/relationships/image" Target="../media/image492.png"/><Relationship Id="rId22" Type="http://schemas.openxmlformats.org/officeDocument/2006/relationships/image" Target="../media/image419.png"/><Relationship Id="rId27" Type="http://schemas.openxmlformats.org/officeDocument/2006/relationships/image" Target="../media/image424.png"/><Relationship Id="rId43" Type="http://schemas.openxmlformats.org/officeDocument/2006/relationships/image" Target="../media/image440.png"/><Relationship Id="rId48" Type="http://schemas.openxmlformats.org/officeDocument/2006/relationships/image" Target="../media/image445.png"/><Relationship Id="rId64" Type="http://schemas.openxmlformats.org/officeDocument/2006/relationships/image" Target="../media/image461.png"/><Relationship Id="rId69" Type="http://schemas.openxmlformats.org/officeDocument/2006/relationships/image" Target="../media/image466.png"/><Relationship Id="rId80" Type="http://schemas.openxmlformats.org/officeDocument/2006/relationships/image" Target="../media/image477.png"/><Relationship Id="rId85" Type="http://schemas.openxmlformats.org/officeDocument/2006/relationships/image" Target="../media/image482.png"/><Relationship Id="rId12" Type="http://schemas.openxmlformats.org/officeDocument/2006/relationships/image" Target="../media/image409.png"/><Relationship Id="rId17" Type="http://schemas.openxmlformats.org/officeDocument/2006/relationships/image" Target="../media/image414.png"/><Relationship Id="rId33" Type="http://schemas.openxmlformats.org/officeDocument/2006/relationships/image" Target="../media/image430.png"/><Relationship Id="rId38" Type="http://schemas.openxmlformats.org/officeDocument/2006/relationships/image" Target="../media/image435.png"/><Relationship Id="rId59" Type="http://schemas.openxmlformats.org/officeDocument/2006/relationships/image" Target="../media/image456.png"/><Relationship Id="rId103" Type="http://schemas.openxmlformats.org/officeDocument/2006/relationships/image" Target="../media/image500.png"/><Relationship Id="rId108" Type="http://schemas.openxmlformats.org/officeDocument/2006/relationships/image" Target="../media/image505.png"/><Relationship Id="rId54" Type="http://schemas.openxmlformats.org/officeDocument/2006/relationships/image" Target="../media/image451.png"/><Relationship Id="rId70" Type="http://schemas.openxmlformats.org/officeDocument/2006/relationships/image" Target="../media/image467.png"/><Relationship Id="rId75" Type="http://schemas.openxmlformats.org/officeDocument/2006/relationships/image" Target="../media/image472.png"/><Relationship Id="rId91" Type="http://schemas.openxmlformats.org/officeDocument/2006/relationships/image" Target="../media/image488.png"/><Relationship Id="rId96" Type="http://schemas.openxmlformats.org/officeDocument/2006/relationships/image" Target="../media/image49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3.png"/><Relationship Id="rId15" Type="http://schemas.openxmlformats.org/officeDocument/2006/relationships/image" Target="../media/image412.png"/><Relationship Id="rId23" Type="http://schemas.openxmlformats.org/officeDocument/2006/relationships/image" Target="../media/image420.png"/><Relationship Id="rId28" Type="http://schemas.openxmlformats.org/officeDocument/2006/relationships/image" Target="../media/image425.png"/><Relationship Id="rId36" Type="http://schemas.openxmlformats.org/officeDocument/2006/relationships/image" Target="../media/image433.png"/><Relationship Id="rId49" Type="http://schemas.openxmlformats.org/officeDocument/2006/relationships/image" Target="../media/image446.png"/><Relationship Id="rId57" Type="http://schemas.openxmlformats.org/officeDocument/2006/relationships/image" Target="../media/image454.png"/><Relationship Id="rId106" Type="http://schemas.openxmlformats.org/officeDocument/2006/relationships/image" Target="../media/image503.png"/><Relationship Id="rId10" Type="http://schemas.openxmlformats.org/officeDocument/2006/relationships/image" Target="../media/image407.png"/><Relationship Id="rId31" Type="http://schemas.openxmlformats.org/officeDocument/2006/relationships/image" Target="../media/image428.png"/><Relationship Id="rId44" Type="http://schemas.openxmlformats.org/officeDocument/2006/relationships/image" Target="../media/image441.png"/><Relationship Id="rId52" Type="http://schemas.openxmlformats.org/officeDocument/2006/relationships/image" Target="../media/image449.png"/><Relationship Id="rId60" Type="http://schemas.openxmlformats.org/officeDocument/2006/relationships/image" Target="../media/image457.png"/><Relationship Id="rId65" Type="http://schemas.openxmlformats.org/officeDocument/2006/relationships/image" Target="../media/image462.png"/><Relationship Id="rId73" Type="http://schemas.openxmlformats.org/officeDocument/2006/relationships/image" Target="../media/image470.png"/><Relationship Id="rId78" Type="http://schemas.openxmlformats.org/officeDocument/2006/relationships/image" Target="../media/image475.png"/><Relationship Id="rId81" Type="http://schemas.openxmlformats.org/officeDocument/2006/relationships/image" Target="../media/image478.png"/><Relationship Id="rId86" Type="http://schemas.openxmlformats.org/officeDocument/2006/relationships/image" Target="../media/image483.png"/><Relationship Id="rId94" Type="http://schemas.openxmlformats.org/officeDocument/2006/relationships/image" Target="../media/image491.png"/><Relationship Id="rId99" Type="http://schemas.openxmlformats.org/officeDocument/2006/relationships/image" Target="../media/image496.png"/><Relationship Id="rId101" Type="http://schemas.openxmlformats.org/officeDocument/2006/relationships/image" Target="../media/image498.png"/><Relationship Id="rId4" Type="http://schemas.openxmlformats.org/officeDocument/2006/relationships/image" Target="../media/image401.png"/><Relationship Id="rId9" Type="http://schemas.openxmlformats.org/officeDocument/2006/relationships/image" Target="../media/image406.png"/><Relationship Id="rId13" Type="http://schemas.openxmlformats.org/officeDocument/2006/relationships/image" Target="../media/image410.png"/><Relationship Id="rId18" Type="http://schemas.openxmlformats.org/officeDocument/2006/relationships/image" Target="../media/image415.png"/><Relationship Id="rId39" Type="http://schemas.openxmlformats.org/officeDocument/2006/relationships/image" Target="../media/image436.png"/><Relationship Id="rId109" Type="http://schemas.openxmlformats.org/officeDocument/2006/relationships/image" Target="../media/image506.png"/><Relationship Id="rId34" Type="http://schemas.openxmlformats.org/officeDocument/2006/relationships/image" Target="../media/image431.png"/><Relationship Id="rId50" Type="http://schemas.openxmlformats.org/officeDocument/2006/relationships/image" Target="../media/image447.png"/><Relationship Id="rId55" Type="http://schemas.openxmlformats.org/officeDocument/2006/relationships/image" Target="../media/image452.png"/><Relationship Id="rId76" Type="http://schemas.openxmlformats.org/officeDocument/2006/relationships/image" Target="../media/image473.png"/><Relationship Id="rId97" Type="http://schemas.openxmlformats.org/officeDocument/2006/relationships/image" Target="../media/image494.png"/><Relationship Id="rId104" Type="http://schemas.openxmlformats.org/officeDocument/2006/relationships/image" Target="../media/image501.png"/><Relationship Id="rId7" Type="http://schemas.openxmlformats.org/officeDocument/2006/relationships/image" Target="../media/image404.png"/><Relationship Id="rId71" Type="http://schemas.openxmlformats.org/officeDocument/2006/relationships/image" Target="../media/image468.png"/><Relationship Id="rId92" Type="http://schemas.openxmlformats.org/officeDocument/2006/relationships/image" Target="../media/image489.png"/><Relationship Id="rId2" Type="http://schemas.openxmlformats.org/officeDocument/2006/relationships/image" Target="../media/image399.png"/><Relationship Id="rId29" Type="http://schemas.openxmlformats.org/officeDocument/2006/relationships/image" Target="../media/image426.png"/><Relationship Id="rId24" Type="http://schemas.openxmlformats.org/officeDocument/2006/relationships/image" Target="../media/image421.png"/><Relationship Id="rId40" Type="http://schemas.openxmlformats.org/officeDocument/2006/relationships/image" Target="../media/image437.png"/><Relationship Id="rId45" Type="http://schemas.openxmlformats.org/officeDocument/2006/relationships/image" Target="../media/image442.png"/><Relationship Id="rId66" Type="http://schemas.openxmlformats.org/officeDocument/2006/relationships/image" Target="../media/image463.png"/><Relationship Id="rId87" Type="http://schemas.openxmlformats.org/officeDocument/2006/relationships/image" Target="../media/image484.png"/><Relationship Id="rId110" Type="http://schemas.openxmlformats.org/officeDocument/2006/relationships/image" Target="../media/image507.png"/><Relationship Id="rId61" Type="http://schemas.openxmlformats.org/officeDocument/2006/relationships/image" Target="../media/image458.png"/><Relationship Id="rId82" Type="http://schemas.openxmlformats.org/officeDocument/2006/relationships/image" Target="../media/image479.png"/><Relationship Id="rId19" Type="http://schemas.openxmlformats.org/officeDocument/2006/relationships/image" Target="../media/image416.png"/><Relationship Id="rId14" Type="http://schemas.openxmlformats.org/officeDocument/2006/relationships/image" Target="../media/image411.png"/><Relationship Id="rId30" Type="http://schemas.openxmlformats.org/officeDocument/2006/relationships/image" Target="../media/image427.png"/><Relationship Id="rId35" Type="http://schemas.openxmlformats.org/officeDocument/2006/relationships/image" Target="../media/image432.png"/><Relationship Id="rId56" Type="http://schemas.openxmlformats.org/officeDocument/2006/relationships/image" Target="../media/image453.png"/><Relationship Id="rId77" Type="http://schemas.openxmlformats.org/officeDocument/2006/relationships/image" Target="../media/image474.png"/><Relationship Id="rId100" Type="http://schemas.openxmlformats.org/officeDocument/2006/relationships/image" Target="../media/image497.png"/><Relationship Id="rId105" Type="http://schemas.openxmlformats.org/officeDocument/2006/relationships/image" Target="../media/image502.png"/><Relationship Id="rId8" Type="http://schemas.openxmlformats.org/officeDocument/2006/relationships/image" Target="../media/image405.png"/><Relationship Id="rId51" Type="http://schemas.openxmlformats.org/officeDocument/2006/relationships/image" Target="../media/image448.png"/><Relationship Id="rId72" Type="http://schemas.openxmlformats.org/officeDocument/2006/relationships/image" Target="../media/image469.png"/><Relationship Id="rId93" Type="http://schemas.openxmlformats.org/officeDocument/2006/relationships/image" Target="../media/image490.png"/><Relationship Id="rId98" Type="http://schemas.openxmlformats.org/officeDocument/2006/relationships/image" Target="../media/image495.png"/><Relationship Id="rId3" Type="http://schemas.openxmlformats.org/officeDocument/2006/relationships/image" Target="../media/image400.png"/><Relationship Id="rId25" Type="http://schemas.openxmlformats.org/officeDocument/2006/relationships/image" Target="../media/image422.png"/><Relationship Id="rId46" Type="http://schemas.openxmlformats.org/officeDocument/2006/relationships/image" Target="../media/image443.png"/><Relationship Id="rId67" Type="http://schemas.openxmlformats.org/officeDocument/2006/relationships/image" Target="../media/image464.png"/><Relationship Id="rId20" Type="http://schemas.openxmlformats.org/officeDocument/2006/relationships/image" Target="../media/image417.png"/><Relationship Id="rId41" Type="http://schemas.openxmlformats.org/officeDocument/2006/relationships/image" Target="../media/image438.png"/><Relationship Id="rId62" Type="http://schemas.openxmlformats.org/officeDocument/2006/relationships/image" Target="../media/image459.png"/><Relationship Id="rId83" Type="http://schemas.openxmlformats.org/officeDocument/2006/relationships/image" Target="../media/image480.png"/><Relationship Id="rId88" Type="http://schemas.openxmlformats.org/officeDocument/2006/relationships/image" Target="../media/image485.png"/><Relationship Id="rId111" Type="http://schemas.openxmlformats.org/officeDocument/2006/relationships/image" Target="../media/image508.png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12.png"/><Relationship Id="rId21" Type="http://schemas.openxmlformats.org/officeDocument/2006/relationships/image" Target="../media/image525.png"/><Relationship Id="rId42" Type="http://schemas.openxmlformats.org/officeDocument/2006/relationships/image" Target="../media/image180.png"/><Relationship Id="rId63" Type="http://schemas.openxmlformats.org/officeDocument/2006/relationships/image" Target="../media/image560.png"/><Relationship Id="rId84" Type="http://schemas.openxmlformats.org/officeDocument/2006/relationships/image" Target="../media/image581.png"/><Relationship Id="rId138" Type="http://schemas.openxmlformats.org/officeDocument/2006/relationships/image" Target="../media/image633.png"/><Relationship Id="rId159" Type="http://schemas.openxmlformats.org/officeDocument/2006/relationships/image" Target="../media/image654.png"/><Relationship Id="rId170" Type="http://schemas.openxmlformats.org/officeDocument/2006/relationships/image" Target="../media/image665.png"/><Relationship Id="rId191" Type="http://schemas.openxmlformats.org/officeDocument/2006/relationships/image" Target="../media/image683.png"/><Relationship Id="rId205" Type="http://schemas.openxmlformats.org/officeDocument/2006/relationships/image" Target="../media/image697.png"/><Relationship Id="rId226" Type="http://schemas.openxmlformats.org/officeDocument/2006/relationships/image" Target="../media/image718.png"/><Relationship Id="rId247" Type="http://schemas.openxmlformats.org/officeDocument/2006/relationships/image" Target="../media/image739.png"/><Relationship Id="rId107" Type="http://schemas.openxmlformats.org/officeDocument/2006/relationships/image" Target="../media/image604.png"/><Relationship Id="rId11" Type="http://schemas.openxmlformats.org/officeDocument/2006/relationships/image" Target="../media/image518.png"/><Relationship Id="rId32" Type="http://schemas.openxmlformats.org/officeDocument/2006/relationships/image" Target="../media/image536.png"/><Relationship Id="rId53" Type="http://schemas.openxmlformats.org/officeDocument/2006/relationships/image" Target="../media/image550.png"/><Relationship Id="rId74" Type="http://schemas.openxmlformats.org/officeDocument/2006/relationships/image" Target="../media/image571.png"/><Relationship Id="rId128" Type="http://schemas.openxmlformats.org/officeDocument/2006/relationships/image" Target="../media/image623.png"/><Relationship Id="rId149" Type="http://schemas.openxmlformats.org/officeDocument/2006/relationships/image" Target="../media/image644.png"/><Relationship Id="rId5" Type="http://schemas.openxmlformats.org/officeDocument/2006/relationships/image" Target="../media/image512.png"/><Relationship Id="rId95" Type="http://schemas.openxmlformats.org/officeDocument/2006/relationships/image" Target="../media/image592.png"/><Relationship Id="rId160" Type="http://schemas.openxmlformats.org/officeDocument/2006/relationships/image" Target="../media/image655.png"/><Relationship Id="rId181" Type="http://schemas.openxmlformats.org/officeDocument/2006/relationships/image" Target="../media/image674.png"/><Relationship Id="rId216" Type="http://schemas.openxmlformats.org/officeDocument/2006/relationships/image" Target="../media/image708.png"/><Relationship Id="rId237" Type="http://schemas.openxmlformats.org/officeDocument/2006/relationships/image" Target="../media/image729.png"/><Relationship Id="rId22" Type="http://schemas.openxmlformats.org/officeDocument/2006/relationships/image" Target="../media/image526.png"/><Relationship Id="rId43" Type="http://schemas.openxmlformats.org/officeDocument/2006/relationships/image" Target="../media/image544.png"/><Relationship Id="rId64" Type="http://schemas.openxmlformats.org/officeDocument/2006/relationships/image" Target="../media/image561.png"/><Relationship Id="rId118" Type="http://schemas.openxmlformats.org/officeDocument/2006/relationships/image" Target="../media/image613.png"/><Relationship Id="rId139" Type="http://schemas.openxmlformats.org/officeDocument/2006/relationships/image" Target="../media/image634.png"/><Relationship Id="rId85" Type="http://schemas.openxmlformats.org/officeDocument/2006/relationships/image" Target="../media/image582.png"/><Relationship Id="rId150" Type="http://schemas.openxmlformats.org/officeDocument/2006/relationships/image" Target="../media/image645.png"/><Relationship Id="rId171" Type="http://schemas.openxmlformats.org/officeDocument/2006/relationships/image" Target="../media/image666.png"/><Relationship Id="rId192" Type="http://schemas.openxmlformats.org/officeDocument/2006/relationships/image" Target="../media/image684.png"/><Relationship Id="rId206" Type="http://schemas.openxmlformats.org/officeDocument/2006/relationships/image" Target="../media/image698.png"/><Relationship Id="rId227" Type="http://schemas.openxmlformats.org/officeDocument/2006/relationships/image" Target="../media/image719.png"/><Relationship Id="rId248" Type="http://schemas.openxmlformats.org/officeDocument/2006/relationships/image" Target="../media/image740.png"/><Relationship Id="rId12" Type="http://schemas.openxmlformats.org/officeDocument/2006/relationships/image" Target="../media/image519.png"/><Relationship Id="rId33" Type="http://schemas.openxmlformats.org/officeDocument/2006/relationships/image" Target="../media/image537.png"/><Relationship Id="rId108" Type="http://schemas.openxmlformats.org/officeDocument/2006/relationships/image" Target="../media/image123.png"/><Relationship Id="rId129" Type="http://schemas.openxmlformats.org/officeDocument/2006/relationships/image" Target="../media/image624.png"/><Relationship Id="rId54" Type="http://schemas.openxmlformats.org/officeDocument/2006/relationships/image" Target="../media/image551.png"/><Relationship Id="rId75" Type="http://schemas.openxmlformats.org/officeDocument/2006/relationships/image" Target="../media/image572.png"/><Relationship Id="rId96" Type="http://schemas.openxmlformats.org/officeDocument/2006/relationships/image" Target="../media/image593.png"/><Relationship Id="rId140" Type="http://schemas.openxmlformats.org/officeDocument/2006/relationships/image" Target="../media/image635.png"/><Relationship Id="rId161" Type="http://schemas.openxmlformats.org/officeDocument/2006/relationships/image" Target="../media/image656.png"/><Relationship Id="rId182" Type="http://schemas.openxmlformats.org/officeDocument/2006/relationships/image" Target="../media/image675.png"/><Relationship Id="rId217" Type="http://schemas.openxmlformats.org/officeDocument/2006/relationships/image" Target="../media/image709.png"/><Relationship Id="rId6" Type="http://schemas.openxmlformats.org/officeDocument/2006/relationships/image" Target="../media/image513.png"/><Relationship Id="rId238" Type="http://schemas.openxmlformats.org/officeDocument/2006/relationships/image" Target="../media/image730.png"/><Relationship Id="rId23" Type="http://schemas.openxmlformats.org/officeDocument/2006/relationships/image" Target="../media/image527.png"/><Relationship Id="rId119" Type="http://schemas.openxmlformats.org/officeDocument/2006/relationships/image" Target="../media/image614.png"/><Relationship Id="rId44" Type="http://schemas.openxmlformats.org/officeDocument/2006/relationships/image" Target="../media/image545.png"/><Relationship Id="rId65" Type="http://schemas.openxmlformats.org/officeDocument/2006/relationships/image" Target="../media/image562.png"/><Relationship Id="rId86" Type="http://schemas.openxmlformats.org/officeDocument/2006/relationships/image" Target="../media/image583.png"/><Relationship Id="rId130" Type="http://schemas.openxmlformats.org/officeDocument/2006/relationships/image" Target="../media/image625.png"/><Relationship Id="rId151" Type="http://schemas.openxmlformats.org/officeDocument/2006/relationships/image" Target="../media/image646.png"/><Relationship Id="rId172" Type="http://schemas.openxmlformats.org/officeDocument/2006/relationships/image" Target="../media/image667.png"/><Relationship Id="rId193" Type="http://schemas.openxmlformats.org/officeDocument/2006/relationships/image" Target="../media/image685.png"/><Relationship Id="rId207" Type="http://schemas.openxmlformats.org/officeDocument/2006/relationships/image" Target="../media/image699.png"/><Relationship Id="rId228" Type="http://schemas.openxmlformats.org/officeDocument/2006/relationships/image" Target="../media/image720.png"/><Relationship Id="rId249" Type="http://schemas.openxmlformats.org/officeDocument/2006/relationships/image" Target="../media/image741.png"/><Relationship Id="rId13" Type="http://schemas.openxmlformats.org/officeDocument/2006/relationships/image" Target="../media/image91.png"/><Relationship Id="rId109" Type="http://schemas.openxmlformats.org/officeDocument/2006/relationships/image" Target="../media/image196.png"/><Relationship Id="rId34" Type="http://schemas.openxmlformats.org/officeDocument/2006/relationships/image" Target="../media/image538.png"/><Relationship Id="rId55" Type="http://schemas.openxmlformats.org/officeDocument/2006/relationships/image" Target="../media/image552.png"/><Relationship Id="rId76" Type="http://schemas.openxmlformats.org/officeDocument/2006/relationships/image" Target="../media/image573.png"/><Relationship Id="rId97" Type="http://schemas.openxmlformats.org/officeDocument/2006/relationships/image" Target="../media/image594.png"/><Relationship Id="rId120" Type="http://schemas.openxmlformats.org/officeDocument/2006/relationships/image" Target="../media/image615.png"/><Relationship Id="rId141" Type="http://schemas.openxmlformats.org/officeDocument/2006/relationships/image" Target="../media/image636.png"/><Relationship Id="rId7" Type="http://schemas.openxmlformats.org/officeDocument/2006/relationships/image" Target="../media/image514.png"/><Relationship Id="rId162" Type="http://schemas.openxmlformats.org/officeDocument/2006/relationships/image" Target="../media/image657.png"/><Relationship Id="rId183" Type="http://schemas.openxmlformats.org/officeDocument/2006/relationships/image" Target="../media/image676.png"/><Relationship Id="rId218" Type="http://schemas.openxmlformats.org/officeDocument/2006/relationships/image" Target="../media/image710.png"/><Relationship Id="rId239" Type="http://schemas.openxmlformats.org/officeDocument/2006/relationships/image" Target="../media/image731.png"/><Relationship Id="rId250" Type="http://schemas.openxmlformats.org/officeDocument/2006/relationships/image" Target="../media/image742.png"/><Relationship Id="rId24" Type="http://schemas.openxmlformats.org/officeDocument/2006/relationships/image" Target="../media/image528.png"/><Relationship Id="rId45" Type="http://schemas.openxmlformats.org/officeDocument/2006/relationships/image" Target="../media/image546.png"/><Relationship Id="rId66" Type="http://schemas.openxmlformats.org/officeDocument/2006/relationships/image" Target="../media/image563.png"/><Relationship Id="rId87" Type="http://schemas.openxmlformats.org/officeDocument/2006/relationships/image" Target="../media/image584.png"/><Relationship Id="rId110" Type="http://schemas.openxmlformats.org/officeDocument/2006/relationships/image" Target="../media/image605.png"/><Relationship Id="rId131" Type="http://schemas.openxmlformats.org/officeDocument/2006/relationships/image" Target="../media/image626.png"/><Relationship Id="rId152" Type="http://schemas.openxmlformats.org/officeDocument/2006/relationships/image" Target="../media/image647.png"/><Relationship Id="rId173" Type="http://schemas.openxmlformats.org/officeDocument/2006/relationships/image" Target="../media/image106.png"/><Relationship Id="rId194" Type="http://schemas.openxmlformats.org/officeDocument/2006/relationships/image" Target="../media/image686.png"/><Relationship Id="rId208" Type="http://schemas.openxmlformats.org/officeDocument/2006/relationships/image" Target="../media/image700.png"/><Relationship Id="rId229" Type="http://schemas.openxmlformats.org/officeDocument/2006/relationships/image" Target="../media/image721.png"/><Relationship Id="rId240" Type="http://schemas.openxmlformats.org/officeDocument/2006/relationships/image" Target="../media/image732.png"/><Relationship Id="rId14" Type="http://schemas.openxmlformats.org/officeDocument/2006/relationships/image" Target="../media/image111.png"/><Relationship Id="rId35" Type="http://schemas.openxmlformats.org/officeDocument/2006/relationships/image" Target="../media/image539.png"/><Relationship Id="rId56" Type="http://schemas.openxmlformats.org/officeDocument/2006/relationships/image" Target="../media/image553.png"/><Relationship Id="rId77" Type="http://schemas.openxmlformats.org/officeDocument/2006/relationships/image" Target="../media/image574.png"/><Relationship Id="rId100" Type="http://schemas.openxmlformats.org/officeDocument/2006/relationships/image" Target="../media/image597.png"/><Relationship Id="rId8" Type="http://schemas.openxmlformats.org/officeDocument/2006/relationships/image" Target="../media/image515.png"/><Relationship Id="rId98" Type="http://schemas.openxmlformats.org/officeDocument/2006/relationships/image" Target="../media/image595.png"/><Relationship Id="rId121" Type="http://schemas.openxmlformats.org/officeDocument/2006/relationships/image" Target="../media/image616.png"/><Relationship Id="rId142" Type="http://schemas.openxmlformats.org/officeDocument/2006/relationships/image" Target="../media/image637.png"/><Relationship Id="rId163" Type="http://schemas.openxmlformats.org/officeDocument/2006/relationships/image" Target="../media/image658.png"/><Relationship Id="rId184" Type="http://schemas.openxmlformats.org/officeDocument/2006/relationships/image" Target="../media/image677.png"/><Relationship Id="rId219" Type="http://schemas.openxmlformats.org/officeDocument/2006/relationships/image" Target="../media/image711.png"/><Relationship Id="rId230" Type="http://schemas.openxmlformats.org/officeDocument/2006/relationships/image" Target="../media/image722.png"/><Relationship Id="rId251" Type="http://schemas.openxmlformats.org/officeDocument/2006/relationships/image" Target="../media/image743.png"/><Relationship Id="rId25" Type="http://schemas.openxmlformats.org/officeDocument/2006/relationships/image" Target="../media/image529.png"/><Relationship Id="rId46" Type="http://schemas.openxmlformats.org/officeDocument/2006/relationships/image" Target="../media/image547.png"/><Relationship Id="rId67" Type="http://schemas.openxmlformats.org/officeDocument/2006/relationships/image" Target="../media/image564.png"/><Relationship Id="rId88" Type="http://schemas.openxmlformats.org/officeDocument/2006/relationships/image" Target="../media/image585.png"/><Relationship Id="rId111" Type="http://schemas.openxmlformats.org/officeDocument/2006/relationships/image" Target="../media/image606.png"/><Relationship Id="rId132" Type="http://schemas.openxmlformats.org/officeDocument/2006/relationships/image" Target="../media/image627.png"/><Relationship Id="rId153" Type="http://schemas.openxmlformats.org/officeDocument/2006/relationships/image" Target="../media/image648.png"/><Relationship Id="rId174" Type="http://schemas.openxmlformats.org/officeDocument/2006/relationships/image" Target="../media/image668.png"/><Relationship Id="rId195" Type="http://schemas.openxmlformats.org/officeDocument/2006/relationships/image" Target="../media/image687.png"/><Relationship Id="rId209" Type="http://schemas.openxmlformats.org/officeDocument/2006/relationships/image" Target="../media/image701.png"/><Relationship Id="rId220" Type="http://schemas.openxmlformats.org/officeDocument/2006/relationships/image" Target="../media/image712.png"/><Relationship Id="rId241" Type="http://schemas.openxmlformats.org/officeDocument/2006/relationships/image" Target="../media/image733.png"/><Relationship Id="rId15" Type="http://schemas.openxmlformats.org/officeDocument/2006/relationships/image" Target="../media/image520.png"/><Relationship Id="rId36" Type="http://schemas.openxmlformats.org/officeDocument/2006/relationships/image" Target="../media/image122.png"/><Relationship Id="rId57" Type="http://schemas.openxmlformats.org/officeDocument/2006/relationships/image" Target="../media/image554.png"/><Relationship Id="rId78" Type="http://schemas.openxmlformats.org/officeDocument/2006/relationships/image" Target="../media/image575.png"/><Relationship Id="rId99" Type="http://schemas.openxmlformats.org/officeDocument/2006/relationships/image" Target="../media/image596.png"/><Relationship Id="rId101" Type="http://schemas.openxmlformats.org/officeDocument/2006/relationships/image" Target="../media/image598.png"/><Relationship Id="rId122" Type="http://schemas.openxmlformats.org/officeDocument/2006/relationships/image" Target="../media/image617.png"/><Relationship Id="rId143" Type="http://schemas.openxmlformats.org/officeDocument/2006/relationships/image" Target="../media/image638.png"/><Relationship Id="rId164" Type="http://schemas.openxmlformats.org/officeDocument/2006/relationships/image" Target="../media/image659.png"/><Relationship Id="rId185" Type="http://schemas.openxmlformats.org/officeDocument/2006/relationships/image" Target="../media/image678.png"/><Relationship Id="rId9" Type="http://schemas.openxmlformats.org/officeDocument/2006/relationships/image" Target="../media/image516.png"/><Relationship Id="rId210" Type="http://schemas.openxmlformats.org/officeDocument/2006/relationships/image" Target="../media/image702.png"/><Relationship Id="rId26" Type="http://schemas.openxmlformats.org/officeDocument/2006/relationships/image" Target="../media/image530.png"/><Relationship Id="rId231" Type="http://schemas.openxmlformats.org/officeDocument/2006/relationships/image" Target="../media/image723.png"/><Relationship Id="rId252" Type="http://schemas.openxmlformats.org/officeDocument/2006/relationships/image" Target="../media/image744.png"/><Relationship Id="rId47" Type="http://schemas.openxmlformats.org/officeDocument/2006/relationships/image" Target="../media/image129.png"/><Relationship Id="rId68" Type="http://schemas.openxmlformats.org/officeDocument/2006/relationships/image" Target="../media/image565.png"/><Relationship Id="rId89" Type="http://schemas.openxmlformats.org/officeDocument/2006/relationships/image" Target="../media/image586.png"/><Relationship Id="rId112" Type="http://schemas.openxmlformats.org/officeDocument/2006/relationships/image" Target="../media/image607.png"/><Relationship Id="rId133" Type="http://schemas.openxmlformats.org/officeDocument/2006/relationships/image" Target="../media/image628.png"/><Relationship Id="rId154" Type="http://schemas.openxmlformats.org/officeDocument/2006/relationships/image" Target="../media/image649.png"/><Relationship Id="rId175" Type="http://schemas.openxmlformats.org/officeDocument/2006/relationships/image" Target="../media/image669.png"/><Relationship Id="rId196" Type="http://schemas.openxmlformats.org/officeDocument/2006/relationships/image" Target="../media/image688.png"/><Relationship Id="rId200" Type="http://schemas.openxmlformats.org/officeDocument/2006/relationships/image" Target="../media/image692.png"/><Relationship Id="rId16" Type="http://schemas.openxmlformats.org/officeDocument/2006/relationships/image" Target="../media/image521.png"/><Relationship Id="rId221" Type="http://schemas.openxmlformats.org/officeDocument/2006/relationships/image" Target="../media/image713.png"/><Relationship Id="rId242" Type="http://schemas.openxmlformats.org/officeDocument/2006/relationships/image" Target="../media/image734.png"/><Relationship Id="rId37" Type="http://schemas.openxmlformats.org/officeDocument/2006/relationships/image" Target="../media/image540.png"/><Relationship Id="rId58" Type="http://schemas.openxmlformats.org/officeDocument/2006/relationships/image" Target="../media/image555.png"/><Relationship Id="rId79" Type="http://schemas.openxmlformats.org/officeDocument/2006/relationships/image" Target="../media/image576.png"/><Relationship Id="rId102" Type="http://schemas.openxmlformats.org/officeDocument/2006/relationships/image" Target="../media/image599.png"/><Relationship Id="rId123" Type="http://schemas.openxmlformats.org/officeDocument/2006/relationships/image" Target="../media/image618.png"/><Relationship Id="rId144" Type="http://schemas.openxmlformats.org/officeDocument/2006/relationships/image" Target="../media/image639.png"/><Relationship Id="rId90" Type="http://schemas.openxmlformats.org/officeDocument/2006/relationships/image" Target="../media/image587.png"/><Relationship Id="rId165" Type="http://schemas.openxmlformats.org/officeDocument/2006/relationships/image" Target="../media/image660.png"/><Relationship Id="rId186" Type="http://schemas.openxmlformats.org/officeDocument/2006/relationships/image" Target="../media/image679.png"/><Relationship Id="rId211" Type="http://schemas.openxmlformats.org/officeDocument/2006/relationships/image" Target="../media/image703.png"/><Relationship Id="rId232" Type="http://schemas.openxmlformats.org/officeDocument/2006/relationships/image" Target="../media/image724.png"/><Relationship Id="rId253" Type="http://schemas.openxmlformats.org/officeDocument/2006/relationships/image" Target="../media/image745.png"/><Relationship Id="rId27" Type="http://schemas.openxmlformats.org/officeDocument/2006/relationships/image" Target="../media/image531.png"/><Relationship Id="rId48" Type="http://schemas.openxmlformats.org/officeDocument/2006/relationships/image" Target="../media/image548.png"/><Relationship Id="rId69" Type="http://schemas.openxmlformats.org/officeDocument/2006/relationships/image" Target="../media/image566.png"/><Relationship Id="rId113" Type="http://schemas.openxmlformats.org/officeDocument/2006/relationships/image" Target="../media/image608.png"/><Relationship Id="rId134" Type="http://schemas.openxmlformats.org/officeDocument/2006/relationships/image" Target="../media/image629.png"/><Relationship Id="rId80" Type="http://schemas.openxmlformats.org/officeDocument/2006/relationships/image" Target="../media/image577.png"/><Relationship Id="rId155" Type="http://schemas.openxmlformats.org/officeDocument/2006/relationships/image" Target="../media/image650.png"/><Relationship Id="rId176" Type="http://schemas.openxmlformats.org/officeDocument/2006/relationships/image" Target="../media/image670.png"/><Relationship Id="rId197" Type="http://schemas.openxmlformats.org/officeDocument/2006/relationships/image" Target="../media/image689.png"/><Relationship Id="rId201" Type="http://schemas.openxmlformats.org/officeDocument/2006/relationships/image" Target="../media/image693.png"/><Relationship Id="rId222" Type="http://schemas.openxmlformats.org/officeDocument/2006/relationships/image" Target="../media/image714.png"/><Relationship Id="rId243" Type="http://schemas.openxmlformats.org/officeDocument/2006/relationships/image" Target="../media/image735.png"/><Relationship Id="rId17" Type="http://schemas.openxmlformats.org/officeDocument/2006/relationships/image" Target="../media/image522.png"/><Relationship Id="rId38" Type="http://schemas.openxmlformats.org/officeDocument/2006/relationships/image" Target="../media/image541.png"/><Relationship Id="rId59" Type="http://schemas.openxmlformats.org/officeDocument/2006/relationships/image" Target="../media/image556.png"/><Relationship Id="rId103" Type="http://schemas.openxmlformats.org/officeDocument/2006/relationships/image" Target="../media/image600.png"/><Relationship Id="rId124" Type="http://schemas.openxmlformats.org/officeDocument/2006/relationships/image" Target="../media/image619.png"/><Relationship Id="rId70" Type="http://schemas.openxmlformats.org/officeDocument/2006/relationships/image" Target="../media/image567.png"/><Relationship Id="rId91" Type="http://schemas.openxmlformats.org/officeDocument/2006/relationships/image" Target="../media/image588.png"/><Relationship Id="rId145" Type="http://schemas.openxmlformats.org/officeDocument/2006/relationships/image" Target="../media/image640.png"/><Relationship Id="rId166" Type="http://schemas.openxmlformats.org/officeDocument/2006/relationships/image" Target="../media/image661.png"/><Relationship Id="rId187" Type="http://schemas.openxmlformats.org/officeDocument/2006/relationships/image" Target="../media/image680.png"/><Relationship Id="rId1" Type="http://schemas.openxmlformats.org/officeDocument/2006/relationships/slideLayout" Target="../slideLayouts/slideLayout4.xml"/><Relationship Id="rId212" Type="http://schemas.openxmlformats.org/officeDocument/2006/relationships/image" Target="../media/image704.png"/><Relationship Id="rId233" Type="http://schemas.openxmlformats.org/officeDocument/2006/relationships/image" Target="../media/image725.png"/><Relationship Id="rId254" Type="http://schemas.openxmlformats.org/officeDocument/2006/relationships/image" Target="../media/image746.png"/><Relationship Id="rId28" Type="http://schemas.openxmlformats.org/officeDocument/2006/relationships/image" Target="../media/image532.png"/><Relationship Id="rId49" Type="http://schemas.openxmlformats.org/officeDocument/2006/relationships/image" Target="../media/image127.png"/><Relationship Id="rId114" Type="http://schemas.openxmlformats.org/officeDocument/2006/relationships/image" Target="../media/image609.png"/><Relationship Id="rId60" Type="http://schemas.openxmlformats.org/officeDocument/2006/relationships/image" Target="../media/image557.png"/><Relationship Id="rId81" Type="http://schemas.openxmlformats.org/officeDocument/2006/relationships/image" Target="../media/image578.png"/><Relationship Id="rId135" Type="http://schemas.openxmlformats.org/officeDocument/2006/relationships/image" Target="../media/image630.png"/><Relationship Id="rId156" Type="http://schemas.openxmlformats.org/officeDocument/2006/relationships/image" Target="../media/image651.png"/><Relationship Id="rId177" Type="http://schemas.openxmlformats.org/officeDocument/2006/relationships/image" Target="../media/image671.png"/><Relationship Id="rId198" Type="http://schemas.openxmlformats.org/officeDocument/2006/relationships/image" Target="../media/image690.png"/><Relationship Id="rId202" Type="http://schemas.openxmlformats.org/officeDocument/2006/relationships/image" Target="../media/image694.png"/><Relationship Id="rId223" Type="http://schemas.openxmlformats.org/officeDocument/2006/relationships/image" Target="../media/image715.png"/><Relationship Id="rId244" Type="http://schemas.openxmlformats.org/officeDocument/2006/relationships/image" Target="../media/image736.png"/><Relationship Id="rId18" Type="http://schemas.openxmlformats.org/officeDocument/2006/relationships/image" Target="../media/image523.png"/><Relationship Id="rId39" Type="http://schemas.openxmlformats.org/officeDocument/2006/relationships/image" Target="../media/image542.png"/><Relationship Id="rId50" Type="http://schemas.openxmlformats.org/officeDocument/2006/relationships/image" Target="../media/image549.png"/><Relationship Id="rId104" Type="http://schemas.openxmlformats.org/officeDocument/2006/relationships/image" Target="../media/image601.png"/><Relationship Id="rId125" Type="http://schemas.openxmlformats.org/officeDocument/2006/relationships/image" Target="../media/image620.png"/><Relationship Id="rId146" Type="http://schemas.openxmlformats.org/officeDocument/2006/relationships/image" Target="../media/image641.png"/><Relationship Id="rId167" Type="http://schemas.openxmlformats.org/officeDocument/2006/relationships/image" Target="../media/image662.png"/><Relationship Id="rId188" Type="http://schemas.openxmlformats.org/officeDocument/2006/relationships/image" Target="../media/image272.png"/><Relationship Id="rId71" Type="http://schemas.openxmlformats.org/officeDocument/2006/relationships/image" Target="../media/image568.png"/><Relationship Id="rId92" Type="http://schemas.openxmlformats.org/officeDocument/2006/relationships/image" Target="../media/image589.png"/><Relationship Id="rId213" Type="http://schemas.openxmlformats.org/officeDocument/2006/relationships/image" Target="../media/image705.png"/><Relationship Id="rId234" Type="http://schemas.openxmlformats.org/officeDocument/2006/relationships/image" Target="../media/image726.png"/><Relationship Id="rId2" Type="http://schemas.openxmlformats.org/officeDocument/2006/relationships/image" Target="../media/image509.png"/><Relationship Id="rId29" Type="http://schemas.openxmlformats.org/officeDocument/2006/relationships/image" Target="../media/image533.png"/><Relationship Id="rId255" Type="http://schemas.openxmlformats.org/officeDocument/2006/relationships/image" Target="../media/image747.png"/><Relationship Id="rId40" Type="http://schemas.openxmlformats.org/officeDocument/2006/relationships/image" Target="../media/image543.png"/><Relationship Id="rId115" Type="http://schemas.openxmlformats.org/officeDocument/2006/relationships/image" Target="../media/image610.png"/><Relationship Id="rId136" Type="http://schemas.openxmlformats.org/officeDocument/2006/relationships/image" Target="../media/image631.png"/><Relationship Id="rId157" Type="http://schemas.openxmlformats.org/officeDocument/2006/relationships/image" Target="../media/image652.png"/><Relationship Id="rId178" Type="http://schemas.openxmlformats.org/officeDocument/2006/relationships/image" Target="../media/image672.png"/><Relationship Id="rId61" Type="http://schemas.openxmlformats.org/officeDocument/2006/relationships/image" Target="../media/image558.png"/><Relationship Id="rId82" Type="http://schemas.openxmlformats.org/officeDocument/2006/relationships/image" Target="../media/image579.png"/><Relationship Id="rId199" Type="http://schemas.openxmlformats.org/officeDocument/2006/relationships/image" Target="../media/image691.png"/><Relationship Id="rId203" Type="http://schemas.openxmlformats.org/officeDocument/2006/relationships/image" Target="../media/image695.png"/><Relationship Id="rId19" Type="http://schemas.openxmlformats.org/officeDocument/2006/relationships/image" Target="../media/image524.png"/><Relationship Id="rId224" Type="http://schemas.openxmlformats.org/officeDocument/2006/relationships/image" Target="../media/image716.png"/><Relationship Id="rId245" Type="http://schemas.openxmlformats.org/officeDocument/2006/relationships/image" Target="../media/image737.png"/><Relationship Id="rId30" Type="http://schemas.openxmlformats.org/officeDocument/2006/relationships/image" Target="../media/image534.png"/><Relationship Id="rId105" Type="http://schemas.openxmlformats.org/officeDocument/2006/relationships/image" Target="../media/image602.png"/><Relationship Id="rId126" Type="http://schemas.openxmlformats.org/officeDocument/2006/relationships/image" Target="../media/image621.png"/><Relationship Id="rId147" Type="http://schemas.openxmlformats.org/officeDocument/2006/relationships/image" Target="../media/image642.png"/><Relationship Id="rId168" Type="http://schemas.openxmlformats.org/officeDocument/2006/relationships/image" Target="../media/image663.png"/><Relationship Id="rId51" Type="http://schemas.openxmlformats.org/officeDocument/2006/relationships/image" Target="../media/image190.png"/><Relationship Id="rId72" Type="http://schemas.openxmlformats.org/officeDocument/2006/relationships/image" Target="../media/image569.png"/><Relationship Id="rId93" Type="http://schemas.openxmlformats.org/officeDocument/2006/relationships/image" Target="../media/image590.png"/><Relationship Id="rId189" Type="http://schemas.openxmlformats.org/officeDocument/2006/relationships/image" Target="../media/image681.png"/><Relationship Id="rId3" Type="http://schemas.openxmlformats.org/officeDocument/2006/relationships/image" Target="../media/image510.png"/><Relationship Id="rId214" Type="http://schemas.openxmlformats.org/officeDocument/2006/relationships/image" Target="../media/image706.png"/><Relationship Id="rId235" Type="http://schemas.openxmlformats.org/officeDocument/2006/relationships/image" Target="../media/image727.png"/><Relationship Id="rId256" Type="http://schemas.openxmlformats.org/officeDocument/2006/relationships/image" Target="../media/image748.png"/><Relationship Id="rId116" Type="http://schemas.openxmlformats.org/officeDocument/2006/relationships/image" Target="../media/image611.png"/><Relationship Id="rId137" Type="http://schemas.openxmlformats.org/officeDocument/2006/relationships/image" Target="../media/image632.png"/><Relationship Id="rId158" Type="http://schemas.openxmlformats.org/officeDocument/2006/relationships/image" Target="../media/image653.png"/><Relationship Id="rId20" Type="http://schemas.openxmlformats.org/officeDocument/2006/relationships/image" Target="../media/image245.png"/><Relationship Id="rId41" Type="http://schemas.openxmlformats.org/officeDocument/2006/relationships/image" Target="../media/image182.png"/><Relationship Id="rId62" Type="http://schemas.openxmlformats.org/officeDocument/2006/relationships/image" Target="../media/image559.png"/><Relationship Id="rId83" Type="http://schemas.openxmlformats.org/officeDocument/2006/relationships/image" Target="../media/image580.png"/><Relationship Id="rId179" Type="http://schemas.openxmlformats.org/officeDocument/2006/relationships/image" Target="../media/image673.png"/><Relationship Id="rId190" Type="http://schemas.openxmlformats.org/officeDocument/2006/relationships/image" Target="../media/image682.png"/><Relationship Id="rId204" Type="http://schemas.openxmlformats.org/officeDocument/2006/relationships/image" Target="../media/image696.png"/><Relationship Id="rId225" Type="http://schemas.openxmlformats.org/officeDocument/2006/relationships/image" Target="../media/image717.png"/><Relationship Id="rId246" Type="http://schemas.openxmlformats.org/officeDocument/2006/relationships/image" Target="../media/image738.png"/><Relationship Id="rId106" Type="http://schemas.openxmlformats.org/officeDocument/2006/relationships/image" Target="../media/image603.png"/><Relationship Id="rId127" Type="http://schemas.openxmlformats.org/officeDocument/2006/relationships/image" Target="../media/image622.png"/><Relationship Id="rId10" Type="http://schemas.openxmlformats.org/officeDocument/2006/relationships/image" Target="../media/image517.png"/><Relationship Id="rId31" Type="http://schemas.openxmlformats.org/officeDocument/2006/relationships/image" Target="../media/image535.png"/><Relationship Id="rId52" Type="http://schemas.openxmlformats.org/officeDocument/2006/relationships/image" Target="../media/image105.png"/><Relationship Id="rId73" Type="http://schemas.openxmlformats.org/officeDocument/2006/relationships/image" Target="../media/image570.png"/><Relationship Id="rId94" Type="http://schemas.openxmlformats.org/officeDocument/2006/relationships/image" Target="../media/image591.png"/><Relationship Id="rId148" Type="http://schemas.openxmlformats.org/officeDocument/2006/relationships/image" Target="../media/image643.png"/><Relationship Id="rId169" Type="http://schemas.openxmlformats.org/officeDocument/2006/relationships/image" Target="../media/image664.png"/><Relationship Id="rId4" Type="http://schemas.openxmlformats.org/officeDocument/2006/relationships/image" Target="../media/image511.png"/><Relationship Id="rId180" Type="http://schemas.openxmlformats.org/officeDocument/2006/relationships/image" Target="../media/image193.png"/><Relationship Id="rId215" Type="http://schemas.openxmlformats.org/officeDocument/2006/relationships/image" Target="../media/image707.png"/><Relationship Id="rId236" Type="http://schemas.openxmlformats.org/officeDocument/2006/relationships/image" Target="../media/image728.png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2.png"/><Relationship Id="rId2" Type="http://schemas.openxmlformats.org/officeDocument/2006/relationships/image" Target="../media/image341.png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43.png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8.png"/><Relationship Id="rId3" Type="http://schemas.openxmlformats.org/officeDocument/2006/relationships/image" Target="../media/image2.jpg"/><Relationship Id="rId7" Type="http://schemas.openxmlformats.org/officeDocument/2006/relationships/image" Target="../media/image347.png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46.png"/><Relationship Id="rId5" Type="http://schemas.openxmlformats.org/officeDocument/2006/relationships/image" Target="../media/image345.png"/><Relationship Id="rId4" Type="http://schemas.openxmlformats.org/officeDocument/2006/relationships/image" Target="../media/image344.png"/><Relationship Id="rId9" Type="http://schemas.openxmlformats.org/officeDocument/2006/relationships/image" Target="../media/image349.png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9.png"/><Relationship Id="rId3" Type="http://schemas.openxmlformats.org/officeDocument/2006/relationships/image" Target="../media/image350.png"/><Relationship Id="rId7" Type="http://schemas.openxmlformats.org/officeDocument/2006/relationships/image" Target="../media/image354.png"/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3.png"/><Relationship Id="rId11" Type="http://schemas.openxmlformats.org/officeDocument/2006/relationships/image" Target="../media/image356.png"/><Relationship Id="rId5" Type="http://schemas.openxmlformats.org/officeDocument/2006/relationships/image" Target="../media/image352.png"/><Relationship Id="rId10" Type="http://schemas.openxmlformats.org/officeDocument/2006/relationships/image" Target="../media/image348.png"/><Relationship Id="rId4" Type="http://schemas.openxmlformats.org/officeDocument/2006/relationships/image" Target="../media/image351.png"/><Relationship Id="rId9" Type="http://schemas.openxmlformats.org/officeDocument/2006/relationships/image" Target="../media/image355.png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54.png"/><Relationship Id="rId13" Type="http://schemas.openxmlformats.org/officeDocument/2006/relationships/image" Target="../media/image759.png"/><Relationship Id="rId18" Type="http://schemas.openxmlformats.org/officeDocument/2006/relationships/image" Target="../media/image764.png"/><Relationship Id="rId3" Type="http://schemas.openxmlformats.org/officeDocument/2006/relationships/image" Target="../media/image749.png"/><Relationship Id="rId21" Type="http://schemas.openxmlformats.org/officeDocument/2006/relationships/image" Target="../media/image767.png"/><Relationship Id="rId7" Type="http://schemas.openxmlformats.org/officeDocument/2006/relationships/image" Target="../media/image753.png"/><Relationship Id="rId12" Type="http://schemas.openxmlformats.org/officeDocument/2006/relationships/image" Target="../media/image758.png"/><Relationship Id="rId17" Type="http://schemas.openxmlformats.org/officeDocument/2006/relationships/image" Target="../media/image763.png"/><Relationship Id="rId25" Type="http://schemas.openxmlformats.org/officeDocument/2006/relationships/image" Target="../media/image771.png"/><Relationship Id="rId2" Type="http://schemas.openxmlformats.org/officeDocument/2006/relationships/image" Target="../media/image2.jpg"/><Relationship Id="rId16" Type="http://schemas.openxmlformats.org/officeDocument/2006/relationships/image" Target="../media/image762.png"/><Relationship Id="rId20" Type="http://schemas.openxmlformats.org/officeDocument/2006/relationships/image" Target="../media/image76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52.png"/><Relationship Id="rId11" Type="http://schemas.openxmlformats.org/officeDocument/2006/relationships/image" Target="../media/image757.png"/><Relationship Id="rId24" Type="http://schemas.openxmlformats.org/officeDocument/2006/relationships/image" Target="../media/image770.png"/><Relationship Id="rId5" Type="http://schemas.openxmlformats.org/officeDocument/2006/relationships/image" Target="../media/image751.png"/><Relationship Id="rId15" Type="http://schemas.openxmlformats.org/officeDocument/2006/relationships/image" Target="../media/image761.png"/><Relationship Id="rId23" Type="http://schemas.openxmlformats.org/officeDocument/2006/relationships/image" Target="../media/image769.png"/><Relationship Id="rId10" Type="http://schemas.openxmlformats.org/officeDocument/2006/relationships/image" Target="../media/image756.png"/><Relationship Id="rId19" Type="http://schemas.openxmlformats.org/officeDocument/2006/relationships/image" Target="../media/image765.png"/><Relationship Id="rId4" Type="http://schemas.openxmlformats.org/officeDocument/2006/relationships/image" Target="../media/image750.png"/><Relationship Id="rId9" Type="http://schemas.openxmlformats.org/officeDocument/2006/relationships/image" Target="../media/image755.png"/><Relationship Id="rId14" Type="http://schemas.openxmlformats.org/officeDocument/2006/relationships/image" Target="../media/image760.png"/><Relationship Id="rId22" Type="http://schemas.openxmlformats.org/officeDocument/2006/relationships/image" Target="../media/image768.png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3.png"/><Relationship Id="rId13" Type="http://schemas.openxmlformats.org/officeDocument/2006/relationships/image" Target="../media/image368.png"/><Relationship Id="rId18" Type="http://schemas.openxmlformats.org/officeDocument/2006/relationships/image" Target="../media/image373.png"/><Relationship Id="rId3" Type="http://schemas.openxmlformats.org/officeDocument/2006/relationships/image" Target="../media/image358.png"/><Relationship Id="rId21" Type="http://schemas.openxmlformats.org/officeDocument/2006/relationships/image" Target="../media/image376.png"/><Relationship Id="rId7" Type="http://schemas.openxmlformats.org/officeDocument/2006/relationships/image" Target="../media/image362.png"/><Relationship Id="rId12" Type="http://schemas.openxmlformats.org/officeDocument/2006/relationships/image" Target="../media/image367.png"/><Relationship Id="rId17" Type="http://schemas.openxmlformats.org/officeDocument/2006/relationships/image" Target="../media/image372.png"/><Relationship Id="rId2" Type="http://schemas.openxmlformats.org/officeDocument/2006/relationships/image" Target="../media/image772.png"/><Relationship Id="rId16" Type="http://schemas.openxmlformats.org/officeDocument/2006/relationships/image" Target="../media/image371.png"/><Relationship Id="rId20" Type="http://schemas.openxmlformats.org/officeDocument/2006/relationships/image" Target="../media/image37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1.png"/><Relationship Id="rId11" Type="http://schemas.openxmlformats.org/officeDocument/2006/relationships/image" Target="../media/image366.png"/><Relationship Id="rId5" Type="http://schemas.openxmlformats.org/officeDocument/2006/relationships/image" Target="../media/image360.png"/><Relationship Id="rId15" Type="http://schemas.openxmlformats.org/officeDocument/2006/relationships/image" Target="../media/image370.png"/><Relationship Id="rId23" Type="http://schemas.openxmlformats.org/officeDocument/2006/relationships/image" Target="../media/image378.png"/><Relationship Id="rId10" Type="http://schemas.openxmlformats.org/officeDocument/2006/relationships/image" Target="../media/image365.png"/><Relationship Id="rId19" Type="http://schemas.openxmlformats.org/officeDocument/2006/relationships/image" Target="../media/image374.png"/><Relationship Id="rId4" Type="http://schemas.openxmlformats.org/officeDocument/2006/relationships/image" Target="../media/image773.png"/><Relationship Id="rId9" Type="http://schemas.openxmlformats.org/officeDocument/2006/relationships/image" Target="../media/image364.png"/><Relationship Id="rId14" Type="http://schemas.openxmlformats.org/officeDocument/2006/relationships/image" Target="../media/image369.png"/><Relationship Id="rId22" Type="http://schemas.openxmlformats.org/officeDocument/2006/relationships/image" Target="../media/image377.png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675007" y="6439792"/>
            <a:ext cx="30734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 b="1" spc="-10" dirty="0">
                <a:solidFill>
                  <a:srgbClr val="0068B4"/>
                </a:solidFill>
                <a:latin typeface="Arial"/>
                <a:cs typeface="Arial"/>
              </a:rPr>
              <a:t>10</a:t>
            </a:r>
            <a:endParaRPr sz="2000">
              <a:latin typeface="Arial"/>
              <a:cs typeface="Arial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883816" y="1281560"/>
            <a:ext cx="5539740" cy="4624070"/>
            <a:chOff x="1883816" y="1281560"/>
            <a:chExt cx="5539740" cy="462407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67686" y="1294768"/>
              <a:ext cx="4265663" cy="3900424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4064647" y="5195205"/>
              <a:ext cx="871855" cy="36830"/>
            </a:xfrm>
            <a:custGeom>
              <a:avLst/>
              <a:gdLst/>
              <a:ahLst/>
              <a:cxnLst/>
              <a:rect l="l" t="t" r="r" b="b"/>
              <a:pathLst>
                <a:path w="871854" h="36829">
                  <a:moveTo>
                    <a:pt x="871524" y="0"/>
                  </a:moveTo>
                  <a:lnTo>
                    <a:pt x="0" y="0"/>
                  </a:lnTo>
                  <a:lnTo>
                    <a:pt x="41808" y="11176"/>
                  </a:lnTo>
                  <a:lnTo>
                    <a:pt x="89877" y="11176"/>
                  </a:lnTo>
                  <a:lnTo>
                    <a:pt x="138328" y="23876"/>
                  </a:lnTo>
                  <a:lnTo>
                    <a:pt x="187109" y="23876"/>
                  </a:lnTo>
                  <a:lnTo>
                    <a:pt x="236245" y="36576"/>
                  </a:lnTo>
                  <a:lnTo>
                    <a:pt x="635381" y="36576"/>
                  </a:lnTo>
                  <a:lnTo>
                    <a:pt x="684479" y="23876"/>
                  </a:lnTo>
                  <a:lnTo>
                    <a:pt x="733247" y="23876"/>
                  </a:lnTo>
                  <a:lnTo>
                    <a:pt x="781672" y="11176"/>
                  </a:lnTo>
                  <a:lnTo>
                    <a:pt x="829729" y="11176"/>
                  </a:lnTo>
                  <a:lnTo>
                    <a:pt x="8715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2367673" y="1286132"/>
              <a:ext cx="4265930" cy="3945890"/>
            </a:xfrm>
            <a:custGeom>
              <a:avLst/>
              <a:gdLst/>
              <a:ahLst/>
              <a:cxnLst/>
              <a:rect l="l" t="t" r="r" b="b"/>
              <a:pathLst>
                <a:path w="4265930" h="3945890">
                  <a:moveTo>
                    <a:pt x="4265676" y="1972818"/>
                  </a:moveTo>
                  <a:lnTo>
                    <a:pt x="4265093" y="1926246"/>
                  </a:lnTo>
                  <a:lnTo>
                    <a:pt x="4263352" y="1879940"/>
                  </a:lnTo>
                  <a:lnTo>
                    <a:pt x="4260468" y="1833909"/>
                  </a:lnTo>
                  <a:lnTo>
                    <a:pt x="4256452" y="1788168"/>
                  </a:lnTo>
                  <a:lnTo>
                    <a:pt x="4251317" y="1742726"/>
                  </a:lnTo>
                  <a:lnTo>
                    <a:pt x="4245077" y="1697597"/>
                  </a:lnTo>
                  <a:lnTo>
                    <a:pt x="4237743" y="1652791"/>
                  </a:lnTo>
                  <a:lnTo>
                    <a:pt x="4229329" y="1608321"/>
                  </a:lnTo>
                  <a:lnTo>
                    <a:pt x="4219848" y="1564199"/>
                  </a:lnTo>
                  <a:lnTo>
                    <a:pt x="4209312" y="1520436"/>
                  </a:lnTo>
                  <a:lnTo>
                    <a:pt x="4197734" y="1477044"/>
                  </a:lnTo>
                  <a:lnTo>
                    <a:pt x="4185128" y="1434036"/>
                  </a:lnTo>
                  <a:lnTo>
                    <a:pt x="4171506" y="1391422"/>
                  </a:lnTo>
                  <a:lnTo>
                    <a:pt x="4156880" y="1349215"/>
                  </a:lnTo>
                  <a:lnTo>
                    <a:pt x="4141264" y="1307427"/>
                  </a:lnTo>
                  <a:lnTo>
                    <a:pt x="4124671" y="1266069"/>
                  </a:lnTo>
                  <a:lnTo>
                    <a:pt x="4107113" y="1225153"/>
                  </a:lnTo>
                  <a:lnTo>
                    <a:pt x="4088603" y="1184691"/>
                  </a:lnTo>
                  <a:lnTo>
                    <a:pt x="4069154" y="1144695"/>
                  </a:lnTo>
                  <a:lnTo>
                    <a:pt x="4048779" y="1105177"/>
                  </a:lnTo>
                  <a:lnTo>
                    <a:pt x="4027490" y="1066149"/>
                  </a:lnTo>
                  <a:lnTo>
                    <a:pt x="4005301" y="1027622"/>
                  </a:lnTo>
                  <a:lnTo>
                    <a:pt x="3982225" y="989608"/>
                  </a:lnTo>
                  <a:lnTo>
                    <a:pt x="3958273" y="952119"/>
                  </a:lnTo>
                  <a:lnTo>
                    <a:pt x="3933460" y="915168"/>
                  </a:lnTo>
                  <a:lnTo>
                    <a:pt x="3907797" y="878765"/>
                  </a:lnTo>
                  <a:lnTo>
                    <a:pt x="3881298" y="842922"/>
                  </a:lnTo>
                  <a:lnTo>
                    <a:pt x="3853976" y="807652"/>
                  </a:lnTo>
                  <a:lnTo>
                    <a:pt x="3825843" y="772967"/>
                  </a:lnTo>
                  <a:lnTo>
                    <a:pt x="3796912" y="738877"/>
                  </a:lnTo>
                  <a:lnTo>
                    <a:pt x="3767196" y="705396"/>
                  </a:lnTo>
                  <a:lnTo>
                    <a:pt x="3736708" y="672534"/>
                  </a:lnTo>
                  <a:lnTo>
                    <a:pt x="3705461" y="640304"/>
                  </a:lnTo>
                  <a:lnTo>
                    <a:pt x="3673468" y="608717"/>
                  </a:lnTo>
                  <a:lnTo>
                    <a:pt x="3640740" y="577786"/>
                  </a:lnTo>
                  <a:lnTo>
                    <a:pt x="3607292" y="547522"/>
                  </a:lnTo>
                  <a:lnTo>
                    <a:pt x="3573136" y="517937"/>
                  </a:lnTo>
                  <a:lnTo>
                    <a:pt x="3538285" y="489042"/>
                  </a:lnTo>
                  <a:lnTo>
                    <a:pt x="3502751" y="460850"/>
                  </a:lnTo>
                  <a:lnTo>
                    <a:pt x="3466549" y="433373"/>
                  </a:lnTo>
                  <a:lnTo>
                    <a:pt x="3429689" y="406622"/>
                  </a:lnTo>
                  <a:lnTo>
                    <a:pt x="3392186" y="380609"/>
                  </a:lnTo>
                  <a:lnTo>
                    <a:pt x="3354052" y="355347"/>
                  </a:lnTo>
                  <a:lnTo>
                    <a:pt x="3315299" y="330846"/>
                  </a:lnTo>
                  <a:lnTo>
                    <a:pt x="3275942" y="307118"/>
                  </a:lnTo>
                  <a:lnTo>
                    <a:pt x="3235992" y="284176"/>
                  </a:lnTo>
                  <a:lnTo>
                    <a:pt x="3195462" y="262032"/>
                  </a:lnTo>
                  <a:lnTo>
                    <a:pt x="3154366" y="240697"/>
                  </a:lnTo>
                  <a:lnTo>
                    <a:pt x="3112715" y="220182"/>
                  </a:lnTo>
                  <a:lnTo>
                    <a:pt x="3070524" y="200501"/>
                  </a:lnTo>
                  <a:lnTo>
                    <a:pt x="3027804" y="181664"/>
                  </a:lnTo>
                  <a:lnTo>
                    <a:pt x="2984569" y="163684"/>
                  </a:lnTo>
                  <a:lnTo>
                    <a:pt x="2940832" y="146572"/>
                  </a:lnTo>
                  <a:lnTo>
                    <a:pt x="2896605" y="130341"/>
                  </a:lnTo>
                  <a:lnTo>
                    <a:pt x="2851900" y="115001"/>
                  </a:lnTo>
                  <a:lnTo>
                    <a:pt x="2806732" y="100565"/>
                  </a:lnTo>
                  <a:lnTo>
                    <a:pt x="2761112" y="87045"/>
                  </a:lnTo>
                  <a:lnTo>
                    <a:pt x="2715055" y="74453"/>
                  </a:lnTo>
                  <a:lnTo>
                    <a:pt x="2668571" y="62800"/>
                  </a:lnTo>
                  <a:lnTo>
                    <a:pt x="2621675" y="52098"/>
                  </a:lnTo>
                  <a:lnTo>
                    <a:pt x="2574379" y="42359"/>
                  </a:lnTo>
                  <a:lnTo>
                    <a:pt x="2526696" y="33595"/>
                  </a:lnTo>
                  <a:lnTo>
                    <a:pt x="2478638" y="25818"/>
                  </a:lnTo>
                  <a:lnTo>
                    <a:pt x="2430220" y="19039"/>
                  </a:lnTo>
                  <a:lnTo>
                    <a:pt x="2381452" y="13271"/>
                  </a:lnTo>
                  <a:lnTo>
                    <a:pt x="2332350" y="8525"/>
                  </a:lnTo>
                  <a:lnTo>
                    <a:pt x="2282924" y="4813"/>
                  </a:lnTo>
                  <a:lnTo>
                    <a:pt x="2233188" y="2147"/>
                  </a:lnTo>
                  <a:lnTo>
                    <a:pt x="2183155" y="538"/>
                  </a:lnTo>
                  <a:lnTo>
                    <a:pt x="2132838" y="0"/>
                  </a:lnTo>
                  <a:lnTo>
                    <a:pt x="2082488" y="538"/>
                  </a:lnTo>
                  <a:lnTo>
                    <a:pt x="2032425" y="2147"/>
                  </a:lnTo>
                  <a:lnTo>
                    <a:pt x="1982661" y="4813"/>
                  </a:lnTo>
                  <a:lnTo>
                    <a:pt x="1933209" y="8525"/>
                  </a:lnTo>
                  <a:lnTo>
                    <a:pt x="1884082" y="13271"/>
                  </a:lnTo>
                  <a:lnTo>
                    <a:pt x="1835291" y="19039"/>
                  </a:lnTo>
                  <a:lnTo>
                    <a:pt x="1786851" y="25818"/>
                  </a:lnTo>
                  <a:lnTo>
                    <a:pt x="1738774" y="33595"/>
                  </a:lnTo>
                  <a:lnTo>
                    <a:pt x="1691073" y="42359"/>
                  </a:lnTo>
                  <a:lnTo>
                    <a:pt x="1643760" y="52098"/>
                  </a:lnTo>
                  <a:lnTo>
                    <a:pt x="1596849" y="62800"/>
                  </a:lnTo>
                  <a:lnTo>
                    <a:pt x="1550351" y="74453"/>
                  </a:lnTo>
                  <a:lnTo>
                    <a:pt x="1504281" y="87045"/>
                  </a:lnTo>
                  <a:lnTo>
                    <a:pt x="1458650" y="100565"/>
                  </a:lnTo>
                  <a:lnTo>
                    <a:pt x="1413472" y="115001"/>
                  </a:lnTo>
                  <a:lnTo>
                    <a:pt x="1368760" y="130341"/>
                  </a:lnTo>
                  <a:lnTo>
                    <a:pt x="1324525" y="146572"/>
                  </a:lnTo>
                  <a:lnTo>
                    <a:pt x="1280781" y="163684"/>
                  </a:lnTo>
                  <a:lnTo>
                    <a:pt x="1237541" y="181664"/>
                  </a:lnTo>
                  <a:lnTo>
                    <a:pt x="1194818" y="200501"/>
                  </a:lnTo>
                  <a:lnTo>
                    <a:pt x="1152624" y="220182"/>
                  </a:lnTo>
                  <a:lnTo>
                    <a:pt x="1110972" y="240697"/>
                  </a:lnTo>
                  <a:lnTo>
                    <a:pt x="1069874" y="262032"/>
                  </a:lnTo>
                  <a:lnTo>
                    <a:pt x="1029345" y="284176"/>
                  </a:lnTo>
                  <a:lnTo>
                    <a:pt x="989396" y="307118"/>
                  </a:lnTo>
                  <a:lnTo>
                    <a:pt x="950040" y="330846"/>
                  </a:lnTo>
                  <a:lnTo>
                    <a:pt x="911291" y="355347"/>
                  </a:lnTo>
                  <a:lnTo>
                    <a:pt x="873160" y="380609"/>
                  </a:lnTo>
                  <a:lnTo>
                    <a:pt x="835661" y="406622"/>
                  </a:lnTo>
                  <a:lnTo>
                    <a:pt x="798807" y="433373"/>
                  </a:lnTo>
                  <a:lnTo>
                    <a:pt x="762609" y="460850"/>
                  </a:lnTo>
                  <a:lnTo>
                    <a:pt x="727082" y="489042"/>
                  </a:lnTo>
                  <a:lnTo>
                    <a:pt x="692238" y="517937"/>
                  </a:lnTo>
                  <a:lnTo>
                    <a:pt x="658089" y="547522"/>
                  </a:lnTo>
                  <a:lnTo>
                    <a:pt x="624649" y="577786"/>
                  </a:lnTo>
                  <a:lnTo>
                    <a:pt x="591930" y="608717"/>
                  </a:lnTo>
                  <a:lnTo>
                    <a:pt x="559945" y="640304"/>
                  </a:lnTo>
                  <a:lnTo>
                    <a:pt x="528707" y="672534"/>
                  </a:lnTo>
                  <a:lnTo>
                    <a:pt x="498229" y="705396"/>
                  </a:lnTo>
                  <a:lnTo>
                    <a:pt x="468523" y="738877"/>
                  </a:lnTo>
                  <a:lnTo>
                    <a:pt x="439602" y="772967"/>
                  </a:lnTo>
                  <a:lnTo>
                    <a:pt x="411480" y="807652"/>
                  </a:lnTo>
                  <a:lnTo>
                    <a:pt x="384168" y="842922"/>
                  </a:lnTo>
                  <a:lnTo>
                    <a:pt x="357679" y="878765"/>
                  </a:lnTo>
                  <a:lnTo>
                    <a:pt x="332028" y="915168"/>
                  </a:lnTo>
                  <a:lnTo>
                    <a:pt x="307225" y="952119"/>
                  </a:lnTo>
                  <a:lnTo>
                    <a:pt x="283285" y="989608"/>
                  </a:lnTo>
                  <a:lnTo>
                    <a:pt x="260219" y="1027622"/>
                  </a:lnTo>
                  <a:lnTo>
                    <a:pt x="238041" y="1066149"/>
                  </a:lnTo>
                  <a:lnTo>
                    <a:pt x="216763" y="1105177"/>
                  </a:lnTo>
                  <a:lnTo>
                    <a:pt x="196398" y="1144695"/>
                  </a:lnTo>
                  <a:lnTo>
                    <a:pt x="176960" y="1184691"/>
                  </a:lnTo>
                  <a:lnTo>
                    <a:pt x="158460" y="1225153"/>
                  </a:lnTo>
                  <a:lnTo>
                    <a:pt x="140912" y="1266069"/>
                  </a:lnTo>
                  <a:lnTo>
                    <a:pt x="124328" y="1307427"/>
                  </a:lnTo>
                  <a:lnTo>
                    <a:pt x="108722" y="1349215"/>
                  </a:lnTo>
                  <a:lnTo>
                    <a:pt x="94105" y="1391422"/>
                  </a:lnTo>
                  <a:lnTo>
                    <a:pt x="80491" y="1434036"/>
                  </a:lnTo>
                  <a:lnTo>
                    <a:pt x="67893" y="1477044"/>
                  </a:lnTo>
                  <a:lnTo>
                    <a:pt x="56323" y="1520436"/>
                  </a:lnTo>
                  <a:lnTo>
                    <a:pt x="45794" y="1564199"/>
                  </a:lnTo>
                  <a:lnTo>
                    <a:pt x="36320" y="1608321"/>
                  </a:lnTo>
                  <a:lnTo>
                    <a:pt x="27912" y="1652791"/>
                  </a:lnTo>
                  <a:lnTo>
                    <a:pt x="20583" y="1697597"/>
                  </a:lnTo>
                  <a:lnTo>
                    <a:pt x="14347" y="1742726"/>
                  </a:lnTo>
                  <a:lnTo>
                    <a:pt x="9216" y="1788168"/>
                  </a:lnTo>
                  <a:lnTo>
                    <a:pt x="5203" y="1833909"/>
                  </a:lnTo>
                  <a:lnTo>
                    <a:pt x="2321" y="1879940"/>
                  </a:lnTo>
                  <a:lnTo>
                    <a:pt x="582" y="1926246"/>
                  </a:lnTo>
                  <a:lnTo>
                    <a:pt x="0" y="1972818"/>
                  </a:lnTo>
                  <a:lnTo>
                    <a:pt x="582" y="2019357"/>
                  </a:lnTo>
                  <a:lnTo>
                    <a:pt x="2321" y="2065634"/>
                  </a:lnTo>
                  <a:lnTo>
                    <a:pt x="5203" y="2111636"/>
                  </a:lnTo>
                  <a:lnTo>
                    <a:pt x="9216" y="2157351"/>
                  </a:lnTo>
                  <a:lnTo>
                    <a:pt x="14347" y="2202768"/>
                  </a:lnTo>
                  <a:lnTo>
                    <a:pt x="20583" y="2247874"/>
                  </a:lnTo>
                  <a:lnTo>
                    <a:pt x="27912" y="2292659"/>
                  </a:lnTo>
                  <a:lnTo>
                    <a:pt x="36320" y="2337109"/>
                  </a:lnTo>
                  <a:lnTo>
                    <a:pt x="45794" y="2381213"/>
                  </a:lnTo>
                  <a:lnTo>
                    <a:pt x="56323" y="2424959"/>
                  </a:lnTo>
                  <a:lnTo>
                    <a:pt x="67893" y="2468335"/>
                  </a:lnTo>
                  <a:lnTo>
                    <a:pt x="80491" y="2511330"/>
                  </a:lnTo>
                  <a:lnTo>
                    <a:pt x="94105" y="2553932"/>
                  </a:lnTo>
                  <a:lnTo>
                    <a:pt x="108722" y="2596127"/>
                  </a:lnTo>
                  <a:lnTo>
                    <a:pt x="124328" y="2637906"/>
                  </a:lnTo>
                  <a:lnTo>
                    <a:pt x="140912" y="2679256"/>
                  </a:lnTo>
                  <a:lnTo>
                    <a:pt x="158460" y="2720164"/>
                  </a:lnTo>
                  <a:lnTo>
                    <a:pt x="176960" y="2760620"/>
                  </a:lnTo>
                  <a:lnTo>
                    <a:pt x="196398" y="2800610"/>
                  </a:lnTo>
                  <a:lnTo>
                    <a:pt x="216763" y="2840125"/>
                  </a:lnTo>
                  <a:lnTo>
                    <a:pt x="238041" y="2879150"/>
                  </a:lnTo>
                  <a:lnTo>
                    <a:pt x="260219" y="2917675"/>
                  </a:lnTo>
                  <a:lnTo>
                    <a:pt x="283285" y="2955688"/>
                  </a:lnTo>
                  <a:lnTo>
                    <a:pt x="307225" y="2993177"/>
                  </a:lnTo>
                  <a:lnTo>
                    <a:pt x="332028" y="3030130"/>
                  </a:lnTo>
                  <a:lnTo>
                    <a:pt x="357679" y="3066535"/>
                  </a:lnTo>
                  <a:lnTo>
                    <a:pt x="384168" y="3102380"/>
                  </a:lnTo>
                  <a:lnTo>
                    <a:pt x="411480" y="3137653"/>
                  </a:lnTo>
                  <a:lnTo>
                    <a:pt x="439602" y="3172343"/>
                  </a:lnTo>
                  <a:lnTo>
                    <a:pt x="468523" y="3206438"/>
                  </a:lnTo>
                  <a:lnTo>
                    <a:pt x="498229" y="3239925"/>
                  </a:lnTo>
                  <a:lnTo>
                    <a:pt x="528707" y="3272793"/>
                  </a:lnTo>
                  <a:lnTo>
                    <a:pt x="559945" y="3305030"/>
                  </a:lnTo>
                  <a:lnTo>
                    <a:pt x="591930" y="3336624"/>
                  </a:lnTo>
                  <a:lnTo>
                    <a:pt x="624649" y="3367563"/>
                  </a:lnTo>
                  <a:lnTo>
                    <a:pt x="658089" y="3397836"/>
                  </a:lnTo>
                  <a:lnTo>
                    <a:pt x="692238" y="3427430"/>
                  </a:lnTo>
                  <a:lnTo>
                    <a:pt x="727082" y="3456334"/>
                  </a:lnTo>
                  <a:lnTo>
                    <a:pt x="762609" y="3484535"/>
                  </a:lnTo>
                  <a:lnTo>
                    <a:pt x="798807" y="3512022"/>
                  </a:lnTo>
                  <a:lnTo>
                    <a:pt x="835661" y="3538783"/>
                  </a:lnTo>
                  <a:lnTo>
                    <a:pt x="873160" y="3564806"/>
                  </a:lnTo>
                  <a:lnTo>
                    <a:pt x="911291" y="3590080"/>
                  </a:lnTo>
                  <a:lnTo>
                    <a:pt x="950040" y="3614591"/>
                  </a:lnTo>
                  <a:lnTo>
                    <a:pt x="989396" y="3638329"/>
                  </a:lnTo>
                  <a:lnTo>
                    <a:pt x="1029345" y="3661282"/>
                  </a:lnTo>
                  <a:lnTo>
                    <a:pt x="1069874" y="3683437"/>
                  </a:lnTo>
                  <a:lnTo>
                    <a:pt x="1110972" y="3704783"/>
                  </a:lnTo>
                  <a:lnTo>
                    <a:pt x="1152624" y="3725309"/>
                  </a:lnTo>
                  <a:lnTo>
                    <a:pt x="1194818" y="3745001"/>
                  </a:lnTo>
                  <a:lnTo>
                    <a:pt x="1237541" y="3763848"/>
                  </a:lnTo>
                  <a:lnTo>
                    <a:pt x="1280781" y="3781839"/>
                  </a:lnTo>
                  <a:lnTo>
                    <a:pt x="1324525" y="3798961"/>
                  </a:lnTo>
                  <a:lnTo>
                    <a:pt x="1368760" y="3815202"/>
                  </a:lnTo>
                  <a:lnTo>
                    <a:pt x="1413472" y="3830552"/>
                  </a:lnTo>
                  <a:lnTo>
                    <a:pt x="1458650" y="3844997"/>
                  </a:lnTo>
                  <a:lnTo>
                    <a:pt x="1504281" y="3858526"/>
                  </a:lnTo>
                  <a:lnTo>
                    <a:pt x="1550351" y="3871127"/>
                  </a:lnTo>
                  <a:lnTo>
                    <a:pt x="1596849" y="3882788"/>
                  </a:lnTo>
                  <a:lnTo>
                    <a:pt x="1643760" y="3893497"/>
                  </a:lnTo>
                  <a:lnTo>
                    <a:pt x="1691073" y="3903243"/>
                  </a:lnTo>
                  <a:lnTo>
                    <a:pt x="1738774" y="3912014"/>
                  </a:lnTo>
                  <a:lnTo>
                    <a:pt x="1786851" y="3919797"/>
                  </a:lnTo>
                  <a:lnTo>
                    <a:pt x="1835291" y="3926581"/>
                  </a:lnTo>
                  <a:lnTo>
                    <a:pt x="1884082" y="3932354"/>
                  </a:lnTo>
                  <a:lnTo>
                    <a:pt x="1933209" y="3937103"/>
                  </a:lnTo>
                  <a:lnTo>
                    <a:pt x="1982661" y="3940818"/>
                  </a:lnTo>
                  <a:lnTo>
                    <a:pt x="2032425" y="3943487"/>
                  </a:lnTo>
                  <a:lnTo>
                    <a:pt x="2082488" y="3945096"/>
                  </a:lnTo>
                  <a:lnTo>
                    <a:pt x="2132838" y="3945636"/>
                  </a:lnTo>
                  <a:lnTo>
                    <a:pt x="2183155" y="3945096"/>
                  </a:lnTo>
                  <a:lnTo>
                    <a:pt x="2233188" y="3943487"/>
                  </a:lnTo>
                  <a:lnTo>
                    <a:pt x="2282924" y="3940818"/>
                  </a:lnTo>
                  <a:lnTo>
                    <a:pt x="2332350" y="3937103"/>
                  </a:lnTo>
                  <a:lnTo>
                    <a:pt x="2381452" y="3932354"/>
                  </a:lnTo>
                  <a:lnTo>
                    <a:pt x="2430220" y="3926581"/>
                  </a:lnTo>
                  <a:lnTo>
                    <a:pt x="2478638" y="3919797"/>
                  </a:lnTo>
                  <a:lnTo>
                    <a:pt x="2526696" y="3912014"/>
                  </a:lnTo>
                  <a:lnTo>
                    <a:pt x="2574379" y="3903243"/>
                  </a:lnTo>
                  <a:lnTo>
                    <a:pt x="2621675" y="3893497"/>
                  </a:lnTo>
                  <a:lnTo>
                    <a:pt x="2668571" y="3882788"/>
                  </a:lnTo>
                  <a:lnTo>
                    <a:pt x="2715055" y="3871127"/>
                  </a:lnTo>
                  <a:lnTo>
                    <a:pt x="2761112" y="3858526"/>
                  </a:lnTo>
                  <a:lnTo>
                    <a:pt x="2806732" y="3844997"/>
                  </a:lnTo>
                  <a:lnTo>
                    <a:pt x="2851900" y="3830552"/>
                  </a:lnTo>
                  <a:lnTo>
                    <a:pt x="2896605" y="3815202"/>
                  </a:lnTo>
                  <a:lnTo>
                    <a:pt x="2940832" y="3798961"/>
                  </a:lnTo>
                  <a:lnTo>
                    <a:pt x="2984569" y="3781839"/>
                  </a:lnTo>
                  <a:lnTo>
                    <a:pt x="3027804" y="3763848"/>
                  </a:lnTo>
                  <a:lnTo>
                    <a:pt x="3070524" y="3745001"/>
                  </a:lnTo>
                  <a:lnTo>
                    <a:pt x="3112715" y="3725309"/>
                  </a:lnTo>
                  <a:lnTo>
                    <a:pt x="3154366" y="3704783"/>
                  </a:lnTo>
                  <a:lnTo>
                    <a:pt x="3195462" y="3683437"/>
                  </a:lnTo>
                  <a:lnTo>
                    <a:pt x="3235992" y="3661282"/>
                  </a:lnTo>
                  <a:lnTo>
                    <a:pt x="3275942" y="3638329"/>
                  </a:lnTo>
                  <a:lnTo>
                    <a:pt x="3315299" y="3614591"/>
                  </a:lnTo>
                  <a:lnTo>
                    <a:pt x="3354052" y="3590080"/>
                  </a:lnTo>
                  <a:lnTo>
                    <a:pt x="3392186" y="3564806"/>
                  </a:lnTo>
                  <a:lnTo>
                    <a:pt x="3429689" y="3538783"/>
                  </a:lnTo>
                  <a:lnTo>
                    <a:pt x="3466549" y="3512022"/>
                  </a:lnTo>
                  <a:lnTo>
                    <a:pt x="3502751" y="3484535"/>
                  </a:lnTo>
                  <a:lnTo>
                    <a:pt x="3538285" y="3456334"/>
                  </a:lnTo>
                  <a:lnTo>
                    <a:pt x="3573136" y="3427430"/>
                  </a:lnTo>
                  <a:lnTo>
                    <a:pt x="3607292" y="3397836"/>
                  </a:lnTo>
                  <a:lnTo>
                    <a:pt x="3640740" y="3367563"/>
                  </a:lnTo>
                  <a:lnTo>
                    <a:pt x="3673468" y="3336624"/>
                  </a:lnTo>
                  <a:lnTo>
                    <a:pt x="3705461" y="3305030"/>
                  </a:lnTo>
                  <a:lnTo>
                    <a:pt x="3736708" y="3272793"/>
                  </a:lnTo>
                  <a:lnTo>
                    <a:pt x="3767196" y="3239925"/>
                  </a:lnTo>
                  <a:lnTo>
                    <a:pt x="3796912" y="3206438"/>
                  </a:lnTo>
                  <a:lnTo>
                    <a:pt x="3825843" y="3172343"/>
                  </a:lnTo>
                  <a:lnTo>
                    <a:pt x="3853976" y="3137653"/>
                  </a:lnTo>
                  <a:lnTo>
                    <a:pt x="3881298" y="3102380"/>
                  </a:lnTo>
                  <a:lnTo>
                    <a:pt x="3907797" y="3066535"/>
                  </a:lnTo>
                  <a:lnTo>
                    <a:pt x="3933460" y="3030130"/>
                  </a:lnTo>
                  <a:lnTo>
                    <a:pt x="3958273" y="2993177"/>
                  </a:lnTo>
                  <a:lnTo>
                    <a:pt x="3982225" y="2955688"/>
                  </a:lnTo>
                  <a:lnTo>
                    <a:pt x="4005301" y="2917675"/>
                  </a:lnTo>
                  <a:lnTo>
                    <a:pt x="4027490" y="2879150"/>
                  </a:lnTo>
                  <a:lnTo>
                    <a:pt x="4048779" y="2840125"/>
                  </a:lnTo>
                  <a:lnTo>
                    <a:pt x="4069154" y="2800610"/>
                  </a:lnTo>
                  <a:lnTo>
                    <a:pt x="4088603" y="2760620"/>
                  </a:lnTo>
                  <a:lnTo>
                    <a:pt x="4107113" y="2720164"/>
                  </a:lnTo>
                  <a:lnTo>
                    <a:pt x="4124671" y="2679256"/>
                  </a:lnTo>
                  <a:lnTo>
                    <a:pt x="4141264" y="2637906"/>
                  </a:lnTo>
                  <a:lnTo>
                    <a:pt x="4156880" y="2596127"/>
                  </a:lnTo>
                  <a:lnTo>
                    <a:pt x="4171506" y="2553932"/>
                  </a:lnTo>
                  <a:lnTo>
                    <a:pt x="4185128" y="2511330"/>
                  </a:lnTo>
                  <a:lnTo>
                    <a:pt x="4197734" y="2468335"/>
                  </a:lnTo>
                  <a:lnTo>
                    <a:pt x="4209312" y="2424959"/>
                  </a:lnTo>
                  <a:lnTo>
                    <a:pt x="4219848" y="2381213"/>
                  </a:lnTo>
                  <a:lnTo>
                    <a:pt x="4229329" y="2337109"/>
                  </a:lnTo>
                  <a:lnTo>
                    <a:pt x="4237743" y="2292659"/>
                  </a:lnTo>
                  <a:lnTo>
                    <a:pt x="4245077" y="2247874"/>
                  </a:lnTo>
                  <a:lnTo>
                    <a:pt x="4251317" y="2202768"/>
                  </a:lnTo>
                  <a:lnTo>
                    <a:pt x="4256452" y="2157351"/>
                  </a:lnTo>
                  <a:lnTo>
                    <a:pt x="4260468" y="2111636"/>
                  </a:lnTo>
                  <a:lnTo>
                    <a:pt x="4263352" y="2065634"/>
                  </a:lnTo>
                  <a:lnTo>
                    <a:pt x="4265093" y="2019357"/>
                  </a:lnTo>
                  <a:lnTo>
                    <a:pt x="4265676" y="1972818"/>
                  </a:lnTo>
                  <a:close/>
                </a:path>
              </a:pathLst>
            </a:custGeom>
            <a:ln w="91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914029" y="1551320"/>
              <a:ext cx="4065270" cy="677545"/>
            </a:xfrm>
            <a:custGeom>
              <a:avLst/>
              <a:gdLst/>
              <a:ahLst/>
              <a:cxnLst/>
              <a:rect l="l" t="t" r="r" b="b"/>
              <a:pathLst>
                <a:path w="4065270" h="677544">
                  <a:moveTo>
                    <a:pt x="125222" y="0"/>
                  </a:moveTo>
                  <a:lnTo>
                    <a:pt x="0" y="0"/>
                  </a:lnTo>
                  <a:lnTo>
                    <a:pt x="0" y="87630"/>
                  </a:lnTo>
                  <a:lnTo>
                    <a:pt x="0" y="112776"/>
                  </a:lnTo>
                  <a:lnTo>
                    <a:pt x="125222" y="112776"/>
                  </a:lnTo>
                  <a:lnTo>
                    <a:pt x="125222" y="87630"/>
                  </a:lnTo>
                  <a:lnTo>
                    <a:pt x="125222" y="0"/>
                  </a:lnTo>
                  <a:close/>
                </a:path>
                <a:path w="4065270" h="677544">
                  <a:moveTo>
                    <a:pt x="405130" y="0"/>
                  </a:moveTo>
                  <a:lnTo>
                    <a:pt x="254000" y="0"/>
                  </a:lnTo>
                  <a:lnTo>
                    <a:pt x="151130" y="0"/>
                  </a:lnTo>
                  <a:lnTo>
                    <a:pt x="151130" y="87630"/>
                  </a:lnTo>
                  <a:lnTo>
                    <a:pt x="151130" y="641604"/>
                  </a:lnTo>
                  <a:lnTo>
                    <a:pt x="151130" y="666750"/>
                  </a:lnTo>
                  <a:lnTo>
                    <a:pt x="254000" y="666750"/>
                  </a:lnTo>
                  <a:lnTo>
                    <a:pt x="254000" y="641604"/>
                  </a:lnTo>
                  <a:lnTo>
                    <a:pt x="254000" y="112776"/>
                  </a:lnTo>
                  <a:lnTo>
                    <a:pt x="405130" y="112776"/>
                  </a:lnTo>
                  <a:lnTo>
                    <a:pt x="405130" y="87630"/>
                  </a:lnTo>
                  <a:lnTo>
                    <a:pt x="405130" y="0"/>
                  </a:lnTo>
                  <a:close/>
                </a:path>
                <a:path w="4065270" h="677544">
                  <a:moveTo>
                    <a:pt x="786638" y="462534"/>
                  </a:moveTo>
                  <a:lnTo>
                    <a:pt x="785469" y="406641"/>
                  </a:lnTo>
                  <a:lnTo>
                    <a:pt x="780211" y="356908"/>
                  </a:lnTo>
                  <a:lnTo>
                    <a:pt x="770953" y="313245"/>
                  </a:lnTo>
                  <a:lnTo>
                    <a:pt x="757821" y="275577"/>
                  </a:lnTo>
                  <a:lnTo>
                    <a:pt x="715213" y="212826"/>
                  </a:lnTo>
                  <a:lnTo>
                    <a:pt x="689864" y="194246"/>
                  </a:lnTo>
                  <a:lnTo>
                    <a:pt x="689864" y="384048"/>
                  </a:lnTo>
                  <a:lnTo>
                    <a:pt x="543560" y="384048"/>
                  </a:lnTo>
                  <a:lnTo>
                    <a:pt x="548703" y="337083"/>
                  </a:lnTo>
                  <a:lnTo>
                    <a:pt x="564134" y="300990"/>
                  </a:lnTo>
                  <a:lnTo>
                    <a:pt x="601751" y="272376"/>
                  </a:lnTo>
                  <a:lnTo>
                    <a:pt x="616712" y="270510"/>
                  </a:lnTo>
                  <a:lnTo>
                    <a:pt x="631126" y="272351"/>
                  </a:lnTo>
                  <a:lnTo>
                    <a:pt x="667766" y="299466"/>
                  </a:lnTo>
                  <a:lnTo>
                    <a:pt x="683679" y="335470"/>
                  </a:lnTo>
                  <a:lnTo>
                    <a:pt x="689864" y="384048"/>
                  </a:lnTo>
                  <a:lnTo>
                    <a:pt x="689864" y="194246"/>
                  </a:lnTo>
                  <a:lnTo>
                    <a:pt x="685012" y="190690"/>
                  </a:lnTo>
                  <a:lnTo>
                    <a:pt x="650379" y="177393"/>
                  </a:lnTo>
                  <a:lnTo>
                    <a:pt x="611378" y="172974"/>
                  </a:lnTo>
                  <a:lnTo>
                    <a:pt x="575945" y="177241"/>
                  </a:lnTo>
                  <a:lnTo>
                    <a:pt x="515048" y="211226"/>
                  </a:lnTo>
                  <a:lnTo>
                    <a:pt x="489458" y="240792"/>
                  </a:lnTo>
                  <a:lnTo>
                    <a:pt x="468782" y="278231"/>
                  </a:lnTo>
                  <a:lnTo>
                    <a:pt x="453745" y="322033"/>
                  </a:lnTo>
                  <a:lnTo>
                    <a:pt x="444563" y="372262"/>
                  </a:lnTo>
                  <a:lnTo>
                    <a:pt x="441452" y="429006"/>
                  </a:lnTo>
                  <a:lnTo>
                    <a:pt x="443852" y="477024"/>
                  </a:lnTo>
                  <a:lnTo>
                    <a:pt x="450888" y="520636"/>
                  </a:lnTo>
                  <a:lnTo>
                    <a:pt x="462356" y="559943"/>
                  </a:lnTo>
                  <a:lnTo>
                    <a:pt x="478028" y="595122"/>
                  </a:lnTo>
                  <a:lnTo>
                    <a:pt x="504151" y="631444"/>
                  </a:lnTo>
                  <a:lnTo>
                    <a:pt x="536702" y="657123"/>
                  </a:lnTo>
                  <a:lnTo>
                    <a:pt x="575551" y="672376"/>
                  </a:lnTo>
                  <a:lnTo>
                    <a:pt x="620522" y="677418"/>
                  </a:lnTo>
                  <a:lnTo>
                    <a:pt x="649986" y="675233"/>
                  </a:lnTo>
                  <a:lnTo>
                    <a:pt x="700900" y="657161"/>
                  </a:lnTo>
                  <a:lnTo>
                    <a:pt x="741019" y="620522"/>
                  </a:lnTo>
                  <a:lnTo>
                    <a:pt x="770636" y="567321"/>
                  </a:lnTo>
                  <a:lnTo>
                    <a:pt x="781304" y="534162"/>
                  </a:lnTo>
                  <a:lnTo>
                    <a:pt x="732828" y="523773"/>
                  </a:lnTo>
                  <a:lnTo>
                    <a:pt x="708342" y="518401"/>
                  </a:lnTo>
                  <a:lnTo>
                    <a:pt x="683768" y="512826"/>
                  </a:lnTo>
                  <a:lnTo>
                    <a:pt x="679653" y="529831"/>
                  </a:lnTo>
                  <a:lnTo>
                    <a:pt x="674243" y="544347"/>
                  </a:lnTo>
                  <a:lnTo>
                    <a:pt x="643102" y="578167"/>
                  </a:lnTo>
                  <a:lnTo>
                    <a:pt x="622046" y="582168"/>
                  </a:lnTo>
                  <a:lnTo>
                    <a:pt x="605637" y="580263"/>
                  </a:lnTo>
                  <a:lnTo>
                    <a:pt x="565658" y="550164"/>
                  </a:lnTo>
                  <a:lnTo>
                    <a:pt x="548703" y="512635"/>
                  </a:lnTo>
                  <a:lnTo>
                    <a:pt x="542036" y="462534"/>
                  </a:lnTo>
                  <a:lnTo>
                    <a:pt x="543560" y="462534"/>
                  </a:lnTo>
                  <a:lnTo>
                    <a:pt x="689864" y="462534"/>
                  </a:lnTo>
                  <a:lnTo>
                    <a:pt x="786638" y="462534"/>
                  </a:lnTo>
                  <a:close/>
                </a:path>
                <a:path w="4065270" h="677544">
                  <a:moveTo>
                    <a:pt x="1204214" y="666750"/>
                  </a:moveTo>
                  <a:lnTo>
                    <a:pt x="1181887" y="624192"/>
                  </a:lnTo>
                  <a:lnTo>
                    <a:pt x="1159205" y="581825"/>
                  </a:lnTo>
                  <a:lnTo>
                    <a:pt x="1113345" y="497408"/>
                  </a:lnTo>
                  <a:lnTo>
                    <a:pt x="1067816" y="413004"/>
                  </a:lnTo>
                  <a:lnTo>
                    <a:pt x="1092669" y="366979"/>
                  </a:lnTo>
                  <a:lnTo>
                    <a:pt x="1167942" y="229654"/>
                  </a:lnTo>
                  <a:lnTo>
                    <a:pt x="1192784" y="183642"/>
                  </a:lnTo>
                  <a:lnTo>
                    <a:pt x="1078484" y="183642"/>
                  </a:lnTo>
                  <a:lnTo>
                    <a:pt x="1061224" y="217119"/>
                  </a:lnTo>
                  <a:lnTo>
                    <a:pt x="1026414" y="283502"/>
                  </a:lnTo>
                  <a:lnTo>
                    <a:pt x="1009142" y="316992"/>
                  </a:lnTo>
                  <a:lnTo>
                    <a:pt x="944372" y="183642"/>
                  </a:lnTo>
                  <a:lnTo>
                    <a:pt x="824738" y="183642"/>
                  </a:lnTo>
                  <a:lnTo>
                    <a:pt x="850125" y="230644"/>
                  </a:lnTo>
                  <a:lnTo>
                    <a:pt x="927379" y="371322"/>
                  </a:lnTo>
                  <a:lnTo>
                    <a:pt x="952754" y="418338"/>
                  </a:lnTo>
                  <a:lnTo>
                    <a:pt x="841298" y="625271"/>
                  </a:lnTo>
                  <a:lnTo>
                    <a:pt x="819404" y="666750"/>
                  </a:lnTo>
                  <a:lnTo>
                    <a:pt x="933704" y="666750"/>
                  </a:lnTo>
                  <a:lnTo>
                    <a:pt x="990612" y="554545"/>
                  </a:lnTo>
                  <a:lnTo>
                    <a:pt x="1009142" y="517398"/>
                  </a:lnTo>
                  <a:lnTo>
                    <a:pt x="1066050" y="629158"/>
                  </a:lnTo>
                  <a:lnTo>
                    <a:pt x="1084580" y="666750"/>
                  </a:lnTo>
                  <a:lnTo>
                    <a:pt x="1204214" y="666750"/>
                  </a:lnTo>
                  <a:close/>
                </a:path>
                <a:path w="4065270" h="677544">
                  <a:moveTo>
                    <a:pt x="1470660" y="360426"/>
                  </a:moveTo>
                  <a:lnTo>
                    <a:pt x="1356106" y="360426"/>
                  </a:lnTo>
                  <a:lnTo>
                    <a:pt x="1356106" y="183642"/>
                  </a:lnTo>
                  <a:lnTo>
                    <a:pt x="1258316" y="183642"/>
                  </a:lnTo>
                  <a:lnTo>
                    <a:pt x="1258316" y="641604"/>
                  </a:lnTo>
                  <a:lnTo>
                    <a:pt x="1258316" y="666750"/>
                  </a:lnTo>
                  <a:lnTo>
                    <a:pt x="1356106" y="666750"/>
                  </a:lnTo>
                  <a:lnTo>
                    <a:pt x="1356106" y="641604"/>
                  </a:lnTo>
                  <a:lnTo>
                    <a:pt x="1356106" y="464058"/>
                  </a:lnTo>
                  <a:lnTo>
                    <a:pt x="1470660" y="464058"/>
                  </a:lnTo>
                  <a:lnTo>
                    <a:pt x="1470660" y="438912"/>
                  </a:lnTo>
                  <a:lnTo>
                    <a:pt x="1470660" y="360426"/>
                  </a:lnTo>
                  <a:close/>
                </a:path>
                <a:path w="4065270" h="677544">
                  <a:moveTo>
                    <a:pt x="1593596" y="183642"/>
                  </a:moveTo>
                  <a:lnTo>
                    <a:pt x="1495806" y="183642"/>
                  </a:lnTo>
                  <a:lnTo>
                    <a:pt x="1495806" y="641604"/>
                  </a:lnTo>
                  <a:lnTo>
                    <a:pt x="1495806" y="666750"/>
                  </a:lnTo>
                  <a:lnTo>
                    <a:pt x="1593596" y="666750"/>
                  </a:lnTo>
                  <a:lnTo>
                    <a:pt x="1593596" y="641604"/>
                  </a:lnTo>
                  <a:lnTo>
                    <a:pt x="1593596" y="183642"/>
                  </a:lnTo>
                  <a:close/>
                </a:path>
                <a:path w="4065270" h="677544">
                  <a:moveTo>
                    <a:pt x="2050796" y="423672"/>
                  </a:moveTo>
                  <a:lnTo>
                    <a:pt x="2047379" y="372046"/>
                  </a:lnTo>
                  <a:lnTo>
                    <a:pt x="2037270" y="324891"/>
                  </a:lnTo>
                  <a:lnTo>
                    <a:pt x="2020582" y="282117"/>
                  </a:lnTo>
                  <a:lnTo>
                    <a:pt x="1997456" y="243840"/>
                  </a:lnTo>
                  <a:lnTo>
                    <a:pt x="1968728" y="212826"/>
                  </a:lnTo>
                  <a:lnTo>
                    <a:pt x="1950212" y="200228"/>
                  </a:lnTo>
                  <a:lnTo>
                    <a:pt x="1950212" y="424434"/>
                  </a:lnTo>
                  <a:lnTo>
                    <a:pt x="1948522" y="458736"/>
                  </a:lnTo>
                  <a:lnTo>
                    <a:pt x="1935429" y="514223"/>
                  </a:lnTo>
                  <a:lnTo>
                    <a:pt x="1910778" y="552246"/>
                  </a:lnTo>
                  <a:lnTo>
                    <a:pt x="1860296" y="573786"/>
                  </a:lnTo>
                  <a:lnTo>
                    <a:pt x="1842033" y="571360"/>
                  </a:lnTo>
                  <a:lnTo>
                    <a:pt x="1795526" y="535686"/>
                  </a:lnTo>
                  <a:lnTo>
                    <a:pt x="1776285" y="488721"/>
                  </a:lnTo>
                  <a:lnTo>
                    <a:pt x="1769618" y="425196"/>
                  </a:lnTo>
                  <a:lnTo>
                    <a:pt x="1771319" y="391655"/>
                  </a:lnTo>
                  <a:lnTo>
                    <a:pt x="1784426" y="336550"/>
                  </a:lnTo>
                  <a:lnTo>
                    <a:pt x="1809508" y="298577"/>
                  </a:lnTo>
                  <a:lnTo>
                    <a:pt x="1860296" y="277368"/>
                  </a:lnTo>
                  <a:lnTo>
                    <a:pt x="1878558" y="279666"/>
                  </a:lnTo>
                  <a:lnTo>
                    <a:pt x="1924304" y="315468"/>
                  </a:lnTo>
                  <a:lnTo>
                    <a:pt x="1943544" y="361657"/>
                  </a:lnTo>
                  <a:lnTo>
                    <a:pt x="1950212" y="424434"/>
                  </a:lnTo>
                  <a:lnTo>
                    <a:pt x="1950212" y="200228"/>
                  </a:lnTo>
                  <a:lnTo>
                    <a:pt x="1936216" y="190690"/>
                  </a:lnTo>
                  <a:lnTo>
                    <a:pt x="1899843" y="177393"/>
                  </a:lnTo>
                  <a:lnTo>
                    <a:pt x="1859534" y="172974"/>
                  </a:lnTo>
                  <a:lnTo>
                    <a:pt x="1833257" y="174853"/>
                  </a:lnTo>
                  <a:lnTo>
                    <a:pt x="1784413" y="190334"/>
                  </a:lnTo>
                  <a:lnTo>
                    <a:pt x="1741004" y="221932"/>
                  </a:lnTo>
                  <a:lnTo>
                    <a:pt x="1706714" y="267652"/>
                  </a:lnTo>
                  <a:lnTo>
                    <a:pt x="1683308" y="325640"/>
                  </a:lnTo>
                  <a:lnTo>
                    <a:pt x="1671345" y="387057"/>
                  </a:lnTo>
                  <a:lnTo>
                    <a:pt x="1669796" y="418338"/>
                  </a:lnTo>
                  <a:lnTo>
                    <a:pt x="1671345" y="458355"/>
                  </a:lnTo>
                  <a:lnTo>
                    <a:pt x="1683308" y="528701"/>
                  </a:lnTo>
                  <a:lnTo>
                    <a:pt x="1706854" y="586613"/>
                  </a:lnTo>
                  <a:lnTo>
                    <a:pt x="1742287" y="630669"/>
                  </a:lnTo>
                  <a:lnTo>
                    <a:pt x="1769618" y="650811"/>
                  </a:lnTo>
                  <a:lnTo>
                    <a:pt x="1787118" y="661022"/>
                  </a:lnTo>
                  <a:lnTo>
                    <a:pt x="1810867" y="670267"/>
                  </a:lnTo>
                  <a:lnTo>
                    <a:pt x="1835340" y="675665"/>
                  </a:lnTo>
                  <a:lnTo>
                    <a:pt x="1860296" y="677418"/>
                  </a:lnTo>
                  <a:lnTo>
                    <a:pt x="1899729" y="672973"/>
                  </a:lnTo>
                  <a:lnTo>
                    <a:pt x="1935645" y="659599"/>
                  </a:lnTo>
                  <a:lnTo>
                    <a:pt x="1950212" y="649516"/>
                  </a:lnTo>
                  <a:lnTo>
                    <a:pt x="1967992" y="637222"/>
                  </a:lnTo>
                  <a:lnTo>
                    <a:pt x="1996694" y="605790"/>
                  </a:lnTo>
                  <a:lnTo>
                    <a:pt x="2020265" y="567143"/>
                  </a:lnTo>
                  <a:lnTo>
                    <a:pt x="2037181" y="524154"/>
                  </a:lnTo>
                  <a:lnTo>
                    <a:pt x="2047379" y="476440"/>
                  </a:lnTo>
                  <a:lnTo>
                    <a:pt x="2050796" y="423672"/>
                  </a:lnTo>
                  <a:close/>
                </a:path>
                <a:path w="4065270" h="677544">
                  <a:moveTo>
                    <a:pt x="2480564" y="183642"/>
                  </a:moveTo>
                  <a:lnTo>
                    <a:pt x="2153666" y="183642"/>
                  </a:lnTo>
                  <a:lnTo>
                    <a:pt x="2153666" y="463296"/>
                  </a:lnTo>
                  <a:lnTo>
                    <a:pt x="2153386" y="498309"/>
                  </a:lnTo>
                  <a:lnTo>
                    <a:pt x="2151100" y="545477"/>
                  </a:lnTo>
                  <a:lnTo>
                    <a:pt x="2124710" y="575310"/>
                  </a:lnTo>
                  <a:lnTo>
                    <a:pt x="2119376" y="575310"/>
                  </a:lnTo>
                  <a:lnTo>
                    <a:pt x="2092706" y="573024"/>
                  </a:lnTo>
                  <a:lnTo>
                    <a:pt x="2085086" y="573024"/>
                  </a:lnTo>
                  <a:lnTo>
                    <a:pt x="2085086" y="666750"/>
                  </a:lnTo>
                  <a:lnTo>
                    <a:pt x="2103081" y="670306"/>
                  </a:lnTo>
                  <a:lnTo>
                    <a:pt x="2119287" y="672934"/>
                  </a:lnTo>
                  <a:lnTo>
                    <a:pt x="2133638" y="674560"/>
                  </a:lnTo>
                  <a:lnTo>
                    <a:pt x="2146046" y="675132"/>
                  </a:lnTo>
                  <a:lnTo>
                    <a:pt x="2164626" y="674420"/>
                  </a:lnTo>
                  <a:lnTo>
                    <a:pt x="2203196" y="664464"/>
                  </a:lnTo>
                  <a:lnTo>
                    <a:pt x="2228380" y="635850"/>
                  </a:lnTo>
                  <a:lnTo>
                    <a:pt x="2246630" y="574636"/>
                  </a:lnTo>
                  <a:lnTo>
                    <a:pt x="2250440" y="504444"/>
                  </a:lnTo>
                  <a:lnTo>
                    <a:pt x="2250440" y="287274"/>
                  </a:lnTo>
                  <a:lnTo>
                    <a:pt x="2383028" y="287274"/>
                  </a:lnTo>
                  <a:lnTo>
                    <a:pt x="2383028" y="666750"/>
                  </a:lnTo>
                  <a:lnTo>
                    <a:pt x="2480564" y="666750"/>
                  </a:lnTo>
                  <a:lnTo>
                    <a:pt x="2480564" y="183642"/>
                  </a:lnTo>
                  <a:close/>
                </a:path>
                <a:path w="4065270" h="677544">
                  <a:moveTo>
                    <a:pt x="2937764" y="423672"/>
                  </a:moveTo>
                  <a:lnTo>
                    <a:pt x="2934347" y="372046"/>
                  </a:lnTo>
                  <a:lnTo>
                    <a:pt x="2924238" y="324891"/>
                  </a:lnTo>
                  <a:lnTo>
                    <a:pt x="2907550" y="282117"/>
                  </a:lnTo>
                  <a:lnTo>
                    <a:pt x="2884424" y="243840"/>
                  </a:lnTo>
                  <a:lnTo>
                    <a:pt x="2856039" y="212826"/>
                  </a:lnTo>
                  <a:lnTo>
                    <a:pt x="2837180" y="199974"/>
                  </a:lnTo>
                  <a:lnTo>
                    <a:pt x="2837180" y="424434"/>
                  </a:lnTo>
                  <a:lnTo>
                    <a:pt x="2835605" y="458736"/>
                  </a:lnTo>
                  <a:lnTo>
                    <a:pt x="2822714" y="514223"/>
                  </a:lnTo>
                  <a:lnTo>
                    <a:pt x="2797746" y="552246"/>
                  </a:lnTo>
                  <a:lnTo>
                    <a:pt x="2747264" y="573786"/>
                  </a:lnTo>
                  <a:lnTo>
                    <a:pt x="2729014" y="571360"/>
                  </a:lnTo>
                  <a:lnTo>
                    <a:pt x="2683256" y="535686"/>
                  </a:lnTo>
                  <a:lnTo>
                    <a:pt x="2663736" y="488721"/>
                  </a:lnTo>
                  <a:lnTo>
                    <a:pt x="2657348" y="425196"/>
                  </a:lnTo>
                  <a:lnTo>
                    <a:pt x="2658935" y="391655"/>
                  </a:lnTo>
                  <a:lnTo>
                    <a:pt x="2671826" y="336575"/>
                  </a:lnTo>
                  <a:lnTo>
                    <a:pt x="2696794" y="298577"/>
                  </a:lnTo>
                  <a:lnTo>
                    <a:pt x="2747264" y="277368"/>
                  </a:lnTo>
                  <a:lnTo>
                    <a:pt x="2765526" y="279666"/>
                  </a:lnTo>
                  <a:lnTo>
                    <a:pt x="2811272" y="315468"/>
                  </a:lnTo>
                  <a:lnTo>
                    <a:pt x="2830804" y="361657"/>
                  </a:lnTo>
                  <a:lnTo>
                    <a:pt x="2837180" y="424434"/>
                  </a:lnTo>
                  <a:lnTo>
                    <a:pt x="2837180" y="199974"/>
                  </a:lnTo>
                  <a:lnTo>
                    <a:pt x="2823565" y="190690"/>
                  </a:lnTo>
                  <a:lnTo>
                    <a:pt x="2787243" y="177393"/>
                  </a:lnTo>
                  <a:lnTo>
                    <a:pt x="2747264" y="172974"/>
                  </a:lnTo>
                  <a:lnTo>
                    <a:pt x="2720556" y="174853"/>
                  </a:lnTo>
                  <a:lnTo>
                    <a:pt x="2671407" y="190322"/>
                  </a:lnTo>
                  <a:lnTo>
                    <a:pt x="2628303" y="221932"/>
                  </a:lnTo>
                  <a:lnTo>
                    <a:pt x="2594102" y="267652"/>
                  </a:lnTo>
                  <a:lnTo>
                    <a:pt x="2570594" y="325640"/>
                  </a:lnTo>
                  <a:lnTo>
                    <a:pt x="2558326" y="387057"/>
                  </a:lnTo>
                  <a:lnTo>
                    <a:pt x="2556764" y="418338"/>
                  </a:lnTo>
                  <a:lnTo>
                    <a:pt x="2558326" y="458355"/>
                  </a:lnTo>
                  <a:lnTo>
                    <a:pt x="2570594" y="528701"/>
                  </a:lnTo>
                  <a:lnTo>
                    <a:pt x="2594140" y="586613"/>
                  </a:lnTo>
                  <a:lnTo>
                    <a:pt x="2629268" y="630669"/>
                  </a:lnTo>
                  <a:lnTo>
                    <a:pt x="2657348" y="651205"/>
                  </a:lnTo>
                  <a:lnTo>
                    <a:pt x="2674416" y="661022"/>
                  </a:lnTo>
                  <a:lnTo>
                    <a:pt x="2698216" y="670267"/>
                  </a:lnTo>
                  <a:lnTo>
                    <a:pt x="2722727" y="675665"/>
                  </a:lnTo>
                  <a:lnTo>
                    <a:pt x="2748026" y="677418"/>
                  </a:lnTo>
                  <a:lnTo>
                    <a:pt x="2787116" y="672973"/>
                  </a:lnTo>
                  <a:lnTo>
                    <a:pt x="2822994" y="659599"/>
                  </a:lnTo>
                  <a:lnTo>
                    <a:pt x="2837180" y="649770"/>
                  </a:lnTo>
                  <a:lnTo>
                    <a:pt x="2855290" y="637222"/>
                  </a:lnTo>
                  <a:lnTo>
                    <a:pt x="2883662" y="605790"/>
                  </a:lnTo>
                  <a:lnTo>
                    <a:pt x="2907233" y="567143"/>
                  </a:lnTo>
                  <a:lnTo>
                    <a:pt x="2924149" y="524154"/>
                  </a:lnTo>
                  <a:lnTo>
                    <a:pt x="2934347" y="476440"/>
                  </a:lnTo>
                  <a:lnTo>
                    <a:pt x="2937764" y="423672"/>
                  </a:lnTo>
                  <a:close/>
                </a:path>
                <a:path w="4065270" h="677544">
                  <a:moveTo>
                    <a:pt x="3260344" y="183642"/>
                  </a:moveTo>
                  <a:lnTo>
                    <a:pt x="3107944" y="183642"/>
                  </a:lnTo>
                  <a:lnTo>
                    <a:pt x="3010154" y="183642"/>
                  </a:lnTo>
                  <a:lnTo>
                    <a:pt x="3010154" y="262128"/>
                  </a:lnTo>
                  <a:lnTo>
                    <a:pt x="3010154" y="641604"/>
                  </a:lnTo>
                  <a:lnTo>
                    <a:pt x="3010154" y="666750"/>
                  </a:lnTo>
                  <a:lnTo>
                    <a:pt x="3107944" y="666750"/>
                  </a:lnTo>
                  <a:lnTo>
                    <a:pt x="3107944" y="641604"/>
                  </a:lnTo>
                  <a:lnTo>
                    <a:pt x="3107944" y="287274"/>
                  </a:lnTo>
                  <a:lnTo>
                    <a:pt x="3260344" y="287274"/>
                  </a:lnTo>
                  <a:lnTo>
                    <a:pt x="3260344" y="262128"/>
                  </a:lnTo>
                  <a:lnTo>
                    <a:pt x="3260344" y="183642"/>
                  </a:lnTo>
                  <a:close/>
                </a:path>
                <a:path w="4065270" h="677544">
                  <a:moveTo>
                    <a:pt x="3648710" y="183642"/>
                  </a:moveTo>
                  <a:lnTo>
                    <a:pt x="3552698" y="183642"/>
                  </a:lnTo>
                  <a:lnTo>
                    <a:pt x="3531349" y="227266"/>
                  </a:lnTo>
                  <a:lnTo>
                    <a:pt x="3423666" y="443560"/>
                  </a:lnTo>
                  <a:lnTo>
                    <a:pt x="3402584" y="486918"/>
                  </a:lnTo>
                  <a:lnTo>
                    <a:pt x="3402584" y="183642"/>
                  </a:lnTo>
                  <a:lnTo>
                    <a:pt x="3308096" y="183642"/>
                  </a:lnTo>
                  <a:lnTo>
                    <a:pt x="3308096" y="666750"/>
                  </a:lnTo>
                  <a:lnTo>
                    <a:pt x="3402584" y="666750"/>
                  </a:lnTo>
                  <a:lnTo>
                    <a:pt x="3423983" y="622414"/>
                  </a:lnTo>
                  <a:lnTo>
                    <a:pt x="3445649" y="578231"/>
                  </a:lnTo>
                  <a:lnTo>
                    <a:pt x="3532835" y="402183"/>
                  </a:lnTo>
                  <a:lnTo>
                    <a:pt x="3554222" y="358140"/>
                  </a:lnTo>
                  <a:lnTo>
                    <a:pt x="3554222" y="666750"/>
                  </a:lnTo>
                  <a:lnTo>
                    <a:pt x="3648710" y="666750"/>
                  </a:lnTo>
                  <a:lnTo>
                    <a:pt x="3648710" y="183642"/>
                  </a:lnTo>
                  <a:close/>
                </a:path>
                <a:path w="4065270" h="677544">
                  <a:moveTo>
                    <a:pt x="4064762" y="183642"/>
                  </a:moveTo>
                  <a:lnTo>
                    <a:pt x="3967988" y="183692"/>
                  </a:lnTo>
                  <a:lnTo>
                    <a:pt x="3967988" y="265938"/>
                  </a:lnTo>
                  <a:lnTo>
                    <a:pt x="3967988" y="390144"/>
                  </a:lnTo>
                  <a:lnTo>
                    <a:pt x="3903980" y="390144"/>
                  </a:lnTo>
                  <a:lnTo>
                    <a:pt x="3885298" y="389267"/>
                  </a:lnTo>
                  <a:lnTo>
                    <a:pt x="3846068" y="375666"/>
                  </a:lnTo>
                  <a:lnTo>
                    <a:pt x="3828542" y="328422"/>
                  </a:lnTo>
                  <a:lnTo>
                    <a:pt x="3829431" y="312661"/>
                  </a:lnTo>
                  <a:lnTo>
                    <a:pt x="3853103" y="273964"/>
                  </a:lnTo>
                  <a:lnTo>
                    <a:pt x="3896842" y="265988"/>
                  </a:lnTo>
                  <a:lnTo>
                    <a:pt x="3967988" y="265938"/>
                  </a:lnTo>
                  <a:lnTo>
                    <a:pt x="3967988" y="183692"/>
                  </a:lnTo>
                  <a:lnTo>
                    <a:pt x="3869309" y="183743"/>
                  </a:lnTo>
                  <a:lnTo>
                    <a:pt x="3824351" y="186880"/>
                  </a:lnTo>
                  <a:lnTo>
                    <a:pt x="3776129" y="203288"/>
                  </a:lnTo>
                  <a:lnTo>
                    <a:pt x="3744722" y="241554"/>
                  </a:lnTo>
                  <a:lnTo>
                    <a:pt x="3732060" y="277837"/>
                  </a:lnTo>
                  <a:lnTo>
                    <a:pt x="3727958" y="321564"/>
                  </a:lnTo>
                  <a:lnTo>
                    <a:pt x="3729532" y="348983"/>
                  </a:lnTo>
                  <a:lnTo>
                    <a:pt x="3742105" y="396671"/>
                  </a:lnTo>
                  <a:lnTo>
                    <a:pt x="3766807" y="433527"/>
                  </a:lnTo>
                  <a:lnTo>
                    <a:pt x="3800475" y="454101"/>
                  </a:lnTo>
                  <a:lnTo>
                    <a:pt x="3820160" y="457962"/>
                  </a:lnTo>
                  <a:lnTo>
                    <a:pt x="3807307" y="465353"/>
                  </a:lnTo>
                  <a:lnTo>
                    <a:pt x="3793871" y="479386"/>
                  </a:lnTo>
                  <a:lnTo>
                    <a:pt x="3779875" y="499859"/>
                  </a:lnTo>
                  <a:lnTo>
                    <a:pt x="3765296" y="526542"/>
                  </a:lnTo>
                  <a:lnTo>
                    <a:pt x="3695954" y="666750"/>
                  </a:lnTo>
                  <a:lnTo>
                    <a:pt x="3809492" y="666750"/>
                  </a:lnTo>
                  <a:lnTo>
                    <a:pt x="3820160" y="644410"/>
                  </a:lnTo>
                  <a:lnTo>
                    <a:pt x="3828542" y="626897"/>
                  </a:lnTo>
                  <a:lnTo>
                    <a:pt x="3857828" y="565594"/>
                  </a:lnTo>
                  <a:lnTo>
                    <a:pt x="3873500" y="531876"/>
                  </a:lnTo>
                  <a:lnTo>
                    <a:pt x="3875786" y="528828"/>
                  </a:lnTo>
                  <a:lnTo>
                    <a:pt x="3877310" y="525018"/>
                  </a:lnTo>
                  <a:lnTo>
                    <a:pt x="3879596" y="521970"/>
                  </a:lnTo>
                  <a:lnTo>
                    <a:pt x="3888473" y="506260"/>
                  </a:lnTo>
                  <a:lnTo>
                    <a:pt x="3920807" y="472440"/>
                  </a:lnTo>
                  <a:lnTo>
                    <a:pt x="3958844" y="466344"/>
                  </a:lnTo>
                  <a:lnTo>
                    <a:pt x="3967988" y="466344"/>
                  </a:lnTo>
                  <a:lnTo>
                    <a:pt x="3967988" y="666750"/>
                  </a:lnTo>
                  <a:lnTo>
                    <a:pt x="4064762" y="666750"/>
                  </a:lnTo>
                  <a:lnTo>
                    <a:pt x="4064762" y="183642"/>
                  </a:lnTo>
                  <a:close/>
                </a:path>
              </a:pathLst>
            </a:custGeom>
            <a:solidFill>
              <a:srgbClr val="8686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888121" y="1526174"/>
              <a:ext cx="405130" cy="666750"/>
            </a:xfrm>
            <a:custGeom>
              <a:avLst/>
              <a:gdLst/>
              <a:ahLst/>
              <a:cxnLst/>
              <a:rect l="l" t="t" r="r" b="b"/>
              <a:pathLst>
                <a:path w="405130" h="666750">
                  <a:moveTo>
                    <a:pt x="405130" y="0"/>
                  </a:moveTo>
                  <a:lnTo>
                    <a:pt x="254000" y="0"/>
                  </a:lnTo>
                  <a:lnTo>
                    <a:pt x="151130" y="0"/>
                  </a:lnTo>
                  <a:lnTo>
                    <a:pt x="0" y="0"/>
                  </a:lnTo>
                  <a:lnTo>
                    <a:pt x="0" y="112776"/>
                  </a:lnTo>
                  <a:lnTo>
                    <a:pt x="151130" y="112776"/>
                  </a:lnTo>
                  <a:lnTo>
                    <a:pt x="151130" y="666750"/>
                  </a:lnTo>
                  <a:lnTo>
                    <a:pt x="254000" y="666750"/>
                  </a:lnTo>
                  <a:lnTo>
                    <a:pt x="254000" y="112776"/>
                  </a:lnTo>
                  <a:lnTo>
                    <a:pt x="405130" y="112776"/>
                  </a:lnTo>
                  <a:lnTo>
                    <a:pt x="405130" y="0"/>
                  </a:lnTo>
                  <a:close/>
                </a:path>
              </a:pathLst>
            </a:custGeom>
            <a:solidFill>
              <a:srgbClr val="003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888388" y="1526162"/>
              <a:ext cx="405130" cy="666750"/>
            </a:xfrm>
            <a:custGeom>
              <a:avLst/>
              <a:gdLst/>
              <a:ahLst/>
              <a:cxnLst/>
              <a:rect l="l" t="t" r="r" b="b"/>
              <a:pathLst>
                <a:path w="405130" h="666750">
                  <a:moveTo>
                    <a:pt x="150875" y="666750"/>
                  </a:moveTo>
                  <a:lnTo>
                    <a:pt x="150875" y="616268"/>
                  </a:lnTo>
                  <a:lnTo>
                    <a:pt x="150875" y="565821"/>
                  </a:lnTo>
                  <a:lnTo>
                    <a:pt x="150875" y="515405"/>
                  </a:lnTo>
                  <a:lnTo>
                    <a:pt x="150875" y="465016"/>
                  </a:lnTo>
                  <a:lnTo>
                    <a:pt x="150875" y="163068"/>
                  </a:lnTo>
                  <a:lnTo>
                    <a:pt x="150875" y="112776"/>
                  </a:lnTo>
                  <a:lnTo>
                    <a:pt x="113156" y="112776"/>
                  </a:lnTo>
                  <a:lnTo>
                    <a:pt x="75437" y="112776"/>
                  </a:lnTo>
                  <a:lnTo>
                    <a:pt x="37718" y="112776"/>
                  </a:lnTo>
                  <a:lnTo>
                    <a:pt x="0" y="112776"/>
                  </a:lnTo>
                  <a:lnTo>
                    <a:pt x="0" y="84653"/>
                  </a:lnTo>
                  <a:lnTo>
                    <a:pt x="0" y="56387"/>
                  </a:lnTo>
                  <a:lnTo>
                    <a:pt x="0" y="28122"/>
                  </a:lnTo>
                  <a:lnTo>
                    <a:pt x="0" y="0"/>
                  </a:lnTo>
                  <a:lnTo>
                    <a:pt x="50577" y="0"/>
                  </a:lnTo>
                  <a:lnTo>
                    <a:pt x="404621" y="0"/>
                  </a:lnTo>
                  <a:lnTo>
                    <a:pt x="404621" y="28122"/>
                  </a:lnTo>
                  <a:lnTo>
                    <a:pt x="404621" y="56387"/>
                  </a:lnTo>
                  <a:lnTo>
                    <a:pt x="404621" y="84653"/>
                  </a:lnTo>
                  <a:lnTo>
                    <a:pt x="404621" y="112776"/>
                  </a:lnTo>
                  <a:lnTo>
                    <a:pt x="366902" y="112776"/>
                  </a:lnTo>
                  <a:lnTo>
                    <a:pt x="329183" y="112776"/>
                  </a:lnTo>
                  <a:lnTo>
                    <a:pt x="291464" y="112776"/>
                  </a:lnTo>
                  <a:lnTo>
                    <a:pt x="253745" y="112776"/>
                  </a:lnTo>
                  <a:lnTo>
                    <a:pt x="253745" y="163068"/>
                  </a:lnTo>
                  <a:lnTo>
                    <a:pt x="253745" y="465016"/>
                  </a:lnTo>
                  <a:lnTo>
                    <a:pt x="253745" y="515405"/>
                  </a:lnTo>
                  <a:lnTo>
                    <a:pt x="253745" y="565821"/>
                  </a:lnTo>
                  <a:lnTo>
                    <a:pt x="253745" y="616268"/>
                  </a:lnTo>
                  <a:lnTo>
                    <a:pt x="253745" y="666750"/>
                  </a:lnTo>
                  <a:lnTo>
                    <a:pt x="228028" y="666750"/>
                  </a:lnTo>
                  <a:lnTo>
                    <a:pt x="202310" y="666750"/>
                  </a:lnTo>
                  <a:lnTo>
                    <a:pt x="176593" y="666750"/>
                  </a:lnTo>
                  <a:lnTo>
                    <a:pt x="150875" y="666750"/>
                  </a:lnTo>
                  <a:close/>
                </a:path>
              </a:pathLst>
            </a:custGeom>
            <a:ln w="91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330348" y="1699136"/>
              <a:ext cx="345440" cy="504825"/>
            </a:xfrm>
            <a:custGeom>
              <a:avLst/>
              <a:gdLst/>
              <a:ahLst/>
              <a:cxnLst/>
              <a:rect l="l" t="t" r="r" b="b"/>
              <a:pathLst>
                <a:path w="345439" h="504825">
                  <a:moveTo>
                    <a:pt x="345185" y="288797"/>
                  </a:moveTo>
                  <a:lnTo>
                    <a:pt x="344015" y="233287"/>
                  </a:lnTo>
                  <a:lnTo>
                    <a:pt x="338748" y="183776"/>
                  </a:lnTo>
                  <a:lnTo>
                    <a:pt x="329494" y="140226"/>
                  </a:lnTo>
                  <a:lnTo>
                    <a:pt x="316364" y="102601"/>
                  </a:lnTo>
                  <a:lnTo>
                    <a:pt x="273641" y="39540"/>
                  </a:lnTo>
                  <a:lnTo>
                    <a:pt x="208276" y="4321"/>
                  </a:lnTo>
                  <a:lnTo>
                    <a:pt x="169163" y="0"/>
                  </a:lnTo>
                  <a:lnTo>
                    <a:pt x="134159" y="4167"/>
                  </a:lnTo>
                  <a:lnTo>
                    <a:pt x="73580" y="37933"/>
                  </a:lnTo>
                  <a:lnTo>
                    <a:pt x="48005" y="67817"/>
                  </a:lnTo>
                  <a:lnTo>
                    <a:pt x="27324" y="105263"/>
                  </a:lnTo>
                  <a:lnTo>
                    <a:pt x="12287" y="149066"/>
                  </a:lnTo>
                  <a:lnTo>
                    <a:pt x="3107" y="199298"/>
                  </a:lnTo>
                  <a:lnTo>
                    <a:pt x="0" y="256031"/>
                  </a:lnTo>
                  <a:lnTo>
                    <a:pt x="2393" y="303740"/>
                  </a:lnTo>
                  <a:lnTo>
                    <a:pt x="9429" y="347376"/>
                  </a:lnTo>
                  <a:lnTo>
                    <a:pt x="20895" y="386869"/>
                  </a:lnTo>
                  <a:lnTo>
                    <a:pt x="36575" y="422147"/>
                  </a:lnTo>
                  <a:lnTo>
                    <a:pt x="62698" y="458473"/>
                  </a:lnTo>
                  <a:lnTo>
                    <a:pt x="95249" y="484155"/>
                  </a:lnTo>
                  <a:lnTo>
                    <a:pt x="100583" y="486250"/>
                  </a:lnTo>
                  <a:lnTo>
                    <a:pt x="100583" y="288797"/>
                  </a:lnTo>
                  <a:lnTo>
                    <a:pt x="102107" y="288797"/>
                  </a:lnTo>
                  <a:lnTo>
                    <a:pt x="102107" y="211073"/>
                  </a:lnTo>
                  <a:lnTo>
                    <a:pt x="106965" y="164115"/>
                  </a:lnTo>
                  <a:lnTo>
                    <a:pt x="122681" y="128015"/>
                  </a:lnTo>
                  <a:lnTo>
                    <a:pt x="159972" y="99405"/>
                  </a:lnTo>
                  <a:lnTo>
                    <a:pt x="175259" y="97535"/>
                  </a:lnTo>
                  <a:lnTo>
                    <a:pt x="189666" y="99274"/>
                  </a:lnTo>
                  <a:lnTo>
                    <a:pt x="226313" y="126491"/>
                  </a:lnTo>
                  <a:lnTo>
                    <a:pt x="242125" y="161924"/>
                  </a:lnTo>
                  <a:lnTo>
                    <a:pt x="247649" y="211073"/>
                  </a:lnTo>
                  <a:lnTo>
                    <a:pt x="247649" y="288797"/>
                  </a:lnTo>
                  <a:lnTo>
                    <a:pt x="345185" y="288797"/>
                  </a:lnTo>
                  <a:close/>
                </a:path>
                <a:path w="345439" h="504825">
                  <a:moveTo>
                    <a:pt x="339851" y="361187"/>
                  </a:moveTo>
                  <a:lnTo>
                    <a:pt x="315396" y="356032"/>
                  </a:lnTo>
                  <a:lnTo>
                    <a:pt x="291083" y="350805"/>
                  </a:lnTo>
                  <a:lnTo>
                    <a:pt x="266771" y="345436"/>
                  </a:lnTo>
                  <a:lnTo>
                    <a:pt x="242315" y="339851"/>
                  </a:lnTo>
                  <a:lnTo>
                    <a:pt x="237874" y="356854"/>
                  </a:lnTo>
                  <a:lnTo>
                    <a:pt x="218693" y="392429"/>
                  </a:lnTo>
                  <a:lnTo>
                    <a:pt x="179831" y="409193"/>
                  </a:lnTo>
                  <a:lnTo>
                    <a:pt x="163853" y="407193"/>
                  </a:lnTo>
                  <a:lnTo>
                    <a:pt x="124205" y="377189"/>
                  </a:lnTo>
                  <a:lnTo>
                    <a:pt x="106679" y="339280"/>
                  </a:lnTo>
                  <a:lnTo>
                    <a:pt x="100583" y="288797"/>
                  </a:lnTo>
                  <a:lnTo>
                    <a:pt x="100583" y="486250"/>
                  </a:lnTo>
                  <a:lnTo>
                    <a:pt x="134088" y="499407"/>
                  </a:lnTo>
                  <a:lnTo>
                    <a:pt x="179069" y="504443"/>
                  </a:lnTo>
                  <a:lnTo>
                    <a:pt x="208514" y="502157"/>
                  </a:lnTo>
                  <a:lnTo>
                    <a:pt x="259115" y="483869"/>
                  </a:lnTo>
                  <a:lnTo>
                    <a:pt x="299239" y="447555"/>
                  </a:lnTo>
                  <a:lnTo>
                    <a:pt x="329172" y="394358"/>
                  </a:lnTo>
                  <a:lnTo>
                    <a:pt x="339851" y="361187"/>
                  </a:lnTo>
                  <a:close/>
                </a:path>
                <a:path w="345439" h="504825">
                  <a:moveTo>
                    <a:pt x="247649" y="288797"/>
                  </a:moveTo>
                  <a:lnTo>
                    <a:pt x="247649" y="211073"/>
                  </a:lnTo>
                  <a:lnTo>
                    <a:pt x="102107" y="211073"/>
                  </a:lnTo>
                  <a:lnTo>
                    <a:pt x="102107" y="288797"/>
                  </a:lnTo>
                  <a:lnTo>
                    <a:pt x="247649" y="288797"/>
                  </a:lnTo>
                  <a:close/>
                </a:path>
              </a:pathLst>
            </a:custGeom>
            <a:solidFill>
              <a:srgbClr val="003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2330348" y="1699136"/>
              <a:ext cx="345440" cy="504825"/>
            </a:xfrm>
            <a:custGeom>
              <a:avLst/>
              <a:gdLst/>
              <a:ahLst/>
              <a:cxnLst/>
              <a:rect l="l" t="t" r="r" b="b"/>
              <a:pathLst>
                <a:path w="345439" h="504825">
                  <a:moveTo>
                    <a:pt x="242315" y="339851"/>
                  </a:moveTo>
                  <a:lnTo>
                    <a:pt x="266771" y="345436"/>
                  </a:lnTo>
                  <a:lnTo>
                    <a:pt x="291083" y="350805"/>
                  </a:lnTo>
                  <a:lnTo>
                    <a:pt x="315396" y="356032"/>
                  </a:lnTo>
                  <a:lnTo>
                    <a:pt x="339851" y="361187"/>
                  </a:lnTo>
                  <a:lnTo>
                    <a:pt x="329172" y="394358"/>
                  </a:lnTo>
                  <a:lnTo>
                    <a:pt x="299239" y="447555"/>
                  </a:lnTo>
                  <a:lnTo>
                    <a:pt x="259115" y="483869"/>
                  </a:lnTo>
                  <a:lnTo>
                    <a:pt x="208514" y="502157"/>
                  </a:lnTo>
                  <a:lnTo>
                    <a:pt x="179069" y="504443"/>
                  </a:lnTo>
                  <a:lnTo>
                    <a:pt x="134088" y="499407"/>
                  </a:lnTo>
                  <a:lnTo>
                    <a:pt x="95249" y="484155"/>
                  </a:lnTo>
                  <a:lnTo>
                    <a:pt x="62698" y="458473"/>
                  </a:lnTo>
                  <a:lnTo>
                    <a:pt x="36575" y="422147"/>
                  </a:lnTo>
                  <a:lnTo>
                    <a:pt x="20895" y="386869"/>
                  </a:lnTo>
                  <a:lnTo>
                    <a:pt x="9429" y="347376"/>
                  </a:lnTo>
                  <a:lnTo>
                    <a:pt x="2393" y="303740"/>
                  </a:lnTo>
                  <a:lnTo>
                    <a:pt x="0" y="256031"/>
                  </a:lnTo>
                  <a:lnTo>
                    <a:pt x="3107" y="199298"/>
                  </a:lnTo>
                  <a:lnTo>
                    <a:pt x="12287" y="149066"/>
                  </a:lnTo>
                  <a:lnTo>
                    <a:pt x="27324" y="105263"/>
                  </a:lnTo>
                  <a:lnTo>
                    <a:pt x="48005" y="67817"/>
                  </a:lnTo>
                  <a:lnTo>
                    <a:pt x="73580" y="37933"/>
                  </a:lnTo>
                  <a:lnTo>
                    <a:pt x="134159" y="4167"/>
                  </a:lnTo>
                  <a:lnTo>
                    <a:pt x="169163" y="0"/>
                  </a:lnTo>
                  <a:lnTo>
                    <a:pt x="208276" y="4321"/>
                  </a:lnTo>
                  <a:lnTo>
                    <a:pt x="273641" y="39540"/>
                  </a:lnTo>
                  <a:lnTo>
                    <a:pt x="299465" y="70865"/>
                  </a:lnTo>
                  <a:lnTo>
                    <a:pt x="329494" y="140226"/>
                  </a:lnTo>
                  <a:lnTo>
                    <a:pt x="338748" y="183776"/>
                  </a:lnTo>
                  <a:lnTo>
                    <a:pt x="344015" y="233287"/>
                  </a:lnTo>
                  <a:lnTo>
                    <a:pt x="345185" y="288797"/>
                  </a:lnTo>
                  <a:lnTo>
                    <a:pt x="296265" y="288797"/>
                  </a:lnTo>
                  <a:lnTo>
                    <a:pt x="247345" y="288797"/>
                  </a:lnTo>
                  <a:lnTo>
                    <a:pt x="198424" y="288797"/>
                  </a:lnTo>
                  <a:lnTo>
                    <a:pt x="149504" y="288797"/>
                  </a:lnTo>
                  <a:lnTo>
                    <a:pt x="100583" y="288797"/>
                  </a:lnTo>
                  <a:lnTo>
                    <a:pt x="102131" y="315682"/>
                  </a:lnTo>
                  <a:lnTo>
                    <a:pt x="114085" y="359735"/>
                  </a:lnTo>
                  <a:lnTo>
                    <a:pt x="135897" y="391191"/>
                  </a:lnTo>
                  <a:lnTo>
                    <a:pt x="179831" y="409193"/>
                  </a:lnTo>
                  <a:lnTo>
                    <a:pt x="191261" y="408181"/>
                  </a:lnTo>
                  <a:lnTo>
                    <a:pt x="226135" y="383143"/>
                  </a:lnTo>
                  <a:lnTo>
                    <a:pt x="237874" y="356854"/>
                  </a:lnTo>
                  <a:lnTo>
                    <a:pt x="242315" y="339851"/>
                  </a:lnTo>
                  <a:close/>
                </a:path>
              </a:pathLst>
            </a:custGeom>
            <a:ln w="91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27884" y="1792100"/>
              <a:ext cx="154686" cy="122682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2708300" y="1709804"/>
              <a:ext cx="384810" cy="483234"/>
            </a:xfrm>
            <a:custGeom>
              <a:avLst/>
              <a:gdLst/>
              <a:ahLst/>
              <a:cxnLst/>
              <a:rect l="l" t="t" r="r" b="b"/>
              <a:pathLst>
                <a:path w="384810" h="483235">
                  <a:moveTo>
                    <a:pt x="384810" y="483108"/>
                  </a:moveTo>
                  <a:lnTo>
                    <a:pt x="362218" y="440548"/>
                  </a:lnTo>
                  <a:lnTo>
                    <a:pt x="293765" y="313548"/>
                  </a:lnTo>
                  <a:lnTo>
                    <a:pt x="248411" y="228600"/>
                  </a:lnTo>
                  <a:lnTo>
                    <a:pt x="273259" y="182953"/>
                  </a:lnTo>
                  <a:lnTo>
                    <a:pt x="348532" y="46012"/>
                  </a:lnTo>
                  <a:lnTo>
                    <a:pt x="373379" y="0"/>
                  </a:lnTo>
                  <a:lnTo>
                    <a:pt x="259079" y="0"/>
                  </a:lnTo>
                  <a:lnTo>
                    <a:pt x="189737" y="132588"/>
                  </a:lnTo>
                  <a:lnTo>
                    <a:pt x="173605" y="99441"/>
                  </a:lnTo>
                  <a:lnTo>
                    <a:pt x="124205" y="0"/>
                  </a:lnTo>
                  <a:lnTo>
                    <a:pt x="5333" y="0"/>
                  </a:lnTo>
                  <a:lnTo>
                    <a:pt x="30638" y="46933"/>
                  </a:lnTo>
                  <a:lnTo>
                    <a:pt x="107283" y="187000"/>
                  </a:lnTo>
                  <a:lnTo>
                    <a:pt x="132587" y="233934"/>
                  </a:lnTo>
                  <a:lnTo>
                    <a:pt x="110701" y="275674"/>
                  </a:lnTo>
                  <a:lnTo>
                    <a:pt x="21886" y="441367"/>
                  </a:lnTo>
                  <a:lnTo>
                    <a:pt x="0" y="483108"/>
                  </a:lnTo>
                  <a:lnTo>
                    <a:pt x="114300" y="483108"/>
                  </a:lnTo>
                  <a:lnTo>
                    <a:pt x="132945" y="445508"/>
                  </a:lnTo>
                  <a:lnTo>
                    <a:pt x="171092" y="370593"/>
                  </a:lnTo>
                  <a:lnTo>
                    <a:pt x="189738" y="332994"/>
                  </a:lnTo>
                  <a:lnTo>
                    <a:pt x="208276" y="370593"/>
                  </a:lnTo>
                  <a:lnTo>
                    <a:pt x="265176" y="483108"/>
                  </a:lnTo>
                  <a:lnTo>
                    <a:pt x="384810" y="483108"/>
                  </a:lnTo>
                  <a:close/>
                </a:path>
              </a:pathLst>
            </a:custGeom>
            <a:solidFill>
              <a:srgbClr val="003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708300" y="1709804"/>
              <a:ext cx="384810" cy="483234"/>
            </a:xfrm>
            <a:custGeom>
              <a:avLst/>
              <a:gdLst/>
              <a:ahLst/>
              <a:cxnLst/>
              <a:rect l="l" t="t" r="r" b="b"/>
              <a:pathLst>
                <a:path w="384810" h="483235">
                  <a:moveTo>
                    <a:pt x="0" y="483108"/>
                  </a:moveTo>
                  <a:lnTo>
                    <a:pt x="21886" y="441367"/>
                  </a:lnTo>
                  <a:lnTo>
                    <a:pt x="44026" y="399880"/>
                  </a:lnTo>
                  <a:lnTo>
                    <a:pt x="66293" y="358521"/>
                  </a:lnTo>
                  <a:lnTo>
                    <a:pt x="88561" y="317161"/>
                  </a:lnTo>
                  <a:lnTo>
                    <a:pt x="110701" y="275674"/>
                  </a:lnTo>
                  <a:lnTo>
                    <a:pt x="132587" y="233934"/>
                  </a:lnTo>
                  <a:lnTo>
                    <a:pt x="107283" y="187000"/>
                  </a:lnTo>
                  <a:lnTo>
                    <a:pt x="81759" y="140287"/>
                  </a:lnTo>
                  <a:lnTo>
                    <a:pt x="56162" y="93646"/>
                  </a:lnTo>
                  <a:lnTo>
                    <a:pt x="30638" y="46933"/>
                  </a:lnTo>
                  <a:lnTo>
                    <a:pt x="5333" y="0"/>
                  </a:lnTo>
                  <a:lnTo>
                    <a:pt x="35051" y="0"/>
                  </a:lnTo>
                  <a:lnTo>
                    <a:pt x="64769" y="0"/>
                  </a:lnTo>
                  <a:lnTo>
                    <a:pt x="94487" y="0"/>
                  </a:lnTo>
                  <a:lnTo>
                    <a:pt x="124205" y="0"/>
                  </a:lnTo>
                  <a:lnTo>
                    <a:pt x="140767" y="33147"/>
                  </a:lnTo>
                  <a:lnTo>
                    <a:pt x="157257" y="66294"/>
                  </a:lnTo>
                  <a:lnTo>
                    <a:pt x="173605" y="99441"/>
                  </a:lnTo>
                  <a:lnTo>
                    <a:pt x="189737" y="132588"/>
                  </a:lnTo>
                  <a:lnTo>
                    <a:pt x="207002" y="99441"/>
                  </a:lnTo>
                  <a:lnTo>
                    <a:pt x="224408" y="66294"/>
                  </a:lnTo>
                  <a:lnTo>
                    <a:pt x="241815" y="33147"/>
                  </a:lnTo>
                  <a:lnTo>
                    <a:pt x="259079" y="0"/>
                  </a:lnTo>
                  <a:lnTo>
                    <a:pt x="287654" y="0"/>
                  </a:lnTo>
                  <a:lnTo>
                    <a:pt x="316229" y="0"/>
                  </a:lnTo>
                  <a:lnTo>
                    <a:pt x="344804" y="0"/>
                  </a:lnTo>
                  <a:lnTo>
                    <a:pt x="373379" y="0"/>
                  </a:lnTo>
                  <a:lnTo>
                    <a:pt x="348532" y="46012"/>
                  </a:lnTo>
                  <a:lnTo>
                    <a:pt x="323465" y="91769"/>
                  </a:lnTo>
                  <a:lnTo>
                    <a:pt x="298326" y="137379"/>
                  </a:lnTo>
                  <a:lnTo>
                    <a:pt x="273259" y="182953"/>
                  </a:lnTo>
                  <a:lnTo>
                    <a:pt x="248411" y="228600"/>
                  </a:lnTo>
                  <a:lnTo>
                    <a:pt x="271003" y="271159"/>
                  </a:lnTo>
                  <a:lnTo>
                    <a:pt x="293765" y="313548"/>
                  </a:lnTo>
                  <a:lnTo>
                    <a:pt x="316611" y="355854"/>
                  </a:lnTo>
                  <a:lnTo>
                    <a:pt x="339456" y="398159"/>
                  </a:lnTo>
                  <a:lnTo>
                    <a:pt x="362218" y="440548"/>
                  </a:lnTo>
                  <a:lnTo>
                    <a:pt x="384810" y="483108"/>
                  </a:lnTo>
                  <a:lnTo>
                    <a:pt x="354972" y="483108"/>
                  </a:lnTo>
                  <a:lnTo>
                    <a:pt x="324993" y="483108"/>
                  </a:lnTo>
                  <a:lnTo>
                    <a:pt x="295013" y="483108"/>
                  </a:lnTo>
                  <a:lnTo>
                    <a:pt x="265176" y="483108"/>
                  </a:lnTo>
                  <a:lnTo>
                    <a:pt x="246209" y="445508"/>
                  </a:lnTo>
                  <a:lnTo>
                    <a:pt x="227171" y="408051"/>
                  </a:lnTo>
                  <a:lnTo>
                    <a:pt x="208276" y="370593"/>
                  </a:lnTo>
                  <a:lnTo>
                    <a:pt x="189738" y="332994"/>
                  </a:lnTo>
                  <a:lnTo>
                    <a:pt x="171092" y="370593"/>
                  </a:lnTo>
                  <a:lnTo>
                    <a:pt x="152019" y="408051"/>
                  </a:lnTo>
                  <a:lnTo>
                    <a:pt x="132945" y="445508"/>
                  </a:lnTo>
                  <a:lnTo>
                    <a:pt x="114300" y="483108"/>
                  </a:lnTo>
                  <a:lnTo>
                    <a:pt x="85725" y="483108"/>
                  </a:lnTo>
                  <a:lnTo>
                    <a:pt x="57150" y="483108"/>
                  </a:lnTo>
                  <a:lnTo>
                    <a:pt x="28575" y="483108"/>
                  </a:lnTo>
                  <a:lnTo>
                    <a:pt x="0" y="483108"/>
                  </a:lnTo>
                  <a:close/>
                </a:path>
              </a:pathLst>
            </a:custGeom>
            <a:ln w="91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147199" y="1709816"/>
              <a:ext cx="335280" cy="483234"/>
            </a:xfrm>
            <a:custGeom>
              <a:avLst/>
              <a:gdLst/>
              <a:ahLst/>
              <a:cxnLst/>
              <a:rect l="l" t="t" r="r" b="b"/>
              <a:pathLst>
                <a:path w="335279" h="483235">
                  <a:moveTo>
                    <a:pt x="335280" y="0"/>
                  </a:moveTo>
                  <a:lnTo>
                    <a:pt x="237490" y="0"/>
                  </a:lnTo>
                  <a:lnTo>
                    <a:pt x="237490" y="176784"/>
                  </a:lnTo>
                  <a:lnTo>
                    <a:pt x="97790" y="176784"/>
                  </a:lnTo>
                  <a:lnTo>
                    <a:pt x="97790" y="0"/>
                  </a:lnTo>
                  <a:lnTo>
                    <a:pt x="0" y="0"/>
                  </a:lnTo>
                  <a:lnTo>
                    <a:pt x="0" y="483108"/>
                  </a:lnTo>
                  <a:lnTo>
                    <a:pt x="97790" y="483108"/>
                  </a:lnTo>
                  <a:lnTo>
                    <a:pt x="97790" y="280416"/>
                  </a:lnTo>
                  <a:lnTo>
                    <a:pt x="237490" y="280416"/>
                  </a:lnTo>
                  <a:lnTo>
                    <a:pt x="237490" y="483108"/>
                  </a:lnTo>
                  <a:lnTo>
                    <a:pt x="335280" y="483108"/>
                  </a:lnTo>
                  <a:lnTo>
                    <a:pt x="335280" y="0"/>
                  </a:lnTo>
                  <a:close/>
                </a:path>
              </a:pathLst>
            </a:custGeom>
            <a:solidFill>
              <a:srgbClr val="003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147212" y="1709804"/>
              <a:ext cx="335280" cy="483234"/>
            </a:xfrm>
            <a:custGeom>
              <a:avLst/>
              <a:gdLst/>
              <a:ahLst/>
              <a:cxnLst/>
              <a:rect l="l" t="t" r="r" b="b"/>
              <a:pathLst>
                <a:path w="335279" h="483235">
                  <a:moveTo>
                    <a:pt x="0" y="0"/>
                  </a:moveTo>
                  <a:lnTo>
                    <a:pt x="24455" y="0"/>
                  </a:lnTo>
                  <a:lnTo>
                    <a:pt x="48768" y="0"/>
                  </a:lnTo>
                  <a:lnTo>
                    <a:pt x="73080" y="0"/>
                  </a:lnTo>
                  <a:lnTo>
                    <a:pt x="97536" y="0"/>
                  </a:lnTo>
                  <a:lnTo>
                    <a:pt x="97536" y="44124"/>
                  </a:lnTo>
                  <a:lnTo>
                    <a:pt x="97536" y="88391"/>
                  </a:lnTo>
                  <a:lnTo>
                    <a:pt x="97536" y="132659"/>
                  </a:lnTo>
                  <a:lnTo>
                    <a:pt x="97536" y="176784"/>
                  </a:lnTo>
                  <a:lnTo>
                    <a:pt x="132397" y="176784"/>
                  </a:lnTo>
                  <a:lnTo>
                    <a:pt x="167259" y="176784"/>
                  </a:lnTo>
                  <a:lnTo>
                    <a:pt x="202120" y="176783"/>
                  </a:lnTo>
                  <a:lnTo>
                    <a:pt x="236982" y="176783"/>
                  </a:lnTo>
                  <a:lnTo>
                    <a:pt x="236982" y="132659"/>
                  </a:lnTo>
                  <a:lnTo>
                    <a:pt x="236982" y="88391"/>
                  </a:lnTo>
                  <a:lnTo>
                    <a:pt x="236982" y="44124"/>
                  </a:lnTo>
                  <a:lnTo>
                    <a:pt x="236982" y="0"/>
                  </a:lnTo>
                  <a:lnTo>
                    <a:pt x="261556" y="0"/>
                  </a:lnTo>
                  <a:lnTo>
                    <a:pt x="286130" y="0"/>
                  </a:lnTo>
                  <a:lnTo>
                    <a:pt x="310705" y="0"/>
                  </a:lnTo>
                  <a:lnTo>
                    <a:pt x="335280" y="0"/>
                  </a:lnTo>
                  <a:lnTo>
                    <a:pt x="335280" y="338239"/>
                  </a:lnTo>
                  <a:lnTo>
                    <a:pt x="335280" y="386559"/>
                  </a:lnTo>
                  <a:lnTo>
                    <a:pt x="335280" y="434852"/>
                  </a:lnTo>
                  <a:lnTo>
                    <a:pt x="335280" y="483108"/>
                  </a:lnTo>
                  <a:lnTo>
                    <a:pt x="310705" y="483108"/>
                  </a:lnTo>
                  <a:lnTo>
                    <a:pt x="286131" y="483108"/>
                  </a:lnTo>
                  <a:lnTo>
                    <a:pt x="261556" y="483108"/>
                  </a:lnTo>
                  <a:lnTo>
                    <a:pt x="236982" y="483108"/>
                  </a:lnTo>
                  <a:lnTo>
                    <a:pt x="236982" y="432256"/>
                  </a:lnTo>
                  <a:lnTo>
                    <a:pt x="236982" y="381476"/>
                  </a:lnTo>
                  <a:lnTo>
                    <a:pt x="236982" y="330838"/>
                  </a:lnTo>
                  <a:lnTo>
                    <a:pt x="236982" y="280416"/>
                  </a:lnTo>
                  <a:lnTo>
                    <a:pt x="202120" y="280416"/>
                  </a:lnTo>
                  <a:lnTo>
                    <a:pt x="167259" y="280416"/>
                  </a:lnTo>
                  <a:lnTo>
                    <a:pt x="132397" y="280416"/>
                  </a:lnTo>
                  <a:lnTo>
                    <a:pt x="97536" y="280416"/>
                  </a:lnTo>
                  <a:lnTo>
                    <a:pt x="97536" y="330838"/>
                  </a:lnTo>
                  <a:lnTo>
                    <a:pt x="97536" y="381476"/>
                  </a:lnTo>
                  <a:lnTo>
                    <a:pt x="97536" y="432256"/>
                  </a:lnTo>
                  <a:lnTo>
                    <a:pt x="97536" y="483108"/>
                  </a:lnTo>
                  <a:lnTo>
                    <a:pt x="73080" y="483108"/>
                  </a:lnTo>
                  <a:lnTo>
                    <a:pt x="48768" y="483108"/>
                  </a:lnTo>
                  <a:lnTo>
                    <a:pt x="24455" y="483108"/>
                  </a:lnTo>
                  <a:lnTo>
                    <a:pt x="0" y="483108"/>
                  </a:lnTo>
                  <a:lnTo>
                    <a:pt x="0" y="434852"/>
                  </a:lnTo>
                  <a:lnTo>
                    <a:pt x="0" y="386559"/>
                  </a:lnTo>
                  <a:lnTo>
                    <a:pt x="0" y="338239"/>
                  </a:lnTo>
                  <a:lnTo>
                    <a:pt x="0" y="289901"/>
                  </a:lnTo>
                  <a:lnTo>
                    <a:pt x="0" y="241553"/>
                  </a:lnTo>
                  <a:lnTo>
                    <a:pt x="0" y="193206"/>
                  </a:lnTo>
                  <a:lnTo>
                    <a:pt x="0" y="144868"/>
                  </a:lnTo>
                  <a:lnTo>
                    <a:pt x="0" y="96548"/>
                  </a:lnTo>
                  <a:lnTo>
                    <a:pt x="0" y="48255"/>
                  </a:lnTo>
                  <a:lnTo>
                    <a:pt x="0" y="0"/>
                  </a:lnTo>
                  <a:close/>
                </a:path>
              </a:pathLst>
            </a:custGeom>
            <a:ln w="91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558692" y="1699136"/>
              <a:ext cx="381000" cy="504825"/>
            </a:xfrm>
            <a:custGeom>
              <a:avLst/>
              <a:gdLst/>
              <a:ahLst/>
              <a:cxnLst/>
              <a:rect l="l" t="t" r="r" b="b"/>
              <a:pathLst>
                <a:path w="381000" h="504825">
                  <a:moveTo>
                    <a:pt x="381000" y="250697"/>
                  </a:moveTo>
                  <a:lnTo>
                    <a:pt x="377582" y="198810"/>
                  </a:lnTo>
                  <a:lnTo>
                    <a:pt x="367379" y="151637"/>
                  </a:lnTo>
                  <a:lnTo>
                    <a:pt x="350460" y="109037"/>
                  </a:lnTo>
                  <a:lnTo>
                    <a:pt x="326898" y="70865"/>
                  </a:lnTo>
                  <a:lnTo>
                    <a:pt x="298501" y="39540"/>
                  </a:lnTo>
                  <a:lnTo>
                    <a:pt x="266033" y="17430"/>
                  </a:lnTo>
                  <a:lnTo>
                    <a:pt x="229707" y="4321"/>
                  </a:lnTo>
                  <a:lnTo>
                    <a:pt x="189737" y="0"/>
                  </a:lnTo>
                  <a:lnTo>
                    <a:pt x="163341" y="1881"/>
                  </a:lnTo>
                  <a:lnTo>
                    <a:pt x="113978" y="17359"/>
                  </a:lnTo>
                  <a:lnTo>
                    <a:pt x="70877" y="48839"/>
                  </a:lnTo>
                  <a:lnTo>
                    <a:pt x="36897" y="94035"/>
                  </a:lnTo>
                  <a:lnTo>
                    <a:pt x="13180" y="151923"/>
                  </a:lnTo>
                  <a:lnTo>
                    <a:pt x="1440" y="213645"/>
                  </a:lnTo>
                  <a:lnTo>
                    <a:pt x="0" y="245363"/>
                  </a:lnTo>
                  <a:lnTo>
                    <a:pt x="1440" y="285392"/>
                  </a:lnTo>
                  <a:lnTo>
                    <a:pt x="13180" y="355734"/>
                  </a:lnTo>
                  <a:lnTo>
                    <a:pt x="37040" y="413646"/>
                  </a:lnTo>
                  <a:lnTo>
                    <a:pt x="72163" y="457700"/>
                  </a:lnTo>
                  <a:lnTo>
                    <a:pt x="99822" y="478132"/>
                  </a:lnTo>
                  <a:lnTo>
                    <a:pt x="99822" y="252221"/>
                  </a:lnTo>
                  <a:lnTo>
                    <a:pt x="101512" y="218348"/>
                  </a:lnTo>
                  <a:lnTo>
                    <a:pt x="114609" y="163175"/>
                  </a:lnTo>
                  <a:lnTo>
                    <a:pt x="139600" y="125170"/>
                  </a:lnTo>
                  <a:lnTo>
                    <a:pt x="190500" y="103631"/>
                  </a:lnTo>
                  <a:lnTo>
                    <a:pt x="208645" y="106048"/>
                  </a:lnTo>
                  <a:lnTo>
                    <a:pt x="254508" y="141731"/>
                  </a:lnTo>
                  <a:lnTo>
                    <a:pt x="273748" y="188594"/>
                  </a:lnTo>
                  <a:lnTo>
                    <a:pt x="280416" y="251459"/>
                  </a:lnTo>
                  <a:lnTo>
                    <a:pt x="280416" y="476356"/>
                  </a:lnTo>
                  <a:lnTo>
                    <a:pt x="298192" y="463938"/>
                  </a:lnTo>
                  <a:lnTo>
                    <a:pt x="326898" y="432053"/>
                  </a:lnTo>
                  <a:lnTo>
                    <a:pt x="350139" y="393751"/>
                  </a:lnTo>
                  <a:lnTo>
                    <a:pt x="367093" y="350805"/>
                  </a:lnTo>
                  <a:lnTo>
                    <a:pt x="377475" y="303145"/>
                  </a:lnTo>
                  <a:lnTo>
                    <a:pt x="381000" y="250697"/>
                  </a:lnTo>
                  <a:close/>
                </a:path>
                <a:path w="381000" h="504825">
                  <a:moveTo>
                    <a:pt x="280416" y="476356"/>
                  </a:moveTo>
                  <a:lnTo>
                    <a:pt x="280416" y="251459"/>
                  </a:lnTo>
                  <a:lnTo>
                    <a:pt x="278725" y="285761"/>
                  </a:lnTo>
                  <a:lnTo>
                    <a:pt x="273748" y="315563"/>
                  </a:lnTo>
                  <a:lnTo>
                    <a:pt x="254508" y="361949"/>
                  </a:lnTo>
                  <a:lnTo>
                    <a:pt x="225361" y="390715"/>
                  </a:lnTo>
                  <a:lnTo>
                    <a:pt x="190500" y="400049"/>
                  </a:lnTo>
                  <a:lnTo>
                    <a:pt x="171914" y="397740"/>
                  </a:lnTo>
                  <a:lnTo>
                    <a:pt x="125730" y="361949"/>
                  </a:lnTo>
                  <a:lnTo>
                    <a:pt x="106489" y="315658"/>
                  </a:lnTo>
                  <a:lnTo>
                    <a:pt x="99822" y="252221"/>
                  </a:lnTo>
                  <a:lnTo>
                    <a:pt x="99822" y="478132"/>
                  </a:lnTo>
                  <a:lnTo>
                    <a:pt x="116990" y="487727"/>
                  </a:lnTo>
                  <a:lnTo>
                    <a:pt x="140970" y="497014"/>
                  </a:lnTo>
                  <a:lnTo>
                    <a:pt x="165520" y="502586"/>
                  </a:lnTo>
                  <a:lnTo>
                    <a:pt x="190500" y="504443"/>
                  </a:lnTo>
                  <a:lnTo>
                    <a:pt x="229921" y="499991"/>
                  </a:lnTo>
                  <a:lnTo>
                    <a:pt x="265842" y="486536"/>
                  </a:lnTo>
                  <a:lnTo>
                    <a:pt x="280416" y="476356"/>
                  </a:lnTo>
                  <a:close/>
                </a:path>
              </a:pathLst>
            </a:custGeom>
            <a:solidFill>
              <a:srgbClr val="003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558692" y="1699136"/>
              <a:ext cx="381000" cy="504825"/>
            </a:xfrm>
            <a:custGeom>
              <a:avLst/>
              <a:gdLst/>
              <a:ahLst/>
              <a:cxnLst/>
              <a:rect l="l" t="t" r="r" b="b"/>
              <a:pathLst>
                <a:path w="381000" h="504825">
                  <a:moveTo>
                    <a:pt x="0" y="245363"/>
                  </a:moveTo>
                  <a:lnTo>
                    <a:pt x="5810" y="182498"/>
                  </a:lnTo>
                  <a:lnTo>
                    <a:pt x="23621" y="121919"/>
                  </a:lnTo>
                  <a:lnTo>
                    <a:pt x="52673" y="69722"/>
                  </a:lnTo>
                  <a:lnTo>
                    <a:pt x="91439" y="31241"/>
                  </a:lnTo>
                  <a:lnTo>
                    <a:pt x="138017" y="7619"/>
                  </a:lnTo>
                  <a:lnTo>
                    <a:pt x="189737" y="0"/>
                  </a:lnTo>
                  <a:lnTo>
                    <a:pt x="229707" y="4321"/>
                  </a:lnTo>
                  <a:lnTo>
                    <a:pt x="266033" y="17430"/>
                  </a:lnTo>
                  <a:lnTo>
                    <a:pt x="298501" y="39540"/>
                  </a:lnTo>
                  <a:lnTo>
                    <a:pt x="326898" y="70865"/>
                  </a:lnTo>
                  <a:lnTo>
                    <a:pt x="350460" y="109037"/>
                  </a:lnTo>
                  <a:lnTo>
                    <a:pt x="367379" y="151637"/>
                  </a:lnTo>
                  <a:lnTo>
                    <a:pt x="377582" y="198810"/>
                  </a:lnTo>
                  <a:lnTo>
                    <a:pt x="381000" y="250697"/>
                  </a:lnTo>
                  <a:lnTo>
                    <a:pt x="377475" y="303145"/>
                  </a:lnTo>
                  <a:lnTo>
                    <a:pt x="367093" y="350805"/>
                  </a:lnTo>
                  <a:lnTo>
                    <a:pt x="350139" y="393751"/>
                  </a:lnTo>
                  <a:lnTo>
                    <a:pt x="326898" y="432053"/>
                  </a:lnTo>
                  <a:lnTo>
                    <a:pt x="298192" y="463938"/>
                  </a:lnTo>
                  <a:lnTo>
                    <a:pt x="265842" y="486536"/>
                  </a:lnTo>
                  <a:lnTo>
                    <a:pt x="229921" y="499991"/>
                  </a:lnTo>
                  <a:lnTo>
                    <a:pt x="190500" y="504443"/>
                  </a:lnTo>
                  <a:lnTo>
                    <a:pt x="165520" y="502586"/>
                  </a:lnTo>
                  <a:lnTo>
                    <a:pt x="116990" y="487727"/>
                  </a:lnTo>
                  <a:lnTo>
                    <a:pt x="72163" y="457700"/>
                  </a:lnTo>
                  <a:lnTo>
                    <a:pt x="37040" y="413646"/>
                  </a:lnTo>
                  <a:lnTo>
                    <a:pt x="13180" y="355734"/>
                  </a:lnTo>
                  <a:lnTo>
                    <a:pt x="1440" y="285392"/>
                  </a:lnTo>
                  <a:lnTo>
                    <a:pt x="0" y="245363"/>
                  </a:lnTo>
                  <a:close/>
                </a:path>
                <a:path w="381000" h="504825">
                  <a:moveTo>
                    <a:pt x="99822" y="252221"/>
                  </a:moveTo>
                  <a:lnTo>
                    <a:pt x="106489" y="315658"/>
                  </a:lnTo>
                  <a:lnTo>
                    <a:pt x="125730" y="361949"/>
                  </a:lnTo>
                  <a:lnTo>
                    <a:pt x="154971" y="390715"/>
                  </a:lnTo>
                  <a:lnTo>
                    <a:pt x="190500" y="400049"/>
                  </a:lnTo>
                  <a:lnTo>
                    <a:pt x="208645" y="397740"/>
                  </a:lnTo>
                  <a:lnTo>
                    <a:pt x="254508" y="361949"/>
                  </a:lnTo>
                  <a:lnTo>
                    <a:pt x="273748" y="315563"/>
                  </a:lnTo>
                  <a:lnTo>
                    <a:pt x="280416" y="251459"/>
                  </a:lnTo>
                  <a:lnTo>
                    <a:pt x="278725" y="218027"/>
                  </a:lnTo>
                  <a:lnTo>
                    <a:pt x="265628" y="163163"/>
                  </a:lnTo>
                  <a:lnTo>
                    <a:pt x="240649" y="125170"/>
                  </a:lnTo>
                  <a:lnTo>
                    <a:pt x="190500" y="103631"/>
                  </a:lnTo>
                  <a:lnTo>
                    <a:pt x="171914" y="106048"/>
                  </a:lnTo>
                  <a:lnTo>
                    <a:pt x="125730" y="141731"/>
                  </a:lnTo>
                  <a:lnTo>
                    <a:pt x="106489" y="188690"/>
                  </a:lnTo>
                  <a:lnTo>
                    <a:pt x="99822" y="252221"/>
                  </a:lnTo>
                  <a:close/>
                </a:path>
              </a:pathLst>
            </a:custGeom>
            <a:ln w="91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973220" y="1709804"/>
              <a:ext cx="396240" cy="490855"/>
            </a:xfrm>
            <a:custGeom>
              <a:avLst/>
              <a:gdLst/>
              <a:ahLst/>
              <a:cxnLst/>
              <a:rect l="l" t="t" r="r" b="b"/>
              <a:pathLst>
                <a:path w="396239" h="490855">
                  <a:moveTo>
                    <a:pt x="396239" y="483108"/>
                  </a:moveTo>
                  <a:lnTo>
                    <a:pt x="396239" y="0"/>
                  </a:lnTo>
                  <a:lnTo>
                    <a:pt x="69341" y="0"/>
                  </a:lnTo>
                  <a:lnTo>
                    <a:pt x="69341" y="278892"/>
                  </a:lnTo>
                  <a:lnTo>
                    <a:pt x="69056" y="314015"/>
                  </a:lnTo>
                  <a:lnTo>
                    <a:pt x="66770" y="361402"/>
                  </a:lnTo>
                  <a:lnTo>
                    <a:pt x="40385" y="390906"/>
                  </a:lnTo>
                  <a:lnTo>
                    <a:pt x="26669" y="390906"/>
                  </a:lnTo>
                  <a:lnTo>
                    <a:pt x="16763" y="389382"/>
                  </a:lnTo>
                  <a:lnTo>
                    <a:pt x="7619" y="389382"/>
                  </a:lnTo>
                  <a:lnTo>
                    <a:pt x="2285" y="388620"/>
                  </a:lnTo>
                  <a:lnTo>
                    <a:pt x="0" y="388620"/>
                  </a:lnTo>
                  <a:lnTo>
                    <a:pt x="0" y="483108"/>
                  </a:lnTo>
                  <a:lnTo>
                    <a:pt x="18430" y="486548"/>
                  </a:lnTo>
                  <a:lnTo>
                    <a:pt x="34861" y="488918"/>
                  </a:lnTo>
                  <a:lnTo>
                    <a:pt x="49291" y="490287"/>
                  </a:lnTo>
                  <a:lnTo>
                    <a:pt x="61721" y="490728"/>
                  </a:lnTo>
                  <a:lnTo>
                    <a:pt x="79867" y="490144"/>
                  </a:lnTo>
                  <a:lnTo>
                    <a:pt x="118871" y="480822"/>
                  </a:lnTo>
                  <a:lnTo>
                    <a:pt x="150875" y="436626"/>
                  </a:lnTo>
                  <a:lnTo>
                    <a:pt x="161829" y="390715"/>
                  </a:lnTo>
                  <a:lnTo>
                    <a:pt x="165353" y="320802"/>
                  </a:lnTo>
                  <a:lnTo>
                    <a:pt x="165353" y="103632"/>
                  </a:lnTo>
                  <a:lnTo>
                    <a:pt x="298703" y="103631"/>
                  </a:lnTo>
                  <a:lnTo>
                    <a:pt x="298703" y="483108"/>
                  </a:lnTo>
                  <a:lnTo>
                    <a:pt x="396239" y="483108"/>
                  </a:lnTo>
                  <a:close/>
                </a:path>
              </a:pathLst>
            </a:custGeom>
            <a:solidFill>
              <a:srgbClr val="003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973220" y="1709804"/>
              <a:ext cx="396240" cy="490855"/>
            </a:xfrm>
            <a:custGeom>
              <a:avLst/>
              <a:gdLst/>
              <a:ahLst/>
              <a:cxnLst/>
              <a:rect l="l" t="t" r="r" b="b"/>
              <a:pathLst>
                <a:path w="396239" h="490855">
                  <a:moveTo>
                    <a:pt x="69341" y="0"/>
                  </a:moveTo>
                  <a:lnTo>
                    <a:pt x="123824" y="0"/>
                  </a:lnTo>
                  <a:lnTo>
                    <a:pt x="178307" y="0"/>
                  </a:lnTo>
                  <a:lnTo>
                    <a:pt x="232790" y="0"/>
                  </a:lnTo>
                  <a:lnTo>
                    <a:pt x="287273" y="0"/>
                  </a:lnTo>
                  <a:lnTo>
                    <a:pt x="341756" y="0"/>
                  </a:lnTo>
                  <a:lnTo>
                    <a:pt x="396239" y="0"/>
                  </a:lnTo>
                  <a:lnTo>
                    <a:pt x="396239" y="338239"/>
                  </a:lnTo>
                  <a:lnTo>
                    <a:pt x="396239" y="386559"/>
                  </a:lnTo>
                  <a:lnTo>
                    <a:pt x="396239" y="434852"/>
                  </a:lnTo>
                  <a:lnTo>
                    <a:pt x="396239" y="483108"/>
                  </a:lnTo>
                  <a:lnTo>
                    <a:pt x="371784" y="483108"/>
                  </a:lnTo>
                  <a:lnTo>
                    <a:pt x="347471" y="483108"/>
                  </a:lnTo>
                  <a:lnTo>
                    <a:pt x="323159" y="483108"/>
                  </a:lnTo>
                  <a:lnTo>
                    <a:pt x="298703" y="483108"/>
                  </a:lnTo>
                  <a:lnTo>
                    <a:pt x="298703" y="428897"/>
                  </a:lnTo>
                  <a:lnTo>
                    <a:pt x="298703" y="374686"/>
                  </a:lnTo>
                  <a:lnTo>
                    <a:pt x="298703" y="320475"/>
                  </a:lnTo>
                  <a:lnTo>
                    <a:pt x="298703" y="266264"/>
                  </a:lnTo>
                  <a:lnTo>
                    <a:pt x="298703" y="212053"/>
                  </a:lnTo>
                  <a:lnTo>
                    <a:pt x="298703" y="157842"/>
                  </a:lnTo>
                  <a:lnTo>
                    <a:pt x="298703" y="103631"/>
                  </a:lnTo>
                  <a:lnTo>
                    <a:pt x="265545" y="103631"/>
                  </a:lnTo>
                  <a:lnTo>
                    <a:pt x="232314" y="103632"/>
                  </a:lnTo>
                  <a:lnTo>
                    <a:pt x="198941" y="103632"/>
                  </a:lnTo>
                  <a:lnTo>
                    <a:pt x="165353" y="103632"/>
                  </a:lnTo>
                  <a:lnTo>
                    <a:pt x="165353" y="157924"/>
                  </a:lnTo>
                  <a:lnTo>
                    <a:pt x="165353" y="212216"/>
                  </a:lnTo>
                  <a:lnTo>
                    <a:pt x="165353" y="266509"/>
                  </a:lnTo>
                  <a:lnTo>
                    <a:pt x="165353" y="320802"/>
                  </a:lnTo>
                  <a:lnTo>
                    <a:pt x="164484" y="358830"/>
                  </a:lnTo>
                  <a:lnTo>
                    <a:pt x="157317" y="416599"/>
                  </a:lnTo>
                  <a:lnTo>
                    <a:pt x="135731" y="464438"/>
                  </a:lnTo>
                  <a:lnTo>
                    <a:pt x="95440" y="488346"/>
                  </a:lnTo>
                  <a:lnTo>
                    <a:pt x="61721" y="490728"/>
                  </a:lnTo>
                  <a:lnTo>
                    <a:pt x="49291" y="490287"/>
                  </a:lnTo>
                  <a:lnTo>
                    <a:pt x="34861" y="488918"/>
                  </a:lnTo>
                  <a:lnTo>
                    <a:pt x="18430" y="486548"/>
                  </a:lnTo>
                  <a:lnTo>
                    <a:pt x="0" y="483108"/>
                  </a:lnTo>
                  <a:lnTo>
                    <a:pt x="0" y="459557"/>
                  </a:lnTo>
                  <a:lnTo>
                    <a:pt x="0" y="435864"/>
                  </a:lnTo>
                  <a:lnTo>
                    <a:pt x="0" y="412170"/>
                  </a:lnTo>
                  <a:lnTo>
                    <a:pt x="0" y="388620"/>
                  </a:lnTo>
                  <a:lnTo>
                    <a:pt x="2285" y="388620"/>
                  </a:lnTo>
                  <a:lnTo>
                    <a:pt x="7619" y="389382"/>
                  </a:lnTo>
                  <a:lnTo>
                    <a:pt x="16763" y="389382"/>
                  </a:lnTo>
                  <a:lnTo>
                    <a:pt x="26669" y="390906"/>
                  </a:lnTo>
                  <a:lnTo>
                    <a:pt x="34289" y="390906"/>
                  </a:lnTo>
                  <a:lnTo>
                    <a:pt x="40385" y="390906"/>
                  </a:lnTo>
                  <a:lnTo>
                    <a:pt x="66770" y="361402"/>
                  </a:lnTo>
                  <a:lnTo>
                    <a:pt x="69056" y="314015"/>
                  </a:lnTo>
                  <a:lnTo>
                    <a:pt x="69341" y="278892"/>
                  </a:lnTo>
                  <a:lnTo>
                    <a:pt x="69341" y="223113"/>
                  </a:lnTo>
                  <a:lnTo>
                    <a:pt x="69341" y="167335"/>
                  </a:lnTo>
                  <a:lnTo>
                    <a:pt x="69341" y="111556"/>
                  </a:lnTo>
                  <a:lnTo>
                    <a:pt x="69341" y="55778"/>
                  </a:lnTo>
                  <a:lnTo>
                    <a:pt x="69341" y="0"/>
                  </a:lnTo>
                  <a:close/>
                </a:path>
              </a:pathLst>
            </a:custGeom>
            <a:ln w="91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445660" y="1699136"/>
              <a:ext cx="381000" cy="504825"/>
            </a:xfrm>
            <a:custGeom>
              <a:avLst/>
              <a:gdLst/>
              <a:ahLst/>
              <a:cxnLst/>
              <a:rect l="l" t="t" r="r" b="b"/>
              <a:pathLst>
                <a:path w="381000" h="504825">
                  <a:moveTo>
                    <a:pt x="381000" y="250697"/>
                  </a:moveTo>
                  <a:lnTo>
                    <a:pt x="377594" y="198810"/>
                  </a:lnTo>
                  <a:lnTo>
                    <a:pt x="367474" y="151637"/>
                  </a:lnTo>
                  <a:lnTo>
                    <a:pt x="350781" y="109037"/>
                  </a:lnTo>
                  <a:lnTo>
                    <a:pt x="327660" y="70865"/>
                  </a:lnTo>
                  <a:lnTo>
                    <a:pt x="298930" y="39540"/>
                  </a:lnTo>
                  <a:lnTo>
                    <a:pt x="266414" y="17430"/>
                  </a:lnTo>
                  <a:lnTo>
                    <a:pt x="230040" y="4321"/>
                  </a:lnTo>
                  <a:lnTo>
                    <a:pt x="189737" y="0"/>
                  </a:lnTo>
                  <a:lnTo>
                    <a:pt x="163460" y="1881"/>
                  </a:lnTo>
                  <a:lnTo>
                    <a:pt x="114609" y="17366"/>
                  </a:lnTo>
                  <a:lnTo>
                    <a:pt x="71199" y="48839"/>
                  </a:lnTo>
                  <a:lnTo>
                    <a:pt x="36909" y="94035"/>
                  </a:lnTo>
                  <a:lnTo>
                    <a:pt x="13501" y="151923"/>
                  </a:lnTo>
                  <a:lnTo>
                    <a:pt x="1547" y="213645"/>
                  </a:lnTo>
                  <a:lnTo>
                    <a:pt x="0" y="245363"/>
                  </a:lnTo>
                  <a:lnTo>
                    <a:pt x="1547" y="285392"/>
                  </a:lnTo>
                  <a:lnTo>
                    <a:pt x="13501" y="355734"/>
                  </a:lnTo>
                  <a:lnTo>
                    <a:pt x="37040" y="413646"/>
                  </a:lnTo>
                  <a:lnTo>
                    <a:pt x="72163" y="457700"/>
                  </a:lnTo>
                  <a:lnTo>
                    <a:pt x="99822" y="478132"/>
                  </a:lnTo>
                  <a:lnTo>
                    <a:pt x="99822" y="252221"/>
                  </a:lnTo>
                  <a:lnTo>
                    <a:pt x="101512" y="218348"/>
                  </a:lnTo>
                  <a:lnTo>
                    <a:pt x="114621" y="163152"/>
                  </a:lnTo>
                  <a:lnTo>
                    <a:pt x="139707" y="125170"/>
                  </a:lnTo>
                  <a:lnTo>
                    <a:pt x="190500" y="103631"/>
                  </a:lnTo>
                  <a:lnTo>
                    <a:pt x="208752" y="106048"/>
                  </a:lnTo>
                  <a:lnTo>
                    <a:pt x="254508" y="141731"/>
                  </a:lnTo>
                  <a:lnTo>
                    <a:pt x="273748" y="188594"/>
                  </a:lnTo>
                  <a:lnTo>
                    <a:pt x="280416" y="251459"/>
                  </a:lnTo>
                  <a:lnTo>
                    <a:pt x="280416" y="476356"/>
                  </a:lnTo>
                  <a:lnTo>
                    <a:pt x="298192" y="463938"/>
                  </a:lnTo>
                  <a:lnTo>
                    <a:pt x="326898" y="432053"/>
                  </a:lnTo>
                  <a:lnTo>
                    <a:pt x="350139" y="393751"/>
                  </a:lnTo>
                  <a:lnTo>
                    <a:pt x="367093" y="350805"/>
                  </a:lnTo>
                  <a:lnTo>
                    <a:pt x="377475" y="303145"/>
                  </a:lnTo>
                  <a:lnTo>
                    <a:pt x="381000" y="250697"/>
                  </a:lnTo>
                  <a:close/>
                </a:path>
                <a:path w="381000" h="504825">
                  <a:moveTo>
                    <a:pt x="280416" y="476356"/>
                  </a:moveTo>
                  <a:lnTo>
                    <a:pt x="280416" y="251459"/>
                  </a:lnTo>
                  <a:lnTo>
                    <a:pt x="278725" y="285761"/>
                  </a:lnTo>
                  <a:lnTo>
                    <a:pt x="273748" y="315563"/>
                  </a:lnTo>
                  <a:lnTo>
                    <a:pt x="254508" y="361949"/>
                  </a:lnTo>
                  <a:lnTo>
                    <a:pt x="225647" y="390715"/>
                  </a:lnTo>
                  <a:lnTo>
                    <a:pt x="190500" y="400049"/>
                  </a:lnTo>
                  <a:lnTo>
                    <a:pt x="172235" y="397740"/>
                  </a:lnTo>
                  <a:lnTo>
                    <a:pt x="125730" y="361949"/>
                  </a:lnTo>
                  <a:lnTo>
                    <a:pt x="106489" y="315658"/>
                  </a:lnTo>
                  <a:lnTo>
                    <a:pt x="99822" y="252221"/>
                  </a:lnTo>
                  <a:lnTo>
                    <a:pt x="99822" y="478132"/>
                  </a:lnTo>
                  <a:lnTo>
                    <a:pt x="116990" y="487727"/>
                  </a:lnTo>
                  <a:lnTo>
                    <a:pt x="140970" y="497014"/>
                  </a:lnTo>
                  <a:lnTo>
                    <a:pt x="165520" y="502586"/>
                  </a:lnTo>
                  <a:lnTo>
                    <a:pt x="190500" y="504443"/>
                  </a:lnTo>
                  <a:lnTo>
                    <a:pt x="229921" y="499991"/>
                  </a:lnTo>
                  <a:lnTo>
                    <a:pt x="265842" y="486536"/>
                  </a:lnTo>
                  <a:lnTo>
                    <a:pt x="280416" y="476356"/>
                  </a:lnTo>
                  <a:close/>
                </a:path>
              </a:pathLst>
            </a:custGeom>
            <a:solidFill>
              <a:srgbClr val="003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445660" y="1699136"/>
              <a:ext cx="381000" cy="504825"/>
            </a:xfrm>
            <a:custGeom>
              <a:avLst/>
              <a:gdLst/>
              <a:ahLst/>
              <a:cxnLst/>
              <a:rect l="l" t="t" r="r" b="b"/>
              <a:pathLst>
                <a:path w="381000" h="504825">
                  <a:moveTo>
                    <a:pt x="0" y="245363"/>
                  </a:moveTo>
                  <a:lnTo>
                    <a:pt x="6095" y="182498"/>
                  </a:lnTo>
                  <a:lnTo>
                    <a:pt x="23621" y="121919"/>
                  </a:lnTo>
                  <a:lnTo>
                    <a:pt x="52768" y="69722"/>
                  </a:lnTo>
                  <a:lnTo>
                    <a:pt x="92201" y="31241"/>
                  </a:lnTo>
                  <a:lnTo>
                    <a:pt x="138398" y="7619"/>
                  </a:lnTo>
                  <a:lnTo>
                    <a:pt x="189737" y="0"/>
                  </a:lnTo>
                  <a:lnTo>
                    <a:pt x="230040" y="4321"/>
                  </a:lnTo>
                  <a:lnTo>
                    <a:pt x="266414" y="17430"/>
                  </a:lnTo>
                  <a:lnTo>
                    <a:pt x="298930" y="39540"/>
                  </a:lnTo>
                  <a:lnTo>
                    <a:pt x="327660" y="70865"/>
                  </a:lnTo>
                  <a:lnTo>
                    <a:pt x="350781" y="109037"/>
                  </a:lnTo>
                  <a:lnTo>
                    <a:pt x="367474" y="151637"/>
                  </a:lnTo>
                  <a:lnTo>
                    <a:pt x="377594" y="198810"/>
                  </a:lnTo>
                  <a:lnTo>
                    <a:pt x="381000" y="250697"/>
                  </a:lnTo>
                  <a:lnTo>
                    <a:pt x="377475" y="303145"/>
                  </a:lnTo>
                  <a:lnTo>
                    <a:pt x="367093" y="350805"/>
                  </a:lnTo>
                  <a:lnTo>
                    <a:pt x="350139" y="393751"/>
                  </a:lnTo>
                  <a:lnTo>
                    <a:pt x="326898" y="432053"/>
                  </a:lnTo>
                  <a:lnTo>
                    <a:pt x="298192" y="463938"/>
                  </a:lnTo>
                  <a:lnTo>
                    <a:pt x="265842" y="486536"/>
                  </a:lnTo>
                  <a:lnTo>
                    <a:pt x="229921" y="499991"/>
                  </a:lnTo>
                  <a:lnTo>
                    <a:pt x="190500" y="504443"/>
                  </a:lnTo>
                  <a:lnTo>
                    <a:pt x="165520" y="502586"/>
                  </a:lnTo>
                  <a:lnTo>
                    <a:pt x="116990" y="487727"/>
                  </a:lnTo>
                  <a:lnTo>
                    <a:pt x="72163" y="457700"/>
                  </a:lnTo>
                  <a:lnTo>
                    <a:pt x="37040" y="413646"/>
                  </a:lnTo>
                  <a:lnTo>
                    <a:pt x="13501" y="355734"/>
                  </a:lnTo>
                  <a:lnTo>
                    <a:pt x="1547" y="285392"/>
                  </a:lnTo>
                  <a:lnTo>
                    <a:pt x="0" y="245363"/>
                  </a:lnTo>
                  <a:close/>
                </a:path>
                <a:path w="381000" h="504825">
                  <a:moveTo>
                    <a:pt x="99822" y="252221"/>
                  </a:moveTo>
                  <a:lnTo>
                    <a:pt x="106489" y="315658"/>
                  </a:lnTo>
                  <a:lnTo>
                    <a:pt x="125730" y="361949"/>
                  </a:lnTo>
                  <a:lnTo>
                    <a:pt x="155257" y="390715"/>
                  </a:lnTo>
                  <a:lnTo>
                    <a:pt x="190500" y="400049"/>
                  </a:lnTo>
                  <a:lnTo>
                    <a:pt x="208752" y="397740"/>
                  </a:lnTo>
                  <a:lnTo>
                    <a:pt x="254508" y="361949"/>
                  </a:lnTo>
                  <a:lnTo>
                    <a:pt x="273748" y="315563"/>
                  </a:lnTo>
                  <a:lnTo>
                    <a:pt x="280416" y="251459"/>
                  </a:lnTo>
                  <a:lnTo>
                    <a:pt x="278725" y="218027"/>
                  </a:lnTo>
                  <a:lnTo>
                    <a:pt x="265628" y="163163"/>
                  </a:lnTo>
                  <a:lnTo>
                    <a:pt x="240970" y="125170"/>
                  </a:lnTo>
                  <a:lnTo>
                    <a:pt x="190500" y="103631"/>
                  </a:lnTo>
                  <a:lnTo>
                    <a:pt x="172235" y="106048"/>
                  </a:lnTo>
                  <a:lnTo>
                    <a:pt x="125730" y="141731"/>
                  </a:lnTo>
                  <a:lnTo>
                    <a:pt x="106489" y="188690"/>
                  </a:lnTo>
                  <a:lnTo>
                    <a:pt x="99822" y="252221"/>
                  </a:lnTo>
                  <a:close/>
                </a:path>
              </a:pathLst>
            </a:custGeom>
            <a:ln w="91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899037" y="1709816"/>
              <a:ext cx="248920" cy="483234"/>
            </a:xfrm>
            <a:custGeom>
              <a:avLst/>
              <a:gdLst/>
              <a:ahLst/>
              <a:cxnLst/>
              <a:rect l="l" t="t" r="r" b="b"/>
              <a:pathLst>
                <a:path w="248920" h="483235">
                  <a:moveTo>
                    <a:pt x="248920" y="0"/>
                  </a:moveTo>
                  <a:lnTo>
                    <a:pt x="97790" y="0"/>
                  </a:lnTo>
                  <a:lnTo>
                    <a:pt x="0" y="0"/>
                  </a:lnTo>
                  <a:lnTo>
                    <a:pt x="0" y="483108"/>
                  </a:lnTo>
                  <a:lnTo>
                    <a:pt x="97790" y="483108"/>
                  </a:lnTo>
                  <a:lnTo>
                    <a:pt x="97790" y="103632"/>
                  </a:lnTo>
                  <a:lnTo>
                    <a:pt x="248920" y="103632"/>
                  </a:lnTo>
                  <a:lnTo>
                    <a:pt x="248920" y="0"/>
                  </a:lnTo>
                  <a:close/>
                </a:path>
              </a:pathLst>
            </a:custGeom>
            <a:solidFill>
              <a:srgbClr val="003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899050" y="1709804"/>
              <a:ext cx="249554" cy="483234"/>
            </a:xfrm>
            <a:custGeom>
              <a:avLst/>
              <a:gdLst/>
              <a:ahLst/>
              <a:cxnLst/>
              <a:rect l="l" t="t" r="r" b="b"/>
              <a:pathLst>
                <a:path w="249554" h="483235">
                  <a:moveTo>
                    <a:pt x="0" y="0"/>
                  </a:moveTo>
                  <a:lnTo>
                    <a:pt x="49834" y="0"/>
                  </a:lnTo>
                  <a:lnTo>
                    <a:pt x="99669" y="0"/>
                  </a:lnTo>
                  <a:lnTo>
                    <a:pt x="149504" y="0"/>
                  </a:lnTo>
                  <a:lnTo>
                    <a:pt x="199339" y="0"/>
                  </a:lnTo>
                  <a:lnTo>
                    <a:pt x="249174" y="0"/>
                  </a:lnTo>
                  <a:lnTo>
                    <a:pt x="249174" y="25729"/>
                  </a:lnTo>
                  <a:lnTo>
                    <a:pt x="249174" y="51530"/>
                  </a:lnTo>
                  <a:lnTo>
                    <a:pt x="249174" y="77473"/>
                  </a:lnTo>
                  <a:lnTo>
                    <a:pt x="249174" y="103631"/>
                  </a:lnTo>
                  <a:lnTo>
                    <a:pt x="211443" y="103631"/>
                  </a:lnTo>
                  <a:lnTo>
                    <a:pt x="173640" y="103632"/>
                  </a:lnTo>
                  <a:lnTo>
                    <a:pt x="135695" y="103632"/>
                  </a:lnTo>
                  <a:lnTo>
                    <a:pt x="97536" y="103632"/>
                  </a:lnTo>
                  <a:lnTo>
                    <a:pt x="97536" y="157842"/>
                  </a:lnTo>
                  <a:lnTo>
                    <a:pt x="97536" y="212053"/>
                  </a:lnTo>
                  <a:lnTo>
                    <a:pt x="97536" y="266264"/>
                  </a:lnTo>
                  <a:lnTo>
                    <a:pt x="97536" y="320475"/>
                  </a:lnTo>
                  <a:lnTo>
                    <a:pt x="97536" y="374686"/>
                  </a:lnTo>
                  <a:lnTo>
                    <a:pt x="97536" y="428897"/>
                  </a:lnTo>
                  <a:lnTo>
                    <a:pt x="97536" y="483108"/>
                  </a:lnTo>
                  <a:lnTo>
                    <a:pt x="73402" y="483108"/>
                  </a:lnTo>
                  <a:lnTo>
                    <a:pt x="49053" y="483108"/>
                  </a:lnTo>
                  <a:lnTo>
                    <a:pt x="24562" y="483108"/>
                  </a:lnTo>
                  <a:lnTo>
                    <a:pt x="0" y="483108"/>
                  </a:lnTo>
                  <a:lnTo>
                    <a:pt x="0" y="434852"/>
                  </a:lnTo>
                  <a:lnTo>
                    <a:pt x="0" y="386559"/>
                  </a:lnTo>
                  <a:lnTo>
                    <a:pt x="0" y="338239"/>
                  </a:lnTo>
                  <a:lnTo>
                    <a:pt x="0" y="289901"/>
                  </a:lnTo>
                  <a:lnTo>
                    <a:pt x="0" y="241553"/>
                  </a:lnTo>
                  <a:lnTo>
                    <a:pt x="0" y="193206"/>
                  </a:lnTo>
                  <a:lnTo>
                    <a:pt x="0" y="144868"/>
                  </a:lnTo>
                  <a:lnTo>
                    <a:pt x="0" y="96548"/>
                  </a:lnTo>
                  <a:lnTo>
                    <a:pt x="0" y="48255"/>
                  </a:lnTo>
                  <a:lnTo>
                    <a:pt x="0" y="0"/>
                  </a:lnTo>
                  <a:close/>
                </a:path>
              </a:pathLst>
            </a:custGeom>
            <a:ln w="91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196992" y="1709804"/>
              <a:ext cx="340360" cy="483234"/>
            </a:xfrm>
            <a:custGeom>
              <a:avLst/>
              <a:gdLst/>
              <a:ahLst/>
              <a:cxnLst/>
              <a:rect l="l" t="t" r="r" b="b"/>
              <a:pathLst>
                <a:path w="340360" h="483235">
                  <a:moveTo>
                    <a:pt x="339852" y="483108"/>
                  </a:moveTo>
                  <a:lnTo>
                    <a:pt x="339852" y="0"/>
                  </a:lnTo>
                  <a:lnTo>
                    <a:pt x="243840" y="0"/>
                  </a:lnTo>
                  <a:lnTo>
                    <a:pt x="222768" y="43391"/>
                  </a:lnTo>
                  <a:lnTo>
                    <a:pt x="201416" y="86716"/>
                  </a:lnTo>
                  <a:lnTo>
                    <a:pt x="136615" y="216559"/>
                  </a:lnTo>
                  <a:lnTo>
                    <a:pt x="93726" y="303276"/>
                  </a:lnTo>
                  <a:lnTo>
                    <a:pt x="93726" y="0"/>
                  </a:lnTo>
                  <a:lnTo>
                    <a:pt x="0" y="0"/>
                  </a:lnTo>
                  <a:lnTo>
                    <a:pt x="0" y="483108"/>
                  </a:lnTo>
                  <a:lnTo>
                    <a:pt x="93726" y="483108"/>
                  </a:lnTo>
                  <a:lnTo>
                    <a:pt x="115404" y="438780"/>
                  </a:lnTo>
                  <a:lnTo>
                    <a:pt x="224727" y="218545"/>
                  </a:lnTo>
                  <a:lnTo>
                    <a:pt x="246126" y="174497"/>
                  </a:lnTo>
                  <a:lnTo>
                    <a:pt x="246126" y="483108"/>
                  </a:lnTo>
                  <a:lnTo>
                    <a:pt x="339852" y="483108"/>
                  </a:lnTo>
                  <a:close/>
                </a:path>
              </a:pathLst>
            </a:custGeom>
            <a:solidFill>
              <a:srgbClr val="003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196992" y="1709804"/>
              <a:ext cx="340360" cy="483234"/>
            </a:xfrm>
            <a:custGeom>
              <a:avLst/>
              <a:gdLst/>
              <a:ahLst/>
              <a:cxnLst/>
              <a:rect l="l" t="t" r="r" b="b"/>
              <a:pathLst>
                <a:path w="340360" h="483235">
                  <a:moveTo>
                    <a:pt x="0" y="0"/>
                  </a:moveTo>
                  <a:lnTo>
                    <a:pt x="23431" y="0"/>
                  </a:lnTo>
                  <a:lnTo>
                    <a:pt x="46863" y="0"/>
                  </a:lnTo>
                  <a:lnTo>
                    <a:pt x="70294" y="0"/>
                  </a:lnTo>
                  <a:lnTo>
                    <a:pt x="93726" y="0"/>
                  </a:lnTo>
                  <a:lnTo>
                    <a:pt x="93726" y="50616"/>
                  </a:lnTo>
                  <a:lnTo>
                    <a:pt x="93726" y="101148"/>
                  </a:lnTo>
                  <a:lnTo>
                    <a:pt x="93726" y="151638"/>
                  </a:lnTo>
                  <a:lnTo>
                    <a:pt x="93726" y="202127"/>
                  </a:lnTo>
                  <a:lnTo>
                    <a:pt x="93726" y="252659"/>
                  </a:lnTo>
                  <a:lnTo>
                    <a:pt x="93726" y="303276"/>
                  </a:lnTo>
                  <a:lnTo>
                    <a:pt x="115077" y="259884"/>
                  </a:lnTo>
                  <a:lnTo>
                    <a:pt x="136615" y="216559"/>
                  </a:lnTo>
                  <a:lnTo>
                    <a:pt x="158247" y="173273"/>
                  </a:lnTo>
                  <a:lnTo>
                    <a:pt x="179878" y="130002"/>
                  </a:lnTo>
                  <a:lnTo>
                    <a:pt x="201416" y="86716"/>
                  </a:lnTo>
                  <a:lnTo>
                    <a:pt x="222768" y="43391"/>
                  </a:lnTo>
                  <a:lnTo>
                    <a:pt x="243840" y="0"/>
                  </a:lnTo>
                  <a:lnTo>
                    <a:pt x="267843" y="0"/>
                  </a:lnTo>
                  <a:lnTo>
                    <a:pt x="291846" y="0"/>
                  </a:lnTo>
                  <a:lnTo>
                    <a:pt x="315849" y="0"/>
                  </a:lnTo>
                  <a:lnTo>
                    <a:pt x="339852" y="0"/>
                  </a:lnTo>
                  <a:lnTo>
                    <a:pt x="339852" y="338239"/>
                  </a:lnTo>
                  <a:lnTo>
                    <a:pt x="339852" y="386559"/>
                  </a:lnTo>
                  <a:lnTo>
                    <a:pt x="339852" y="434852"/>
                  </a:lnTo>
                  <a:lnTo>
                    <a:pt x="339852" y="483108"/>
                  </a:lnTo>
                  <a:lnTo>
                    <a:pt x="316420" y="483108"/>
                  </a:lnTo>
                  <a:lnTo>
                    <a:pt x="292989" y="483108"/>
                  </a:lnTo>
                  <a:lnTo>
                    <a:pt x="269557" y="483108"/>
                  </a:lnTo>
                  <a:lnTo>
                    <a:pt x="246126" y="483108"/>
                  </a:lnTo>
                  <a:lnTo>
                    <a:pt x="246126" y="431673"/>
                  </a:lnTo>
                  <a:lnTo>
                    <a:pt x="246126" y="380238"/>
                  </a:lnTo>
                  <a:lnTo>
                    <a:pt x="246126" y="328803"/>
                  </a:lnTo>
                  <a:lnTo>
                    <a:pt x="246126" y="277368"/>
                  </a:lnTo>
                  <a:lnTo>
                    <a:pt x="246126" y="225933"/>
                  </a:lnTo>
                  <a:lnTo>
                    <a:pt x="246126" y="174497"/>
                  </a:lnTo>
                  <a:lnTo>
                    <a:pt x="224727" y="218545"/>
                  </a:lnTo>
                  <a:lnTo>
                    <a:pt x="203049" y="262538"/>
                  </a:lnTo>
                  <a:lnTo>
                    <a:pt x="181184" y="306519"/>
                  </a:lnTo>
                  <a:lnTo>
                    <a:pt x="159226" y="350526"/>
                  </a:lnTo>
                  <a:lnTo>
                    <a:pt x="137268" y="394600"/>
                  </a:lnTo>
                  <a:lnTo>
                    <a:pt x="115404" y="438780"/>
                  </a:lnTo>
                  <a:lnTo>
                    <a:pt x="93726" y="483108"/>
                  </a:lnTo>
                  <a:lnTo>
                    <a:pt x="70294" y="483108"/>
                  </a:lnTo>
                  <a:lnTo>
                    <a:pt x="46863" y="483108"/>
                  </a:lnTo>
                  <a:lnTo>
                    <a:pt x="23431" y="483108"/>
                  </a:lnTo>
                  <a:lnTo>
                    <a:pt x="0" y="483108"/>
                  </a:lnTo>
                  <a:lnTo>
                    <a:pt x="0" y="434852"/>
                  </a:lnTo>
                  <a:lnTo>
                    <a:pt x="0" y="386559"/>
                  </a:lnTo>
                  <a:lnTo>
                    <a:pt x="0" y="338239"/>
                  </a:lnTo>
                  <a:lnTo>
                    <a:pt x="0" y="289901"/>
                  </a:lnTo>
                  <a:lnTo>
                    <a:pt x="0" y="241553"/>
                  </a:lnTo>
                  <a:lnTo>
                    <a:pt x="0" y="193206"/>
                  </a:lnTo>
                  <a:lnTo>
                    <a:pt x="0" y="144868"/>
                  </a:lnTo>
                  <a:lnTo>
                    <a:pt x="0" y="96548"/>
                  </a:lnTo>
                  <a:lnTo>
                    <a:pt x="0" y="48255"/>
                  </a:lnTo>
                  <a:lnTo>
                    <a:pt x="0" y="0"/>
                  </a:lnTo>
                  <a:close/>
                </a:path>
              </a:pathLst>
            </a:custGeom>
            <a:ln w="914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584075" y="1709804"/>
              <a:ext cx="369570" cy="483234"/>
            </a:xfrm>
            <a:custGeom>
              <a:avLst/>
              <a:gdLst/>
              <a:ahLst/>
              <a:cxnLst/>
              <a:rect l="l" t="t" r="r" b="b"/>
              <a:pathLst>
                <a:path w="369570" h="483235">
                  <a:moveTo>
                    <a:pt x="124206" y="461603"/>
                  </a:moveTo>
                  <a:lnTo>
                    <a:pt x="124206" y="273558"/>
                  </a:lnTo>
                  <a:lnTo>
                    <a:pt x="111787" y="281285"/>
                  </a:lnTo>
                  <a:lnTo>
                    <a:pt x="98583" y="295370"/>
                  </a:lnTo>
                  <a:lnTo>
                    <a:pt x="84665" y="315884"/>
                  </a:lnTo>
                  <a:lnTo>
                    <a:pt x="70104" y="342900"/>
                  </a:lnTo>
                  <a:lnTo>
                    <a:pt x="17383" y="447805"/>
                  </a:lnTo>
                  <a:lnTo>
                    <a:pt x="0" y="483108"/>
                  </a:lnTo>
                  <a:lnTo>
                    <a:pt x="114300" y="483108"/>
                  </a:lnTo>
                  <a:lnTo>
                    <a:pt x="124206" y="461603"/>
                  </a:lnTo>
                  <a:close/>
                </a:path>
                <a:path w="369570" h="483235">
                  <a:moveTo>
                    <a:pt x="369570" y="483108"/>
                  </a:moveTo>
                  <a:lnTo>
                    <a:pt x="369570" y="0"/>
                  </a:lnTo>
                  <a:lnTo>
                    <a:pt x="173736" y="105"/>
                  </a:lnTo>
                  <a:lnTo>
                    <a:pt x="151387" y="726"/>
                  </a:lnTo>
                  <a:lnTo>
                    <a:pt x="109930" y="6750"/>
                  </a:lnTo>
                  <a:lnTo>
                    <a:pt x="68865" y="29527"/>
                  </a:lnTo>
                  <a:lnTo>
                    <a:pt x="41969" y="74902"/>
                  </a:lnTo>
                  <a:lnTo>
                    <a:pt x="33135" y="114692"/>
                  </a:lnTo>
                  <a:lnTo>
                    <a:pt x="32004" y="137160"/>
                  </a:lnTo>
                  <a:lnTo>
                    <a:pt x="33694" y="165020"/>
                  </a:lnTo>
                  <a:lnTo>
                    <a:pt x="46791" y="213026"/>
                  </a:lnTo>
                  <a:lnTo>
                    <a:pt x="71485" y="249769"/>
                  </a:lnTo>
                  <a:lnTo>
                    <a:pt x="104632" y="269819"/>
                  </a:lnTo>
                  <a:lnTo>
                    <a:pt x="124206" y="273558"/>
                  </a:lnTo>
                  <a:lnTo>
                    <a:pt x="124206" y="461603"/>
                  </a:lnTo>
                  <a:lnTo>
                    <a:pt x="129980" y="449068"/>
                  </a:lnTo>
                  <a:lnTo>
                    <a:pt x="132588" y="443591"/>
                  </a:lnTo>
                  <a:lnTo>
                    <a:pt x="132588" y="144018"/>
                  </a:lnTo>
                  <a:lnTo>
                    <a:pt x="141589" y="104905"/>
                  </a:lnTo>
                  <a:lnTo>
                    <a:pt x="184701" y="83165"/>
                  </a:lnTo>
                  <a:lnTo>
                    <a:pt x="272796" y="82296"/>
                  </a:lnTo>
                  <a:lnTo>
                    <a:pt x="272796" y="483108"/>
                  </a:lnTo>
                  <a:lnTo>
                    <a:pt x="369570" y="483108"/>
                  </a:lnTo>
                  <a:close/>
                </a:path>
                <a:path w="369570" h="483235">
                  <a:moveTo>
                    <a:pt x="272796" y="282702"/>
                  </a:moveTo>
                  <a:lnTo>
                    <a:pt x="272796" y="206502"/>
                  </a:lnTo>
                  <a:lnTo>
                    <a:pt x="208788" y="206502"/>
                  </a:lnTo>
                  <a:lnTo>
                    <a:pt x="189761" y="205632"/>
                  </a:lnTo>
                  <a:lnTo>
                    <a:pt x="150114" y="192024"/>
                  </a:lnTo>
                  <a:lnTo>
                    <a:pt x="132588" y="144018"/>
                  </a:lnTo>
                  <a:lnTo>
                    <a:pt x="132588" y="443591"/>
                  </a:lnTo>
                  <a:lnTo>
                    <a:pt x="178308" y="348234"/>
                  </a:lnTo>
                  <a:lnTo>
                    <a:pt x="179832" y="344424"/>
                  </a:lnTo>
                  <a:lnTo>
                    <a:pt x="184404" y="338328"/>
                  </a:lnTo>
                  <a:lnTo>
                    <a:pt x="209478" y="299644"/>
                  </a:lnTo>
                  <a:lnTo>
                    <a:pt x="248781" y="283285"/>
                  </a:lnTo>
                  <a:lnTo>
                    <a:pt x="263652" y="282702"/>
                  </a:lnTo>
                  <a:lnTo>
                    <a:pt x="272796" y="282702"/>
                  </a:lnTo>
                  <a:close/>
                </a:path>
              </a:pathLst>
            </a:custGeom>
            <a:solidFill>
              <a:srgbClr val="003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584075" y="1709804"/>
              <a:ext cx="369570" cy="483234"/>
            </a:xfrm>
            <a:custGeom>
              <a:avLst/>
              <a:gdLst/>
              <a:ahLst/>
              <a:cxnLst/>
              <a:rect l="l" t="t" r="r" b="b"/>
              <a:pathLst>
                <a:path w="369570" h="483235">
                  <a:moveTo>
                    <a:pt x="369570" y="0"/>
                  </a:moveTo>
                  <a:lnTo>
                    <a:pt x="369570" y="0"/>
                  </a:lnTo>
                  <a:lnTo>
                    <a:pt x="369570" y="338239"/>
                  </a:lnTo>
                  <a:lnTo>
                    <a:pt x="369570" y="386559"/>
                  </a:lnTo>
                  <a:lnTo>
                    <a:pt x="369570" y="434852"/>
                  </a:lnTo>
                  <a:lnTo>
                    <a:pt x="369570" y="483108"/>
                  </a:lnTo>
                  <a:lnTo>
                    <a:pt x="345126" y="483108"/>
                  </a:lnTo>
                  <a:lnTo>
                    <a:pt x="320897" y="483108"/>
                  </a:lnTo>
                  <a:lnTo>
                    <a:pt x="296810" y="483108"/>
                  </a:lnTo>
                  <a:lnTo>
                    <a:pt x="272796" y="483108"/>
                  </a:lnTo>
                  <a:lnTo>
                    <a:pt x="272796" y="432827"/>
                  </a:lnTo>
                  <a:lnTo>
                    <a:pt x="272796" y="382619"/>
                  </a:lnTo>
                  <a:lnTo>
                    <a:pt x="272796" y="332553"/>
                  </a:lnTo>
                  <a:lnTo>
                    <a:pt x="272796" y="282702"/>
                  </a:lnTo>
                  <a:lnTo>
                    <a:pt x="269748" y="282702"/>
                  </a:lnTo>
                  <a:lnTo>
                    <a:pt x="266700" y="282702"/>
                  </a:lnTo>
                  <a:lnTo>
                    <a:pt x="263652" y="282702"/>
                  </a:lnTo>
                  <a:lnTo>
                    <a:pt x="248781" y="283285"/>
                  </a:lnTo>
                  <a:lnTo>
                    <a:pt x="209478" y="299644"/>
                  </a:lnTo>
                  <a:lnTo>
                    <a:pt x="184404" y="338328"/>
                  </a:lnTo>
                  <a:lnTo>
                    <a:pt x="182118" y="341376"/>
                  </a:lnTo>
                  <a:lnTo>
                    <a:pt x="179832" y="344424"/>
                  </a:lnTo>
                  <a:lnTo>
                    <a:pt x="178308" y="348234"/>
                  </a:lnTo>
                  <a:lnTo>
                    <a:pt x="162198" y="381845"/>
                  </a:lnTo>
                  <a:lnTo>
                    <a:pt x="146018" y="415385"/>
                  </a:lnTo>
                  <a:lnTo>
                    <a:pt x="129980" y="449068"/>
                  </a:lnTo>
                  <a:lnTo>
                    <a:pt x="114300" y="483108"/>
                  </a:lnTo>
                  <a:lnTo>
                    <a:pt x="85725" y="483108"/>
                  </a:lnTo>
                  <a:lnTo>
                    <a:pt x="57150" y="483108"/>
                  </a:lnTo>
                  <a:lnTo>
                    <a:pt x="28575" y="483108"/>
                  </a:lnTo>
                  <a:lnTo>
                    <a:pt x="0" y="483108"/>
                  </a:lnTo>
                  <a:lnTo>
                    <a:pt x="17383" y="447805"/>
                  </a:lnTo>
                  <a:lnTo>
                    <a:pt x="35052" y="412718"/>
                  </a:lnTo>
                  <a:lnTo>
                    <a:pt x="52720" y="377773"/>
                  </a:lnTo>
                  <a:lnTo>
                    <a:pt x="70104" y="342900"/>
                  </a:lnTo>
                  <a:lnTo>
                    <a:pt x="84665" y="315884"/>
                  </a:lnTo>
                  <a:lnTo>
                    <a:pt x="98583" y="295370"/>
                  </a:lnTo>
                  <a:lnTo>
                    <a:pt x="111787" y="281285"/>
                  </a:lnTo>
                  <a:lnTo>
                    <a:pt x="124206" y="273558"/>
                  </a:lnTo>
                  <a:lnTo>
                    <a:pt x="104632" y="269819"/>
                  </a:lnTo>
                  <a:lnTo>
                    <a:pt x="71485" y="249769"/>
                  </a:lnTo>
                  <a:lnTo>
                    <a:pt x="46791" y="213026"/>
                  </a:lnTo>
                  <a:lnTo>
                    <a:pt x="33694" y="165020"/>
                  </a:lnTo>
                  <a:lnTo>
                    <a:pt x="32004" y="137160"/>
                  </a:lnTo>
                  <a:lnTo>
                    <a:pt x="33135" y="114692"/>
                  </a:lnTo>
                  <a:lnTo>
                    <a:pt x="41969" y="74902"/>
                  </a:lnTo>
                  <a:lnTo>
                    <a:pt x="68865" y="29527"/>
                  </a:lnTo>
                  <a:lnTo>
                    <a:pt x="109930" y="6750"/>
                  </a:lnTo>
                  <a:lnTo>
                    <a:pt x="151387" y="726"/>
                  </a:lnTo>
                  <a:lnTo>
                    <a:pt x="225552" y="0"/>
                  </a:lnTo>
                  <a:lnTo>
                    <a:pt x="273558" y="0"/>
                  </a:lnTo>
                  <a:lnTo>
                    <a:pt x="321564" y="0"/>
                  </a:lnTo>
                  <a:lnTo>
                    <a:pt x="369570" y="0"/>
                  </a:lnTo>
                  <a:close/>
                </a:path>
              </a:pathLst>
            </a:custGeom>
            <a:ln w="91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712091" y="1787528"/>
              <a:ext cx="149352" cy="133350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747162" y="3149222"/>
              <a:ext cx="2738627" cy="2756154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058689" y="2955293"/>
              <a:ext cx="2364473" cy="827532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675007" y="6439792"/>
            <a:ext cx="30734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 b="1" spc="-10" dirty="0">
                <a:solidFill>
                  <a:srgbClr val="0068B4"/>
                </a:solidFill>
                <a:latin typeface="Arial"/>
                <a:cs typeface="Arial"/>
              </a:rPr>
              <a:t>11</a:t>
            </a:r>
            <a:endParaRPr sz="2000">
              <a:latin typeface="Arial"/>
              <a:cs typeface="Arial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616602" y="411610"/>
            <a:ext cx="7159625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200" b="1" spc="-5" dirty="0">
                <a:solidFill>
                  <a:srgbClr val="000065"/>
                </a:solidFill>
                <a:latin typeface="Arial"/>
                <a:cs typeface="Arial"/>
              </a:rPr>
              <a:t>Основные</a:t>
            </a:r>
            <a:r>
              <a:rPr sz="2200" b="1" spc="-120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2200" b="1" spc="-5" dirty="0">
                <a:solidFill>
                  <a:srgbClr val="000065"/>
                </a:solidFill>
                <a:latin typeface="Arial"/>
                <a:cs typeface="Arial"/>
              </a:rPr>
              <a:t>цели</a:t>
            </a:r>
            <a:r>
              <a:rPr sz="2200" b="1" spc="-125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2200" b="1" spc="-5" dirty="0">
                <a:solidFill>
                  <a:srgbClr val="000065"/>
                </a:solidFill>
                <a:latin typeface="Arial"/>
                <a:cs typeface="Arial"/>
              </a:rPr>
              <a:t>при</a:t>
            </a:r>
            <a:r>
              <a:rPr sz="2200" b="1" spc="-114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2200" b="1" spc="-5" dirty="0">
                <a:solidFill>
                  <a:srgbClr val="000065"/>
                </a:solidFill>
                <a:latin typeface="Arial"/>
                <a:cs typeface="Arial"/>
              </a:rPr>
              <a:t>разработке</a:t>
            </a:r>
            <a:r>
              <a:rPr sz="2200" b="1" spc="-120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2200" b="1" spc="-5" dirty="0">
                <a:solidFill>
                  <a:srgbClr val="000065"/>
                </a:solidFill>
                <a:latin typeface="Arial"/>
                <a:cs typeface="Arial"/>
              </a:rPr>
              <a:t>новых</a:t>
            </a:r>
            <a:r>
              <a:rPr sz="2200" b="1" spc="-114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2200" b="1" spc="-5" dirty="0">
                <a:solidFill>
                  <a:srgbClr val="000065"/>
                </a:solidFill>
                <a:latin typeface="Arial"/>
                <a:cs typeface="Arial"/>
              </a:rPr>
              <a:t>проектов</a:t>
            </a:r>
            <a:r>
              <a:rPr sz="2200" b="1" spc="-120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2200" b="1" spc="-5" dirty="0">
                <a:solidFill>
                  <a:srgbClr val="000065"/>
                </a:solidFill>
                <a:latin typeface="Arial"/>
                <a:cs typeface="Arial"/>
              </a:rPr>
              <a:t>РУ</a:t>
            </a:r>
            <a:endParaRPr sz="22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96107" y="1117674"/>
            <a:ext cx="7806690" cy="5560060"/>
          </a:xfrm>
          <a:prstGeom prst="rect">
            <a:avLst/>
          </a:prstGeom>
        </p:spPr>
        <p:txBody>
          <a:bodyPr vert="horz" wrap="square" lIns="0" tIns="133985" rIns="0" bIns="0" rtlCol="0">
            <a:spAutoFit/>
          </a:bodyPr>
          <a:lstStyle/>
          <a:p>
            <a:pPr marL="158750" indent="-146685">
              <a:lnSpc>
                <a:spcPct val="100000"/>
              </a:lnSpc>
              <a:spcBef>
                <a:spcPts val="1055"/>
              </a:spcBef>
              <a:buFont typeface="Microsoft Sans Serif"/>
              <a:buChar char="•"/>
              <a:tabLst>
                <a:tab pos="159385" algn="l"/>
              </a:tabLst>
            </a:pP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повышение</a:t>
            </a:r>
            <a:r>
              <a:rPr sz="2000" spc="-16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5" dirty="0">
                <a:solidFill>
                  <a:srgbClr val="000065"/>
                </a:solidFill>
                <a:latin typeface="Trebuchet MS"/>
                <a:cs typeface="Trebuchet MS"/>
              </a:rPr>
              <a:t>единичной</a:t>
            </a:r>
            <a:r>
              <a:rPr sz="2000" spc="-16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мощности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реактора</a:t>
            </a:r>
            <a:r>
              <a:rPr sz="2000" dirty="0">
                <a:solidFill>
                  <a:srgbClr val="000065"/>
                </a:solidFill>
                <a:latin typeface="Calibri"/>
                <a:cs typeface="Calibri"/>
              </a:rPr>
              <a:t>;</a:t>
            </a:r>
            <a:endParaRPr sz="2000">
              <a:latin typeface="Calibri"/>
              <a:cs typeface="Calibri"/>
            </a:endParaRPr>
          </a:p>
          <a:p>
            <a:pPr marL="158750" indent="-146685">
              <a:lnSpc>
                <a:spcPct val="100000"/>
              </a:lnSpc>
              <a:spcBef>
                <a:spcPts val="950"/>
              </a:spcBef>
              <a:buFont typeface="Microsoft Sans Serif"/>
              <a:buChar char="•"/>
              <a:tabLst>
                <a:tab pos="159385" algn="l"/>
              </a:tabLst>
            </a:pP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увеличения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0" dirty="0">
                <a:solidFill>
                  <a:srgbClr val="000065"/>
                </a:solidFill>
                <a:latin typeface="Trebuchet MS"/>
                <a:cs typeface="Trebuchet MS"/>
              </a:rPr>
              <a:t>срока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с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лужб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ы</a:t>
            </a:r>
            <a:r>
              <a:rPr sz="2000" spc="-16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30" dirty="0">
                <a:solidFill>
                  <a:srgbClr val="000065"/>
                </a:solidFill>
                <a:latin typeface="Trebuchet MS"/>
                <a:cs typeface="Trebuchet MS"/>
              </a:rPr>
              <a:t>о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сновного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оборудования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60" dirty="0">
                <a:solidFill>
                  <a:srgbClr val="000065"/>
                </a:solidFill>
                <a:latin typeface="Trebuchet MS"/>
                <a:cs typeface="Trebuchet MS"/>
              </a:rPr>
              <a:t>Р</a:t>
            </a:r>
            <a:r>
              <a:rPr sz="2000" spc="170" dirty="0">
                <a:solidFill>
                  <a:srgbClr val="000065"/>
                </a:solidFill>
                <a:latin typeface="Trebuchet MS"/>
                <a:cs typeface="Trebuchet MS"/>
              </a:rPr>
              <a:t>У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;</a:t>
            </a:r>
            <a:endParaRPr sz="2000">
              <a:latin typeface="Calibri"/>
              <a:cs typeface="Calibri"/>
            </a:endParaRPr>
          </a:p>
          <a:p>
            <a:pPr marL="158750" indent="-146685">
              <a:lnSpc>
                <a:spcPct val="100000"/>
              </a:lnSpc>
              <a:spcBef>
                <a:spcPts val="950"/>
              </a:spcBef>
              <a:buFont typeface="Microsoft Sans Serif"/>
              <a:buChar char="•"/>
              <a:tabLst>
                <a:tab pos="159385" algn="l"/>
              </a:tabLst>
            </a:pP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повышение</a:t>
            </a:r>
            <a:r>
              <a:rPr sz="2000" spc="-16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60" dirty="0">
                <a:solidFill>
                  <a:srgbClr val="000065"/>
                </a:solidFill>
                <a:latin typeface="Trebuchet MS"/>
                <a:cs typeface="Trebuchet MS"/>
              </a:rPr>
              <a:t>К</a:t>
            </a:r>
            <a:r>
              <a:rPr sz="2000" spc="120" dirty="0">
                <a:solidFill>
                  <a:srgbClr val="000065"/>
                </a:solidFill>
                <a:latin typeface="Trebuchet MS"/>
                <a:cs typeface="Trebuchet MS"/>
              </a:rPr>
              <a:t>ИУ</a:t>
            </a:r>
            <a:r>
              <a:rPr sz="2000" spc="130" dirty="0">
                <a:solidFill>
                  <a:srgbClr val="000065"/>
                </a:solidFill>
                <a:latin typeface="Trebuchet MS"/>
                <a:cs typeface="Trebuchet MS"/>
              </a:rPr>
              <a:t>М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;</a:t>
            </a:r>
            <a:endParaRPr sz="2000">
              <a:latin typeface="Calibri"/>
              <a:cs typeface="Calibri"/>
            </a:endParaRPr>
          </a:p>
          <a:p>
            <a:pPr marL="12700" marR="164465" algn="just">
              <a:lnSpc>
                <a:spcPct val="119900"/>
              </a:lnSpc>
              <a:spcBef>
                <a:spcPts val="470"/>
              </a:spcBef>
              <a:buFont typeface="Microsoft Sans Serif"/>
              <a:buChar char="•"/>
              <a:tabLst>
                <a:tab pos="159385" algn="l"/>
              </a:tabLst>
            </a:pP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дальнейше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е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совершенствовани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е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систем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40" dirty="0">
                <a:solidFill>
                  <a:srgbClr val="000065"/>
                </a:solidFill>
                <a:latin typeface="Trebuchet MS"/>
                <a:cs typeface="Trebuchet MS"/>
              </a:rPr>
              <a:t>б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езопасност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и</a:t>
            </a:r>
            <a:r>
              <a:rPr sz="2000" spc="-16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с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30" dirty="0">
                <a:solidFill>
                  <a:srgbClr val="000065"/>
                </a:solidFill>
                <a:latin typeface="Trebuchet MS"/>
                <a:cs typeface="Trebuchet MS"/>
              </a:rPr>
              <a:t>целью  </a:t>
            </a:r>
            <a:r>
              <a:rPr sz="2000" spc="-15" dirty="0">
                <a:solidFill>
                  <a:srgbClr val="000065"/>
                </a:solidFill>
                <a:latin typeface="Trebuchet MS"/>
                <a:cs typeface="Trebuchet MS"/>
              </a:rPr>
              <a:t>ограничения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доз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облучения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персонала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30" dirty="0">
                <a:solidFill>
                  <a:srgbClr val="000065"/>
                </a:solidFill>
                <a:latin typeface="Trebuchet MS"/>
                <a:cs typeface="Trebuchet MS"/>
              </a:rPr>
              <a:t>и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30" dirty="0">
                <a:solidFill>
                  <a:srgbClr val="000065"/>
                </a:solidFill>
                <a:latin typeface="Trebuchet MS"/>
                <a:cs typeface="Trebuchet MS"/>
              </a:rPr>
              <a:t>выхода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радиоактивных </a:t>
            </a:r>
            <a:r>
              <a:rPr sz="2000" spc="-59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веществ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в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окружающую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среду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в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условиях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30" dirty="0">
                <a:solidFill>
                  <a:srgbClr val="000065"/>
                </a:solidFill>
                <a:latin typeface="Trebuchet MS"/>
                <a:cs typeface="Trebuchet MS"/>
              </a:rPr>
              <a:t>НЭ</a:t>
            </a:r>
            <a:r>
              <a:rPr sz="2000" spc="130" dirty="0">
                <a:solidFill>
                  <a:srgbClr val="000065"/>
                </a:solidFill>
                <a:latin typeface="Calibri"/>
                <a:cs typeface="Calibri"/>
              </a:rPr>
              <a:t>,</a:t>
            </a:r>
            <a:r>
              <a:rPr sz="2000" dirty="0">
                <a:solidFill>
                  <a:srgbClr val="000065"/>
                </a:solidFill>
                <a:latin typeface="Calibri"/>
                <a:cs typeface="Calibri"/>
              </a:rPr>
              <a:t> </a:t>
            </a:r>
            <a:r>
              <a:rPr sz="2000" spc="100" dirty="0">
                <a:solidFill>
                  <a:srgbClr val="000065"/>
                </a:solidFill>
                <a:latin typeface="Trebuchet MS"/>
                <a:cs typeface="Trebuchet MS"/>
              </a:rPr>
              <a:t>ПА</a:t>
            </a:r>
            <a:r>
              <a:rPr sz="2000" spc="100" dirty="0">
                <a:solidFill>
                  <a:srgbClr val="000065"/>
                </a:solidFill>
                <a:latin typeface="Calibri"/>
                <a:cs typeface="Calibri"/>
              </a:rPr>
              <a:t>,</a:t>
            </a:r>
            <a:r>
              <a:rPr sz="2000" dirty="0">
                <a:solidFill>
                  <a:srgbClr val="000065"/>
                </a:solidFill>
                <a:latin typeface="Calibri"/>
                <a:cs typeface="Calibri"/>
              </a:rPr>
              <a:t> </a:t>
            </a:r>
            <a:r>
              <a:rPr sz="2000" spc="114" dirty="0">
                <a:solidFill>
                  <a:srgbClr val="000065"/>
                </a:solidFill>
                <a:latin typeface="Trebuchet MS"/>
                <a:cs typeface="Trebuchet MS"/>
              </a:rPr>
              <a:t>ЗПА</a:t>
            </a:r>
            <a:r>
              <a:rPr sz="2000" spc="114" dirty="0">
                <a:solidFill>
                  <a:srgbClr val="000065"/>
                </a:solidFill>
                <a:latin typeface="Calibri"/>
                <a:cs typeface="Calibri"/>
              </a:rPr>
              <a:t>;</a:t>
            </a:r>
            <a:endParaRPr sz="2000">
              <a:latin typeface="Calibri"/>
              <a:cs typeface="Calibri"/>
            </a:endParaRPr>
          </a:p>
          <a:p>
            <a:pPr marL="158750" indent="-146685" algn="just">
              <a:lnSpc>
                <a:spcPct val="100000"/>
              </a:lnSpc>
              <a:spcBef>
                <a:spcPts val="950"/>
              </a:spcBef>
              <a:buFont typeface="Microsoft Sans Serif"/>
              <a:buChar char="•"/>
              <a:tabLst>
                <a:tab pos="159385" algn="l"/>
              </a:tabLst>
            </a:pP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уменьшение</a:t>
            </a:r>
            <a:r>
              <a:rPr sz="2000" spc="-16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30" dirty="0">
                <a:solidFill>
                  <a:srgbClr val="000065"/>
                </a:solidFill>
                <a:latin typeface="Trebuchet MS"/>
                <a:cs typeface="Trebuchet MS"/>
              </a:rPr>
              <a:t>объема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радиоактивны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х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отходо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в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;</a:t>
            </a:r>
            <a:endParaRPr sz="2000">
              <a:latin typeface="Calibri"/>
              <a:cs typeface="Calibri"/>
            </a:endParaRPr>
          </a:p>
          <a:p>
            <a:pPr marL="12700" marR="517525">
              <a:lnSpc>
                <a:spcPct val="119900"/>
              </a:lnSpc>
              <a:spcBef>
                <a:spcPts val="470"/>
              </a:spcBef>
              <a:buFont typeface="Microsoft Sans Serif"/>
              <a:buChar char="•"/>
              <a:tabLst>
                <a:tab pos="159385" algn="l"/>
              </a:tabLst>
            </a:pPr>
            <a:r>
              <a:rPr sz="2000" spc="-15" dirty="0">
                <a:solidFill>
                  <a:srgbClr val="000065"/>
                </a:solidFill>
                <a:latin typeface="Trebuchet MS"/>
                <a:cs typeface="Trebuchet MS"/>
              </a:rPr>
              <a:t>исключение </a:t>
            </a:r>
            <a:r>
              <a:rPr sz="2000" spc="-10" dirty="0">
                <a:solidFill>
                  <a:srgbClr val="000065"/>
                </a:solidFill>
                <a:latin typeface="Trebuchet MS"/>
                <a:cs typeface="Trebuchet MS"/>
              </a:rPr>
              <a:t>возможности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внезапных 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больших разрывов </a:t>
            </a:r>
            <a:r>
              <a:rPr sz="2000" spc="3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трубопроводов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первого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0" dirty="0">
                <a:solidFill>
                  <a:srgbClr val="000065"/>
                </a:solidFill>
                <a:latin typeface="Trebuchet MS"/>
                <a:cs typeface="Trebuchet MS"/>
              </a:rPr>
              <a:t>контура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40" dirty="0">
                <a:solidFill>
                  <a:srgbClr val="000065"/>
                </a:solidFill>
                <a:latin typeface="Trebuchet MS"/>
                <a:cs typeface="Trebuchet MS"/>
              </a:rPr>
              <a:t>за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счет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внедрения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5" dirty="0">
                <a:solidFill>
                  <a:srgbClr val="000065"/>
                </a:solidFill>
                <a:latin typeface="Trebuchet MS"/>
                <a:cs typeface="Trebuchet MS"/>
              </a:rPr>
              <a:t>концепции </a:t>
            </a:r>
            <a:r>
              <a:rPr sz="2000" spc="-58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85" dirty="0">
                <a:solidFill>
                  <a:srgbClr val="000065"/>
                </a:solidFill>
                <a:latin typeface="Trebuchet MS"/>
                <a:cs typeface="Trebuchet MS"/>
              </a:rPr>
              <a:t>ТПР</a:t>
            </a:r>
            <a:r>
              <a:rPr sz="2000" spc="85" dirty="0">
                <a:solidFill>
                  <a:srgbClr val="000065"/>
                </a:solidFill>
                <a:latin typeface="Calibri"/>
                <a:cs typeface="Calibri"/>
              </a:rPr>
              <a:t>;</a:t>
            </a:r>
            <a:endParaRPr sz="2000">
              <a:latin typeface="Calibri"/>
              <a:cs typeface="Calibri"/>
            </a:endParaRPr>
          </a:p>
          <a:p>
            <a:pPr marL="12700" marR="5080">
              <a:lnSpc>
                <a:spcPct val="119700"/>
              </a:lnSpc>
              <a:spcBef>
                <a:spcPts val="475"/>
              </a:spcBef>
              <a:buFont typeface="Microsoft Sans Serif"/>
              <a:buChar char="•"/>
              <a:tabLst>
                <a:tab pos="159385" algn="l"/>
              </a:tabLst>
            </a:pP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максимальное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удовлетворение требований 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потенциального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5" dirty="0">
                <a:solidFill>
                  <a:srgbClr val="000065"/>
                </a:solidFill>
                <a:latin typeface="Trebuchet MS"/>
                <a:cs typeface="Trebuchet MS"/>
              </a:rPr>
              <a:t>заказчика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по</a:t>
            </a:r>
            <a:r>
              <a:rPr sz="2000" spc="-14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качеству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,</a:t>
            </a:r>
            <a:r>
              <a:rPr sz="2000" dirty="0">
                <a:solidFill>
                  <a:srgbClr val="000065"/>
                </a:solidFill>
                <a:latin typeface="Calibri"/>
                <a:cs typeface="Calibri"/>
              </a:rPr>
              <a:t> 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обоснованности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проекта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,</a:t>
            </a:r>
            <a:r>
              <a:rPr sz="2000" spc="5" dirty="0">
                <a:solidFill>
                  <a:srgbClr val="000065"/>
                </a:solidFill>
                <a:latin typeface="Calibri"/>
                <a:cs typeface="Calibri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потребительским </a:t>
            </a:r>
            <a:r>
              <a:rPr sz="2000" spc="-58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свойствам </a:t>
            </a:r>
            <a:r>
              <a:rPr sz="2000" spc="160" dirty="0">
                <a:solidFill>
                  <a:srgbClr val="000065"/>
                </a:solidFill>
                <a:latin typeface="Trebuchet MS"/>
                <a:cs typeface="Trebuchet MS"/>
              </a:rPr>
              <a:t>РУ 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в составе 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энергоблока </a:t>
            </a:r>
            <a:r>
              <a:rPr sz="2000" spc="-80" dirty="0">
                <a:solidFill>
                  <a:srgbClr val="000065"/>
                </a:solidFill>
                <a:latin typeface="Calibri"/>
                <a:cs typeface="Calibri"/>
              </a:rPr>
              <a:t>(</a:t>
            </a:r>
            <a:r>
              <a:rPr sz="2000" spc="-80" dirty="0">
                <a:solidFill>
                  <a:srgbClr val="000065"/>
                </a:solidFill>
                <a:latin typeface="Trebuchet MS"/>
                <a:cs typeface="Trebuchet MS"/>
              </a:rPr>
              <a:t>к </a:t>
            </a:r>
            <a:r>
              <a:rPr sz="2000" spc="-10" dirty="0">
                <a:solidFill>
                  <a:srgbClr val="000065"/>
                </a:solidFill>
                <a:latin typeface="Trebuchet MS"/>
                <a:cs typeface="Trebuchet MS"/>
              </a:rPr>
              <a:t>примеру</a:t>
            </a:r>
            <a:r>
              <a:rPr sz="2000" spc="-10" dirty="0">
                <a:solidFill>
                  <a:srgbClr val="000065"/>
                </a:solidFill>
                <a:latin typeface="Calibri"/>
                <a:cs typeface="Calibri"/>
              </a:rPr>
              <a:t>, 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требование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по 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маневренности</a:t>
            </a:r>
            <a:r>
              <a:rPr sz="2000" spc="5" dirty="0">
                <a:solidFill>
                  <a:srgbClr val="000065"/>
                </a:solidFill>
                <a:latin typeface="Calibri"/>
                <a:cs typeface="Calibri"/>
              </a:rPr>
              <a:t>,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 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использование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60" dirty="0">
                <a:solidFill>
                  <a:srgbClr val="000065"/>
                </a:solidFill>
                <a:latin typeface="Trebuchet MS"/>
                <a:cs typeface="Trebuchet MS"/>
              </a:rPr>
              <a:t>МОХ</a:t>
            </a:r>
            <a:r>
              <a:rPr sz="2000" spc="60" dirty="0">
                <a:solidFill>
                  <a:srgbClr val="000065"/>
                </a:solidFill>
                <a:latin typeface="Calibri"/>
                <a:cs typeface="Calibri"/>
              </a:rPr>
              <a:t>‐</a:t>
            </a:r>
            <a:r>
              <a:rPr sz="2000" spc="60" dirty="0">
                <a:solidFill>
                  <a:srgbClr val="000065"/>
                </a:solidFill>
                <a:latin typeface="Trebuchet MS"/>
                <a:cs typeface="Trebuchet MS"/>
              </a:rPr>
              <a:t>топлива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30" dirty="0">
                <a:solidFill>
                  <a:srgbClr val="000065"/>
                </a:solidFill>
                <a:latin typeface="Trebuchet MS"/>
                <a:cs typeface="Trebuchet MS"/>
              </a:rPr>
              <a:t>и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др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.), </a:t>
            </a:r>
            <a:r>
              <a:rPr sz="2000" spc="-10" dirty="0">
                <a:solidFill>
                  <a:srgbClr val="000065"/>
                </a:solidFill>
                <a:latin typeface="Trebuchet MS"/>
                <a:cs typeface="Trebuchet MS"/>
              </a:rPr>
              <a:t>надежности</a:t>
            </a:r>
            <a:endParaRPr sz="20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675007" y="6439792"/>
            <a:ext cx="30734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 b="1" spc="-10" dirty="0">
                <a:solidFill>
                  <a:srgbClr val="0068B4"/>
                </a:solidFill>
                <a:latin typeface="Arial"/>
                <a:cs typeface="Arial"/>
              </a:rPr>
              <a:t>14</a:t>
            </a:r>
            <a:endParaRPr sz="2000">
              <a:latin typeface="Arial"/>
              <a:cs typeface="Arial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180482" y="189868"/>
            <a:ext cx="577088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b="1" spc="-10" dirty="0">
                <a:solidFill>
                  <a:srgbClr val="000065"/>
                </a:solidFill>
                <a:latin typeface="Arial"/>
                <a:cs typeface="Arial"/>
              </a:rPr>
              <a:t>Проектные</a:t>
            </a:r>
            <a:r>
              <a:rPr b="1" spc="-175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b="1" spc="-5" dirty="0">
                <a:solidFill>
                  <a:srgbClr val="000065"/>
                </a:solidFill>
                <a:latin typeface="Arial"/>
                <a:cs typeface="Arial"/>
              </a:rPr>
              <a:t>основы</a:t>
            </a:r>
            <a:r>
              <a:rPr b="1" spc="-180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b="1" dirty="0">
                <a:solidFill>
                  <a:srgbClr val="000065"/>
                </a:solidFill>
                <a:latin typeface="Arial"/>
                <a:cs typeface="Arial"/>
              </a:rPr>
              <a:t>РУ</a:t>
            </a:r>
            <a:r>
              <a:rPr b="1" spc="-175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b="1" spc="-10" dirty="0">
                <a:solidFill>
                  <a:srgbClr val="000065"/>
                </a:solidFill>
                <a:latin typeface="Arial"/>
                <a:cs typeface="Arial"/>
              </a:rPr>
              <a:t>ВВЭР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593237" y="986920"/>
            <a:ext cx="596709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65" dirty="0">
                <a:solidFill>
                  <a:srgbClr val="FF0000"/>
                </a:solidFill>
                <a:latin typeface="Trebuchet MS"/>
                <a:cs typeface="Trebuchet MS"/>
              </a:rPr>
              <a:t>Свойства</a:t>
            </a:r>
            <a:r>
              <a:rPr sz="2400" spc="-190" dirty="0">
                <a:solidFill>
                  <a:srgbClr val="FF0000"/>
                </a:solidFill>
                <a:latin typeface="Trebuchet MS"/>
                <a:cs typeface="Trebuchet MS"/>
              </a:rPr>
              <a:t> </a:t>
            </a:r>
            <a:r>
              <a:rPr sz="2400" dirty="0">
                <a:solidFill>
                  <a:srgbClr val="FF0000"/>
                </a:solidFill>
                <a:latin typeface="Trebuchet MS"/>
                <a:cs typeface="Trebuchet MS"/>
              </a:rPr>
              <a:t>внутренней</a:t>
            </a:r>
            <a:r>
              <a:rPr sz="2400" spc="-190" dirty="0">
                <a:solidFill>
                  <a:srgbClr val="FF0000"/>
                </a:solidFill>
                <a:latin typeface="Trebuchet MS"/>
                <a:cs typeface="Trebuchet MS"/>
              </a:rPr>
              <a:t> </a:t>
            </a:r>
            <a:r>
              <a:rPr sz="2400" spc="30" dirty="0">
                <a:solidFill>
                  <a:srgbClr val="FF0000"/>
                </a:solidFill>
                <a:latin typeface="Trebuchet MS"/>
                <a:cs typeface="Trebuchet MS"/>
              </a:rPr>
              <a:t>самозащищенности</a:t>
            </a:r>
            <a:endParaRPr sz="2400">
              <a:latin typeface="Trebuchet MS"/>
              <a:cs typeface="Trebuchet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55137" y="1619086"/>
            <a:ext cx="8083550" cy="50145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marR="730885" indent="-343535">
              <a:lnSpc>
                <a:spcPct val="120000"/>
              </a:lnSpc>
              <a:spcBef>
                <a:spcPts val="100"/>
              </a:spcBef>
              <a:buClr>
                <a:srgbClr val="002060"/>
              </a:buClr>
              <a:buFont typeface="Microsoft Sans Serif"/>
              <a:buChar char="•"/>
              <a:tabLst>
                <a:tab pos="354965" algn="l"/>
                <a:tab pos="356235" algn="l"/>
              </a:tabLst>
            </a:pPr>
            <a:r>
              <a:rPr sz="2000" spc="30" dirty="0">
                <a:solidFill>
                  <a:srgbClr val="000065"/>
                </a:solidFill>
                <a:latin typeface="Trebuchet MS"/>
                <a:cs typeface="Trebuchet MS"/>
              </a:rPr>
              <a:t>срабатывание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органов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регулирования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в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25" dirty="0">
                <a:solidFill>
                  <a:srgbClr val="000065"/>
                </a:solidFill>
                <a:latin typeface="Trebuchet MS"/>
                <a:cs typeface="Trebuchet MS"/>
              </a:rPr>
              <a:t>режиме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аварийной </a:t>
            </a:r>
            <a:r>
              <a:rPr sz="2000" spc="-59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30" dirty="0">
                <a:solidFill>
                  <a:srgbClr val="000065"/>
                </a:solidFill>
                <a:latin typeface="Trebuchet MS"/>
                <a:cs typeface="Trebuchet MS"/>
              </a:rPr>
              <a:t>защит</a:t>
            </a:r>
            <a:r>
              <a:rPr sz="2000" spc="45" dirty="0">
                <a:solidFill>
                  <a:srgbClr val="000065"/>
                </a:solidFill>
                <a:latin typeface="Trebuchet MS"/>
                <a:cs typeface="Trebuchet MS"/>
              </a:rPr>
              <a:t>ы</a:t>
            </a:r>
            <a:r>
              <a:rPr sz="2000" spc="-16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30" dirty="0">
                <a:solidFill>
                  <a:srgbClr val="000065"/>
                </a:solidFill>
                <a:latin typeface="Trebuchet MS"/>
                <a:cs typeface="Trebuchet MS"/>
              </a:rPr>
              <a:t>на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основ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е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гравитационны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х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с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ил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;</a:t>
            </a:r>
            <a:endParaRPr sz="2000">
              <a:latin typeface="Calibri"/>
              <a:cs typeface="Calibri"/>
            </a:endParaRPr>
          </a:p>
          <a:p>
            <a:pPr marL="355600" marR="384810" indent="-343535">
              <a:lnSpc>
                <a:spcPct val="119700"/>
              </a:lnSpc>
              <a:spcBef>
                <a:spcPts val="475"/>
              </a:spcBef>
              <a:buClr>
                <a:srgbClr val="002060"/>
              </a:buClr>
              <a:buFont typeface="Microsoft Sans Serif"/>
              <a:buChar char="•"/>
              <a:tabLst>
                <a:tab pos="354965" algn="l"/>
                <a:tab pos="356235" algn="l"/>
              </a:tabLst>
            </a:pP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самоограничение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энерговыделения </a:t>
            </a:r>
            <a:r>
              <a:rPr sz="2000" spc="-15" dirty="0">
                <a:solidFill>
                  <a:srgbClr val="000065"/>
                </a:solidFill>
                <a:latin typeface="Trebuchet MS"/>
                <a:cs typeface="Trebuchet MS"/>
              </a:rPr>
              <a:t>активной 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зоны </a:t>
            </a:r>
            <a:r>
              <a:rPr sz="2000" spc="40" dirty="0">
                <a:solidFill>
                  <a:srgbClr val="000065"/>
                </a:solidFill>
                <a:latin typeface="Trebuchet MS"/>
                <a:cs typeface="Trebuchet MS"/>
              </a:rPr>
              <a:t>за 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счет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отрицательных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коэффициентов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реактивности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по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температуре </a:t>
            </a:r>
            <a:r>
              <a:rPr sz="2000" spc="-59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топлив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а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30" dirty="0">
                <a:solidFill>
                  <a:srgbClr val="000065"/>
                </a:solidFill>
                <a:latin typeface="Trebuchet MS"/>
                <a:cs typeface="Trebuchet MS"/>
              </a:rPr>
              <a:t>и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теплоносителя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,</a:t>
            </a:r>
            <a:r>
              <a:rPr sz="2000" dirty="0">
                <a:solidFill>
                  <a:srgbClr val="000065"/>
                </a:solidFill>
                <a:latin typeface="Calibri"/>
                <a:cs typeface="Calibri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по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мощност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и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;</a:t>
            </a:r>
            <a:endParaRPr sz="2000">
              <a:latin typeface="Calibri"/>
              <a:cs typeface="Calibri"/>
            </a:endParaRPr>
          </a:p>
          <a:p>
            <a:pPr marL="355600" marR="224154" indent="-342900">
              <a:lnSpc>
                <a:spcPct val="119700"/>
              </a:lnSpc>
              <a:spcBef>
                <a:spcPts val="480"/>
              </a:spcBef>
              <a:buClr>
                <a:srgbClr val="002060"/>
              </a:buClr>
              <a:buFont typeface="Microsoft Sans Serif"/>
              <a:buChar char="•"/>
              <a:tabLst>
                <a:tab pos="355600" algn="l"/>
                <a:tab pos="356235" algn="l"/>
              </a:tabLst>
            </a:pP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отсутствие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5" dirty="0">
                <a:solidFill>
                  <a:srgbClr val="000065"/>
                </a:solidFill>
                <a:latin typeface="Trebuchet MS"/>
                <a:cs typeface="Trebuchet MS"/>
              </a:rPr>
              <a:t>врезок</a:t>
            </a:r>
            <a:r>
              <a:rPr sz="2000" spc="-14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30" dirty="0">
                <a:solidFill>
                  <a:srgbClr val="000065"/>
                </a:solidFill>
                <a:latin typeface="Trebuchet MS"/>
                <a:cs typeface="Trebuchet MS"/>
              </a:rPr>
              <a:t>и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отверстий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45" dirty="0">
                <a:solidFill>
                  <a:srgbClr val="000065"/>
                </a:solidFill>
                <a:latin typeface="Trebuchet MS"/>
                <a:cs typeface="Trebuchet MS"/>
              </a:rPr>
              <a:t>ниже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главных</a:t>
            </a:r>
            <a:r>
              <a:rPr sz="2000" spc="-14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патрубков</a:t>
            </a:r>
            <a:r>
              <a:rPr sz="2000" spc="-14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0" dirty="0">
                <a:solidFill>
                  <a:srgbClr val="000065"/>
                </a:solidFill>
                <a:latin typeface="Trebuchet MS"/>
                <a:cs typeface="Trebuchet MS"/>
              </a:rPr>
              <a:t>корпуса </a:t>
            </a:r>
            <a:r>
              <a:rPr sz="2000" spc="-58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реактора </a:t>
            </a:r>
            <a:r>
              <a:rPr sz="2000" spc="-15" dirty="0">
                <a:solidFill>
                  <a:srgbClr val="000065"/>
                </a:solidFill>
                <a:latin typeface="Trebuchet MS"/>
                <a:cs typeface="Trebuchet MS"/>
              </a:rPr>
              <a:t>и</a:t>
            </a:r>
            <a:r>
              <a:rPr sz="2000" spc="-15" dirty="0">
                <a:solidFill>
                  <a:srgbClr val="000065"/>
                </a:solidFill>
                <a:latin typeface="Calibri"/>
                <a:cs typeface="Calibri"/>
              </a:rPr>
              <a:t>,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соответственно</a:t>
            </a:r>
            <a:r>
              <a:rPr sz="2000" spc="10" dirty="0">
                <a:solidFill>
                  <a:srgbClr val="000065"/>
                </a:solidFill>
                <a:latin typeface="Calibri"/>
                <a:cs typeface="Calibri"/>
              </a:rPr>
              <a:t>, </a:t>
            </a:r>
            <a:r>
              <a:rPr sz="2000" spc="-45" dirty="0">
                <a:solidFill>
                  <a:srgbClr val="000065"/>
                </a:solidFill>
                <a:latin typeface="Trebuchet MS"/>
                <a:cs typeface="Trebuchet MS"/>
              </a:rPr>
              <a:t>ниже 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верхней </a:t>
            </a:r>
            <a:r>
              <a:rPr sz="2000" spc="-20" dirty="0">
                <a:solidFill>
                  <a:srgbClr val="000065"/>
                </a:solidFill>
                <a:latin typeface="Trebuchet MS"/>
                <a:cs typeface="Trebuchet MS"/>
              </a:rPr>
              <a:t>отметки </a:t>
            </a:r>
            <a:r>
              <a:rPr sz="2000" spc="-15" dirty="0">
                <a:solidFill>
                  <a:srgbClr val="000065"/>
                </a:solidFill>
                <a:latin typeface="Trebuchet MS"/>
                <a:cs typeface="Trebuchet MS"/>
              </a:rPr>
              <a:t>активной </a:t>
            </a:r>
            <a:r>
              <a:rPr sz="2000" spc="-1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зоны</a:t>
            </a:r>
            <a:r>
              <a:rPr sz="2000" spc="15" dirty="0">
                <a:solidFill>
                  <a:srgbClr val="000065"/>
                </a:solidFill>
                <a:latin typeface="Calibri"/>
                <a:cs typeface="Calibri"/>
              </a:rPr>
              <a:t>;</a:t>
            </a:r>
            <a:endParaRPr sz="2000">
              <a:latin typeface="Calibri"/>
              <a:cs typeface="Calibri"/>
            </a:endParaRPr>
          </a:p>
          <a:p>
            <a:pPr marL="355600" marR="38100" indent="-343535">
              <a:lnSpc>
                <a:spcPct val="119700"/>
              </a:lnSpc>
              <a:spcBef>
                <a:spcPts val="475"/>
              </a:spcBef>
              <a:buClr>
                <a:srgbClr val="002060"/>
              </a:buClr>
              <a:buFont typeface="Microsoft Sans Serif"/>
              <a:buChar char="•"/>
              <a:tabLst>
                <a:tab pos="354965" algn="l"/>
                <a:tab pos="356235" algn="l"/>
              </a:tabLst>
            </a:pP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применение</a:t>
            </a:r>
            <a:r>
              <a:rPr sz="2000" spc="-16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пассивных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элементов</a:t>
            </a:r>
            <a:r>
              <a:rPr sz="2000" spc="10" dirty="0">
                <a:solidFill>
                  <a:srgbClr val="000065"/>
                </a:solidFill>
                <a:latin typeface="Calibri"/>
                <a:cs typeface="Calibri"/>
              </a:rPr>
              <a:t>,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 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отсечных</a:t>
            </a:r>
            <a:r>
              <a:rPr sz="2000" spc="5" dirty="0">
                <a:solidFill>
                  <a:srgbClr val="000065"/>
                </a:solidFill>
                <a:latin typeface="Calibri"/>
                <a:cs typeface="Calibri"/>
              </a:rPr>
              <a:t>,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ограничительных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30" dirty="0">
                <a:solidFill>
                  <a:srgbClr val="000065"/>
                </a:solidFill>
                <a:latin typeface="Trebuchet MS"/>
                <a:cs typeface="Trebuchet MS"/>
              </a:rPr>
              <a:t>и </a:t>
            </a:r>
            <a:r>
              <a:rPr sz="2000" spc="-58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сбро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с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ных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устройст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в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;</a:t>
            </a:r>
            <a:endParaRPr sz="2000">
              <a:latin typeface="Calibri"/>
              <a:cs typeface="Calibri"/>
            </a:endParaRPr>
          </a:p>
          <a:p>
            <a:pPr marL="355600" marR="5080" indent="-343535">
              <a:lnSpc>
                <a:spcPct val="119700"/>
              </a:lnSpc>
              <a:spcBef>
                <a:spcPts val="480"/>
              </a:spcBef>
              <a:buClr>
                <a:srgbClr val="002060"/>
              </a:buClr>
              <a:buFont typeface="Microsoft Sans Serif"/>
              <a:buChar char="•"/>
              <a:tabLst>
                <a:tab pos="354965" algn="l"/>
                <a:tab pos="356235" algn="l"/>
              </a:tabLst>
            </a:pP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использование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5" dirty="0">
                <a:solidFill>
                  <a:srgbClr val="000065"/>
                </a:solidFill>
                <a:latin typeface="Trebuchet MS"/>
                <a:cs typeface="Trebuchet MS"/>
              </a:rPr>
              <a:t>инерционного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выбега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специальных</a:t>
            </a:r>
            <a:r>
              <a:rPr sz="2000" spc="-14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маховых</a:t>
            </a:r>
            <a:r>
              <a:rPr sz="2000" spc="-13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масс </a:t>
            </a:r>
            <a:r>
              <a:rPr sz="2000" spc="-59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20" dirty="0">
                <a:solidFill>
                  <a:srgbClr val="000065"/>
                </a:solidFill>
                <a:latin typeface="Trebuchet MS"/>
                <a:cs typeface="Trebuchet MS"/>
              </a:rPr>
              <a:t>ГЦНА 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для 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обеспечения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необходимого </a:t>
            </a:r>
            <a:r>
              <a:rPr sz="2000" spc="30" dirty="0">
                <a:solidFill>
                  <a:srgbClr val="000065"/>
                </a:solidFill>
                <a:latin typeface="Trebuchet MS"/>
                <a:cs typeface="Trebuchet MS"/>
              </a:rPr>
              <a:t>спада 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расхода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через 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0" dirty="0">
                <a:solidFill>
                  <a:srgbClr val="000065"/>
                </a:solidFill>
                <a:latin typeface="Trebuchet MS"/>
                <a:cs typeface="Trebuchet MS"/>
              </a:rPr>
              <a:t>активну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ю</a:t>
            </a:r>
            <a:r>
              <a:rPr sz="2000" spc="-16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зон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у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5" dirty="0">
                <a:solidFill>
                  <a:srgbClr val="000065"/>
                </a:solidFill>
                <a:latin typeface="Trebuchet MS"/>
                <a:cs typeface="Trebuchet MS"/>
              </a:rPr>
              <a:t>при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30" dirty="0">
                <a:solidFill>
                  <a:srgbClr val="000065"/>
                </a:solidFill>
                <a:latin typeface="Trebuchet MS"/>
                <a:cs typeface="Trebuchet MS"/>
              </a:rPr>
              <a:t>о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бесточивани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и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.</a:t>
            </a:r>
            <a:endParaRPr sz="20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031130" y="221872"/>
            <a:ext cx="577088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b="1" spc="-10" dirty="0">
                <a:solidFill>
                  <a:srgbClr val="000065"/>
                </a:solidFill>
                <a:latin typeface="Arial"/>
                <a:cs typeface="Arial"/>
              </a:rPr>
              <a:t>Проектные</a:t>
            </a:r>
            <a:r>
              <a:rPr b="1" spc="-175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b="1" spc="-5" dirty="0">
                <a:solidFill>
                  <a:srgbClr val="000065"/>
                </a:solidFill>
                <a:latin typeface="Arial"/>
                <a:cs typeface="Arial"/>
              </a:rPr>
              <a:t>основы</a:t>
            </a:r>
            <a:r>
              <a:rPr b="1" spc="-180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b="1" dirty="0">
                <a:solidFill>
                  <a:srgbClr val="000065"/>
                </a:solidFill>
                <a:latin typeface="Arial"/>
                <a:cs typeface="Arial"/>
              </a:rPr>
              <a:t>РУ</a:t>
            </a:r>
            <a:r>
              <a:rPr b="1" spc="-175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b="1" spc="-10" dirty="0">
                <a:solidFill>
                  <a:srgbClr val="000065"/>
                </a:solidFill>
                <a:latin typeface="Arial"/>
                <a:cs typeface="Arial"/>
              </a:rPr>
              <a:t>ВВЭР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639702" y="6408203"/>
            <a:ext cx="368300" cy="365125"/>
          </a:xfrm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47625">
              <a:lnSpc>
                <a:spcPct val="100000"/>
              </a:lnSpc>
              <a:spcBef>
                <a:spcPts val="345"/>
              </a:spcBef>
            </a:pPr>
            <a:fld id="{81D60167-4931-47E6-BA6A-407CBD079E47}" type="slidenum">
              <a:rPr sz="2000" b="1" spc="-5" dirty="0">
                <a:solidFill>
                  <a:srgbClr val="0068B4"/>
                </a:solidFill>
                <a:latin typeface="Arial"/>
                <a:cs typeface="Arial"/>
              </a:rPr>
              <a:t>4</a:t>
            </a:fld>
            <a:endParaRPr sz="20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55137" y="986920"/>
            <a:ext cx="8087995" cy="49168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</a:pPr>
            <a:r>
              <a:rPr sz="2400" spc="65" dirty="0">
                <a:solidFill>
                  <a:srgbClr val="FF0000"/>
                </a:solidFill>
                <a:latin typeface="Trebuchet MS"/>
                <a:cs typeface="Trebuchet MS"/>
              </a:rPr>
              <a:t>Свойства</a:t>
            </a:r>
            <a:r>
              <a:rPr sz="2400" spc="-190" dirty="0">
                <a:solidFill>
                  <a:srgbClr val="FF0000"/>
                </a:solidFill>
                <a:latin typeface="Trebuchet MS"/>
                <a:cs typeface="Trebuchet MS"/>
              </a:rPr>
              <a:t> </a:t>
            </a:r>
            <a:r>
              <a:rPr sz="2400" spc="10" dirty="0">
                <a:solidFill>
                  <a:srgbClr val="FF0000"/>
                </a:solidFill>
                <a:latin typeface="Trebuchet MS"/>
                <a:cs typeface="Trebuchet MS"/>
              </a:rPr>
              <a:t>пассивной</a:t>
            </a:r>
            <a:r>
              <a:rPr sz="2400" spc="-185" dirty="0">
                <a:solidFill>
                  <a:srgbClr val="FF0000"/>
                </a:solidFill>
                <a:latin typeface="Trebuchet MS"/>
                <a:cs typeface="Trebuchet MS"/>
              </a:rPr>
              <a:t> </a:t>
            </a:r>
            <a:r>
              <a:rPr sz="2400" spc="45" dirty="0">
                <a:solidFill>
                  <a:srgbClr val="FF0000"/>
                </a:solidFill>
                <a:latin typeface="Trebuchet MS"/>
                <a:cs typeface="Trebuchet MS"/>
              </a:rPr>
              <a:t>б</a:t>
            </a:r>
            <a:r>
              <a:rPr sz="2400" spc="15" dirty="0">
                <a:solidFill>
                  <a:srgbClr val="FF0000"/>
                </a:solidFill>
                <a:latin typeface="Trebuchet MS"/>
                <a:cs typeface="Trebuchet MS"/>
              </a:rPr>
              <a:t>езопасности</a:t>
            </a:r>
            <a:endParaRPr sz="2400">
              <a:latin typeface="Trebuchet MS"/>
              <a:cs typeface="Trebuchet MS"/>
            </a:endParaRPr>
          </a:p>
          <a:p>
            <a:pPr marL="355600" marR="26034" indent="-343535">
              <a:lnSpc>
                <a:spcPct val="120000"/>
              </a:lnSpc>
              <a:spcBef>
                <a:spcPts val="2095"/>
              </a:spcBef>
              <a:buClr>
                <a:srgbClr val="002060"/>
              </a:buClr>
              <a:buFont typeface="Microsoft Sans Serif"/>
              <a:buChar char="•"/>
              <a:tabLst>
                <a:tab pos="354965" algn="l"/>
                <a:tab pos="356235" algn="l"/>
              </a:tabLst>
            </a:pP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увеличенный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объем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теплоносителя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над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5" dirty="0">
                <a:solidFill>
                  <a:srgbClr val="000065"/>
                </a:solidFill>
                <a:latin typeface="Trebuchet MS"/>
                <a:cs typeface="Trebuchet MS"/>
              </a:rPr>
              <a:t>активной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зоной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реактора </a:t>
            </a:r>
            <a:r>
              <a:rPr sz="2000" spc="-58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в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с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равнении</a:t>
            </a:r>
            <a:r>
              <a:rPr sz="2000" spc="-16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с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15" dirty="0">
                <a:solidFill>
                  <a:srgbClr val="000065"/>
                </a:solidFill>
                <a:latin typeface="Trebuchet MS"/>
                <a:cs typeface="Trebuchet MS"/>
              </a:rPr>
              <a:t>ВВЭ</a:t>
            </a:r>
            <a:r>
              <a:rPr sz="2000" spc="204" dirty="0">
                <a:solidFill>
                  <a:srgbClr val="000065"/>
                </a:solidFill>
                <a:latin typeface="Trebuchet MS"/>
                <a:cs typeface="Trebuchet MS"/>
              </a:rPr>
              <a:t>Р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‐1000 (</a:t>
            </a:r>
            <a:r>
              <a:rPr sz="2000" spc="-10" dirty="0">
                <a:solidFill>
                  <a:srgbClr val="000065"/>
                </a:solidFill>
                <a:latin typeface="Trebuchet MS"/>
                <a:cs typeface="Trebuchet MS"/>
              </a:rPr>
              <a:t>тип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00" dirty="0">
                <a:solidFill>
                  <a:srgbClr val="000065"/>
                </a:solidFill>
                <a:latin typeface="Trebuchet MS"/>
                <a:cs typeface="Trebuchet MS"/>
              </a:rPr>
              <a:t>В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‐320);</a:t>
            </a:r>
            <a:endParaRPr sz="2000">
              <a:latin typeface="Calibri"/>
              <a:cs typeface="Calibri"/>
            </a:endParaRPr>
          </a:p>
          <a:p>
            <a:pPr marL="355600" marR="5080" indent="-343535">
              <a:lnSpc>
                <a:spcPct val="119700"/>
              </a:lnSpc>
              <a:spcBef>
                <a:spcPts val="475"/>
              </a:spcBef>
              <a:buClr>
                <a:srgbClr val="002060"/>
              </a:buClr>
              <a:buFont typeface="Microsoft Sans Serif"/>
              <a:buChar char="•"/>
              <a:tabLst>
                <a:tab pos="354965" algn="l"/>
                <a:tab pos="356235" algn="l"/>
              </a:tabLst>
            </a:pP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больший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30" dirty="0">
                <a:solidFill>
                  <a:srgbClr val="000065"/>
                </a:solidFill>
                <a:latin typeface="Trebuchet MS"/>
                <a:cs typeface="Trebuchet MS"/>
              </a:rPr>
              <a:t>о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бъем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теплоносител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я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в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первом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20" dirty="0">
                <a:solidFill>
                  <a:srgbClr val="000065"/>
                </a:solidFill>
                <a:latin typeface="Trebuchet MS"/>
                <a:cs typeface="Trebuchet MS"/>
              </a:rPr>
              <a:t>контуре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п</a:t>
            </a:r>
            <a:r>
              <a:rPr sz="2000" spc="35" dirty="0">
                <a:solidFill>
                  <a:srgbClr val="000065"/>
                </a:solidFill>
                <a:latin typeface="Trebuchet MS"/>
                <a:cs typeface="Trebuchet MS"/>
              </a:rPr>
              <a:t>о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30" dirty="0">
                <a:solidFill>
                  <a:srgbClr val="000065"/>
                </a:solidFill>
                <a:latin typeface="Trebuchet MS"/>
                <a:cs typeface="Trebuchet MS"/>
              </a:rPr>
              <a:t>о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тношени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ю</a:t>
            </a:r>
            <a:r>
              <a:rPr sz="2000" spc="-16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14" dirty="0">
                <a:solidFill>
                  <a:srgbClr val="000065"/>
                </a:solidFill>
                <a:latin typeface="Trebuchet MS"/>
                <a:cs typeface="Trebuchet MS"/>
              </a:rPr>
              <a:t>к  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массе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топлива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30" dirty="0">
                <a:solidFill>
                  <a:srgbClr val="000065"/>
                </a:solidFill>
                <a:latin typeface="Trebuchet MS"/>
                <a:cs typeface="Trebuchet MS"/>
              </a:rPr>
              <a:t>и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тепловой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мощности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5" dirty="0">
                <a:solidFill>
                  <a:srgbClr val="000065"/>
                </a:solidFill>
                <a:latin typeface="Trebuchet MS"/>
                <a:cs typeface="Trebuchet MS"/>
              </a:rPr>
              <a:t>активной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зоны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реактора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Calibri"/>
                <a:cs typeface="Calibri"/>
              </a:rPr>
              <a:t>(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по 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сравнению</a:t>
            </a:r>
            <a:r>
              <a:rPr sz="2000" spc="-16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с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PWR);</a:t>
            </a:r>
            <a:endParaRPr sz="2000">
              <a:latin typeface="Calibri"/>
              <a:cs typeface="Calibri"/>
            </a:endParaRPr>
          </a:p>
          <a:p>
            <a:pPr marL="355600" indent="-343535">
              <a:lnSpc>
                <a:spcPct val="100000"/>
              </a:lnSpc>
              <a:spcBef>
                <a:spcPts val="955"/>
              </a:spcBef>
              <a:buClr>
                <a:srgbClr val="002060"/>
              </a:buClr>
              <a:buFont typeface="Microsoft Sans Serif"/>
              <a:buChar char="•"/>
              <a:tabLst>
                <a:tab pos="355600" algn="l"/>
                <a:tab pos="356235" algn="l"/>
              </a:tabLst>
            </a:pP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больший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объем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компенсатора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давления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Calibri"/>
                <a:cs typeface="Calibri"/>
              </a:rPr>
              <a:t>(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по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сравнению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с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PWR);</a:t>
            </a:r>
            <a:endParaRPr sz="2000">
              <a:latin typeface="Calibri"/>
              <a:cs typeface="Calibri"/>
            </a:endParaRPr>
          </a:p>
          <a:p>
            <a:pPr marL="355600" marR="565785" indent="-343535">
              <a:lnSpc>
                <a:spcPct val="119700"/>
              </a:lnSpc>
              <a:spcBef>
                <a:spcPts val="475"/>
              </a:spcBef>
              <a:buClr>
                <a:srgbClr val="002060"/>
              </a:buClr>
              <a:buFont typeface="Microsoft Sans Serif"/>
              <a:buChar char="•"/>
              <a:tabLst>
                <a:tab pos="355600" algn="l"/>
                <a:tab pos="356235" algn="l"/>
              </a:tabLst>
            </a:pP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использование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г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оризонтальны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х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5" dirty="0">
                <a:solidFill>
                  <a:srgbClr val="000065"/>
                </a:solidFill>
                <a:latin typeface="Trebuchet MS"/>
                <a:cs typeface="Trebuchet MS"/>
              </a:rPr>
              <a:t>п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арогенераторо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в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с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40" dirty="0">
                <a:solidFill>
                  <a:srgbClr val="000065"/>
                </a:solidFill>
                <a:latin typeface="Trebuchet MS"/>
                <a:cs typeface="Trebuchet MS"/>
              </a:rPr>
              <a:t>б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ольшим  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объемом </a:t>
            </a:r>
            <a:r>
              <a:rPr sz="2000" spc="35" dirty="0">
                <a:solidFill>
                  <a:srgbClr val="000065"/>
                </a:solidFill>
                <a:latin typeface="Trebuchet MS"/>
                <a:cs typeface="Trebuchet MS"/>
              </a:rPr>
              <a:t>воды </a:t>
            </a:r>
            <a:r>
              <a:rPr sz="2000" spc="30" dirty="0">
                <a:solidFill>
                  <a:srgbClr val="000065"/>
                </a:solidFill>
                <a:latin typeface="Trebuchet MS"/>
                <a:cs typeface="Trebuchet MS"/>
              </a:rPr>
              <a:t>во 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втором </a:t>
            </a:r>
            <a:r>
              <a:rPr sz="2000" spc="-20" dirty="0">
                <a:solidFill>
                  <a:srgbClr val="000065"/>
                </a:solidFill>
                <a:latin typeface="Trebuchet MS"/>
                <a:cs typeface="Trebuchet MS"/>
              </a:rPr>
              <a:t>контуре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по сравнению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с 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PWR </a:t>
            </a:r>
            <a:r>
              <a:rPr sz="2000" spc="-30" dirty="0">
                <a:solidFill>
                  <a:srgbClr val="000065"/>
                </a:solidFill>
                <a:latin typeface="Trebuchet MS"/>
                <a:cs typeface="Trebuchet MS"/>
              </a:rPr>
              <a:t>и </a:t>
            </a:r>
            <a:r>
              <a:rPr sz="2000" spc="-2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увеличенным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объемом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по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сравнению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с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85" dirty="0">
                <a:solidFill>
                  <a:srgbClr val="000065"/>
                </a:solidFill>
                <a:latin typeface="Trebuchet MS"/>
                <a:cs typeface="Trebuchet MS"/>
              </a:rPr>
              <a:t>ВВЭР</a:t>
            </a:r>
            <a:r>
              <a:rPr sz="2000" spc="85" dirty="0">
                <a:solidFill>
                  <a:srgbClr val="000065"/>
                </a:solidFill>
                <a:latin typeface="Calibri"/>
                <a:cs typeface="Calibri"/>
              </a:rPr>
              <a:t>‐1000;</a:t>
            </a:r>
            <a:endParaRPr sz="2000">
              <a:latin typeface="Calibri"/>
              <a:cs typeface="Calibri"/>
            </a:endParaRPr>
          </a:p>
          <a:p>
            <a:pPr marL="355600" marR="220979" indent="-343535">
              <a:lnSpc>
                <a:spcPct val="119700"/>
              </a:lnSpc>
              <a:spcBef>
                <a:spcPts val="480"/>
              </a:spcBef>
              <a:buClr>
                <a:srgbClr val="002060"/>
              </a:buClr>
              <a:buFont typeface="Microsoft Sans Serif"/>
              <a:buChar char="•"/>
              <a:tabLst>
                <a:tab pos="355600" algn="l"/>
                <a:tab pos="356235" algn="l"/>
              </a:tabLst>
            </a:pP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использование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дополнительног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о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30" dirty="0">
                <a:solidFill>
                  <a:srgbClr val="000065"/>
                </a:solidFill>
                <a:latin typeface="Trebuchet MS"/>
                <a:cs typeface="Trebuchet MS"/>
              </a:rPr>
              <a:t>объема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вод</a:t>
            </a:r>
            <a:r>
              <a:rPr sz="2000" spc="40" dirty="0">
                <a:solidFill>
                  <a:srgbClr val="000065"/>
                </a:solidFill>
                <a:latin typeface="Trebuchet MS"/>
                <a:cs typeface="Trebuchet MS"/>
              </a:rPr>
              <a:t>ы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в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г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идроемкостях  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систем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ы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30" dirty="0">
                <a:solidFill>
                  <a:srgbClr val="000065"/>
                </a:solidFill>
                <a:latin typeface="Trebuchet MS"/>
                <a:cs typeface="Trebuchet MS"/>
              </a:rPr>
              <a:t>о</a:t>
            </a:r>
            <a:r>
              <a:rPr sz="2000" spc="-15" dirty="0">
                <a:solidFill>
                  <a:srgbClr val="000065"/>
                </a:solidFill>
                <a:latin typeface="Trebuchet MS"/>
                <a:cs typeface="Trebuchet MS"/>
              </a:rPr>
              <a:t>х</a:t>
            </a:r>
            <a:r>
              <a:rPr sz="2000" spc="30" dirty="0">
                <a:solidFill>
                  <a:srgbClr val="000065"/>
                </a:solidFill>
                <a:latin typeface="Trebuchet MS"/>
                <a:cs typeface="Trebuchet MS"/>
              </a:rPr>
              <a:t>л</a:t>
            </a:r>
            <a:r>
              <a:rPr sz="2000" spc="-10" dirty="0">
                <a:solidFill>
                  <a:srgbClr val="000065"/>
                </a:solidFill>
                <a:latin typeface="Trebuchet MS"/>
                <a:cs typeface="Trebuchet MS"/>
              </a:rPr>
              <a:t>аждени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я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75" dirty="0">
                <a:solidFill>
                  <a:srgbClr val="000065"/>
                </a:solidFill>
                <a:latin typeface="Trebuchet MS"/>
                <a:cs typeface="Trebuchet MS"/>
              </a:rPr>
              <a:t>а</a:t>
            </a:r>
            <a:r>
              <a:rPr sz="2000" spc="-25" dirty="0">
                <a:solidFill>
                  <a:srgbClr val="000065"/>
                </a:solidFill>
                <a:latin typeface="Trebuchet MS"/>
                <a:cs typeface="Trebuchet MS"/>
              </a:rPr>
              <a:t>ктивной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з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он</a:t>
            </a:r>
            <a:r>
              <a:rPr sz="2000" spc="30" dirty="0">
                <a:solidFill>
                  <a:srgbClr val="000065"/>
                </a:solidFill>
                <a:latin typeface="Trebuchet MS"/>
                <a:cs typeface="Trebuchet MS"/>
              </a:rPr>
              <a:t>ы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в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торо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й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0" dirty="0">
                <a:solidFill>
                  <a:srgbClr val="000065"/>
                </a:solidFill>
                <a:latin typeface="Trebuchet MS"/>
                <a:cs typeface="Trebuchet MS"/>
              </a:rPr>
              <a:t>ступени</a:t>
            </a:r>
            <a:endParaRPr sz="20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233060" y="242446"/>
            <a:ext cx="577088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b="1" spc="-10" dirty="0">
                <a:solidFill>
                  <a:srgbClr val="000065"/>
                </a:solidFill>
                <a:latin typeface="Arial"/>
                <a:cs typeface="Arial"/>
              </a:rPr>
              <a:t>Проектные</a:t>
            </a:r>
            <a:r>
              <a:rPr b="1" spc="-175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b="1" spc="-5" dirty="0">
                <a:solidFill>
                  <a:srgbClr val="000065"/>
                </a:solidFill>
                <a:latin typeface="Arial"/>
                <a:cs typeface="Arial"/>
              </a:rPr>
              <a:t>основы</a:t>
            </a:r>
            <a:r>
              <a:rPr b="1" spc="-180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b="1" dirty="0">
                <a:solidFill>
                  <a:srgbClr val="000065"/>
                </a:solidFill>
                <a:latin typeface="Arial"/>
                <a:cs typeface="Arial"/>
              </a:rPr>
              <a:t>РУ</a:t>
            </a:r>
            <a:r>
              <a:rPr b="1" spc="-175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b="1" spc="-10" dirty="0">
                <a:solidFill>
                  <a:srgbClr val="000065"/>
                </a:solidFill>
                <a:latin typeface="Arial"/>
                <a:cs typeface="Arial"/>
              </a:rPr>
              <a:t>ВВЭР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639702" y="6408203"/>
            <a:ext cx="368300" cy="365125"/>
          </a:xfrm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47625">
              <a:lnSpc>
                <a:spcPct val="100000"/>
              </a:lnSpc>
              <a:spcBef>
                <a:spcPts val="345"/>
              </a:spcBef>
            </a:pPr>
            <a:fld id="{81D60167-4931-47E6-BA6A-407CBD079E47}" type="slidenum">
              <a:rPr sz="2000" b="1" spc="-5" dirty="0">
                <a:solidFill>
                  <a:srgbClr val="0068B4"/>
                </a:solidFill>
                <a:latin typeface="Arial"/>
                <a:cs typeface="Arial"/>
              </a:rPr>
              <a:t>5</a:t>
            </a:fld>
            <a:endParaRPr sz="20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33038" y="1034164"/>
            <a:ext cx="7949565" cy="45046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25" dirty="0">
                <a:solidFill>
                  <a:srgbClr val="FF0000"/>
                </a:solidFill>
                <a:latin typeface="Trebuchet MS"/>
                <a:cs typeface="Trebuchet MS"/>
              </a:rPr>
              <a:t>Обеспечение</a:t>
            </a:r>
            <a:r>
              <a:rPr sz="2400" spc="-190" dirty="0">
                <a:solidFill>
                  <a:srgbClr val="FF0000"/>
                </a:solidFill>
                <a:latin typeface="Trebuchet MS"/>
                <a:cs typeface="Trebuchet MS"/>
              </a:rPr>
              <a:t> </a:t>
            </a:r>
            <a:r>
              <a:rPr sz="2400" spc="15" dirty="0">
                <a:solidFill>
                  <a:srgbClr val="FF0000"/>
                </a:solidFill>
                <a:latin typeface="Trebuchet MS"/>
                <a:cs typeface="Trebuchet MS"/>
              </a:rPr>
              <a:t>целостности</a:t>
            </a:r>
            <a:r>
              <a:rPr sz="2400" spc="-190" dirty="0">
                <a:solidFill>
                  <a:srgbClr val="FF0000"/>
                </a:solidFill>
                <a:latin typeface="Trebuchet MS"/>
                <a:cs typeface="Trebuchet MS"/>
              </a:rPr>
              <a:t> </a:t>
            </a:r>
            <a:r>
              <a:rPr sz="2400" spc="45" dirty="0">
                <a:solidFill>
                  <a:srgbClr val="FF0000"/>
                </a:solidFill>
                <a:latin typeface="Trebuchet MS"/>
                <a:cs typeface="Trebuchet MS"/>
              </a:rPr>
              <a:t>б</a:t>
            </a:r>
            <a:r>
              <a:rPr sz="2400" spc="30" dirty="0">
                <a:solidFill>
                  <a:srgbClr val="FF0000"/>
                </a:solidFill>
                <a:latin typeface="Trebuchet MS"/>
                <a:cs typeface="Trebuchet MS"/>
              </a:rPr>
              <a:t>арьеров</a:t>
            </a:r>
            <a:r>
              <a:rPr sz="2400" spc="-185" dirty="0">
                <a:solidFill>
                  <a:srgbClr val="FF0000"/>
                </a:solidFill>
                <a:latin typeface="Trebuchet MS"/>
                <a:cs typeface="Trebuchet MS"/>
              </a:rPr>
              <a:t> </a:t>
            </a:r>
            <a:r>
              <a:rPr sz="2400" spc="20" dirty="0">
                <a:solidFill>
                  <a:srgbClr val="FF0000"/>
                </a:solidFill>
                <a:latin typeface="Trebuchet MS"/>
                <a:cs typeface="Trebuchet MS"/>
              </a:rPr>
              <a:t>безопасности</a:t>
            </a:r>
            <a:endParaRPr sz="2400">
              <a:latin typeface="Trebuchet MS"/>
              <a:cs typeface="Trebuchet MS"/>
            </a:endParaRPr>
          </a:p>
          <a:p>
            <a:pPr marL="377190" marR="90805" indent="-343535">
              <a:lnSpc>
                <a:spcPct val="120000"/>
              </a:lnSpc>
              <a:spcBef>
                <a:spcPts val="1725"/>
              </a:spcBef>
              <a:buClr>
                <a:srgbClr val="002060"/>
              </a:buClr>
              <a:buFont typeface="Microsoft Sans Serif"/>
              <a:buChar char="•"/>
              <a:tabLst>
                <a:tab pos="377190" algn="l"/>
                <a:tab pos="377825" algn="l"/>
              </a:tabLst>
            </a:pP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применение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0" dirty="0">
                <a:solidFill>
                  <a:srgbClr val="000065"/>
                </a:solidFill>
                <a:latin typeface="Trebuchet MS"/>
                <a:cs typeface="Trebuchet MS"/>
              </a:rPr>
              <a:t>высокотехнологичных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30" dirty="0">
                <a:solidFill>
                  <a:srgbClr val="000065"/>
                </a:solidFill>
                <a:latin typeface="Trebuchet MS"/>
                <a:cs typeface="Trebuchet MS"/>
              </a:rPr>
              <a:t>и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качественных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материалов </a:t>
            </a:r>
            <a:r>
              <a:rPr sz="2000" spc="-59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для</a:t>
            </a:r>
            <a:r>
              <a:rPr sz="2000" spc="-16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оборудования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30" dirty="0">
                <a:solidFill>
                  <a:srgbClr val="000065"/>
                </a:solidFill>
                <a:latin typeface="Trebuchet MS"/>
                <a:cs typeface="Trebuchet MS"/>
              </a:rPr>
              <a:t>и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трубопроводов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10" dirty="0">
                <a:solidFill>
                  <a:srgbClr val="000065"/>
                </a:solidFill>
                <a:latin typeface="Trebuchet MS"/>
                <a:cs typeface="Trebuchet MS"/>
              </a:rPr>
              <a:t>РУ</a:t>
            </a:r>
            <a:r>
              <a:rPr sz="2000" spc="110" dirty="0">
                <a:solidFill>
                  <a:srgbClr val="000065"/>
                </a:solidFill>
                <a:latin typeface="Calibri"/>
                <a:cs typeface="Calibri"/>
              </a:rPr>
              <a:t>;</a:t>
            </a:r>
            <a:endParaRPr sz="2000">
              <a:latin typeface="Calibri"/>
              <a:cs typeface="Calibri"/>
            </a:endParaRPr>
          </a:p>
          <a:p>
            <a:pPr marL="377190" indent="-343535">
              <a:lnSpc>
                <a:spcPct val="100000"/>
              </a:lnSpc>
              <a:spcBef>
                <a:spcPts val="950"/>
              </a:spcBef>
              <a:buClr>
                <a:srgbClr val="002060"/>
              </a:buClr>
              <a:buFont typeface="Microsoft Sans Serif"/>
              <a:buChar char="•"/>
              <a:tabLst>
                <a:tab pos="377190" algn="l"/>
                <a:tab pos="377825" algn="l"/>
              </a:tabLst>
            </a:pP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обеспечение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60" dirty="0">
                <a:solidFill>
                  <a:srgbClr val="000065"/>
                </a:solidFill>
                <a:latin typeface="Trebuchet MS"/>
                <a:cs typeface="Trebuchet MS"/>
              </a:rPr>
              <a:t>к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ачества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п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роектировани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я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;</a:t>
            </a:r>
            <a:endParaRPr sz="2000">
              <a:latin typeface="Calibri"/>
              <a:cs typeface="Calibri"/>
            </a:endParaRPr>
          </a:p>
          <a:p>
            <a:pPr marL="377190" marR="479425" indent="-343535">
              <a:lnSpc>
                <a:spcPct val="119900"/>
              </a:lnSpc>
              <a:spcBef>
                <a:spcPts val="470"/>
              </a:spcBef>
              <a:buClr>
                <a:srgbClr val="002060"/>
              </a:buClr>
              <a:buFont typeface="Microsoft Sans Serif"/>
              <a:buChar char="•"/>
              <a:tabLst>
                <a:tab pos="377190" algn="l"/>
                <a:tab pos="377825" algn="l"/>
              </a:tabLst>
            </a:pP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применение</a:t>
            </a:r>
            <a:r>
              <a:rPr sz="2000" spc="-16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современных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м</a:t>
            </a:r>
            <a:r>
              <a:rPr sz="2000" spc="-25" dirty="0">
                <a:solidFill>
                  <a:srgbClr val="000065"/>
                </a:solidFill>
                <a:latin typeface="Trebuchet MS"/>
                <a:cs typeface="Trebuchet MS"/>
              </a:rPr>
              <a:t>етоди</a:t>
            </a:r>
            <a:r>
              <a:rPr sz="2000" spc="-20" dirty="0">
                <a:solidFill>
                  <a:srgbClr val="000065"/>
                </a:solidFill>
                <a:latin typeface="Trebuchet MS"/>
                <a:cs typeface="Trebuchet MS"/>
              </a:rPr>
              <a:t>к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расчетн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о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‐  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экспериментального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обоснования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обеспечения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прочности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30" dirty="0">
                <a:solidFill>
                  <a:srgbClr val="000065"/>
                </a:solidFill>
                <a:latin typeface="Trebuchet MS"/>
                <a:cs typeface="Trebuchet MS"/>
              </a:rPr>
              <a:t>и </a:t>
            </a:r>
            <a:r>
              <a:rPr sz="2000" spc="-59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плотности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оборудования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30" dirty="0">
                <a:solidFill>
                  <a:srgbClr val="000065"/>
                </a:solidFill>
                <a:latin typeface="Trebuchet MS"/>
                <a:cs typeface="Trebuchet MS"/>
              </a:rPr>
              <a:t>и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трубопроводов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10" dirty="0">
                <a:solidFill>
                  <a:srgbClr val="000065"/>
                </a:solidFill>
                <a:latin typeface="Trebuchet MS"/>
                <a:cs typeface="Trebuchet MS"/>
              </a:rPr>
              <a:t>РУ</a:t>
            </a:r>
            <a:r>
              <a:rPr sz="2000" spc="110" dirty="0">
                <a:solidFill>
                  <a:srgbClr val="000065"/>
                </a:solidFill>
                <a:latin typeface="Calibri"/>
                <a:cs typeface="Calibri"/>
              </a:rPr>
              <a:t>;</a:t>
            </a:r>
            <a:endParaRPr sz="2000">
              <a:latin typeface="Calibri"/>
              <a:cs typeface="Calibri"/>
            </a:endParaRPr>
          </a:p>
          <a:p>
            <a:pPr marL="377190" marR="68580" indent="-343535">
              <a:lnSpc>
                <a:spcPct val="119700"/>
              </a:lnSpc>
              <a:spcBef>
                <a:spcPts val="475"/>
              </a:spcBef>
              <a:buClr>
                <a:srgbClr val="002060"/>
              </a:buClr>
              <a:buFont typeface="Microsoft Sans Serif"/>
              <a:buChar char="•"/>
              <a:tabLst>
                <a:tab pos="377190" algn="l"/>
                <a:tab pos="377825" algn="l"/>
              </a:tabLst>
            </a:pP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обеспечени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е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60" dirty="0">
                <a:solidFill>
                  <a:srgbClr val="000065"/>
                </a:solidFill>
                <a:latin typeface="Trebuchet MS"/>
                <a:cs typeface="Trebuchet MS"/>
              </a:rPr>
              <a:t>к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ачеств</a:t>
            </a:r>
            <a:r>
              <a:rPr sz="2000" spc="30" dirty="0">
                <a:solidFill>
                  <a:srgbClr val="000065"/>
                </a:solidFill>
                <a:latin typeface="Trebuchet MS"/>
                <a:cs typeface="Trebuchet MS"/>
              </a:rPr>
              <a:t>а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40" dirty="0">
                <a:solidFill>
                  <a:srgbClr val="000065"/>
                </a:solidFill>
                <a:latin typeface="Trebuchet MS"/>
                <a:cs typeface="Trebuchet MS"/>
              </a:rPr>
              <a:t>и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зготовлени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я</a:t>
            </a:r>
            <a:r>
              <a:rPr sz="2000" spc="-16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30" dirty="0">
                <a:solidFill>
                  <a:srgbClr val="000065"/>
                </a:solidFill>
                <a:latin typeface="Trebuchet MS"/>
                <a:cs typeface="Trebuchet MS"/>
              </a:rPr>
              <a:t>и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монтажа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35" dirty="0">
                <a:solidFill>
                  <a:srgbClr val="000065"/>
                </a:solidFill>
                <a:latin typeface="Trebuchet MS"/>
                <a:cs typeface="Trebuchet MS"/>
              </a:rPr>
              <a:t>о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борудования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20" dirty="0">
                <a:solidFill>
                  <a:srgbClr val="000065"/>
                </a:solidFill>
                <a:latin typeface="Trebuchet MS"/>
                <a:cs typeface="Trebuchet MS"/>
              </a:rPr>
              <a:t>и  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трубопроводов</a:t>
            </a:r>
            <a:r>
              <a:rPr sz="2000" spc="15" dirty="0">
                <a:solidFill>
                  <a:srgbClr val="000065"/>
                </a:solidFill>
                <a:latin typeface="Calibri"/>
                <a:cs typeface="Calibri"/>
              </a:rPr>
              <a:t>;</a:t>
            </a:r>
            <a:endParaRPr sz="2000">
              <a:latin typeface="Calibri"/>
              <a:cs typeface="Calibri"/>
            </a:endParaRPr>
          </a:p>
          <a:p>
            <a:pPr marL="377190" marR="5080" indent="-343535">
              <a:lnSpc>
                <a:spcPct val="120000"/>
              </a:lnSpc>
              <a:spcBef>
                <a:spcPts val="465"/>
              </a:spcBef>
              <a:buClr>
                <a:srgbClr val="002060"/>
              </a:buClr>
              <a:buFont typeface="Microsoft Sans Serif"/>
              <a:buChar char="•"/>
              <a:tabLst>
                <a:tab pos="377190" algn="l"/>
                <a:tab pos="377825" algn="l"/>
              </a:tabLst>
            </a:pP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расширенный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эксплуатационный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0" dirty="0">
                <a:solidFill>
                  <a:srgbClr val="000065"/>
                </a:solidFill>
                <a:latin typeface="Trebuchet MS"/>
                <a:cs typeface="Trebuchet MS"/>
              </a:rPr>
              <a:t>контроль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основного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40" dirty="0">
                <a:solidFill>
                  <a:srgbClr val="000065"/>
                </a:solidFill>
                <a:latin typeface="Trebuchet MS"/>
                <a:cs typeface="Trebuchet MS"/>
              </a:rPr>
              <a:t>металла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30" dirty="0">
                <a:solidFill>
                  <a:srgbClr val="000065"/>
                </a:solidFill>
                <a:latin typeface="Trebuchet MS"/>
                <a:cs typeface="Trebuchet MS"/>
              </a:rPr>
              <a:t>и </a:t>
            </a:r>
            <a:r>
              <a:rPr sz="2000" spc="-58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40" dirty="0">
                <a:solidFill>
                  <a:srgbClr val="000065"/>
                </a:solidFill>
                <a:latin typeface="Trebuchet MS"/>
                <a:cs typeface="Trebuchet MS"/>
              </a:rPr>
              <a:t>металла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сварных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0" dirty="0">
                <a:solidFill>
                  <a:srgbClr val="000065"/>
                </a:solidFill>
                <a:latin typeface="Trebuchet MS"/>
                <a:cs typeface="Trebuchet MS"/>
              </a:rPr>
              <a:t>соединени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й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оборудовани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я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.</a:t>
            </a:r>
            <a:endParaRPr sz="20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010555" y="207394"/>
            <a:ext cx="647065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99335" algn="l"/>
              </a:tabLst>
            </a:pPr>
            <a:r>
              <a:rPr b="1" spc="-5" dirty="0">
                <a:solidFill>
                  <a:srgbClr val="000065"/>
                </a:solidFill>
                <a:latin typeface="Arial"/>
                <a:cs typeface="Arial"/>
              </a:rPr>
              <a:t>Основные	целевые</a:t>
            </a:r>
            <a:r>
              <a:rPr b="1" spc="-195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b="1" spc="-5" dirty="0">
                <a:solidFill>
                  <a:srgbClr val="000065"/>
                </a:solidFill>
                <a:latin typeface="Arial"/>
                <a:cs typeface="Arial"/>
              </a:rPr>
              <a:t>показатели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639702" y="6408203"/>
            <a:ext cx="368300" cy="365125"/>
          </a:xfrm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47625">
              <a:lnSpc>
                <a:spcPct val="100000"/>
              </a:lnSpc>
              <a:spcBef>
                <a:spcPts val="345"/>
              </a:spcBef>
            </a:pPr>
            <a:fld id="{81D60167-4931-47E6-BA6A-407CBD079E47}" type="slidenum">
              <a:rPr sz="2000" b="1" spc="-5" dirty="0">
                <a:solidFill>
                  <a:srgbClr val="0068B4"/>
                </a:solidFill>
                <a:latin typeface="Arial"/>
                <a:cs typeface="Arial"/>
              </a:rPr>
              <a:t>6</a:t>
            </a:fld>
            <a:endParaRPr sz="20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92826" y="1201492"/>
            <a:ext cx="8044815" cy="44208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0055" marR="1421765" indent="-440055">
              <a:lnSpc>
                <a:spcPct val="122500"/>
              </a:lnSpc>
              <a:spcBef>
                <a:spcPts val="100"/>
              </a:spcBef>
              <a:buClr>
                <a:srgbClr val="002060"/>
              </a:buClr>
              <a:buSzPct val="120000"/>
              <a:buFont typeface="Microsoft Sans Serif"/>
              <a:buChar char="•"/>
              <a:tabLst>
                <a:tab pos="440055" algn="l"/>
                <a:tab pos="440690" algn="l"/>
              </a:tabLst>
            </a:pPr>
            <a:r>
              <a:rPr sz="2000" spc="35" dirty="0">
                <a:solidFill>
                  <a:srgbClr val="000065"/>
                </a:solidFill>
                <a:latin typeface="Trebuchet MS"/>
                <a:cs typeface="Trebuchet MS"/>
              </a:rPr>
              <a:t>Номинальная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э</a:t>
            </a:r>
            <a:r>
              <a:rPr sz="2000" spc="-25" dirty="0">
                <a:solidFill>
                  <a:srgbClr val="000065"/>
                </a:solidFill>
                <a:latin typeface="Trebuchet MS"/>
                <a:cs typeface="Trebuchet MS"/>
              </a:rPr>
              <a:t>лектри</a:t>
            </a:r>
            <a:r>
              <a:rPr sz="2000" spc="-35" dirty="0">
                <a:solidFill>
                  <a:srgbClr val="000065"/>
                </a:solidFill>
                <a:latin typeface="Trebuchet MS"/>
                <a:cs typeface="Trebuchet MS"/>
              </a:rPr>
              <a:t>ч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е</a:t>
            </a:r>
            <a:r>
              <a:rPr sz="2000" spc="-10" dirty="0">
                <a:solidFill>
                  <a:srgbClr val="000065"/>
                </a:solidFill>
                <a:latin typeface="Trebuchet MS"/>
                <a:cs typeface="Trebuchet MS"/>
              </a:rPr>
              <a:t>ская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мощность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20" dirty="0">
                <a:solidFill>
                  <a:srgbClr val="000065"/>
                </a:solidFill>
                <a:latin typeface="Trebuchet MS"/>
                <a:cs typeface="Trebuchet MS"/>
              </a:rPr>
              <a:t>АЭС</a:t>
            </a:r>
            <a:r>
              <a:rPr sz="2000" spc="-16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должна  </a:t>
            </a:r>
            <a:r>
              <a:rPr sz="2000" spc="35" dirty="0">
                <a:solidFill>
                  <a:srgbClr val="000065"/>
                </a:solidFill>
                <a:latin typeface="Trebuchet MS"/>
                <a:cs typeface="Trebuchet MS"/>
              </a:rPr>
              <a:t>быть</a:t>
            </a:r>
            <a:r>
              <a:rPr sz="2000" spc="29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FF1A1A"/>
                </a:solidFill>
                <a:latin typeface="Calibri"/>
                <a:cs typeface="Calibri"/>
              </a:rPr>
              <a:t>100</a:t>
            </a:r>
            <a:r>
              <a:rPr sz="2000" spc="-15" dirty="0">
                <a:solidFill>
                  <a:srgbClr val="FF1A1A"/>
                </a:solidFill>
                <a:latin typeface="Calibri"/>
                <a:cs typeface="Calibri"/>
              </a:rPr>
              <a:t>0</a:t>
            </a:r>
            <a:r>
              <a:rPr sz="2000" spc="-5" dirty="0">
                <a:solidFill>
                  <a:srgbClr val="FF1A1A"/>
                </a:solidFill>
                <a:latin typeface="Calibri"/>
                <a:cs typeface="Calibri"/>
              </a:rPr>
              <a:t>‐1300</a:t>
            </a:r>
            <a:r>
              <a:rPr sz="2000" spc="-10" dirty="0">
                <a:solidFill>
                  <a:srgbClr val="FF1A1A"/>
                </a:solidFill>
                <a:latin typeface="Calibri"/>
                <a:cs typeface="Calibri"/>
              </a:rPr>
              <a:t> </a:t>
            </a:r>
            <a:r>
              <a:rPr sz="2000" spc="135" dirty="0">
                <a:solidFill>
                  <a:srgbClr val="FF1A1A"/>
                </a:solidFill>
                <a:latin typeface="Trebuchet MS"/>
                <a:cs typeface="Trebuchet MS"/>
              </a:rPr>
              <a:t>МВ</a:t>
            </a:r>
            <a:r>
              <a:rPr sz="2000" spc="95" dirty="0">
                <a:solidFill>
                  <a:srgbClr val="FF1A1A"/>
                </a:solidFill>
                <a:latin typeface="Trebuchet MS"/>
                <a:cs typeface="Trebuchet MS"/>
              </a:rPr>
              <a:t>т</a:t>
            </a:r>
            <a:r>
              <a:rPr sz="2000" spc="-150" dirty="0">
                <a:solidFill>
                  <a:srgbClr val="FF1A1A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Calibri"/>
                <a:cs typeface="Calibri"/>
              </a:rPr>
              <a:t>(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брутт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о</a:t>
            </a:r>
            <a:r>
              <a:rPr sz="2000" dirty="0">
                <a:solidFill>
                  <a:srgbClr val="000065"/>
                </a:solidFill>
                <a:latin typeface="Calibri"/>
                <a:cs typeface="Calibri"/>
              </a:rPr>
              <a:t>);</a:t>
            </a:r>
            <a:endParaRPr sz="2000">
              <a:latin typeface="Calibri"/>
              <a:cs typeface="Calibri"/>
            </a:endParaRPr>
          </a:p>
          <a:p>
            <a:pPr marL="412750" indent="-400050">
              <a:lnSpc>
                <a:spcPct val="100000"/>
              </a:lnSpc>
              <a:spcBef>
                <a:spcPts val="955"/>
              </a:spcBef>
              <a:buClr>
                <a:srgbClr val="002060"/>
              </a:buClr>
              <a:buFont typeface="Microsoft Sans Serif"/>
              <a:buChar char="•"/>
              <a:tabLst>
                <a:tab pos="412115" algn="l"/>
                <a:tab pos="412750" algn="l"/>
              </a:tabLst>
            </a:pP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Проектный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с</a:t>
            </a:r>
            <a:r>
              <a:rPr sz="2000" spc="-50" dirty="0">
                <a:solidFill>
                  <a:srgbClr val="000065"/>
                </a:solidFill>
                <a:latin typeface="Trebuchet MS"/>
                <a:cs typeface="Trebuchet MS"/>
              </a:rPr>
              <a:t>ро</a:t>
            </a:r>
            <a:r>
              <a:rPr sz="2000" spc="-40" dirty="0">
                <a:solidFill>
                  <a:srgbClr val="000065"/>
                </a:solidFill>
                <a:latin typeface="Trebuchet MS"/>
                <a:cs typeface="Trebuchet MS"/>
              </a:rPr>
              <a:t>к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службы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основного</a:t>
            </a:r>
            <a:endParaRPr sz="2000">
              <a:latin typeface="Trebuchet MS"/>
              <a:cs typeface="Trebuchet MS"/>
            </a:endParaRPr>
          </a:p>
          <a:p>
            <a:pPr marL="584200">
              <a:lnSpc>
                <a:spcPct val="100000"/>
              </a:lnSpc>
              <a:spcBef>
                <a:spcPts val="470"/>
              </a:spcBef>
            </a:pP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оборудовани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я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станци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и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без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5" dirty="0">
                <a:solidFill>
                  <a:srgbClr val="000065"/>
                </a:solidFill>
                <a:latin typeface="Trebuchet MS"/>
                <a:cs typeface="Trebuchet MS"/>
              </a:rPr>
              <a:t>н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еоб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х</a:t>
            </a:r>
            <a:r>
              <a:rPr sz="2000" spc="30" dirty="0">
                <a:solidFill>
                  <a:srgbClr val="000065"/>
                </a:solidFill>
                <a:latin typeface="Trebuchet MS"/>
                <a:cs typeface="Trebuchet MS"/>
              </a:rPr>
              <a:t>о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димост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и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е</a:t>
            </a:r>
            <a:r>
              <a:rPr sz="2000" spc="-55" dirty="0">
                <a:solidFill>
                  <a:srgbClr val="000065"/>
                </a:solidFill>
                <a:latin typeface="Trebuchet MS"/>
                <a:cs typeface="Trebuchet MS"/>
              </a:rPr>
              <a:t>го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замен</a:t>
            </a:r>
            <a:r>
              <a:rPr sz="2000" spc="30" dirty="0">
                <a:solidFill>
                  <a:srgbClr val="000065"/>
                </a:solidFill>
                <a:latin typeface="Trebuchet MS"/>
                <a:cs typeface="Trebuchet MS"/>
              </a:rPr>
              <a:t>ы</a:t>
            </a:r>
            <a:r>
              <a:rPr sz="2000" spc="-13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– </a:t>
            </a:r>
            <a:r>
              <a:rPr sz="2000" spc="-5" dirty="0">
                <a:solidFill>
                  <a:srgbClr val="FF1A1A"/>
                </a:solidFill>
                <a:latin typeface="Calibri"/>
                <a:cs typeface="Calibri"/>
              </a:rPr>
              <a:t>60 </a:t>
            </a:r>
            <a:r>
              <a:rPr sz="2000" spc="15" dirty="0">
                <a:solidFill>
                  <a:srgbClr val="FF1A1A"/>
                </a:solidFill>
                <a:latin typeface="Trebuchet MS"/>
                <a:cs typeface="Trebuchet MS"/>
              </a:rPr>
              <a:t>ле</a:t>
            </a:r>
            <a:r>
              <a:rPr sz="2000" spc="20" dirty="0">
                <a:solidFill>
                  <a:srgbClr val="FF1A1A"/>
                </a:solidFill>
                <a:latin typeface="Trebuchet MS"/>
                <a:cs typeface="Trebuchet MS"/>
              </a:rPr>
              <a:t>т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;</a:t>
            </a:r>
            <a:endParaRPr sz="2000">
              <a:latin typeface="Calibri"/>
              <a:cs typeface="Calibri"/>
            </a:endParaRPr>
          </a:p>
          <a:p>
            <a:pPr marL="412115" marR="512445" indent="-412115">
              <a:lnSpc>
                <a:spcPct val="119700"/>
              </a:lnSpc>
              <a:spcBef>
                <a:spcPts val="475"/>
              </a:spcBef>
              <a:buClr>
                <a:srgbClr val="002060"/>
              </a:buClr>
              <a:buFont typeface="Microsoft Sans Serif"/>
              <a:buChar char="•"/>
              <a:tabLst>
                <a:tab pos="412115" algn="l"/>
                <a:tab pos="412750" algn="l"/>
              </a:tabLst>
            </a:pP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Коэффициент</a:t>
            </a:r>
            <a:r>
              <a:rPr sz="2000" spc="-14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30" dirty="0">
                <a:solidFill>
                  <a:srgbClr val="000065"/>
                </a:solidFill>
                <a:latin typeface="Trebuchet MS"/>
                <a:cs typeface="Trebuchet MS"/>
              </a:rPr>
              <a:t>технического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использования</a:t>
            </a:r>
            <a:r>
              <a:rPr sz="2000" spc="10" dirty="0">
                <a:solidFill>
                  <a:srgbClr val="000065"/>
                </a:solidFill>
                <a:latin typeface="Calibri"/>
                <a:cs typeface="Calibri"/>
              </a:rPr>
              <a:t>,</a:t>
            </a:r>
            <a:r>
              <a:rPr sz="2000" spc="5" dirty="0">
                <a:solidFill>
                  <a:srgbClr val="000065"/>
                </a:solidFill>
                <a:latin typeface="Calibri"/>
                <a:cs typeface="Calibri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усредненный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40" dirty="0">
                <a:solidFill>
                  <a:srgbClr val="000065"/>
                </a:solidFill>
                <a:latin typeface="Trebuchet MS"/>
                <a:cs typeface="Trebuchet MS"/>
              </a:rPr>
              <a:t>за </a:t>
            </a:r>
            <a:r>
              <a:rPr sz="2000" spc="-59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весь</a:t>
            </a:r>
            <a:r>
              <a:rPr sz="2000" spc="-16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30" dirty="0">
                <a:solidFill>
                  <a:srgbClr val="000065"/>
                </a:solidFill>
                <a:latin typeface="Trebuchet MS"/>
                <a:cs typeface="Trebuchet MS"/>
              </a:rPr>
              <a:t>срок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службы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20" dirty="0">
                <a:solidFill>
                  <a:srgbClr val="000065"/>
                </a:solidFill>
                <a:latin typeface="Trebuchet MS"/>
                <a:cs typeface="Trebuchet MS"/>
              </a:rPr>
              <a:t>АЭС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–</a:t>
            </a:r>
            <a:r>
              <a:rPr sz="2000" dirty="0">
                <a:solidFill>
                  <a:srgbClr val="000065"/>
                </a:solidFill>
                <a:latin typeface="Calibri"/>
                <a:cs typeface="Calibri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н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е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менее</a:t>
            </a:r>
            <a:r>
              <a:rPr sz="2000" spc="-16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FF1A1A"/>
                </a:solidFill>
                <a:latin typeface="Calibri"/>
                <a:cs typeface="Calibri"/>
              </a:rPr>
              <a:t>92</a:t>
            </a:r>
            <a:r>
              <a:rPr sz="2000" spc="-10" dirty="0">
                <a:solidFill>
                  <a:srgbClr val="FF1A1A"/>
                </a:solidFill>
                <a:latin typeface="Calibri"/>
                <a:cs typeface="Calibri"/>
              </a:rPr>
              <a:t>%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;</a:t>
            </a:r>
            <a:endParaRPr sz="2000">
              <a:latin typeface="Calibri"/>
              <a:cs typeface="Calibri"/>
            </a:endParaRPr>
          </a:p>
          <a:p>
            <a:pPr marL="412750" indent="-400050">
              <a:lnSpc>
                <a:spcPct val="100000"/>
              </a:lnSpc>
              <a:spcBef>
                <a:spcPts val="955"/>
              </a:spcBef>
              <a:buClr>
                <a:srgbClr val="002060"/>
              </a:buClr>
              <a:buFont typeface="Microsoft Sans Serif"/>
              <a:buChar char="•"/>
              <a:tabLst>
                <a:tab pos="412115" algn="l"/>
                <a:tab pos="412750" algn="l"/>
              </a:tabLst>
            </a:pP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Продолжительность</a:t>
            </a:r>
            <a:r>
              <a:rPr sz="2000" spc="-16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5" dirty="0">
                <a:solidFill>
                  <a:srgbClr val="000065"/>
                </a:solidFill>
                <a:latin typeface="Trebuchet MS"/>
                <a:cs typeface="Trebuchet MS"/>
              </a:rPr>
              <a:t>межремонтного</a:t>
            </a:r>
            <a:r>
              <a:rPr sz="2000" spc="-16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цикла</a:t>
            </a:r>
            <a:r>
              <a:rPr sz="2000" spc="-18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– 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до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FF1A1A"/>
                </a:solidFill>
                <a:latin typeface="Calibri"/>
                <a:cs typeface="Calibri"/>
              </a:rPr>
              <a:t>8</a:t>
            </a:r>
            <a:r>
              <a:rPr sz="2000" spc="5" dirty="0">
                <a:solidFill>
                  <a:srgbClr val="FF1A1A"/>
                </a:solidFill>
                <a:latin typeface="Calibri"/>
                <a:cs typeface="Calibri"/>
              </a:rPr>
              <a:t> </a:t>
            </a:r>
            <a:r>
              <a:rPr sz="2000" spc="15" dirty="0">
                <a:solidFill>
                  <a:srgbClr val="FF1A1A"/>
                </a:solidFill>
                <a:latin typeface="Trebuchet MS"/>
                <a:cs typeface="Trebuchet MS"/>
              </a:rPr>
              <a:t>лет</a:t>
            </a:r>
            <a:r>
              <a:rPr sz="2000" spc="15" dirty="0">
                <a:solidFill>
                  <a:srgbClr val="000065"/>
                </a:solidFill>
                <a:latin typeface="Calibri"/>
                <a:cs typeface="Calibri"/>
              </a:rPr>
              <a:t>;</a:t>
            </a:r>
            <a:endParaRPr sz="2000">
              <a:latin typeface="Calibri"/>
              <a:cs typeface="Calibri"/>
            </a:endParaRPr>
          </a:p>
          <a:p>
            <a:pPr marL="412750" indent="-400050">
              <a:lnSpc>
                <a:spcPct val="100000"/>
              </a:lnSpc>
              <a:spcBef>
                <a:spcPts val="950"/>
              </a:spcBef>
              <a:buClr>
                <a:srgbClr val="002060"/>
              </a:buClr>
              <a:buFont typeface="Microsoft Sans Serif"/>
              <a:buChar char="•"/>
              <a:tabLst>
                <a:tab pos="412115" algn="l"/>
                <a:tab pos="412750" algn="l"/>
              </a:tabLst>
            </a:pP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Показатели</a:t>
            </a:r>
            <a:r>
              <a:rPr sz="2000" spc="-16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0" dirty="0">
                <a:solidFill>
                  <a:srgbClr val="000065"/>
                </a:solidFill>
                <a:latin typeface="Trebuchet MS"/>
                <a:cs typeface="Trebuchet MS"/>
              </a:rPr>
              <a:t>надёжност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и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:</a:t>
            </a:r>
            <a:endParaRPr sz="2000">
              <a:latin typeface="Calibri"/>
              <a:cs typeface="Calibri"/>
            </a:endParaRPr>
          </a:p>
          <a:p>
            <a:pPr marL="742315">
              <a:lnSpc>
                <a:spcPct val="100000"/>
              </a:lnSpc>
              <a:spcBef>
                <a:spcPts val="944"/>
              </a:spcBef>
            </a:pP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‐ 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частота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аварийных</a:t>
            </a:r>
            <a:r>
              <a:rPr sz="2000" spc="30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остановов</a:t>
            </a:r>
            <a:r>
              <a:rPr sz="2000" spc="30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не</a:t>
            </a:r>
            <a:r>
              <a:rPr sz="2000" spc="30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более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30" dirty="0">
                <a:solidFill>
                  <a:srgbClr val="000065"/>
                </a:solidFill>
                <a:latin typeface="Calibri"/>
                <a:cs typeface="Calibri"/>
              </a:rPr>
              <a:t>1‐</a:t>
            </a:r>
            <a:r>
              <a:rPr sz="2000" spc="-30" dirty="0">
                <a:solidFill>
                  <a:srgbClr val="000065"/>
                </a:solidFill>
                <a:latin typeface="Trebuchet MS"/>
                <a:cs typeface="Trebuchet MS"/>
              </a:rPr>
              <a:t>го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40" dirty="0">
                <a:solidFill>
                  <a:srgbClr val="000065"/>
                </a:solidFill>
                <a:latin typeface="Trebuchet MS"/>
                <a:cs typeface="Trebuchet MS"/>
              </a:rPr>
              <a:t>за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35" dirty="0">
                <a:solidFill>
                  <a:srgbClr val="000065"/>
                </a:solidFill>
                <a:latin typeface="Trebuchet MS"/>
                <a:cs typeface="Trebuchet MS"/>
              </a:rPr>
              <a:t>год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30" dirty="0">
                <a:solidFill>
                  <a:srgbClr val="000065"/>
                </a:solidFill>
                <a:latin typeface="Trebuchet MS"/>
                <a:cs typeface="Trebuchet MS"/>
              </a:rPr>
              <a:t>работы</a:t>
            </a:r>
            <a:r>
              <a:rPr sz="2000" spc="30" dirty="0">
                <a:solidFill>
                  <a:srgbClr val="000065"/>
                </a:solidFill>
                <a:latin typeface="Calibri"/>
                <a:cs typeface="Calibri"/>
              </a:rPr>
              <a:t>;</a:t>
            </a:r>
            <a:endParaRPr sz="2000">
              <a:latin typeface="Calibri"/>
              <a:cs typeface="Calibri"/>
            </a:endParaRPr>
          </a:p>
          <a:p>
            <a:pPr marL="354965" marR="1408430" indent="386715">
              <a:lnSpc>
                <a:spcPct val="119700"/>
              </a:lnSpc>
              <a:spcBef>
                <a:spcPts val="484"/>
              </a:spcBef>
            </a:pP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‐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средняя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45" dirty="0">
                <a:solidFill>
                  <a:srgbClr val="000065"/>
                </a:solidFill>
                <a:latin typeface="Trebuchet MS"/>
                <a:cs typeface="Trebuchet MS"/>
              </a:rPr>
              <a:t>за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5" dirty="0">
                <a:solidFill>
                  <a:srgbClr val="000065"/>
                </a:solidFill>
                <a:latin typeface="Trebuchet MS"/>
                <a:cs typeface="Trebuchet MS"/>
              </a:rPr>
              <a:t>проектный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30" dirty="0">
                <a:solidFill>
                  <a:srgbClr val="000065"/>
                </a:solidFill>
                <a:latin typeface="Trebuchet MS"/>
                <a:cs typeface="Trebuchet MS"/>
              </a:rPr>
              <a:t>срок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службы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неготовность </a:t>
            </a:r>
            <a:r>
              <a:rPr sz="2000" spc="-58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энергоблока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менее</a:t>
            </a:r>
            <a:r>
              <a:rPr sz="2000" spc="-16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1,4</a:t>
            </a:r>
            <a:r>
              <a:rPr sz="2000" dirty="0">
                <a:solidFill>
                  <a:srgbClr val="000065"/>
                </a:solidFill>
                <a:latin typeface="Calibri"/>
                <a:cs typeface="Calibri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% </a:t>
            </a:r>
            <a:r>
              <a:rPr sz="2000" spc="5" dirty="0">
                <a:solidFill>
                  <a:srgbClr val="000065"/>
                </a:solidFill>
                <a:latin typeface="Calibri"/>
                <a:cs typeface="Calibri"/>
              </a:rPr>
              <a:t>(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менее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5 </a:t>
            </a:r>
            <a:r>
              <a:rPr sz="2000" spc="-25" dirty="0">
                <a:solidFill>
                  <a:srgbClr val="000065"/>
                </a:solidFill>
                <a:latin typeface="Trebuchet MS"/>
                <a:cs typeface="Trebuchet MS"/>
              </a:rPr>
              <a:t>суток</a:t>
            </a:r>
            <a:r>
              <a:rPr sz="2000" spc="-16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45" dirty="0">
                <a:solidFill>
                  <a:srgbClr val="000065"/>
                </a:solidFill>
                <a:latin typeface="Trebuchet MS"/>
                <a:cs typeface="Trebuchet MS"/>
              </a:rPr>
              <a:t>за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20" dirty="0">
                <a:solidFill>
                  <a:srgbClr val="000065"/>
                </a:solidFill>
                <a:latin typeface="Trebuchet MS"/>
                <a:cs typeface="Trebuchet MS"/>
              </a:rPr>
              <a:t>год</a:t>
            </a:r>
            <a:r>
              <a:rPr sz="2000" spc="-20" dirty="0">
                <a:solidFill>
                  <a:srgbClr val="000065"/>
                </a:solidFill>
                <a:latin typeface="Calibri"/>
                <a:cs typeface="Calibri"/>
              </a:rPr>
              <a:t>);</a:t>
            </a:r>
            <a:endParaRPr sz="20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743855" y="163960"/>
            <a:ext cx="647065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99335" algn="l"/>
              </a:tabLst>
            </a:pPr>
            <a:r>
              <a:rPr b="1" spc="-5" dirty="0">
                <a:solidFill>
                  <a:srgbClr val="000065"/>
                </a:solidFill>
                <a:latin typeface="Arial"/>
                <a:cs typeface="Arial"/>
              </a:rPr>
              <a:t>Основные	целевые</a:t>
            </a:r>
            <a:r>
              <a:rPr b="1" spc="-195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b="1" spc="-5" dirty="0">
                <a:solidFill>
                  <a:srgbClr val="000065"/>
                </a:solidFill>
                <a:latin typeface="Arial"/>
                <a:cs typeface="Arial"/>
              </a:rPr>
              <a:t>показатели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639702" y="6408203"/>
            <a:ext cx="368300" cy="365125"/>
          </a:xfrm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47625">
              <a:lnSpc>
                <a:spcPct val="100000"/>
              </a:lnSpc>
              <a:spcBef>
                <a:spcPts val="345"/>
              </a:spcBef>
            </a:pPr>
            <a:fld id="{81D60167-4931-47E6-BA6A-407CBD079E47}" type="slidenum">
              <a:rPr sz="2000" b="1" spc="-5" dirty="0">
                <a:solidFill>
                  <a:srgbClr val="0068B4"/>
                </a:solidFill>
                <a:latin typeface="Arial"/>
                <a:cs typeface="Arial"/>
              </a:rPr>
              <a:t>7</a:t>
            </a:fld>
            <a:endParaRPr sz="20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39237" y="1113863"/>
            <a:ext cx="8034020" cy="4768850"/>
          </a:xfrm>
          <a:prstGeom prst="rect">
            <a:avLst/>
          </a:prstGeom>
        </p:spPr>
        <p:txBody>
          <a:bodyPr vert="horz" wrap="square" lIns="0" tIns="132715" rIns="0" bIns="0" rtlCol="0">
            <a:spAutoFit/>
          </a:bodyPr>
          <a:lstStyle/>
          <a:p>
            <a:pPr marL="419100" indent="-343535">
              <a:lnSpc>
                <a:spcPct val="100000"/>
              </a:lnSpc>
              <a:spcBef>
                <a:spcPts val="1045"/>
              </a:spcBef>
              <a:buClr>
                <a:srgbClr val="002060"/>
              </a:buClr>
              <a:buFont typeface="Microsoft Sans Serif"/>
              <a:buChar char="•"/>
              <a:tabLst>
                <a:tab pos="418465" algn="l"/>
                <a:tab pos="419734" algn="l"/>
              </a:tabLst>
            </a:pP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Максимальное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выгорание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топлива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по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45" dirty="0">
                <a:solidFill>
                  <a:srgbClr val="000065"/>
                </a:solidFill>
                <a:latin typeface="Trebuchet MS"/>
                <a:cs typeface="Trebuchet MS"/>
              </a:rPr>
              <a:t>ТВС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–</a:t>
            </a:r>
            <a:r>
              <a:rPr sz="2000" spc="5" dirty="0">
                <a:solidFill>
                  <a:srgbClr val="000065"/>
                </a:solidFill>
                <a:latin typeface="Calibri"/>
                <a:cs typeface="Calibri"/>
              </a:rPr>
              <a:t> </a:t>
            </a:r>
            <a:r>
              <a:rPr sz="2000" spc="20" dirty="0">
                <a:solidFill>
                  <a:srgbClr val="FF0000"/>
                </a:solidFill>
                <a:latin typeface="Trebuchet MS"/>
                <a:cs typeface="Trebuchet MS"/>
              </a:rPr>
              <a:t>до</a:t>
            </a:r>
            <a:r>
              <a:rPr sz="2000" spc="-150" dirty="0">
                <a:solidFill>
                  <a:srgbClr val="FF0000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FF1A1A"/>
                </a:solidFill>
                <a:latin typeface="Calibri"/>
                <a:cs typeface="Calibri"/>
              </a:rPr>
              <a:t>70</a:t>
            </a:r>
            <a:r>
              <a:rPr sz="2000" dirty="0">
                <a:solidFill>
                  <a:srgbClr val="FF1A1A"/>
                </a:solidFill>
                <a:latin typeface="Calibri"/>
                <a:cs typeface="Calibri"/>
              </a:rPr>
              <a:t> </a:t>
            </a:r>
            <a:r>
              <a:rPr sz="2000" spc="5" dirty="0">
                <a:solidFill>
                  <a:srgbClr val="FF1A1A"/>
                </a:solidFill>
                <a:latin typeface="Trebuchet MS"/>
                <a:cs typeface="Trebuchet MS"/>
              </a:rPr>
              <a:t>МВт</a:t>
            </a:r>
            <a:r>
              <a:rPr sz="2000" spc="5" dirty="0">
                <a:solidFill>
                  <a:srgbClr val="FF1A1A"/>
                </a:solidFill>
                <a:latin typeface="Calibri"/>
                <a:cs typeface="Calibri"/>
              </a:rPr>
              <a:t>∙</a:t>
            </a:r>
            <a:r>
              <a:rPr sz="2000" spc="5" dirty="0">
                <a:solidFill>
                  <a:srgbClr val="FF1A1A"/>
                </a:solidFill>
                <a:latin typeface="Trebuchet MS"/>
                <a:cs typeface="Trebuchet MS"/>
              </a:rPr>
              <a:t>сут</a:t>
            </a:r>
            <a:r>
              <a:rPr sz="2000" spc="5" dirty="0">
                <a:solidFill>
                  <a:srgbClr val="FF1A1A"/>
                </a:solidFill>
                <a:latin typeface="Calibri"/>
                <a:cs typeface="Calibri"/>
              </a:rPr>
              <a:t>/</a:t>
            </a:r>
            <a:r>
              <a:rPr sz="2000" spc="5" dirty="0">
                <a:solidFill>
                  <a:srgbClr val="FF1A1A"/>
                </a:solidFill>
                <a:latin typeface="Trebuchet MS"/>
                <a:cs typeface="Trebuchet MS"/>
              </a:rPr>
              <a:t>кг</a:t>
            </a:r>
            <a:r>
              <a:rPr sz="2000" spc="-155" dirty="0">
                <a:solidFill>
                  <a:srgbClr val="FF1A1A"/>
                </a:solidFill>
                <a:latin typeface="Trebuchet MS"/>
                <a:cs typeface="Trebuchet MS"/>
              </a:rPr>
              <a:t> </a:t>
            </a:r>
            <a:r>
              <a:rPr sz="2000" spc="-10" dirty="0">
                <a:solidFill>
                  <a:srgbClr val="000065"/>
                </a:solidFill>
                <a:latin typeface="Calibri"/>
                <a:cs typeface="Calibri"/>
              </a:rPr>
              <a:t>U;</a:t>
            </a:r>
            <a:endParaRPr sz="2000">
              <a:latin typeface="Calibri"/>
              <a:cs typeface="Calibri"/>
            </a:endParaRPr>
          </a:p>
          <a:p>
            <a:pPr marL="419100" indent="-343535">
              <a:lnSpc>
                <a:spcPct val="100000"/>
              </a:lnSpc>
              <a:spcBef>
                <a:spcPts val="950"/>
              </a:spcBef>
              <a:buClr>
                <a:srgbClr val="002060"/>
              </a:buClr>
              <a:buFont typeface="Microsoft Sans Serif"/>
              <a:buChar char="•"/>
              <a:tabLst>
                <a:tab pos="419100" algn="l"/>
                <a:tab pos="419734" algn="l"/>
              </a:tabLst>
            </a:pP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Длительность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20" dirty="0">
                <a:solidFill>
                  <a:srgbClr val="000065"/>
                </a:solidFill>
                <a:latin typeface="Trebuchet MS"/>
                <a:cs typeface="Trebuchet MS"/>
              </a:rPr>
              <a:t>межперегрузочного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периода</a:t>
            </a:r>
            <a:r>
              <a:rPr sz="2000" spc="-17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–</a:t>
            </a:r>
            <a:r>
              <a:rPr sz="2000" dirty="0">
                <a:solidFill>
                  <a:srgbClr val="000065"/>
                </a:solidFill>
                <a:latin typeface="Calibri"/>
                <a:cs typeface="Calibri"/>
              </a:rPr>
              <a:t> 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до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FF1A1A"/>
                </a:solidFill>
                <a:latin typeface="Calibri"/>
                <a:cs typeface="Calibri"/>
              </a:rPr>
              <a:t>24</a:t>
            </a:r>
            <a:r>
              <a:rPr sz="2000" dirty="0">
                <a:solidFill>
                  <a:srgbClr val="FF1A1A"/>
                </a:solidFill>
                <a:latin typeface="Calibri"/>
                <a:cs typeface="Calibri"/>
              </a:rPr>
              <a:t> </a:t>
            </a:r>
            <a:r>
              <a:rPr sz="2000" spc="15" dirty="0">
                <a:solidFill>
                  <a:srgbClr val="FF1A1A"/>
                </a:solidFill>
                <a:latin typeface="Trebuchet MS"/>
                <a:cs typeface="Trebuchet MS"/>
              </a:rPr>
              <a:t>месяцев</a:t>
            </a:r>
            <a:r>
              <a:rPr sz="2000" spc="15" dirty="0">
                <a:solidFill>
                  <a:srgbClr val="000065"/>
                </a:solidFill>
                <a:latin typeface="Calibri"/>
                <a:cs typeface="Calibri"/>
              </a:rPr>
              <a:t>;</a:t>
            </a:r>
            <a:endParaRPr sz="2000">
              <a:latin typeface="Calibri"/>
              <a:cs typeface="Calibri"/>
            </a:endParaRPr>
          </a:p>
          <a:p>
            <a:pPr marL="419100" marR="516890" indent="-419100">
              <a:lnSpc>
                <a:spcPct val="119700"/>
              </a:lnSpc>
              <a:spcBef>
                <a:spcPts val="480"/>
              </a:spcBef>
              <a:buClr>
                <a:srgbClr val="002060"/>
              </a:buClr>
              <a:buFont typeface="Microsoft Sans Serif"/>
              <a:buChar char="•"/>
              <a:tabLst>
                <a:tab pos="419100" algn="l"/>
                <a:tab pos="419734" algn="l"/>
              </a:tabLst>
            </a:pP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Требования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60" dirty="0">
                <a:solidFill>
                  <a:srgbClr val="000065"/>
                </a:solidFill>
                <a:latin typeface="Trebuchet MS"/>
                <a:cs typeface="Trebuchet MS"/>
              </a:rPr>
              <a:t>к</a:t>
            </a:r>
            <a:r>
              <a:rPr sz="2000" spc="-14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маневренным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0" dirty="0">
                <a:solidFill>
                  <a:srgbClr val="000065"/>
                </a:solidFill>
                <a:latin typeface="Trebuchet MS"/>
                <a:cs typeface="Trebuchet MS"/>
              </a:rPr>
              <a:t>характеристикам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энергоблока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в </a:t>
            </a:r>
            <a:r>
              <a:rPr sz="2000" spc="-58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целом</a:t>
            </a:r>
            <a:r>
              <a:rPr sz="2000" spc="29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– 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в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с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оответстви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и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с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0" dirty="0">
                <a:solidFill>
                  <a:srgbClr val="000065"/>
                </a:solidFill>
                <a:latin typeface="Calibri"/>
                <a:cs typeface="Calibri"/>
              </a:rPr>
              <a:t>EUR;</a:t>
            </a:r>
            <a:endParaRPr sz="2000">
              <a:latin typeface="Calibri"/>
              <a:cs typeface="Calibri"/>
            </a:endParaRPr>
          </a:p>
          <a:p>
            <a:pPr marL="419100" marR="272415" indent="-342900">
              <a:lnSpc>
                <a:spcPct val="119800"/>
              </a:lnSpc>
              <a:spcBef>
                <a:spcPts val="475"/>
              </a:spcBef>
              <a:buClr>
                <a:srgbClr val="002060"/>
              </a:buClr>
              <a:buFont typeface="Microsoft Sans Serif"/>
              <a:buChar char="•"/>
              <a:tabLst>
                <a:tab pos="419100" algn="l"/>
                <a:tab pos="419734" algn="l"/>
              </a:tabLst>
            </a:pPr>
            <a:r>
              <a:rPr sz="2000" spc="-15" dirty="0">
                <a:solidFill>
                  <a:srgbClr val="000065"/>
                </a:solidFill>
                <a:latin typeface="Trebuchet MS"/>
                <a:cs typeface="Trebuchet MS"/>
              </a:rPr>
              <a:t>Достижение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состояния 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безопасного </a:t>
            </a:r>
            <a:r>
              <a:rPr sz="2000" spc="30" dirty="0">
                <a:solidFill>
                  <a:srgbClr val="000065"/>
                </a:solidFill>
                <a:latin typeface="Trebuchet MS"/>
                <a:cs typeface="Trebuchet MS"/>
              </a:rPr>
              <a:t>останова 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для </a:t>
            </a:r>
            <a:r>
              <a:rPr sz="2000" spc="30" dirty="0">
                <a:solidFill>
                  <a:srgbClr val="000065"/>
                </a:solidFill>
                <a:latin typeface="Trebuchet MS"/>
                <a:cs typeface="Trebuchet MS"/>
              </a:rPr>
              <a:t>любых </a:t>
            </a:r>
            <a:r>
              <a:rPr sz="2000" spc="3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нарушений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5" dirty="0">
                <a:solidFill>
                  <a:srgbClr val="000065"/>
                </a:solidFill>
                <a:latin typeface="Trebuchet MS"/>
                <a:cs typeface="Trebuchet MS"/>
              </a:rPr>
              <a:t>проектных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условий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нормальной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эксплуатации</a:t>
            </a:r>
            <a:r>
              <a:rPr sz="2000" spc="31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для </a:t>
            </a:r>
            <a:r>
              <a:rPr sz="2000" spc="-58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0" dirty="0">
                <a:solidFill>
                  <a:srgbClr val="000065"/>
                </a:solidFill>
                <a:latin typeface="Trebuchet MS"/>
                <a:cs typeface="Trebuchet MS"/>
              </a:rPr>
              <a:t>проектных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30" dirty="0">
                <a:solidFill>
                  <a:srgbClr val="000065"/>
                </a:solidFill>
                <a:latin typeface="Trebuchet MS"/>
                <a:cs typeface="Trebuchet MS"/>
              </a:rPr>
              <a:t>и</a:t>
            </a:r>
            <a:r>
              <a:rPr sz="2000" spc="-16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запроектн</a:t>
            </a:r>
            <a:r>
              <a:rPr sz="2000" spc="-10" dirty="0">
                <a:solidFill>
                  <a:srgbClr val="000065"/>
                </a:solidFill>
                <a:latin typeface="Trebuchet MS"/>
                <a:cs typeface="Trebuchet MS"/>
              </a:rPr>
              <a:t>ы</a:t>
            </a:r>
            <a:r>
              <a:rPr sz="2000" spc="-20" dirty="0">
                <a:solidFill>
                  <a:srgbClr val="000065"/>
                </a:solidFill>
                <a:latin typeface="Trebuchet MS"/>
                <a:cs typeface="Trebuchet MS"/>
              </a:rPr>
              <a:t>х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75" dirty="0">
                <a:solidFill>
                  <a:srgbClr val="000065"/>
                </a:solidFill>
                <a:latin typeface="Trebuchet MS"/>
                <a:cs typeface="Trebuchet MS"/>
              </a:rPr>
              <a:t>а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варий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(</a:t>
            </a:r>
            <a:r>
              <a:rPr sz="2000" spc="-20" dirty="0">
                <a:solidFill>
                  <a:srgbClr val="000065"/>
                </a:solidFill>
                <a:latin typeface="Trebuchet MS"/>
                <a:cs typeface="Trebuchet MS"/>
              </a:rPr>
              <a:t>кроме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т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яжелых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авари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й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) – 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в  </a:t>
            </a:r>
            <a:r>
              <a:rPr sz="2000" spc="-10" dirty="0">
                <a:solidFill>
                  <a:srgbClr val="000065"/>
                </a:solidFill>
                <a:latin typeface="Trebuchet MS"/>
                <a:cs typeface="Trebuchet MS"/>
              </a:rPr>
              <a:t>течени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е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FF1A1A"/>
                </a:solidFill>
                <a:latin typeface="Calibri"/>
                <a:cs typeface="Calibri"/>
              </a:rPr>
              <a:t>24</a:t>
            </a:r>
            <a:r>
              <a:rPr sz="2000" spc="-10" dirty="0">
                <a:solidFill>
                  <a:srgbClr val="FF1A1A"/>
                </a:solidFill>
                <a:latin typeface="Calibri"/>
                <a:cs typeface="Calibri"/>
              </a:rPr>
              <a:t> </a:t>
            </a:r>
            <a:r>
              <a:rPr sz="2000" spc="20" dirty="0">
                <a:solidFill>
                  <a:srgbClr val="FF1A1A"/>
                </a:solidFill>
                <a:latin typeface="Trebuchet MS"/>
                <a:cs typeface="Trebuchet MS"/>
              </a:rPr>
              <a:t>часо</a:t>
            </a:r>
            <a:r>
              <a:rPr sz="2000" spc="25" dirty="0">
                <a:solidFill>
                  <a:srgbClr val="FF1A1A"/>
                </a:solidFill>
                <a:latin typeface="Trebuchet MS"/>
                <a:cs typeface="Trebuchet MS"/>
              </a:rPr>
              <a:t>в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;</a:t>
            </a:r>
            <a:endParaRPr sz="2000">
              <a:latin typeface="Calibri"/>
              <a:cs typeface="Calibri"/>
            </a:endParaRPr>
          </a:p>
          <a:p>
            <a:pPr marL="419100" marR="81280" indent="-419100">
              <a:lnSpc>
                <a:spcPct val="119700"/>
              </a:lnSpc>
              <a:spcBef>
                <a:spcPts val="475"/>
              </a:spcBef>
              <a:buClr>
                <a:srgbClr val="002060"/>
              </a:buClr>
              <a:buFont typeface="Microsoft Sans Serif"/>
              <a:buChar char="•"/>
              <a:tabLst>
                <a:tab pos="419100" algn="l"/>
                <a:tab pos="419734" algn="l"/>
              </a:tabLst>
            </a:pPr>
            <a:r>
              <a:rPr sz="2000" spc="60" dirty="0">
                <a:solidFill>
                  <a:srgbClr val="000065"/>
                </a:solidFill>
                <a:latin typeface="Trebuchet MS"/>
                <a:cs typeface="Trebuchet MS"/>
              </a:rPr>
              <a:t>Запас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питательной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30" dirty="0">
                <a:solidFill>
                  <a:srgbClr val="000065"/>
                </a:solidFill>
                <a:latin typeface="Trebuchet MS"/>
                <a:cs typeface="Trebuchet MS"/>
              </a:rPr>
              <a:t>воды</a:t>
            </a:r>
            <a:r>
              <a:rPr sz="2000" spc="-16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30" dirty="0">
                <a:solidFill>
                  <a:srgbClr val="000065"/>
                </a:solidFill>
                <a:latin typeface="Trebuchet MS"/>
                <a:cs typeface="Trebuchet MS"/>
              </a:rPr>
              <a:t>на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блоке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5" dirty="0">
                <a:solidFill>
                  <a:srgbClr val="000065"/>
                </a:solidFill>
                <a:latin typeface="Trebuchet MS"/>
                <a:cs typeface="Trebuchet MS"/>
              </a:rPr>
              <a:t>должен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35" dirty="0">
                <a:solidFill>
                  <a:srgbClr val="000065"/>
                </a:solidFill>
                <a:latin typeface="Trebuchet MS"/>
                <a:cs typeface="Trebuchet MS"/>
              </a:rPr>
              <a:t>быть</a:t>
            </a:r>
            <a:r>
              <a:rPr sz="2000" spc="-16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достаточен</a:t>
            </a:r>
            <a:r>
              <a:rPr sz="2000" spc="29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для </a:t>
            </a:r>
            <a:r>
              <a:rPr sz="2000" spc="-58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30" dirty="0">
                <a:solidFill>
                  <a:srgbClr val="000065"/>
                </a:solidFill>
                <a:latin typeface="Trebuchet MS"/>
                <a:cs typeface="Trebuchet MS"/>
              </a:rPr>
              <a:t>отвода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остаточных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тепловыделений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в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течение</a:t>
            </a:r>
            <a:r>
              <a:rPr sz="2000" spc="-14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FF1A1A"/>
                </a:solidFill>
                <a:latin typeface="Calibri"/>
                <a:cs typeface="Calibri"/>
              </a:rPr>
              <a:t>24 </a:t>
            </a:r>
            <a:r>
              <a:rPr sz="2000" spc="15" dirty="0">
                <a:solidFill>
                  <a:srgbClr val="FF1A1A"/>
                </a:solidFill>
                <a:latin typeface="Trebuchet MS"/>
                <a:cs typeface="Trebuchet MS"/>
              </a:rPr>
              <a:t>часов</a:t>
            </a:r>
            <a:r>
              <a:rPr sz="2000" spc="15" dirty="0">
                <a:solidFill>
                  <a:srgbClr val="000065"/>
                </a:solidFill>
                <a:latin typeface="Calibri"/>
                <a:cs typeface="Calibri"/>
              </a:rPr>
              <a:t>;</a:t>
            </a:r>
            <a:endParaRPr sz="2000">
              <a:latin typeface="Calibri"/>
              <a:cs typeface="Calibri"/>
            </a:endParaRPr>
          </a:p>
          <a:p>
            <a:pPr marL="419100" marR="297180" indent="-419100">
              <a:lnSpc>
                <a:spcPct val="120000"/>
              </a:lnSpc>
              <a:spcBef>
                <a:spcPts val="465"/>
              </a:spcBef>
              <a:buClr>
                <a:srgbClr val="002060"/>
              </a:buClr>
              <a:buFont typeface="Microsoft Sans Serif"/>
              <a:buChar char="•"/>
              <a:tabLst>
                <a:tab pos="419100" algn="l"/>
                <a:tab pos="419734" algn="l"/>
              </a:tabLst>
            </a:pPr>
            <a:r>
              <a:rPr sz="2000" spc="50" dirty="0">
                <a:solidFill>
                  <a:srgbClr val="000065"/>
                </a:solidFill>
                <a:latin typeface="Trebuchet MS"/>
                <a:cs typeface="Trebuchet MS"/>
              </a:rPr>
              <a:t>Суммарная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частота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повреждения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0" dirty="0">
                <a:solidFill>
                  <a:srgbClr val="000065"/>
                </a:solidFill>
                <a:latin typeface="Trebuchet MS"/>
                <a:cs typeface="Trebuchet MS"/>
              </a:rPr>
              <a:t>активной</a:t>
            </a:r>
            <a:r>
              <a:rPr sz="2000" spc="-16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зоны</a:t>
            </a:r>
            <a:r>
              <a:rPr sz="2000" spc="-16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менее</a:t>
            </a:r>
            <a:r>
              <a:rPr sz="2000" spc="-16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10</a:t>
            </a:r>
            <a:r>
              <a:rPr sz="1950" spc="-7" baseline="25641" dirty="0">
                <a:solidFill>
                  <a:srgbClr val="000065"/>
                </a:solidFill>
                <a:latin typeface="Calibri"/>
                <a:cs typeface="Calibri"/>
              </a:rPr>
              <a:t>‐6</a:t>
            </a:r>
            <a:r>
              <a:rPr sz="1950" spc="225" baseline="25641" dirty="0">
                <a:solidFill>
                  <a:srgbClr val="000065"/>
                </a:solidFill>
                <a:latin typeface="Calibri"/>
                <a:cs typeface="Calibri"/>
              </a:rPr>
              <a:t> </a:t>
            </a:r>
            <a:r>
              <a:rPr sz="2000" spc="35" dirty="0">
                <a:solidFill>
                  <a:srgbClr val="000065"/>
                </a:solidFill>
                <a:latin typeface="Trebuchet MS"/>
                <a:cs typeface="Trebuchet MS"/>
              </a:rPr>
              <a:t>на </a:t>
            </a:r>
            <a:r>
              <a:rPr sz="2000" spc="-58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0" dirty="0">
                <a:solidFill>
                  <a:srgbClr val="000065"/>
                </a:solidFill>
                <a:latin typeface="Trebuchet MS"/>
                <a:cs typeface="Trebuchet MS"/>
              </a:rPr>
              <a:t>реакто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р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в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35" dirty="0">
                <a:solidFill>
                  <a:srgbClr val="000065"/>
                </a:solidFill>
                <a:latin typeface="Trebuchet MS"/>
                <a:cs typeface="Trebuchet MS"/>
              </a:rPr>
              <a:t>год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.</a:t>
            </a:r>
            <a:endParaRPr sz="20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988458" y="227968"/>
            <a:ext cx="647065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99335" algn="l"/>
              </a:tabLst>
            </a:pPr>
            <a:r>
              <a:rPr b="1" spc="-5" dirty="0">
                <a:solidFill>
                  <a:srgbClr val="000065"/>
                </a:solidFill>
                <a:latin typeface="Arial"/>
                <a:cs typeface="Arial"/>
              </a:rPr>
              <a:t>Основные	целевые</a:t>
            </a:r>
            <a:r>
              <a:rPr b="1" spc="-195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b="1" spc="-5" dirty="0">
                <a:solidFill>
                  <a:srgbClr val="000065"/>
                </a:solidFill>
                <a:latin typeface="Arial"/>
                <a:cs typeface="Arial"/>
              </a:rPr>
              <a:t>показатели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639702" y="6408203"/>
            <a:ext cx="368300" cy="365125"/>
          </a:xfrm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47625">
              <a:lnSpc>
                <a:spcPct val="100000"/>
              </a:lnSpc>
              <a:spcBef>
                <a:spcPts val="345"/>
              </a:spcBef>
            </a:pPr>
            <a:fld id="{81D60167-4931-47E6-BA6A-407CBD079E47}" type="slidenum">
              <a:rPr sz="2000" b="1" spc="-5" dirty="0">
                <a:solidFill>
                  <a:srgbClr val="0068B4"/>
                </a:solidFill>
                <a:latin typeface="Arial"/>
                <a:cs typeface="Arial"/>
              </a:rPr>
              <a:t>8</a:t>
            </a:fld>
            <a:endParaRPr sz="20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37559" y="784027"/>
            <a:ext cx="7865109" cy="3536950"/>
          </a:xfrm>
          <a:prstGeom prst="rect">
            <a:avLst/>
          </a:prstGeom>
        </p:spPr>
        <p:txBody>
          <a:bodyPr vert="horz" wrap="square" lIns="0" tIns="213995" rIns="0" bIns="0" rtlCol="0">
            <a:spAutoFit/>
          </a:bodyPr>
          <a:lstStyle/>
          <a:p>
            <a:pPr marL="113664">
              <a:lnSpc>
                <a:spcPct val="100000"/>
              </a:lnSpc>
              <a:spcBef>
                <a:spcPts val="1685"/>
              </a:spcBef>
            </a:pPr>
            <a:r>
              <a:rPr sz="2400" spc="35" dirty="0">
                <a:solidFill>
                  <a:srgbClr val="FF0000"/>
                </a:solidFill>
                <a:latin typeface="Trebuchet MS"/>
                <a:cs typeface="Trebuchet MS"/>
              </a:rPr>
              <a:t>Условия</a:t>
            </a:r>
            <a:r>
              <a:rPr sz="2400" spc="-185" dirty="0">
                <a:solidFill>
                  <a:srgbClr val="FF0000"/>
                </a:solidFill>
                <a:latin typeface="Trebuchet MS"/>
                <a:cs typeface="Trebuchet MS"/>
              </a:rPr>
              <a:t> </a:t>
            </a:r>
            <a:r>
              <a:rPr sz="2400" dirty="0">
                <a:solidFill>
                  <a:srgbClr val="FF0000"/>
                </a:solidFill>
                <a:latin typeface="Trebuchet MS"/>
                <a:cs typeface="Trebuchet MS"/>
              </a:rPr>
              <a:t>д</a:t>
            </a:r>
            <a:r>
              <a:rPr sz="2400" spc="-20" dirty="0">
                <a:solidFill>
                  <a:srgbClr val="FF0000"/>
                </a:solidFill>
                <a:latin typeface="Trebuchet MS"/>
                <a:cs typeface="Trebuchet MS"/>
              </a:rPr>
              <a:t>остижени</a:t>
            </a:r>
            <a:r>
              <a:rPr sz="2400" spc="-15" dirty="0">
                <a:solidFill>
                  <a:srgbClr val="FF0000"/>
                </a:solidFill>
                <a:latin typeface="Trebuchet MS"/>
                <a:cs typeface="Trebuchet MS"/>
              </a:rPr>
              <a:t>я</a:t>
            </a:r>
            <a:r>
              <a:rPr sz="2400" spc="-185" dirty="0">
                <a:solidFill>
                  <a:srgbClr val="FF0000"/>
                </a:solidFill>
                <a:latin typeface="Trebuchet MS"/>
                <a:cs typeface="Trebuchet MS"/>
              </a:rPr>
              <a:t> </a:t>
            </a:r>
            <a:r>
              <a:rPr sz="2400" spc="45" dirty="0">
                <a:solidFill>
                  <a:srgbClr val="FF0000"/>
                </a:solidFill>
                <a:latin typeface="Trebuchet MS"/>
                <a:cs typeface="Trebuchet MS"/>
              </a:rPr>
              <a:t>ц</a:t>
            </a:r>
            <a:r>
              <a:rPr sz="2400" spc="25" dirty="0">
                <a:solidFill>
                  <a:srgbClr val="FF0000"/>
                </a:solidFill>
                <a:latin typeface="Trebuchet MS"/>
                <a:cs typeface="Trebuchet MS"/>
              </a:rPr>
              <a:t>елевых</a:t>
            </a:r>
            <a:r>
              <a:rPr sz="2400" spc="-185" dirty="0">
                <a:solidFill>
                  <a:srgbClr val="FF0000"/>
                </a:solidFill>
                <a:latin typeface="Trebuchet MS"/>
                <a:cs typeface="Trebuchet MS"/>
              </a:rPr>
              <a:t> </a:t>
            </a:r>
            <a:r>
              <a:rPr sz="2400" spc="10" dirty="0">
                <a:solidFill>
                  <a:srgbClr val="FF0000"/>
                </a:solidFill>
                <a:latin typeface="Trebuchet MS"/>
                <a:cs typeface="Trebuchet MS"/>
              </a:rPr>
              <a:t>показателей</a:t>
            </a:r>
            <a:endParaRPr sz="2400">
              <a:latin typeface="Trebuchet MS"/>
              <a:cs typeface="Trebuchet MS"/>
            </a:endParaRPr>
          </a:p>
          <a:p>
            <a:pPr marL="129539" marR="408940">
              <a:lnSpc>
                <a:spcPct val="109700"/>
              </a:lnSpc>
              <a:spcBef>
                <a:spcPts val="1085"/>
              </a:spcBef>
            </a:pP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Условия </a:t>
            </a:r>
            <a:r>
              <a:rPr sz="2000" spc="-10" dirty="0">
                <a:solidFill>
                  <a:srgbClr val="000065"/>
                </a:solidFill>
                <a:latin typeface="Trebuchet MS"/>
                <a:cs typeface="Trebuchet MS"/>
              </a:rPr>
              <a:t>достижения 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целевых 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показателей </a:t>
            </a:r>
            <a:r>
              <a:rPr sz="2000" spc="160" dirty="0">
                <a:solidFill>
                  <a:srgbClr val="000065"/>
                </a:solidFill>
                <a:latin typeface="Trebuchet MS"/>
                <a:cs typeface="Trebuchet MS"/>
              </a:rPr>
              <a:t>РУ </a:t>
            </a:r>
            <a:r>
              <a:rPr sz="2000" spc="-30" dirty="0">
                <a:solidFill>
                  <a:srgbClr val="000065"/>
                </a:solidFill>
                <a:latin typeface="Trebuchet MS"/>
                <a:cs typeface="Trebuchet MS"/>
              </a:rPr>
              <a:t>и </a:t>
            </a:r>
            <a:r>
              <a:rPr sz="2000" spc="220" dirty="0">
                <a:solidFill>
                  <a:srgbClr val="000065"/>
                </a:solidFill>
                <a:latin typeface="Trebuchet MS"/>
                <a:cs typeface="Trebuchet MS"/>
              </a:rPr>
              <a:t>АЭС 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без 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25" dirty="0">
                <a:solidFill>
                  <a:srgbClr val="000065"/>
                </a:solidFill>
                <a:latin typeface="Trebuchet MS"/>
                <a:cs typeface="Trebuchet MS"/>
              </a:rPr>
              <a:t>снижения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уровня</a:t>
            </a:r>
            <a:r>
              <a:rPr sz="2000" spc="-14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безопасности</a:t>
            </a:r>
            <a:r>
              <a:rPr sz="2000" spc="10" dirty="0">
                <a:solidFill>
                  <a:srgbClr val="000065"/>
                </a:solidFill>
                <a:latin typeface="Calibri"/>
                <a:cs typeface="Calibri"/>
              </a:rPr>
              <a:t>,</a:t>
            </a:r>
            <a:r>
              <a:rPr sz="2000" spc="5" dirty="0">
                <a:solidFill>
                  <a:srgbClr val="000065"/>
                </a:solidFill>
                <a:latin typeface="Calibri"/>
                <a:cs typeface="Calibri"/>
              </a:rPr>
              <a:t> </a:t>
            </a:r>
            <a:r>
              <a:rPr sz="2000" spc="-20" dirty="0">
                <a:solidFill>
                  <a:srgbClr val="000065"/>
                </a:solidFill>
                <a:latin typeface="Trebuchet MS"/>
                <a:cs typeface="Trebuchet MS"/>
              </a:rPr>
              <a:t>достигнутого</a:t>
            </a:r>
            <a:r>
              <a:rPr sz="2000" spc="-14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35" dirty="0">
                <a:solidFill>
                  <a:srgbClr val="000065"/>
                </a:solidFill>
                <a:latin typeface="Trebuchet MS"/>
                <a:cs typeface="Trebuchet MS"/>
              </a:rPr>
              <a:t>на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современных</a:t>
            </a:r>
            <a:endParaRPr sz="2000">
              <a:latin typeface="Trebuchet MS"/>
              <a:cs typeface="Trebuchet MS"/>
            </a:endParaRPr>
          </a:p>
          <a:p>
            <a:pPr marL="129539">
              <a:lnSpc>
                <a:spcPts val="2070"/>
              </a:lnSpc>
              <a:spcBef>
                <a:spcPts val="240"/>
              </a:spcBef>
            </a:pPr>
            <a:r>
              <a:rPr sz="2000" spc="165" dirty="0">
                <a:solidFill>
                  <a:srgbClr val="000065"/>
                </a:solidFill>
                <a:latin typeface="Trebuchet MS"/>
                <a:cs typeface="Trebuchet MS"/>
              </a:rPr>
              <a:t>АЭС</a:t>
            </a:r>
            <a:r>
              <a:rPr sz="2000" spc="165" dirty="0">
                <a:solidFill>
                  <a:srgbClr val="000065"/>
                </a:solidFill>
                <a:latin typeface="Calibri"/>
                <a:cs typeface="Calibri"/>
              </a:rPr>
              <a:t>:</a:t>
            </a:r>
            <a:endParaRPr sz="2000">
              <a:latin typeface="Calibri"/>
              <a:cs typeface="Calibri"/>
            </a:endParaRPr>
          </a:p>
          <a:p>
            <a:pPr marL="355600" indent="-343535">
              <a:lnSpc>
                <a:spcPts val="2070"/>
              </a:lnSpc>
              <a:buClr>
                <a:srgbClr val="002060"/>
              </a:buClr>
              <a:buFont typeface="Microsoft Sans Serif"/>
              <a:buChar char="•"/>
              <a:tabLst>
                <a:tab pos="354965" algn="l"/>
                <a:tab pos="356235" algn="l"/>
              </a:tabLst>
            </a:pPr>
            <a:r>
              <a:rPr sz="2000" spc="-30" dirty="0">
                <a:solidFill>
                  <a:srgbClr val="FF1A1A"/>
                </a:solidFill>
                <a:latin typeface="Trebuchet MS"/>
                <a:cs typeface="Trebuchet MS"/>
              </a:rPr>
              <a:t>снижени</a:t>
            </a:r>
            <a:r>
              <a:rPr sz="2000" spc="-25" dirty="0">
                <a:solidFill>
                  <a:srgbClr val="FF1A1A"/>
                </a:solidFill>
                <a:latin typeface="Trebuchet MS"/>
                <a:cs typeface="Trebuchet MS"/>
              </a:rPr>
              <a:t>е</a:t>
            </a:r>
            <a:r>
              <a:rPr sz="2000" spc="-155" dirty="0">
                <a:solidFill>
                  <a:srgbClr val="FF1A1A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FF1A1A"/>
                </a:solidFill>
                <a:latin typeface="Trebuchet MS"/>
                <a:cs typeface="Trebuchet MS"/>
              </a:rPr>
              <a:t>избыточного</a:t>
            </a:r>
            <a:r>
              <a:rPr sz="2000" spc="-155" dirty="0">
                <a:solidFill>
                  <a:srgbClr val="FF1A1A"/>
                </a:solidFill>
                <a:latin typeface="Trebuchet MS"/>
                <a:cs typeface="Trebuchet MS"/>
              </a:rPr>
              <a:t> </a:t>
            </a:r>
            <a:r>
              <a:rPr sz="2000" spc="-160" dirty="0">
                <a:solidFill>
                  <a:srgbClr val="FF1A1A"/>
                </a:solidFill>
                <a:latin typeface="Trebuchet MS"/>
                <a:cs typeface="Trebuchet MS"/>
              </a:rPr>
              <a:t>к</a:t>
            </a:r>
            <a:r>
              <a:rPr sz="2000" spc="15" dirty="0">
                <a:solidFill>
                  <a:srgbClr val="FF1A1A"/>
                </a:solidFill>
                <a:latin typeface="Trebuchet MS"/>
                <a:cs typeface="Trebuchet MS"/>
              </a:rPr>
              <a:t>онсерватизм</a:t>
            </a:r>
            <a:r>
              <a:rPr sz="2000" spc="5" dirty="0">
                <a:solidFill>
                  <a:srgbClr val="FF1A1A"/>
                </a:solidFill>
                <a:latin typeface="Trebuchet MS"/>
                <a:cs typeface="Trebuchet MS"/>
              </a:rPr>
              <a:t>а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, 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закладываемог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о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в</a:t>
            </a:r>
            <a:endParaRPr sz="2000">
              <a:latin typeface="Trebuchet MS"/>
              <a:cs typeface="Trebuchet MS"/>
            </a:endParaRPr>
          </a:p>
          <a:p>
            <a:pPr marL="355600">
              <a:lnSpc>
                <a:spcPct val="100000"/>
              </a:lnSpc>
              <a:spcBef>
                <a:spcPts val="475"/>
              </a:spcBef>
            </a:pP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расчетное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обоснование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оборудования</a:t>
            </a:r>
            <a:r>
              <a:rPr sz="2000" spc="15" dirty="0">
                <a:solidFill>
                  <a:srgbClr val="000065"/>
                </a:solidFill>
                <a:latin typeface="Calibri"/>
                <a:cs typeface="Calibri"/>
              </a:rPr>
              <a:t>,</a:t>
            </a:r>
            <a:r>
              <a:rPr sz="2000" dirty="0">
                <a:solidFill>
                  <a:srgbClr val="000065"/>
                </a:solidFill>
                <a:latin typeface="Calibri"/>
                <a:cs typeface="Calibri"/>
              </a:rPr>
              <a:t> 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систем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30" dirty="0">
                <a:solidFill>
                  <a:srgbClr val="000065"/>
                </a:solidFill>
                <a:latin typeface="Trebuchet MS"/>
                <a:cs typeface="Trebuchet MS"/>
              </a:rPr>
              <a:t>и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65" dirty="0">
                <a:solidFill>
                  <a:srgbClr val="000065"/>
                </a:solidFill>
                <a:latin typeface="Trebuchet MS"/>
                <a:cs typeface="Trebuchet MS"/>
              </a:rPr>
              <a:t>РУ</a:t>
            </a:r>
            <a:r>
              <a:rPr sz="2000" spc="-14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0065"/>
                </a:solidFill>
                <a:latin typeface="Trebuchet MS"/>
                <a:cs typeface="Trebuchet MS"/>
              </a:rPr>
              <a:t>в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000065"/>
                </a:solidFill>
                <a:latin typeface="Trebuchet MS"/>
                <a:cs typeface="Trebuchet MS"/>
              </a:rPr>
              <a:t>целом</a:t>
            </a:r>
            <a:r>
              <a:rPr sz="2000" spc="20" dirty="0">
                <a:solidFill>
                  <a:srgbClr val="000065"/>
                </a:solidFill>
                <a:latin typeface="Calibri"/>
                <a:cs typeface="Calibri"/>
              </a:rPr>
              <a:t>;</a:t>
            </a:r>
            <a:endParaRPr sz="2000">
              <a:latin typeface="Calibri"/>
              <a:cs typeface="Calibri"/>
            </a:endParaRPr>
          </a:p>
          <a:p>
            <a:pPr marL="355600" indent="-343535">
              <a:lnSpc>
                <a:spcPct val="100000"/>
              </a:lnSpc>
              <a:spcBef>
                <a:spcPts val="944"/>
              </a:spcBef>
              <a:buClr>
                <a:srgbClr val="002060"/>
              </a:buClr>
              <a:buFont typeface="Microsoft Sans Serif"/>
              <a:buChar char="•"/>
              <a:tabLst>
                <a:tab pos="354965" algn="l"/>
                <a:tab pos="356235" algn="l"/>
              </a:tabLst>
            </a:pPr>
            <a:r>
              <a:rPr sz="2000" spc="20" dirty="0">
                <a:solidFill>
                  <a:srgbClr val="FF1A1A"/>
                </a:solidFill>
                <a:latin typeface="Trebuchet MS"/>
                <a:cs typeface="Trebuchet MS"/>
              </a:rPr>
              <a:t>повышение</a:t>
            </a:r>
            <a:r>
              <a:rPr sz="2000" spc="-160" dirty="0">
                <a:solidFill>
                  <a:srgbClr val="FF1A1A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FF1A1A"/>
                </a:solidFill>
                <a:latin typeface="Trebuchet MS"/>
                <a:cs typeface="Trebuchet MS"/>
              </a:rPr>
              <a:t>п</a:t>
            </a:r>
            <a:r>
              <a:rPr sz="2000" spc="25" dirty="0">
                <a:solidFill>
                  <a:srgbClr val="FF1A1A"/>
                </a:solidFill>
                <a:latin typeface="Trebuchet MS"/>
                <a:cs typeface="Trebuchet MS"/>
              </a:rPr>
              <a:t>араметров</a:t>
            </a:r>
            <a:r>
              <a:rPr sz="2000" spc="-160" dirty="0">
                <a:solidFill>
                  <a:srgbClr val="FF1A1A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первого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30" dirty="0">
                <a:solidFill>
                  <a:srgbClr val="000065"/>
                </a:solidFill>
                <a:latin typeface="Trebuchet MS"/>
                <a:cs typeface="Trebuchet MS"/>
              </a:rPr>
              <a:t>и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0065"/>
                </a:solidFill>
                <a:latin typeface="Trebuchet MS"/>
                <a:cs typeface="Trebuchet MS"/>
              </a:rPr>
              <a:t>второг</a:t>
            </a:r>
            <a:r>
              <a:rPr sz="2000" dirty="0">
                <a:solidFill>
                  <a:srgbClr val="000065"/>
                </a:solidFill>
                <a:latin typeface="Trebuchet MS"/>
                <a:cs typeface="Trebuchet MS"/>
              </a:rPr>
              <a:t>о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60" dirty="0">
                <a:solidFill>
                  <a:srgbClr val="000065"/>
                </a:solidFill>
                <a:latin typeface="Trebuchet MS"/>
                <a:cs typeface="Trebuchet MS"/>
              </a:rPr>
              <a:t>к</a:t>
            </a:r>
            <a:r>
              <a:rPr sz="2000" spc="5" dirty="0">
                <a:solidFill>
                  <a:srgbClr val="000065"/>
                </a:solidFill>
                <a:latin typeface="Trebuchet MS"/>
                <a:cs typeface="Trebuchet MS"/>
              </a:rPr>
              <a:t>онтуро</a:t>
            </a:r>
            <a:r>
              <a:rPr sz="2000" spc="10" dirty="0">
                <a:solidFill>
                  <a:srgbClr val="000065"/>
                </a:solidFill>
                <a:latin typeface="Trebuchet MS"/>
                <a:cs typeface="Trebuchet MS"/>
              </a:rPr>
              <a:t>в</a:t>
            </a:r>
            <a:r>
              <a:rPr sz="2000" spc="-5" dirty="0">
                <a:solidFill>
                  <a:srgbClr val="000065"/>
                </a:solidFill>
                <a:latin typeface="Calibri"/>
                <a:cs typeface="Calibri"/>
              </a:rPr>
              <a:t>;</a:t>
            </a:r>
            <a:endParaRPr sz="2000">
              <a:latin typeface="Calibri"/>
              <a:cs typeface="Calibri"/>
            </a:endParaRPr>
          </a:p>
          <a:p>
            <a:pPr marL="354965" marR="5080" indent="-342900">
              <a:lnSpc>
                <a:spcPct val="120000"/>
              </a:lnSpc>
              <a:spcBef>
                <a:spcPts val="470"/>
              </a:spcBef>
              <a:buClr>
                <a:srgbClr val="002060"/>
              </a:buClr>
              <a:buFont typeface="Microsoft Sans Serif"/>
              <a:buChar char="•"/>
              <a:tabLst>
                <a:tab pos="354965" algn="l"/>
                <a:tab pos="355600" algn="l"/>
              </a:tabLst>
            </a:pPr>
            <a:r>
              <a:rPr sz="2000" spc="-5" dirty="0">
                <a:solidFill>
                  <a:srgbClr val="FF1A1A"/>
                </a:solidFill>
                <a:latin typeface="Trebuchet MS"/>
                <a:cs typeface="Trebuchet MS"/>
              </a:rPr>
              <a:t>увеличение </a:t>
            </a:r>
            <a:r>
              <a:rPr sz="2000" spc="15" dirty="0">
                <a:solidFill>
                  <a:srgbClr val="FF1A1A"/>
                </a:solidFill>
                <a:latin typeface="Trebuchet MS"/>
                <a:cs typeface="Trebuchet MS"/>
              </a:rPr>
              <a:t>периода </a:t>
            </a:r>
            <a:r>
              <a:rPr sz="2000" spc="-30" dirty="0">
                <a:solidFill>
                  <a:srgbClr val="FF1A1A"/>
                </a:solidFill>
                <a:latin typeface="Trebuchet MS"/>
                <a:cs typeface="Trebuchet MS"/>
              </a:rPr>
              <a:t>технического </a:t>
            </a:r>
            <a:r>
              <a:rPr sz="2000" spc="10" dirty="0">
                <a:solidFill>
                  <a:srgbClr val="FF1A1A"/>
                </a:solidFill>
                <a:latin typeface="Trebuchet MS"/>
                <a:cs typeface="Trebuchet MS"/>
              </a:rPr>
              <a:t>освидетельствования </a:t>
            </a:r>
            <a:r>
              <a:rPr sz="2000" spc="15" dirty="0">
                <a:solidFill>
                  <a:srgbClr val="FF1A1A"/>
                </a:solidFill>
                <a:latin typeface="Trebuchet MS"/>
                <a:cs typeface="Trebuchet MS"/>
              </a:rPr>
              <a:t> 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оборудования</a:t>
            </a:r>
            <a:r>
              <a:rPr sz="2000" spc="-15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30" dirty="0">
                <a:solidFill>
                  <a:srgbClr val="000065"/>
                </a:solidFill>
                <a:latin typeface="Trebuchet MS"/>
                <a:cs typeface="Trebuchet MS"/>
              </a:rPr>
              <a:t>и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35" dirty="0">
                <a:solidFill>
                  <a:srgbClr val="000065"/>
                </a:solidFill>
                <a:latin typeface="Trebuchet MS"/>
                <a:cs typeface="Trebuchet MS"/>
              </a:rPr>
              <a:t>его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-10" dirty="0">
                <a:solidFill>
                  <a:srgbClr val="000065"/>
                </a:solidFill>
                <a:latin typeface="Trebuchet MS"/>
                <a:cs typeface="Trebuchet MS"/>
              </a:rPr>
              <a:t>капитального</a:t>
            </a:r>
            <a:r>
              <a:rPr sz="2000" spc="-150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spc="15" dirty="0">
                <a:solidFill>
                  <a:srgbClr val="000065"/>
                </a:solidFill>
                <a:latin typeface="Trebuchet MS"/>
                <a:cs typeface="Trebuchet MS"/>
              </a:rPr>
              <a:t>ремонта</a:t>
            </a:r>
            <a:r>
              <a:rPr sz="2000" spc="-145" dirty="0">
                <a:solidFill>
                  <a:srgbClr val="000065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FF1A1A"/>
                </a:solidFill>
                <a:latin typeface="Trebuchet MS"/>
                <a:cs typeface="Trebuchet MS"/>
              </a:rPr>
              <a:t>с</a:t>
            </a:r>
            <a:r>
              <a:rPr sz="2000" spc="-140" dirty="0">
                <a:solidFill>
                  <a:srgbClr val="FF1A1A"/>
                </a:solidFill>
                <a:latin typeface="Trebuchet MS"/>
                <a:cs typeface="Trebuchet MS"/>
              </a:rPr>
              <a:t> </a:t>
            </a:r>
            <a:r>
              <a:rPr sz="2000" spc="-10" dirty="0">
                <a:solidFill>
                  <a:srgbClr val="FF1A1A"/>
                </a:solidFill>
                <a:latin typeface="Calibri"/>
                <a:cs typeface="Calibri"/>
              </a:rPr>
              <a:t>4‐</a:t>
            </a:r>
            <a:r>
              <a:rPr sz="2000" spc="-10" dirty="0">
                <a:solidFill>
                  <a:srgbClr val="FF1A1A"/>
                </a:solidFill>
                <a:latin typeface="Trebuchet MS"/>
                <a:cs typeface="Trebuchet MS"/>
              </a:rPr>
              <a:t>х</a:t>
            </a:r>
            <a:r>
              <a:rPr sz="2000" spc="-145" dirty="0">
                <a:solidFill>
                  <a:srgbClr val="FF1A1A"/>
                </a:solidFill>
                <a:latin typeface="Trebuchet MS"/>
                <a:cs typeface="Trebuchet MS"/>
              </a:rPr>
              <a:t> </a:t>
            </a:r>
            <a:r>
              <a:rPr sz="2000" spc="15" dirty="0">
                <a:solidFill>
                  <a:srgbClr val="FF1A1A"/>
                </a:solidFill>
                <a:latin typeface="Trebuchet MS"/>
                <a:cs typeface="Trebuchet MS"/>
              </a:rPr>
              <a:t>лет</a:t>
            </a:r>
            <a:r>
              <a:rPr sz="2000" spc="-145" dirty="0">
                <a:solidFill>
                  <a:srgbClr val="FF1A1A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FF1A1A"/>
                </a:solidFill>
                <a:latin typeface="Trebuchet MS"/>
                <a:cs typeface="Trebuchet MS"/>
              </a:rPr>
              <a:t>до</a:t>
            </a:r>
            <a:r>
              <a:rPr sz="2000" spc="-150" dirty="0">
                <a:solidFill>
                  <a:srgbClr val="FF1A1A"/>
                </a:solidFill>
                <a:latin typeface="Trebuchet MS"/>
                <a:cs typeface="Trebuchet MS"/>
              </a:rPr>
              <a:t> </a:t>
            </a:r>
            <a:r>
              <a:rPr sz="2000" spc="-10" dirty="0">
                <a:solidFill>
                  <a:srgbClr val="FF1A1A"/>
                </a:solidFill>
                <a:latin typeface="Calibri"/>
                <a:cs typeface="Calibri"/>
              </a:rPr>
              <a:t>8‐</a:t>
            </a:r>
            <a:r>
              <a:rPr sz="2000" spc="-10" dirty="0">
                <a:solidFill>
                  <a:srgbClr val="FF1A1A"/>
                </a:solidFill>
                <a:latin typeface="Trebuchet MS"/>
                <a:cs typeface="Trebuchet MS"/>
              </a:rPr>
              <a:t>ми</a:t>
            </a:r>
            <a:r>
              <a:rPr sz="2000" spc="-150" dirty="0">
                <a:solidFill>
                  <a:srgbClr val="FF1A1A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FF1A1A"/>
                </a:solidFill>
                <a:latin typeface="Trebuchet MS"/>
                <a:cs typeface="Trebuchet MS"/>
              </a:rPr>
              <a:t>лет</a:t>
            </a:r>
            <a:r>
              <a:rPr sz="2000" spc="10" dirty="0">
                <a:solidFill>
                  <a:srgbClr val="000065"/>
                </a:solidFill>
                <a:latin typeface="Calibri"/>
                <a:cs typeface="Calibri"/>
              </a:rPr>
              <a:t>;</a:t>
            </a:r>
            <a:endParaRPr sz="20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569745" y="454443"/>
            <a:ext cx="6233541" cy="444332"/>
          </a:xfrm>
          <a:prstGeom prst="rect">
            <a:avLst/>
          </a:prstGeom>
        </p:spPr>
        <p:txBody>
          <a:bodyPr vert="horz" wrap="square" lIns="0" tIns="13315" rIns="0" bIns="0" rtlCol="0">
            <a:spAutoFit/>
          </a:bodyPr>
          <a:lstStyle/>
          <a:p>
            <a:pPr marL="11096">
              <a:spcBef>
                <a:spcPts val="105"/>
              </a:spcBef>
              <a:tabLst>
                <a:tab pos="3343222" algn="l"/>
              </a:tabLst>
            </a:pPr>
            <a:r>
              <a:rPr sz="2800" spc="-74" dirty="0">
                <a:solidFill>
                  <a:srgbClr val="FF3300"/>
                </a:solidFill>
              </a:rPr>
              <a:t>Реакторная</a:t>
            </a:r>
            <a:r>
              <a:rPr sz="2800" spc="-13" dirty="0">
                <a:solidFill>
                  <a:srgbClr val="FF3300"/>
                </a:solidFill>
              </a:rPr>
              <a:t> </a:t>
            </a:r>
            <a:r>
              <a:rPr sz="2800" spc="-66" dirty="0">
                <a:solidFill>
                  <a:srgbClr val="FF3300"/>
                </a:solidFill>
              </a:rPr>
              <a:t>установка	В-428</a:t>
            </a:r>
            <a:endParaRPr sz="2800" dirty="0"/>
          </a:p>
        </p:txBody>
      </p:sp>
      <p:grpSp>
        <p:nvGrpSpPr>
          <p:cNvPr id="3" name="object 3"/>
          <p:cNvGrpSpPr/>
          <p:nvPr/>
        </p:nvGrpSpPr>
        <p:grpSpPr>
          <a:xfrm>
            <a:off x="1109319" y="936616"/>
            <a:ext cx="6817529" cy="5172771"/>
            <a:chOff x="1302715" y="1034796"/>
            <a:chExt cx="8006080" cy="5715000"/>
          </a:xfrm>
        </p:grpSpPr>
        <p:sp>
          <p:nvSpPr>
            <p:cNvPr id="4" name="object 4"/>
            <p:cNvSpPr/>
            <p:nvPr/>
          </p:nvSpPr>
          <p:spPr>
            <a:xfrm>
              <a:off x="3931805" y="1034796"/>
              <a:ext cx="5377180" cy="5715000"/>
            </a:xfrm>
            <a:custGeom>
              <a:avLst/>
              <a:gdLst/>
              <a:ahLst/>
              <a:cxnLst/>
              <a:rect l="l" t="t" r="r" b="b"/>
              <a:pathLst>
                <a:path w="5377180" h="5715000">
                  <a:moveTo>
                    <a:pt x="5376672" y="5715000"/>
                  </a:moveTo>
                  <a:lnTo>
                    <a:pt x="5376672" y="0"/>
                  </a:lnTo>
                  <a:lnTo>
                    <a:pt x="0" y="0"/>
                  </a:lnTo>
                  <a:lnTo>
                    <a:pt x="0" y="5715000"/>
                  </a:lnTo>
                  <a:lnTo>
                    <a:pt x="5376672" y="5715000"/>
                  </a:lnTo>
                  <a:close/>
                </a:path>
              </a:pathLst>
            </a:custGeom>
            <a:solidFill>
              <a:srgbClr val="BBE0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623696" y="1197864"/>
              <a:ext cx="3790187" cy="2409442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623696" y="3598164"/>
              <a:ext cx="3790187" cy="45718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184015" y="3634739"/>
              <a:ext cx="516636" cy="4572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272151" y="3634739"/>
              <a:ext cx="123443" cy="4572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632839" y="3639311"/>
              <a:ext cx="1202435" cy="4572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623696" y="3630168"/>
              <a:ext cx="3968495" cy="370331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7522343" y="3998213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A5A8C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" name="object 1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646555" y="3995927"/>
              <a:ext cx="3003803" cy="114299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489071" y="4105655"/>
              <a:ext cx="1147572" cy="32004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7636643" y="4126229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E6A7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7600067" y="4135373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C6A3A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650359" y="4144517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E7ACA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613783" y="4158233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E0AAA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7618355" y="4167377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CDAFA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7632071" y="4167377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E5A7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7622927" y="4171949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D67D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489071" y="4137659"/>
              <a:ext cx="1065275" cy="118872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7430903" y="4254245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7E95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7430903" y="4258817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8A9D9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363091" y="3995927"/>
              <a:ext cx="4686299" cy="909827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041015" y="4901183"/>
              <a:ext cx="2642616" cy="4572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6077591" y="4908041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DDE7E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239647" y="4901183"/>
              <a:ext cx="4924044" cy="73151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6146171" y="4940045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D5D5D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6086735" y="4972049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DDDCD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6159887" y="4994909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E0E6E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239647" y="4969763"/>
              <a:ext cx="4956047" cy="73151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5789555" y="5040629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CACAC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" name="object 3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212215" y="5038343"/>
              <a:ext cx="4974335" cy="146304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803271" y="5180075"/>
              <a:ext cx="91439" cy="9144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803271" y="5184647"/>
              <a:ext cx="86867" cy="9143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5885567" y="5191505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B3B1B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788287" y="5180075"/>
              <a:ext cx="4293108" cy="109727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830703" y="5239511"/>
              <a:ext cx="68579" cy="27432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5798699" y="5260085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B2B1B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798699" y="5264657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B9B9B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835275" y="5264657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C8D4D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798699" y="5269229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B1B1B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835275" y="5269229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C7D5D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9063107" y="5287517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7A898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" name="object 45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331087" y="5184647"/>
              <a:ext cx="4201668" cy="214883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8711063" y="5289803"/>
              <a:ext cx="342900" cy="105155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358519" y="5385816"/>
              <a:ext cx="4608575" cy="155447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445387" y="5522975"/>
              <a:ext cx="4503419" cy="237743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509395" y="5737860"/>
              <a:ext cx="3758183" cy="928114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307477" y="5378196"/>
              <a:ext cx="2447543" cy="376427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307477" y="4692396"/>
              <a:ext cx="2447543" cy="376427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1307477" y="4692396"/>
              <a:ext cx="2447925" cy="376555"/>
            </a:xfrm>
            <a:custGeom>
              <a:avLst/>
              <a:gdLst/>
              <a:ahLst/>
              <a:cxnLst/>
              <a:rect l="l" t="t" r="r" b="b"/>
              <a:pathLst>
                <a:path w="2447925" h="376554">
                  <a:moveTo>
                    <a:pt x="0" y="0"/>
                  </a:moveTo>
                  <a:lnTo>
                    <a:pt x="0" y="376427"/>
                  </a:lnTo>
                  <a:lnTo>
                    <a:pt x="2447543" y="376427"/>
                  </a:lnTo>
                  <a:lnTo>
                    <a:pt x="2447543" y="0"/>
                  </a:lnTo>
                  <a:lnTo>
                    <a:pt x="0" y="0"/>
                  </a:lnTo>
                  <a:close/>
                </a:path>
              </a:pathLst>
            </a:custGeom>
            <a:ln w="952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" name="object 53"/>
          <p:cNvSpPr txBox="1"/>
          <p:nvPr/>
        </p:nvSpPr>
        <p:spPr>
          <a:xfrm>
            <a:off x="1113374" y="4867923"/>
            <a:ext cx="2084516" cy="286557"/>
          </a:xfrm>
          <a:prstGeom prst="rect">
            <a:avLst/>
          </a:prstGeom>
          <a:ln w="9525">
            <a:solidFill>
              <a:srgbClr val="FF0000"/>
            </a:solidFill>
          </a:ln>
        </p:spPr>
        <p:txBody>
          <a:bodyPr vert="horz" wrap="square" lIns="0" tIns="39946" rIns="0" bIns="0" rtlCol="0">
            <a:spAutoFit/>
          </a:bodyPr>
          <a:lstStyle/>
          <a:p>
            <a:pPr marL="1100722">
              <a:spcBef>
                <a:spcPts val="315"/>
              </a:spcBef>
            </a:pPr>
            <a:r>
              <a:rPr sz="1600" b="1" spc="-4" dirty="0">
                <a:solidFill>
                  <a:srgbClr val="FF0000"/>
                </a:solidFill>
                <a:latin typeface="Arial"/>
                <a:cs typeface="Arial"/>
              </a:rPr>
              <a:t>Барботер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54" name="object 54"/>
          <p:cNvGrpSpPr/>
          <p:nvPr/>
        </p:nvGrpSpPr>
        <p:grpSpPr>
          <a:xfrm>
            <a:off x="1109319" y="2522932"/>
            <a:ext cx="2092627" cy="1517921"/>
            <a:chOff x="1302715" y="2787395"/>
            <a:chExt cx="2457450" cy="1677035"/>
          </a:xfrm>
        </p:grpSpPr>
        <p:pic>
          <p:nvPicPr>
            <p:cNvPr id="55" name="object 55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307477" y="4082795"/>
              <a:ext cx="2447543" cy="376427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1307477" y="4082795"/>
              <a:ext cx="2447925" cy="376555"/>
            </a:xfrm>
            <a:custGeom>
              <a:avLst/>
              <a:gdLst/>
              <a:ahLst/>
              <a:cxnLst/>
              <a:rect l="l" t="t" r="r" b="b"/>
              <a:pathLst>
                <a:path w="2447925" h="376554">
                  <a:moveTo>
                    <a:pt x="0" y="0"/>
                  </a:moveTo>
                  <a:lnTo>
                    <a:pt x="0" y="376427"/>
                  </a:lnTo>
                  <a:lnTo>
                    <a:pt x="2447543" y="376427"/>
                  </a:lnTo>
                  <a:lnTo>
                    <a:pt x="2447543" y="0"/>
                  </a:lnTo>
                  <a:lnTo>
                    <a:pt x="0" y="0"/>
                  </a:lnTo>
                  <a:close/>
                </a:path>
              </a:pathLst>
            </a:custGeom>
            <a:ln w="952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7" name="object 57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307477" y="2787395"/>
              <a:ext cx="2447543" cy="376427"/>
            </a:xfrm>
            <a:prstGeom prst="rect">
              <a:avLst/>
            </a:prstGeom>
          </p:spPr>
        </p:pic>
      </p:grpSp>
      <p:sp>
        <p:nvSpPr>
          <p:cNvPr id="58" name="object 58"/>
          <p:cNvSpPr txBox="1"/>
          <p:nvPr/>
        </p:nvSpPr>
        <p:spPr>
          <a:xfrm>
            <a:off x="1113374" y="2522932"/>
            <a:ext cx="2084516" cy="286556"/>
          </a:xfrm>
          <a:prstGeom prst="rect">
            <a:avLst/>
          </a:prstGeom>
          <a:ln w="9525">
            <a:solidFill>
              <a:srgbClr val="FF0000"/>
            </a:solidFill>
          </a:ln>
        </p:spPr>
        <p:txBody>
          <a:bodyPr vert="horz" wrap="square" lIns="0" tIns="39945" rIns="0" bIns="0" rtlCol="0">
            <a:spAutoFit/>
          </a:bodyPr>
          <a:lstStyle/>
          <a:p>
            <a:pPr marL="593635">
              <a:spcBef>
                <a:spcPts val="314"/>
              </a:spcBef>
            </a:pPr>
            <a:r>
              <a:rPr sz="1600" b="1" spc="-4" dirty="0">
                <a:solidFill>
                  <a:srgbClr val="FF0000"/>
                </a:solidFill>
                <a:latin typeface="Arial"/>
                <a:cs typeface="Arial"/>
              </a:rPr>
              <a:t>Емкость</a:t>
            </a:r>
            <a:r>
              <a:rPr sz="1600" b="1" spc="-22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600" b="1" spc="-4" dirty="0">
                <a:solidFill>
                  <a:srgbClr val="FF0000"/>
                </a:solidFill>
                <a:latin typeface="Arial"/>
                <a:cs typeface="Arial"/>
              </a:rPr>
              <a:t>САОЗ</a:t>
            </a:r>
            <a:endParaRPr sz="1600">
              <a:latin typeface="Arial"/>
              <a:cs typeface="Arial"/>
            </a:endParaRPr>
          </a:p>
        </p:txBody>
      </p:sp>
      <p:pic>
        <p:nvPicPr>
          <p:cNvPr id="59" name="object 59"/>
          <p:cNvPicPr/>
          <p:nvPr/>
        </p:nvPicPr>
        <p:blipFill>
          <a:blip r:embed="rId29" cstate="print"/>
          <a:stretch>
            <a:fillRect/>
          </a:stretch>
        </p:blipFill>
        <p:spPr>
          <a:xfrm>
            <a:off x="1113375" y="1626318"/>
            <a:ext cx="2084190" cy="589006"/>
          </a:xfrm>
          <a:prstGeom prst="rect">
            <a:avLst/>
          </a:prstGeom>
        </p:spPr>
      </p:pic>
      <p:sp>
        <p:nvSpPr>
          <p:cNvPr id="60" name="object 60"/>
          <p:cNvSpPr txBox="1"/>
          <p:nvPr/>
        </p:nvSpPr>
        <p:spPr>
          <a:xfrm>
            <a:off x="1113374" y="1626319"/>
            <a:ext cx="2084516" cy="1025220"/>
          </a:xfrm>
          <a:prstGeom prst="rect">
            <a:avLst/>
          </a:prstGeom>
          <a:ln w="9525">
            <a:solidFill>
              <a:srgbClr val="FF0000"/>
            </a:solidFill>
          </a:ln>
        </p:spPr>
        <p:txBody>
          <a:bodyPr vert="horz" wrap="square" lIns="0" tIns="39945" rIns="0" bIns="0" rtlCol="0">
            <a:spAutoFit/>
          </a:bodyPr>
          <a:lstStyle/>
          <a:p>
            <a:pPr marL="1096839" marR="78227" indent="-351743">
              <a:spcBef>
                <a:spcPts val="314"/>
              </a:spcBef>
            </a:pPr>
            <a:r>
              <a:rPr sz="1600" b="1" dirty="0">
                <a:solidFill>
                  <a:srgbClr val="FF0000"/>
                </a:solidFill>
                <a:latin typeface="Arial"/>
                <a:cs typeface="Arial"/>
              </a:rPr>
              <a:t>Ко</a:t>
            </a:r>
            <a:r>
              <a:rPr sz="1600" b="1" spc="-4" dirty="0">
                <a:solidFill>
                  <a:srgbClr val="FF0000"/>
                </a:solidFill>
                <a:latin typeface="Arial"/>
                <a:cs typeface="Arial"/>
              </a:rPr>
              <a:t>м</a:t>
            </a:r>
            <a:r>
              <a:rPr sz="1600" b="1" dirty="0">
                <a:solidFill>
                  <a:srgbClr val="FF0000"/>
                </a:solidFill>
                <a:latin typeface="Arial"/>
                <a:cs typeface="Arial"/>
              </a:rPr>
              <a:t>п</a:t>
            </a:r>
            <a:r>
              <a:rPr sz="1600" b="1" spc="-4" dirty="0">
                <a:solidFill>
                  <a:srgbClr val="FF0000"/>
                </a:solidFill>
                <a:latin typeface="Arial"/>
                <a:cs typeface="Arial"/>
              </a:rPr>
              <a:t>е</a:t>
            </a:r>
            <a:r>
              <a:rPr sz="1600" b="1" dirty="0">
                <a:solidFill>
                  <a:srgbClr val="FF0000"/>
                </a:solidFill>
                <a:latin typeface="Arial"/>
                <a:cs typeface="Arial"/>
              </a:rPr>
              <a:t>н</a:t>
            </a:r>
            <a:r>
              <a:rPr sz="1600" b="1" spc="-4" dirty="0">
                <a:solidFill>
                  <a:srgbClr val="FF0000"/>
                </a:solidFill>
                <a:latin typeface="Arial"/>
                <a:cs typeface="Arial"/>
              </a:rPr>
              <a:t>с</a:t>
            </a:r>
            <a:r>
              <a:rPr sz="1600" b="1" spc="4" dirty="0">
                <a:solidFill>
                  <a:srgbClr val="FF0000"/>
                </a:solidFill>
                <a:latin typeface="Arial"/>
                <a:cs typeface="Arial"/>
              </a:rPr>
              <a:t>а</a:t>
            </a:r>
            <a:r>
              <a:rPr sz="1600" b="1" spc="-17" dirty="0">
                <a:solidFill>
                  <a:srgbClr val="FF0000"/>
                </a:solidFill>
                <a:latin typeface="Arial"/>
                <a:cs typeface="Arial"/>
              </a:rPr>
              <a:t>т</a:t>
            </a:r>
            <a:r>
              <a:rPr sz="1600" b="1" dirty="0">
                <a:solidFill>
                  <a:srgbClr val="FF0000"/>
                </a:solidFill>
                <a:latin typeface="Arial"/>
                <a:cs typeface="Arial"/>
              </a:rPr>
              <a:t>ор  </a:t>
            </a:r>
            <a:r>
              <a:rPr sz="1600" b="1" spc="-4" dirty="0">
                <a:solidFill>
                  <a:srgbClr val="FF0000"/>
                </a:solidFill>
                <a:latin typeface="Arial"/>
                <a:cs typeface="Arial"/>
              </a:rPr>
              <a:t>давления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61" name="object 61"/>
          <p:cNvGrpSpPr/>
          <p:nvPr/>
        </p:nvGrpSpPr>
        <p:grpSpPr>
          <a:xfrm>
            <a:off x="1109319" y="3139354"/>
            <a:ext cx="2092627" cy="349449"/>
            <a:chOff x="1302715" y="3468433"/>
            <a:chExt cx="2457450" cy="386080"/>
          </a:xfrm>
        </p:grpSpPr>
        <p:pic>
          <p:nvPicPr>
            <p:cNvPr id="62" name="object 62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307477" y="3473196"/>
              <a:ext cx="2447543" cy="376427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1307477" y="3473196"/>
              <a:ext cx="2447925" cy="376555"/>
            </a:xfrm>
            <a:custGeom>
              <a:avLst/>
              <a:gdLst/>
              <a:ahLst/>
              <a:cxnLst/>
              <a:rect l="l" t="t" r="r" b="b"/>
              <a:pathLst>
                <a:path w="2447925" h="376554">
                  <a:moveTo>
                    <a:pt x="0" y="0"/>
                  </a:moveTo>
                  <a:lnTo>
                    <a:pt x="0" y="376427"/>
                  </a:lnTo>
                  <a:lnTo>
                    <a:pt x="2447543" y="376427"/>
                  </a:lnTo>
                  <a:lnTo>
                    <a:pt x="2447543" y="0"/>
                  </a:lnTo>
                  <a:lnTo>
                    <a:pt x="0" y="0"/>
                  </a:lnTo>
                  <a:close/>
                </a:path>
              </a:pathLst>
            </a:custGeom>
            <a:ln w="952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4" name="object 64"/>
          <p:cNvSpPr txBox="1"/>
          <p:nvPr/>
        </p:nvSpPr>
        <p:spPr>
          <a:xfrm>
            <a:off x="1641122" y="3173551"/>
            <a:ext cx="1489712" cy="1857864"/>
          </a:xfrm>
          <a:prstGeom prst="rect">
            <a:avLst/>
          </a:prstGeom>
        </p:spPr>
        <p:txBody>
          <a:bodyPr vert="horz" wrap="square" lIns="0" tIns="11096" rIns="0" bIns="0" rtlCol="0">
            <a:spAutoFit/>
          </a:bodyPr>
          <a:lstStyle/>
          <a:p>
            <a:pPr marR="9432" algn="r">
              <a:spcBef>
                <a:spcPts val="87"/>
              </a:spcBef>
            </a:pPr>
            <a:r>
              <a:rPr sz="1600" b="1" spc="-4" dirty="0">
                <a:solidFill>
                  <a:srgbClr val="FF0000"/>
                </a:solidFill>
                <a:latin typeface="Arial"/>
                <a:cs typeface="Arial"/>
              </a:rPr>
              <a:t>Парогенератор</a:t>
            </a:r>
            <a:endParaRPr sz="1600">
              <a:latin typeface="Arial"/>
              <a:cs typeface="Arial"/>
            </a:endParaRPr>
          </a:p>
          <a:p>
            <a:pPr>
              <a:spcBef>
                <a:spcPts val="44"/>
              </a:spcBef>
            </a:pPr>
            <a:endParaRPr sz="2000">
              <a:latin typeface="Arial"/>
              <a:cs typeface="Arial"/>
            </a:endParaRPr>
          </a:p>
          <a:p>
            <a:pPr marL="967016"/>
            <a:r>
              <a:rPr sz="1600" b="1" dirty="0">
                <a:solidFill>
                  <a:srgbClr val="FF0000"/>
                </a:solidFill>
                <a:latin typeface="Arial"/>
                <a:cs typeface="Arial"/>
              </a:rPr>
              <a:t>ГЦ</a:t>
            </a:r>
            <a:r>
              <a:rPr sz="1600" b="1" spc="13" dirty="0">
                <a:solidFill>
                  <a:srgbClr val="FF0000"/>
                </a:solidFill>
                <a:latin typeface="Arial"/>
                <a:cs typeface="Arial"/>
              </a:rPr>
              <a:t>Н</a:t>
            </a:r>
            <a:r>
              <a:rPr sz="1600" b="1" dirty="0">
                <a:solidFill>
                  <a:srgbClr val="FF0000"/>
                </a:solidFill>
                <a:latin typeface="Arial"/>
                <a:cs typeface="Arial"/>
              </a:rPr>
              <a:t>А</a:t>
            </a:r>
            <a:endParaRPr sz="1600">
              <a:latin typeface="Arial"/>
              <a:cs typeface="Arial"/>
            </a:endParaRPr>
          </a:p>
          <a:p>
            <a:pPr>
              <a:spcBef>
                <a:spcPts val="48"/>
              </a:spcBef>
            </a:pPr>
            <a:endParaRPr sz="2000">
              <a:latin typeface="Arial"/>
              <a:cs typeface="Arial"/>
            </a:endParaRPr>
          </a:p>
          <a:p>
            <a:pPr marR="9986" algn="r"/>
            <a:r>
              <a:rPr sz="1600" b="1" spc="-9" dirty="0">
                <a:solidFill>
                  <a:srgbClr val="FF0000"/>
                </a:solidFill>
                <a:latin typeface="Arial"/>
                <a:cs typeface="Arial"/>
              </a:rPr>
              <a:t>Реактор</a:t>
            </a:r>
            <a:endParaRPr sz="1600">
              <a:latin typeface="Arial"/>
              <a:cs typeface="Arial"/>
            </a:endParaRPr>
          </a:p>
        </p:txBody>
      </p:sp>
      <p:sp>
        <p:nvSpPr>
          <p:cNvPr id="65" name="object 65"/>
          <p:cNvSpPr/>
          <p:nvPr/>
        </p:nvSpPr>
        <p:spPr>
          <a:xfrm>
            <a:off x="1113374" y="2316022"/>
            <a:ext cx="5028793" cy="3487596"/>
          </a:xfrm>
          <a:custGeom>
            <a:avLst/>
            <a:gdLst/>
            <a:ahLst/>
            <a:cxnLst/>
            <a:rect l="l" t="t" r="r" b="b"/>
            <a:pathLst>
              <a:path w="5905500" h="3853179">
                <a:moveTo>
                  <a:pt x="0" y="2590800"/>
                </a:moveTo>
                <a:lnTo>
                  <a:pt x="2447543" y="2590800"/>
                </a:lnTo>
                <a:lnTo>
                  <a:pt x="5329428" y="3383279"/>
                </a:lnTo>
              </a:path>
              <a:path w="5905500" h="3853179">
                <a:moveTo>
                  <a:pt x="0" y="1371600"/>
                </a:moveTo>
                <a:lnTo>
                  <a:pt x="2447543" y="1371600"/>
                </a:lnTo>
                <a:lnTo>
                  <a:pt x="4177283" y="2019300"/>
                </a:lnTo>
              </a:path>
              <a:path w="5905500" h="3853179">
                <a:moveTo>
                  <a:pt x="0" y="0"/>
                </a:moveTo>
                <a:lnTo>
                  <a:pt x="2447543" y="0"/>
                </a:lnTo>
                <a:lnTo>
                  <a:pt x="5905500" y="1584959"/>
                </a:lnTo>
              </a:path>
              <a:path w="5905500" h="3853179">
                <a:moveTo>
                  <a:pt x="0" y="3276600"/>
                </a:moveTo>
                <a:lnTo>
                  <a:pt x="2447543" y="3276600"/>
                </a:lnTo>
                <a:lnTo>
                  <a:pt x="4608576" y="3852671"/>
                </a:lnTo>
              </a:path>
              <a:path w="5905500" h="3853179">
                <a:moveTo>
                  <a:pt x="0" y="685800"/>
                </a:moveTo>
                <a:lnTo>
                  <a:pt x="2447543" y="685800"/>
                </a:lnTo>
                <a:lnTo>
                  <a:pt x="3313176" y="1045464"/>
                </a:lnTo>
              </a:path>
              <a:path w="5905500" h="3853179">
                <a:moveTo>
                  <a:pt x="76200" y="1981200"/>
                </a:moveTo>
                <a:lnTo>
                  <a:pt x="2523743" y="1981200"/>
                </a:lnTo>
                <a:lnTo>
                  <a:pt x="3099816" y="2197608"/>
                </a:lnTo>
              </a:path>
            </a:pathLst>
          </a:custGeom>
          <a:ln w="12700">
            <a:solidFill>
              <a:srgbClr val="FF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 txBox="1">
            <a:spLocks noGrp="1"/>
          </p:cNvSpPr>
          <p:nvPr>
            <p:ph type="sldNum" sz="quarter" idx="7"/>
          </p:nvPr>
        </p:nvSpPr>
        <p:spPr>
          <a:xfrm>
            <a:off x="8495683" y="6408203"/>
            <a:ext cx="581025" cy="17953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3288">
              <a:lnSpc>
                <a:spcPts val="1442"/>
              </a:lnSpc>
            </a:pPr>
            <a:fld id="{81D60167-4931-47E6-BA6A-407CBD079E47}" type="slidenum">
              <a:rPr dirty="0"/>
              <a:pPr marL="33288">
                <a:lnSpc>
                  <a:spcPts val="1442"/>
                </a:lnSpc>
              </a:pPr>
              <a:t>9</a:t>
            </a:fld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8903671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938252" y="6142607"/>
            <a:ext cx="168708" cy="1804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354"/>
              </a:lnSpc>
            </a:pPr>
            <a:r>
              <a:rPr sz="1200" spc="-4" dirty="0">
                <a:solidFill>
                  <a:srgbClr val="FFFFFF"/>
                </a:solidFill>
                <a:latin typeface="Microsoft Sans Serif"/>
                <a:cs typeface="Microsoft Sans Serif"/>
              </a:rPr>
              <a:t>47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91769" y="509827"/>
            <a:ext cx="2580365" cy="434809"/>
          </a:xfrm>
          <a:prstGeom prst="rect">
            <a:avLst/>
          </a:prstGeom>
        </p:spPr>
        <p:txBody>
          <a:bodyPr vert="horz" wrap="square" lIns="0" tIns="3884" rIns="0" bIns="0" rtlCol="0">
            <a:spAutoFit/>
          </a:bodyPr>
          <a:lstStyle/>
          <a:p>
            <a:pPr>
              <a:spcBef>
                <a:spcPts val="31"/>
              </a:spcBef>
            </a:pPr>
            <a:r>
              <a:rPr sz="2100" b="1" i="1" spc="-373" baseline="6944" dirty="0">
                <a:solidFill>
                  <a:srgbClr val="FFFFFF"/>
                </a:solidFill>
                <a:latin typeface="Arial"/>
                <a:cs typeface="Arial"/>
              </a:rPr>
              <a:t>ЗАО</a:t>
            </a:r>
            <a:r>
              <a:rPr sz="2100" b="1" i="1" spc="-373" baseline="3472" dirty="0">
                <a:solidFill>
                  <a:srgbClr val="FFFFFF"/>
                </a:solidFill>
                <a:latin typeface="Arial"/>
                <a:cs typeface="Arial"/>
              </a:rPr>
              <a:t>ЗАО</a:t>
            </a:r>
            <a:r>
              <a:rPr sz="1400" b="1" i="1" spc="-249" dirty="0">
                <a:solidFill>
                  <a:srgbClr val="999999"/>
                </a:solidFill>
                <a:latin typeface="Arial"/>
                <a:cs typeface="Arial"/>
              </a:rPr>
              <a:t>ЗАО </a:t>
            </a:r>
            <a:r>
              <a:rPr sz="1400" b="1" i="1" spc="-245" dirty="0">
                <a:solidFill>
                  <a:srgbClr val="999999"/>
                </a:solidFill>
                <a:latin typeface="Arial"/>
                <a:cs typeface="Arial"/>
              </a:rPr>
              <a:t> </a:t>
            </a:r>
            <a:r>
              <a:rPr sz="2100" b="1" i="1" spc="-917" baseline="6944" dirty="0">
                <a:solidFill>
                  <a:srgbClr val="FFFFFF"/>
                </a:solidFill>
                <a:latin typeface="Arial"/>
                <a:cs typeface="Arial"/>
              </a:rPr>
              <a:t>«</a:t>
            </a:r>
            <a:r>
              <a:rPr sz="2100" b="1" i="1" spc="-917" baseline="3472" dirty="0">
                <a:solidFill>
                  <a:srgbClr val="FFFFFF"/>
                </a:solidFill>
                <a:latin typeface="Arial"/>
                <a:cs typeface="Arial"/>
              </a:rPr>
              <a:t>«</a:t>
            </a:r>
            <a:r>
              <a:rPr sz="1400" b="1" i="1" spc="-612" dirty="0">
                <a:solidFill>
                  <a:srgbClr val="999999"/>
                </a:solidFill>
                <a:latin typeface="Arial"/>
                <a:cs typeface="Arial"/>
              </a:rPr>
              <a:t>«</a:t>
            </a:r>
            <a:r>
              <a:rPr sz="2100" b="1" i="1" spc="-917" baseline="6944" dirty="0">
                <a:solidFill>
                  <a:srgbClr val="FFFFFF"/>
                </a:solidFill>
                <a:latin typeface="Arial"/>
                <a:cs typeface="Arial"/>
              </a:rPr>
              <a:t>АТОМ</a:t>
            </a:r>
            <a:r>
              <a:rPr sz="2100" b="1" i="1" spc="-917" baseline="3472" dirty="0">
                <a:solidFill>
                  <a:srgbClr val="FFFFFF"/>
                </a:solidFill>
                <a:latin typeface="Arial"/>
                <a:cs typeface="Arial"/>
              </a:rPr>
              <a:t>АТОМ</a:t>
            </a:r>
            <a:r>
              <a:rPr sz="1400" b="1" i="1" spc="-612" dirty="0">
                <a:solidFill>
                  <a:srgbClr val="999999"/>
                </a:solidFill>
                <a:latin typeface="Arial"/>
                <a:cs typeface="Arial"/>
              </a:rPr>
              <a:t>АТОМ</a:t>
            </a:r>
            <a:r>
              <a:rPr sz="2100" b="1" i="1" spc="-917" baseline="6944" dirty="0">
                <a:solidFill>
                  <a:srgbClr val="FFFFFF"/>
                </a:solidFill>
                <a:latin typeface="Arial"/>
                <a:cs typeface="Arial"/>
              </a:rPr>
              <a:t>СТРО</a:t>
            </a:r>
            <a:r>
              <a:rPr sz="2100" b="1" i="1" spc="-917" baseline="3472" dirty="0">
                <a:solidFill>
                  <a:srgbClr val="FFFFFF"/>
                </a:solidFill>
                <a:latin typeface="Arial"/>
                <a:cs typeface="Arial"/>
              </a:rPr>
              <a:t>СТРО</a:t>
            </a:r>
            <a:r>
              <a:rPr sz="1400" b="1" i="1" spc="-612" dirty="0">
                <a:solidFill>
                  <a:srgbClr val="999999"/>
                </a:solidFill>
                <a:latin typeface="Arial"/>
                <a:cs typeface="Arial"/>
              </a:rPr>
              <a:t>СТРО</a:t>
            </a:r>
            <a:r>
              <a:rPr sz="2100" b="1" i="1" spc="-917" baseline="6944" dirty="0">
                <a:solidFill>
                  <a:srgbClr val="FFFFFF"/>
                </a:solidFill>
                <a:latin typeface="Arial"/>
                <a:cs typeface="Arial"/>
              </a:rPr>
              <a:t>ЙЭКСПО</a:t>
            </a:r>
            <a:r>
              <a:rPr sz="2100" b="1" i="1" spc="-917" baseline="3472" dirty="0">
                <a:solidFill>
                  <a:srgbClr val="FFFFFF"/>
                </a:solidFill>
                <a:latin typeface="Arial"/>
                <a:cs typeface="Arial"/>
              </a:rPr>
              <a:t>ЙЭКСПО</a:t>
            </a:r>
            <a:r>
              <a:rPr sz="1400" b="1" i="1" spc="-612" dirty="0">
                <a:solidFill>
                  <a:srgbClr val="999999"/>
                </a:solidFill>
                <a:latin typeface="Arial"/>
                <a:cs typeface="Arial"/>
              </a:rPr>
              <a:t>ЙЭКСПО</a:t>
            </a:r>
            <a:r>
              <a:rPr sz="2100" b="1" i="1" spc="-917" baseline="6944" dirty="0">
                <a:solidFill>
                  <a:srgbClr val="FFFFFF"/>
                </a:solidFill>
                <a:latin typeface="Arial"/>
                <a:cs typeface="Arial"/>
              </a:rPr>
              <a:t>РТ</a:t>
            </a:r>
            <a:r>
              <a:rPr sz="2100" b="1" i="1" spc="-917" baseline="3472" dirty="0">
                <a:solidFill>
                  <a:srgbClr val="FFFFFF"/>
                </a:solidFill>
                <a:latin typeface="Arial"/>
                <a:cs typeface="Arial"/>
              </a:rPr>
              <a:t>РТ</a:t>
            </a:r>
            <a:r>
              <a:rPr sz="1400" b="1" i="1" spc="-612" dirty="0">
                <a:solidFill>
                  <a:srgbClr val="999999"/>
                </a:solidFill>
                <a:latin typeface="Arial"/>
                <a:cs typeface="Arial"/>
              </a:rPr>
              <a:t>РТ</a:t>
            </a:r>
            <a:r>
              <a:rPr sz="2100" b="1" i="1" spc="-917" baseline="6944" dirty="0">
                <a:solidFill>
                  <a:srgbClr val="FFFFFF"/>
                </a:solidFill>
                <a:latin typeface="Arial"/>
                <a:cs typeface="Arial"/>
              </a:rPr>
              <a:t>»</a:t>
            </a:r>
            <a:r>
              <a:rPr sz="2100" b="1" i="1" spc="-917" baseline="3472" dirty="0">
                <a:solidFill>
                  <a:srgbClr val="FFFFFF"/>
                </a:solidFill>
                <a:latin typeface="Arial"/>
                <a:cs typeface="Arial"/>
              </a:rPr>
              <a:t>»</a:t>
            </a:r>
            <a:r>
              <a:rPr sz="1400" b="1" i="1" spc="-612" dirty="0">
                <a:solidFill>
                  <a:srgbClr val="999999"/>
                </a:solidFill>
                <a:latin typeface="Arial"/>
                <a:cs typeface="Arial"/>
              </a:rPr>
              <a:t>»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659160" y="311573"/>
            <a:ext cx="7790844" cy="6215946"/>
            <a:chOff x="774077" y="344233"/>
            <a:chExt cx="9149080" cy="6867525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4077" y="348995"/>
              <a:ext cx="4571994" cy="6857998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5350649" y="348995"/>
              <a:ext cx="0" cy="6858000"/>
            </a:xfrm>
            <a:custGeom>
              <a:avLst/>
              <a:gdLst/>
              <a:ahLst/>
              <a:cxnLst/>
              <a:rect l="l" t="t" r="r" b="b"/>
              <a:pathLst>
                <a:path h="6858000">
                  <a:moveTo>
                    <a:pt x="0" y="0"/>
                  </a:moveTo>
                  <a:lnTo>
                    <a:pt x="0" y="6858000"/>
                  </a:lnTo>
                </a:path>
              </a:pathLst>
            </a:custGeom>
            <a:ln w="9525">
              <a:solidFill>
                <a:srgbClr val="00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126871" y="3040379"/>
              <a:ext cx="5791205" cy="4166616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4122305" y="3035807"/>
              <a:ext cx="5796280" cy="4171315"/>
            </a:xfrm>
            <a:custGeom>
              <a:avLst/>
              <a:gdLst/>
              <a:ahLst/>
              <a:cxnLst/>
              <a:rect l="l" t="t" r="r" b="b"/>
              <a:pathLst>
                <a:path w="5796280" h="4171315">
                  <a:moveTo>
                    <a:pt x="0" y="4171188"/>
                  </a:moveTo>
                  <a:lnTo>
                    <a:pt x="0" y="0"/>
                  </a:lnTo>
                  <a:lnTo>
                    <a:pt x="5795772" y="0"/>
                  </a:lnTo>
                </a:path>
              </a:pathLst>
            </a:custGeom>
            <a:ln w="9525">
              <a:solidFill>
                <a:srgbClr val="00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346071" y="348996"/>
              <a:ext cx="4572005" cy="3525011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5341505" y="348995"/>
              <a:ext cx="4577080" cy="3529965"/>
            </a:xfrm>
            <a:custGeom>
              <a:avLst/>
              <a:gdLst/>
              <a:ahLst/>
              <a:cxnLst/>
              <a:rect l="l" t="t" r="r" b="b"/>
              <a:pathLst>
                <a:path w="4577080" h="3529965">
                  <a:moveTo>
                    <a:pt x="0" y="3529583"/>
                  </a:moveTo>
                  <a:lnTo>
                    <a:pt x="0" y="0"/>
                  </a:lnTo>
                </a:path>
                <a:path w="4577080" h="3529965">
                  <a:moveTo>
                    <a:pt x="4576572" y="3529583"/>
                  </a:moveTo>
                  <a:lnTo>
                    <a:pt x="0" y="3529583"/>
                  </a:lnTo>
                </a:path>
              </a:pathLst>
            </a:custGeom>
            <a:ln w="9525">
              <a:solidFill>
                <a:srgbClr val="00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182497" y="2101595"/>
              <a:ext cx="2735579" cy="762000"/>
            </a:xfrm>
            <a:prstGeom prst="rect">
              <a:avLst/>
            </a:prstGeom>
          </p:spPr>
        </p:pic>
      </p:grpSp>
      <p:sp>
        <p:nvSpPr>
          <p:cNvPr id="12" name="object 12"/>
          <p:cNvSpPr txBox="1"/>
          <p:nvPr/>
        </p:nvSpPr>
        <p:spPr>
          <a:xfrm>
            <a:off x="6204021" y="1881605"/>
            <a:ext cx="2153188" cy="618165"/>
          </a:xfrm>
          <a:prstGeom prst="rect">
            <a:avLst/>
          </a:prstGeom>
        </p:spPr>
        <p:txBody>
          <a:bodyPr vert="horz" wrap="square" lIns="0" tIns="11096" rIns="0" bIns="0" rtlCol="0">
            <a:spAutoFit/>
          </a:bodyPr>
          <a:lstStyle/>
          <a:p>
            <a:pPr marL="305140" marR="4438" indent="-294599">
              <a:lnSpc>
                <a:spcPct val="115999"/>
              </a:lnSpc>
              <a:spcBef>
                <a:spcPts val="87"/>
              </a:spcBef>
            </a:pPr>
            <a:r>
              <a:rPr sz="1700" b="1" i="1" dirty="0">
                <a:solidFill>
                  <a:srgbClr val="00009A"/>
                </a:solidFill>
                <a:latin typeface="Arial"/>
                <a:cs typeface="Arial"/>
              </a:rPr>
              <a:t>Увеличенное</a:t>
            </a:r>
            <a:r>
              <a:rPr sz="1700" b="1" i="1" spc="-70" dirty="0">
                <a:solidFill>
                  <a:srgbClr val="00009A"/>
                </a:solidFill>
                <a:latin typeface="Arial"/>
                <a:cs typeface="Arial"/>
              </a:rPr>
              <a:t> </a:t>
            </a:r>
            <a:r>
              <a:rPr sz="1700" b="1" i="1" spc="-4" dirty="0">
                <a:solidFill>
                  <a:srgbClr val="00009A"/>
                </a:solidFill>
                <a:latin typeface="Arial"/>
                <a:cs typeface="Arial"/>
              </a:rPr>
              <a:t>число </a:t>
            </a:r>
            <a:r>
              <a:rPr sz="1700" b="1" i="1" spc="-472" dirty="0">
                <a:solidFill>
                  <a:srgbClr val="00009A"/>
                </a:solidFill>
                <a:latin typeface="Arial"/>
                <a:cs typeface="Arial"/>
              </a:rPr>
              <a:t> </a:t>
            </a:r>
            <a:r>
              <a:rPr sz="1700" b="1" i="1" spc="-4" dirty="0">
                <a:solidFill>
                  <a:srgbClr val="00009A"/>
                </a:solidFill>
                <a:latin typeface="Arial"/>
                <a:cs typeface="Arial"/>
              </a:rPr>
              <a:t>приводов</a:t>
            </a:r>
            <a:r>
              <a:rPr sz="1700" b="1" i="1" spc="-17" dirty="0">
                <a:solidFill>
                  <a:srgbClr val="00009A"/>
                </a:solidFill>
                <a:latin typeface="Arial"/>
                <a:cs typeface="Arial"/>
              </a:rPr>
              <a:t> </a:t>
            </a:r>
            <a:r>
              <a:rPr sz="1700" b="1" i="1" spc="-4" dirty="0">
                <a:solidFill>
                  <a:srgbClr val="00009A"/>
                </a:solidFill>
                <a:latin typeface="Arial"/>
                <a:cs typeface="Arial"/>
              </a:rPr>
              <a:t>СУЗ</a:t>
            </a:r>
            <a:endParaRPr sz="1700">
              <a:latin typeface="Arial"/>
              <a:cs typeface="Arial"/>
            </a:endParaRPr>
          </a:p>
        </p:txBody>
      </p:sp>
      <p:pic>
        <p:nvPicPr>
          <p:cNvPr id="13" name="object 13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437812" y="5626595"/>
            <a:ext cx="2943304" cy="689703"/>
          </a:xfrm>
          <a:prstGeom prst="rect">
            <a:avLst/>
          </a:prstGeom>
        </p:spPr>
      </p:pic>
      <p:sp>
        <p:nvSpPr>
          <p:cNvPr id="14" name="object 14"/>
          <p:cNvSpPr txBox="1"/>
          <p:nvPr/>
        </p:nvSpPr>
        <p:spPr>
          <a:xfrm>
            <a:off x="1586616" y="5606000"/>
            <a:ext cx="2642009" cy="618165"/>
          </a:xfrm>
          <a:prstGeom prst="rect">
            <a:avLst/>
          </a:prstGeom>
        </p:spPr>
        <p:txBody>
          <a:bodyPr vert="horz" wrap="square" lIns="0" tIns="11096" rIns="0" bIns="0" rtlCol="0">
            <a:spAutoFit/>
          </a:bodyPr>
          <a:lstStyle/>
          <a:p>
            <a:pPr marL="1126798" marR="4438" indent="-1116257">
              <a:lnSpc>
                <a:spcPct val="115999"/>
              </a:lnSpc>
              <a:spcBef>
                <a:spcPts val="87"/>
              </a:spcBef>
            </a:pPr>
            <a:r>
              <a:rPr sz="1700" b="1" i="1" spc="-4" dirty="0">
                <a:solidFill>
                  <a:srgbClr val="00009A"/>
                </a:solidFill>
                <a:latin typeface="Arial"/>
                <a:cs typeface="Arial"/>
              </a:rPr>
              <a:t>Усовершенствованные </a:t>
            </a:r>
            <a:r>
              <a:rPr sz="1700" b="1" i="1" spc="-476" dirty="0">
                <a:solidFill>
                  <a:srgbClr val="00009A"/>
                </a:solidFill>
                <a:latin typeface="Arial"/>
                <a:cs typeface="Arial"/>
              </a:rPr>
              <a:t> </a:t>
            </a:r>
            <a:r>
              <a:rPr sz="1700" b="1" i="1" dirty="0">
                <a:solidFill>
                  <a:srgbClr val="00009A"/>
                </a:solidFill>
                <a:latin typeface="Arial"/>
                <a:cs typeface="Arial"/>
              </a:rPr>
              <a:t>ТВС</a:t>
            </a:r>
            <a:endParaRPr sz="1700">
              <a:latin typeface="Arial"/>
              <a:cs typeface="Arial"/>
            </a:endParaRPr>
          </a:p>
        </p:txBody>
      </p:sp>
      <p:pic>
        <p:nvPicPr>
          <p:cNvPr id="15" name="object 15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842144" y="729704"/>
            <a:ext cx="7419254" cy="801435"/>
          </a:xfrm>
          <a:prstGeom prst="rect">
            <a:avLst/>
          </a:prstGeom>
        </p:spPr>
      </p:pic>
      <p:sp>
        <p:nvSpPr>
          <p:cNvPr id="16" name="object 16"/>
          <p:cNvSpPr txBox="1">
            <a:spLocks noGrp="1"/>
          </p:cNvSpPr>
          <p:nvPr>
            <p:ph type="title"/>
          </p:nvPr>
        </p:nvSpPr>
        <p:spPr>
          <a:xfrm>
            <a:off x="2143106" y="220348"/>
            <a:ext cx="4826037" cy="2866660"/>
          </a:xfrm>
          <a:prstGeom prst="rect">
            <a:avLst/>
          </a:prstGeom>
        </p:spPr>
        <p:txBody>
          <a:bodyPr vert="horz" wrap="square" lIns="0" tIns="400536" rIns="0" bIns="0" rtlCol="0">
            <a:spAutoFit/>
          </a:bodyPr>
          <a:lstStyle/>
          <a:p>
            <a:pPr marL="711252" marR="4438" indent="-401120">
              <a:spcBef>
                <a:spcPts val="92"/>
              </a:spcBef>
            </a:pPr>
            <a:r>
              <a:rPr spc="-4" dirty="0"/>
              <a:t>Основные </a:t>
            </a:r>
            <a:r>
              <a:rPr dirty="0"/>
              <a:t>усовершенствования оборудования </a:t>
            </a:r>
            <a:r>
              <a:rPr spc="-620" dirty="0"/>
              <a:t> </a:t>
            </a:r>
            <a:r>
              <a:rPr dirty="0"/>
              <a:t>РУ</a:t>
            </a:r>
            <a:r>
              <a:rPr spc="-9" dirty="0"/>
              <a:t> </a:t>
            </a:r>
            <a:r>
              <a:rPr dirty="0"/>
              <a:t>В-428</a:t>
            </a:r>
            <a:r>
              <a:rPr spc="-13" dirty="0"/>
              <a:t> </a:t>
            </a:r>
            <a:r>
              <a:rPr dirty="0"/>
              <a:t>в</a:t>
            </a:r>
            <a:r>
              <a:rPr spc="-4" dirty="0"/>
              <a:t> сравнении</a:t>
            </a:r>
            <a:r>
              <a:rPr dirty="0"/>
              <a:t> с </a:t>
            </a:r>
            <a:r>
              <a:rPr spc="-4" dirty="0"/>
              <a:t>серийной</a:t>
            </a:r>
            <a:r>
              <a:rPr dirty="0"/>
              <a:t> РУ</a:t>
            </a:r>
            <a:r>
              <a:rPr spc="-17" dirty="0"/>
              <a:t> </a:t>
            </a:r>
            <a:r>
              <a:rPr spc="4" dirty="0"/>
              <a:t>В-320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4034179" y="1580339"/>
            <a:ext cx="1044691" cy="273375"/>
          </a:xfrm>
          <a:prstGeom prst="rect">
            <a:avLst/>
          </a:prstGeom>
        </p:spPr>
        <p:txBody>
          <a:bodyPr vert="horz" wrap="square" lIns="0" tIns="11651" rIns="0" bIns="0" rtlCol="0">
            <a:spAutoFit/>
          </a:bodyPr>
          <a:lstStyle/>
          <a:p>
            <a:pPr marL="11096">
              <a:spcBef>
                <a:spcPts val="92"/>
              </a:spcBef>
            </a:pPr>
            <a:r>
              <a:rPr sz="1700" b="1" i="1" spc="-4" dirty="0">
                <a:solidFill>
                  <a:srgbClr val="FFFFFF"/>
                </a:solidFill>
                <a:latin typeface="Arial"/>
                <a:cs typeface="Arial"/>
              </a:rPr>
              <a:t>РЕАКТОР</a:t>
            </a:r>
            <a:endParaRPr sz="1700">
              <a:latin typeface="Arial"/>
              <a:cs typeface="Arial"/>
            </a:endParaRPr>
          </a:p>
        </p:txBody>
      </p:sp>
      <p:pic>
        <p:nvPicPr>
          <p:cNvPr id="18" name="object 18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724048" y="3764398"/>
            <a:ext cx="3828371" cy="910407"/>
          </a:xfrm>
          <a:prstGeom prst="rect">
            <a:avLst/>
          </a:prstGeom>
        </p:spPr>
      </p:pic>
      <p:sp>
        <p:nvSpPr>
          <p:cNvPr id="19" name="object 19"/>
          <p:cNvSpPr txBox="1"/>
          <p:nvPr/>
        </p:nvSpPr>
        <p:spPr>
          <a:xfrm>
            <a:off x="828732" y="3787388"/>
            <a:ext cx="3615864" cy="796595"/>
          </a:xfrm>
          <a:prstGeom prst="rect">
            <a:avLst/>
          </a:prstGeom>
        </p:spPr>
        <p:txBody>
          <a:bodyPr vert="horz" wrap="square" lIns="0" tIns="11651" rIns="0" bIns="0" rtlCol="0">
            <a:spAutoFit/>
          </a:bodyPr>
          <a:lstStyle/>
          <a:p>
            <a:pPr marL="11096" marR="4438" algn="ctr">
              <a:spcBef>
                <a:spcPts val="92"/>
              </a:spcBef>
            </a:pPr>
            <a:r>
              <a:rPr sz="1700" b="1" i="1" dirty="0">
                <a:solidFill>
                  <a:srgbClr val="00009A"/>
                </a:solidFill>
                <a:latin typeface="Arial"/>
                <a:cs typeface="Arial"/>
              </a:rPr>
              <a:t>Для </a:t>
            </a:r>
            <a:r>
              <a:rPr sz="1700" b="1" i="1" spc="-4" dirty="0">
                <a:solidFill>
                  <a:srgbClr val="00009A"/>
                </a:solidFill>
                <a:latin typeface="Arial"/>
                <a:cs typeface="Arial"/>
              </a:rPr>
              <a:t>обечаек активной </a:t>
            </a:r>
            <a:r>
              <a:rPr sz="1700" b="1" i="1" dirty="0">
                <a:solidFill>
                  <a:srgbClr val="00009A"/>
                </a:solidFill>
                <a:latin typeface="Arial"/>
                <a:cs typeface="Arial"/>
              </a:rPr>
              <a:t>зоны </a:t>
            </a:r>
            <a:r>
              <a:rPr sz="1700" b="1" i="1" spc="4" dirty="0">
                <a:solidFill>
                  <a:srgbClr val="00009A"/>
                </a:solidFill>
                <a:latin typeface="Arial"/>
                <a:cs typeface="Arial"/>
              </a:rPr>
              <a:t> </a:t>
            </a:r>
            <a:r>
              <a:rPr sz="1700" b="1" i="1" spc="-4" dirty="0">
                <a:solidFill>
                  <a:srgbClr val="00009A"/>
                </a:solidFill>
                <a:latin typeface="Arial"/>
                <a:cs typeface="Arial"/>
              </a:rPr>
              <a:t>применена</a:t>
            </a:r>
            <a:r>
              <a:rPr sz="1700" b="1" i="1" spc="-31" dirty="0">
                <a:solidFill>
                  <a:srgbClr val="00009A"/>
                </a:solidFill>
                <a:latin typeface="Arial"/>
                <a:cs typeface="Arial"/>
              </a:rPr>
              <a:t> </a:t>
            </a:r>
            <a:r>
              <a:rPr sz="1700" b="1" i="1" dirty="0">
                <a:solidFill>
                  <a:srgbClr val="00009A"/>
                </a:solidFill>
                <a:latin typeface="Arial"/>
                <a:cs typeface="Arial"/>
              </a:rPr>
              <a:t>сталь</a:t>
            </a:r>
            <a:r>
              <a:rPr sz="1700" b="1" i="1" spc="-26" dirty="0">
                <a:solidFill>
                  <a:srgbClr val="00009A"/>
                </a:solidFill>
                <a:latin typeface="Arial"/>
                <a:cs typeface="Arial"/>
              </a:rPr>
              <a:t> </a:t>
            </a:r>
            <a:r>
              <a:rPr sz="1700" b="1" i="1" dirty="0">
                <a:solidFill>
                  <a:srgbClr val="00009A"/>
                </a:solidFill>
                <a:latin typeface="Arial"/>
                <a:cs typeface="Arial"/>
              </a:rPr>
              <a:t>с</a:t>
            </a:r>
            <a:r>
              <a:rPr sz="1700" b="1" i="1" spc="-22" dirty="0">
                <a:solidFill>
                  <a:srgbClr val="00009A"/>
                </a:solidFill>
                <a:latin typeface="Arial"/>
                <a:cs typeface="Arial"/>
              </a:rPr>
              <a:t> </a:t>
            </a:r>
            <a:r>
              <a:rPr sz="1700" b="1" i="1" dirty="0">
                <a:solidFill>
                  <a:srgbClr val="00009A"/>
                </a:solidFill>
                <a:latin typeface="Arial"/>
                <a:cs typeface="Arial"/>
              </a:rPr>
              <a:t>повышенной </a:t>
            </a:r>
            <a:r>
              <a:rPr sz="1700" b="1" i="1" spc="-476" dirty="0">
                <a:solidFill>
                  <a:srgbClr val="00009A"/>
                </a:solidFill>
                <a:latin typeface="Arial"/>
                <a:cs typeface="Arial"/>
              </a:rPr>
              <a:t> </a:t>
            </a:r>
            <a:r>
              <a:rPr sz="1700" b="1" i="1" spc="-4" dirty="0">
                <a:solidFill>
                  <a:srgbClr val="00009A"/>
                </a:solidFill>
                <a:latin typeface="Arial"/>
                <a:cs typeface="Arial"/>
              </a:rPr>
              <a:t>радиационной</a:t>
            </a:r>
            <a:r>
              <a:rPr sz="1700" b="1" i="1" spc="-17" dirty="0">
                <a:solidFill>
                  <a:srgbClr val="00009A"/>
                </a:solidFill>
                <a:latin typeface="Arial"/>
                <a:cs typeface="Arial"/>
              </a:rPr>
              <a:t> </a:t>
            </a:r>
            <a:r>
              <a:rPr sz="1700" b="1" i="1" spc="-4" dirty="0">
                <a:solidFill>
                  <a:srgbClr val="00009A"/>
                </a:solidFill>
                <a:latin typeface="Arial"/>
                <a:cs typeface="Arial"/>
              </a:rPr>
              <a:t>стойкостью</a:t>
            </a:r>
            <a:endParaRPr sz="1700">
              <a:latin typeface="Arial"/>
              <a:cs typeface="Arial"/>
            </a:endParaRPr>
          </a:p>
        </p:txBody>
      </p:sp>
      <p:pic>
        <p:nvPicPr>
          <p:cNvPr id="20" name="object 20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5915061" y="4592041"/>
            <a:ext cx="2530612" cy="910407"/>
          </a:xfrm>
          <a:prstGeom prst="rect">
            <a:avLst/>
          </a:prstGeom>
        </p:spPr>
      </p:pic>
      <p:sp>
        <p:nvSpPr>
          <p:cNvPr id="21" name="object 21"/>
          <p:cNvSpPr txBox="1"/>
          <p:nvPr/>
        </p:nvSpPr>
        <p:spPr>
          <a:xfrm>
            <a:off x="5983404" y="4615032"/>
            <a:ext cx="2391651" cy="796595"/>
          </a:xfrm>
          <a:prstGeom prst="rect">
            <a:avLst/>
          </a:prstGeom>
        </p:spPr>
        <p:txBody>
          <a:bodyPr vert="horz" wrap="square" lIns="0" tIns="11651" rIns="0" bIns="0" rtlCol="0">
            <a:spAutoFit/>
          </a:bodyPr>
          <a:lstStyle/>
          <a:p>
            <a:pPr marL="11096" marR="4438" algn="ctr">
              <a:spcBef>
                <a:spcPts val="92"/>
              </a:spcBef>
            </a:pPr>
            <a:r>
              <a:rPr sz="1700" b="1" i="1" spc="-4" dirty="0">
                <a:solidFill>
                  <a:srgbClr val="00009A"/>
                </a:solidFill>
                <a:latin typeface="Arial"/>
                <a:cs typeface="Arial"/>
              </a:rPr>
              <a:t>Усовершенствованы  внутрикорпусные </a:t>
            </a:r>
            <a:r>
              <a:rPr sz="1700" b="1" i="1" dirty="0">
                <a:solidFill>
                  <a:srgbClr val="00009A"/>
                </a:solidFill>
                <a:latin typeface="Arial"/>
                <a:cs typeface="Arial"/>
              </a:rPr>
              <a:t> </a:t>
            </a:r>
            <a:r>
              <a:rPr sz="1700" b="1" i="1" spc="-4" dirty="0">
                <a:solidFill>
                  <a:srgbClr val="00009A"/>
                </a:solidFill>
                <a:latin typeface="Arial"/>
                <a:cs typeface="Arial"/>
              </a:rPr>
              <a:t>устройства</a:t>
            </a:r>
            <a:endParaRPr sz="1700">
              <a:latin typeface="Arial"/>
              <a:cs typeface="Arial"/>
            </a:endParaRPr>
          </a:p>
        </p:txBody>
      </p:sp>
      <p:pic>
        <p:nvPicPr>
          <p:cNvPr id="22" name="object 22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3708880" y="2729842"/>
            <a:ext cx="4736798" cy="910408"/>
          </a:xfrm>
          <a:prstGeom prst="rect">
            <a:avLst/>
          </a:prstGeom>
        </p:spPr>
      </p:pic>
      <p:sp>
        <p:nvSpPr>
          <p:cNvPr id="23" name="object 23"/>
          <p:cNvSpPr txBox="1"/>
          <p:nvPr/>
        </p:nvSpPr>
        <p:spPr>
          <a:xfrm>
            <a:off x="3818746" y="2752833"/>
            <a:ext cx="4511314" cy="796595"/>
          </a:xfrm>
          <a:prstGeom prst="rect">
            <a:avLst/>
          </a:prstGeom>
        </p:spPr>
        <p:txBody>
          <a:bodyPr vert="horz" wrap="square" lIns="0" tIns="11651" rIns="0" bIns="0" rtlCol="0">
            <a:spAutoFit/>
          </a:bodyPr>
          <a:lstStyle/>
          <a:p>
            <a:pPr marL="11096" marR="4438" indent="555" algn="ctr">
              <a:spcBef>
                <a:spcPts val="92"/>
              </a:spcBef>
            </a:pPr>
            <a:r>
              <a:rPr sz="1700" b="1" i="1" spc="-4" dirty="0">
                <a:solidFill>
                  <a:srgbClr val="00009A"/>
                </a:solidFill>
                <a:latin typeface="Arial"/>
                <a:cs typeface="Arial"/>
              </a:rPr>
              <a:t>Образцы-свидетели металла корпуса </a:t>
            </a:r>
            <a:r>
              <a:rPr sz="1700" b="1" i="1" dirty="0">
                <a:solidFill>
                  <a:srgbClr val="00009A"/>
                </a:solidFill>
                <a:latin typeface="Arial"/>
                <a:cs typeface="Arial"/>
              </a:rPr>
              <a:t> </a:t>
            </a:r>
            <a:r>
              <a:rPr sz="1700" b="1" i="1" spc="-4" dirty="0">
                <a:solidFill>
                  <a:srgbClr val="00009A"/>
                </a:solidFill>
                <a:latin typeface="Arial"/>
                <a:cs typeface="Arial"/>
              </a:rPr>
              <a:t>реактора размещены </a:t>
            </a:r>
            <a:r>
              <a:rPr sz="1700" b="1" i="1" dirty="0">
                <a:solidFill>
                  <a:srgbClr val="00009A"/>
                </a:solidFill>
                <a:latin typeface="Arial"/>
                <a:cs typeface="Arial"/>
              </a:rPr>
              <a:t>на </a:t>
            </a:r>
            <a:r>
              <a:rPr sz="1700" b="1" i="1" spc="-4" dirty="0">
                <a:solidFill>
                  <a:srgbClr val="00009A"/>
                </a:solidFill>
                <a:latin typeface="Arial"/>
                <a:cs typeface="Arial"/>
              </a:rPr>
              <a:t>стенке корпуса </a:t>
            </a:r>
            <a:r>
              <a:rPr sz="1700" b="1" i="1" spc="-476" dirty="0">
                <a:solidFill>
                  <a:srgbClr val="00009A"/>
                </a:solidFill>
                <a:latin typeface="Arial"/>
                <a:cs typeface="Arial"/>
              </a:rPr>
              <a:t> </a:t>
            </a:r>
            <a:r>
              <a:rPr sz="1700" b="1" i="1" spc="-4" dirty="0">
                <a:solidFill>
                  <a:srgbClr val="00009A"/>
                </a:solidFill>
                <a:latin typeface="Arial"/>
                <a:cs typeface="Arial"/>
              </a:rPr>
              <a:t>реактора</a:t>
            </a:r>
            <a:endParaRPr sz="1700">
              <a:latin typeface="Arial"/>
              <a:cs typeface="Arial"/>
            </a:endParaRPr>
          </a:p>
        </p:txBody>
      </p:sp>
      <p:pic>
        <p:nvPicPr>
          <p:cNvPr id="24" name="object 24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6239498" y="3764398"/>
            <a:ext cx="2206180" cy="634526"/>
          </a:xfrm>
          <a:prstGeom prst="rect">
            <a:avLst/>
          </a:prstGeom>
        </p:spPr>
      </p:pic>
      <p:sp>
        <p:nvSpPr>
          <p:cNvPr id="25" name="object 25"/>
          <p:cNvSpPr txBox="1"/>
          <p:nvPr/>
        </p:nvSpPr>
        <p:spPr>
          <a:xfrm>
            <a:off x="6316926" y="3787388"/>
            <a:ext cx="2047746" cy="534985"/>
          </a:xfrm>
          <a:prstGeom prst="rect">
            <a:avLst/>
          </a:prstGeom>
        </p:spPr>
        <p:txBody>
          <a:bodyPr vert="horz" wrap="square" lIns="0" tIns="11651" rIns="0" bIns="0" rtlCol="0">
            <a:spAutoFit/>
          </a:bodyPr>
          <a:lstStyle/>
          <a:p>
            <a:pPr marL="178645" marR="4438" indent="-168104">
              <a:spcBef>
                <a:spcPts val="92"/>
              </a:spcBef>
            </a:pPr>
            <a:r>
              <a:rPr sz="1700" b="1" i="1" spc="-4" dirty="0">
                <a:solidFill>
                  <a:srgbClr val="00009A"/>
                </a:solidFill>
                <a:latin typeface="Arial"/>
                <a:cs typeface="Arial"/>
              </a:rPr>
              <a:t>Ловушка</a:t>
            </a:r>
            <a:r>
              <a:rPr sz="1700" b="1" i="1" spc="-57" dirty="0">
                <a:solidFill>
                  <a:srgbClr val="00009A"/>
                </a:solidFill>
                <a:latin typeface="Arial"/>
                <a:cs typeface="Arial"/>
              </a:rPr>
              <a:t> </a:t>
            </a:r>
            <a:r>
              <a:rPr sz="1700" b="1" i="1" spc="-4" dirty="0">
                <a:solidFill>
                  <a:srgbClr val="00009A"/>
                </a:solidFill>
                <a:latin typeface="Arial"/>
                <a:cs typeface="Arial"/>
              </a:rPr>
              <a:t>расплава </a:t>
            </a:r>
            <a:r>
              <a:rPr sz="1700" b="1" i="1" spc="-472" dirty="0">
                <a:solidFill>
                  <a:srgbClr val="00009A"/>
                </a:solidFill>
                <a:latin typeface="Arial"/>
                <a:cs typeface="Arial"/>
              </a:rPr>
              <a:t> </a:t>
            </a:r>
            <a:r>
              <a:rPr sz="1700" b="1" i="1" dirty="0">
                <a:solidFill>
                  <a:srgbClr val="00009A"/>
                </a:solidFill>
                <a:latin typeface="Arial"/>
                <a:cs typeface="Arial"/>
              </a:rPr>
              <a:t>активной</a:t>
            </a:r>
            <a:r>
              <a:rPr sz="1700" b="1" i="1" spc="-22" dirty="0">
                <a:solidFill>
                  <a:srgbClr val="00009A"/>
                </a:solidFill>
                <a:latin typeface="Arial"/>
                <a:cs typeface="Arial"/>
              </a:rPr>
              <a:t> </a:t>
            </a:r>
            <a:r>
              <a:rPr sz="1700" b="1" i="1" spc="-4" dirty="0">
                <a:solidFill>
                  <a:srgbClr val="00009A"/>
                </a:solidFill>
                <a:latin typeface="Arial"/>
                <a:cs typeface="Arial"/>
              </a:rPr>
              <a:t>зоны</a:t>
            </a:r>
            <a:endParaRPr sz="1700">
              <a:latin typeface="Arial"/>
              <a:cs typeface="Arial"/>
            </a:endParaRPr>
          </a:p>
        </p:txBody>
      </p:sp>
      <p:pic>
        <p:nvPicPr>
          <p:cNvPr id="26" name="object 26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3254667" y="1902200"/>
            <a:ext cx="2530613" cy="634526"/>
          </a:xfrm>
          <a:prstGeom prst="rect">
            <a:avLst/>
          </a:prstGeom>
        </p:spPr>
      </p:pic>
      <p:sp>
        <p:nvSpPr>
          <p:cNvPr id="27" name="object 27"/>
          <p:cNvSpPr txBox="1"/>
          <p:nvPr/>
        </p:nvSpPr>
        <p:spPr>
          <a:xfrm>
            <a:off x="3326903" y="1925190"/>
            <a:ext cx="2384621" cy="273375"/>
          </a:xfrm>
          <a:prstGeom prst="rect">
            <a:avLst/>
          </a:prstGeom>
        </p:spPr>
        <p:txBody>
          <a:bodyPr vert="horz" wrap="square" lIns="0" tIns="11651" rIns="0" bIns="0" rtlCol="0">
            <a:spAutoFit/>
          </a:bodyPr>
          <a:lstStyle/>
          <a:p>
            <a:pPr marL="11096">
              <a:spcBef>
                <a:spcPts val="92"/>
              </a:spcBef>
            </a:pPr>
            <a:r>
              <a:rPr sz="1700" b="1" i="1" spc="-4" dirty="0">
                <a:solidFill>
                  <a:srgbClr val="00009A"/>
                </a:solidFill>
                <a:latin typeface="Arial"/>
                <a:cs typeface="Arial"/>
              </a:rPr>
              <a:t>Увеличенная</a:t>
            </a:r>
            <a:r>
              <a:rPr sz="1700" b="1" i="1" spc="-52" dirty="0">
                <a:solidFill>
                  <a:srgbClr val="00009A"/>
                </a:solidFill>
                <a:latin typeface="Arial"/>
                <a:cs typeface="Arial"/>
              </a:rPr>
              <a:t> </a:t>
            </a:r>
            <a:r>
              <a:rPr sz="1700" b="1" i="1" dirty="0">
                <a:solidFill>
                  <a:srgbClr val="00009A"/>
                </a:solidFill>
                <a:latin typeface="Arial"/>
                <a:cs typeface="Arial"/>
              </a:rPr>
              <a:t>высота</a:t>
            </a:r>
            <a:endParaRPr sz="17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7712443" y="6218217"/>
            <a:ext cx="220617" cy="16671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3288">
              <a:lnSpc>
                <a:spcPts val="1341"/>
              </a:lnSpc>
            </a:pPr>
            <a:fld id="{81D60167-4931-47E6-BA6A-407CBD079E47}" type="slidenum">
              <a:rPr sz="1100" b="1" spc="-4" dirty="0">
                <a:solidFill>
                  <a:srgbClr val="FFFFFF"/>
                </a:solidFill>
                <a:latin typeface="Arial"/>
                <a:cs typeface="Arial"/>
              </a:rPr>
              <a:pPr marL="33288">
                <a:lnSpc>
                  <a:spcPts val="1341"/>
                </a:lnSpc>
              </a:pPr>
              <a:t>10</a:t>
            </a:fld>
            <a:endParaRPr sz="11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3513784" y="2201070"/>
            <a:ext cx="2008273" cy="273375"/>
          </a:xfrm>
          <a:prstGeom prst="rect">
            <a:avLst/>
          </a:prstGeom>
        </p:spPr>
        <p:txBody>
          <a:bodyPr vert="horz" wrap="square" lIns="0" tIns="11651" rIns="0" bIns="0" rtlCol="0">
            <a:spAutoFit/>
          </a:bodyPr>
          <a:lstStyle/>
          <a:p>
            <a:pPr marL="11096">
              <a:spcBef>
                <a:spcPts val="92"/>
              </a:spcBef>
            </a:pPr>
            <a:r>
              <a:rPr sz="1700" b="1" i="1" spc="-4" dirty="0">
                <a:solidFill>
                  <a:srgbClr val="00009A"/>
                </a:solidFill>
                <a:latin typeface="Arial"/>
                <a:cs typeface="Arial"/>
              </a:rPr>
              <a:t>корпуса</a:t>
            </a:r>
            <a:r>
              <a:rPr sz="1700" b="1" i="1" spc="-52" dirty="0">
                <a:solidFill>
                  <a:srgbClr val="00009A"/>
                </a:solidFill>
                <a:latin typeface="Arial"/>
                <a:cs typeface="Arial"/>
              </a:rPr>
              <a:t> </a:t>
            </a:r>
            <a:r>
              <a:rPr sz="1700" b="1" i="1" spc="-4" dirty="0">
                <a:solidFill>
                  <a:srgbClr val="00009A"/>
                </a:solidFill>
                <a:latin typeface="Arial"/>
                <a:cs typeface="Arial"/>
              </a:rPr>
              <a:t>реактора</a:t>
            </a:r>
            <a:endParaRPr sz="1700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5321581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569745" y="454443"/>
            <a:ext cx="5848108" cy="444332"/>
          </a:xfrm>
          <a:prstGeom prst="rect">
            <a:avLst/>
          </a:prstGeom>
        </p:spPr>
        <p:txBody>
          <a:bodyPr vert="horz" wrap="square" lIns="0" tIns="13315" rIns="0" bIns="0" rtlCol="0">
            <a:spAutoFit/>
          </a:bodyPr>
          <a:lstStyle/>
          <a:p>
            <a:pPr marL="11096">
              <a:spcBef>
                <a:spcPts val="105"/>
              </a:spcBef>
              <a:tabLst>
                <a:tab pos="3343222" algn="l"/>
              </a:tabLst>
            </a:pPr>
            <a:r>
              <a:rPr sz="2800" spc="-74" dirty="0">
                <a:solidFill>
                  <a:srgbClr val="FF3300"/>
                </a:solidFill>
              </a:rPr>
              <a:t>Реакторная</a:t>
            </a:r>
            <a:r>
              <a:rPr sz="2800" spc="-13" dirty="0">
                <a:solidFill>
                  <a:srgbClr val="FF3300"/>
                </a:solidFill>
              </a:rPr>
              <a:t> </a:t>
            </a:r>
            <a:r>
              <a:rPr sz="2800" spc="-66" dirty="0">
                <a:solidFill>
                  <a:srgbClr val="FF3300"/>
                </a:solidFill>
              </a:rPr>
              <a:t>установка	В-428</a:t>
            </a:r>
            <a:endParaRPr sz="2800"/>
          </a:p>
        </p:txBody>
      </p:sp>
      <p:grpSp>
        <p:nvGrpSpPr>
          <p:cNvPr id="3" name="object 3"/>
          <p:cNvGrpSpPr/>
          <p:nvPr/>
        </p:nvGrpSpPr>
        <p:grpSpPr>
          <a:xfrm>
            <a:off x="1109319" y="936616"/>
            <a:ext cx="6817529" cy="5172771"/>
            <a:chOff x="1302715" y="1034796"/>
            <a:chExt cx="8006080" cy="5715000"/>
          </a:xfrm>
        </p:grpSpPr>
        <p:sp>
          <p:nvSpPr>
            <p:cNvPr id="4" name="object 4"/>
            <p:cNvSpPr/>
            <p:nvPr/>
          </p:nvSpPr>
          <p:spPr>
            <a:xfrm>
              <a:off x="3931805" y="1034796"/>
              <a:ext cx="5377180" cy="5715000"/>
            </a:xfrm>
            <a:custGeom>
              <a:avLst/>
              <a:gdLst/>
              <a:ahLst/>
              <a:cxnLst/>
              <a:rect l="l" t="t" r="r" b="b"/>
              <a:pathLst>
                <a:path w="5377180" h="5715000">
                  <a:moveTo>
                    <a:pt x="5376672" y="5715000"/>
                  </a:moveTo>
                  <a:lnTo>
                    <a:pt x="5376672" y="0"/>
                  </a:lnTo>
                  <a:lnTo>
                    <a:pt x="0" y="0"/>
                  </a:lnTo>
                  <a:lnTo>
                    <a:pt x="0" y="5715000"/>
                  </a:lnTo>
                  <a:lnTo>
                    <a:pt x="5376672" y="5715000"/>
                  </a:lnTo>
                  <a:close/>
                </a:path>
              </a:pathLst>
            </a:custGeom>
            <a:solidFill>
              <a:srgbClr val="BBE0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623696" y="1197864"/>
              <a:ext cx="3790187" cy="2409442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623696" y="3598164"/>
              <a:ext cx="3790187" cy="45718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184015" y="3634739"/>
              <a:ext cx="516636" cy="4572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272151" y="3634739"/>
              <a:ext cx="123443" cy="4572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632839" y="3639311"/>
              <a:ext cx="1202435" cy="4572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623696" y="3630168"/>
              <a:ext cx="3968495" cy="370331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7522343" y="3998213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A5A8C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" name="object 1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646555" y="3995927"/>
              <a:ext cx="3003803" cy="114299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489071" y="4105655"/>
              <a:ext cx="1147572" cy="32004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7636643" y="4126229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E6A7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7600067" y="4135373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C6A3A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650359" y="4144517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E7ACA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613783" y="4158233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E0AAA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7618355" y="4167377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CDAFA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7632071" y="4167377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E5A7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7622927" y="4171949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D67D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489071" y="4137659"/>
              <a:ext cx="1065275" cy="118872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7430903" y="4254245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7E959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7430903" y="4258817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8A9D9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363091" y="3995927"/>
              <a:ext cx="4686299" cy="909827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041015" y="4901183"/>
              <a:ext cx="2642616" cy="4572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6077591" y="4908041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DDE7E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239647" y="4901183"/>
              <a:ext cx="4924044" cy="73151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6146171" y="4940045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D5D5D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6086735" y="4972049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DDDCD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6159887" y="4994909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E0E6E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239647" y="4969763"/>
              <a:ext cx="4956047" cy="73151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5789555" y="5040629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CACAC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" name="object 3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212215" y="5038343"/>
              <a:ext cx="4974335" cy="146304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803271" y="5180075"/>
              <a:ext cx="91439" cy="9144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803271" y="5184647"/>
              <a:ext cx="86867" cy="9143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5885567" y="5191505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B3B1B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788287" y="5180075"/>
              <a:ext cx="4293108" cy="109727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830703" y="5239511"/>
              <a:ext cx="68579" cy="27432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5798699" y="5260085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B2B1B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798699" y="5264657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B9B9B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835275" y="5264657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C8D4D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798699" y="5269229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B1B1B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835275" y="5269229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C7D5D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9063107" y="5287517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4572">
              <a:solidFill>
                <a:srgbClr val="7A898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" name="object 45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331087" y="5184647"/>
              <a:ext cx="4201668" cy="214883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8711063" y="5289803"/>
              <a:ext cx="342900" cy="105155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358519" y="5385816"/>
              <a:ext cx="4608575" cy="155447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445387" y="5522975"/>
              <a:ext cx="4503419" cy="237743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509395" y="5737860"/>
              <a:ext cx="3758183" cy="928114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307477" y="5378196"/>
              <a:ext cx="2447543" cy="376427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307477" y="4692396"/>
              <a:ext cx="2447543" cy="376427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1307477" y="4692396"/>
              <a:ext cx="2447925" cy="376555"/>
            </a:xfrm>
            <a:custGeom>
              <a:avLst/>
              <a:gdLst/>
              <a:ahLst/>
              <a:cxnLst/>
              <a:rect l="l" t="t" r="r" b="b"/>
              <a:pathLst>
                <a:path w="2447925" h="376554">
                  <a:moveTo>
                    <a:pt x="0" y="0"/>
                  </a:moveTo>
                  <a:lnTo>
                    <a:pt x="0" y="376427"/>
                  </a:lnTo>
                  <a:lnTo>
                    <a:pt x="2447543" y="376427"/>
                  </a:lnTo>
                  <a:lnTo>
                    <a:pt x="2447543" y="0"/>
                  </a:lnTo>
                  <a:lnTo>
                    <a:pt x="0" y="0"/>
                  </a:lnTo>
                  <a:close/>
                </a:path>
              </a:pathLst>
            </a:custGeom>
            <a:ln w="952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" name="object 53"/>
          <p:cNvSpPr txBox="1"/>
          <p:nvPr/>
        </p:nvSpPr>
        <p:spPr>
          <a:xfrm>
            <a:off x="1113374" y="4867923"/>
            <a:ext cx="2084516" cy="286557"/>
          </a:xfrm>
          <a:prstGeom prst="rect">
            <a:avLst/>
          </a:prstGeom>
          <a:ln w="9525">
            <a:solidFill>
              <a:srgbClr val="FF0000"/>
            </a:solidFill>
          </a:ln>
        </p:spPr>
        <p:txBody>
          <a:bodyPr vert="horz" wrap="square" lIns="0" tIns="39946" rIns="0" bIns="0" rtlCol="0">
            <a:spAutoFit/>
          </a:bodyPr>
          <a:lstStyle/>
          <a:p>
            <a:pPr marL="1100722">
              <a:spcBef>
                <a:spcPts val="315"/>
              </a:spcBef>
            </a:pPr>
            <a:r>
              <a:rPr sz="1600" b="1" spc="-4" dirty="0">
                <a:solidFill>
                  <a:srgbClr val="FF0000"/>
                </a:solidFill>
                <a:latin typeface="Arial"/>
                <a:cs typeface="Arial"/>
              </a:rPr>
              <a:t>Барботер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54" name="object 54"/>
          <p:cNvGrpSpPr/>
          <p:nvPr/>
        </p:nvGrpSpPr>
        <p:grpSpPr>
          <a:xfrm>
            <a:off x="1109319" y="2522932"/>
            <a:ext cx="2092627" cy="1517921"/>
            <a:chOff x="1302715" y="2787395"/>
            <a:chExt cx="2457450" cy="1677035"/>
          </a:xfrm>
        </p:grpSpPr>
        <p:pic>
          <p:nvPicPr>
            <p:cNvPr id="55" name="object 55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307477" y="4082795"/>
              <a:ext cx="2447543" cy="376427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1307477" y="4082795"/>
              <a:ext cx="2447925" cy="376555"/>
            </a:xfrm>
            <a:custGeom>
              <a:avLst/>
              <a:gdLst/>
              <a:ahLst/>
              <a:cxnLst/>
              <a:rect l="l" t="t" r="r" b="b"/>
              <a:pathLst>
                <a:path w="2447925" h="376554">
                  <a:moveTo>
                    <a:pt x="0" y="0"/>
                  </a:moveTo>
                  <a:lnTo>
                    <a:pt x="0" y="376427"/>
                  </a:lnTo>
                  <a:lnTo>
                    <a:pt x="2447543" y="376427"/>
                  </a:lnTo>
                  <a:lnTo>
                    <a:pt x="2447543" y="0"/>
                  </a:lnTo>
                  <a:lnTo>
                    <a:pt x="0" y="0"/>
                  </a:lnTo>
                  <a:close/>
                </a:path>
              </a:pathLst>
            </a:custGeom>
            <a:ln w="952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7" name="object 57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307477" y="2787395"/>
              <a:ext cx="2447543" cy="376427"/>
            </a:xfrm>
            <a:prstGeom prst="rect">
              <a:avLst/>
            </a:prstGeom>
          </p:spPr>
        </p:pic>
      </p:grpSp>
      <p:sp>
        <p:nvSpPr>
          <p:cNvPr id="58" name="object 58"/>
          <p:cNvSpPr txBox="1"/>
          <p:nvPr/>
        </p:nvSpPr>
        <p:spPr>
          <a:xfrm>
            <a:off x="1113374" y="2522932"/>
            <a:ext cx="2084516" cy="286556"/>
          </a:xfrm>
          <a:prstGeom prst="rect">
            <a:avLst/>
          </a:prstGeom>
          <a:ln w="9525">
            <a:solidFill>
              <a:srgbClr val="FF0000"/>
            </a:solidFill>
          </a:ln>
        </p:spPr>
        <p:txBody>
          <a:bodyPr vert="horz" wrap="square" lIns="0" tIns="39945" rIns="0" bIns="0" rtlCol="0">
            <a:spAutoFit/>
          </a:bodyPr>
          <a:lstStyle/>
          <a:p>
            <a:pPr marL="593635">
              <a:spcBef>
                <a:spcPts val="314"/>
              </a:spcBef>
            </a:pPr>
            <a:r>
              <a:rPr sz="1600" b="1" spc="-4" dirty="0">
                <a:solidFill>
                  <a:srgbClr val="FF0000"/>
                </a:solidFill>
                <a:latin typeface="Arial"/>
                <a:cs typeface="Arial"/>
              </a:rPr>
              <a:t>Емкость</a:t>
            </a:r>
            <a:r>
              <a:rPr sz="1600" b="1" spc="-22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600" b="1" spc="-4" dirty="0">
                <a:solidFill>
                  <a:srgbClr val="FF0000"/>
                </a:solidFill>
                <a:latin typeface="Arial"/>
                <a:cs typeface="Arial"/>
              </a:rPr>
              <a:t>САОЗ</a:t>
            </a:r>
            <a:endParaRPr sz="1600">
              <a:latin typeface="Arial"/>
              <a:cs typeface="Arial"/>
            </a:endParaRPr>
          </a:p>
        </p:txBody>
      </p:sp>
      <p:pic>
        <p:nvPicPr>
          <p:cNvPr id="59" name="object 59"/>
          <p:cNvPicPr/>
          <p:nvPr/>
        </p:nvPicPr>
        <p:blipFill>
          <a:blip r:embed="rId29" cstate="print"/>
          <a:stretch>
            <a:fillRect/>
          </a:stretch>
        </p:blipFill>
        <p:spPr>
          <a:xfrm>
            <a:off x="1113375" y="1626318"/>
            <a:ext cx="2084190" cy="589006"/>
          </a:xfrm>
          <a:prstGeom prst="rect">
            <a:avLst/>
          </a:prstGeom>
        </p:spPr>
      </p:pic>
      <p:sp>
        <p:nvSpPr>
          <p:cNvPr id="60" name="object 60"/>
          <p:cNvSpPr txBox="1"/>
          <p:nvPr/>
        </p:nvSpPr>
        <p:spPr>
          <a:xfrm>
            <a:off x="1113374" y="1626319"/>
            <a:ext cx="2084516" cy="1025220"/>
          </a:xfrm>
          <a:prstGeom prst="rect">
            <a:avLst/>
          </a:prstGeom>
          <a:ln w="9525">
            <a:solidFill>
              <a:srgbClr val="FF0000"/>
            </a:solidFill>
          </a:ln>
        </p:spPr>
        <p:txBody>
          <a:bodyPr vert="horz" wrap="square" lIns="0" tIns="39945" rIns="0" bIns="0" rtlCol="0">
            <a:spAutoFit/>
          </a:bodyPr>
          <a:lstStyle/>
          <a:p>
            <a:pPr marL="1096839" marR="78227" indent="-351743">
              <a:spcBef>
                <a:spcPts val="314"/>
              </a:spcBef>
            </a:pPr>
            <a:r>
              <a:rPr sz="1600" b="1" dirty="0">
                <a:solidFill>
                  <a:srgbClr val="FF0000"/>
                </a:solidFill>
                <a:latin typeface="Arial"/>
                <a:cs typeface="Arial"/>
              </a:rPr>
              <a:t>Ко</a:t>
            </a:r>
            <a:r>
              <a:rPr sz="1600" b="1" spc="-4" dirty="0">
                <a:solidFill>
                  <a:srgbClr val="FF0000"/>
                </a:solidFill>
                <a:latin typeface="Arial"/>
                <a:cs typeface="Arial"/>
              </a:rPr>
              <a:t>м</a:t>
            </a:r>
            <a:r>
              <a:rPr sz="1600" b="1" dirty="0">
                <a:solidFill>
                  <a:srgbClr val="FF0000"/>
                </a:solidFill>
                <a:latin typeface="Arial"/>
                <a:cs typeface="Arial"/>
              </a:rPr>
              <a:t>п</a:t>
            </a:r>
            <a:r>
              <a:rPr sz="1600" b="1" spc="-4" dirty="0">
                <a:solidFill>
                  <a:srgbClr val="FF0000"/>
                </a:solidFill>
                <a:latin typeface="Arial"/>
                <a:cs typeface="Arial"/>
              </a:rPr>
              <a:t>е</a:t>
            </a:r>
            <a:r>
              <a:rPr sz="1600" b="1" dirty="0">
                <a:solidFill>
                  <a:srgbClr val="FF0000"/>
                </a:solidFill>
                <a:latin typeface="Arial"/>
                <a:cs typeface="Arial"/>
              </a:rPr>
              <a:t>н</a:t>
            </a:r>
            <a:r>
              <a:rPr sz="1600" b="1" spc="-4" dirty="0">
                <a:solidFill>
                  <a:srgbClr val="FF0000"/>
                </a:solidFill>
                <a:latin typeface="Arial"/>
                <a:cs typeface="Arial"/>
              </a:rPr>
              <a:t>с</a:t>
            </a:r>
            <a:r>
              <a:rPr sz="1600" b="1" spc="4" dirty="0">
                <a:solidFill>
                  <a:srgbClr val="FF0000"/>
                </a:solidFill>
                <a:latin typeface="Arial"/>
                <a:cs typeface="Arial"/>
              </a:rPr>
              <a:t>а</a:t>
            </a:r>
            <a:r>
              <a:rPr sz="1600" b="1" spc="-17" dirty="0">
                <a:solidFill>
                  <a:srgbClr val="FF0000"/>
                </a:solidFill>
                <a:latin typeface="Arial"/>
                <a:cs typeface="Arial"/>
              </a:rPr>
              <a:t>т</a:t>
            </a:r>
            <a:r>
              <a:rPr sz="1600" b="1" dirty="0">
                <a:solidFill>
                  <a:srgbClr val="FF0000"/>
                </a:solidFill>
                <a:latin typeface="Arial"/>
                <a:cs typeface="Arial"/>
              </a:rPr>
              <a:t>ор  </a:t>
            </a:r>
            <a:r>
              <a:rPr sz="1600" b="1" spc="-4" dirty="0">
                <a:solidFill>
                  <a:srgbClr val="FF0000"/>
                </a:solidFill>
                <a:latin typeface="Arial"/>
                <a:cs typeface="Arial"/>
              </a:rPr>
              <a:t>давления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61" name="object 61"/>
          <p:cNvGrpSpPr/>
          <p:nvPr/>
        </p:nvGrpSpPr>
        <p:grpSpPr>
          <a:xfrm>
            <a:off x="1109319" y="3139354"/>
            <a:ext cx="2092627" cy="349449"/>
            <a:chOff x="1302715" y="3468433"/>
            <a:chExt cx="2457450" cy="386080"/>
          </a:xfrm>
        </p:grpSpPr>
        <p:pic>
          <p:nvPicPr>
            <p:cNvPr id="62" name="object 62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307477" y="3473196"/>
              <a:ext cx="2447543" cy="376427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1307477" y="3473196"/>
              <a:ext cx="2447925" cy="376555"/>
            </a:xfrm>
            <a:custGeom>
              <a:avLst/>
              <a:gdLst/>
              <a:ahLst/>
              <a:cxnLst/>
              <a:rect l="l" t="t" r="r" b="b"/>
              <a:pathLst>
                <a:path w="2447925" h="376554">
                  <a:moveTo>
                    <a:pt x="0" y="0"/>
                  </a:moveTo>
                  <a:lnTo>
                    <a:pt x="0" y="376427"/>
                  </a:lnTo>
                  <a:lnTo>
                    <a:pt x="2447543" y="376427"/>
                  </a:lnTo>
                  <a:lnTo>
                    <a:pt x="2447543" y="0"/>
                  </a:lnTo>
                  <a:lnTo>
                    <a:pt x="0" y="0"/>
                  </a:lnTo>
                  <a:close/>
                </a:path>
              </a:pathLst>
            </a:custGeom>
            <a:ln w="952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4" name="object 64"/>
          <p:cNvSpPr txBox="1"/>
          <p:nvPr/>
        </p:nvSpPr>
        <p:spPr>
          <a:xfrm>
            <a:off x="1641122" y="3173551"/>
            <a:ext cx="1489712" cy="1857864"/>
          </a:xfrm>
          <a:prstGeom prst="rect">
            <a:avLst/>
          </a:prstGeom>
        </p:spPr>
        <p:txBody>
          <a:bodyPr vert="horz" wrap="square" lIns="0" tIns="11096" rIns="0" bIns="0" rtlCol="0">
            <a:spAutoFit/>
          </a:bodyPr>
          <a:lstStyle/>
          <a:p>
            <a:pPr marR="9432" algn="r">
              <a:spcBef>
                <a:spcPts val="87"/>
              </a:spcBef>
            </a:pPr>
            <a:r>
              <a:rPr sz="1600" b="1" spc="-4" dirty="0">
                <a:solidFill>
                  <a:srgbClr val="FF0000"/>
                </a:solidFill>
                <a:latin typeface="Arial"/>
                <a:cs typeface="Arial"/>
              </a:rPr>
              <a:t>Парогенератор</a:t>
            </a:r>
            <a:endParaRPr sz="1600">
              <a:latin typeface="Arial"/>
              <a:cs typeface="Arial"/>
            </a:endParaRPr>
          </a:p>
          <a:p>
            <a:pPr>
              <a:spcBef>
                <a:spcPts val="44"/>
              </a:spcBef>
            </a:pPr>
            <a:endParaRPr sz="2000">
              <a:latin typeface="Arial"/>
              <a:cs typeface="Arial"/>
            </a:endParaRPr>
          </a:p>
          <a:p>
            <a:pPr marL="967016"/>
            <a:r>
              <a:rPr sz="1600" b="1" dirty="0">
                <a:solidFill>
                  <a:srgbClr val="FF0000"/>
                </a:solidFill>
                <a:latin typeface="Arial"/>
                <a:cs typeface="Arial"/>
              </a:rPr>
              <a:t>ГЦ</a:t>
            </a:r>
            <a:r>
              <a:rPr sz="1600" b="1" spc="13" dirty="0">
                <a:solidFill>
                  <a:srgbClr val="FF0000"/>
                </a:solidFill>
                <a:latin typeface="Arial"/>
                <a:cs typeface="Arial"/>
              </a:rPr>
              <a:t>Н</a:t>
            </a:r>
            <a:r>
              <a:rPr sz="1600" b="1" dirty="0">
                <a:solidFill>
                  <a:srgbClr val="FF0000"/>
                </a:solidFill>
                <a:latin typeface="Arial"/>
                <a:cs typeface="Arial"/>
              </a:rPr>
              <a:t>А</a:t>
            </a:r>
            <a:endParaRPr sz="1600">
              <a:latin typeface="Arial"/>
              <a:cs typeface="Arial"/>
            </a:endParaRPr>
          </a:p>
          <a:p>
            <a:pPr>
              <a:spcBef>
                <a:spcPts val="48"/>
              </a:spcBef>
            </a:pPr>
            <a:endParaRPr sz="2000">
              <a:latin typeface="Arial"/>
              <a:cs typeface="Arial"/>
            </a:endParaRPr>
          </a:p>
          <a:p>
            <a:pPr marR="9986" algn="r"/>
            <a:r>
              <a:rPr sz="1600" b="1" spc="-9" dirty="0">
                <a:solidFill>
                  <a:srgbClr val="FF0000"/>
                </a:solidFill>
                <a:latin typeface="Arial"/>
                <a:cs typeface="Arial"/>
              </a:rPr>
              <a:t>Реактор</a:t>
            </a:r>
            <a:endParaRPr sz="1600">
              <a:latin typeface="Arial"/>
              <a:cs typeface="Arial"/>
            </a:endParaRPr>
          </a:p>
        </p:txBody>
      </p:sp>
      <p:sp>
        <p:nvSpPr>
          <p:cNvPr id="65" name="object 65"/>
          <p:cNvSpPr/>
          <p:nvPr/>
        </p:nvSpPr>
        <p:spPr>
          <a:xfrm>
            <a:off x="1113374" y="2316022"/>
            <a:ext cx="5028793" cy="3487596"/>
          </a:xfrm>
          <a:custGeom>
            <a:avLst/>
            <a:gdLst/>
            <a:ahLst/>
            <a:cxnLst/>
            <a:rect l="l" t="t" r="r" b="b"/>
            <a:pathLst>
              <a:path w="5905500" h="3853179">
                <a:moveTo>
                  <a:pt x="0" y="2590800"/>
                </a:moveTo>
                <a:lnTo>
                  <a:pt x="2447543" y="2590800"/>
                </a:lnTo>
                <a:lnTo>
                  <a:pt x="5329428" y="3383279"/>
                </a:lnTo>
              </a:path>
              <a:path w="5905500" h="3853179">
                <a:moveTo>
                  <a:pt x="0" y="1371600"/>
                </a:moveTo>
                <a:lnTo>
                  <a:pt x="2447543" y="1371600"/>
                </a:lnTo>
                <a:lnTo>
                  <a:pt x="4177283" y="2019300"/>
                </a:lnTo>
              </a:path>
              <a:path w="5905500" h="3853179">
                <a:moveTo>
                  <a:pt x="0" y="0"/>
                </a:moveTo>
                <a:lnTo>
                  <a:pt x="2447543" y="0"/>
                </a:lnTo>
                <a:lnTo>
                  <a:pt x="5905500" y="1584959"/>
                </a:lnTo>
              </a:path>
              <a:path w="5905500" h="3853179">
                <a:moveTo>
                  <a:pt x="0" y="3276600"/>
                </a:moveTo>
                <a:lnTo>
                  <a:pt x="2447543" y="3276600"/>
                </a:lnTo>
                <a:lnTo>
                  <a:pt x="4608576" y="3852671"/>
                </a:lnTo>
              </a:path>
              <a:path w="5905500" h="3853179">
                <a:moveTo>
                  <a:pt x="0" y="685800"/>
                </a:moveTo>
                <a:lnTo>
                  <a:pt x="2447543" y="685800"/>
                </a:lnTo>
                <a:lnTo>
                  <a:pt x="3313176" y="1045464"/>
                </a:lnTo>
              </a:path>
              <a:path w="5905500" h="3853179">
                <a:moveTo>
                  <a:pt x="76200" y="1981200"/>
                </a:moveTo>
                <a:lnTo>
                  <a:pt x="2523743" y="1981200"/>
                </a:lnTo>
                <a:lnTo>
                  <a:pt x="3099816" y="2197608"/>
                </a:lnTo>
              </a:path>
            </a:pathLst>
          </a:custGeom>
          <a:ln w="12700">
            <a:solidFill>
              <a:srgbClr val="FF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 txBox="1">
            <a:spLocks noGrp="1"/>
          </p:cNvSpPr>
          <p:nvPr>
            <p:ph type="sldNum" sz="quarter" idx="7"/>
          </p:nvPr>
        </p:nvSpPr>
        <p:spPr>
          <a:xfrm>
            <a:off x="8495683" y="6408203"/>
            <a:ext cx="581025" cy="17953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3288">
              <a:lnSpc>
                <a:spcPts val="1442"/>
              </a:lnSpc>
            </a:pPr>
            <a:fld id="{81D60167-4931-47E6-BA6A-407CBD079E47}" type="slidenum">
              <a:rPr dirty="0"/>
              <a:pPr marL="33288">
                <a:lnSpc>
                  <a:spcPts val="1442"/>
                </a:lnSpc>
              </a:pPr>
              <a:t>11</a:t>
            </a:fld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46450556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004965" y="243970"/>
            <a:ext cx="4591685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b="1" spc="-10" dirty="0">
                <a:solidFill>
                  <a:srgbClr val="000065"/>
                </a:solidFill>
                <a:latin typeface="Arial"/>
                <a:cs typeface="Arial"/>
              </a:rPr>
              <a:t>Реакторное</a:t>
            </a:r>
            <a:r>
              <a:rPr b="1" spc="-190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b="1" spc="-10" dirty="0">
                <a:solidFill>
                  <a:srgbClr val="000065"/>
                </a:solidFill>
                <a:latin typeface="Arial"/>
                <a:cs typeface="Arial"/>
              </a:rPr>
              <a:t>отделение</a:t>
            </a:r>
          </a:p>
        </p:txBody>
      </p:sp>
      <p:grpSp>
        <p:nvGrpSpPr>
          <p:cNvPr id="3" name="object 3"/>
          <p:cNvGrpSpPr/>
          <p:nvPr/>
        </p:nvGrpSpPr>
        <p:grpSpPr>
          <a:xfrm>
            <a:off x="1980590" y="1203836"/>
            <a:ext cx="6956425" cy="5470525"/>
            <a:chOff x="1980590" y="1203836"/>
            <a:chExt cx="6956425" cy="547052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80590" y="1203836"/>
              <a:ext cx="4969002" cy="5470398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8866654" y="4254884"/>
              <a:ext cx="70485" cy="12065"/>
            </a:xfrm>
            <a:custGeom>
              <a:avLst/>
              <a:gdLst/>
              <a:ahLst/>
              <a:cxnLst/>
              <a:rect l="l" t="t" r="r" b="b"/>
              <a:pathLst>
                <a:path w="70484" h="12064">
                  <a:moveTo>
                    <a:pt x="70233" y="12061"/>
                  </a:moveTo>
                  <a:lnTo>
                    <a:pt x="70233" y="9013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70233" y="12061"/>
                  </a:lnTo>
                  <a:close/>
                </a:path>
              </a:pathLst>
            </a:custGeom>
            <a:solidFill>
              <a:srgbClr val="0D65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844467" y="4254884"/>
              <a:ext cx="92710" cy="15875"/>
            </a:xfrm>
            <a:custGeom>
              <a:avLst/>
              <a:gdLst/>
              <a:ahLst/>
              <a:cxnLst/>
              <a:rect l="l" t="t" r="r" b="b"/>
              <a:pathLst>
                <a:path w="92709" h="15875">
                  <a:moveTo>
                    <a:pt x="92420" y="15871"/>
                  </a:moveTo>
                  <a:lnTo>
                    <a:pt x="92420" y="12061"/>
                  </a:lnTo>
                  <a:lnTo>
                    <a:pt x="22186" y="0"/>
                  </a:lnTo>
                  <a:lnTo>
                    <a:pt x="0" y="0"/>
                  </a:lnTo>
                  <a:lnTo>
                    <a:pt x="92420" y="15871"/>
                  </a:lnTo>
                  <a:close/>
                </a:path>
              </a:pathLst>
            </a:custGeom>
            <a:solidFill>
              <a:srgbClr val="0F67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826718" y="4254884"/>
              <a:ext cx="110489" cy="19050"/>
            </a:xfrm>
            <a:custGeom>
              <a:avLst/>
              <a:gdLst/>
              <a:ahLst/>
              <a:cxnLst/>
              <a:rect l="l" t="t" r="r" b="b"/>
              <a:pathLst>
                <a:path w="110490" h="19050">
                  <a:moveTo>
                    <a:pt x="110169" y="18919"/>
                  </a:moveTo>
                  <a:lnTo>
                    <a:pt x="110169" y="15871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10169" y="18919"/>
                  </a:lnTo>
                  <a:close/>
                </a:path>
              </a:pathLst>
            </a:custGeom>
            <a:solidFill>
              <a:srgbClr val="1167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8808968" y="4254884"/>
              <a:ext cx="128270" cy="22225"/>
            </a:xfrm>
            <a:custGeom>
              <a:avLst/>
              <a:gdLst/>
              <a:ahLst/>
              <a:cxnLst/>
              <a:rect l="l" t="t" r="r" b="b"/>
              <a:pathLst>
                <a:path w="128270" h="22225">
                  <a:moveTo>
                    <a:pt x="127919" y="21967"/>
                  </a:moveTo>
                  <a:lnTo>
                    <a:pt x="127919" y="18919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27919" y="21967"/>
                  </a:lnTo>
                  <a:close/>
                </a:path>
              </a:pathLst>
            </a:custGeom>
            <a:solidFill>
              <a:srgbClr val="1367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8791220" y="4254884"/>
              <a:ext cx="146050" cy="25400"/>
            </a:xfrm>
            <a:custGeom>
              <a:avLst/>
              <a:gdLst/>
              <a:ahLst/>
              <a:cxnLst/>
              <a:rect l="l" t="t" r="r" b="b"/>
              <a:pathLst>
                <a:path w="146050" h="25400">
                  <a:moveTo>
                    <a:pt x="145667" y="25015"/>
                  </a:moveTo>
                  <a:lnTo>
                    <a:pt x="145667" y="21967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45667" y="25015"/>
                  </a:lnTo>
                  <a:close/>
                </a:path>
              </a:pathLst>
            </a:custGeom>
            <a:solidFill>
              <a:srgbClr val="1567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8773471" y="4254884"/>
              <a:ext cx="163830" cy="28575"/>
            </a:xfrm>
            <a:custGeom>
              <a:avLst/>
              <a:gdLst/>
              <a:ahLst/>
              <a:cxnLst/>
              <a:rect l="l" t="t" r="r" b="b"/>
              <a:pathLst>
                <a:path w="163829" h="28575">
                  <a:moveTo>
                    <a:pt x="163417" y="28063"/>
                  </a:moveTo>
                  <a:lnTo>
                    <a:pt x="163417" y="25015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63417" y="28063"/>
                  </a:lnTo>
                  <a:close/>
                </a:path>
              </a:pathLst>
            </a:custGeom>
            <a:solidFill>
              <a:srgbClr val="1668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8755722" y="4254884"/>
              <a:ext cx="181610" cy="31115"/>
            </a:xfrm>
            <a:custGeom>
              <a:avLst/>
              <a:gdLst/>
              <a:ahLst/>
              <a:cxnLst/>
              <a:rect l="l" t="t" r="r" b="b"/>
              <a:pathLst>
                <a:path w="181609" h="31114">
                  <a:moveTo>
                    <a:pt x="181165" y="31111"/>
                  </a:moveTo>
                  <a:lnTo>
                    <a:pt x="181165" y="28063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81165" y="31111"/>
                  </a:lnTo>
                  <a:close/>
                </a:path>
              </a:pathLst>
            </a:custGeom>
            <a:solidFill>
              <a:srgbClr val="1868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8737973" y="4254884"/>
              <a:ext cx="199390" cy="34290"/>
            </a:xfrm>
            <a:custGeom>
              <a:avLst/>
              <a:gdLst/>
              <a:ahLst/>
              <a:cxnLst/>
              <a:rect l="l" t="t" r="r" b="b"/>
              <a:pathLst>
                <a:path w="199390" h="34289">
                  <a:moveTo>
                    <a:pt x="198914" y="34159"/>
                  </a:moveTo>
                  <a:lnTo>
                    <a:pt x="198914" y="31111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98914" y="34159"/>
                  </a:lnTo>
                  <a:close/>
                </a:path>
              </a:pathLst>
            </a:custGeom>
            <a:solidFill>
              <a:srgbClr val="1968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8720223" y="4254884"/>
              <a:ext cx="217170" cy="37465"/>
            </a:xfrm>
            <a:custGeom>
              <a:avLst/>
              <a:gdLst/>
              <a:ahLst/>
              <a:cxnLst/>
              <a:rect l="l" t="t" r="r" b="b"/>
              <a:pathLst>
                <a:path w="217170" h="37464">
                  <a:moveTo>
                    <a:pt x="216664" y="37207"/>
                  </a:moveTo>
                  <a:lnTo>
                    <a:pt x="216664" y="34159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216664" y="37207"/>
                  </a:lnTo>
                  <a:close/>
                </a:path>
              </a:pathLst>
            </a:custGeom>
            <a:solidFill>
              <a:srgbClr val="1B69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02475" y="4254884"/>
              <a:ext cx="234950" cy="40640"/>
            </a:xfrm>
            <a:custGeom>
              <a:avLst/>
              <a:gdLst/>
              <a:ahLst/>
              <a:cxnLst/>
              <a:rect l="l" t="t" r="r" b="b"/>
              <a:pathLst>
                <a:path w="234950" h="40639">
                  <a:moveTo>
                    <a:pt x="234412" y="40255"/>
                  </a:moveTo>
                  <a:lnTo>
                    <a:pt x="234412" y="37207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234412" y="40255"/>
                  </a:lnTo>
                  <a:close/>
                </a:path>
              </a:pathLst>
            </a:custGeom>
            <a:solidFill>
              <a:srgbClr val="1C69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680288" y="4254884"/>
              <a:ext cx="257175" cy="44450"/>
            </a:xfrm>
            <a:custGeom>
              <a:avLst/>
              <a:gdLst/>
              <a:ahLst/>
              <a:cxnLst/>
              <a:rect l="l" t="t" r="r" b="b"/>
              <a:pathLst>
                <a:path w="257175" h="44450">
                  <a:moveTo>
                    <a:pt x="256599" y="44065"/>
                  </a:moveTo>
                  <a:lnTo>
                    <a:pt x="256599" y="40255"/>
                  </a:lnTo>
                  <a:lnTo>
                    <a:pt x="22186" y="0"/>
                  </a:lnTo>
                  <a:lnTo>
                    <a:pt x="0" y="0"/>
                  </a:lnTo>
                  <a:lnTo>
                    <a:pt x="256599" y="44065"/>
                  </a:lnTo>
                  <a:close/>
                </a:path>
              </a:pathLst>
            </a:custGeom>
            <a:solidFill>
              <a:srgbClr val="1E69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8662539" y="4254884"/>
              <a:ext cx="274955" cy="47625"/>
            </a:xfrm>
            <a:custGeom>
              <a:avLst/>
              <a:gdLst/>
              <a:ahLst/>
              <a:cxnLst/>
              <a:rect l="l" t="t" r="r" b="b"/>
              <a:pathLst>
                <a:path w="274954" h="47625">
                  <a:moveTo>
                    <a:pt x="274348" y="47113"/>
                  </a:moveTo>
                  <a:lnTo>
                    <a:pt x="274348" y="44065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274348" y="47113"/>
                  </a:lnTo>
                  <a:close/>
                </a:path>
              </a:pathLst>
            </a:custGeom>
            <a:solidFill>
              <a:srgbClr val="1F6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8644790" y="4254884"/>
              <a:ext cx="292100" cy="50165"/>
            </a:xfrm>
            <a:custGeom>
              <a:avLst/>
              <a:gdLst/>
              <a:ahLst/>
              <a:cxnLst/>
              <a:rect l="l" t="t" r="r" b="b"/>
              <a:pathLst>
                <a:path w="292100" h="50164">
                  <a:moveTo>
                    <a:pt x="292097" y="50161"/>
                  </a:moveTo>
                  <a:lnTo>
                    <a:pt x="292097" y="47113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292097" y="50161"/>
                  </a:lnTo>
                  <a:close/>
                </a:path>
              </a:pathLst>
            </a:custGeom>
            <a:solidFill>
              <a:srgbClr val="216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8627041" y="4254884"/>
              <a:ext cx="309880" cy="53340"/>
            </a:xfrm>
            <a:custGeom>
              <a:avLst/>
              <a:gdLst/>
              <a:ahLst/>
              <a:cxnLst/>
              <a:rect l="l" t="t" r="r" b="b"/>
              <a:pathLst>
                <a:path w="309879" h="53339">
                  <a:moveTo>
                    <a:pt x="309846" y="53209"/>
                  </a:moveTo>
                  <a:lnTo>
                    <a:pt x="309846" y="50161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309846" y="53209"/>
                  </a:lnTo>
                  <a:close/>
                </a:path>
              </a:pathLst>
            </a:custGeom>
            <a:solidFill>
              <a:srgbClr val="226A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8609291" y="4254884"/>
              <a:ext cx="327660" cy="56515"/>
            </a:xfrm>
            <a:custGeom>
              <a:avLst/>
              <a:gdLst/>
              <a:ahLst/>
              <a:cxnLst/>
              <a:rect l="l" t="t" r="r" b="b"/>
              <a:pathLst>
                <a:path w="327659" h="56514">
                  <a:moveTo>
                    <a:pt x="327596" y="56257"/>
                  </a:moveTo>
                  <a:lnTo>
                    <a:pt x="327596" y="53209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327596" y="56257"/>
                  </a:lnTo>
                  <a:close/>
                </a:path>
              </a:pathLst>
            </a:custGeom>
            <a:solidFill>
              <a:srgbClr val="236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8591543" y="4254884"/>
              <a:ext cx="345440" cy="59690"/>
            </a:xfrm>
            <a:custGeom>
              <a:avLst/>
              <a:gdLst/>
              <a:ahLst/>
              <a:cxnLst/>
              <a:rect l="l" t="t" r="r" b="b"/>
              <a:pathLst>
                <a:path w="345440" h="59689">
                  <a:moveTo>
                    <a:pt x="345344" y="59305"/>
                  </a:moveTo>
                  <a:lnTo>
                    <a:pt x="345344" y="56257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345344" y="59305"/>
                  </a:lnTo>
                  <a:close/>
                </a:path>
              </a:pathLst>
            </a:custGeom>
            <a:solidFill>
              <a:srgbClr val="256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8573794" y="4254884"/>
              <a:ext cx="363220" cy="62865"/>
            </a:xfrm>
            <a:custGeom>
              <a:avLst/>
              <a:gdLst/>
              <a:ahLst/>
              <a:cxnLst/>
              <a:rect l="l" t="t" r="r" b="b"/>
              <a:pathLst>
                <a:path w="363220" h="62864">
                  <a:moveTo>
                    <a:pt x="363094" y="62353"/>
                  </a:moveTo>
                  <a:lnTo>
                    <a:pt x="363094" y="59305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363094" y="62353"/>
                  </a:lnTo>
                  <a:close/>
                </a:path>
              </a:pathLst>
            </a:custGeom>
            <a:solidFill>
              <a:srgbClr val="266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8556044" y="4254884"/>
              <a:ext cx="381000" cy="65405"/>
            </a:xfrm>
            <a:custGeom>
              <a:avLst/>
              <a:gdLst/>
              <a:ahLst/>
              <a:cxnLst/>
              <a:rect l="l" t="t" r="r" b="b"/>
              <a:pathLst>
                <a:path w="381000" h="65404">
                  <a:moveTo>
                    <a:pt x="380843" y="65401"/>
                  </a:moveTo>
                  <a:lnTo>
                    <a:pt x="380843" y="62353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380843" y="65401"/>
                  </a:lnTo>
                  <a:close/>
                </a:path>
              </a:pathLst>
            </a:custGeom>
            <a:solidFill>
              <a:srgbClr val="276C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8538296" y="4254884"/>
              <a:ext cx="398780" cy="68580"/>
            </a:xfrm>
            <a:custGeom>
              <a:avLst/>
              <a:gdLst/>
              <a:ahLst/>
              <a:cxnLst/>
              <a:rect l="l" t="t" r="r" b="b"/>
              <a:pathLst>
                <a:path w="398779" h="68579">
                  <a:moveTo>
                    <a:pt x="398592" y="68449"/>
                  </a:moveTo>
                  <a:lnTo>
                    <a:pt x="398592" y="65401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398592" y="68449"/>
                  </a:lnTo>
                  <a:close/>
                </a:path>
              </a:pathLst>
            </a:custGeom>
            <a:solidFill>
              <a:srgbClr val="286C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8516109" y="4254884"/>
              <a:ext cx="421005" cy="72390"/>
            </a:xfrm>
            <a:custGeom>
              <a:avLst/>
              <a:gdLst/>
              <a:ahLst/>
              <a:cxnLst/>
              <a:rect l="l" t="t" r="r" b="b"/>
              <a:pathLst>
                <a:path w="421004" h="72389">
                  <a:moveTo>
                    <a:pt x="420778" y="72259"/>
                  </a:moveTo>
                  <a:lnTo>
                    <a:pt x="420778" y="68449"/>
                  </a:lnTo>
                  <a:lnTo>
                    <a:pt x="22186" y="0"/>
                  </a:lnTo>
                  <a:lnTo>
                    <a:pt x="0" y="0"/>
                  </a:lnTo>
                  <a:lnTo>
                    <a:pt x="420778" y="72259"/>
                  </a:lnTo>
                  <a:close/>
                </a:path>
              </a:pathLst>
            </a:custGeom>
            <a:solidFill>
              <a:srgbClr val="2A6D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8498359" y="4254884"/>
              <a:ext cx="438784" cy="75565"/>
            </a:xfrm>
            <a:custGeom>
              <a:avLst/>
              <a:gdLst/>
              <a:ahLst/>
              <a:cxnLst/>
              <a:rect l="l" t="t" r="r" b="b"/>
              <a:pathLst>
                <a:path w="438784" h="75564">
                  <a:moveTo>
                    <a:pt x="438528" y="75307"/>
                  </a:moveTo>
                  <a:lnTo>
                    <a:pt x="438528" y="72259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438528" y="75307"/>
                  </a:lnTo>
                  <a:close/>
                </a:path>
              </a:pathLst>
            </a:custGeom>
            <a:solidFill>
              <a:srgbClr val="2B6D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8480611" y="4254884"/>
              <a:ext cx="456565" cy="78740"/>
            </a:xfrm>
            <a:custGeom>
              <a:avLst/>
              <a:gdLst/>
              <a:ahLst/>
              <a:cxnLst/>
              <a:rect l="l" t="t" r="r" b="b"/>
              <a:pathLst>
                <a:path w="456565" h="78739">
                  <a:moveTo>
                    <a:pt x="456276" y="78355"/>
                  </a:moveTo>
                  <a:lnTo>
                    <a:pt x="456276" y="75307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456276" y="78355"/>
                  </a:lnTo>
                  <a:close/>
                </a:path>
              </a:pathLst>
            </a:custGeom>
            <a:solidFill>
              <a:srgbClr val="2C6D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8462862" y="4254884"/>
              <a:ext cx="474345" cy="81915"/>
            </a:xfrm>
            <a:custGeom>
              <a:avLst/>
              <a:gdLst/>
              <a:ahLst/>
              <a:cxnLst/>
              <a:rect l="l" t="t" r="r" b="b"/>
              <a:pathLst>
                <a:path w="474345" h="81914">
                  <a:moveTo>
                    <a:pt x="474026" y="81403"/>
                  </a:moveTo>
                  <a:lnTo>
                    <a:pt x="474026" y="78355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474026" y="81403"/>
                  </a:lnTo>
                  <a:close/>
                </a:path>
              </a:pathLst>
            </a:custGeom>
            <a:solidFill>
              <a:srgbClr val="2E6E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8445112" y="4254884"/>
              <a:ext cx="492125" cy="84455"/>
            </a:xfrm>
            <a:custGeom>
              <a:avLst/>
              <a:gdLst/>
              <a:ahLst/>
              <a:cxnLst/>
              <a:rect l="l" t="t" r="r" b="b"/>
              <a:pathLst>
                <a:path w="492125" h="84454">
                  <a:moveTo>
                    <a:pt x="491775" y="84451"/>
                  </a:moveTo>
                  <a:lnTo>
                    <a:pt x="491775" y="81403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491775" y="84451"/>
                  </a:lnTo>
                  <a:close/>
                </a:path>
              </a:pathLst>
            </a:custGeom>
            <a:solidFill>
              <a:srgbClr val="2F6E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427364" y="4254884"/>
              <a:ext cx="509905" cy="87630"/>
            </a:xfrm>
            <a:custGeom>
              <a:avLst/>
              <a:gdLst/>
              <a:ahLst/>
              <a:cxnLst/>
              <a:rect l="l" t="t" r="r" b="b"/>
              <a:pathLst>
                <a:path w="509904" h="87629">
                  <a:moveTo>
                    <a:pt x="509523" y="87499"/>
                  </a:moveTo>
                  <a:lnTo>
                    <a:pt x="509523" y="84451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509523" y="87499"/>
                  </a:lnTo>
                  <a:close/>
                </a:path>
              </a:pathLst>
            </a:custGeom>
            <a:solidFill>
              <a:srgbClr val="306F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8409614" y="4254884"/>
              <a:ext cx="527685" cy="90805"/>
            </a:xfrm>
            <a:custGeom>
              <a:avLst/>
              <a:gdLst/>
              <a:ahLst/>
              <a:cxnLst/>
              <a:rect l="l" t="t" r="r" b="b"/>
              <a:pathLst>
                <a:path w="527684" h="90804">
                  <a:moveTo>
                    <a:pt x="527273" y="90547"/>
                  </a:moveTo>
                  <a:lnTo>
                    <a:pt x="527273" y="87499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527273" y="90547"/>
                  </a:lnTo>
                  <a:close/>
                </a:path>
              </a:pathLst>
            </a:custGeom>
            <a:solidFill>
              <a:srgbClr val="316F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8391865" y="4254884"/>
              <a:ext cx="545465" cy="93980"/>
            </a:xfrm>
            <a:custGeom>
              <a:avLst/>
              <a:gdLst/>
              <a:ahLst/>
              <a:cxnLst/>
              <a:rect l="l" t="t" r="r" b="b"/>
              <a:pathLst>
                <a:path w="545465" h="93979">
                  <a:moveTo>
                    <a:pt x="545022" y="93595"/>
                  </a:moveTo>
                  <a:lnTo>
                    <a:pt x="545022" y="90547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545022" y="93595"/>
                  </a:lnTo>
                  <a:close/>
                </a:path>
              </a:pathLst>
            </a:custGeom>
            <a:solidFill>
              <a:srgbClr val="3370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8374116" y="4254884"/>
              <a:ext cx="563245" cy="97155"/>
            </a:xfrm>
            <a:custGeom>
              <a:avLst/>
              <a:gdLst/>
              <a:ahLst/>
              <a:cxnLst/>
              <a:rect l="l" t="t" r="r" b="b"/>
              <a:pathLst>
                <a:path w="563245" h="97154">
                  <a:moveTo>
                    <a:pt x="562771" y="96643"/>
                  </a:moveTo>
                  <a:lnTo>
                    <a:pt x="562771" y="93595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562771" y="96643"/>
                  </a:lnTo>
                  <a:close/>
                </a:path>
              </a:pathLst>
            </a:custGeom>
            <a:solidFill>
              <a:srgbClr val="3470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8351930" y="4254884"/>
              <a:ext cx="585470" cy="100965"/>
            </a:xfrm>
            <a:custGeom>
              <a:avLst/>
              <a:gdLst/>
              <a:ahLst/>
              <a:cxnLst/>
              <a:rect l="l" t="t" r="r" b="b"/>
              <a:pathLst>
                <a:path w="585470" h="100964">
                  <a:moveTo>
                    <a:pt x="584958" y="100453"/>
                  </a:moveTo>
                  <a:lnTo>
                    <a:pt x="584958" y="96643"/>
                  </a:lnTo>
                  <a:lnTo>
                    <a:pt x="22186" y="0"/>
                  </a:lnTo>
                  <a:lnTo>
                    <a:pt x="0" y="0"/>
                  </a:lnTo>
                  <a:lnTo>
                    <a:pt x="584958" y="100453"/>
                  </a:lnTo>
                  <a:close/>
                </a:path>
              </a:pathLst>
            </a:custGeom>
            <a:solidFill>
              <a:srgbClr val="3570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8334180" y="4254884"/>
              <a:ext cx="603250" cy="103505"/>
            </a:xfrm>
            <a:custGeom>
              <a:avLst/>
              <a:gdLst/>
              <a:ahLst/>
              <a:cxnLst/>
              <a:rect l="l" t="t" r="r" b="b"/>
              <a:pathLst>
                <a:path w="603250" h="103504">
                  <a:moveTo>
                    <a:pt x="602707" y="103501"/>
                  </a:moveTo>
                  <a:lnTo>
                    <a:pt x="602707" y="100453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602707" y="103501"/>
                  </a:lnTo>
                  <a:close/>
                </a:path>
              </a:pathLst>
            </a:custGeom>
            <a:solidFill>
              <a:srgbClr val="3670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8316432" y="4254884"/>
              <a:ext cx="621030" cy="106680"/>
            </a:xfrm>
            <a:custGeom>
              <a:avLst/>
              <a:gdLst/>
              <a:ahLst/>
              <a:cxnLst/>
              <a:rect l="l" t="t" r="r" b="b"/>
              <a:pathLst>
                <a:path w="621029" h="106679">
                  <a:moveTo>
                    <a:pt x="620455" y="106549"/>
                  </a:moveTo>
                  <a:lnTo>
                    <a:pt x="620455" y="103501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620455" y="106549"/>
                  </a:lnTo>
                  <a:close/>
                </a:path>
              </a:pathLst>
            </a:custGeom>
            <a:solidFill>
              <a:srgbClr val="3871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8298682" y="4254884"/>
              <a:ext cx="638810" cy="109855"/>
            </a:xfrm>
            <a:custGeom>
              <a:avLst/>
              <a:gdLst/>
              <a:ahLst/>
              <a:cxnLst/>
              <a:rect l="l" t="t" r="r" b="b"/>
              <a:pathLst>
                <a:path w="638809" h="109854">
                  <a:moveTo>
                    <a:pt x="638205" y="109597"/>
                  </a:moveTo>
                  <a:lnTo>
                    <a:pt x="638205" y="106549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638205" y="109597"/>
                  </a:lnTo>
                  <a:close/>
                </a:path>
              </a:pathLst>
            </a:custGeom>
            <a:solidFill>
              <a:srgbClr val="3971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8280933" y="4254884"/>
              <a:ext cx="655955" cy="113030"/>
            </a:xfrm>
            <a:custGeom>
              <a:avLst/>
              <a:gdLst/>
              <a:ahLst/>
              <a:cxnLst/>
              <a:rect l="l" t="t" r="r" b="b"/>
              <a:pathLst>
                <a:path w="655954" h="113029">
                  <a:moveTo>
                    <a:pt x="655954" y="112645"/>
                  </a:moveTo>
                  <a:lnTo>
                    <a:pt x="655954" y="109597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655954" y="112645"/>
                  </a:lnTo>
                  <a:close/>
                </a:path>
              </a:pathLst>
            </a:custGeom>
            <a:solidFill>
              <a:srgbClr val="3A72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8263185" y="4254884"/>
              <a:ext cx="673735" cy="116205"/>
            </a:xfrm>
            <a:custGeom>
              <a:avLst/>
              <a:gdLst/>
              <a:ahLst/>
              <a:cxnLst/>
              <a:rect l="l" t="t" r="r" b="b"/>
              <a:pathLst>
                <a:path w="673734" h="116204">
                  <a:moveTo>
                    <a:pt x="673703" y="115693"/>
                  </a:moveTo>
                  <a:lnTo>
                    <a:pt x="673703" y="112645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673703" y="115693"/>
                  </a:lnTo>
                  <a:close/>
                </a:path>
              </a:pathLst>
            </a:custGeom>
            <a:solidFill>
              <a:srgbClr val="3B72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8245435" y="4254884"/>
              <a:ext cx="691515" cy="118745"/>
            </a:xfrm>
            <a:custGeom>
              <a:avLst/>
              <a:gdLst/>
              <a:ahLst/>
              <a:cxnLst/>
              <a:rect l="l" t="t" r="r" b="b"/>
              <a:pathLst>
                <a:path w="691515" h="118745">
                  <a:moveTo>
                    <a:pt x="691452" y="118741"/>
                  </a:moveTo>
                  <a:lnTo>
                    <a:pt x="691452" y="115693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691452" y="118741"/>
                  </a:lnTo>
                  <a:close/>
                </a:path>
              </a:pathLst>
            </a:custGeom>
            <a:solidFill>
              <a:srgbClr val="3D7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8227686" y="4254884"/>
              <a:ext cx="709295" cy="121920"/>
            </a:xfrm>
            <a:custGeom>
              <a:avLst/>
              <a:gdLst/>
              <a:ahLst/>
              <a:cxnLst/>
              <a:rect l="l" t="t" r="r" b="b"/>
              <a:pathLst>
                <a:path w="709295" h="121920">
                  <a:moveTo>
                    <a:pt x="709202" y="121789"/>
                  </a:moveTo>
                  <a:lnTo>
                    <a:pt x="709202" y="118741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709202" y="121789"/>
                  </a:lnTo>
                  <a:close/>
                </a:path>
              </a:pathLst>
            </a:custGeom>
            <a:solidFill>
              <a:srgbClr val="3E75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8209937" y="4254884"/>
              <a:ext cx="727075" cy="125095"/>
            </a:xfrm>
            <a:custGeom>
              <a:avLst/>
              <a:gdLst/>
              <a:ahLst/>
              <a:cxnLst/>
              <a:rect l="l" t="t" r="r" b="b"/>
              <a:pathLst>
                <a:path w="727075" h="125095">
                  <a:moveTo>
                    <a:pt x="726950" y="124837"/>
                  </a:moveTo>
                  <a:lnTo>
                    <a:pt x="726950" y="121789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726950" y="124837"/>
                  </a:lnTo>
                  <a:close/>
                </a:path>
              </a:pathLst>
            </a:custGeom>
            <a:solidFill>
              <a:srgbClr val="3F75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8192187" y="4254884"/>
              <a:ext cx="744855" cy="128270"/>
            </a:xfrm>
            <a:custGeom>
              <a:avLst/>
              <a:gdLst/>
              <a:ahLst/>
              <a:cxnLst/>
              <a:rect l="l" t="t" r="r" b="b"/>
              <a:pathLst>
                <a:path w="744854" h="128270">
                  <a:moveTo>
                    <a:pt x="744700" y="127885"/>
                  </a:moveTo>
                  <a:lnTo>
                    <a:pt x="744700" y="124837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744700" y="127885"/>
                  </a:lnTo>
                  <a:close/>
                </a:path>
              </a:pathLst>
            </a:custGeom>
            <a:solidFill>
              <a:srgbClr val="4176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8170002" y="4254884"/>
              <a:ext cx="767080" cy="132080"/>
            </a:xfrm>
            <a:custGeom>
              <a:avLst/>
              <a:gdLst/>
              <a:ahLst/>
              <a:cxnLst/>
              <a:rect l="l" t="t" r="r" b="b"/>
              <a:pathLst>
                <a:path w="767079" h="132079">
                  <a:moveTo>
                    <a:pt x="766885" y="131695"/>
                  </a:moveTo>
                  <a:lnTo>
                    <a:pt x="766885" y="127885"/>
                  </a:lnTo>
                  <a:lnTo>
                    <a:pt x="22186" y="0"/>
                  </a:lnTo>
                  <a:lnTo>
                    <a:pt x="0" y="0"/>
                  </a:lnTo>
                  <a:lnTo>
                    <a:pt x="766885" y="131695"/>
                  </a:lnTo>
                  <a:close/>
                </a:path>
              </a:pathLst>
            </a:custGeom>
            <a:solidFill>
              <a:srgbClr val="4276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8152253" y="4254884"/>
              <a:ext cx="784860" cy="135255"/>
            </a:xfrm>
            <a:custGeom>
              <a:avLst/>
              <a:gdLst/>
              <a:ahLst/>
              <a:cxnLst/>
              <a:rect l="l" t="t" r="r" b="b"/>
              <a:pathLst>
                <a:path w="784859" h="135254">
                  <a:moveTo>
                    <a:pt x="784634" y="134743"/>
                  </a:moveTo>
                  <a:lnTo>
                    <a:pt x="784634" y="131695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784634" y="134743"/>
                  </a:lnTo>
                  <a:close/>
                </a:path>
              </a:pathLst>
            </a:custGeom>
            <a:solidFill>
              <a:srgbClr val="437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8134503" y="4254884"/>
              <a:ext cx="802640" cy="137795"/>
            </a:xfrm>
            <a:custGeom>
              <a:avLst/>
              <a:gdLst/>
              <a:ahLst/>
              <a:cxnLst/>
              <a:rect l="l" t="t" r="r" b="b"/>
              <a:pathLst>
                <a:path w="802640" h="137795">
                  <a:moveTo>
                    <a:pt x="802384" y="137791"/>
                  </a:moveTo>
                  <a:lnTo>
                    <a:pt x="802384" y="134743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802384" y="137791"/>
                  </a:lnTo>
                  <a:close/>
                </a:path>
              </a:pathLst>
            </a:custGeom>
            <a:solidFill>
              <a:srgbClr val="4477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8116754" y="4254884"/>
              <a:ext cx="820419" cy="140970"/>
            </a:xfrm>
            <a:custGeom>
              <a:avLst/>
              <a:gdLst/>
              <a:ahLst/>
              <a:cxnLst/>
              <a:rect l="l" t="t" r="r" b="b"/>
              <a:pathLst>
                <a:path w="820420" h="140970">
                  <a:moveTo>
                    <a:pt x="820133" y="140839"/>
                  </a:moveTo>
                  <a:lnTo>
                    <a:pt x="820133" y="137791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820133" y="140839"/>
                  </a:lnTo>
                  <a:close/>
                </a:path>
              </a:pathLst>
            </a:custGeom>
            <a:solidFill>
              <a:srgbClr val="4678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8099005" y="4254884"/>
              <a:ext cx="838200" cy="144145"/>
            </a:xfrm>
            <a:custGeom>
              <a:avLst/>
              <a:gdLst/>
              <a:ahLst/>
              <a:cxnLst/>
              <a:rect l="l" t="t" r="r" b="b"/>
              <a:pathLst>
                <a:path w="838200" h="144145">
                  <a:moveTo>
                    <a:pt x="837882" y="143887"/>
                  </a:moveTo>
                  <a:lnTo>
                    <a:pt x="837882" y="140839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837882" y="143887"/>
                  </a:lnTo>
                  <a:close/>
                </a:path>
              </a:pathLst>
            </a:custGeom>
            <a:solidFill>
              <a:srgbClr val="477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8081256" y="4254884"/>
              <a:ext cx="855980" cy="147320"/>
            </a:xfrm>
            <a:custGeom>
              <a:avLst/>
              <a:gdLst/>
              <a:ahLst/>
              <a:cxnLst/>
              <a:rect l="l" t="t" r="r" b="b"/>
              <a:pathLst>
                <a:path w="855979" h="147320">
                  <a:moveTo>
                    <a:pt x="855631" y="146935"/>
                  </a:moveTo>
                  <a:lnTo>
                    <a:pt x="855631" y="143887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855631" y="146935"/>
                  </a:lnTo>
                  <a:close/>
                </a:path>
              </a:pathLst>
            </a:custGeom>
            <a:solidFill>
              <a:srgbClr val="487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8063507" y="4254884"/>
              <a:ext cx="873760" cy="150495"/>
            </a:xfrm>
            <a:custGeom>
              <a:avLst/>
              <a:gdLst/>
              <a:ahLst/>
              <a:cxnLst/>
              <a:rect l="l" t="t" r="r" b="b"/>
              <a:pathLst>
                <a:path w="873759" h="150495">
                  <a:moveTo>
                    <a:pt x="873380" y="149983"/>
                  </a:moveTo>
                  <a:lnTo>
                    <a:pt x="873380" y="146935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873380" y="149983"/>
                  </a:lnTo>
                  <a:close/>
                </a:path>
              </a:pathLst>
            </a:custGeom>
            <a:solidFill>
              <a:srgbClr val="4A7A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8045758" y="4254884"/>
              <a:ext cx="891540" cy="153035"/>
            </a:xfrm>
            <a:custGeom>
              <a:avLst/>
              <a:gdLst/>
              <a:ahLst/>
              <a:cxnLst/>
              <a:rect l="l" t="t" r="r" b="b"/>
              <a:pathLst>
                <a:path w="891540" h="153035">
                  <a:moveTo>
                    <a:pt x="891129" y="153031"/>
                  </a:moveTo>
                  <a:lnTo>
                    <a:pt x="891129" y="149983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891129" y="153031"/>
                  </a:lnTo>
                  <a:close/>
                </a:path>
              </a:pathLst>
            </a:custGeom>
            <a:solidFill>
              <a:srgbClr val="4B7A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8028008" y="4254884"/>
              <a:ext cx="909319" cy="156210"/>
            </a:xfrm>
            <a:custGeom>
              <a:avLst/>
              <a:gdLst/>
              <a:ahLst/>
              <a:cxnLst/>
              <a:rect l="l" t="t" r="r" b="b"/>
              <a:pathLst>
                <a:path w="909320" h="156210">
                  <a:moveTo>
                    <a:pt x="908879" y="156079"/>
                  </a:moveTo>
                  <a:lnTo>
                    <a:pt x="908879" y="153031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908879" y="156079"/>
                  </a:lnTo>
                  <a:close/>
                </a:path>
              </a:pathLst>
            </a:custGeom>
            <a:solidFill>
              <a:srgbClr val="4C7A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8005823" y="4254884"/>
              <a:ext cx="931544" cy="160020"/>
            </a:xfrm>
            <a:custGeom>
              <a:avLst/>
              <a:gdLst/>
              <a:ahLst/>
              <a:cxnLst/>
              <a:rect l="l" t="t" r="r" b="b"/>
              <a:pathLst>
                <a:path w="931545" h="160020">
                  <a:moveTo>
                    <a:pt x="931064" y="159889"/>
                  </a:moveTo>
                  <a:lnTo>
                    <a:pt x="931064" y="156079"/>
                  </a:lnTo>
                  <a:lnTo>
                    <a:pt x="22186" y="0"/>
                  </a:lnTo>
                  <a:lnTo>
                    <a:pt x="0" y="0"/>
                  </a:lnTo>
                  <a:lnTo>
                    <a:pt x="931064" y="159889"/>
                  </a:lnTo>
                  <a:close/>
                </a:path>
              </a:pathLst>
            </a:custGeom>
            <a:solidFill>
              <a:srgbClr val="4D7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7988074" y="4254884"/>
              <a:ext cx="949325" cy="163195"/>
            </a:xfrm>
            <a:custGeom>
              <a:avLst/>
              <a:gdLst/>
              <a:ahLst/>
              <a:cxnLst/>
              <a:rect l="l" t="t" r="r" b="b"/>
              <a:pathLst>
                <a:path w="949325" h="163195">
                  <a:moveTo>
                    <a:pt x="948814" y="162937"/>
                  </a:moveTo>
                  <a:lnTo>
                    <a:pt x="948814" y="159889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948814" y="162937"/>
                  </a:lnTo>
                  <a:close/>
                </a:path>
              </a:pathLst>
            </a:custGeom>
            <a:solidFill>
              <a:srgbClr val="4F7C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7970324" y="4254884"/>
              <a:ext cx="967105" cy="166370"/>
            </a:xfrm>
            <a:custGeom>
              <a:avLst/>
              <a:gdLst/>
              <a:ahLst/>
              <a:cxnLst/>
              <a:rect l="l" t="t" r="r" b="b"/>
              <a:pathLst>
                <a:path w="967104" h="166370">
                  <a:moveTo>
                    <a:pt x="966563" y="165985"/>
                  </a:moveTo>
                  <a:lnTo>
                    <a:pt x="966563" y="162937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966563" y="165985"/>
                  </a:lnTo>
                  <a:close/>
                </a:path>
              </a:pathLst>
            </a:custGeom>
            <a:solidFill>
              <a:srgbClr val="507C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7952576" y="4254884"/>
              <a:ext cx="984885" cy="169545"/>
            </a:xfrm>
            <a:custGeom>
              <a:avLst/>
              <a:gdLst/>
              <a:ahLst/>
              <a:cxnLst/>
              <a:rect l="l" t="t" r="r" b="b"/>
              <a:pathLst>
                <a:path w="984884" h="169545">
                  <a:moveTo>
                    <a:pt x="984312" y="169033"/>
                  </a:moveTo>
                  <a:lnTo>
                    <a:pt x="984312" y="165985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984312" y="169033"/>
                  </a:lnTo>
                  <a:close/>
                </a:path>
              </a:pathLst>
            </a:custGeom>
            <a:solidFill>
              <a:srgbClr val="517D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7934826" y="4254884"/>
              <a:ext cx="1002665" cy="172085"/>
            </a:xfrm>
            <a:custGeom>
              <a:avLst/>
              <a:gdLst/>
              <a:ahLst/>
              <a:cxnLst/>
              <a:rect l="l" t="t" r="r" b="b"/>
              <a:pathLst>
                <a:path w="1002665" h="172085">
                  <a:moveTo>
                    <a:pt x="1002061" y="172081"/>
                  </a:moveTo>
                  <a:lnTo>
                    <a:pt x="1002061" y="169033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002061" y="172081"/>
                  </a:lnTo>
                  <a:close/>
                </a:path>
              </a:pathLst>
            </a:custGeom>
            <a:solidFill>
              <a:srgbClr val="537E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7917077" y="4254884"/>
              <a:ext cx="1019810" cy="175260"/>
            </a:xfrm>
            <a:custGeom>
              <a:avLst/>
              <a:gdLst/>
              <a:ahLst/>
              <a:cxnLst/>
              <a:rect l="l" t="t" r="r" b="b"/>
              <a:pathLst>
                <a:path w="1019809" h="175260">
                  <a:moveTo>
                    <a:pt x="1019811" y="175129"/>
                  </a:moveTo>
                  <a:lnTo>
                    <a:pt x="1019811" y="172081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019811" y="175129"/>
                  </a:lnTo>
                  <a:close/>
                </a:path>
              </a:pathLst>
            </a:custGeom>
            <a:solidFill>
              <a:srgbClr val="548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7899328" y="4254884"/>
              <a:ext cx="1037590" cy="178435"/>
            </a:xfrm>
            <a:custGeom>
              <a:avLst/>
              <a:gdLst/>
              <a:ahLst/>
              <a:cxnLst/>
              <a:rect l="l" t="t" r="r" b="b"/>
              <a:pathLst>
                <a:path w="1037590" h="178435">
                  <a:moveTo>
                    <a:pt x="1037559" y="178177"/>
                  </a:moveTo>
                  <a:lnTo>
                    <a:pt x="1037559" y="175129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037559" y="178177"/>
                  </a:lnTo>
                  <a:close/>
                </a:path>
              </a:pathLst>
            </a:custGeom>
            <a:solidFill>
              <a:srgbClr val="558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7881579" y="4254884"/>
              <a:ext cx="1055370" cy="181610"/>
            </a:xfrm>
            <a:custGeom>
              <a:avLst/>
              <a:gdLst/>
              <a:ahLst/>
              <a:cxnLst/>
              <a:rect l="l" t="t" r="r" b="b"/>
              <a:pathLst>
                <a:path w="1055370" h="181610">
                  <a:moveTo>
                    <a:pt x="1055308" y="181225"/>
                  </a:moveTo>
                  <a:lnTo>
                    <a:pt x="1055308" y="178177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055308" y="181225"/>
                  </a:lnTo>
                  <a:close/>
                </a:path>
              </a:pathLst>
            </a:custGeom>
            <a:solidFill>
              <a:srgbClr val="5782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7863829" y="4254884"/>
              <a:ext cx="1073150" cy="184785"/>
            </a:xfrm>
            <a:custGeom>
              <a:avLst/>
              <a:gdLst/>
              <a:ahLst/>
              <a:cxnLst/>
              <a:rect l="l" t="t" r="r" b="b"/>
              <a:pathLst>
                <a:path w="1073150" h="184785">
                  <a:moveTo>
                    <a:pt x="1073058" y="184273"/>
                  </a:moveTo>
                  <a:lnTo>
                    <a:pt x="1073058" y="181225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073058" y="184273"/>
                  </a:lnTo>
                  <a:close/>
                </a:path>
              </a:pathLst>
            </a:custGeom>
            <a:solidFill>
              <a:srgbClr val="5883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7841644" y="4254884"/>
              <a:ext cx="1095375" cy="188595"/>
            </a:xfrm>
            <a:custGeom>
              <a:avLst/>
              <a:gdLst/>
              <a:ahLst/>
              <a:cxnLst/>
              <a:rect l="l" t="t" r="r" b="b"/>
              <a:pathLst>
                <a:path w="1095375" h="188595">
                  <a:moveTo>
                    <a:pt x="1095244" y="188083"/>
                  </a:moveTo>
                  <a:lnTo>
                    <a:pt x="1095244" y="184273"/>
                  </a:lnTo>
                  <a:lnTo>
                    <a:pt x="22186" y="0"/>
                  </a:lnTo>
                  <a:lnTo>
                    <a:pt x="0" y="0"/>
                  </a:lnTo>
                  <a:lnTo>
                    <a:pt x="1095244" y="188083"/>
                  </a:lnTo>
                  <a:close/>
                </a:path>
              </a:pathLst>
            </a:custGeom>
            <a:solidFill>
              <a:srgbClr val="5984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7823894" y="4254884"/>
              <a:ext cx="1113155" cy="191135"/>
            </a:xfrm>
            <a:custGeom>
              <a:avLst/>
              <a:gdLst/>
              <a:ahLst/>
              <a:cxnLst/>
              <a:rect l="l" t="t" r="r" b="b"/>
              <a:pathLst>
                <a:path w="1113154" h="191135">
                  <a:moveTo>
                    <a:pt x="1112993" y="191131"/>
                  </a:moveTo>
                  <a:lnTo>
                    <a:pt x="1112993" y="188083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112993" y="191131"/>
                  </a:lnTo>
                  <a:close/>
                </a:path>
              </a:pathLst>
            </a:custGeom>
            <a:solidFill>
              <a:srgbClr val="5B84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7806145" y="4254884"/>
              <a:ext cx="1130935" cy="194310"/>
            </a:xfrm>
            <a:custGeom>
              <a:avLst/>
              <a:gdLst/>
              <a:ahLst/>
              <a:cxnLst/>
              <a:rect l="l" t="t" r="r" b="b"/>
              <a:pathLst>
                <a:path w="1130934" h="194310">
                  <a:moveTo>
                    <a:pt x="1130742" y="194179"/>
                  </a:moveTo>
                  <a:lnTo>
                    <a:pt x="1130742" y="191131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130742" y="194179"/>
                  </a:lnTo>
                  <a:close/>
                </a:path>
              </a:pathLst>
            </a:custGeom>
            <a:solidFill>
              <a:srgbClr val="5C85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7788396" y="4254884"/>
              <a:ext cx="1148715" cy="197485"/>
            </a:xfrm>
            <a:custGeom>
              <a:avLst/>
              <a:gdLst/>
              <a:ahLst/>
              <a:cxnLst/>
              <a:rect l="l" t="t" r="r" b="b"/>
              <a:pathLst>
                <a:path w="1148715" h="197485">
                  <a:moveTo>
                    <a:pt x="1148491" y="197227"/>
                  </a:moveTo>
                  <a:lnTo>
                    <a:pt x="1148491" y="194179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148491" y="197227"/>
                  </a:lnTo>
                  <a:close/>
                </a:path>
              </a:pathLst>
            </a:custGeom>
            <a:solidFill>
              <a:srgbClr val="5D85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7770647" y="4254884"/>
              <a:ext cx="1166495" cy="200660"/>
            </a:xfrm>
            <a:custGeom>
              <a:avLst/>
              <a:gdLst/>
              <a:ahLst/>
              <a:cxnLst/>
              <a:rect l="l" t="t" r="r" b="b"/>
              <a:pathLst>
                <a:path w="1166495" h="200660">
                  <a:moveTo>
                    <a:pt x="1166240" y="200275"/>
                  </a:moveTo>
                  <a:lnTo>
                    <a:pt x="1166240" y="197227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166240" y="200275"/>
                  </a:lnTo>
                  <a:close/>
                </a:path>
              </a:pathLst>
            </a:custGeom>
            <a:solidFill>
              <a:srgbClr val="5F86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7752897" y="4254884"/>
              <a:ext cx="1184275" cy="203835"/>
            </a:xfrm>
            <a:custGeom>
              <a:avLst/>
              <a:gdLst/>
              <a:ahLst/>
              <a:cxnLst/>
              <a:rect l="l" t="t" r="r" b="b"/>
              <a:pathLst>
                <a:path w="1184275" h="203835">
                  <a:moveTo>
                    <a:pt x="1183990" y="203323"/>
                  </a:moveTo>
                  <a:lnTo>
                    <a:pt x="1183990" y="200275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183990" y="203323"/>
                  </a:lnTo>
                  <a:close/>
                </a:path>
              </a:pathLst>
            </a:custGeom>
            <a:solidFill>
              <a:srgbClr val="6087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7735149" y="4254884"/>
              <a:ext cx="1202055" cy="206375"/>
            </a:xfrm>
            <a:custGeom>
              <a:avLst/>
              <a:gdLst/>
              <a:ahLst/>
              <a:cxnLst/>
              <a:rect l="l" t="t" r="r" b="b"/>
              <a:pathLst>
                <a:path w="1202054" h="206375">
                  <a:moveTo>
                    <a:pt x="1201738" y="206371"/>
                  </a:moveTo>
                  <a:lnTo>
                    <a:pt x="1201738" y="203323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201738" y="206371"/>
                  </a:lnTo>
                  <a:close/>
                </a:path>
              </a:pathLst>
            </a:custGeom>
            <a:solidFill>
              <a:srgbClr val="6187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7717399" y="4254884"/>
              <a:ext cx="1219835" cy="209550"/>
            </a:xfrm>
            <a:custGeom>
              <a:avLst/>
              <a:gdLst/>
              <a:ahLst/>
              <a:cxnLst/>
              <a:rect l="l" t="t" r="r" b="b"/>
              <a:pathLst>
                <a:path w="1219834" h="209550">
                  <a:moveTo>
                    <a:pt x="1219488" y="209419"/>
                  </a:moveTo>
                  <a:lnTo>
                    <a:pt x="1219488" y="206371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219488" y="209419"/>
                  </a:lnTo>
                  <a:close/>
                </a:path>
              </a:pathLst>
            </a:custGeom>
            <a:solidFill>
              <a:srgbClr val="6388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7699650" y="4254884"/>
              <a:ext cx="1237615" cy="212725"/>
            </a:xfrm>
            <a:custGeom>
              <a:avLst/>
              <a:gdLst/>
              <a:ahLst/>
              <a:cxnLst/>
              <a:rect l="l" t="t" r="r" b="b"/>
              <a:pathLst>
                <a:path w="1237615" h="212725">
                  <a:moveTo>
                    <a:pt x="1237237" y="212467"/>
                  </a:moveTo>
                  <a:lnTo>
                    <a:pt x="1237237" y="209419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237237" y="212467"/>
                  </a:lnTo>
                  <a:close/>
                </a:path>
              </a:pathLst>
            </a:custGeom>
            <a:solidFill>
              <a:srgbClr val="648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7677464" y="4254884"/>
              <a:ext cx="1259840" cy="216535"/>
            </a:xfrm>
            <a:custGeom>
              <a:avLst/>
              <a:gdLst/>
              <a:ahLst/>
              <a:cxnLst/>
              <a:rect l="l" t="t" r="r" b="b"/>
              <a:pathLst>
                <a:path w="1259840" h="216535">
                  <a:moveTo>
                    <a:pt x="1259423" y="216277"/>
                  </a:moveTo>
                  <a:lnTo>
                    <a:pt x="1259423" y="212467"/>
                  </a:lnTo>
                  <a:lnTo>
                    <a:pt x="22186" y="0"/>
                  </a:lnTo>
                  <a:lnTo>
                    <a:pt x="0" y="0"/>
                  </a:lnTo>
                  <a:lnTo>
                    <a:pt x="1259423" y="216277"/>
                  </a:lnTo>
                  <a:close/>
                </a:path>
              </a:pathLst>
            </a:custGeom>
            <a:solidFill>
              <a:srgbClr val="658A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7659715" y="4254884"/>
              <a:ext cx="1277620" cy="219710"/>
            </a:xfrm>
            <a:custGeom>
              <a:avLst/>
              <a:gdLst/>
              <a:ahLst/>
              <a:cxnLst/>
              <a:rect l="l" t="t" r="r" b="b"/>
              <a:pathLst>
                <a:path w="1277620" h="219710">
                  <a:moveTo>
                    <a:pt x="1277172" y="219325"/>
                  </a:moveTo>
                  <a:lnTo>
                    <a:pt x="1277172" y="216277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277172" y="219325"/>
                  </a:lnTo>
                  <a:close/>
                </a:path>
              </a:pathLst>
            </a:custGeom>
            <a:solidFill>
              <a:srgbClr val="678B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7641966" y="4254884"/>
              <a:ext cx="1295400" cy="222885"/>
            </a:xfrm>
            <a:custGeom>
              <a:avLst/>
              <a:gdLst/>
              <a:ahLst/>
              <a:cxnLst/>
              <a:rect l="l" t="t" r="r" b="b"/>
              <a:pathLst>
                <a:path w="1295400" h="222885">
                  <a:moveTo>
                    <a:pt x="1294922" y="222373"/>
                  </a:moveTo>
                  <a:lnTo>
                    <a:pt x="1294922" y="219325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294922" y="222373"/>
                  </a:lnTo>
                  <a:close/>
                </a:path>
              </a:pathLst>
            </a:custGeom>
            <a:solidFill>
              <a:srgbClr val="688D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7624217" y="4254884"/>
              <a:ext cx="1313180" cy="225425"/>
            </a:xfrm>
            <a:custGeom>
              <a:avLst/>
              <a:gdLst/>
              <a:ahLst/>
              <a:cxnLst/>
              <a:rect l="l" t="t" r="r" b="b"/>
              <a:pathLst>
                <a:path w="1313179" h="225425">
                  <a:moveTo>
                    <a:pt x="1312670" y="225421"/>
                  </a:moveTo>
                  <a:lnTo>
                    <a:pt x="1312670" y="222373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312670" y="225421"/>
                  </a:lnTo>
                  <a:close/>
                </a:path>
              </a:pathLst>
            </a:custGeom>
            <a:solidFill>
              <a:srgbClr val="6A8D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7606468" y="4254884"/>
              <a:ext cx="1330960" cy="228600"/>
            </a:xfrm>
            <a:custGeom>
              <a:avLst/>
              <a:gdLst/>
              <a:ahLst/>
              <a:cxnLst/>
              <a:rect l="l" t="t" r="r" b="b"/>
              <a:pathLst>
                <a:path w="1330959" h="228600">
                  <a:moveTo>
                    <a:pt x="1330420" y="228469"/>
                  </a:moveTo>
                  <a:lnTo>
                    <a:pt x="1330420" y="225421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330420" y="228469"/>
                  </a:lnTo>
                  <a:close/>
                </a:path>
              </a:pathLst>
            </a:custGeom>
            <a:solidFill>
              <a:srgbClr val="6B8E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7588718" y="4254884"/>
              <a:ext cx="1348740" cy="231775"/>
            </a:xfrm>
            <a:custGeom>
              <a:avLst/>
              <a:gdLst/>
              <a:ahLst/>
              <a:cxnLst/>
              <a:rect l="l" t="t" r="r" b="b"/>
              <a:pathLst>
                <a:path w="1348740" h="231775">
                  <a:moveTo>
                    <a:pt x="1348169" y="231517"/>
                  </a:moveTo>
                  <a:lnTo>
                    <a:pt x="1348169" y="228469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348169" y="231517"/>
                  </a:lnTo>
                  <a:close/>
                </a:path>
              </a:pathLst>
            </a:custGeom>
            <a:solidFill>
              <a:srgbClr val="6C8F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7570970" y="4254884"/>
              <a:ext cx="1366520" cy="234950"/>
            </a:xfrm>
            <a:custGeom>
              <a:avLst/>
              <a:gdLst/>
              <a:ahLst/>
              <a:cxnLst/>
              <a:rect l="l" t="t" r="r" b="b"/>
              <a:pathLst>
                <a:path w="1366520" h="234950">
                  <a:moveTo>
                    <a:pt x="1365917" y="234565"/>
                  </a:moveTo>
                  <a:lnTo>
                    <a:pt x="1365917" y="231517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365917" y="234565"/>
                  </a:lnTo>
                  <a:close/>
                </a:path>
              </a:pathLst>
            </a:custGeom>
            <a:solidFill>
              <a:srgbClr val="6E90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7553220" y="4254884"/>
              <a:ext cx="1383665" cy="238125"/>
            </a:xfrm>
            <a:custGeom>
              <a:avLst/>
              <a:gdLst/>
              <a:ahLst/>
              <a:cxnLst/>
              <a:rect l="l" t="t" r="r" b="b"/>
              <a:pathLst>
                <a:path w="1383665" h="238125">
                  <a:moveTo>
                    <a:pt x="1383667" y="237613"/>
                  </a:moveTo>
                  <a:lnTo>
                    <a:pt x="1383667" y="234565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383667" y="237613"/>
                  </a:lnTo>
                  <a:close/>
                </a:path>
              </a:pathLst>
            </a:custGeom>
            <a:solidFill>
              <a:srgbClr val="6F90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7535472" y="4254884"/>
              <a:ext cx="1401445" cy="240665"/>
            </a:xfrm>
            <a:custGeom>
              <a:avLst/>
              <a:gdLst/>
              <a:ahLst/>
              <a:cxnLst/>
              <a:rect l="l" t="t" r="r" b="b"/>
              <a:pathLst>
                <a:path w="1401445" h="240664">
                  <a:moveTo>
                    <a:pt x="1401415" y="240661"/>
                  </a:moveTo>
                  <a:lnTo>
                    <a:pt x="1401415" y="237613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401415" y="240661"/>
                  </a:lnTo>
                  <a:close/>
                </a:path>
              </a:pathLst>
            </a:custGeom>
            <a:solidFill>
              <a:srgbClr val="7091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7513285" y="4254884"/>
              <a:ext cx="1423670" cy="244475"/>
            </a:xfrm>
            <a:custGeom>
              <a:avLst/>
              <a:gdLst/>
              <a:ahLst/>
              <a:cxnLst/>
              <a:rect l="l" t="t" r="r" b="b"/>
              <a:pathLst>
                <a:path w="1423670" h="244475">
                  <a:moveTo>
                    <a:pt x="1423602" y="244471"/>
                  </a:moveTo>
                  <a:lnTo>
                    <a:pt x="1423602" y="240661"/>
                  </a:lnTo>
                  <a:lnTo>
                    <a:pt x="22186" y="0"/>
                  </a:lnTo>
                  <a:lnTo>
                    <a:pt x="0" y="0"/>
                  </a:lnTo>
                  <a:lnTo>
                    <a:pt x="1423602" y="244471"/>
                  </a:lnTo>
                  <a:close/>
                </a:path>
              </a:pathLst>
            </a:custGeom>
            <a:solidFill>
              <a:srgbClr val="7192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7495536" y="4254884"/>
              <a:ext cx="1441450" cy="247650"/>
            </a:xfrm>
            <a:custGeom>
              <a:avLst/>
              <a:gdLst/>
              <a:ahLst/>
              <a:cxnLst/>
              <a:rect l="l" t="t" r="r" b="b"/>
              <a:pathLst>
                <a:path w="1441450" h="247650">
                  <a:moveTo>
                    <a:pt x="1441351" y="247519"/>
                  </a:moveTo>
                  <a:lnTo>
                    <a:pt x="1441351" y="244471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441351" y="247519"/>
                  </a:lnTo>
                  <a:close/>
                </a:path>
              </a:pathLst>
            </a:custGeom>
            <a:solidFill>
              <a:srgbClr val="7293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7477786" y="4254884"/>
              <a:ext cx="1459230" cy="250825"/>
            </a:xfrm>
            <a:custGeom>
              <a:avLst/>
              <a:gdLst/>
              <a:ahLst/>
              <a:cxnLst/>
              <a:rect l="l" t="t" r="r" b="b"/>
              <a:pathLst>
                <a:path w="1459229" h="250825">
                  <a:moveTo>
                    <a:pt x="1459101" y="250567"/>
                  </a:moveTo>
                  <a:lnTo>
                    <a:pt x="1459101" y="247519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459101" y="250567"/>
                  </a:lnTo>
                  <a:close/>
                </a:path>
              </a:pathLst>
            </a:custGeom>
            <a:solidFill>
              <a:srgbClr val="7493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7460038" y="4254884"/>
              <a:ext cx="1477010" cy="254000"/>
            </a:xfrm>
            <a:custGeom>
              <a:avLst/>
              <a:gdLst/>
              <a:ahLst/>
              <a:cxnLst/>
              <a:rect l="l" t="t" r="r" b="b"/>
              <a:pathLst>
                <a:path w="1477009" h="254000">
                  <a:moveTo>
                    <a:pt x="1476849" y="253615"/>
                  </a:moveTo>
                  <a:lnTo>
                    <a:pt x="1476849" y="250567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476849" y="253615"/>
                  </a:lnTo>
                  <a:close/>
                </a:path>
              </a:pathLst>
            </a:custGeom>
            <a:solidFill>
              <a:srgbClr val="7694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7442288" y="4254884"/>
              <a:ext cx="1494790" cy="257175"/>
            </a:xfrm>
            <a:custGeom>
              <a:avLst/>
              <a:gdLst/>
              <a:ahLst/>
              <a:cxnLst/>
              <a:rect l="l" t="t" r="r" b="b"/>
              <a:pathLst>
                <a:path w="1494790" h="257175">
                  <a:moveTo>
                    <a:pt x="1494599" y="256663"/>
                  </a:moveTo>
                  <a:lnTo>
                    <a:pt x="1494599" y="253615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494599" y="256663"/>
                  </a:lnTo>
                  <a:close/>
                </a:path>
              </a:pathLst>
            </a:custGeom>
            <a:solidFill>
              <a:srgbClr val="7795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7424540" y="4254884"/>
              <a:ext cx="1512570" cy="259715"/>
            </a:xfrm>
            <a:custGeom>
              <a:avLst/>
              <a:gdLst/>
              <a:ahLst/>
              <a:cxnLst/>
              <a:rect l="l" t="t" r="r" b="b"/>
              <a:pathLst>
                <a:path w="1512570" h="259714">
                  <a:moveTo>
                    <a:pt x="1512347" y="259711"/>
                  </a:moveTo>
                  <a:lnTo>
                    <a:pt x="1512347" y="256663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512347" y="259711"/>
                  </a:lnTo>
                  <a:close/>
                </a:path>
              </a:pathLst>
            </a:custGeom>
            <a:solidFill>
              <a:srgbClr val="7996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7406790" y="4254884"/>
              <a:ext cx="1530350" cy="262890"/>
            </a:xfrm>
            <a:custGeom>
              <a:avLst/>
              <a:gdLst/>
              <a:ahLst/>
              <a:cxnLst/>
              <a:rect l="l" t="t" r="r" b="b"/>
              <a:pathLst>
                <a:path w="1530350" h="262889">
                  <a:moveTo>
                    <a:pt x="1530097" y="262759"/>
                  </a:moveTo>
                  <a:lnTo>
                    <a:pt x="1530097" y="259711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530097" y="262759"/>
                  </a:lnTo>
                  <a:close/>
                </a:path>
              </a:pathLst>
            </a:custGeom>
            <a:solidFill>
              <a:srgbClr val="7A97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7389041" y="4254884"/>
              <a:ext cx="1548130" cy="266065"/>
            </a:xfrm>
            <a:custGeom>
              <a:avLst/>
              <a:gdLst/>
              <a:ahLst/>
              <a:cxnLst/>
              <a:rect l="l" t="t" r="r" b="b"/>
              <a:pathLst>
                <a:path w="1548129" h="266064">
                  <a:moveTo>
                    <a:pt x="1547846" y="265807"/>
                  </a:moveTo>
                  <a:lnTo>
                    <a:pt x="1547846" y="262759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547846" y="265807"/>
                  </a:lnTo>
                  <a:close/>
                </a:path>
              </a:pathLst>
            </a:custGeom>
            <a:solidFill>
              <a:srgbClr val="7A9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7371293" y="4254884"/>
              <a:ext cx="1565910" cy="269240"/>
            </a:xfrm>
            <a:custGeom>
              <a:avLst/>
              <a:gdLst/>
              <a:ahLst/>
              <a:cxnLst/>
              <a:rect l="l" t="t" r="r" b="b"/>
              <a:pathLst>
                <a:path w="1565909" h="269239">
                  <a:moveTo>
                    <a:pt x="1565594" y="268855"/>
                  </a:moveTo>
                  <a:lnTo>
                    <a:pt x="1565594" y="265807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565594" y="268855"/>
                  </a:lnTo>
                  <a:close/>
                </a:path>
              </a:pathLst>
            </a:custGeom>
            <a:solidFill>
              <a:srgbClr val="7C9A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7349106" y="4254884"/>
              <a:ext cx="1588135" cy="273050"/>
            </a:xfrm>
            <a:custGeom>
              <a:avLst/>
              <a:gdLst/>
              <a:ahLst/>
              <a:cxnLst/>
              <a:rect l="l" t="t" r="r" b="b"/>
              <a:pathLst>
                <a:path w="1588134" h="273050">
                  <a:moveTo>
                    <a:pt x="1587781" y="272665"/>
                  </a:moveTo>
                  <a:lnTo>
                    <a:pt x="1587781" y="268855"/>
                  </a:lnTo>
                  <a:lnTo>
                    <a:pt x="22186" y="0"/>
                  </a:lnTo>
                  <a:lnTo>
                    <a:pt x="0" y="0"/>
                  </a:lnTo>
                  <a:lnTo>
                    <a:pt x="1587781" y="272665"/>
                  </a:lnTo>
                  <a:close/>
                </a:path>
              </a:pathLst>
            </a:custGeom>
            <a:solidFill>
              <a:srgbClr val="7D9A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7331357" y="4254884"/>
              <a:ext cx="1605915" cy="276225"/>
            </a:xfrm>
            <a:custGeom>
              <a:avLst/>
              <a:gdLst/>
              <a:ahLst/>
              <a:cxnLst/>
              <a:rect l="l" t="t" r="r" b="b"/>
              <a:pathLst>
                <a:path w="1605915" h="276225">
                  <a:moveTo>
                    <a:pt x="1605531" y="275713"/>
                  </a:moveTo>
                  <a:lnTo>
                    <a:pt x="1605531" y="272665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605531" y="275713"/>
                  </a:lnTo>
                  <a:close/>
                </a:path>
              </a:pathLst>
            </a:custGeom>
            <a:solidFill>
              <a:srgbClr val="7E9B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7313608" y="4254884"/>
              <a:ext cx="1623695" cy="278765"/>
            </a:xfrm>
            <a:custGeom>
              <a:avLst/>
              <a:gdLst/>
              <a:ahLst/>
              <a:cxnLst/>
              <a:rect l="l" t="t" r="r" b="b"/>
              <a:pathLst>
                <a:path w="1623695" h="278764">
                  <a:moveTo>
                    <a:pt x="1623279" y="278761"/>
                  </a:moveTo>
                  <a:lnTo>
                    <a:pt x="1623279" y="275713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623279" y="278761"/>
                  </a:lnTo>
                  <a:close/>
                </a:path>
              </a:pathLst>
            </a:custGeom>
            <a:solidFill>
              <a:srgbClr val="829C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7295859" y="4254884"/>
              <a:ext cx="1641475" cy="281940"/>
            </a:xfrm>
            <a:custGeom>
              <a:avLst/>
              <a:gdLst/>
              <a:ahLst/>
              <a:cxnLst/>
              <a:rect l="l" t="t" r="r" b="b"/>
              <a:pathLst>
                <a:path w="1641475" h="281939">
                  <a:moveTo>
                    <a:pt x="1641028" y="281809"/>
                  </a:moveTo>
                  <a:lnTo>
                    <a:pt x="1641028" y="278761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641028" y="281809"/>
                  </a:lnTo>
                  <a:close/>
                </a:path>
              </a:pathLst>
            </a:custGeom>
            <a:solidFill>
              <a:srgbClr val="839D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7278109" y="4254884"/>
              <a:ext cx="1659255" cy="285115"/>
            </a:xfrm>
            <a:custGeom>
              <a:avLst/>
              <a:gdLst/>
              <a:ahLst/>
              <a:cxnLst/>
              <a:rect l="l" t="t" r="r" b="b"/>
              <a:pathLst>
                <a:path w="1659254" h="285114">
                  <a:moveTo>
                    <a:pt x="1658778" y="284857"/>
                  </a:moveTo>
                  <a:lnTo>
                    <a:pt x="1658778" y="281809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658778" y="284857"/>
                  </a:lnTo>
                  <a:close/>
                </a:path>
              </a:pathLst>
            </a:custGeom>
            <a:solidFill>
              <a:srgbClr val="849E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7260361" y="4254884"/>
              <a:ext cx="1677035" cy="288290"/>
            </a:xfrm>
            <a:custGeom>
              <a:avLst/>
              <a:gdLst/>
              <a:ahLst/>
              <a:cxnLst/>
              <a:rect l="l" t="t" r="r" b="b"/>
              <a:pathLst>
                <a:path w="1677034" h="288289">
                  <a:moveTo>
                    <a:pt x="1676526" y="287905"/>
                  </a:moveTo>
                  <a:lnTo>
                    <a:pt x="1676526" y="284857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676526" y="287905"/>
                  </a:lnTo>
                  <a:close/>
                </a:path>
              </a:pathLst>
            </a:custGeom>
            <a:solidFill>
              <a:srgbClr val="859F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7242611" y="4254884"/>
              <a:ext cx="1694814" cy="291465"/>
            </a:xfrm>
            <a:custGeom>
              <a:avLst/>
              <a:gdLst/>
              <a:ahLst/>
              <a:cxnLst/>
              <a:rect l="l" t="t" r="r" b="b"/>
              <a:pathLst>
                <a:path w="1694815" h="291464">
                  <a:moveTo>
                    <a:pt x="1694276" y="290953"/>
                  </a:moveTo>
                  <a:lnTo>
                    <a:pt x="1694276" y="287905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694276" y="290953"/>
                  </a:lnTo>
                  <a:close/>
                </a:path>
              </a:pathLst>
            </a:custGeom>
            <a:solidFill>
              <a:srgbClr val="86A0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7224862" y="4254884"/>
              <a:ext cx="1712595" cy="294005"/>
            </a:xfrm>
            <a:custGeom>
              <a:avLst/>
              <a:gdLst/>
              <a:ahLst/>
              <a:cxnLst/>
              <a:rect l="l" t="t" r="r" b="b"/>
              <a:pathLst>
                <a:path w="1712595" h="294004">
                  <a:moveTo>
                    <a:pt x="1712025" y="294001"/>
                  </a:moveTo>
                  <a:lnTo>
                    <a:pt x="1712025" y="290953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712025" y="294001"/>
                  </a:lnTo>
                  <a:close/>
                </a:path>
              </a:pathLst>
            </a:custGeom>
            <a:solidFill>
              <a:srgbClr val="87A1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7207113" y="4254884"/>
              <a:ext cx="1730375" cy="297180"/>
            </a:xfrm>
            <a:custGeom>
              <a:avLst/>
              <a:gdLst/>
              <a:ahLst/>
              <a:cxnLst/>
              <a:rect l="l" t="t" r="r" b="b"/>
              <a:pathLst>
                <a:path w="1730375" h="297179">
                  <a:moveTo>
                    <a:pt x="1729774" y="297049"/>
                  </a:moveTo>
                  <a:lnTo>
                    <a:pt x="1729774" y="294001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729774" y="297049"/>
                  </a:lnTo>
                  <a:close/>
                </a:path>
              </a:pathLst>
            </a:custGeom>
            <a:solidFill>
              <a:srgbClr val="89A2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7184927" y="4254884"/>
              <a:ext cx="1751964" cy="300990"/>
            </a:xfrm>
            <a:custGeom>
              <a:avLst/>
              <a:gdLst/>
              <a:ahLst/>
              <a:cxnLst/>
              <a:rect l="l" t="t" r="r" b="b"/>
              <a:pathLst>
                <a:path w="1751965" h="300989">
                  <a:moveTo>
                    <a:pt x="1751960" y="300859"/>
                  </a:moveTo>
                  <a:lnTo>
                    <a:pt x="1751960" y="297049"/>
                  </a:lnTo>
                  <a:lnTo>
                    <a:pt x="22186" y="0"/>
                  </a:lnTo>
                  <a:lnTo>
                    <a:pt x="0" y="0"/>
                  </a:lnTo>
                  <a:lnTo>
                    <a:pt x="1751960" y="300859"/>
                  </a:lnTo>
                  <a:close/>
                </a:path>
              </a:pathLst>
            </a:custGeom>
            <a:solidFill>
              <a:srgbClr val="8AA2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7167178" y="4254884"/>
              <a:ext cx="1769745" cy="304165"/>
            </a:xfrm>
            <a:custGeom>
              <a:avLst/>
              <a:gdLst/>
              <a:ahLst/>
              <a:cxnLst/>
              <a:rect l="l" t="t" r="r" b="b"/>
              <a:pathLst>
                <a:path w="1769745" h="304164">
                  <a:moveTo>
                    <a:pt x="1769710" y="303907"/>
                  </a:moveTo>
                  <a:lnTo>
                    <a:pt x="1769710" y="300859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769710" y="303907"/>
                  </a:lnTo>
                  <a:close/>
                </a:path>
              </a:pathLst>
            </a:custGeom>
            <a:solidFill>
              <a:srgbClr val="8DA3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7149429" y="4254884"/>
              <a:ext cx="1787525" cy="307340"/>
            </a:xfrm>
            <a:custGeom>
              <a:avLst/>
              <a:gdLst/>
              <a:ahLst/>
              <a:cxnLst/>
              <a:rect l="l" t="t" r="r" b="b"/>
              <a:pathLst>
                <a:path w="1787525" h="307339">
                  <a:moveTo>
                    <a:pt x="1787458" y="306955"/>
                  </a:moveTo>
                  <a:lnTo>
                    <a:pt x="1787458" y="303907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787458" y="306955"/>
                  </a:lnTo>
                  <a:close/>
                </a:path>
              </a:pathLst>
            </a:custGeom>
            <a:solidFill>
              <a:srgbClr val="8EA4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7131679" y="4254884"/>
              <a:ext cx="1805305" cy="310515"/>
            </a:xfrm>
            <a:custGeom>
              <a:avLst/>
              <a:gdLst/>
              <a:ahLst/>
              <a:cxnLst/>
              <a:rect l="l" t="t" r="r" b="b"/>
              <a:pathLst>
                <a:path w="1805304" h="310514">
                  <a:moveTo>
                    <a:pt x="1805208" y="310003"/>
                  </a:moveTo>
                  <a:lnTo>
                    <a:pt x="1805208" y="306955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805208" y="310003"/>
                  </a:lnTo>
                  <a:close/>
                </a:path>
              </a:pathLst>
            </a:custGeom>
            <a:solidFill>
              <a:srgbClr val="8FA5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7113930" y="4254884"/>
              <a:ext cx="1823085" cy="313055"/>
            </a:xfrm>
            <a:custGeom>
              <a:avLst/>
              <a:gdLst/>
              <a:ahLst/>
              <a:cxnLst/>
              <a:rect l="l" t="t" r="r" b="b"/>
              <a:pathLst>
                <a:path w="1823084" h="313054">
                  <a:moveTo>
                    <a:pt x="1822957" y="313051"/>
                  </a:moveTo>
                  <a:lnTo>
                    <a:pt x="1822957" y="310003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822957" y="313051"/>
                  </a:lnTo>
                  <a:close/>
                </a:path>
              </a:pathLst>
            </a:custGeom>
            <a:solidFill>
              <a:srgbClr val="90A6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7096181" y="4254884"/>
              <a:ext cx="1840864" cy="316230"/>
            </a:xfrm>
            <a:custGeom>
              <a:avLst/>
              <a:gdLst/>
              <a:ahLst/>
              <a:cxnLst/>
              <a:rect l="l" t="t" r="r" b="b"/>
              <a:pathLst>
                <a:path w="1840865" h="316229">
                  <a:moveTo>
                    <a:pt x="1840706" y="316099"/>
                  </a:moveTo>
                  <a:lnTo>
                    <a:pt x="1840706" y="313051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840706" y="316099"/>
                  </a:lnTo>
                  <a:close/>
                </a:path>
              </a:pathLst>
            </a:custGeom>
            <a:solidFill>
              <a:srgbClr val="91A7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7078432" y="4254884"/>
              <a:ext cx="1858645" cy="319405"/>
            </a:xfrm>
            <a:custGeom>
              <a:avLst/>
              <a:gdLst/>
              <a:ahLst/>
              <a:cxnLst/>
              <a:rect l="l" t="t" r="r" b="b"/>
              <a:pathLst>
                <a:path w="1858645" h="319404">
                  <a:moveTo>
                    <a:pt x="1858455" y="319147"/>
                  </a:moveTo>
                  <a:lnTo>
                    <a:pt x="1858455" y="316099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858455" y="319147"/>
                  </a:lnTo>
                  <a:close/>
                </a:path>
              </a:pathLst>
            </a:custGeom>
            <a:solidFill>
              <a:srgbClr val="92A8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7060682" y="4254884"/>
              <a:ext cx="1876425" cy="322580"/>
            </a:xfrm>
            <a:custGeom>
              <a:avLst/>
              <a:gdLst/>
              <a:ahLst/>
              <a:cxnLst/>
              <a:rect l="l" t="t" r="r" b="b"/>
              <a:pathLst>
                <a:path w="1876425" h="322579">
                  <a:moveTo>
                    <a:pt x="1876205" y="322195"/>
                  </a:moveTo>
                  <a:lnTo>
                    <a:pt x="1876205" y="319147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876205" y="322195"/>
                  </a:lnTo>
                  <a:close/>
                </a:path>
              </a:pathLst>
            </a:custGeom>
            <a:solidFill>
              <a:srgbClr val="94A9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7042934" y="4254884"/>
              <a:ext cx="1894205" cy="325755"/>
            </a:xfrm>
            <a:custGeom>
              <a:avLst/>
              <a:gdLst/>
              <a:ahLst/>
              <a:cxnLst/>
              <a:rect l="l" t="t" r="r" b="b"/>
              <a:pathLst>
                <a:path w="1894204" h="325754">
                  <a:moveTo>
                    <a:pt x="1893953" y="325243"/>
                  </a:moveTo>
                  <a:lnTo>
                    <a:pt x="1893953" y="322195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893953" y="325243"/>
                  </a:lnTo>
                  <a:close/>
                </a:path>
              </a:pathLst>
            </a:custGeom>
            <a:solidFill>
              <a:srgbClr val="95AA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7025185" y="4254884"/>
              <a:ext cx="1911985" cy="328295"/>
            </a:xfrm>
            <a:custGeom>
              <a:avLst/>
              <a:gdLst/>
              <a:ahLst/>
              <a:cxnLst/>
              <a:rect l="l" t="t" r="r" b="b"/>
              <a:pathLst>
                <a:path w="1911984" h="328295">
                  <a:moveTo>
                    <a:pt x="1911702" y="328291"/>
                  </a:moveTo>
                  <a:lnTo>
                    <a:pt x="1911702" y="325243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911702" y="328291"/>
                  </a:lnTo>
                  <a:close/>
                </a:path>
              </a:pathLst>
            </a:custGeom>
            <a:solidFill>
              <a:srgbClr val="96AB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7002998" y="4254884"/>
              <a:ext cx="1934210" cy="332105"/>
            </a:xfrm>
            <a:custGeom>
              <a:avLst/>
              <a:gdLst/>
              <a:ahLst/>
              <a:cxnLst/>
              <a:rect l="l" t="t" r="r" b="b"/>
              <a:pathLst>
                <a:path w="1934209" h="332104">
                  <a:moveTo>
                    <a:pt x="1933889" y="332101"/>
                  </a:moveTo>
                  <a:lnTo>
                    <a:pt x="1933889" y="328291"/>
                  </a:lnTo>
                  <a:lnTo>
                    <a:pt x="22186" y="0"/>
                  </a:lnTo>
                  <a:lnTo>
                    <a:pt x="0" y="0"/>
                  </a:lnTo>
                  <a:lnTo>
                    <a:pt x="1933889" y="332101"/>
                  </a:lnTo>
                  <a:close/>
                </a:path>
              </a:pathLst>
            </a:custGeom>
            <a:solidFill>
              <a:srgbClr val="98AC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6985250" y="4254884"/>
              <a:ext cx="1951989" cy="335280"/>
            </a:xfrm>
            <a:custGeom>
              <a:avLst/>
              <a:gdLst/>
              <a:ahLst/>
              <a:cxnLst/>
              <a:rect l="l" t="t" r="r" b="b"/>
              <a:pathLst>
                <a:path w="1951990" h="335279">
                  <a:moveTo>
                    <a:pt x="1951637" y="335149"/>
                  </a:moveTo>
                  <a:lnTo>
                    <a:pt x="1951637" y="332101"/>
                  </a:lnTo>
                  <a:lnTo>
                    <a:pt x="17749" y="0"/>
                  </a:lnTo>
                  <a:lnTo>
                    <a:pt x="0" y="0"/>
                  </a:lnTo>
                  <a:lnTo>
                    <a:pt x="1951637" y="335149"/>
                  </a:lnTo>
                  <a:close/>
                </a:path>
              </a:pathLst>
            </a:custGeom>
            <a:solidFill>
              <a:srgbClr val="9A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6974738" y="4254884"/>
              <a:ext cx="1962150" cy="338455"/>
            </a:xfrm>
            <a:custGeom>
              <a:avLst/>
              <a:gdLst/>
              <a:ahLst/>
              <a:cxnLst/>
              <a:rect l="l" t="t" r="r" b="b"/>
              <a:pathLst>
                <a:path w="1962150" h="338454">
                  <a:moveTo>
                    <a:pt x="1962150" y="338197"/>
                  </a:moveTo>
                  <a:lnTo>
                    <a:pt x="1962150" y="335149"/>
                  </a:lnTo>
                  <a:lnTo>
                    <a:pt x="10511" y="0"/>
                  </a:lnTo>
                  <a:lnTo>
                    <a:pt x="0" y="0"/>
                  </a:lnTo>
                  <a:lnTo>
                    <a:pt x="0" y="1242"/>
                  </a:lnTo>
                  <a:lnTo>
                    <a:pt x="1962150" y="338197"/>
                  </a:lnTo>
                  <a:close/>
                </a:path>
              </a:pathLst>
            </a:custGeom>
            <a:solidFill>
              <a:srgbClr val="9AAE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6974738" y="4256127"/>
              <a:ext cx="1962150" cy="340360"/>
            </a:xfrm>
            <a:custGeom>
              <a:avLst/>
              <a:gdLst/>
              <a:ahLst/>
              <a:cxnLst/>
              <a:rect l="l" t="t" r="r" b="b"/>
              <a:pathLst>
                <a:path w="1962150" h="340360">
                  <a:moveTo>
                    <a:pt x="1962150" y="340002"/>
                  </a:moveTo>
                  <a:lnTo>
                    <a:pt x="1962150" y="336954"/>
                  </a:lnTo>
                  <a:lnTo>
                    <a:pt x="0" y="0"/>
                  </a:lnTo>
                  <a:lnTo>
                    <a:pt x="0" y="3048"/>
                  </a:lnTo>
                  <a:lnTo>
                    <a:pt x="1962150" y="340002"/>
                  </a:lnTo>
                  <a:close/>
                </a:path>
              </a:pathLst>
            </a:custGeom>
            <a:solidFill>
              <a:srgbClr val="9BA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6974738" y="4259175"/>
              <a:ext cx="1962150" cy="340360"/>
            </a:xfrm>
            <a:custGeom>
              <a:avLst/>
              <a:gdLst/>
              <a:ahLst/>
              <a:cxnLst/>
              <a:rect l="l" t="t" r="r" b="b"/>
              <a:pathLst>
                <a:path w="1962150" h="340360">
                  <a:moveTo>
                    <a:pt x="1962150" y="340002"/>
                  </a:moveTo>
                  <a:lnTo>
                    <a:pt x="1962150" y="336954"/>
                  </a:lnTo>
                  <a:lnTo>
                    <a:pt x="0" y="0"/>
                  </a:lnTo>
                  <a:lnTo>
                    <a:pt x="0" y="3048"/>
                  </a:lnTo>
                  <a:lnTo>
                    <a:pt x="1962150" y="340002"/>
                  </a:lnTo>
                  <a:close/>
                </a:path>
              </a:pathLst>
            </a:custGeom>
            <a:solidFill>
              <a:srgbClr val="9DB0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6974738" y="4262223"/>
              <a:ext cx="1962150" cy="340360"/>
            </a:xfrm>
            <a:custGeom>
              <a:avLst/>
              <a:gdLst/>
              <a:ahLst/>
              <a:cxnLst/>
              <a:rect l="l" t="t" r="r" b="b"/>
              <a:pathLst>
                <a:path w="1962150" h="340360">
                  <a:moveTo>
                    <a:pt x="1962150" y="340002"/>
                  </a:moveTo>
                  <a:lnTo>
                    <a:pt x="1962150" y="336954"/>
                  </a:lnTo>
                  <a:lnTo>
                    <a:pt x="0" y="0"/>
                  </a:lnTo>
                  <a:lnTo>
                    <a:pt x="0" y="3048"/>
                  </a:lnTo>
                  <a:lnTo>
                    <a:pt x="1962150" y="340002"/>
                  </a:lnTo>
                  <a:close/>
                </a:path>
              </a:pathLst>
            </a:custGeom>
            <a:solidFill>
              <a:srgbClr val="9EB1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6974738" y="4265271"/>
              <a:ext cx="1962150" cy="340360"/>
            </a:xfrm>
            <a:custGeom>
              <a:avLst/>
              <a:gdLst/>
              <a:ahLst/>
              <a:cxnLst/>
              <a:rect l="l" t="t" r="r" b="b"/>
              <a:pathLst>
                <a:path w="1962150" h="340360">
                  <a:moveTo>
                    <a:pt x="1962150" y="340002"/>
                  </a:moveTo>
                  <a:lnTo>
                    <a:pt x="1962150" y="336954"/>
                  </a:lnTo>
                  <a:lnTo>
                    <a:pt x="0" y="0"/>
                  </a:lnTo>
                  <a:lnTo>
                    <a:pt x="0" y="3048"/>
                  </a:lnTo>
                  <a:lnTo>
                    <a:pt x="1962150" y="340002"/>
                  </a:lnTo>
                  <a:close/>
                </a:path>
              </a:pathLst>
            </a:custGeom>
            <a:solidFill>
              <a:srgbClr val="9FB2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6974738" y="4268319"/>
              <a:ext cx="1962150" cy="339725"/>
            </a:xfrm>
            <a:custGeom>
              <a:avLst/>
              <a:gdLst/>
              <a:ahLst/>
              <a:cxnLst/>
              <a:rect l="l" t="t" r="r" b="b"/>
              <a:pathLst>
                <a:path w="1962150" h="339725">
                  <a:moveTo>
                    <a:pt x="1962150" y="339371"/>
                  </a:moveTo>
                  <a:lnTo>
                    <a:pt x="1962150" y="336954"/>
                  </a:lnTo>
                  <a:lnTo>
                    <a:pt x="0" y="0"/>
                  </a:lnTo>
                  <a:lnTo>
                    <a:pt x="0" y="3048"/>
                  </a:lnTo>
                  <a:lnTo>
                    <a:pt x="1958475" y="339371"/>
                  </a:lnTo>
                  <a:lnTo>
                    <a:pt x="1962150" y="339371"/>
                  </a:lnTo>
                  <a:close/>
                </a:path>
              </a:pathLst>
            </a:custGeom>
            <a:solidFill>
              <a:srgbClr val="A1B3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6974738" y="4271367"/>
              <a:ext cx="1958975" cy="336550"/>
            </a:xfrm>
            <a:custGeom>
              <a:avLst/>
              <a:gdLst/>
              <a:ahLst/>
              <a:cxnLst/>
              <a:rect l="l" t="t" r="r" b="b"/>
              <a:pathLst>
                <a:path w="1958975" h="336550">
                  <a:moveTo>
                    <a:pt x="1958474" y="336323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940725" y="336323"/>
                  </a:lnTo>
                  <a:lnTo>
                    <a:pt x="1958474" y="336323"/>
                  </a:lnTo>
                  <a:close/>
                </a:path>
              </a:pathLst>
            </a:custGeom>
            <a:solidFill>
              <a:srgbClr val="A2B4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6974738" y="4274415"/>
              <a:ext cx="1941195" cy="333375"/>
            </a:xfrm>
            <a:custGeom>
              <a:avLst/>
              <a:gdLst/>
              <a:ahLst/>
              <a:cxnLst/>
              <a:rect l="l" t="t" r="r" b="b"/>
              <a:pathLst>
                <a:path w="1941195" h="333375">
                  <a:moveTo>
                    <a:pt x="1940726" y="333275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18539" y="333275"/>
                  </a:lnTo>
                  <a:lnTo>
                    <a:pt x="1940726" y="333275"/>
                  </a:lnTo>
                  <a:close/>
                </a:path>
              </a:pathLst>
            </a:custGeom>
            <a:solidFill>
              <a:srgbClr val="A3B5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6974738" y="4278225"/>
              <a:ext cx="1918970" cy="329565"/>
            </a:xfrm>
            <a:custGeom>
              <a:avLst/>
              <a:gdLst/>
              <a:ahLst/>
              <a:cxnLst/>
              <a:rect l="l" t="t" r="r" b="b"/>
              <a:pathLst>
                <a:path w="1918970" h="329564">
                  <a:moveTo>
                    <a:pt x="1918539" y="329465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900790" y="329465"/>
                  </a:lnTo>
                  <a:lnTo>
                    <a:pt x="1918539" y="329465"/>
                  </a:lnTo>
                  <a:close/>
                </a:path>
              </a:pathLst>
            </a:custGeom>
            <a:solidFill>
              <a:srgbClr val="A4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6974738" y="4281273"/>
              <a:ext cx="1901189" cy="327025"/>
            </a:xfrm>
            <a:custGeom>
              <a:avLst/>
              <a:gdLst/>
              <a:ahLst/>
              <a:cxnLst/>
              <a:rect l="l" t="t" r="r" b="b"/>
              <a:pathLst>
                <a:path w="1901190" h="327025">
                  <a:moveTo>
                    <a:pt x="1900790" y="326417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883041" y="326417"/>
                  </a:lnTo>
                  <a:lnTo>
                    <a:pt x="1900790" y="326417"/>
                  </a:lnTo>
                  <a:close/>
                </a:path>
              </a:pathLst>
            </a:custGeom>
            <a:solidFill>
              <a:srgbClr val="A6B7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6974738" y="4284321"/>
              <a:ext cx="1883410" cy="323850"/>
            </a:xfrm>
            <a:custGeom>
              <a:avLst/>
              <a:gdLst/>
              <a:ahLst/>
              <a:cxnLst/>
              <a:rect l="l" t="t" r="r" b="b"/>
              <a:pathLst>
                <a:path w="1883409" h="323850">
                  <a:moveTo>
                    <a:pt x="1883040" y="323369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865291" y="323369"/>
                  </a:lnTo>
                  <a:lnTo>
                    <a:pt x="1883040" y="323369"/>
                  </a:lnTo>
                  <a:close/>
                </a:path>
              </a:pathLst>
            </a:custGeom>
            <a:solidFill>
              <a:srgbClr val="A7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6974738" y="4287369"/>
              <a:ext cx="1865630" cy="320675"/>
            </a:xfrm>
            <a:custGeom>
              <a:avLst/>
              <a:gdLst/>
              <a:ahLst/>
              <a:cxnLst/>
              <a:rect l="l" t="t" r="r" b="b"/>
              <a:pathLst>
                <a:path w="1865629" h="320675">
                  <a:moveTo>
                    <a:pt x="1865292" y="320321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847543" y="320321"/>
                  </a:lnTo>
                  <a:lnTo>
                    <a:pt x="1865292" y="320321"/>
                  </a:lnTo>
                  <a:close/>
                </a:path>
              </a:pathLst>
            </a:custGeom>
            <a:solidFill>
              <a:srgbClr val="A8B9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6974738" y="4290417"/>
              <a:ext cx="1847850" cy="317500"/>
            </a:xfrm>
            <a:custGeom>
              <a:avLst/>
              <a:gdLst/>
              <a:ahLst/>
              <a:cxnLst/>
              <a:rect l="l" t="t" r="r" b="b"/>
              <a:pathLst>
                <a:path w="1847850" h="317500">
                  <a:moveTo>
                    <a:pt x="1847542" y="317273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829793" y="317273"/>
                  </a:lnTo>
                  <a:lnTo>
                    <a:pt x="1847542" y="317273"/>
                  </a:lnTo>
                  <a:close/>
                </a:path>
              </a:pathLst>
            </a:custGeom>
            <a:solidFill>
              <a:srgbClr val="A9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6974738" y="4293465"/>
              <a:ext cx="1830070" cy="314325"/>
            </a:xfrm>
            <a:custGeom>
              <a:avLst/>
              <a:gdLst/>
              <a:ahLst/>
              <a:cxnLst/>
              <a:rect l="l" t="t" r="r" b="b"/>
              <a:pathLst>
                <a:path w="1830070" h="314325">
                  <a:moveTo>
                    <a:pt x="1829794" y="314225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812045" y="314225"/>
                  </a:lnTo>
                  <a:lnTo>
                    <a:pt x="1829794" y="314225"/>
                  </a:lnTo>
                  <a:close/>
                </a:path>
              </a:pathLst>
            </a:custGeom>
            <a:solidFill>
              <a:srgbClr val="ABBB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6974738" y="4296513"/>
              <a:ext cx="1812289" cy="311785"/>
            </a:xfrm>
            <a:custGeom>
              <a:avLst/>
              <a:gdLst/>
              <a:ahLst/>
              <a:cxnLst/>
              <a:rect l="l" t="t" r="r" b="b"/>
              <a:pathLst>
                <a:path w="1812290" h="311785">
                  <a:moveTo>
                    <a:pt x="1812044" y="311177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794295" y="311177"/>
                  </a:lnTo>
                  <a:lnTo>
                    <a:pt x="1812044" y="311177"/>
                  </a:lnTo>
                  <a:close/>
                </a:path>
              </a:pathLst>
            </a:custGeom>
            <a:solidFill>
              <a:srgbClr val="ACBC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6974738" y="4299561"/>
              <a:ext cx="1794510" cy="308610"/>
            </a:xfrm>
            <a:custGeom>
              <a:avLst/>
              <a:gdLst/>
              <a:ahLst/>
              <a:cxnLst/>
              <a:rect l="l" t="t" r="r" b="b"/>
              <a:pathLst>
                <a:path w="1794509" h="308610">
                  <a:moveTo>
                    <a:pt x="1794295" y="308129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776546" y="308129"/>
                  </a:lnTo>
                  <a:lnTo>
                    <a:pt x="1794295" y="308129"/>
                  </a:lnTo>
                  <a:close/>
                </a:path>
              </a:pathLst>
            </a:custGeom>
            <a:solidFill>
              <a:srgbClr val="AD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6974738" y="4302609"/>
              <a:ext cx="1776730" cy="305435"/>
            </a:xfrm>
            <a:custGeom>
              <a:avLst/>
              <a:gdLst/>
              <a:ahLst/>
              <a:cxnLst/>
              <a:rect l="l" t="t" r="r" b="b"/>
              <a:pathLst>
                <a:path w="1776729" h="305435">
                  <a:moveTo>
                    <a:pt x="1776547" y="305081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754360" y="305081"/>
                  </a:lnTo>
                  <a:lnTo>
                    <a:pt x="1776547" y="305081"/>
                  </a:lnTo>
                  <a:close/>
                </a:path>
              </a:pathLst>
            </a:custGeom>
            <a:solidFill>
              <a:srgbClr val="AEBE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6974738" y="4306419"/>
              <a:ext cx="1754505" cy="301625"/>
            </a:xfrm>
            <a:custGeom>
              <a:avLst/>
              <a:gdLst/>
              <a:ahLst/>
              <a:cxnLst/>
              <a:rect l="l" t="t" r="r" b="b"/>
              <a:pathLst>
                <a:path w="1754504" h="301625">
                  <a:moveTo>
                    <a:pt x="1754360" y="301271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736611" y="301271"/>
                  </a:lnTo>
                  <a:lnTo>
                    <a:pt x="1754360" y="301271"/>
                  </a:lnTo>
                  <a:close/>
                </a:path>
              </a:pathLst>
            </a:custGeom>
            <a:solidFill>
              <a:srgbClr val="B0BE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6974738" y="4309467"/>
              <a:ext cx="1736725" cy="298450"/>
            </a:xfrm>
            <a:custGeom>
              <a:avLst/>
              <a:gdLst/>
              <a:ahLst/>
              <a:cxnLst/>
              <a:rect l="l" t="t" r="r" b="b"/>
              <a:pathLst>
                <a:path w="1736725" h="298450">
                  <a:moveTo>
                    <a:pt x="1736611" y="298223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718861" y="298223"/>
                  </a:lnTo>
                  <a:lnTo>
                    <a:pt x="1736611" y="298223"/>
                  </a:lnTo>
                  <a:close/>
                </a:path>
              </a:pathLst>
            </a:custGeom>
            <a:solidFill>
              <a:srgbClr val="B1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6974738" y="4312515"/>
              <a:ext cx="1718945" cy="295275"/>
            </a:xfrm>
            <a:custGeom>
              <a:avLst/>
              <a:gdLst/>
              <a:ahLst/>
              <a:cxnLst/>
              <a:rect l="l" t="t" r="r" b="b"/>
              <a:pathLst>
                <a:path w="1718945" h="295275">
                  <a:moveTo>
                    <a:pt x="1718862" y="295175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701113" y="295175"/>
                  </a:lnTo>
                  <a:lnTo>
                    <a:pt x="1718862" y="295175"/>
                  </a:lnTo>
                  <a:close/>
                </a:path>
              </a:pathLst>
            </a:custGeom>
            <a:solidFill>
              <a:srgbClr val="B2C0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6974738" y="4315563"/>
              <a:ext cx="1701164" cy="292735"/>
            </a:xfrm>
            <a:custGeom>
              <a:avLst/>
              <a:gdLst/>
              <a:ahLst/>
              <a:cxnLst/>
              <a:rect l="l" t="t" r="r" b="b"/>
              <a:pathLst>
                <a:path w="1701165" h="292735">
                  <a:moveTo>
                    <a:pt x="1701113" y="292127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683364" y="292127"/>
                  </a:lnTo>
                  <a:lnTo>
                    <a:pt x="1701113" y="292127"/>
                  </a:lnTo>
                  <a:close/>
                </a:path>
              </a:pathLst>
            </a:custGeom>
            <a:solidFill>
              <a:srgbClr val="B3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6974738" y="4318611"/>
              <a:ext cx="1683385" cy="289560"/>
            </a:xfrm>
            <a:custGeom>
              <a:avLst/>
              <a:gdLst/>
              <a:ahLst/>
              <a:cxnLst/>
              <a:rect l="l" t="t" r="r" b="b"/>
              <a:pathLst>
                <a:path w="1683384" h="289560">
                  <a:moveTo>
                    <a:pt x="1683363" y="289079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665614" y="289079"/>
                  </a:lnTo>
                  <a:lnTo>
                    <a:pt x="1683363" y="289079"/>
                  </a:lnTo>
                  <a:close/>
                </a:path>
              </a:pathLst>
            </a:custGeom>
            <a:solidFill>
              <a:srgbClr val="B4C2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6974738" y="4321659"/>
              <a:ext cx="1666239" cy="286385"/>
            </a:xfrm>
            <a:custGeom>
              <a:avLst/>
              <a:gdLst/>
              <a:ahLst/>
              <a:cxnLst/>
              <a:rect l="l" t="t" r="r" b="b"/>
              <a:pathLst>
                <a:path w="1666240" h="286385">
                  <a:moveTo>
                    <a:pt x="1665615" y="286031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647866" y="286031"/>
                  </a:lnTo>
                  <a:lnTo>
                    <a:pt x="1665615" y="286031"/>
                  </a:lnTo>
                  <a:close/>
                </a:path>
              </a:pathLst>
            </a:custGeom>
            <a:solidFill>
              <a:srgbClr val="B6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6974738" y="4324707"/>
              <a:ext cx="1648460" cy="283210"/>
            </a:xfrm>
            <a:custGeom>
              <a:avLst/>
              <a:gdLst/>
              <a:ahLst/>
              <a:cxnLst/>
              <a:rect l="l" t="t" r="r" b="b"/>
              <a:pathLst>
                <a:path w="1648459" h="283210">
                  <a:moveTo>
                    <a:pt x="1647865" y="282983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630116" y="282983"/>
                  </a:lnTo>
                  <a:lnTo>
                    <a:pt x="1647865" y="282983"/>
                  </a:lnTo>
                  <a:close/>
                </a:path>
              </a:pathLst>
            </a:custGeom>
            <a:solidFill>
              <a:srgbClr val="B7C4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6974738" y="4327755"/>
              <a:ext cx="1630680" cy="280035"/>
            </a:xfrm>
            <a:custGeom>
              <a:avLst/>
              <a:gdLst/>
              <a:ahLst/>
              <a:cxnLst/>
              <a:rect l="l" t="t" r="r" b="b"/>
              <a:pathLst>
                <a:path w="1630679" h="280035">
                  <a:moveTo>
                    <a:pt x="1630116" y="279935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612367" y="279935"/>
                  </a:lnTo>
                  <a:lnTo>
                    <a:pt x="1630116" y="279935"/>
                  </a:lnTo>
                  <a:close/>
                </a:path>
              </a:pathLst>
            </a:custGeom>
            <a:solidFill>
              <a:srgbClr val="B8C5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6974738" y="4330803"/>
              <a:ext cx="1612900" cy="277495"/>
            </a:xfrm>
            <a:custGeom>
              <a:avLst/>
              <a:gdLst/>
              <a:ahLst/>
              <a:cxnLst/>
              <a:rect l="l" t="t" r="r" b="b"/>
              <a:pathLst>
                <a:path w="1612900" h="277495">
                  <a:moveTo>
                    <a:pt x="1612367" y="276887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590181" y="276887"/>
                  </a:lnTo>
                  <a:lnTo>
                    <a:pt x="1612367" y="276887"/>
                  </a:lnTo>
                  <a:close/>
                </a:path>
              </a:pathLst>
            </a:custGeom>
            <a:solidFill>
              <a:srgbClr val="B9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6974738" y="4334613"/>
              <a:ext cx="1590675" cy="273685"/>
            </a:xfrm>
            <a:custGeom>
              <a:avLst/>
              <a:gdLst/>
              <a:ahLst/>
              <a:cxnLst/>
              <a:rect l="l" t="t" r="r" b="b"/>
              <a:pathLst>
                <a:path w="1590675" h="273685">
                  <a:moveTo>
                    <a:pt x="1590181" y="273077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572432" y="273077"/>
                  </a:lnTo>
                  <a:lnTo>
                    <a:pt x="1590181" y="273077"/>
                  </a:lnTo>
                  <a:close/>
                </a:path>
              </a:pathLst>
            </a:custGeom>
            <a:solidFill>
              <a:srgbClr val="BAC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6974738" y="4337661"/>
              <a:ext cx="1572895" cy="270510"/>
            </a:xfrm>
            <a:custGeom>
              <a:avLst/>
              <a:gdLst/>
              <a:ahLst/>
              <a:cxnLst/>
              <a:rect l="l" t="t" r="r" b="b"/>
              <a:pathLst>
                <a:path w="1572895" h="270510">
                  <a:moveTo>
                    <a:pt x="1572431" y="270029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554682" y="270029"/>
                  </a:lnTo>
                  <a:lnTo>
                    <a:pt x="1572431" y="270029"/>
                  </a:lnTo>
                  <a:close/>
                </a:path>
              </a:pathLst>
            </a:custGeom>
            <a:solidFill>
              <a:srgbClr val="BB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6974738" y="4340709"/>
              <a:ext cx="1555115" cy="267335"/>
            </a:xfrm>
            <a:custGeom>
              <a:avLst/>
              <a:gdLst/>
              <a:ahLst/>
              <a:cxnLst/>
              <a:rect l="l" t="t" r="r" b="b"/>
              <a:pathLst>
                <a:path w="1555115" h="267335">
                  <a:moveTo>
                    <a:pt x="1554683" y="266981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536934" y="266981"/>
                  </a:lnTo>
                  <a:lnTo>
                    <a:pt x="1554683" y="266981"/>
                  </a:lnTo>
                  <a:close/>
                </a:path>
              </a:pathLst>
            </a:custGeom>
            <a:solidFill>
              <a:srgbClr val="BC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6974738" y="4343757"/>
              <a:ext cx="1537335" cy="264160"/>
            </a:xfrm>
            <a:custGeom>
              <a:avLst/>
              <a:gdLst/>
              <a:ahLst/>
              <a:cxnLst/>
              <a:rect l="l" t="t" r="r" b="b"/>
              <a:pathLst>
                <a:path w="1537334" h="264160">
                  <a:moveTo>
                    <a:pt x="1536933" y="263933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519184" y="263933"/>
                  </a:lnTo>
                  <a:lnTo>
                    <a:pt x="1536933" y="263933"/>
                  </a:lnTo>
                  <a:close/>
                </a:path>
              </a:pathLst>
            </a:custGeom>
            <a:solidFill>
              <a:srgbClr val="BEC9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6974738" y="4346805"/>
              <a:ext cx="1519555" cy="260985"/>
            </a:xfrm>
            <a:custGeom>
              <a:avLst/>
              <a:gdLst/>
              <a:ahLst/>
              <a:cxnLst/>
              <a:rect l="l" t="t" r="r" b="b"/>
              <a:pathLst>
                <a:path w="1519554" h="260985">
                  <a:moveTo>
                    <a:pt x="1519184" y="260885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501435" y="260885"/>
                  </a:lnTo>
                  <a:lnTo>
                    <a:pt x="1519184" y="260885"/>
                  </a:lnTo>
                  <a:close/>
                </a:path>
              </a:pathLst>
            </a:custGeom>
            <a:solidFill>
              <a:srgbClr val="BF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6974738" y="4349853"/>
              <a:ext cx="1501775" cy="258445"/>
            </a:xfrm>
            <a:custGeom>
              <a:avLst/>
              <a:gdLst/>
              <a:ahLst/>
              <a:cxnLst/>
              <a:rect l="l" t="t" r="r" b="b"/>
              <a:pathLst>
                <a:path w="1501775" h="258445">
                  <a:moveTo>
                    <a:pt x="1501436" y="257837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483686" y="257837"/>
                  </a:lnTo>
                  <a:lnTo>
                    <a:pt x="1501436" y="257837"/>
                  </a:lnTo>
                  <a:close/>
                </a:path>
              </a:pathLst>
            </a:custGeom>
            <a:solidFill>
              <a:srgbClr val="C0CB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6974738" y="4352901"/>
              <a:ext cx="1483995" cy="255270"/>
            </a:xfrm>
            <a:custGeom>
              <a:avLst/>
              <a:gdLst/>
              <a:ahLst/>
              <a:cxnLst/>
              <a:rect l="l" t="t" r="r" b="b"/>
              <a:pathLst>
                <a:path w="1483995" h="255270">
                  <a:moveTo>
                    <a:pt x="1483686" y="254789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465937" y="254789"/>
                  </a:lnTo>
                  <a:lnTo>
                    <a:pt x="1483686" y="254789"/>
                  </a:lnTo>
                  <a:close/>
                </a:path>
              </a:pathLst>
            </a:custGeom>
            <a:solidFill>
              <a:srgbClr val="C1CC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6974738" y="4355949"/>
              <a:ext cx="1466215" cy="252095"/>
            </a:xfrm>
            <a:custGeom>
              <a:avLst/>
              <a:gdLst/>
              <a:ahLst/>
              <a:cxnLst/>
              <a:rect l="l" t="t" r="r" b="b"/>
              <a:pathLst>
                <a:path w="1466215" h="252095">
                  <a:moveTo>
                    <a:pt x="1465937" y="251741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448187" y="251741"/>
                  </a:lnTo>
                  <a:lnTo>
                    <a:pt x="1465937" y="251741"/>
                  </a:lnTo>
                  <a:close/>
                </a:path>
              </a:pathLst>
            </a:custGeom>
            <a:solidFill>
              <a:srgbClr val="C2CD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6974738" y="4358997"/>
              <a:ext cx="1448435" cy="248920"/>
            </a:xfrm>
            <a:custGeom>
              <a:avLst/>
              <a:gdLst/>
              <a:ahLst/>
              <a:cxnLst/>
              <a:rect l="l" t="t" r="r" b="b"/>
              <a:pathLst>
                <a:path w="1448434" h="248920">
                  <a:moveTo>
                    <a:pt x="1448188" y="248693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426002" y="248693"/>
                  </a:lnTo>
                  <a:lnTo>
                    <a:pt x="1448188" y="248693"/>
                  </a:lnTo>
                  <a:close/>
                </a:path>
              </a:pathLst>
            </a:custGeom>
            <a:solidFill>
              <a:srgbClr val="C3CE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6974738" y="4362807"/>
              <a:ext cx="1426210" cy="245110"/>
            </a:xfrm>
            <a:custGeom>
              <a:avLst/>
              <a:gdLst/>
              <a:ahLst/>
              <a:cxnLst/>
              <a:rect l="l" t="t" r="r" b="b"/>
              <a:pathLst>
                <a:path w="1426209" h="245110">
                  <a:moveTo>
                    <a:pt x="1426002" y="244883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408252" y="244883"/>
                  </a:lnTo>
                  <a:lnTo>
                    <a:pt x="1426002" y="244883"/>
                  </a:lnTo>
                  <a:close/>
                </a:path>
              </a:pathLst>
            </a:custGeom>
            <a:solidFill>
              <a:srgbClr val="C4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6974738" y="4365855"/>
              <a:ext cx="1408430" cy="241935"/>
            </a:xfrm>
            <a:custGeom>
              <a:avLst/>
              <a:gdLst/>
              <a:ahLst/>
              <a:cxnLst/>
              <a:rect l="l" t="t" r="r" b="b"/>
              <a:pathLst>
                <a:path w="1408429" h="241935">
                  <a:moveTo>
                    <a:pt x="1408252" y="241835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390503" y="241835"/>
                  </a:lnTo>
                  <a:lnTo>
                    <a:pt x="1408252" y="241835"/>
                  </a:lnTo>
                  <a:close/>
                </a:path>
              </a:pathLst>
            </a:custGeom>
            <a:solidFill>
              <a:srgbClr val="C5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6974738" y="4368903"/>
              <a:ext cx="1390650" cy="239395"/>
            </a:xfrm>
            <a:custGeom>
              <a:avLst/>
              <a:gdLst/>
              <a:ahLst/>
              <a:cxnLst/>
              <a:rect l="l" t="t" r="r" b="b"/>
              <a:pathLst>
                <a:path w="1390650" h="239395">
                  <a:moveTo>
                    <a:pt x="1390504" y="238787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372755" y="238787"/>
                  </a:lnTo>
                  <a:lnTo>
                    <a:pt x="1390504" y="238787"/>
                  </a:lnTo>
                  <a:close/>
                </a:path>
              </a:pathLst>
            </a:custGeom>
            <a:solidFill>
              <a:srgbClr val="C6D0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6974738" y="4371951"/>
              <a:ext cx="1372870" cy="236220"/>
            </a:xfrm>
            <a:custGeom>
              <a:avLst/>
              <a:gdLst/>
              <a:ahLst/>
              <a:cxnLst/>
              <a:rect l="l" t="t" r="r" b="b"/>
              <a:pathLst>
                <a:path w="1372870" h="236220">
                  <a:moveTo>
                    <a:pt x="1372754" y="235739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355005" y="235739"/>
                  </a:lnTo>
                  <a:lnTo>
                    <a:pt x="1372754" y="235739"/>
                  </a:lnTo>
                  <a:close/>
                </a:path>
              </a:pathLst>
            </a:custGeom>
            <a:solidFill>
              <a:srgbClr val="C7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6974738" y="4374999"/>
              <a:ext cx="1355090" cy="233045"/>
            </a:xfrm>
            <a:custGeom>
              <a:avLst/>
              <a:gdLst/>
              <a:ahLst/>
              <a:cxnLst/>
              <a:rect l="l" t="t" r="r" b="b"/>
              <a:pathLst>
                <a:path w="1355090" h="233045">
                  <a:moveTo>
                    <a:pt x="1355005" y="232691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337256" y="232691"/>
                  </a:lnTo>
                  <a:lnTo>
                    <a:pt x="1355005" y="232691"/>
                  </a:lnTo>
                  <a:close/>
                </a:path>
              </a:pathLst>
            </a:custGeom>
            <a:solidFill>
              <a:srgbClr val="C8D2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6974738" y="4378047"/>
              <a:ext cx="1337310" cy="229870"/>
            </a:xfrm>
            <a:custGeom>
              <a:avLst/>
              <a:gdLst/>
              <a:ahLst/>
              <a:cxnLst/>
              <a:rect l="l" t="t" r="r" b="b"/>
              <a:pathLst>
                <a:path w="1337309" h="229870">
                  <a:moveTo>
                    <a:pt x="1337256" y="229643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319507" y="229643"/>
                  </a:lnTo>
                  <a:lnTo>
                    <a:pt x="1337256" y="229643"/>
                  </a:lnTo>
                  <a:close/>
                </a:path>
              </a:pathLst>
            </a:custGeom>
            <a:solidFill>
              <a:srgbClr val="C9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6974738" y="4381095"/>
              <a:ext cx="1319530" cy="226695"/>
            </a:xfrm>
            <a:custGeom>
              <a:avLst/>
              <a:gdLst/>
              <a:ahLst/>
              <a:cxnLst/>
              <a:rect l="l" t="t" r="r" b="b"/>
              <a:pathLst>
                <a:path w="1319529" h="226695">
                  <a:moveTo>
                    <a:pt x="1319507" y="226595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301758" y="226595"/>
                  </a:lnTo>
                  <a:lnTo>
                    <a:pt x="1319507" y="226595"/>
                  </a:lnTo>
                  <a:close/>
                </a:path>
              </a:pathLst>
            </a:custGeom>
            <a:solidFill>
              <a:srgbClr val="CA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6974738" y="4384143"/>
              <a:ext cx="1302385" cy="224154"/>
            </a:xfrm>
            <a:custGeom>
              <a:avLst/>
              <a:gdLst/>
              <a:ahLst/>
              <a:cxnLst/>
              <a:rect l="l" t="t" r="r" b="b"/>
              <a:pathLst>
                <a:path w="1302384" h="224154">
                  <a:moveTo>
                    <a:pt x="1301758" y="223547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284009" y="223547"/>
                  </a:lnTo>
                  <a:lnTo>
                    <a:pt x="1301758" y="223547"/>
                  </a:lnTo>
                  <a:close/>
                </a:path>
              </a:pathLst>
            </a:custGeom>
            <a:solidFill>
              <a:srgbClr val="CBD4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6974738" y="4387191"/>
              <a:ext cx="1284605" cy="220979"/>
            </a:xfrm>
            <a:custGeom>
              <a:avLst/>
              <a:gdLst/>
              <a:ahLst/>
              <a:cxnLst/>
              <a:rect l="l" t="t" r="r" b="b"/>
              <a:pathLst>
                <a:path w="1284604" h="220979">
                  <a:moveTo>
                    <a:pt x="1284009" y="220499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261823" y="220499"/>
                  </a:lnTo>
                  <a:lnTo>
                    <a:pt x="1284009" y="220499"/>
                  </a:lnTo>
                  <a:close/>
                </a:path>
              </a:pathLst>
            </a:custGeom>
            <a:solidFill>
              <a:srgbClr val="CCD5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6974738" y="4391001"/>
              <a:ext cx="1262380" cy="217170"/>
            </a:xfrm>
            <a:custGeom>
              <a:avLst/>
              <a:gdLst/>
              <a:ahLst/>
              <a:cxnLst/>
              <a:rect l="l" t="t" r="r" b="b"/>
              <a:pathLst>
                <a:path w="1262379" h="217170">
                  <a:moveTo>
                    <a:pt x="1261822" y="216689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244073" y="216689"/>
                  </a:lnTo>
                  <a:lnTo>
                    <a:pt x="1261822" y="216689"/>
                  </a:lnTo>
                  <a:close/>
                </a:path>
              </a:pathLst>
            </a:custGeom>
            <a:solidFill>
              <a:srgbClr val="CDD6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6974738" y="4394049"/>
              <a:ext cx="1244600" cy="213995"/>
            </a:xfrm>
            <a:custGeom>
              <a:avLst/>
              <a:gdLst/>
              <a:ahLst/>
              <a:cxnLst/>
              <a:rect l="l" t="t" r="r" b="b"/>
              <a:pathLst>
                <a:path w="1244600" h="213995">
                  <a:moveTo>
                    <a:pt x="1244073" y="213641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226324" y="213641"/>
                  </a:lnTo>
                  <a:lnTo>
                    <a:pt x="1244073" y="213641"/>
                  </a:lnTo>
                  <a:close/>
                </a:path>
              </a:pathLst>
            </a:custGeom>
            <a:solidFill>
              <a:srgbClr val="CED7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6974738" y="4397097"/>
              <a:ext cx="1226820" cy="210820"/>
            </a:xfrm>
            <a:custGeom>
              <a:avLst/>
              <a:gdLst/>
              <a:ahLst/>
              <a:cxnLst/>
              <a:rect l="l" t="t" r="r" b="b"/>
              <a:pathLst>
                <a:path w="1226820" h="210820">
                  <a:moveTo>
                    <a:pt x="1226324" y="210593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208575" y="210593"/>
                  </a:lnTo>
                  <a:lnTo>
                    <a:pt x="1226324" y="210593"/>
                  </a:lnTo>
                  <a:close/>
                </a:path>
              </a:pathLst>
            </a:custGeom>
            <a:solidFill>
              <a:srgbClr val="CF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6974738" y="4400145"/>
              <a:ext cx="1209040" cy="207645"/>
            </a:xfrm>
            <a:custGeom>
              <a:avLst/>
              <a:gdLst/>
              <a:ahLst/>
              <a:cxnLst/>
              <a:rect l="l" t="t" r="r" b="b"/>
              <a:pathLst>
                <a:path w="1209040" h="207645">
                  <a:moveTo>
                    <a:pt x="1208575" y="207545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190826" y="207545"/>
                  </a:lnTo>
                  <a:lnTo>
                    <a:pt x="1208575" y="207545"/>
                  </a:lnTo>
                  <a:close/>
                </a:path>
              </a:pathLst>
            </a:custGeom>
            <a:solidFill>
              <a:srgbClr val="D0D8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6974738" y="4403193"/>
              <a:ext cx="1191260" cy="205104"/>
            </a:xfrm>
            <a:custGeom>
              <a:avLst/>
              <a:gdLst/>
              <a:ahLst/>
              <a:cxnLst/>
              <a:rect l="l" t="t" r="r" b="b"/>
              <a:pathLst>
                <a:path w="1191259" h="205104">
                  <a:moveTo>
                    <a:pt x="1190827" y="204497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173078" y="204497"/>
                  </a:lnTo>
                  <a:lnTo>
                    <a:pt x="1190827" y="204497"/>
                  </a:lnTo>
                  <a:close/>
                </a:path>
              </a:pathLst>
            </a:custGeom>
            <a:solidFill>
              <a:srgbClr val="D1D9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6974738" y="4406241"/>
              <a:ext cx="1173480" cy="201930"/>
            </a:xfrm>
            <a:custGeom>
              <a:avLst/>
              <a:gdLst/>
              <a:ahLst/>
              <a:cxnLst/>
              <a:rect l="l" t="t" r="r" b="b"/>
              <a:pathLst>
                <a:path w="1173479" h="201929">
                  <a:moveTo>
                    <a:pt x="1173077" y="201449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155328" y="201449"/>
                  </a:lnTo>
                  <a:lnTo>
                    <a:pt x="1173077" y="201449"/>
                  </a:lnTo>
                  <a:close/>
                </a:path>
              </a:pathLst>
            </a:custGeom>
            <a:solidFill>
              <a:srgbClr val="D2DA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6974738" y="4409289"/>
              <a:ext cx="1155700" cy="198755"/>
            </a:xfrm>
            <a:custGeom>
              <a:avLst/>
              <a:gdLst/>
              <a:ahLst/>
              <a:cxnLst/>
              <a:rect l="l" t="t" r="r" b="b"/>
              <a:pathLst>
                <a:path w="1155700" h="198754">
                  <a:moveTo>
                    <a:pt x="1155328" y="198401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137579" y="198401"/>
                  </a:lnTo>
                  <a:lnTo>
                    <a:pt x="1155328" y="198401"/>
                  </a:lnTo>
                  <a:close/>
                </a:path>
              </a:pathLst>
            </a:custGeom>
            <a:solidFill>
              <a:srgbClr val="D3DA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6974738" y="4412337"/>
              <a:ext cx="1137920" cy="195580"/>
            </a:xfrm>
            <a:custGeom>
              <a:avLst/>
              <a:gdLst/>
              <a:ahLst/>
              <a:cxnLst/>
              <a:rect l="l" t="t" r="r" b="b"/>
              <a:pathLst>
                <a:path w="1137920" h="195579">
                  <a:moveTo>
                    <a:pt x="1137579" y="195353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119830" y="195353"/>
                  </a:lnTo>
                  <a:lnTo>
                    <a:pt x="1137579" y="195353"/>
                  </a:lnTo>
                  <a:close/>
                </a:path>
              </a:pathLst>
            </a:custGeom>
            <a:solidFill>
              <a:srgbClr val="D4DB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6974738" y="4415385"/>
              <a:ext cx="1120140" cy="192405"/>
            </a:xfrm>
            <a:custGeom>
              <a:avLst/>
              <a:gdLst/>
              <a:ahLst/>
              <a:cxnLst/>
              <a:rect l="l" t="t" r="r" b="b"/>
              <a:pathLst>
                <a:path w="1120140" h="192404">
                  <a:moveTo>
                    <a:pt x="1119830" y="192305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097643" y="192305"/>
                  </a:lnTo>
                  <a:lnTo>
                    <a:pt x="1119830" y="192305"/>
                  </a:lnTo>
                  <a:close/>
                </a:path>
              </a:pathLst>
            </a:custGeom>
            <a:solidFill>
              <a:srgbClr val="D5DC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6974738" y="4419195"/>
              <a:ext cx="1097915" cy="188595"/>
            </a:xfrm>
            <a:custGeom>
              <a:avLst/>
              <a:gdLst/>
              <a:ahLst/>
              <a:cxnLst/>
              <a:rect l="l" t="t" r="r" b="b"/>
              <a:pathLst>
                <a:path w="1097915" h="188595">
                  <a:moveTo>
                    <a:pt x="1097643" y="188495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079894" y="188495"/>
                  </a:lnTo>
                  <a:lnTo>
                    <a:pt x="1097643" y="188495"/>
                  </a:lnTo>
                  <a:close/>
                </a:path>
              </a:pathLst>
            </a:custGeom>
            <a:solidFill>
              <a:srgbClr val="D5DD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6974738" y="4422243"/>
              <a:ext cx="1080135" cy="186055"/>
            </a:xfrm>
            <a:custGeom>
              <a:avLst/>
              <a:gdLst/>
              <a:ahLst/>
              <a:cxnLst/>
              <a:rect l="l" t="t" r="r" b="b"/>
              <a:pathLst>
                <a:path w="1080134" h="186054">
                  <a:moveTo>
                    <a:pt x="1079895" y="185447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062146" y="185447"/>
                  </a:lnTo>
                  <a:lnTo>
                    <a:pt x="1079895" y="185447"/>
                  </a:lnTo>
                  <a:close/>
                </a:path>
              </a:pathLst>
            </a:custGeom>
            <a:solidFill>
              <a:srgbClr val="D6DD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6974738" y="4425291"/>
              <a:ext cx="1062355" cy="182880"/>
            </a:xfrm>
            <a:custGeom>
              <a:avLst/>
              <a:gdLst/>
              <a:ahLst/>
              <a:cxnLst/>
              <a:rect l="l" t="t" r="r" b="b"/>
              <a:pathLst>
                <a:path w="1062354" h="182879">
                  <a:moveTo>
                    <a:pt x="1062145" y="182399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044396" y="182399"/>
                  </a:lnTo>
                  <a:lnTo>
                    <a:pt x="1062145" y="182399"/>
                  </a:lnTo>
                  <a:close/>
                </a:path>
              </a:pathLst>
            </a:custGeom>
            <a:solidFill>
              <a:srgbClr val="D7DE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6974738" y="4428339"/>
              <a:ext cx="1044575" cy="179705"/>
            </a:xfrm>
            <a:custGeom>
              <a:avLst/>
              <a:gdLst/>
              <a:ahLst/>
              <a:cxnLst/>
              <a:rect l="l" t="t" r="r" b="b"/>
              <a:pathLst>
                <a:path w="1044575" h="179704">
                  <a:moveTo>
                    <a:pt x="1044396" y="179351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026647" y="179351"/>
                  </a:lnTo>
                  <a:lnTo>
                    <a:pt x="1044396" y="179351"/>
                  </a:lnTo>
                  <a:close/>
                </a:path>
              </a:pathLst>
            </a:custGeom>
            <a:solidFill>
              <a:srgbClr val="D8DF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6974738" y="4431387"/>
              <a:ext cx="1026794" cy="176530"/>
            </a:xfrm>
            <a:custGeom>
              <a:avLst/>
              <a:gdLst/>
              <a:ahLst/>
              <a:cxnLst/>
              <a:rect l="l" t="t" r="r" b="b"/>
              <a:pathLst>
                <a:path w="1026795" h="176529">
                  <a:moveTo>
                    <a:pt x="1026647" y="176303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008898" y="176303"/>
                  </a:lnTo>
                  <a:lnTo>
                    <a:pt x="1026647" y="176303"/>
                  </a:lnTo>
                  <a:close/>
                </a:path>
              </a:pathLst>
            </a:custGeom>
            <a:solidFill>
              <a:srgbClr val="D9DF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6974738" y="4434435"/>
              <a:ext cx="1009015" cy="173355"/>
            </a:xfrm>
            <a:custGeom>
              <a:avLst/>
              <a:gdLst/>
              <a:ahLst/>
              <a:cxnLst/>
              <a:rect l="l" t="t" r="r" b="b"/>
              <a:pathLst>
                <a:path w="1009015" h="173354">
                  <a:moveTo>
                    <a:pt x="1008898" y="173255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991149" y="173255"/>
                  </a:lnTo>
                  <a:lnTo>
                    <a:pt x="1008898" y="173255"/>
                  </a:lnTo>
                  <a:close/>
                </a:path>
              </a:pathLst>
            </a:custGeom>
            <a:solidFill>
              <a:srgbClr val="DAE0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6974725" y="4437484"/>
              <a:ext cx="991235" cy="170815"/>
            </a:xfrm>
            <a:custGeom>
              <a:avLst/>
              <a:gdLst/>
              <a:ahLst/>
              <a:cxnLst/>
              <a:rect l="l" t="t" r="r" b="b"/>
              <a:pathLst>
                <a:path w="991234" h="170814">
                  <a:moveTo>
                    <a:pt x="991158" y="170218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0" y="6096"/>
                  </a:lnTo>
                  <a:lnTo>
                    <a:pt x="955662" y="170218"/>
                  </a:lnTo>
                  <a:lnTo>
                    <a:pt x="973404" y="170218"/>
                  </a:lnTo>
                  <a:lnTo>
                    <a:pt x="991158" y="170218"/>
                  </a:lnTo>
                  <a:close/>
                </a:path>
              </a:pathLst>
            </a:custGeom>
            <a:solidFill>
              <a:srgbClr val="DBE1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6974738" y="4443579"/>
              <a:ext cx="955675" cy="164465"/>
            </a:xfrm>
            <a:custGeom>
              <a:avLst/>
              <a:gdLst/>
              <a:ahLst/>
              <a:cxnLst/>
              <a:rect l="l" t="t" r="r" b="b"/>
              <a:pathLst>
                <a:path w="955675" h="164464">
                  <a:moveTo>
                    <a:pt x="955651" y="164111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937901" y="164111"/>
                  </a:lnTo>
                  <a:lnTo>
                    <a:pt x="955651" y="164111"/>
                  </a:lnTo>
                  <a:close/>
                </a:path>
              </a:pathLst>
            </a:custGeom>
            <a:solidFill>
              <a:srgbClr val="DCE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6974738" y="4446627"/>
              <a:ext cx="938530" cy="161290"/>
            </a:xfrm>
            <a:custGeom>
              <a:avLst/>
              <a:gdLst/>
              <a:ahLst/>
              <a:cxnLst/>
              <a:rect l="l" t="t" r="r" b="b"/>
              <a:pathLst>
                <a:path w="938529" h="161289">
                  <a:moveTo>
                    <a:pt x="937901" y="161063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915715" y="161063"/>
                  </a:lnTo>
                  <a:lnTo>
                    <a:pt x="937901" y="161063"/>
                  </a:lnTo>
                  <a:close/>
                </a:path>
              </a:pathLst>
            </a:custGeom>
            <a:solidFill>
              <a:srgbClr val="DDE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6974738" y="4450437"/>
              <a:ext cx="916305" cy="157480"/>
            </a:xfrm>
            <a:custGeom>
              <a:avLst/>
              <a:gdLst/>
              <a:ahLst/>
              <a:cxnLst/>
              <a:rect l="l" t="t" r="r" b="b"/>
              <a:pathLst>
                <a:path w="916304" h="157479">
                  <a:moveTo>
                    <a:pt x="915716" y="157253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897966" y="157253"/>
                  </a:lnTo>
                  <a:lnTo>
                    <a:pt x="915716" y="157253"/>
                  </a:lnTo>
                  <a:close/>
                </a:path>
              </a:pathLst>
            </a:custGeom>
            <a:solidFill>
              <a:srgbClr val="DEE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6974738" y="4453485"/>
              <a:ext cx="898525" cy="154305"/>
            </a:xfrm>
            <a:custGeom>
              <a:avLst/>
              <a:gdLst/>
              <a:ahLst/>
              <a:cxnLst/>
              <a:rect l="l" t="t" r="r" b="b"/>
              <a:pathLst>
                <a:path w="898525" h="154304">
                  <a:moveTo>
                    <a:pt x="897966" y="154205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880217" y="154205"/>
                  </a:lnTo>
                  <a:lnTo>
                    <a:pt x="897966" y="154205"/>
                  </a:lnTo>
                  <a:close/>
                </a:path>
              </a:pathLst>
            </a:custGeom>
            <a:solidFill>
              <a:srgbClr val="DEE4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6974738" y="4456533"/>
              <a:ext cx="880744" cy="151765"/>
            </a:xfrm>
            <a:custGeom>
              <a:avLst/>
              <a:gdLst/>
              <a:ahLst/>
              <a:cxnLst/>
              <a:rect l="l" t="t" r="r" b="b"/>
              <a:pathLst>
                <a:path w="880745" h="151764">
                  <a:moveTo>
                    <a:pt x="880217" y="151157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862467" y="151157"/>
                  </a:lnTo>
                  <a:lnTo>
                    <a:pt x="880217" y="151157"/>
                  </a:lnTo>
                  <a:close/>
                </a:path>
              </a:pathLst>
            </a:custGeom>
            <a:solidFill>
              <a:srgbClr val="DFE5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6974738" y="4459581"/>
              <a:ext cx="862965" cy="148590"/>
            </a:xfrm>
            <a:custGeom>
              <a:avLst/>
              <a:gdLst/>
              <a:ahLst/>
              <a:cxnLst/>
              <a:rect l="l" t="t" r="r" b="b"/>
              <a:pathLst>
                <a:path w="862965" h="148589">
                  <a:moveTo>
                    <a:pt x="862468" y="148109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844719" y="148109"/>
                  </a:lnTo>
                  <a:lnTo>
                    <a:pt x="862468" y="148109"/>
                  </a:lnTo>
                  <a:close/>
                </a:path>
              </a:pathLst>
            </a:custGeom>
            <a:solidFill>
              <a:srgbClr val="E0E5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6974725" y="4462630"/>
              <a:ext cx="845185" cy="145415"/>
            </a:xfrm>
            <a:custGeom>
              <a:avLst/>
              <a:gdLst/>
              <a:ahLst/>
              <a:cxnLst/>
              <a:rect l="l" t="t" r="r" b="b"/>
              <a:pathLst>
                <a:path w="845184" h="145414">
                  <a:moveTo>
                    <a:pt x="844727" y="145072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0" y="6096"/>
                  </a:lnTo>
                  <a:lnTo>
                    <a:pt x="809231" y="145072"/>
                  </a:lnTo>
                  <a:lnTo>
                    <a:pt x="826973" y="145072"/>
                  </a:lnTo>
                  <a:lnTo>
                    <a:pt x="844727" y="145072"/>
                  </a:lnTo>
                  <a:close/>
                </a:path>
              </a:pathLst>
            </a:custGeom>
            <a:solidFill>
              <a:srgbClr val="E1E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6974738" y="4468725"/>
              <a:ext cx="809625" cy="139065"/>
            </a:xfrm>
            <a:custGeom>
              <a:avLst/>
              <a:gdLst/>
              <a:ahLst/>
              <a:cxnLst/>
              <a:rect l="l" t="t" r="r" b="b"/>
              <a:pathLst>
                <a:path w="809625" h="139064">
                  <a:moveTo>
                    <a:pt x="809221" y="138965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791472" y="138965"/>
                  </a:lnTo>
                  <a:lnTo>
                    <a:pt x="809221" y="138965"/>
                  </a:lnTo>
                  <a:close/>
                </a:path>
              </a:pathLst>
            </a:custGeom>
            <a:solidFill>
              <a:srgbClr val="E2E7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6974738" y="4471773"/>
              <a:ext cx="791845" cy="136525"/>
            </a:xfrm>
            <a:custGeom>
              <a:avLst/>
              <a:gdLst/>
              <a:ahLst/>
              <a:cxnLst/>
              <a:rect l="l" t="t" r="r" b="b"/>
              <a:pathLst>
                <a:path w="791845" h="136525">
                  <a:moveTo>
                    <a:pt x="791471" y="135917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773722" y="135917"/>
                  </a:lnTo>
                  <a:lnTo>
                    <a:pt x="791471" y="135917"/>
                  </a:lnTo>
                  <a:close/>
                </a:path>
              </a:pathLst>
            </a:custGeom>
            <a:solidFill>
              <a:srgbClr val="E3E7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6974738" y="4474821"/>
              <a:ext cx="774065" cy="133350"/>
            </a:xfrm>
            <a:custGeom>
              <a:avLst/>
              <a:gdLst/>
              <a:ahLst/>
              <a:cxnLst/>
              <a:rect l="l" t="t" r="r" b="b"/>
              <a:pathLst>
                <a:path w="774065" h="133350">
                  <a:moveTo>
                    <a:pt x="773722" y="132869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51535" y="132869"/>
                  </a:lnTo>
                  <a:lnTo>
                    <a:pt x="773722" y="132869"/>
                  </a:lnTo>
                  <a:close/>
                </a:path>
              </a:pathLst>
            </a:custGeom>
            <a:solidFill>
              <a:srgbClr val="E4E8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6974738" y="4478631"/>
              <a:ext cx="751840" cy="129539"/>
            </a:xfrm>
            <a:custGeom>
              <a:avLst/>
              <a:gdLst/>
              <a:ahLst/>
              <a:cxnLst/>
              <a:rect l="l" t="t" r="r" b="b"/>
              <a:pathLst>
                <a:path w="751840" h="129539">
                  <a:moveTo>
                    <a:pt x="751536" y="129059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733787" y="129059"/>
                  </a:lnTo>
                  <a:lnTo>
                    <a:pt x="751536" y="129059"/>
                  </a:lnTo>
                  <a:close/>
                </a:path>
              </a:pathLst>
            </a:custGeom>
            <a:solidFill>
              <a:srgbClr val="E4E9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6974738" y="4481679"/>
              <a:ext cx="734060" cy="126364"/>
            </a:xfrm>
            <a:custGeom>
              <a:avLst/>
              <a:gdLst/>
              <a:ahLst/>
              <a:cxnLst/>
              <a:rect l="l" t="t" r="r" b="b"/>
              <a:pathLst>
                <a:path w="734059" h="126364">
                  <a:moveTo>
                    <a:pt x="733787" y="126011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716038" y="126011"/>
                  </a:lnTo>
                  <a:lnTo>
                    <a:pt x="733787" y="126011"/>
                  </a:lnTo>
                  <a:close/>
                </a:path>
              </a:pathLst>
            </a:custGeom>
            <a:solidFill>
              <a:srgbClr val="E5E9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6974725" y="4484728"/>
              <a:ext cx="716280" cy="123189"/>
            </a:xfrm>
            <a:custGeom>
              <a:avLst/>
              <a:gdLst/>
              <a:ahLst/>
              <a:cxnLst/>
              <a:rect l="l" t="t" r="r" b="b"/>
              <a:pathLst>
                <a:path w="716279" h="123189">
                  <a:moveTo>
                    <a:pt x="716038" y="122974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0" y="6096"/>
                  </a:lnTo>
                  <a:lnTo>
                    <a:pt x="680542" y="122974"/>
                  </a:lnTo>
                  <a:lnTo>
                    <a:pt x="698296" y="122974"/>
                  </a:lnTo>
                  <a:lnTo>
                    <a:pt x="716038" y="122974"/>
                  </a:lnTo>
                  <a:close/>
                </a:path>
              </a:pathLst>
            </a:custGeom>
            <a:solidFill>
              <a:srgbClr val="E6EA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6974725" y="4490824"/>
              <a:ext cx="680720" cy="117475"/>
            </a:xfrm>
            <a:custGeom>
              <a:avLst/>
              <a:gdLst/>
              <a:ahLst/>
              <a:cxnLst/>
              <a:rect l="l" t="t" r="r" b="b"/>
              <a:pathLst>
                <a:path w="680720" h="117475">
                  <a:moveTo>
                    <a:pt x="680542" y="116878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0" y="6096"/>
                  </a:lnTo>
                  <a:lnTo>
                    <a:pt x="645045" y="116878"/>
                  </a:lnTo>
                  <a:lnTo>
                    <a:pt x="662800" y="116878"/>
                  </a:lnTo>
                  <a:lnTo>
                    <a:pt x="680542" y="116878"/>
                  </a:lnTo>
                  <a:close/>
                </a:path>
              </a:pathLst>
            </a:custGeom>
            <a:solidFill>
              <a:srgbClr val="E7EB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6974738" y="4496919"/>
              <a:ext cx="645160" cy="111125"/>
            </a:xfrm>
            <a:custGeom>
              <a:avLst/>
              <a:gdLst/>
              <a:ahLst/>
              <a:cxnLst/>
              <a:rect l="l" t="t" r="r" b="b"/>
              <a:pathLst>
                <a:path w="645159" h="111125">
                  <a:moveTo>
                    <a:pt x="645042" y="110771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627292" y="110771"/>
                  </a:lnTo>
                  <a:lnTo>
                    <a:pt x="645042" y="110771"/>
                  </a:lnTo>
                  <a:close/>
                </a:path>
              </a:pathLst>
            </a:custGeom>
            <a:solidFill>
              <a:srgbClr val="E8EC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6974738" y="4499967"/>
              <a:ext cx="627380" cy="107950"/>
            </a:xfrm>
            <a:custGeom>
              <a:avLst/>
              <a:gdLst/>
              <a:ahLst/>
              <a:cxnLst/>
              <a:rect l="l" t="t" r="r" b="b"/>
              <a:pathLst>
                <a:path w="627379" h="107950">
                  <a:moveTo>
                    <a:pt x="627292" y="107723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609543" y="107723"/>
                  </a:lnTo>
                  <a:lnTo>
                    <a:pt x="627292" y="107723"/>
                  </a:lnTo>
                  <a:close/>
                </a:path>
              </a:pathLst>
            </a:custGeom>
            <a:solidFill>
              <a:srgbClr val="E9EC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6974738" y="4503015"/>
              <a:ext cx="609600" cy="104775"/>
            </a:xfrm>
            <a:custGeom>
              <a:avLst/>
              <a:gdLst/>
              <a:ahLst/>
              <a:cxnLst/>
              <a:rect l="l" t="t" r="r" b="b"/>
              <a:pathLst>
                <a:path w="609600" h="104775">
                  <a:moveTo>
                    <a:pt x="609544" y="104675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587357" y="104675"/>
                  </a:lnTo>
                  <a:lnTo>
                    <a:pt x="609544" y="104675"/>
                  </a:lnTo>
                  <a:close/>
                </a:path>
              </a:pathLst>
            </a:custGeom>
            <a:solidFill>
              <a:srgbClr val="E9ED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6974738" y="4506825"/>
              <a:ext cx="587375" cy="100965"/>
            </a:xfrm>
            <a:custGeom>
              <a:avLst/>
              <a:gdLst/>
              <a:ahLst/>
              <a:cxnLst/>
              <a:rect l="l" t="t" r="r" b="b"/>
              <a:pathLst>
                <a:path w="587375" h="100964">
                  <a:moveTo>
                    <a:pt x="587357" y="100865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569608" y="100865"/>
                  </a:lnTo>
                  <a:lnTo>
                    <a:pt x="587357" y="100865"/>
                  </a:lnTo>
                  <a:close/>
                </a:path>
              </a:pathLst>
            </a:custGeom>
            <a:solidFill>
              <a:srgbClr val="EAED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6974738" y="4509873"/>
              <a:ext cx="570230" cy="98425"/>
            </a:xfrm>
            <a:custGeom>
              <a:avLst/>
              <a:gdLst/>
              <a:ahLst/>
              <a:cxnLst/>
              <a:rect l="l" t="t" r="r" b="b"/>
              <a:pathLst>
                <a:path w="570229" h="98425">
                  <a:moveTo>
                    <a:pt x="569608" y="97817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551859" y="97817"/>
                  </a:lnTo>
                  <a:lnTo>
                    <a:pt x="569608" y="97817"/>
                  </a:lnTo>
                  <a:close/>
                </a:path>
              </a:pathLst>
            </a:custGeom>
            <a:solidFill>
              <a:srgbClr val="EAEE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6974738" y="4512921"/>
              <a:ext cx="552450" cy="95250"/>
            </a:xfrm>
            <a:custGeom>
              <a:avLst/>
              <a:gdLst/>
              <a:ahLst/>
              <a:cxnLst/>
              <a:rect l="l" t="t" r="r" b="b"/>
              <a:pathLst>
                <a:path w="552450" h="95250">
                  <a:moveTo>
                    <a:pt x="551858" y="94769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534109" y="94769"/>
                  </a:lnTo>
                  <a:lnTo>
                    <a:pt x="551858" y="94769"/>
                  </a:lnTo>
                  <a:close/>
                </a:path>
              </a:pathLst>
            </a:custGeom>
            <a:solidFill>
              <a:srgbClr val="EBEE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6974725" y="4515971"/>
              <a:ext cx="534670" cy="92075"/>
            </a:xfrm>
            <a:custGeom>
              <a:avLst/>
              <a:gdLst/>
              <a:ahLst/>
              <a:cxnLst/>
              <a:rect l="l" t="t" r="r" b="b"/>
              <a:pathLst>
                <a:path w="534670" h="92075">
                  <a:moveTo>
                    <a:pt x="534111" y="91732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0" y="6096"/>
                  </a:lnTo>
                  <a:lnTo>
                    <a:pt x="498614" y="91732"/>
                  </a:lnTo>
                  <a:lnTo>
                    <a:pt x="516369" y="91732"/>
                  </a:lnTo>
                  <a:lnTo>
                    <a:pt x="534111" y="91732"/>
                  </a:lnTo>
                  <a:close/>
                </a:path>
              </a:pathLst>
            </a:custGeom>
            <a:solidFill>
              <a:srgbClr val="ECEF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6974725" y="4522066"/>
              <a:ext cx="499109" cy="85725"/>
            </a:xfrm>
            <a:custGeom>
              <a:avLst/>
              <a:gdLst/>
              <a:ahLst/>
              <a:cxnLst/>
              <a:rect l="l" t="t" r="r" b="b"/>
              <a:pathLst>
                <a:path w="499109" h="85725">
                  <a:moveTo>
                    <a:pt x="498614" y="85636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0" y="6096"/>
                  </a:lnTo>
                  <a:lnTo>
                    <a:pt x="463118" y="85636"/>
                  </a:lnTo>
                  <a:lnTo>
                    <a:pt x="480872" y="85636"/>
                  </a:lnTo>
                  <a:lnTo>
                    <a:pt x="498614" y="85636"/>
                  </a:lnTo>
                  <a:close/>
                </a:path>
              </a:pathLst>
            </a:custGeom>
            <a:solidFill>
              <a:srgbClr val="EDF0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6974738" y="4528161"/>
              <a:ext cx="463550" cy="80010"/>
            </a:xfrm>
            <a:custGeom>
              <a:avLst/>
              <a:gdLst/>
              <a:ahLst/>
              <a:cxnLst/>
              <a:rect l="l" t="t" r="r" b="b"/>
              <a:pathLst>
                <a:path w="463550" h="80010">
                  <a:moveTo>
                    <a:pt x="463113" y="79529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445364" y="79529"/>
                  </a:lnTo>
                  <a:lnTo>
                    <a:pt x="463113" y="79529"/>
                  </a:lnTo>
                  <a:close/>
                </a:path>
              </a:pathLst>
            </a:custGeom>
            <a:solidFill>
              <a:srgbClr val="EEF0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6974738" y="4531209"/>
              <a:ext cx="445770" cy="76835"/>
            </a:xfrm>
            <a:custGeom>
              <a:avLst/>
              <a:gdLst/>
              <a:ahLst/>
              <a:cxnLst/>
              <a:rect l="l" t="t" r="r" b="b"/>
              <a:pathLst>
                <a:path w="445770" h="76835">
                  <a:moveTo>
                    <a:pt x="445364" y="76481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23178" y="76481"/>
                  </a:lnTo>
                  <a:lnTo>
                    <a:pt x="445364" y="76481"/>
                  </a:lnTo>
                  <a:close/>
                </a:path>
              </a:pathLst>
            </a:custGeom>
            <a:solidFill>
              <a:srgbClr val="EEF1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6974738" y="4535019"/>
              <a:ext cx="423545" cy="73025"/>
            </a:xfrm>
            <a:custGeom>
              <a:avLst/>
              <a:gdLst/>
              <a:ahLst/>
              <a:cxnLst/>
              <a:rect l="l" t="t" r="r" b="b"/>
              <a:pathLst>
                <a:path w="423545" h="73025">
                  <a:moveTo>
                    <a:pt x="423178" y="72671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405429" y="72671"/>
                  </a:lnTo>
                  <a:lnTo>
                    <a:pt x="423178" y="72671"/>
                  </a:lnTo>
                  <a:close/>
                </a:path>
              </a:pathLst>
            </a:custGeom>
            <a:solidFill>
              <a:srgbClr val="EFF1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6974738" y="4538067"/>
              <a:ext cx="405765" cy="69850"/>
            </a:xfrm>
            <a:custGeom>
              <a:avLst/>
              <a:gdLst/>
              <a:ahLst/>
              <a:cxnLst/>
              <a:rect l="l" t="t" r="r" b="b"/>
              <a:pathLst>
                <a:path w="405765" h="69850">
                  <a:moveTo>
                    <a:pt x="405428" y="69623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387679" y="69623"/>
                  </a:lnTo>
                  <a:lnTo>
                    <a:pt x="405428" y="69623"/>
                  </a:lnTo>
                  <a:close/>
                </a:path>
              </a:pathLst>
            </a:custGeom>
            <a:solidFill>
              <a:srgbClr val="EFF2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6974725" y="4541116"/>
              <a:ext cx="387985" cy="66675"/>
            </a:xfrm>
            <a:custGeom>
              <a:avLst/>
              <a:gdLst/>
              <a:ahLst/>
              <a:cxnLst/>
              <a:rect l="l" t="t" r="r" b="b"/>
              <a:pathLst>
                <a:path w="387984" h="66675">
                  <a:moveTo>
                    <a:pt x="387692" y="66586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0" y="6096"/>
                  </a:lnTo>
                  <a:lnTo>
                    <a:pt x="352183" y="66586"/>
                  </a:lnTo>
                  <a:lnTo>
                    <a:pt x="369938" y="66586"/>
                  </a:lnTo>
                  <a:lnTo>
                    <a:pt x="387692" y="66586"/>
                  </a:lnTo>
                  <a:close/>
                </a:path>
              </a:pathLst>
            </a:custGeom>
            <a:solidFill>
              <a:srgbClr val="F0F2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6974725" y="4547212"/>
              <a:ext cx="352425" cy="60960"/>
            </a:xfrm>
            <a:custGeom>
              <a:avLst/>
              <a:gdLst/>
              <a:ahLst/>
              <a:cxnLst/>
              <a:rect l="l" t="t" r="r" b="b"/>
              <a:pathLst>
                <a:path w="352425" h="60960">
                  <a:moveTo>
                    <a:pt x="352183" y="60490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0" y="6096"/>
                  </a:lnTo>
                  <a:lnTo>
                    <a:pt x="316687" y="60490"/>
                  </a:lnTo>
                  <a:lnTo>
                    <a:pt x="334441" y="60490"/>
                  </a:lnTo>
                  <a:lnTo>
                    <a:pt x="352183" y="60490"/>
                  </a:lnTo>
                  <a:close/>
                </a:path>
              </a:pathLst>
            </a:custGeom>
            <a:solidFill>
              <a:srgbClr val="F1F3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6974738" y="4553307"/>
              <a:ext cx="316865" cy="54610"/>
            </a:xfrm>
            <a:custGeom>
              <a:avLst/>
              <a:gdLst/>
              <a:ahLst/>
              <a:cxnLst/>
              <a:rect l="l" t="t" r="r" b="b"/>
              <a:pathLst>
                <a:path w="316865" h="54610">
                  <a:moveTo>
                    <a:pt x="316683" y="54383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298934" y="54383"/>
                  </a:lnTo>
                  <a:lnTo>
                    <a:pt x="316683" y="54383"/>
                  </a:lnTo>
                  <a:close/>
                </a:path>
              </a:pathLst>
            </a:custGeom>
            <a:solidFill>
              <a:srgbClr val="F1F4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6974725" y="4556356"/>
              <a:ext cx="299085" cy="51435"/>
            </a:xfrm>
            <a:custGeom>
              <a:avLst/>
              <a:gdLst/>
              <a:ahLst/>
              <a:cxnLst/>
              <a:rect l="l" t="t" r="r" b="b"/>
              <a:pathLst>
                <a:path w="299084" h="51435">
                  <a:moveTo>
                    <a:pt x="298945" y="51346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0" y="6858"/>
                  </a:lnTo>
                  <a:lnTo>
                    <a:pt x="259003" y="51346"/>
                  </a:lnTo>
                  <a:lnTo>
                    <a:pt x="281190" y="51346"/>
                  </a:lnTo>
                  <a:lnTo>
                    <a:pt x="298945" y="51346"/>
                  </a:lnTo>
                  <a:close/>
                </a:path>
              </a:pathLst>
            </a:custGeom>
            <a:solidFill>
              <a:srgbClr val="F2F4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6974725" y="4563215"/>
              <a:ext cx="259079" cy="45085"/>
            </a:xfrm>
            <a:custGeom>
              <a:avLst/>
              <a:gdLst/>
              <a:ahLst/>
              <a:cxnLst/>
              <a:rect l="l" t="t" r="r" b="b"/>
              <a:pathLst>
                <a:path w="259079" h="45085">
                  <a:moveTo>
                    <a:pt x="259003" y="44488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0" y="6096"/>
                  </a:lnTo>
                  <a:lnTo>
                    <a:pt x="223507" y="44488"/>
                  </a:lnTo>
                  <a:lnTo>
                    <a:pt x="241261" y="44488"/>
                  </a:lnTo>
                  <a:lnTo>
                    <a:pt x="259003" y="44488"/>
                  </a:lnTo>
                  <a:close/>
                </a:path>
              </a:pathLst>
            </a:custGeom>
            <a:solidFill>
              <a:srgbClr val="F3F5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6974738" y="4569309"/>
              <a:ext cx="223520" cy="38735"/>
            </a:xfrm>
            <a:custGeom>
              <a:avLst/>
              <a:gdLst/>
              <a:ahLst/>
              <a:cxnLst/>
              <a:rect l="l" t="t" r="r" b="b"/>
              <a:pathLst>
                <a:path w="223520" h="38735">
                  <a:moveTo>
                    <a:pt x="223501" y="38381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205752" y="38381"/>
                  </a:lnTo>
                  <a:lnTo>
                    <a:pt x="223501" y="38381"/>
                  </a:lnTo>
                  <a:close/>
                </a:path>
              </a:pathLst>
            </a:custGeom>
            <a:solidFill>
              <a:srgbClr val="F3F5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6974725" y="4572359"/>
              <a:ext cx="206375" cy="35560"/>
            </a:xfrm>
            <a:custGeom>
              <a:avLst/>
              <a:gdLst/>
              <a:ahLst/>
              <a:cxnLst/>
              <a:rect l="l" t="t" r="r" b="b"/>
              <a:pathLst>
                <a:path w="206375" h="35560">
                  <a:moveTo>
                    <a:pt x="205752" y="35344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0" y="6096"/>
                  </a:lnTo>
                  <a:lnTo>
                    <a:pt x="170256" y="35344"/>
                  </a:lnTo>
                  <a:lnTo>
                    <a:pt x="188010" y="35344"/>
                  </a:lnTo>
                  <a:lnTo>
                    <a:pt x="205752" y="35344"/>
                  </a:lnTo>
                  <a:close/>
                </a:path>
              </a:pathLst>
            </a:custGeom>
            <a:solidFill>
              <a:srgbClr val="F4F6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6974738" y="4578453"/>
              <a:ext cx="170815" cy="29845"/>
            </a:xfrm>
            <a:custGeom>
              <a:avLst/>
              <a:gdLst/>
              <a:ahLst/>
              <a:cxnLst/>
              <a:rect l="l" t="t" r="r" b="b"/>
              <a:pathLst>
                <a:path w="170815" h="29845">
                  <a:moveTo>
                    <a:pt x="170253" y="29237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52504" y="29237"/>
                  </a:lnTo>
                  <a:lnTo>
                    <a:pt x="170253" y="29237"/>
                  </a:lnTo>
                  <a:close/>
                </a:path>
              </a:pathLst>
            </a:custGeom>
            <a:solidFill>
              <a:srgbClr val="F5F6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6974725" y="4581503"/>
              <a:ext cx="153035" cy="26670"/>
            </a:xfrm>
            <a:custGeom>
              <a:avLst/>
              <a:gdLst/>
              <a:ahLst/>
              <a:cxnLst/>
              <a:rect l="l" t="t" r="r" b="b"/>
              <a:pathLst>
                <a:path w="153034" h="26670">
                  <a:moveTo>
                    <a:pt x="152514" y="26200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0" y="6096"/>
                  </a:lnTo>
                  <a:lnTo>
                    <a:pt x="117017" y="26200"/>
                  </a:lnTo>
                  <a:lnTo>
                    <a:pt x="134759" y="26200"/>
                  </a:lnTo>
                  <a:lnTo>
                    <a:pt x="152514" y="26200"/>
                  </a:lnTo>
                  <a:close/>
                </a:path>
              </a:pathLst>
            </a:custGeom>
            <a:solidFill>
              <a:srgbClr val="F5F7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6974725" y="4587598"/>
              <a:ext cx="117475" cy="20320"/>
            </a:xfrm>
            <a:custGeom>
              <a:avLst/>
              <a:gdLst/>
              <a:ahLst/>
              <a:cxnLst/>
              <a:rect l="l" t="t" r="r" b="b"/>
              <a:pathLst>
                <a:path w="117475" h="20320">
                  <a:moveTo>
                    <a:pt x="117017" y="20104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6858"/>
                  </a:lnTo>
                  <a:lnTo>
                    <a:pt x="77076" y="20104"/>
                  </a:lnTo>
                  <a:lnTo>
                    <a:pt x="94830" y="20104"/>
                  </a:lnTo>
                  <a:lnTo>
                    <a:pt x="117017" y="20104"/>
                  </a:lnTo>
                  <a:close/>
                </a:path>
              </a:pathLst>
            </a:custGeom>
            <a:solidFill>
              <a:srgbClr val="F6F7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6974738" y="4594455"/>
              <a:ext cx="77470" cy="13335"/>
            </a:xfrm>
            <a:custGeom>
              <a:avLst/>
              <a:gdLst/>
              <a:ahLst/>
              <a:cxnLst/>
              <a:rect l="l" t="t" r="r" b="b"/>
              <a:pathLst>
                <a:path w="77470" h="13335">
                  <a:moveTo>
                    <a:pt x="77070" y="13235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59321" y="13235"/>
                  </a:lnTo>
                  <a:lnTo>
                    <a:pt x="77070" y="13235"/>
                  </a:lnTo>
                  <a:close/>
                </a:path>
              </a:pathLst>
            </a:custGeom>
            <a:solidFill>
              <a:srgbClr val="F6F8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6974738" y="4597503"/>
              <a:ext cx="59690" cy="10795"/>
            </a:xfrm>
            <a:custGeom>
              <a:avLst/>
              <a:gdLst/>
              <a:ahLst/>
              <a:cxnLst/>
              <a:rect l="l" t="t" r="r" b="b"/>
              <a:pathLst>
                <a:path w="59690" h="10795">
                  <a:moveTo>
                    <a:pt x="59322" y="10187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41572" y="10187"/>
                  </a:lnTo>
                  <a:lnTo>
                    <a:pt x="59322" y="10187"/>
                  </a:lnTo>
                  <a:close/>
                </a:path>
              </a:pathLst>
            </a:custGeom>
            <a:solidFill>
              <a:srgbClr val="F7F8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4269638" y="4355468"/>
              <a:ext cx="2632710" cy="700405"/>
            </a:xfrm>
            <a:custGeom>
              <a:avLst/>
              <a:gdLst/>
              <a:ahLst/>
              <a:cxnLst/>
              <a:rect l="l" t="t" r="r" b="b"/>
              <a:pathLst>
                <a:path w="2632709" h="700404">
                  <a:moveTo>
                    <a:pt x="0" y="700277"/>
                  </a:moveTo>
                  <a:lnTo>
                    <a:pt x="2231898" y="0"/>
                  </a:lnTo>
                  <a:lnTo>
                    <a:pt x="2632710" y="0"/>
                  </a:lnTo>
                </a:path>
              </a:pathLst>
            </a:custGeom>
            <a:ln w="9144">
              <a:solidFill>
                <a:srgbClr val="00009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8" name="object 208"/>
          <p:cNvSpPr txBox="1"/>
          <p:nvPr/>
        </p:nvSpPr>
        <p:spPr>
          <a:xfrm>
            <a:off x="6974738" y="4254884"/>
            <a:ext cx="1962150" cy="353060"/>
          </a:xfrm>
          <a:prstGeom prst="rect">
            <a:avLst/>
          </a:prstGeom>
          <a:ln w="9144">
            <a:solidFill>
              <a:srgbClr val="00009A"/>
            </a:solidFill>
          </a:ln>
        </p:spPr>
        <p:txBody>
          <a:bodyPr vert="horz" wrap="square" lIns="0" tIns="26034" rIns="0" bIns="0" rtlCol="0">
            <a:spAutoFit/>
          </a:bodyPr>
          <a:lstStyle/>
          <a:p>
            <a:pPr marL="96520">
              <a:lnSpc>
                <a:spcPct val="100000"/>
              </a:lnSpc>
              <a:spcBef>
                <a:spcPts val="204"/>
              </a:spcBef>
            </a:pPr>
            <a:r>
              <a:rPr sz="1800" dirty="0">
                <a:solidFill>
                  <a:srgbClr val="002060"/>
                </a:solidFill>
                <a:latin typeface="Calibri"/>
                <a:cs typeface="Calibri"/>
              </a:rPr>
              <a:t>Реактор</a:t>
            </a:r>
            <a:endParaRPr sz="1800">
              <a:latin typeface="Calibri"/>
              <a:cs typeface="Calibri"/>
            </a:endParaRPr>
          </a:p>
        </p:txBody>
      </p:sp>
      <p:pic>
        <p:nvPicPr>
          <p:cNvPr id="209" name="object 20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54838" y="2667638"/>
            <a:ext cx="2723388" cy="916686"/>
          </a:xfrm>
          <a:prstGeom prst="rect">
            <a:avLst/>
          </a:prstGeom>
        </p:spPr>
      </p:pic>
      <p:sp>
        <p:nvSpPr>
          <p:cNvPr id="210" name="object 210"/>
          <p:cNvSpPr txBox="1"/>
          <p:nvPr/>
        </p:nvSpPr>
        <p:spPr>
          <a:xfrm>
            <a:off x="154838" y="2667638"/>
            <a:ext cx="1962150" cy="579120"/>
          </a:xfrm>
          <a:prstGeom prst="rect">
            <a:avLst/>
          </a:prstGeom>
          <a:ln w="9144">
            <a:solidFill>
              <a:srgbClr val="00009A"/>
            </a:solidFill>
          </a:ln>
        </p:spPr>
        <p:txBody>
          <a:bodyPr vert="horz" wrap="square" lIns="0" tIns="1270" rIns="0" bIns="0" rtlCol="0">
            <a:spAutoFit/>
          </a:bodyPr>
          <a:lstStyle/>
          <a:p>
            <a:pPr marL="96520" marR="567690">
              <a:lnSpc>
                <a:spcPct val="100000"/>
              </a:lnSpc>
              <a:spcBef>
                <a:spcPts val="10"/>
              </a:spcBef>
            </a:pPr>
            <a:r>
              <a:rPr sz="1800" dirty="0">
                <a:solidFill>
                  <a:srgbClr val="002060"/>
                </a:solidFill>
                <a:latin typeface="Calibri"/>
                <a:cs typeface="Calibri"/>
              </a:rPr>
              <a:t>Компенсатор  </a:t>
            </a:r>
            <a:r>
              <a:rPr sz="1800" spc="-5" dirty="0">
                <a:solidFill>
                  <a:srgbClr val="002060"/>
                </a:solidFill>
                <a:latin typeface="Calibri"/>
                <a:cs typeface="Calibri"/>
              </a:rPr>
              <a:t>давления</a:t>
            </a:r>
            <a:endParaRPr sz="1800">
              <a:latin typeface="Calibri"/>
              <a:cs typeface="Calibri"/>
            </a:endParaRPr>
          </a:p>
        </p:txBody>
      </p:sp>
      <p:grpSp>
        <p:nvGrpSpPr>
          <p:cNvPr id="211" name="object 211"/>
          <p:cNvGrpSpPr/>
          <p:nvPr/>
        </p:nvGrpSpPr>
        <p:grpSpPr>
          <a:xfrm>
            <a:off x="5058118" y="3278762"/>
            <a:ext cx="3834765" cy="744220"/>
            <a:chOff x="5058118" y="3278762"/>
            <a:chExt cx="3834765" cy="744220"/>
          </a:xfrm>
        </p:grpSpPr>
        <p:pic>
          <p:nvPicPr>
            <p:cNvPr id="212" name="object 2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947294" y="3278762"/>
              <a:ext cx="1945386" cy="357378"/>
            </a:xfrm>
            <a:prstGeom prst="rect">
              <a:avLst/>
            </a:prstGeom>
          </p:spPr>
        </p:pic>
        <p:sp>
          <p:nvSpPr>
            <p:cNvPr id="213" name="object 213"/>
            <p:cNvSpPr/>
            <p:nvPr/>
          </p:nvSpPr>
          <p:spPr>
            <a:xfrm>
              <a:off x="5062880" y="3343532"/>
              <a:ext cx="1809114" cy="674370"/>
            </a:xfrm>
            <a:custGeom>
              <a:avLst/>
              <a:gdLst/>
              <a:ahLst/>
              <a:cxnLst/>
              <a:rect l="l" t="t" r="r" b="b"/>
              <a:pathLst>
                <a:path w="1809115" h="674370">
                  <a:moveTo>
                    <a:pt x="0" y="674370"/>
                  </a:moveTo>
                  <a:lnTo>
                    <a:pt x="1656588" y="217932"/>
                  </a:lnTo>
                  <a:lnTo>
                    <a:pt x="1656588" y="0"/>
                  </a:lnTo>
                  <a:lnTo>
                    <a:pt x="1808988" y="0"/>
                  </a:lnTo>
                </a:path>
              </a:pathLst>
            </a:custGeom>
            <a:ln w="9144">
              <a:solidFill>
                <a:srgbClr val="00009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4" name="object 214"/>
          <p:cNvSpPr txBox="1"/>
          <p:nvPr/>
        </p:nvSpPr>
        <p:spPr>
          <a:xfrm>
            <a:off x="6947306" y="3278762"/>
            <a:ext cx="1945639" cy="357505"/>
          </a:xfrm>
          <a:prstGeom prst="rect">
            <a:avLst/>
          </a:prstGeom>
          <a:ln w="9144">
            <a:solidFill>
              <a:srgbClr val="00009A"/>
            </a:solidFill>
          </a:ln>
        </p:spPr>
        <p:txBody>
          <a:bodyPr vert="horz" wrap="square" lIns="0" tIns="27305" rIns="0" bIns="0" rtlCol="0">
            <a:spAutoFit/>
          </a:bodyPr>
          <a:lstStyle/>
          <a:p>
            <a:pPr marL="97155">
              <a:lnSpc>
                <a:spcPct val="100000"/>
              </a:lnSpc>
              <a:spcBef>
                <a:spcPts val="215"/>
              </a:spcBef>
            </a:pPr>
            <a:r>
              <a:rPr sz="1800" dirty="0">
                <a:solidFill>
                  <a:srgbClr val="002060"/>
                </a:solidFill>
                <a:latin typeface="Calibri"/>
                <a:cs typeface="Calibri"/>
              </a:rPr>
              <a:t>Парогенератор</a:t>
            </a:r>
            <a:endParaRPr sz="1800">
              <a:latin typeface="Calibri"/>
              <a:cs typeface="Calibri"/>
            </a:endParaRPr>
          </a:p>
        </p:txBody>
      </p:sp>
      <p:pic>
        <p:nvPicPr>
          <p:cNvPr id="215" name="object 21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53314" y="4125344"/>
            <a:ext cx="2552700" cy="473964"/>
          </a:xfrm>
          <a:prstGeom prst="rect">
            <a:avLst/>
          </a:prstGeom>
        </p:spPr>
      </p:pic>
      <p:sp>
        <p:nvSpPr>
          <p:cNvPr id="216" name="object 216"/>
          <p:cNvSpPr txBox="1"/>
          <p:nvPr/>
        </p:nvSpPr>
        <p:spPr>
          <a:xfrm>
            <a:off x="241954" y="4142363"/>
            <a:ext cx="54546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solidFill>
                  <a:srgbClr val="002060"/>
                </a:solidFill>
                <a:latin typeface="Calibri"/>
                <a:cs typeface="Calibri"/>
              </a:rPr>
              <a:t>ГЦНА</a:t>
            </a:r>
            <a:endParaRPr sz="1800">
              <a:latin typeface="Calibri"/>
              <a:cs typeface="Calibri"/>
            </a:endParaRPr>
          </a:p>
        </p:txBody>
      </p:sp>
      <p:grpSp>
        <p:nvGrpSpPr>
          <p:cNvPr id="217" name="object 217"/>
          <p:cNvGrpSpPr/>
          <p:nvPr/>
        </p:nvGrpSpPr>
        <p:grpSpPr>
          <a:xfrm>
            <a:off x="129501" y="1269178"/>
            <a:ext cx="4178935" cy="424815"/>
            <a:chOff x="129501" y="1269178"/>
            <a:chExt cx="4178935" cy="424815"/>
          </a:xfrm>
        </p:grpSpPr>
        <p:sp>
          <p:nvSpPr>
            <p:cNvPr id="218" name="object 218"/>
            <p:cNvSpPr/>
            <p:nvPr/>
          </p:nvSpPr>
          <p:spPr>
            <a:xfrm>
              <a:off x="1524152" y="1273940"/>
              <a:ext cx="572770" cy="57150"/>
            </a:xfrm>
            <a:custGeom>
              <a:avLst/>
              <a:gdLst/>
              <a:ahLst/>
              <a:cxnLst/>
              <a:rect l="l" t="t" r="r" b="b"/>
              <a:pathLst>
                <a:path w="572769" h="57150">
                  <a:moveTo>
                    <a:pt x="572261" y="57100"/>
                  </a:moveTo>
                  <a:lnTo>
                    <a:pt x="572261" y="54052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572261" y="57100"/>
                  </a:lnTo>
                  <a:close/>
                </a:path>
              </a:pathLst>
            </a:custGeom>
            <a:solidFill>
              <a:srgbClr val="DDE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1493607" y="1273941"/>
              <a:ext cx="603250" cy="60325"/>
            </a:xfrm>
            <a:custGeom>
              <a:avLst/>
              <a:gdLst/>
              <a:ahLst/>
              <a:cxnLst/>
              <a:rect l="l" t="t" r="r" b="b"/>
              <a:pathLst>
                <a:path w="603250" h="60325">
                  <a:moveTo>
                    <a:pt x="602807" y="60148"/>
                  </a:moveTo>
                  <a:lnTo>
                    <a:pt x="602807" y="57100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602807" y="60148"/>
                  </a:lnTo>
                  <a:close/>
                </a:path>
              </a:pathLst>
            </a:custGeom>
            <a:solidFill>
              <a:srgbClr val="DEE4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1463057" y="1273940"/>
              <a:ext cx="633730" cy="63500"/>
            </a:xfrm>
            <a:custGeom>
              <a:avLst/>
              <a:gdLst/>
              <a:ahLst/>
              <a:cxnLst/>
              <a:rect l="l" t="t" r="r" b="b"/>
              <a:pathLst>
                <a:path w="633730" h="63500">
                  <a:moveTo>
                    <a:pt x="633356" y="63196"/>
                  </a:moveTo>
                  <a:lnTo>
                    <a:pt x="633356" y="60148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633356" y="63196"/>
                  </a:lnTo>
                  <a:close/>
                </a:path>
              </a:pathLst>
            </a:custGeom>
            <a:solidFill>
              <a:srgbClr val="E0E5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1432511" y="1273940"/>
              <a:ext cx="664210" cy="66675"/>
            </a:xfrm>
            <a:custGeom>
              <a:avLst/>
              <a:gdLst/>
              <a:ahLst/>
              <a:cxnLst/>
              <a:rect l="l" t="t" r="r" b="b"/>
              <a:pathLst>
                <a:path w="664210" h="66675">
                  <a:moveTo>
                    <a:pt x="663902" y="66244"/>
                  </a:moveTo>
                  <a:lnTo>
                    <a:pt x="663902" y="63196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663902" y="66244"/>
                  </a:lnTo>
                  <a:close/>
                </a:path>
              </a:pathLst>
            </a:custGeom>
            <a:solidFill>
              <a:srgbClr val="E1E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1401965" y="1273940"/>
              <a:ext cx="694690" cy="69850"/>
            </a:xfrm>
            <a:custGeom>
              <a:avLst/>
              <a:gdLst/>
              <a:ahLst/>
              <a:cxnLst/>
              <a:rect l="l" t="t" r="r" b="b"/>
              <a:pathLst>
                <a:path w="694689" h="69850">
                  <a:moveTo>
                    <a:pt x="694448" y="69292"/>
                  </a:moveTo>
                  <a:lnTo>
                    <a:pt x="694448" y="66244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694448" y="69292"/>
                  </a:lnTo>
                  <a:close/>
                </a:path>
              </a:pathLst>
            </a:custGeom>
            <a:solidFill>
              <a:srgbClr val="E3E7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1371416" y="1273940"/>
              <a:ext cx="725170" cy="72390"/>
            </a:xfrm>
            <a:custGeom>
              <a:avLst/>
              <a:gdLst/>
              <a:ahLst/>
              <a:cxnLst/>
              <a:rect l="l" t="t" r="r" b="b"/>
              <a:pathLst>
                <a:path w="725169" h="72390">
                  <a:moveTo>
                    <a:pt x="724998" y="72340"/>
                  </a:moveTo>
                  <a:lnTo>
                    <a:pt x="724998" y="69292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724998" y="72340"/>
                  </a:lnTo>
                  <a:close/>
                </a:path>
              </a:pathLst>
            </a:custGeom>
            <a:solidFill>
              <a:srgbClr val="E4E9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1340870" y="1273940"/>
              <a:ext cx="755650" cy="75565"/>
            </a:xfrm>
            <a:custGeom>
              <a:avLst/>
              <a:gdLst/>
              <a:ahLst/>
              <a:cxnLst/>
              <a:rect l="l" t="t" r="r" b="b"/>
              <a:pathLst>
                <a:path w="755650" h="75565">
                  <a:moveTo>
                    <a:pt x="755543" y="75388"/>
                  </a:moveTo>
                  <a:lnTo>
                    <a:pt x="755543" y="72340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755543" y="75388"/>
                  </a:lnTo>
                  <a:close/>
                </a:path>
              </a:pathLst>
            </a:custGeom>
            <a:solidFill>
              <a:srgbClr val="E5E9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1310324" y="1273940"/>
              <a:ext cx="786130" cy="78740"/>
            </a:xfrm>
            <a:custGeom>
              <a:avLst/>
              <a:gdLst/>
              <a:ahLst/>
              <a:cxnLst/>
              <a:rect l="l" t="t" r="r" b="b"/>
              <a:pathLst>
                <a:path w="786130" h="78740">
                  <a:moveTo>
                    <a:pt x="786089" y="78436"/>
                  </a:moveTo>
                  <a:lnTo>
                    <a:pt x="786089" y="75388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786089" y="78436"/>
                  </a:lnTo>
                  <a:close/>
                </a:path>
              </a:pathLst>
            </a:custGeom>
            <a:solidFill>
              <a:srgbClr val="E6EA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1279775" y="1273940"/>
              <a:ext cx="817244" cy="81915"/>
            </a:xfrm>
            <a:custGeom>
              <a:avLst/>
              <a:gdLst/>
              <a:ahLst/>
              <a:cxnLst/>
              <a:rect l="l" t="t" r="r" b="b"/>
              <a:pathLst>
                <a:path w="817244" h="81915">
                  <a:moveTo>
                    <a:pt x="816639" y="81484"/>
                  </a:moveTo>
                  <a:lnTo>
                    <a:pt x="816639" y="78436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816639" y="81484"/>
                  </a:lnTo>
                  <a:close/>
                </a:path>
              </a:pathLst>
            </a:custGeom>
            <a:solidFill>
              <a:srgbClr val="E7EB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1249229" y="1273940"/>
              <a:ext cx="847725" cy="85090"/>
            </a:xfrm>
            <a:custGeom>
              <a:avLst/>
              <a:gdLst/>
              <a:ahLst/>
              <a:cxnLst/>
              <a:rect l="l" t="t" r="r" b="b"/>
              <a:pathLst>
                <a:path w="847725" h="85090">
                  <a:moveTo>
                    <a:pt x="847184" y="84532"/>
                  </a:moveTo>
                  <a:lnTo>
                    <a:pt x="847184" y="81484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847184" y="84532"/>
                  </a:lnTo>
                  <a:close/>
                </a:path>
              </a:pathLst>
            </a:custGeom>
            <a:solidFill>
              <a:srgbClr val="E9EC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1218683" y="1273940"/>
              <a:ext cx="878205" cy="87630"/>
            </a:xfrm>
            <a:custGeom>
              <a:avLst/>
              <a:gdLst/>
              <a:ahLst/>
              <a:cxnLst/>
              <a:rect l="l" t="t" r="r" b="b"/>
              <a:pathLst>
                <a:path w="878205" h="87630">
                  <a:moveTo>
                    <a:pt x="877730" y="87580"/>
                  </a:moveTo>
                  <a:lnTo>
                    <a:pt x="877730" y="84532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877730" y="87580"/>
                  </a:lnTo>
                  <a:close/>
                </a:path>
              </a:pathLst>
            </a:custGeom>
            <a:solidFill>
              <a:srgbClr val="EAED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1188134" y="1273940"/>
              <a:ext cx="908685" cy="90805"/>
            </a:xfrm>
            <a:custGeom>
              <a:avLst/>
              <a:gdLst/>
              <a:ahLst/>
              <a:cxnLst/>
              <a:rect l="l" t="t" r="r" b="b"/>
              <a:pathLst>
                <a:path w="908685" h="90805">
                  <a:moveTo>
                    <a:pt x="908280" y="90628"/>
                  </a:moveTo>
                  <a:lnTo>
                    <a:pt x="908280" y="87580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908280" y="90628"/>
                  </a:lnTo>
                  <a:close/>
                </a:path>
              </a:pathLst>
            </a:custGeom>
            <a:solidFill>
              <a:srgbClr val="EBEE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1157588" y="1273940"/>
              <a:ext cx="939165" cy="93980"/>
            </a:xfrm>
            <a:custGeom>
              <a:avLst/>
              <a:gdLst/>
              <a:ahLst/>
              <a:cxnLst/>
              <a:rect l="l" t="t" r="r" b="b"/>
              <a:pathLst>
                <a:path w="939164" h="93980">
                  <a:moveTo>
                    <a:pt x="938826" y="93676"/>
                  </a:moveTo>
                  <a:lnTo>
                    <a:pt x="938826" y="90628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938826" y="93676"/>
                  </a:lnTo>
                  <a:close/>
                </a:path>
              </a:pathLst>
            </a:custGeom>
            <a:solidFill>
              <a:srgbClr val="ECEF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1127042" y="1273940"/>
              <a:ext cx="969644" cy="97155"/>
            </a:xfrm>
            <a:custGeom>
              <a:avLst/>
              <a:gdLst/>
              <a:ahLst/>
              <a:cxnLst/>
              <a:rect l="l" t="t" r="r" b="b"/>
              <a:pathLst>
                <a:path w="969644" h="97155">
                  <a:moveTo>
                    <a:pt x="969371" y="96724"/>
                  </a:moveTo>
                  <a:lnTo>
                    <a:pt x="969371" y="93676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969371" y="96724"/>
                  </a:lnTo>
                  <a:close/>
                </a:path>
              </a:pathLst>
            </a:custGeom>
            <a:solidFill>
              <a:srgbClr val="EDF0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1096492" y="1273940"/>
              <a:ext cx="1000125" cy="100330"/>
            </a:xfrm>
            <a:custGeom>
              <a:avLst/>
              <a:gdLst/>
              <a:ahLst/>
              <a:cxnLst/>
              <a:rect l="l" t="t" r="r" b="b"/>
              <a:pathLst>
                <a:path w="1000125" h="100330">
                  <a:moveTo>
                    <a:pt x="999921" y="99772"/>
                  </a:moveTo>
                  <a:lnTo>
                    <a:pt x="999921" y="96724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999921" y="99772"/>
                  </a:lnTo>
                  <a:close/>
                </a:path>
              </a:pathLst>
            </a:custGeom>
            <a:solidFill>
              <a:srgbClr val="EEF0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1065947" y="1273940"/>
              <a:ext cx="1030605" cy="102870"/>
            </a:xfrm>
            <a:custGeom>
              <a:avLst/>
              <a:gdLst/>
              <a:ahLst/>
              <a:cxnLst/>
              <a:rect l="l" t="t" r="r" b="b"/>
              <a:pathLst>
                <a:path w="1030605" h="102869">
                  <a:moveTo>
                    <a:pt x="1030467" y="102820"/>
                  </a:moveTo>
                  <a:lnTo>
                    <a:pt x="1030467" y="99772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1030467" y="102820"/>
                  </a:lnTo>
                  <a:close/>
                </a:path>
              </a:pathLst>
            </a:custGeom>
            <a:solidFill>
              <a:srgbClr val="EFF1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1035401" y="1273940"/>
              <a:ext cx="1061085" cy="106045"/>
            </a:xfrm>
            <a:custGeom>
              <a:avLst/>
              <a:gdLst/>
              <a:ahLst/>
              <a:cxnLst/>
              <a:rect l="l" t="t" r="r" b="b"/>
              <a:pathLst>
                <a:path w="1061085" h="106044">
                  <a:moveTo>
                    <a:pt x="1061012" y="105868"/>
                  </a:moveTo>
                  <a:lnTo>
                    <a:pt x="1061012" y="102820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1061012" y="105868"/>
                  </a:lnTo>
                  <a:close/>
                </a:path>
              </a:pathLst>
            </a:custGeom>
            <a:solidFill>
              <a:srgbClr val="F0F2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1004851" y="1273940"/>
              <a:ext cx="1091565" cy="109220"/>
            </a:xfrm>
            <a:custGeom>
              <a:avLst/>
              <a:gdLst/>
              <a:ahLst/>
              <a:cxnLst/>
              <a:rect l="l" t="t" r="r" b="b"/>
              <a:pathLst>
                <a:path w="1091564" h="109219">
                  <a:moveTo>
                    <a:pt x="1091562" y="108916"/>
                  </a:moveTo>
                  <a:lnTo>
                    <a:pt x="1091562" y="105868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1091562" y="108916"/>
                  </a:lnTo>
                  <a:close/>
                </a:path>
              </a:pathLst>
            </a:custGeom>
            <a:solidFill>
              <a:srgbClr val="F1F3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974306" y="1273940"/>
              <a:ext cx="1122680" cy="112395"/>
            </a:xfrm>
            <a:custGeom>
              <a:avLst/>
              <a:gdLst/>
              <a:ahLst/>
              <a:cxnLst/>
              <a:rect l="l" t="t" r="r" b="b"/>
              <a:pathLst>
                <a:path w="1122680" h="112394">
                  <a:moveTo>
                    <a:pt x="1122108" y="111964"/>
                  </a:moveTo>
                  <a:lnTo>
                    <a:pt x="1122108" y="108916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1122108" y="111964"/>
                  </a:lnTo>
                  <a:close/>
                </a:path>
              </a:pathLst>
            </a:custGeom>
            <a:solidFill>
              <a:srgbClr val="F1F4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943760" y="1273940"/>
              <a:ext cx="1153160" cy="115570"/>
            </a:xfrm>
            <a:custGeom>
              <a:avLst/>
              <a:gdLst/>
              <a:ahLst/>
              <a:cxnLst/>
              <a:rect l="l" t="t" r="r" b="b"/>
              <a:pathLst>
                <a:path w="1153160" h="115569">
                  <a:moveTo>
                    <a:pt x="1152654" y="115012"/>
                  </a:moveTo>
                  <a:lnTo>
                    <a:pt x="1152654" y="111964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1152654" y="115012"/>
                  </a:lnTo>
                  <a:close/>
                </a:path>
              </a:pathLst>
            </a:custGeom>
            <a:solidFill>
              <a:srgbClr val="F2F4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913210" y="1273940"/>
              <a:ext cx="1183640" cy="118110"/>
            </a:xfrm>
            <a:custGeom>
              <a:avLst/>
              <a:gdLst/>
              <a:ahLst/>
              <a:cxnLst/>
              <a:rect l="l" t="t" r="r" b="b"/>
              <a:pathLst>
                <a:path w="1183639" h="118109">
                  <a:moveTo>
                    <a:pt x="1183203" y="118060"/>
                  </a:moveTo>
                  <a:lnTo>
                    <a:pt x="1183203" y="115012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1183203" y="118060"/>
                  </a:lnTo>
                  <a:close/>
                </a:path>
              </a:pathLst>
            </a:custGeom>
            <a:solidFill>
              <a:srgbClr val="F3F5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852119" y="1273952"/>
              <a:ext cx="1244600" cy="124460"/>
            </a:xfrm>
            <a:custGeom>
              <a:avLst/>
              <a:gdLst/>
              <a:ahLst/>
              <a:cxnLst/>
              <a:rect l="l" t="t" r="r" b="b"/>
              <a:pathLst>
                <a:path w="1244600" h="124459">
                  <a:moveTo>
                    <a:pt x="1244282" y="118059"/>
                  </a:moveTo>
                  <a:lnTo>
                    <a:pt x="61087" y="0"/>
                  </a:lnTo>
                  <a:lnTo>
                    <a:pt x="30543" y="0"/>
                  </a:lnTo>
                  <a:lnTo>
                    <a:pt x="0" y="0"/>
                  </a:lnTo>
                  <a:lnTo>
                    <a:pt x="1244282" y="124155"/>
                  </a:lnTo>
                  <a:lnTo>
                    <a:pt x="1244282" y="121107"/>
                  </a:lnTo>
                  <a:lnTo>
                    <a:pt x="1244282" y="118059"/>
                  </a:lnTo>
                  <a:close/>
                </a:path>
              </a:pathLst>
            </a:custGeom>
            <a:solidFill>
              <a:srgbClr val="F4F6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821573" y="1273941"/>
              <a:ext cx="1275080" cy="127635"/>
            </a:xfrm>
            <a:custGeom>
              <a:avLst/>
              <a:gdLst/>
              <a:ahLst/>
              <a:cxnLst/>
              <a:rect l="l" t="t" r="r" b="b"/>
              <a:pathLst>
                <a:path w="1275080" h="127634">
                  <a:moveTo>
                    <a:pt x="1274840" y="127204"/>
                  </a:moveTo>
                  <a:lnTo>
                    <a:pt x="1274840" y="124156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1274840" y="127204"/>
                  </a:lnTo>
                  <a:close/>
                </a:path>
              </a:pathLst>
            </a:custGeom>
            <a:solidFill>
              <a:srgbClr val="F5F7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791023" y="1273940"/>
              <a:ext cx="1305560" cy="130810"/>
            </a:xfrm>
            <a:custGeom>
              <a:avLst/>
              <a:gdLst/>
              <a:ahLst/>
              <a:cxnLst/>
              <a:rect l="l" t="t" r="r" b="b"/>
              <a:pathLst>
                <a:path w="1305560" h="130809">
                  <a:moveTo>
                    <a:pt x="1305390" y="130252"/>
                  </a:moveTo>
                  <a:lnTo>
                    <a:pt x="1305390" y="127204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1305390" y="130252"/>
                  </a:lnTo>
                  <a:close/>
                </a:path>
              </a:pathLst>
            </a:custGeom>
            <a:solidFill>
              <a:srgbClr val="F6F7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760478" y="1273940"/>
              <a:ext cx="1336040" cy="133350"/>
            </a:xfrm>
            <a:custGeom>
              <a:avLst/>
              <a:gdLst/>
              <a:ahLst/>
              <a:cxnLst/>
              <a:rect l="l" t="t" r="r" b="b"/>
              <a:pathLst>
                <a:path w="1336039" h="133350">
                  <a:moveTo>
                    <a:pt x="1335936" y="133300"/>
                  </a:moveTo>
                  <a:lnTo>
                    <a:pt x="1335936" y="130252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1335936" y="133300"/>
                  </a:lnTo>
                  <a:close/>
                </a:path>
              </a:pathLst>
            </a:custGeom>
            <a:solidFill>
              <a:srgbClr val="F6F8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729932" y="1273941"/>
              <a:ext cx="1366520" cy="136525"/>
            </a:xfrm>
            <a:custGeom>
              <a:avLst/>
              <a:gdLst/>
              <a:ahLst/>
              <a:cxnLst/>
              <a:rect l="l" t="t" r="r" b="b"/>
              <a:pathLst>
                <a:path w="1366520" h="136525">
                  <a:moveTo>
                    <a:pt x="1366482" y="136348"/>
                  </a:moveTo>
                  <a:lnTo>
                    <a:pt x="1366482" y="133300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1366482" y="136348"/>
                  </a:lnTo>
                  <a:close/>
                </a:path>
              </a:pathLst>
            </a:custGeom>
            <a:solidFill>
              <a:srgbClr val="F7F8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668832" y="1273952"/>
              <a:ext cx="1428115" cy="142875"/>
            </a:xfrm>
            <a:custGeom>
              <a:avLst/>
              <a:gdLst/>
              <a:ahLst/>
              <a:cxnLst/>
              <a:rect l="l" t="t" r="r" b="b"/>
              <a:pathLst>
                <a:path w="1428114" h="142875">
                  <a:moveTo>
                    <a:pt x="1427568" y="136347"/>
                  </a:moveTo>
                  <a:lnTo>
                    <a:pt x="61087" y="0"/>
                  </a:lnTo>
                  <a:lnTo>
                    <a:pt x="30543" y="0"/>
                  </a:lnTo>
                  <a:lnTo>
                    <a:pt x="0" y="0"/>
                  </a:lnTo>
                  <a:lnTo>
                    <a:pt x="1427568" y="142443"/>
                  </a:lnTo>
                  <a:lnTo>
                    <a:pt x="1427568" y="139395"/>
                  </a:lnTo>
                  <a:lnTo>
                    <a:pt x="1427568" y="136347"/>
                  </a:lnTo>
                  <a:close/>
                </a:path>
              </a:pathLst>
            </a:custGeom>
            <a:solidFill>
              <a:srgbClr val="F8F9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638291" y="1273940"/>
              <a:ext cx="1458595" cy="146050"/>
            </a:xfrm>
            <a:custGeom>
              <a:avLst/>
              <a:gdLst/>
              <a:ahLst/>
              <a:cxnLst/>
              <a:rect l="l" t="t" r="r" b="b"/>
              <a:pathLst>
                <a:path w="1458595" h="146050">
                  <a:moveTo>
                    <a:pt x="1458123" y="145492"/>
                  </a:moveTo>
                  <a:lnTo>
                    <a:pt x="1458123" y="142444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1458123" y="145492"/>
                  </a:lnTo>
                  <a:close/>
                </a:path>
              </a:pathLst>
            </a:custGeom>
            <a:solidFill>
              <a:srgbClr val="F9FA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607741" y="1273940"/>
              <a:ext cx="1489075" cy="148590"/>
            </a:xfrm>
            <a:custGeom>
              <a:avLst/>
              <a:gdLst/>
              <a:ahLst/>
              <a:cxnLst/>
              <a:rect l="l" t="t" r="r" b="b"/>
              <a:pathLst>
                <a:path w="1489075" h="148590">
                  <a:moveTo>
                    <a:pt x="1488672" y="148540"/>
                  </a:moveTo>
                  <a:lnTo>
                    <a:pt x="1488672" y="145492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1488672" y="148540"/>
                  </a:lnTo>
                  <a:close/>
                </a:path>
              </a:pathLst>
            </a:custGeom>
            <a:solidFill>
              <a:srgbClr val="F9FA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577195" y="1273940"/>
              <a:ext cx="1519555" cy="151765"/>
            </a:xfrm>
            <a:custGeom>
              <a:avLst/>
              <a:gdLst/>
              <a:ahLst/>
              <a:cxnLst/>
              <a:rect l="l" t="t" r="r" b="b"/>
              <a:pathLst>
                <a:path w="1519555" h="151765">
                  <a:moveTo>
                    <a:pt x="1519218" y="151588"/>
                  </a:moveTo>
                  <a:lnTo>
                    <a:pt x="1519218" y="148540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1519218" y="151588"/>
                  </a:lnTo>
                  <a:close/>
                </a:path>
              </a:pathLst>
            </a:custGeom>
            <a:solidFill>
              <a:srgbClr val="FAFA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546650" y="1273940"/>
              <a:ext cx="1550035" cy="154940"/>
            </a:xfrm>
            <a:custGeom>
              <a:avLst/>
              <a:gdLst/>
              <a:ahLst/>
              <a:cxnLst/>
              <a:rect l="l" t="t" r="r" b="b"/>
              <a:pathLst>
                <a:path w="1550035" h="154940">
                  <a:moveTo>
                    <a:pt x="1549764" y="154636"/>
                  </a:moveTo>
                  <a:lnTo>
                    <a:pt x="1549764" y="151588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1549764" y="154636"/>
                  </a:lnTo>
                  <a:close/>
                </a:path>
              </a:pathLst>
            </a:custGeom>
            <a:solidFill>
              <a:srgbClr val="FAFB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516100" y="1273940"/>
              <a:ext cx="1580515" cy="158115"/>
            </a:xfrm>
            <a:custGeom>
              <a:avLst/>
              <a:gdLst/>
              <a:ahLst/>
              <a:cxnLst/>
              <a:rect l="l" t="t" r="r" b="b"/>
              <a:pathLst>
                <a:path w="1580514" h="158115">
                  <a:moveTo>
                    <a:pt x="1580313" y="157684"/>
                  </a:moveTo>
                  <a:lnTo>
                    <a:pt x="1580313" y="154636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1580313" y="157684"/>
                  </a:lnTo>
                  <a:close/>
                </a:path>
              </a:pathLst>
            </a:custGeom>
            <a:solidFill>
              <a:srgbClr val="FBFB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455002" y="1273952"/>
              <a:ext cx="1641475" cy="163830"/>
            </a:xfrm>
            <a:custGeom>
              <a:avLst/>
              <a:gdLst/>
              <a:ahLst/>
              <a:cxnLst/>
              <a:rect l="l" t="t" r="r" b="b"/>
              <a:pathLst>
                <a:path w="1641475" h="163830">
                  <a:moveTo>
                    <a:pt x="1641398" y="157683"/>
                  </a:moveTo>
                  <a:lnTo>
                    <a:pt x="61087" y="0"/>
                  </a:lnTo>
                  <a:lnTo>
                    <a:pt x="30543" y="0"/>
                  </a:lnTo>
                  <a:lnTo>
                    <a:pt x="0" y="0"/>
                  </a:lnTo>
                  <a:lnTo>
                    <a:pt x="1641398" y="163779"/>
                  </a:lnTo>
                  <a:lnTo>
                    <a:pt x="1641398" y="160731"/>
                  </a:lnTo>
                  <a:lnTo>
                    <a:pt x="1641398" y="157683"/>
                  </a:lnTo>
                  <a:close/>
                </a:path>
              </a:pathLst>
            </a:custGeom>
            <a:solidFill>
              <a:srgbClr val="FBFC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424459" y="1273940"/>
              <a:ext cx="1671955" cy="167005"/>
            </a:xfrm>
            <a:custGeom>
              <a:avLst/>
              <a:gdLst/>
              <a:ahLst/>
              <a:cxnLst/>
              <a:rect l="l" t="t" r="r" b="b"/>
              <a:pathLst>
                <a:path w="1671955" h="167005">
                  <a:moveTo>
                    <a:pt x="1671955" y="166828"/>
                  </a:moveTo>
                  <a:lnTo>
                    <a:pt x="1671955" y="163780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1671955" y="166828"/>
                  </a:lnTo>
                  <a:close/>
                </a:path>
              </a:pathLst>
            </a:custGeom>
            <a:solidFill>
              <a:srgbClr val="FCFC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363359" y="1273952"/>
              <a:ext cx="1733550" cy="173355"/>
            </a:xfrm>
            <a:custGeom>
              <a:avLst/>
              <a:gdLst/>
              <a:ahLst/>
              <a:cxnLst/>
              <a:rect l="l" t="t" r="r" b="b"/>
              <a:pathLst>
                <a:path w="1733550" h="173355">
                  <a:moveTo>
                    <a:pt x="1733042" y="166827"/>
                  </a:moveTo>
                  <a:lnTo>
                    <a:pt x="61099" y="0"/>
                  </a:lnTo>
                  <a:lnTo>
                    <a:pt x="30543" y="0"/>
                  </a:lnTo>
                  <a:lnTo>
                    <a:pt x="0" y="0"/>
                  </a:lnTo>
                  <a:lnTo>
                    <a:pt x="1733042" y="172923"/>
                  </a:lnTo>
                  <a:lnTo>
                    <a:pt x="1733042" y="169875"/>
                  </a:lnTo>
                  <a:lnTo>
                    <a:pt x="1733042" y="166827"/>
                  </a:lnTo>
                  <a:close/>
                </a:path>
              </a:pathLst>
            </a:custGeom>
            <a:solidFill>
              <a:srgbClr val="FCFD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302260" y="1273952"/>
              <a:ext cx="1794510" cy="179070"/>
            </a:xfrm>
            <a:custGeom>
              <a:avLst/>
              <a:gdLst/>
              <a:ahLst/>
              <a:cxnLst/>
              <a:rect l="l" t="t" r="r" b="b"/>
              <a:pathLst>
                <a:path w="1794510" h="179069">
                  <a:moveTo>
                    <a:pt x="1794141" y="172923"/>
                  </a:moveTo>
                  <a:lnTo>
                    <a:pt x="61099" y="0"/>
                  </a:lnTo>
                  <a:lnTo>
                    <a:pt x="30556" y="0"/>
                  </a:lnTo>
                  <a:lnTo>
                    <a:pt x="0" y="0"/>
                  </a:lnTo>
                  <a:lnTo>
                    <a:pt x="1794141" y="179019"/>
                  </a:lnTo>
                  <a:lnTo>
                    <a:pt x="1794141" y="175971"/>
                  </a:lnTo>
                  <a:lnTo>
                    <a:pt x="1794141" y="172923"/>
                  </a:lnTo>
                  <a:close/>
                </a:path>
              </a:pathLst>
            </a:custGeom>
            <a:solidFill>
              <a:srgbClr val="FDFD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271726" y="1273940"/>
              <a:ext cx="1824989" cy="182245"/>
            </a:xfrm>
            <a:custGeom>
              <a:avLst/>
              <a:gdLst/>
              <a:ahLst/>
              <a:cxnLst/>
              <a:rect l="l" t="t" r="r" b="b"/>
              <a:pathLst>
                <a:path w="1824989" h="182244">
                  <a:moveTo>
                    <a:pt x="1824687" y="182068"/>
                  </a:moveTo>
                  <a:lnTo>
                    <a:pt x="1824687" y="179020"/>
                  </a:lnTo>
                  <a:lnTo>
                    <a:pt x="30546" y="0"/>
                  </a:lnTo>
                  <a:lnTo>
                    <a:pt x="0" y="0"/>
                  </a:lnTo>
                  <a:lnTo>
                    <a:pt x="1824687" y="182068"/>
                  </a:lnTo>
                  <a:close/>
                </a:path>
              </a:pathLst>
            </a:custGeom>
            <a:solidFill>
              <a:srgbClr val="FD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149529" y="1273952"/>
              <a:ext cx="1946910" cy="194310"/>
            </a:xfrm>
            <a:custGeom>
              <a:avLst/>
              <a:gdLst/>
              <a:ahLst/>
              <a:cxnLst/>
              <a:rect l="l" t="t" r="r" b="b"/>
              <a:pathLst>
                <a:path w="1946910" h="194309">
                  <a:moveTo>
                    <a:pt x="1946871" y="182067"/>
                  </a:moveTo>
                  <a:lnTo>
                    <a:pt x="122186" y="0"/>
                  </a:lnTo>
                  <a:lnTo>
                    <a:pt x="91643" y="0"/>
                  </a:lnTo>
                  <a:lnTo>
                    <a:pt x="61099" y="0"/>
                  </a:lnTo>
                  <a:lnTo>
                    <a:pt x="30543" y="0"/>
                  </a:lnTo>
                  <a:lnTo>
                    <a:pt x="0" y="0"/>
                  </a:lnTo>
                  <a:lnTo>
                    <a:pt x="1946871" y="194259"/>
                  </a:lnTo>
                  <a:lnTo>
                    <a:pt x="1946871" y="191211"/>
                  </a:lnTo>
                  <a:lnTo>
                    <a:pt x="1946871" y="188163"/>
                  </a:lnTo>
                  <a:lnTo>
                    <a:pt x="1946871" y="185115"/>
                  </a:lnTo>
                  <a:lnTo>
                    <a:pt x="1946871" y="182067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134251" y="1273952"/>
              <a:ext cx="1962150" cy="200660"/>
            </a:xfrm>
            <a:custGeom>
              <a:avLst/>
              <a:gdLst/>
              <a:ahLst/>
              <a:cxnLst/>
              <a:rect l="l" t="t" r="r" b="b"/>
              <a:pathLst>
                <a:path w="1962150" h="200659">
                  <a:moveTo>
                    <a:pt x="1962150" y="194259"/>
                  </a:moveTo>
                  <a:lnTo>
                    <a:pt x="15278" y="0"/>
                  </a:lnTo>
                  <a:lnTo>
                    <a:pt x="0" y="0"/>
                  </a:lnTo>
                  <a:lnTo>
                    <a:pt x="0" y="1524"/>
                  </a:lnTo>
                  <a:lnTo>
                    <a:pt x="0" y="4572"/>
                  </a:lnTo>
                  <a:lnTo>
                    <a:pt x="1962150" y="200355"/>
                  </a:lnTo>
                  <a:lnTo>
                    <a:pt x="1962150" y="197307"/>
                  </a:lnTo>
                  <a:lnTo>
                    <a:pt x="1962150" y="19425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134251" y="1278524"/>
              <a:ext cx="1962150" cy="205104"/>
            </a:xfrm>
            <a:custGeom>
              <a:avLst/>
              <a:gdLst/>
              <a:ahLst/>
              <a:cxnLst/>
              <a:rect l="l" t="t" r="r" b="b"/>
              <a:pathLst>
                <a:path w="1962150" h="205105">
                  <a:moveTo>
                    <a:pt x="1962150" y="195783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0" y="6096"/>
                  </a:lnTo>
                  <a:lnTo>
                    <a:pt x="0" y="9144"/>
                  </a:lnTo>
                  <a:lnTo>
                    <a:pt x="1962150" y="204927"/>
                  </a:lnTo>
                  <a:lnTo>
                    <a:pt x="1962150" y="201879"/>
                  </a:lnTo>
                  <a:lnTo>
                    <a:pt x="1962150" y="198831"/>
                  </a:lnTo>
                  <a:lnTo>
                    <a:pt x="1962150" y="195783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134264" y="1287656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FD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134251" y="1290716"/>
              <a:ext cx="1962150" cy="201930"/>
            </a:xfrm>
            <a:custGeom>
              <a:avLst/>
              <a:gdLst/>
              <a:ahLst/>
              <a:cxnLst/>
              <a:rect l="l" t="t" r="r" b="b"/>
              <a:pathLst>
                <a:path w="1962150" h="201930">
                  <a:moveTo>
                    <a:pt x="1962150" y="195783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0" y="6096"/>
                  </a:lnTo>
                  <a:lnTo>
                    <a:pt x="1962150" y="201879"/>
                  </a:lnTo>
                  <a:lnTo>
                    <a:pt x="1962150" y="198831"/>
                  </a:lnTo>
                  <a:lnTo>
                    <a:pt x="1962150" y="195783"/>
                  </a:lnTo>
                  <a:close/>
                </a:path>
              </a:pathLst>
            </a:custGeom>
            <a:solidFill>
              <a:srgbClr val="FDFD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134251" y="1296812"/>
              <a:ext cx="1962150" cy="201930"/>
            </a:xfrm>
            <a:custGeom>
              <a:avLst/>
              <a:gdLst/>
              <a:ahLst/>
              <a:cxnLst/>
              <a:rect l="l" t="t" r="r" b="b"/>
              <a:pathLst>
                <a:path w="1962150" h="201930">
                  <a:moveTo>
                    <a:pt x="1962150" y="195783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0" y="6096"/>
                  </a:lnTo>
                  <a:lnTo>
                    <a:pt x="1962150" y="201879"/>
                  </a:lnTo>
                  <a:lnTo>
                    <a:pt x="1962150" y="198831"/>
                  </a:lnTo>
                  <a:lnTo>
                    <a:pt x="1962150" y="195783"/>
                  </a:lnTo>
                  <a:close/>
                </a:path>
              </a:pathLst>
            </a:custGeom>
            <a:solidFill>
              <a:srgbClr val="FCFD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134264" y="1302896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FCFC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134251" y="1305956"/>
              <a:ext cx="1962150" cy="201930"/>
            </a:xfrm>
            <a:custGeom>
              <a:avLst/>
              <a:gdLst/>
              <a:ahLst/>
              <a:cxnLst/>
              <a:rect l="l" t="t" r="r" b="b"/>
              <a:pathLst>
                <a:path w="1962150" h="201930">
                  <a:moveTo>
                    <a:pt x="1962150" y="195783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0" y="6096"/>
                  </a:lnTo>
                  <a:lnTo>
                    <a:pt x="1962150" y="201879"/>
                  </a:lnTo>
                  <a:lnTo>
                    <a:pt x="1962150" y="198831"/>
                  </a:lnTo>
                  <a:lnTo>
                    <a:pt x="1962150" y="195783"/>
                  </a:lnTo>
                  <a:close/>
                </a:path>
              </a:pathLst>
            </a:custGeom>
            <a:solidFill>
              <a:srgbClr val="FBFC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134264" y="1312040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FBFB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134264" y="1315088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FAFB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134264" y="1318136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FAFA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134264" y="1321184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F9FA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134264" y="1324232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F9FA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134251" y="1327292"/>
              <a:ext cx="1962150" cy="201930"/>
            </a:xfrm>
            <a:custGeom>
              <a:avLst/>
              <a:gdLst/>
              <a:ahLst/>
              <a:cxnLst/>
              <a:rect l="l" t="t" r="r" b="b"/>
              <a:pathLst>
                <a:path w="1962150" h="201930">
                  <a:moveTo>
                    <a:pt x="1962150" y="195783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0" y="6096"/>
                  </a:lnTo>
                  <a:lnTo>
                    <a:pt x="1962150" y="201879"/>
                  </a:lnTo>
                  <a:lnTo>
                    <a:pt x="1962150" y="198831"/>
                  </a:lnTo>
                  <a:lnTo>
                    <a:pt x="1962150" y="195783"/>
                  </a:lnTo>
                  <a:close/>
                </a:path>
              </a:pathLst>
            </a:custGeom>
            <a:solidFill>
              <a:srgbClr val="F8F9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134264" y="1333376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F7F8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134264" y="1336424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F6F8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134264" y="1339472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F6F7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134264" y="1342520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F5F7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134251" y="1345580"/>
              <a:ext cx="1962150" cy="201930"/>
            </a:xfrm>
            <a:custGeom>
              <a:avLst/>
              <a:gdLst/>
              <a:ahLst/>
              <a:cxnLst/>
              <a:rect l="l" t="t" r="r" b="b"/>
              <a:pathLst>
                <a:path w="1962150" h="201930">
                  <a:moveTo>
                    <a:pt x="1962150" y="195783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0" y="6096"/>
                  </a:lnTo>
                  <a:lnTo>
                    <a:pt x="1962150" y="201879"/>
                  </a:lnTo>
                  <a:lnTo>
                    <a:pt x="1962150" y="198831"/>
                  </a:lnTo>
                  <a:lnTo>
                    <a:pt x="1962150" y="195783"/>
                  </a:lnTo>
                  <a:close/>
                </a:path>
              </a:pathLst>
            </a:custGeom>
            <a:solidFill>
              <a:srgbClr val="F4F6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134264" y="1351664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F3F5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134264" y="1354712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F2F4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134264" y="1357760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F1F4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134264" y="1360808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F1F3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134264" y="1363856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F0F2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134264" y="1366904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EFF1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134264" y="1369952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EEF0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134264" y="1373000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EDF0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134264" y="1376048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ECEF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134264" y="1379096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EBEE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134264" y="1382144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EAED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134264" y="1385192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E9EC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134264" y="1388240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E7EB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134264" y="1391288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E6EA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134264" y="1394336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E5E9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134264" y="1397384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E4E9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134264" y="1400432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E3E7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134264" y="1403480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E1E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134264" y="1406528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E0E5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134264" y="1409576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DEE4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134264" y="1412624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DDE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134264" y="1415672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DBE1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134264" y="1418720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DAE0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134264" y="1421768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D9DF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134264" y="1424816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90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D7DE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134264" y="1427864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89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D5DD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134264" y="1430912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89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D4DB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134264" y="1433960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89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D2DA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134264" y="1437008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89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D0D8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134264" y="1440056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89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CED7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134264" y="1443104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89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CCD5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134264" y="1446152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89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CBD4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134264" y="1449200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89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C9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134264" y="1452248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89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C7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134264" y="1455296"/>
              <a:ext cx="1962150" cy="199390"/>
            </a:xfrm>
            <a:custGeom>
              <a:avLst/>
              <a:gdLst/>
              <a:ahLst/>
              <a:cxnLst/>
              <a:rect l="l" t="t" r="r" b="b"/>
              <a:pathLst>
                <a:path w="1962150" h="199389">
                  <a:moveTo>
                    <a:pt x="1962150" y="198832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62150" y="198832"/>
                  </a:lnTo>
                  <a:close/>
                </a:path>
              </a:pathLst>
            </a:custGeom>
            <a:solidFill>
              <a:srgbClr val="C5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134264" y="1458344"/>
              <a:ext cx="1962150" cy="196850"/>
            </a:xfrm>
            <a:custGeom>
              <a:avLst/>
              <a:gdLst/>
              <a:ahLst/>
              <a:cxnLst/>
              <a:rect l="l" t="t" r="r" b="b"/>
              <a:pathLst>
                <a:path w="1962150" h="196850">
                  <a:moveTo>
                    <a:pt x="1962150" y="196596"/>
                  </a:moveTo>
                  <a:lnTo>
                    <a:pt x="1962150" y="195784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1939735" y="196596"/>
                  </a:lnTo>
                  <a:lnTo>
                    <a:pt x="1962150" y="196596"/>
                  </a:lnTo>
                  <a:close/>
                </a:path>
              </a:pathLst>
            </a:custGeom>
            <a:solidFill>
              <a:srgbClr val="C3CE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134264" y="1461392"/>
              <a:ext cx="1939925" cy="193675"/>
            </a:xfrm>
            <a:custGeom>
              <a:avLst/>
              <a:gdLst/>
              <a:ahLst/>
              <a:cxnLst/>
              <a:rect l="l" t="t" r="r" b="b"/>
              <a:pathLst>
                <a:path w="1939925" h="193675">
                  <a:moveTo>
                    <a:pt x="1939732" y="193547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909185" y="193547"/>
                  </a:lnTo>
                  <a:lnTo>
                    <a:pt x="1939732" y="193547"/>
                  </a:lnTo>
                  <a:close/>
                </a:path>
              </a:pathLst>
            </a:custGeom>
            <a:solidFill>
              <a:srgbClr val="C1CC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134264" y="1464440"/>
              <a:ext cx="1909445" cy="190500"/>
            </a:xfrm>
            <a:custGeom>
              <a:avLst/>
              <a:gdLst/>
              <a:ahLst/>
              <a:cxnLst/>
              <a:rect l="l" t="t" r="r" b="b"/>
              <a:pathLst>
                <a:path w="1909445" h="190500">
                  <a:moveTo>
                    <a:pt x="1909186" y="190499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878639" y="190499"/>
                  </a:lnTo>
                  <a:lnTo>
                    <a:pt x="1909186" y="190499"/>
                  </a:lnTo>
                  <a:close/>
                </a:path>
              </a:pathLst>
            </a:custGeom>
            <a:solidFill>
              <a:srgbClr val="BF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134264" y="1467488"/>
              <a:ext cx="1878964" cy="187960"/>
            </a:xfrm>
            <a:custGeom>
              <a:avLst/>
              <a:gdLst/>
              <a:ahLst/>
              <a:cxnLst/>
              <a:rect l="l" t="t" r="r" b="b"/>
              <a:pathLst>
                <a:path w="1878964" h="187960">
                  <a:moveTo>
                    <a:pt x="1878641" y="187452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848094" y="187452"/>
                  </a:lnTo>
                  <a:lnTo>
                    <a:pt x="1878641" y="187452"/>
                  </a:lnTo>
                  <a:close/>
                </a:path>
              </a:pathLst>
            </a:custGeom>
            <a:solidFill>
              <a:srgbClr val="BC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134264" y="1470536"/>
              <a:ext cx="1848485" cy="184785"/>
            </a:xfrm>
            <a:custGeom>
              <a:avLst/>
              <a:gdLst/>
              <a:ahLst/>
              <a:cxnLst/>
              <a:rect l="l" t="t" r="r" b="b"/>
              <a:pathLst>
                <a:path w="1848485" h="184785">
                  <a:moveTo>
                    <a:pt x="1848091" y="184403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817544" y="184403"/>
                  </a:lnTo>
                  <a:lnTo>
                    <a:pt x="1848091" y="184403"/>
                  </a:lnTo>
                  <a:close/>
                </a:path>
              </a:pathLst>
            </a:custGeom>
            <a:solidFill>
              <a:srgbClr val="BB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134264" y="1473584"/>
              <a:ext cx="1818005" cy="181610"/>
            </a:xfrm>
            <a:custGeom>
              <a:avLst/>
              <a:gdLst/>
              <a:ahLst/>
              <a:cxnLst/>
              <a:rect l="l" t="t" r="r" b="b"/>
              <a:pathLst>
                <a:path w="1818005" h="181610">
                  <a:moveTo>
                    <a:pt x="1817545" y="181355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786998" y="181355"/>
                  </a:lnTo>
                  <a:lnTo>
                    <a:pt x="1817545" y="181355"/>
                  </a:lnTo>
                  <a:close/>
                </a:path>
              </a:pathLst>
            </a:custGeom>
            <a:solidFill>
              <a:srgbClr val="B9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134264" y="1476632"/>
              <a:ext cx="1787525" cy="178435"/>
            </a:xfrm>
            <a:custGeom>
              <a:avLst/>
              <a:gdLst/>
              <a:ahLst/>
              <a:cxnLst/>
              <a:rect l="l" t="t" r="r" b="b"/>
              <a:pathLst>
                <a:path w="1787525" h="178435">
                  <a:moveTo>
                    <a:pt x="1786999" y="178308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756452" y="178308"/>
                  </a:lnTo>
                  <a:lnTo>
                    <a:pt x="1786999" y="178308"/>
                  </a:lnTo>
                  <a:close/>
                </a:path>
              </a:pathLst>
            </a:custGeom>
            <a:solidFill>
              <a:srgbClr val="B7C4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134264" y="1479680"/>
              <a:ext cx="1757045" cy="175260"/>
            </a:xfrm>
            <a:custGeom>
              <a:avLst/>
              <a:gdLst/>
              <a:ahLst/>
              <a:cxnLst/>
              <a:rect l="l" t="t" r="r" b="b"/>
              <a:pathLst>
                <a:path w="1757045" h="175260">
                  <a:moveTo>
                    <a:pt x="1756450" y="175259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725903" y="175259"/>
                  </a:lnTo>
                  <a:lnTo>
                    <a:pt x="1756450" y="175259"/>
                  </a:lnTo>
                  <a:close/>
                </a:path>
              </a:pathLst>
            </a:custGeom>
            <a:solidFill>
              <a:srgbClr val="B4C2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134264" y="1482728"/>
              <a:ext cx="1725930" cy="172720"/>
            </a:xfrm>
            <a:custGeom>
              <a:avLst/>
              <a:gdLst/>
              <a:ahLst/>
              <a:cxnLst/>
              <a:rect l="l" t="t" r="r" b="b"/>
              <a:pathLst>
                <a:path w="1725930" h="172719">
                  <a:moveTo>
                    <a:pt x="1725904" y="172211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695357" y="172211"/>
                  </a:lnTo>
                  <a:lnTo>
                    <a:pt x="1725904" y="172211"/>
                  </a:lnTo>
                  <a:close/>
                </a:path>
              </a:pathLst>
            </a:custGeom>
            <a:solidFill>
              <a:srgbClr val="B2C0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134264" y="1485776"/>
              <a:ext cx="1695450" cy="169545"/>
            </a:xfrm>
            <a:custGeom>
              <a:avLst/>
              <a:gdLst/>
              <a:ahLst/>
              <a:cxnLst/>
              <a:rect l="l" t="t" r="r" b="b"/>
              <a:pathLst>
                <a:path w="1695450" h="169544">
                  <a:moveTo>
                    <a:pt x="1695358" y="169164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664811" y="169164"/>
                  </a:lnTo>
                  <a:lnTo>
                    <a:pt x="1695358" y="169164"/>
                  </a:lnTo>
                  <a:close/>
                </a:path>
              </a:pathLst>
            </a:custGeom>
            <a:solidFill>
              <a:srgbClr val="B0BE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134264" y="1488824"/>
              <a:ext cx="1664970" cy="166370"/>
            </a:xfrm>
            <a:custGeom>
              <a:avLst/>
              <a:gdLst/>
              <a:ahLst/>
              <a:cxnLst/>
              <a:rect l="l" t="t" r="r" b="b"/>
              <a:pathLst>
                <a:path w="1664970" h="166369">
                  <a:moveTo>
                    <a:pt x="1664809" y="166115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634262" y="166115"/>
                  </a:lnTo>
                  <a:lnTo>
                    <a:pt x="1664809" y="166115"/>
                  </a:lnTo>
                  <a:close/>
                </a:path>
              </a:pathLst>
            </a:custGeom>
            <a:solidFill>
              <a:srgbClr val="AD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134264" y="1491872"/>
              <a:ext cx="1634489" cy="163195"/>
            </a:xfrm>
            <a:custGeom>
              <a:avLst/>
              <a:gdLst/>
              <a:ahLst/>
              <a:cxnLst/>
              <a:rect l="l" t="t" r="r" b="b"/>
              <a:pathLst>
                <a:path w="1634489" h="163194">
                  <a:moveTo>
                    <a:pt x="1634263" y="163067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603716" y="163067"/>
                  </a:lnTo>
                  <a:lnTo>
                    <a:pt x="1634263" y="163067"/>
                  </a:lnTo>
                  <a:close/>
                </a:path>
              </a:pathLst>
            </a:custGeom>
            <a:solidFill>
              <a:srgbClr val="ABBB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134264" y="1494920"/>
              <a:ext cx="1604010" cy="160020"/>
            </a:xfrm>
            <a:custGeom>
              <a:avLst/>
              <a:gdLst/>
              <a:ahLst/>
              <a:cxnLst/>
              <a:rect l="l" t="t" r="r" b="b"/>
              <a:pathLst>
                <a:path w="1604010" h="160019">
                  <a:moveTo>
                    <a:pt x="1603717" y="160020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573170" y="160020"/>
                  </a:lnTo>
                  <a:lnTo>
                    <a:pt x="1603717" y="160020"/>
                  </a:lnTo>
                  <a:close/>
                </a:path>
              </a:pathLst>
            </a:custGeom>
            <a:solidFill>
              <a:srgbClr val="A9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134264" y="1497968"/>
              <a:ext cx="1573530" cy="157480"/>
            </a:xfrm>
            <a:custGeom>
              <a:avLst/>
              <a:gdLst/>
              <a:ahLst/>
              <a:cxnLst/>
              <a:rect l="l" t="t" r="r" b="b"/>
              <a:pathLst>
                <a:path w="1573530" h="157480">
                  <a:moveTo>
                    <a:pt x="1573168" y="156971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542621" y="156971"/>
                  </a:lnTo>
                  <a:lnTo>
                    <a:pt x="1573168" y="156971"/>
                  </a:lnTo>
                  <a:close/>
                </a:path>
              </a:pathLst>
            </a:custGeom>
            <a:solidFill>
              <a:srgbClr val="A7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134264" y="1501016"/>
              <a:ext cx="1543050" cy="154305"/>
            </a:xfrm>
            <a:custGeom>
              <a:avLst/>
              <a:gdLst/>
              <a:ahLst/>
              <a:cxnLst/>
              <a:rect l="l" t="t" r="r" b="b"/>
              <a:pathLst>
                <a:path w="1543050" h="154305">
                  <a:moveTo>
                    <a:pt x="1542622" y="153923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512075" y="153923"/>
                  </a:lnTo>
                  <a:lnTo>
                    <a:pt x="1542622" y="153923"/>
                  </a:lnTo>
                  <a:close/>
                </a:path>
              </a:pathLst>
            </a:custGeom>
            <a:solidFill>
              <a:srgbClr val="A4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134264" y="1504064"/>
              <a:ext cx="1512570" cy="151130"/>
            </a:xfrm>
            <a:custGeom>
              <a:avLst/>
              <a:gdLst/>
              <a:ahLst/>
              <a:cxnLst/>
              <a:rect l="l" t="t" r="r" b="b"/>
              <a:pathLst>
                <a:path w="1512570" h="151130">
                  <a:moveTo>
                    <a:pt x="1512076" y="150876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481529" y="150876"/>
                  </a:lnTo>
                  <a:lnTo>
                    <a:pt x="1512076" y="150876"/>
                  </a:lnTo>
                  <a:close/>
                </a:path>
              </a:pathLst>
            </a:custGeom>
            <a:solidFill>
              <a:srgbClr val="A2B4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134264" y="1507112"/>
              <a:ext cx="1482090" cy="147955"/>
            </a:xfrm>
            <a:custGeom>
              <a:avLst/>
              <a:gdLst/>
              <a:ahLst/>
              <a:cxnLst/>
              <a:rect l="l" t="t" r="r" b="b"/>
              <a:pathLst>
                <a:path w="1482090" h="147955">
                  <a:moveTo>
                    <a:pt x="1481530" y="147828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450983" y="147828"/>
                  </a:lnTo>
                  <a:lnTo>
                    <a:pt x="1481530" y="147828"/>
                  </a:lnTo>
                  <a:close/>
                </a:path>
              </a:pathLst>
            </a:custGeom>
            <a:solidFill>
              <a:srgbClr val="9FB2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134264" y="1510160"/>
              <a:ext cx="1450975" cy="144780"/>
            </a:xfrm>
            <a:custGeom>
              <a:avLst/>
              <a:gdLst/>
              <a:ahLst/>
              <a:cxnLst/>
              <a:rect l="l" t="t" r="r" b="b"/>
              <a:pathLst>
                <a:path w="1450975" h="144780">
                  <a:moveTo>
                    <a:pt x="1450981" y="144779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420434" y="144779"/>
                  </a:lnTo>
                  <a:lnTo>
                    <a:pt x="1450981" y="144779"/>
                  </a:lnTo>
                  <a:close/>
                </a:path>
              </a:pathLst>
            </a:custGeom>
            <a:solidFill>
              <a:srgbClr val="9DB0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134264" y="1513208"/>
              <a:ext cx="1420495" cy="142240"/>
            </a:xfrm>
            <a:custGeom>
              <a:avLst/>
              <a:gdLst/>
              <a:ahLst/>
              <a:cxnLst/>
              <a:rect l="l" t="t" r="r" b="b"/>
              <a:pathLst>
                <a:path w="1420495" h="142239">
                  <a:moveTo>
                    <a:pt x="1420435" y="141732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389888" y="141732"/>
                  </a:lnTo>
                  <a:lnTo>
                    <a:pt x="1420435" y="141732"/>
                  </a:lnTo>
                  <a:close/>
                </a:path>
              </a:pathLst>
            </a:custGeom>
            <a:solidFill>
              <a:srgbClr val="9AAE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134264" y="1516256"/>
              <a:ext cx="1390015" cy="139065"/>
            </a:xfrm>
            <a:custGeom>
              <a:avLst/>
              <a:gdLst/>
              <a:ahLst/>
              <a:cxnLst/>
              <a:rect l="l" t="t" r="r" b="b"/>
              <a:pathLst>
                <a:path w="1390015" h="139064">
                  <a:moveTo>
                    <a:pt x="1389889" y="138684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359342" y="138684"/>
                  </a:lnTo>
                  <a:lnTo>
                    <a:pt x="1389889" y="138684"/>
                  </a:lnTo>
                  <a:close/>
                </a:path>
              </a:pathLst>
            </a:custGeom>
            <a:solidFill>
              <a:srgbClr val="98AC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134264" y="1519304"/>
              <a:ext cx="1359535" cy="135890"/>
            </a:xfrm>
            <a:custGeom>
              <a:avLst/>
              <a:gdLst/>
              <a:ahLst/>
              <a:cxnLst/>
              <a:rect l="l" t="t" r="r" b="b"/>
              <a:pathLst>
                <a:path w="1359535" h="135889">
                  <a:moveTo>
                    <a:pt x="1359340" y="135635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328793" y="135635"/>
                  </a:lnTo>
                  <a:lnTo>
                    <a:pt x="1359340" y="135635"/>
                  </a:lnTo>
                  <a:close/>
                </a:path>
              </a:pathLst>
            </a:custGeom>
            <a:solidFill>
              <a:srgbClr val="96AB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134264" y="1522352"/>
              <a:ext cx="1329055" cy="132715"/>
            </a:xfrm>
            <a:custGeom>
              <a:avLst/>
              <a:gdLst/>
              <a:ahLst/>
              <a:cxnLst/>
              <a:rect l="l" t="t" r="r" b="b"/>
              <a:pathLst>
                <a:path w="1329055" h="132714">
                  <a:moveTo>
                    <a:pt x="1328794" y="132588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298247" y="132588"/>
                  </a:lnTo>
                  <a:lnTo>
                    <a:pt x="1328794" y="132588"/>
                  </a:lnTo>
                  <a:close/>
                </a:path>
              </a:pathLst>
            </a:custGeom>
            <a:solidFill>
              <a:srgbClr val="94A9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134264" y="1525400"/>
              <a:ext cx="1298575" cy="129539"/>
            </a:xfrm>
            <a:custGeom>
              <a:avLst/>
              <a:gdLst/>
              <a:ahLst/>
              <a:cxnLst/>
              <a:rect l="l" t="t" r="r" b="b"/>
              <a:pathLst>
                <a:path w="1298575" h="129539">
                  <a:moveTo>
                    <a:pt x="1298248" y="129540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267701" y="129540"/>
                  </a:lnTo>
                  <a:lnTo>
                    <a:pt x="1298248" y="129540"/>
                  </a:lnTo>
                  <a:close/>
                </a:path>
              </a:pathLst>
            </a:custGeom>
            <a:solidFill>
              <a:srgbClr val="91A7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134264" y="1528448"/>
              <a:ext cx="1268095" cy="127000"/>
            </a:xfrm>
            <a:custGeom>
              <a:avLst/>
              <a:gdLst/>
              <a:ahLst/>
              <a:cxnLst/>
              <a:rect l="l" t="t" r="r" b="b"/>
              <a:pathLst>
                <a:path w="1268095" h="127000">
                  <a:moveTo>
                    <a:pt x="1267698" y="126491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237151" y="126491"/>
                  </a:lnTo>
                  <a:lnTo>
                    <a:pt x="1267698" y="126491"/>
                  </a:lnTo>
                  <a:close/>
                </a:path>
              </a:pathLst>
            </a:custGeom>
            <a:solidFill>
              <a:srgbClr val="8FA5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134264" y="1531496"/>
              <a:ext cx="1237615" cy="123825"/>
            </a:xfrm>
            <a:custGeom>
              <a:avLst/>
              <a:gdLst/>
              <a:ahLst/>
              <a:cxnLst/>
              <a:rect l="l" t="t" r="r" b="b"/>
              <a:pathLst>
                <a:path w="1237615" h="123825">
                  <a:moveTo>
                    <a:pt x="1237153" y="123444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206606" y="123444"/>
                  </a:lnTo>
                  <a:lnTo>
                    <a:pt x="1237153" y="123444"/>
                  </a:lnTo>
                  <a:close/>
                </a:path>
              </a:pathLst>
            </a:custGeom>
            <a:solidFill>
              <a:srgbClr val="8DA3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134264" y="1534544"/>
              <a:ext cx="1207135" cy="120650"/>
            </a:xfrm>
            <a:custGeom>
              <a:avLst/>
              <a:gdLst/>
              <a:ahLst/>
              <a:cxnLst/>
              <a:rect l="l" t="t" r="r" b="b"/>
              <a:pathLst>
                <a:path w="1207135" h="120650">
                  <a:moveTo>
                    <a:pt x="1206607" y="120396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176060" y="120396"/>
                  </a:lnTo>
                  <a:lnTo>
                    <a:pt x="1206607" y="120396"/>
                  </a:lnTo>
                  <a:close/>
                </a:path>
              </a:pathLst>
            </a:custGeom>
            <a:solidFill>
              <a:srgbClr val="89A2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134264" y="1537592"/>
              <a:ext cx="1176655" cy="117475"/>
            </a:xfrm>
            <a:custGeom>
              <a:avLst/>
              <a:gdLst/>
              <a:ahLst/>
              <a:cxnLst/>
              <a:rect l="l" t="t" r="r" b="b"/>
              <a:pathLst>
                <a:path w="1176655" h="117475">
                  <a:moveTo>
                    <a:pt x="1176057" y="117347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145510" y="117347"/>
                  </a:lnTo>
                  <a:lnTo>
                    <a:pt x="1176057" y="117347"/>
                  </a:lnTo>
                  <a:close/>
                </a:path>
              </a:pathLst>
            </a:custGeom>
            <a:solidFill>
              <a:srgbClr val="86A0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134264" y="1540640"/>
              <a:ext cx="1145540" cy="114300"/>
            </a:xfrm>
            <a:custGeom>
              <a:avLst/>
              <a:gdLst/>
              <a:ahLst/>
              <a:cxnLst/>
              <a:rect l="l" t="t" r="r" b="b"/>
              <a:pathLst>
                <a:path w="1145540" h="114300">
                  <a:moveTo>
                    <a:pt x="1145512" y="114299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114965" y="114299"/>
                  </a:lnTo>
                  <a:lnTo>
                    <a:pt x="1145512" y="114299"/>
                  </a:lnTo>
                  <a:close/>
                </a:path>
              </a:pathLst>
            </a:custGeom>
            <a:solidFill>
              <a:srgbClr val="849E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134264" y="1543688"/>
              <a:ext cx="1115060" cy="111760"/>
            </a:xfrm>
            <a:custGeom>
              <a:avLst/>
              <a:gdLst/>
              <a:ahLst/>
              <a:cxnLst/>
              <a:rect l="l" t="t" r="r" b="b"/>
              <a:pathLst>
                <a:path w="1115060" h="111760">
                  <a:moveTo>
                    <a:pt x="1114966" y="111252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084419" y="111252"/>
                  </a:lnTo>
                  <a:lnTo>
                    <a:pt x="1114966" y="111252"/>
                  </a:lnTo>
                  <a:close/>
                </a:path>
              </a:pathLst>
            </a:custGeom>
            <a:solidFill>
              <a:srgbClr val="839D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134264" y="1546736"/>
              <a:ext cx="1084580" cy="108585"/>
            </a:xfrm>
            <a:custGeom>
              <a:avLst/>
              <a:gdLst/>
              <a:ahLst/>
              <a:cxnLst/>
              <a:rect l="l" t="t" r="r" b="b"/>
              <a:pathLst>
                <a:path w="1084580" h="108585">
                  <a:moveTo>
                    <a:pt x="1084416" y="108203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053869" y="108203"/>
                  </a:lnTo>
                  <a:lnTo>
                    <a:pt x="1084416" y="108203"/>
                  </a:lnTo>
                  <a:close/>
                </a:path>
              </a:pathLst>
            </a:custGeom>
            <a:solidFill>
              <a:srgbClr val="7E9B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134264" y="1549784"/>
              <a:ext cx="1054100" cy="105410"/>
            </a:xfrm>
            <a:custGeom>
              <a:avLst/>
              <a:gdLst/>
              <a:ahLst/>
              <a:cxnLst/>
              <a:rect l="l" t="t" r="r" b="b"/>
              <a:pathLst>
                <a:path w="1054100" h="105410">
                  <a:moveTo>
                    <a:pt x="1053870" y="105155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023323" y="105155"/>
                  </a:lnTo>
                  <a:lnTo>
                    <a:pt x="1053870" y="105155"/>
                  </a:lnTo>
                  <a:close/>
                </a:path>
              </a:pathLst>
            </a:custGeom>
            <a:solidFill>
              <a:srgbClr val="7C9A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134264" y="1552832"/>
              <a:ext cx="1023619" cy="102235"/>
            </a:xfrm>
            <a:custGeom>
              <a:avLst/>
              <a:gdLst/>
              <a:ahLst/>
              <a:cxnLst/>
              <a:rect l="l" t="t" r="r" b="b"/>
              <a:pathLst>
                <a:path w="1023619" h="102235">
                  <a:moveTo>
                    <a:pt x="1023325" y="102108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992778" y="102108"/>
                  </a:lnTo>
                  <a:lnTo>
                    <a:pt x="1023325" y="102108"/>
                  </a:lnTo>
                  <a:close/>
                </a:path>
              </a:pathLst>
            </a:custGeom>
            <a:solidFill>
              <a:srgbClr val="7A97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134264" y="1555880"/>
              <a:ext cx="993140" cy="99060"/>
            </a:xfrm>
            <a:custGeom>
              <a:avLst/>
              <a:gdLst/>
              <a:ahLst/>
              <a:cxnLst/>
              <a:rect l="l" t="t" r="r" b="b"/>
              <a:pathLst>
                <a:path w="993140" h="99060">
                  <a:moveTo>
                    <a:pt x="992775" y="99059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962228" y="99059"/>
                  </a:lnTo>
                  <a:lnTo>
                    <a:pt x="992775" y="99059"/>
                  </a:lnTo>
                  <a:close/>
                </a:path>
              </a:pathLst>
            </a:custGeom>
            <a:solidFill>
              <a:srgbClr val="7795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134264" y="1558928"/>
              <a:ext cx="962660" cy="96520"/>
            </a:xfrm>
            <a:custGeom>
              <a:avLst/>
              <a:gdLst/>
              <a:ahLst/>
              <a:cxnLst/>
              <a:rect l="l" t="t" r="r" b="b"/>
              <a:pathLst>
                <a:path w="962660" h="96519">
                  <a:moveTo>
                    <a:pt x="962229" y="96011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931682" y="96011"/>
                  </a:lnTo>
                  <a:lnTo>
                    <a:pt x="962229" y="96011"/>
                  </a:lnTo>
                  <a:close/>
                </a:path>
              </a:pathLst>
            </a:custGeom>
            <a:solidFill>
              <a:srgbClr val="7493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134264" y="1561976"/>
              <a:ext cx="932180" cy="93345"/>
            </a:xfrm>
            <a:custGeom>
              <a:avLst/>
              <a:gdLst/>
              <a:ahLst/>
              <a:cxnLst/>
              <a:rect l="l" t="t" r="r" b="b"/>
              <a:pathLst>
                <a:path w="932180" h="93344">
                  <a:moveTo>
                    <a:pt x="931684" y="92964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901137" y="92964"/>
                  </a:lnTo>
                  <a:lnTo>
                    <a:pt x="931684" y="92964"/>
                  </a:lnTo>
                  <a:close/>
                </a:path>
              </a:pathLst>
            </a:custGeom>
            <a:solidFill>
              <a:srgbClr val="7192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134264" y="1565024"/>
              <a:ext cx="901700" cy="90170"/>
            </a:xfrm>
            <a:custGeom>
              <a:avLst/>
              <a:gdLst/>
              <a:ahLst/>
              <a:cxnLst/>
              <a:rect l="l" t="t" r="r" b="b"/>
              <a:pathLst>
                <a:path w="901700" h="90169">
                  <a:moveTo>
                    <a:pt x="901134" y="89915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870587" y="89915"/>
                  </a:lnTo>
                  <a:lnTo>
                    <a:pt x="901134" y="89915"/>
                  </a:lnTo>
                  <a:close/>
                </a:path>
              </a:pathLst>
            </a:custGeom>
            <a:solidFill>
              <a:srgbClr val="6F90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134264" y="1568072"/>
              <a:ext cx="870585" cy="86995"/>
            </a:xfrm>
            <a:custGeom>
              <a:avLst/>
              <a:gdLst/>
              <a:ahLst/>
              <a:cxnLst/>
              <a:rect l="l" t="t" r="r" b="b"/>
              <a:pathLst>
                <a:path w="870585" h="86994">
                  <a:moveTo>
                    <a:pt x="870588" y="86867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840041" y="86867"/>
                  </a:lnTo>
                  <a:lnTo>
                    <a:pt x="870588" y="86867"/>
                  </a:lnTo>
                  <a:close/>
                </a:path>
              </a:pathLst>
            </a:custGeom>
            <a:solidFill>
              <a:srgbClr val="6E90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134264" y="1571120"/>
              <a:ext cx="840105" cy="83820"/>
            </a:xfrm>
            <a:custGeom>
              <a:avLst/>
              <a:gdLst/>
              <a:ahLst/>
              <a:cxnLst/>
              <a:rect l="l" t="t" r="r" b="b"/>
              <a:pathLst>
                <a:path w="840105" h="83819">
                  <a:moveTo>
                    <a:pt x="840042" y="83820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809495" y="83820"/>
                  </a:lnTo>
                  <a:lnTo>
                    <a:pt x="840042" y="83820"/>
                  </a:lnTo>
                  <a:close/>
                </a:path>
              </a:pathLst>
            </a:custGeom>
            <a:solidFill>
              <a:srgbClr val="6B8E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134264" y="1574168"/>
              <a:ext cx="809625" cy="81280"/>
            </a:xfrm>
            <a:custGeom>
              <a:avLst/>
              <a:gdLst/>
              <a:ahLst/>
              <a:cxnLst/>
              <a:rect l="l" t="t" r="r" b="b"/>
              <a:pathLst>
                <a:path w="809625" h="81280">
                  <a:moveTo>
                    <a:pt x="809493" y="80771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778946" y="80771"/>
                  </a:lnTo>
                  <a:lnTo>
                    <a:pt x="809493" y="80771"/>
                  </a:lnTo>
                  <a:close/>
                </a:path>
              </a:pathLst>
            </a:custGeom>
            <a:solidFill>
              <a:srgbClr val="688D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134264" y="1577216"/>
              <a:ext cx="779145" cy="78105"/>
            </a:xfrm>
            <a:custGeom>
              <a:avLst/>
              <a:gdLst/>
              <a:ahLst/>
              <a:cxnLst/>
              <a:rect l="l" t="t" r="r" b="b"/>
              <a:pathLst>
                <a:path w="779144" h="78105">
                  <a:moveTo>
                    <a:pt x="778947" y="77723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748400" y="77723"/>
                  </a:lnTo>
                  <a:lnTo>
                    <a:pt x="778947" y="77723"/>
                  </a:lnTo>
                  <a:close/>
                </a:path>
              </a:pathLst>
            </a:custGeom>
            <a:solidFill>
              <a:srgbClr val="658A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134264" y="1580264"/>
              <a:ext cx="748665" cy="74930"/>
            </a:xfrm>
            <a:custGeom>
              <a:avLst/>
              <a:gdLst/>
              <a:ahLst/>
              <a:cxnLst/>
              <a:rect l="l" t="t" r="r" b="b"/>
              <a:pathLst>
                <a:path w="748665" h="74930">
                  <a:moveTo>
                    <a:pt x="748401" y="74676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717854" y="74676"/>
                  </a:lnTo>
                  <a:lnTo>
                    <a:pt x="748401" y="74676"/>
                  </a:lnTo>
                  <a:close/>
                </a:path>
              </a:pathLst>
            </a:custGeom>
            <a:solidFill>
              <a:srgbClr val="6388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134264" y="1583312"/>
              <a:ext cx="718185" cy="71755"/>
            </a:xfrm>
            <a:custGeom>
              <a:avLst/>
              <a:gdLst/>
              <a:ahLst/>
              <a:cxnLst/>
              <a:rect l="l" t="t" r="r" b="b"/>
              <a:pathLst>
                <a:path w="718185" h="71755">
                  <a:moveTo>
                    <a:pt x="717856" y="71628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687309" y="71628"/>
                  </a:lnTo>
                  <a:lnTo>
                    <a:pt x="717856" y="71628"/>
                  </a:lnTo>
                  <a:close/>
                </a:path>
              </a:pathLst>
            </a:custGeom>
            <a:solidFill>
              <a:srgbClr val="6087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134264" y="1586360"/>
              <a:ext cx="687705" cy="68580"/>
            </a:xfrm>
            <a:custGeom>
              <a:avLst/>
              <a:gdLst/>
              <a:ahLst/>
              <a:cxnLst/>
              <a:rect l="l" t="t" r="r" b="b"/>
              <a:pathLst>
                <a:path w="687705" h="68580">
                  <a:moveTo>
                    <a:pt x="687306" y="68579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656759" y="68579"/>
                  </a:lnTo>
                  <a:lnTo>
                    <a:pt x="687306" y="68579"/>
                  </a:lnTo>
                  <a:close/>
                </a:path>
              </a:pathLst>
            </a:custGeom>
            <a:solidFill>
              <a:srgbClr val="5D85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134264" y="1589408"/>
              <a:ext cx="657225" cy="66040"/>
            </a:xfrm>
            <a:custGeom>
              <a:avLst/>
              <a:gdLst/>
              <a:ahLst/>
              <a:cxnLst/>
              <a:rect l="l" t="t" r="r" b="b"/>
              <a:pathLst>
                <a:path w="657225" h="66039">
                  <a:moveTo>
                    <a:pt x="656760" y="65532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626213" y="65532"/>
                  </a:lnTo>
                  <a:lnTo>
                    <a:pt x="656760" y="65532"/>
                  </a:lnTo>
                  <a:close/>
                </a:path>
              </a:pathLst>
            </a:custGeom>
            <a:solidFill>
              <a:srgbClr val="5B84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134264" y="1592456"/>
              <a:ext cx="626745" cy="62865"/>
            </a:xfrm>
            <a:custGeom>
              <a:avLst/>
              <a:gdLst/>
              <a:ahLst/>
              <a:cxnLst/>
              <a:rect l="l" t="t" r="r" b="b"/>
              <a:pathLst>
                <a:path w="626745" h="62864">
                  <a:moveTo>
                    <a:pt x="626214" y="62484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595667" y="62484"/>
                  </a:lnTo>
                  <a:lnTo>
                    <a:pt x="626214" y="62484"/>
                  </a:lnTo>
                  <a:close/>
                </a:path>
              </a:pathLst>
            </a:custGeom>
            <a:solidFill>
              <a:srgbClr val="5984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134264" y="1595504"/>
              <a:ext cx="596265" cy="59690"/>
            </a:xfrm>
            <a:custGeom>
              <a:avLst/>
              <a:gdLst/>
              <a:ahLst/>
              <a:cxnLst/>
              <a:rect l="l" t="t" r="r" b="b"/>
              <a:pathLst>
                <a:path w="596265" h="59689">
                  <a:moveTo>
                    <a:pt x="595665" y="59435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565118" y="59435"/>
                  </a:lnTo>
                  <a:lnTo>
                    <a:pt x="595665" y="59435"/>
                  </a:lnTo>
                  <a:close/>
                </a:path>
              </a:pathLst>
            </a:custGeom>
            <a:solidFill>
              <a:srgbClr val="5782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134264" y="1598552"/>
              <a:ext cx="565150" cy="56515"/>
            </a:xfrm>
            <a:custGeom>
              <a:avLst/>
              <a:gdLst/>
              <a:ahLst/>
              <a:cxnLst/>
              <a:rect l="l" t="t" r="r" b="b"/>
              <a:pathLst>
                <a:path w="565150" h="56514">
                  <a:moveTo>
                    <a:pt x="565119" y="56388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534572" y="56388"/>
                  </a:lnTo>
                  <a:lnTo>
                    <a:pt x="565119" y="56388"/>
                  </a:lnTo>
                  <a:close/>
                </a:path>
              </a:pathLst>
            </a:custGeom>
            <a:solidFill>
              <a:srgbClr val="548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134264" y="1601600"/>
              <a:ext cx="534670" cy="53340"/>
            </a:xfrm>
            <a:custGeom>
              <a:avLst/>
              <a:gdLst/>
              <a:ahLst/>
              <a:cxnLst/>
              <a:rect l="l" t="t" r="r" b="b"/>
              <a:pathLst>
                <a:path w="534670" h="53339">
                  <a:moveTo>
                    <a:pt x="534573" y="53340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504026" y="53340"/>
                  </a:lnTo>
                  <a:lnTo>
                    <a:pt x="534573" y="53340"/>
                  </a:lnTo>
                  <a:close/>
                </a:path>
              </a:pathLst>
            </a:custGeom>
            <a:solidFill>
              <a:srgbClr val="517D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134264" y="1604648"/>
              <a:ext cx="504190" cy="50800"/>
            </a:xfrm>
            <a:custGeom>
              <a:avLst/>
              <a:gdLst/>
              <a:ahLst/>
              <a:cxnLst/>
              <a:rect l="l" t="t" r="r" b="b"/>
              <a:pathLst>
                <a:path w="504190" h="50800">
                  <a:moveTo>
                    <a:pt x="504024" y="50291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473477" y="50291"/>
                  </a:lnTo>
                  <a:lnTo>
                    <a:pt x="504024" y="50291"/>
                  </a:lnTo>
                  <a:close/>
                </a:path>
              </a:pathLst>
            </a:custGeom>
            <a:solidFill>
              <a:srgbClr val="4F7C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134264" y="1607696"/>
              <a:ext cx="473709" cy="47625"/>
            </a:xfrm>
            <a:custGeom>
              <a:avLst/>
              <a:gdLst/>
              <a:ahLst/>
              <a:cxnLst/>
              <a:rect l="l" t="t" r="r" b="b"/>
              <a:pathLst>
                <a:path w="473709" h="47625">
                  <a:moveTo>
                    <a:pt x="473478" y="47244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442931" y="47244"/>
                  </a:lnTo>
                  <a:lnTo>
                    <a:pt x="473478" y="47244"/>
                  </a:lnTo>
                  <a:close/>
                </a:path>
              </a:pathLst>
            </a:custGeom>
            <a:solidFill>
              <a:srgbClr val="4C7A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134264" y="1610744"/>
              <a:ext cx="443230" cy="44450"/>
            </a:xfrm>
            <a:custGeom>
              <a:avLst/>
              <a:gdLst/>
              <a:ahLst/>
              <a:cxnLst/>
              <a:rect l="l" t="t" r="r" b="b"/>
              <a:pathLst>
                <a:path w="443230" h="44450">
                  <a:moveTo>
                    <a:pt x="442932" y="44196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412385" y="44196"/>
                  </a:lnTo>
                  <a:lnTo>
                    <a:pt x="442932" y="44196"/>
                  </a:lnTo>
                  <a:close/>
                </a:path>
              </a:pathLst>
            </a:custGeom>
            <a:solidFill>
              <a:srgbClr val="4A7A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134264" y="1613792"/>
              <a:ext cx="412750" cy="41275"/>
            </a:xfrm>
            <a:custGeom>
              <a:avLst/>
              <a:gdLst/>
              <a:ahLst/>
              <a:cxnLst/>
              <a:rect l="l" t="t" r="r" b="b"/>
              <a:pathLst>
                <a:path w="412750" h="41275">
                  <a:moveTo>
                    <a:pt x="412383" y="41147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381836" y="41147"/>
                  </a:lnTo>
                  <a:lnTo>
                    <a:pt x="412383" y="41147"/>
                  </a:lnTo>
                  <a:close/>
                </a:path>
              </a:pathLst>
            </a:custGeom>
            <a:solidFill>
              <a:srgbClr val="477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134264" y="1616840"/>
              <a:ext cx="382270" cy="38100"/>
            </a:xfrm>
            <a:custGeom>
              <a:avLst/>
              <a:gdLst/>
              <a:ahLst/>
              <a:cxnLst/>
              <a:rect l="l" t="t" r="r" b="b"/>
              <a:pathLst>
                <a:path w="382270" h="38100">
                  <a:moveTo>
                    <a:pt x="381837" y="38099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351290" y="38099"/>
                  </a:lnTo>
                  <a:lnTo>
                    <a:pt x="381837" y="38099"/>
                  </a:lnTo>
                  <a:close/>
                </a:path>
              </a:pathLst>
            </a:custGeom>
            <a:solidFill>
              <a:srgbClr val="4678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134264" y="1619888"/>
              <a:ext cx="351790" cy="35560"/>
            </a:xfrm>
            <a:custGeom>
              <a:avLst/>
              <a:gdLst/>
              <a:ahLst/>
              <a:cxnLst/>
              <a:rect l="l" t="t" r="r" b="b"/>
              <a:pathLst>
                <a:path w="351790" h="35560">
                  <a:moveTo>
                    <a:pt x="351291" y="35052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320744" y="35052"/>
                  </a:lnTo>
                  <a:lnTo>
                    <a:pt x="351291" y="35052"/>
                  </a:lnTo>
                  <a:close/>
                </a:path>
              </a:pathLst>
            </a:custGeom>
            <a:solidFill>
              <a:srgbClr val="437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134264" y="1622936"/>
              <a:ext cx="321310" cy="32384"/>
            </a:xfrm>
            <a:custGeom>
              <a:avLst/>
              <a:gdLst/>
              <a:ahLst/>
              <a:cxnLst/>
              <a:rect l="l" t="t" r="r" b="b"/>
              <a:pathLst>
                <a:path w="321309" h="32385">
                  <a:moveTo>
                    <a:pt x="320741" y="32003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290194" y="32003"/>
                  </a:lnTo>
                  <a:lnTo>
                    <a:pt x="320741" y="32003"/>
                  </a:lnTo>
                  <a:close/>
                </a:path>
              </a:pathLst>
            </a:custGeom>
            <a:solidFill>
              <a:srgbClr val="4176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134264" y="1625984"/>
              <a:ext cx="290195" cy="29209"/>
            </a:xfrm>
            <a:custGeom>
              <a:avLst/>
              <a:gdLst/>
              <a:ahLst/>
              <a:cxnLst/>
              <a:rect l="l" t="t" r="r" b="b"/>
              <a:pathLst>
                <a:path w="290195" h="29210">
                  <a:moveTo>
                    <a:pt x="290196" y="28955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259649" y="28955"/>
                  </a:lnTo>
                  <a:lnTo>
                    <a:pt x="290196" y="28955"/>
                  </a:lnTo>
                  <a:close/>
                </a:path>
              </a:pathLst>
            </a:custGeom>
            <a:solidFill>
              <a:srgbClr val="3E75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134264" y="1629032"/>
              <a:ext cx="259715" cy="26034"/>
            </a:xfrm>
            <a:custGeom>
              <a:avLst/>
              <a:gdLst/>
              <a:ahLst/>
              <a:cxnLst/>
              <a:rect l="l" t="t" r="r" b="b"/>
              <a:pathLst>
                <a:path w="259715" h="26035">
                  <a:moveTo>
                    <a:pt x="259650" y="25908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229103" y="25908"/>
                  </a:lnTo>
                  <a:lnTo>
                    <a:pt x="259650" y="25908"/>
                  </a:lnTo>
                  <a:close/>
                </a:path>
              </a:pathLst>
            </a:custGeom>
            <a:solidFill>
              <a:srgbClr val="3C72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134264" y="1632080"/>
              <a:ext cx="229235" cy="22860"/>
            </a:xfrm>
            <a:custGeom>
              <a:avLst/>
              <a:gdLst/>
              <a:ahLst/>
              <a:cxnLst/>
              <a:rect l="l" t="t" r="r" b="b"/>
              <a:pathLst>
                <a:path w="229235" h="22860">
                  <a:moveTo>
                    <a:pt x="229100" y="22859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98553" y="22859"/>
                  </a:lnTo>
                  <a:lnTo>
                    <a:pt x="229100" y="22859"/>
                  </a:lnTo>
                  <a:close/>
                </a:path>
              </a:pathLst>
            </a:custGeom>
            <a:solidFill>
              <a:srgbClr val="3971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134264" y="1635128"/>
              <a:ext cx="198755" cy="20320"/>
            </a:xfrm>
            <a:custGeom>
              <a:avLst/>
              <a:gdLst/>
              <a:ahLst/>
              <a:cxnLst/>
              <a:rect l="l" t="t" r="r" b="b"/>
              <a:pathLst>
                <a:path w="198754" h="20319">
                  <a:moveTo>
                    <a:pt x="198555" y="19811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68008" y="19811"/>
                  </a:lnTo>
                  <a:lnTo>
                    <a:pt x="198555" y="19811"/>
                  </a:lnTo>
                  <a:close/>
                </a:path>
              </a:pathLst>
            </a:custGeom>
            <a:solidFill>
              <a:srgbClr val="3670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134264" y="1638176"/>
              <a:ext cx="168275" cy="17145"/>
            </a:xfrm>
            <a:custGeom>
              <a:avLst/>
              <a:gdLst/>
              <a:ahLst/>
              <a:cxnLst/>
              <a:rect l="l" t="t" r="r" b="b"/>
              <a:pathLst>
                <a:path w="168275" h="17144">
                  <a:moveTo>
                    <a:pt x="168009" y="16764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37462" y="16764"/>
                  </a:lnTo>
                  <a:lnTo>
                    <a:pt x="168009" y="16764"/>
                  </a:lnTo>
                  <a:close/>
                </a:path>
              </a:pathLst>
            </a:custGeom>
            <a:solidFill>
              <a:srgbClr val="3470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134264" y="1641224"/>
              <a:ext cx="137795" cy="13970"/>
            </a:xfrm>
            <a:custGeom>
              <a:avLst/>
              <a:gdLst/>
              <a:ahLst/>
              <a:cxnLst/>
              <a:rect l="l" t="t" r="r" b="b"/>
              <a:pathLst>
                <a:path w="137795" h="13969">
                  <a:moveTo>
                    <a:pt x="137459" y="13715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06912" y="13715"/>
                  </a:lnTo>
                  <a:lnTo>
                    <a:pt x="137459" y="13715"/>
                  </a:lnTo>
                  <a:close/>
                </a:path>
              </a:pathLst>
            </a:custGeom>
            <a:solidFill>
              <a:srgbClr val="3370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134264" y="1644272"/>
              <a:ext cx="107314" cy="10795"/>
            </a:xfrm>
            <a:custGeom>
              <a:avLst/>
              <a:gdLst/>
              <a:ahLst/>
              <a:cxnLst/>
              <a:rect l="l" t="t" r="r" b="b"/>
              <a:pathLst>
                <a:path w="107314" h="10794">
                  <a:moveTo>
                    <a:pt x="106913" y="10667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76367" y="10667"/>
                  </a:lnTo>
                  <a:lnTo>
                    <a:pt x="106913" y="10667"/>
                  </a:lnTo>
                  <a:close/>
                </a:path>
              </a:pathLst>
            </a:custGeom>
            <a:solidFill>
              <a:srgbClr val="306F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134264" y="1647320"/>
              <a:ext cx="76835" cy="7620"/>
            </a:xfrm>
            <a:custGeom>
              <a:avLst/>
              <a:gdLst/>
              <a:ahLst/>
              <a:cxnLst/>
              <a:rect l="l" t="t" r="r" b="b"/>
              <a:pathLst>
                <a:path w="76835" h="7619">
                  <a:moveTo>
                    <a:pt x="76368" y="7620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45821" y="7620"/>
                  </a:lnTo>
                  <a:lnTo>
                    <a:pt x="76368" y="7620"/>
                  </a:lnTo>
                  <a:close/>
                </a:path>
              </a:pathLst>
            </a:custGeom>
            <a:solidFill>
              <a:srgbClr val="2E6E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134264" y="1650368"/>
              <a:ext cx="46355" cy="5080"/>
            </a:xfrm>
            <a:custGeom>
              <a:avLst/>
              <a:gdLst/>
              <a:ahLst/>
              <a:cxnLst/>
              <a:rect l="l" t="t" r="r" b="b"/>
              <a:pathLst>
                <a:path w="46355" h="5080">
                  <a:moveTo>
                    <a:pt x="45818" y="4571"/>
                  </a:moveTo>
                  <a:lnTo>
                    <a:pt x="0" y="0"/>
                  </a:lnTo>
                  <a:lnTo>
                    <a:pt x="0" y="3047"/>
                  </a:lnTo>
                  <a:lnTo>
                    <a:pt x="15271" y="4571"/>
                  </a:lnTo>
                  <a:lnTo>
                    <a:pt x="45818" y="4571"/>
                  </a:lnTo>
                  <a:close/>
                </a:path>
              </a:pathLst>
            </a:custGeom>
            <a:solidFill>
              <a:srgbClr val="2B6D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134264" y="1653416"/>
              <a:ext cx="15875" cy="1905"/>
            </a:xfrm>
            <a:custGeom>
              <a:avLst/>
              <a:gdLst/>
              <a:ahLst/>
              <a:cxnLst/>
              <a:rect l="l" t="t" r="r" b="b"/>
              <a:pathLst>
                <a:path w="15875" h="1905">
                  <a:moveTo>
                    <a:pt x="15272" y="1523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5272" y="1523"/>
                  </a:lnTo>
                  <a:close/>
                </a:path>
              </a:pathLst>
            </a:custGeom>
            <a:solidFill>
              <a:srgbClr val="286C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134264" y="1273940"/>
              <a:ext cx="4169410" cy="415290"/>
            </a:xfrm>
            <a:custGeom>
              <a:avLst/>
              <a:gdLst/>
              <a:ahLst/>
              <a:cxnLst/>
              <a:rect l="l" t="t" r="r" b="b"/>
              <a:pathLst>
                <a:path w="4169410" h="415289">
                  <a:moveTo>
                    <a:pt x="4168902" y="415289"/>
                  </a:moveTo>
                  <a:lnTo>
                    <a:pt x="3067050" y="174497"/>
                  </a:lnTo>
                  <a:lnTo>
                    <a:pt x="1995677" y="195833"/>
                  </a:lnTo>
                </a:path>
                <a:path w="4169410" h="415289">
                  <a:moveTo>
                    <a:pt x="0" y="381000"/>
                  </a:moveTo>
                  <a:lnTo>
                    <a:pt x="0" y="0"/>
                  </a:lnTo>
                  <a:lnTo>
                    <a:pt x="1962150" y="0"/>
                  </a:lnTo>
                  <a:lnTo>
                    <a:pt x="1962150" y="381000"/>
                  </a:lnTo>
                  <a:lnTo>
                    <a:pt x="0" y="381000"/>
                  </a:lnTo>
                  <a:close/>
                </a:path>
              </a:pathLst>
            </a:custGeom>
            <a:ln w="9144">
              <a:solidFill>
                <a:srgbClr val="00009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5" name="object 375"/>
          <p:cNvSpPr txBox="1"/>
          <p:nvPr/>
        </p:nvSpPr>
        <p:spPr>
          <a:xfrm>
            <a:off x="138836" y="1299340"/>
            <a:ext cx="195326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92075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solidFill>
                  <a:srgbClr val="002060"/>
                </a:solidFill>
                <a:latin typeface="Calibri"/>
                <a:cs typeface="Calibri"/>
              </a:rPr>
              <a:t>Полярный</a:t>
            </a:r>
            <a:r>
              <a:rPr sz="1800" spc="-4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800" dirty="0">
                <a:solidFill>
                  <a:srgbClr val="002060"/>
                </a:solidFill>
                <a:latin typeface="Calibri"/>
                <a:cs typeface="Calibri"/>
              </a:rPr>
              <a:t>кран</a:t>
            </a:r>
            <a:endParaRPr sz="1800">
              <a:latin typeface="Calibri"/>
              <a:cs typeface="Calibri"/>
            </a:endParaRPr>
          </a:p>
        </p:txBody>
      </p:sp>
      <p:pic>
        <p:nvPicPr>
          <p:cNvPr id="376" name="object 376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6207404" y="1786766"/>
            <a:ext cx="2785109" cy="1014984"/>
          </a:xfrm>
          <a:prstGeom prst="rect">
            <a:avLst/>
          </a:prstGeom>
        </p:spPr>
      </p:pic>
      <p:sp>
        <p:nvSpPr>
          <p:cNvPr id="377" name="object 377"/>
          <p:cNvSpPr txBox="1"/>
          <p:nvPr/>
        </p:nvSpPr>
        <p:spPr>
          <a:xfrm>
            <a:off x="7030364" y="1786766"/>
            <a:ext cx="1962150" cy="381000"/>
          </a:xfrm>
          <a:prstGeom prst="rect">
            <a:avLst/>
          </a:prstGeom>
          <a:ln w="9144">
            <a:solidFill>
              <a:srgbClr val="00009A"/>
            </a:solidFill>
          </a:ln>
        </p:spPr>
        <p:txBody>
          <a:bodyPr vert="horz" wrap="square" lIns="0" tIns="38100" rIns="0" bIns="0" rtlCol="0">
            <a:spAutoFit/>
          </a:bodyPr>
          <a:lstStyle/>
          <a:p>
            <a:pPr marL="96520">
              <a:lnSpc>
                <a:spcPct val="100000"/>
              </a:lnSpc>
              <a:spcBef>
                <a:spcPts val="300"/>
              </a:spcBef>
            </a:pPr>
            <a:r>
              <a:rPr sz="1800" spc="-5" dirty="0">
                <a:solidFill>
                  <a:srgbClr val="002060"/>
                </a:solidFill>
                <a:latin typeface="Calibri"/>
                <a:cs typeface="Calibri"/>
              </a:rPr>
              <a:t>ГЕ‐1</a:t>
            </a:r>
            <a:r>
              <a:rPr sz="1800" spc="-4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800" dirty="0">
                <a:solidFill>
                  <a:srgbClr val="002060"/>
                </a:solidFill>
                <a:latin typeface="Calibri"/>
                <a:cs typeface="Calibri"/>
              </a:rPr>
              <a:t>САОЗ</a:t>
            </a:r>
            <a:endParaRPr sz="1800">
              <a:latin typeface="Calibri"/>
              <a:cs typeface="Calibri"/>
            </a:endParaRPr>
          </a:p>
        </p:txBody>
      </p:sp>
      <p:sp>
        <p:nvSpPr>
          <p:cNvPr id="378" name="object 378"/>
          <p:cNvSpPr txBox="1"/>
          <p:nvPr/>
        </p:nvSpPr>
        <p:spPr>
          <a:xfrm>
            <a:off x="8639702" y="6408203"/>
            <a:ext cx="368300" cy="365125"/>
          </a:xfrm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47625">
              <a:lnSpc>
                <a:spcPct val="100000"/>
              </a:lnSpc>
              <a:spcBef>
                <a:spcPts val="345"/>
              </a:spcBef>
            </a:pPr>
            <a:fld id="{81D60167-4931-47E6-BA6A-407CBD079E47}" type="slidenum">
              <a:rPr sz="2000" b="1" spc="-5" dirty="0">
                <a:solidFill>
                  <a:srgbClr val="0068B4"/>
                </a:solidFill>
                <a:latin typeface="Arial"/>
                <a:cs typeface="Arial"/>
              </a:rPr>
              <a:t>12</a:t>
            </a:fld>
            <a:endParaRPr sz="2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475376" y="178438"/>
            <a:ext cx="5102225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b="1" spc="-5" dirty="0">
                <a:solidFill>
                  <a:srgbClr val="000065"/>
                </a:solidFill>
                <a:latin typeface="Arial"/>
                <a:cs typeface="Arial"/>
              </a:rPr>
              <a:t>Основные</a:t>
            </a:r>
            <a:r>
              <a:rPr b="1" spc="-185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b="1" spc="-5" dirty="0">
                <a:solidFill>
                  <a:srgbClr val="000065"/>
                </a:solidFill>
                <a:latin typeface="Arial"/>
                <a:cs typeface="Arial"/>
              </a:rPr>
              <a:t>параметры</a:t>
            </a:r>
            <a:r>
              <a:rPr b="1" spc="-180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b="1" spc="-5" dirty="0">
                <a:solidFill>
                  <a:srgbClr val="000065"/>
                </a:solidFill>
                <a:latin typeface="Arial"/>
                <a:cs typeface="Arial"/>
              </a:rPr>
              <a:t>РУ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675007" y="6463829"/>
            <a:ext cx="307340" cy="309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2310"/>
              </a:lnSpc>
            </a:pPr>
            <a:r>
              <a:rPr sz="2000" b="1" spc="-10" dirty="0">
                <a:solidFill>
                  <a:srgbClr val="0068B4"/>
                </a:solidFill>
                <a:latin typeface="Arial"/>
                <a:cs typeface="Arial"/>
              </a:rPr>
              <a:t>22</a:t>
            </a:r>
            <a:endParaRPr sz="20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272678" y="6625721"/>
            <a:ext cx="1553210" cy="177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240"/>
              </a:lnSpc>
            </a:pPr>
            <a:r>
              <a:rPr sz="1200" dirty="0">
                <a:solidFill>
                  <a:srgbClr val="00339A"/>
                </a:solidFill>
                <a:latin typeface="Calibri"/>
                <a:cs typeface="Calibri"/>
              </a:rPr>
              <a:t>*</a:t>
            </a:r>
            <a:r>
              <a:rPr sz="1200" spc="-30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0339A"/>
                </a:solidFill>
                <a:latin typeface="Calibri"/>
                <a:cs typeface="Calibri"/>
              </a:rPr>
              <a:t>‐</a:t>
            </a:r>
            <a:r>
              <a:rPr sz="1200" spc="-30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0339A"/>
                </a:solidFill>
                <a:latin typeface="Calibri"/>
                <a:cs typeface="Calibri"/>
              </a:rPr>
              <a:t>целевые</a:t>
            </a:r>
            <a:r>
              <a:rPr sz="1200" spc="-20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0339A"/>
                </a:solidFill>
                <a:latin typeface="Calibri"/>
                <a:cs typeface="Calibri"/>
              </a:rPr>
              <a:t>показатели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18262" y="1161164"/>
          <a:ext cx="8878567" cy="535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92750"/>
                <a:gridCol w="1065529"/>
                <a:gridCol w="1160779"/>
                <a:gridCol w="1159509"/>
              </a:tblGrid>
              <a:tr h="342900">
                <a:tc>
                  <a:txBody>
                    <a:bodyPr/>
                    <a:lstStyle/>
                    <a:p>
                      <a:pPr marL="675005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Параметры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R w="19050">
                      <a:solidFill>
                        <a:srgbClr val="00009A"/>
                      </a:solidFill>
                      <a:prstDash val="solid"/>
                    </a:lnR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FF1A1A"/>
                          </a:solidFill>
                          <a:latin typeface="Calibri"/>
                          <a:cs typeface="Calibri"/>
                        </a:rPr>
                        <a:t>АЭС‐91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009A"/>
                      </a:solidFill>
                      <a:prstDash val="solid"/>
                    </a:lnL>
                    <a:lnR w="19050">
                      <a:solidFill>
                        <a:srgbClr val="00009A"/>
                      </a:solidFill>
                      <a:prstDash val="solid"/>
                    </a:lnR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4154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FF1A1A"/>
                          </a:solidFill>
                          <a:latin typeface="Calibri"/>
                          <a:cs typeface="Calibri"/>
                        </a:rPr>
                        <a:t>АЭС‐2006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009A"/>
                      </a:solidFill>
                      <a:prstDash val="solid"/>
                    </a:lnL>
                    <a:lnR w="19050">
                      <a:solidFill>
                        <a:srgbClr val="00009A"/>
                      </a:solidFill>
                      <a:prstDash val="solid"/>
                    </a:lnR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FF1A1A"/>
                          </a:solidFill>
                          <a:latin typeface="Calibri"/>
                          <a:cs typeface="Calibri"/>
                        </a:rPr>
                        <a:t>АЭС‐92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009A"/>
                      </a:solidFill>
                      <a:prstDash val="solid"/>
                    </a:lnL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</a:tr>
              <a:tr h="306324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Номинальная тепловая</a:t>
                      </a: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мощность</a:t>
                      </a: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реактора,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МВт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3000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009A"/>
                      </a:solidFill>
                      <a:prstDash val="solid"/>
                    </a:lnL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3200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009A"/>
                      </a:solidFill>
                      <a:prstDash val="solid"/>
                    </a:lnL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3000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009A"/>
                      </a:solidFill>
                      <a:prstDash val="solid"/>
                    </a:lnL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КИУМ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0,78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009A"/>
                      </a:solidFill>
                      <a:prstDash val="solid"/>
                    </a:lnL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82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0,92*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009A"/>
                      </a:solidFill>
                      <a:prstDash val="solid"/>
                    </a:lnL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0,78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009A"/>
                      </a:solidFill>
                      <a:prstDash val="solid"/>
                    </a:lnL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Давление</a:t>
                      </a:r>
                      <a:r>
                        <a:rPr sz="1400" spc="1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теплоносителя</a:t>
                      </a:r>
                      <a:r>
                        <a:rPr sz="1400" spc="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на</a:t>
                      </a:r>
                      <a:r>
                        <a:rPr sz="1400" spc="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выходе</a:t>
                      </a:r>
                      <a:r>
                        <a:rPr sz="1400" spc="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из</a:t>
                      </a:r>
                      <a:r>
                        <a:rPr sz="1400" spc="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реактора,</a:t>
                      </a:r>
                      <a:r>
                        <a:rPr sz="1400" spc="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МПа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15,7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009A"/>
                      </a:solidFill>
                      <a:prstDash val="solid"/>
                    </a:lnL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16,2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009A"/>
                      </a:solidFill>
                      <a:prstDash val="solid"/>
                    </a:lnL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15,7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009A"/>
                      </a:solidFill>
                      <a:prstDash val="solid"/>
                    </a:lnL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Температура</a:t>
                      </a:r>
                      <a:r>
                        <a:rPr sz="1400" spc="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теплоносителя</a:t>
                      </a: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на</a:t>
                      </a:r>
                      <a:r>
                        <a:rPr sz="1400" spc="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входе</a:t>
                      </a:r>
                      <a:r>
                        <a:rPr sz="1400" spc="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в</a:t>
                      </a:r>
                      <a:r>
                        <a:rPr sz="1400" spc="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реактор,</a:t>
                      </a:r>
                      <a:r>
                        <a:rPr sz="1400" spc="1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350" spc="-7" baseline="24691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о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С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291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009A"/>
                      </a:solidFill>
                      <a:prstDash val="solid"/>
                    </a:lnL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655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298,6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009A"/>
                      </a:solidFill>
                      <a:prstDash val="solid"/>
                    </a:lnL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290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009A"/>
                      </a:solidFill>
                      <a:prstDash val="solid"/>
                    </a:lnL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Температура</a:t>
                      </a: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теплоносителя</a:t>
                      </a:r>
                      <a:r>
                        <a:rPr sz="1400" spc="-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на</a:t>
                      </a:r>
                      <a:r>
                        <a:rPr sz="1400" spc="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выходе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из</a:t>
                      </a:r>
                      <a:r>
                        <a:rPr sz="1400" spc="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реактора, </a:t>
                      </a:r>
                      <a:r>
                        <a:rPr sz="1350" spc="-7" baseline="24691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о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С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321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009A"/>
                      </a:solidFill>
                      <a:prstDash val="solid"/>
                    </a:lnL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655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329,7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009A"/>
                      </a:solidFill>
                      <a:prstDash val="solid"/>
                    </a:lnL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319,6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009A"/>
                      </a:solidFill>
                      <a:prstDash val="solid"/>
                    </a:lnL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Максимальный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линейный</a:t>
                      </a: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тепловой</a:t>
                      </a: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поток,</a:t>
                      </a: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Вт/см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448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009A"/>
                      </a:solidFill>
                      <a:prstDash val="solid"/>
                    </a:lnL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420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009A"/>
                      </a:solidFill>
                      <a:prstDash val="solid"/>
                    </a:lnL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448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009A"/>
                      </a:solidFill>
                      <a:prstDash val="solid"/>
                    </a:lnL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</a:tr>
              <a:tr h="403097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Давление</a:t>
                      </a:r>
                      <a:r>
                        <a:rPr sz="1400" spc="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пара</a:t>
                      </a:r>
                      <a:r>
                        <a:rPr sz="1400" spc="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на</a:t>
                      </a:r>
                      <a:r>
                        <a:rPr sz="1400" spc="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выходе</a:t>
                      </a:r>
                      <a:r>
                        <a:rPr sz="1400" spc="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из</a:t>
                      </a:r>
                      <a:r>
                        <a:rPr sz="1400" spc="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коллектора</a:t>
                      </a:r>
                      <a:r>
                        <a:rPr sz="1400" spc="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пара</a:t>
                      </a:r>
                      <a:r>
                        <a:rPr sz="1400" spc="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ПГ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(абсолютное),</a:t>
                      </a:r>
                      <a:r>
                        <a:rPr sz="1400" spc="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МПа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6,27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009A"/>
                      </a:solidFill>
                      <a:prstDash val="solid"/>
                    </a:lnL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7,0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009A"/>
                      </a:solidFill>
                      <a:prstDash val="solid"/>
                    </a:lnL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6,27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009A"/>
                      </a:solidFill>
                      <a:prstDash val="solid"/>
                    </a:lnL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Расчетное</a:t>
                      </a:r>
                      <a:r>
                        <a:rPr sz="1400" spc="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давление</a:t>
                      </a:r>
                      <a:r>
                        <a:rPr sz="1400" spc="1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первого</a:t>
                      </a:r>
                      <a:r>
                        <a:rPr sz="1400" spc="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контура,</a:t>
                      </a:r>
                      <a:r>
                        <a:rPr sz="1400" spc="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МПа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17,64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009A"/>
                      </a:solidFill>
                      <a:prstDash val="solid"/>
                    </a:lnL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655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17,64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009A"/>
                      </a:solidFill>
                      <a:prstDash val="solid"/>
                    </a:lnL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17,64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009A"/>
                      </a:solidFill>
                      <a:prstDash val="solid"/>
                    </a:lnL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Расчетное</a:t>
                      </a:r>
                      <a:r>
                        <a:rPr sz="1400" spc="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давление</a:t>
                      </a:r>
                      <a:r>
                        <a:rPr sz="1400" spc="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второго</a:t>
                      </a:r>
                      <a:r>
                        <a:rPr sz="1400" spc="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контура,</a:t>
                      </a:r>
                      <a:r>
                        <a:rPr sz="1400" spc="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МПа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7,84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009A"/>
                      </a:solidFill>
                      <a:prstDash val="solid"/>
                    </a:lnL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8,1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009A"/>
                      </a:solidFill>
                      <a:prstDash val="solid"/>
                    </a:lnL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7,84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009A"/>
                      </a:solidFill>
                      <a:prstDash val="solid"/>
                    </a:lnL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</a:tr>
              <a:tr h="517398">
                <a:tc>
                  <a:txBody>
                    <a:bodyPr/>
                    <a:lstStyle/>
                    <a:p>
                      <a:pPr marL="92075" marR="33464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Максимальная</a:t>
                      </a: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по</a:t>
                      </a:r>
                      <a:r>
                        <a:rPr sz="1400" spc="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ТВС</a:t>
                      </a:r>
                      <a:r>
                        <a:rPr sz="1400" spc="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глубина</a:t>
                      </a:r>
                      <a:r>
                        <a:rPr sz="1400" spc="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выгорания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топлива</a:t>
                      </a:r>
                      <a:r>
                        <a:rPr sz="1400" spc="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в</a:t>
                      </a:r>
                      <a:r>
                        <a:rPr sz="1400" spc="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выгружаемых </a:t>
                      </a:r>
                      <a:r>
                        <a:rPr sz="1400" spc="-30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ТВС</a:t>
                      </a:r>
                      <a:r>
                        <a:rPr sz="1400" spc="2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(в</a:t>
                      </a: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базовом</a:t>
                      </a: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стационарном</a:t>
                      </a:r>
                      <a:r>
                        <a:rPr sz="1400" spc="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топливном</a:t>
                      </a:r>
                      <a:r>
                        <a:rPr sz="1400" spc="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цикле),</a:t>
                      </a:r>
                      <a:r>
                        <a:rPr sz="1400" spc="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МВт</a:t>
                      </a:r>
                      <a:r>
                        <a:rPr sz="1400" spc="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сут/кгU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16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44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6985" marB="0">
                    <a:lnL w="19050">
                      <a:solidFill>
                        <a:srgbClr val="00009A"/>
                      </a:solidFill>
                      <a:prstDash val="solid"/>
                    </a:lnL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1650">
                        <a:latin typeface="Times New Roman"/>
                        <a:cs typeface="Times New Roman"/>
                      </a:endParaRPr>
                    </a:p>
                    <a:p>
                      <a:pPr marL="116839">
                        <a:lnSpc>
                          <a:spcPct val="100000"/>
                        </a:lnSpc>
                      </a:pP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59,7/</a:t>
                      </a:r>
                      <a:r>
                        <a:rPr sz="1400" spc="-2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до</a:t>
                      </a:r>
                      <a:r>
                        <a:rPr sz="1400" spc="-2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70*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6985" marB="0">
                    <a:lnL w="19050">
                      <a:solidFill>
                        <a:srgbClr val="00009A"/>
                      </a:solidFill>
                      <a:prstDash val="solid"/>
                    </a:lnL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1650">
                        <a:latin typeface="Times New Roman"/>
                        <a:cs typeface="Times New Roman"/>
                      </a:endParaRPr>
                    </a:p>
                    <a:p>
                      <a:pPr marL="635" algn="ctr">
                        <a:lnSpc>
                          <a:spcPct val="100000"/>
                        </a:lnSpc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55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6985" marB="0">
                    <a:lnL w="19050">
                      <a:solidFill>
                        <a:srgbClr val="00009A"/>
                      </a:solidFill>
                      <a:prstDash val="solid"/>
                    </a:lnL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</a:tr>
              <a:tr h="519684">
                <a:tc>
                  <a:txBody>
                    <a:bodyPr/>
                    <a:lstStyle/>
                    <a:p>
                      <a:pPr marL="92075">
                        <a:lnSpc>
                          <a:spcPts val="1675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Средняя по ТВС </a:t>
                      </a: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глубина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выгорания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топлива в</a:t>
                      </a: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выгружаемых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ТВС</a:t>
                      </a:r>
                      <a:endParaRPr sz="1400">
                        <a:latin typeface="Calibri"/>
                        <a:cs typeface="Calibri"/>
                      </a:endParaRPr>
                    </a:p>
                    <a:p>
                      <a:pPr marL="92075">
                        <a:lnSpc>
                          <a:spcPts val="1675"/>
                        </a:lnSpc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(в</a:t>
                      </a:r>
                      <a:r>
                        <a:rPr sz="1400" spc="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базовом</a:t>
                      </a:r>
                      <a:r>
                        <a:rPr sz="1400" spc="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стационарном</a:t>
                      </a:r>
                      <a:r>
                        <a:rPr sz="1400" spc="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топливном</a:t>
                      </a:r>
                      <a:r>
                        <a:rPr sz="1400" spc="1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цикле),</a:t>
                      </a:r>
                      <a:r>
                        <a:rPr sz="1400" spc="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МВт</a:t>
                      </a: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сут/кгU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16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43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6985" marB="0">
                    <a:lnL w="19050">
                      <a:solidFill>
                        <a:srgbClr val="00009A"/>
                      </a:solidFill>
                      <a:prstDash val="solid"/>
                    </a:lnL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16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55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6985" marB="0">
                    <a:lnL w="19050">
                      <a:solidFill>
                        <a:srgbClr val="00009A"/>
                      </a:solidFill>
                      <a:prstDash val="solid"/>
                    </a:lnL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16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49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6985" marB="0">
                    <a:lnL w="19050">
                      <a:solidFill>
                        <a:srgbClr val="00009A"/>
                      </a:solidFill>
                      <a:prstDash val="solid"/>
                    </a:lnL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Межперегрузочный</a:t>
                      </a:r>
                      <a:r>
                        <a:rPr sz="1400" spc="-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период,</a:t>
                      </a: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мес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370"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12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19050">
                      <a:solidFill>
                        <a:srgbClr val="00009A"/>
                      </a:solidFill>
                      <a:prstDash val="solid"/>
                    </a:lnL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12/(18‐24)*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19050">
                      <a:solidFill>
                        <a:srgbClr val="00009A"/>
                      </a:solidFill>
                      <a:prstDash val="solid"/>
                    </a:lnL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640"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12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19050">
                      <a:solidFill>
                        <a:srgbClr val="00009A"/>
                      </a:solidFill>
                      <a:prstDash val="solid"/>
                    </a:lnL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Время </a:t>
                      </a: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нахождения</a:t>
                      </a:r>
                      <a:r>
                        <a:rPr sz="1400" spc="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топлива</a:t>
                      </a: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в</a:t>
                      </a:r>
                      <a:r>
                        <a:rPr sz="1400" spc="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активной</a:t>
                      </a: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зоне,</a:t>
                      </a:r>
                      <a:r>
                        <a:rPr sz="1400" spc="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год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4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19050">
                      <a:solidFill>
                        <a:srgbClr val="00009A"/>
                      </a:solidFill>
                      <a:prstDash val="solid"/>
                    </a:lnL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4/5*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19050">
                      <a:solidFill>
                        <a:srgbClr val="00009A"/>
                      </a:solidFill>
                      <a:prstDash val="solid"/>
                    </a:lnL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19050">
                      <a:solidFill>
                        <a:srgbClr val="00009A"/>
                      </a:solidFill>
                      <a:prstDash val="solid"/>
                    </a:lnL>
                    <a:lnT w="19050">
                      <a:solidFill>
                        <a:srgbClr val="00009A"/>
                      </a:solidFill>
                      <a:prstDash val="solid"/>
                    </a:lnT>
                    <a:lnB w="19050">
                      <a:solidFill>
                        <a:srgbClr val="00009A"/>
                      </a:solidFill>
                      <a:prstDash val="solid"/>
                    </a:lnB>
                  </a:tcPr>
                </a:tc>
              </a:tr>
              <a:tr h="517397">
                <a:tc>
                  <a:txBody>
                    <a:bodyPr/>
                    <a:lstStyle/>
                    <a:p>
                      <a:pPr marL="92075" marR="75692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Относительное</a:t>
                      </a:r>
                      <a:r>
                        <a:rPr sz="1400" spc="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положение</a:t>
                      </a:r>
                      <a:r>
                        <a:rPr sz="1400" spc="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нижних</a:t>
                      </a:r>
                      <a:r>
                        <a:rPr sz="1400" spc="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концов</a:t>
                      </a:r>
                      <a:r>
                        <a:rPr sz="1400" spc="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топлива</a:t>
                      </a:r>
                      <a:r>
                        <a:rPr sz="1400" spc="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и</a:t>
                      </a:r>
                      <a:r>
                        <a:rPr sz="1400" spc="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ПЭЛ</a:t>
                      </a:r>
                      <a:r>
                        <a:rPr sz="1400" spc="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на </a:t>
                      </a:r>
                      <a:r>
                        <a:rPr sz="1400" spc="-3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жестком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упоре,</a:t>
                      </a: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мм,</a:t>
                      </a:r>
                      <a:r>
                        <a:rPr sz="14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номинальное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650">
                        <a:latin typeface="Times New Roman"/>
                        <a:cs typeface="Times New Roman"/>
                      </a:endParaRPr>
                    </a:p>
                    <a:p>
                      <a:pPr marL="635" algn="ctr">
                        <a:lnSpc>
                          <a:spcPct val="100000"/>
                        </a:lnSpc>
                      </a:pPr>
                      <a:r>
                        <a:rPr sz="14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52,5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6350" marB="0">
                    <a:lnL w="19050">
                      <a:solidFill>
                        <a:srgbClr val="00009A"/>
                      </a:solidFill>
                      <a:prstDash val="solid"/>
                    </a:lnL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650">
                        <a:latin typeface="Times New Roman"/>
                        <a:cs typeface="Times New Roman"/>
                      </a:endParaRPr>
                    </a:p>
                    <a:p>
                      <a:pPr marL="669290">
                        <a:lnSpc>
                          <a:spcPct val="100000"/>
                        </a:lnSpc>
                      </a:pPr>
                      <a:r>
                        <a:rPr sz="14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</a:t>
                      </a:r>
                      <a:r>
                        <a:rPr sz="1400" spc="-4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*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6350" marB="0">
                    <a:lnL w="19050">
                      <a:solidFill>
                        <a:srgbClr val="00009A"/>
                      </a:solidFill>
                      <a:prstDash val="solid"/>
                    </a:lnL>
                    <a:lnR w="19050">
                      <a:solidFill>
                        <a:srgbClr val="00009A"/>
                      </a:solidFill>
                      <a:prstDash val="solid"/>
                    </a:lnR>
                    <a:lnT w="19050">
                      <a:solidFill>
                        <a:srgbClr val="00009A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6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4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52,5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6350" marB="0">
                    <a:lnL w="19050">
                      <a:solidFill>
                        <a:srgbClr val="00009A"/>
                      </a:solidFill>
                      <a:prstDash val="solid"/>
                    </a:lnL>
                    <a:lnT w="19050">
                      <a:solidFill>
                        <a:srgbClr val="00009A"/>
                      </a:solidFill>
                      <a:prstDash val="solid"/>
                    </a:lnT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3356" y="1559182"/>
            <a:ext cx="8629015" cy="40481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33045" indent="-220979">
              <a:lnSpc>
                <a:spcPct val="100000"/>
              </a:lnSpc>
              <a:spcBef>
                <a:spcPts val="100"/>
              </a:spcBef>
              <a:buClr>
                <a:srgbClr val="800000"/>
              </a:buClr>
              <a:buSzPct val="95454"/>
              <a:buFont typeface="Wingdings"/>
              <a:buChar char=""/>
              <a:tabLst>
                <a:tab pos="233679" algn="l"/>
              </a:tabLst>
            </a:pP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Реакторная</a:t>
            </a:r>
            <a:r>
              <a:rPr sz="2200" spc="-10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установка В-428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тепловой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мощностью 3012</a:t>
            </a:r>
            <a:r>
              <a:rPr sz="2200" spc="-10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МВт</a:t>
            </a:r>
            <a:endParaRPr sz="2200">
              <a:latin typeface="Tahoma"/>
              <a:cs typeface="Tahoma"/>
            </a:endParaRPr>
          </a:p>
          <a:p>
            <a:pPr marL="233045" indent="-220979">
              <a:lnSpc>
                <a:spcPct val="100000"/>
              </a:lnSpc>
              <a:spcBef>
                <a:spcPts val="2110"/>
              </a:spcBef>
              <a:buClr>
                <a:srgbClr val="800000"/>
              </a:buClr>
              <a:buSzPct val="95454"/>
              <a:buFont typeface="Wingdings"/>
              <a:buChar char=""/>
              <a:tabLst>
                <a:tab pos="233679" algn="l"/>
              </a:tabLst>
            </a:pP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КТИ</a:t>
            </a:r>
            <a:r>
              <a:rPr sz="2200" spc="-20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не</a:t>
            </a:r>
            <a:r>
              <a:rPr sz="2200" spc="-20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менее</a:t>
            </a:r>
            <a:r>
              <a:rPr sz="2200" spc="-25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spc="-5" dirty="0">
                <a:solidFill>
                  <a:srgbClr val="002060"/>
                </a:solidFill>
                <a:latin typeface="Tahoma"/>
                <a:cs typeface="Tahoma"/>
              </a:rPr>
              <a:t>0,87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;</a:t>
            </a:r>
            <a:endParaRPr sz="2200">
              <a:latin typeface="Tahoma"/>
              <a:cs typeface="Tahoma"/>
            </a:endParaRPr>
          </a:p>
          <a:p>
            <a:pPr marL="233045" indent="-220979">
              <a:lnSpc>
                <a:spcPct val="100000"/>
              </a:lnSpc>
              <a:spcBef>
                <a:spcPts val="2115"/>
              </a:spcBef>
              <a:buClr>
                <a:srgbClr val="800000"/>
              </a:buClr>
              <a:buSzPct val="95454"/>
              <a:buFont typeface="Wingdings"/>
              <a:buChar char=""/>
              <a:tabLst>
                <a:tab pos="233679" algn="l"/>
              </a:tabLst>
            </a:pP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Обеспечение</a:t>
            </a:r>
            <a:r>
              <a:rPr sz="2200" spc="-10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безопасности</a:t>
            </a:r>
            <a:r>
              <a:rPr sz="2200" spc="-10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на</a:t>
            </a:r>
            <a:r>
              <a:rPr sz="2200" spc="-10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уровне</a:t>
            </a:r>
            <a:r>
              <a:rPr sz="2200" spc="-10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поколения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3;</a:t>
            </a:r>
            <a:endParaRPr sz="2200">
              <a:latin typeface="Tahoma"/>
              <a:cs typeface="Tahoma"/>
            </a:endParaRPr>
          </a:p>
          <a:p>
            <a:pPr marL="233045" indent="-220345">
              <a:lnSpc>
                <a:spcPct val="100000"/>
              </a:lnSpc>
              <a:spcBef>
                <a:spcPts val="2105"/>
              </a:spcBef>
              <a:buClr>
                <a:srgbClr val="800000"/>
              </a:buClr>
              <a:buSzPct val="95454"/>
              <a:buFont typeface="Wingdings"/>
              <a:buChar char=""/>
              <a:tabLst>
                <a:tab pos="233045" algn="l"/>
                <a:tab pos="2240280" algn="l"/>
                <a:tab pos="3700145" algn="l"/>
                <a:tab pos="5768975" algn="l"/>
                <a:tab pos="6221095" algn="l"/>
                <a:tab pos="7379334" algn="l"/>
                <a:tab pos="8463280" algn="l"/>
              </a:tabLst>
            </a:pP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Максимальное	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расчетно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е	</a:t>
            </a:r>
            <a:r>
              <a:rPr sz="2200" spc="5" dirty="0">
                <a:solidFill>
                  <a:srgbClr val="2C50A0"/>
                </a:solidFill>
                <a:latin typeface="Tahoma"/>
                <a:cs typeface="Tahoma"/>
              </a:rPr>
              <a:t>з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емлетрясени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е	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п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о	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систем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е	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MSK-6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4	–</a:t>
            </a:r>
            <a:endParaRPr sz="2200">
              <a:latin typeface="Tahoma"/>
              <a:cs typeface="Tahoma"/>
            </a:endParaRPr>
          </a:p>
          <a:p>
            <a:pPr marL="12700">
              <a:lnSpc>
                <a:spcPct val="100000"/>
              </a:lnSpc>
            </a:pP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до</a:t>
            </a:r>
            <a:r>
              <a:rPr sz="2200" spc="-25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8</a:t>
            </a:r>
            <a:r>
              <a:rPr sz="2200" spc="-30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баллов</a:t>
            </a:r>
            <a:r>
              <a:rPr sz="2200" spc="-30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(0,20</a:t>
            </a:r>
            <a:r>
              <a:rPr sz="2000" spc="-5" dirty="0">
                <a:solidFill>
                  <a:srgbClr val="00339A"/>
                </a:solidFill>
                <a:latin typeface="Times New Roman"/>
                <a:cs typeface="Times New Roman"/>
              </a:rPr>
              <a:t>g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);</a:t>
            </a:r>
            <a:endParaRPr sz="2200">
              <a:latin typeface="Tahoma"/>
              <a:cs typeface="Tahoma"/>
            </a:endParaRPr>
          </a:p>
          <a:p>
            <a:pPr marL="233045" indent="-220979">
              <a:lnSpc>
                <a:spcPct val="100000"/>
              </a:lnSpc>
              <a:spcBef>
                <a:spcPts val="2105"/>
              </a:spcBef>
              <a:buClr>
                <a:srgbClr val="800000"/>
              </a:buClr>
              <a:buSzPct val="95454"/>
              <a:buFont typeface="Wingdings"/>
              <a:buChar char=""/>
              <a:tabLst>
                <a:tab pos="233679" algn="l"/>
              </a:tabLst>
            </a:pP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Срок</a:t>
            </a:r>
            <a:r>
              <a:rPr sz="2200" spc="5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службы</a:t>
            </a:r>
            <a:r>
              <a:rPr sz="2200" spc="-10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основного оборудования</a:t>
            </a:r>
            <a:r>
              <a:rPr sz="2200" spc="-10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РУ 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-</a:t>
            </a:r>
            <a:r>
              <a:rPr sz="2200" spc="-10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40 лет.</a:t>
            </a:r>
            <a:endParaRPr sz="2200">
              <a:latin typeface="Tahoma"/>
              <a:cs typeface="Tahoma"/>
            </a:endParaRPr>
          </a:p>
          <a:p>
            <a:pPr marL="12700" marR="6985">
              <a:lnSpc>
                <a:spcPct val="100000"/>
              </a:lnSpc>
              <a:spcBef>
                <a:spcPts val="2115"/>
              </a:spcBef>
              <a:buClr>
                <a:srgbClr val="800000"/>
              </a:buClr>
              <a:buSzPct val="95454"/>
              <a:buFont typeface="Wingdings"/>
              <a:buChar char=""/>
              <a:tabLst>
                <a:tab pos="233679" algn="l"/>
              </a:tabLst>
            </a:pPr>
            <a:r>
              <a:rPr sz="2200" spc="-5" dirty="0">
                <a:solidFill>
                  <a:srgbClr val="C00000"/>
                </a:solidFill>
                <a:latin typeface="Tahoma"/>
                <a:cs typeface="Tahoma"/>
              </a:rPr>
              <a:t>Референтным</a:t>
            </a:r>
            <a:r>
              <a:rPr sz="2200" spc="305" dirty="0">
                <a:solidFill>
                  <a:srgbClr val="C00000"/>
                </a:solidFill>
                <a:latin typeface="Tahoma"/>
                <a:cs typeface="Tahoma"/>
              </a:rPr>
              <a:t> </a:t>
            </a:r>
            <a:r>
              <a:rPr sz="2200" spc="-5" dirty="0">
                <a:solidFill>
                  <a:srgbClr val="C00000"/>
                </a:solidFill>
                <a:latin typeface="Tahoma"/>
                <a:cs typeface="Tahoma"/>
              </a:rPr>
              <a:t>проектом</a:t>
            </a:r>
            <a:r>
              <a:rPr sz="2200" spc="310" dirty="0">
                <a:solidFill>
                  <a:srgbClr val="C00000"/>
                </a:solidFill>
                <a:latin typeface="Tahoma"/>
                <a:cs typeface="Tahoma"/>
              </a:rPr>
              <a:t> </a:t>
            </a:r>
            <a:r>
              <a:rPr sz="2200" spc="-5" dirty="0">
                <a:solidFill>
                  <a:srgbClr val="C00000"/>
                </a:solidFill>
                <a:latin typeface="Tahoma"/>
                <a:cs typeface="Tahoma"/>
              </a:rPr>
              <a:t>для</a:t>
            </a:r>
            <a:r>
              <a:rPr sz="2200" spc="315" dirty="0">
                <a:solidFill>
                  <a:srgbClr val="C00000"/>
                </a:solidFill>
                <a:latin typeface="Tahoma"/>
                <a:cs typeface="Tahoma"/>
              </a:rPr>
              <a:t> </a:t>
            </a:r>
            <a:r>
              <a:rPr sz="2200" spc="-5" dirty="0">
                <a:solidFill>
                  <a:srgbClr val="C00000"/>
                </a:solidFill>
                <a:latin typeface="Tahoma"/>
                <a:cs typeface="Tahoma"/>
              </a:rPr>
              <a:t>основного</a:t>
            </a:r>
            <a:r>
              <a:rPr sz="2200" spc="320" dirty="0">
                <a:solidFill>
                  <a:srgbClr val="C00000"/>
                </a:solidFill>
                <a:latin typeface="Tahoma"/>
                <a:cs typeface="Tahoma"/>
              </a:rPr>
              <a:t> </a:t>
            </a:r>
            <a:r>
              <a:rPr sz="2200" dirty="0">
                <a:solidFill>
                  <a:srgbClr val="C00000"/>
                </a:solidFill>
                <a:latin typeface="Tahoma"/>
                <a:cs typeface="Tahoma"/>
              </a:rPr>
              <a:t>оборудования</a:t>
            </a:r>
            <a:r>
              <a:rPr sz="2200" spc="320" dirty="0">
                <a:solidFill>
                  <a:srgbClr val="C00000"/>
                </a:solidFill>
                <a:latin typeface="Tahoma"/>
                <a:cs typeface="Tahoma"/>
              </a:rPr>
              <a:t> </a:t>
            </a:r>
            <a:r>
              <a:rPr sz="2200" spc="-5" dirty="0">
                <a:solidFill>
                  <a:srgbClr val="C00000"/>
                </a:solidFill>
                <a:latin typeface="Tahoma"/>
                <a:cs typeface="Tahoma"/>
              </a:rPr>
              <a:t>РУ</a:t>
            </a:r>
            <a:r>
              <a:rPr sz="2200" spc="325" dirty="0">
                <a:solidFill>
                  <a:srgbClr val="C00000"/>
                </a:solidFill>
                <a:latin typeface="Tahoma"/>
                <a:cs typeface="Tahoma"/>
              </a:rPr>
              <a:t> </a:t>
            </a:r>
            <a:r>
              <a:rPr sz="2200" spc="-5" dirty="0">
                <a:solidFill>
                  <a:srgbClr val="C00000"/>
                </a:solidFill>
                <a:latin typeface="Tahoma"/>
                <a:cs typeface="Tahoma"/>
              </a:rPr>
              <a:t>В-428 </a:t>
            </a:r>
            <a:r>
              <a:rPr sz="2200" spc="-670" dirty="0">
                <a:solidFill>
                  <a:srgbClr val="C00000"/>
                </a:solidFill>
                <a:latin typeface="Tahoma"/>
                <a:cs typeface="Tahoma"/>
              </a:rPr>
              <a:t> </a:t>
            </a:r>
            <a:r>
              <a:rPr sz="2200" spc="-5" dirty="0">
                <a:solidFill>
                  <a:srgbClr val="C00000"/>
                </a:solidFill>
                <a:latin typeface="Tahoma"/>
                <a:cs typeface="Tahoma"/>
              </a:rPr>
              <a:t>является РУ</a:t>
            </a:r>
            <a:r>
              <a:rPr sz="2200" dirty="0">
                <a:solidFill>
                  <a:srgbClr val="C00000"/>
                </a:solidFill>
                <a:latin typeface="Tahoma"/>
                <a:cs typeface="Tahoma"/>
              </a:rPr>
              <a:t> </a:t>
            </a:r>
            <a:r>
              <a:rPr sz="2200" spc="-5" dirty="0">
                <a:solidFill>
                  <a:srgbClr val="C00000"/>
                </a:solidFill>
                <a:latin typeface="Tahoma"/>
                <a:cs typeface="Tahoma"/>
              </a:rPr>
              <a:t>В-392.</a:t>
            </a:r>
            <a:endParaRPr sz="2200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484254" y="6344957"/>
            <a:ext cx="523875" cy="427990"/>
          </a:xfrm>
          <a:prstGeom prst="rect">
            <a:avLst/>
          </a:prstGeom>
        </p:spPr>
        <p:txBody>
          <a:bodyPr vert="horz" wrap="square" lIns="0" tIns="107315" rIns="0" bIns="0" rtlCol="0">
            <a:spAutoFit/>
          </a:bodyPr>
          <a:lstStyle/>
          <a:p>
            <a:pPr marL="203200">
              <a:lnSpc>
                <a:spcPct val="100000"/>
              </a:lnSpc>
              <a:spcBef>
                <a:spcPts val="845"/>
              </a:spcBef>
            </a:pPr>
            <a:fld id="{81D60167-4931-47E6-BA6A-407CBD079E47}" type="slidenum">
              <a:rPr sz="2000" b="1" spc="-5" dirty="0">
                <a:solidFill>
                  <a:srgbClr val="0068B4"/>
                </a:solidFill>
                <a:latin typeface="Arial"/>
                <a:cs typeface="Arial"/>
              </a:rPr>
              <a:t>14</a:t>
            </a:fld>
            <a:endParaRPr sz="2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937400" y="1169546"/>
            <a:ext cx="1097280" cy="4701540"/>
            <a:chOff x="6937400" y="1169546"/>
            <a:chExt cx="1097280" cy="47015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998347" y="1169546"/>
              <a:ext cx="982980" cy="1851659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990740" y="3005966"/>
              <a:ext cx="990600" cy="213360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960247" y="3219326"/>
              <a:ext cx="1059180" cy="350520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937400" y="3554606"/>
              <a:ext cx="1097280" cy="853439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005980" y="4392806"/>
              <a:ext cx="960119" cy="982980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013600" y="5375786"/>
              <a:ext cx="952500" cy="198119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998347" y="5558666"/>
              <a:ext cx="975360" cy="312420"/>
            </a:xfrm>
            <a:prstGeom prst="rect">
              <a:avLst/>
            </a:prstGeom>
          </p:spPr>
        </p:pic>
      </p:grpSp>
      <p:sp>
        <p:nvSpPr>
          <p:cNvPr id="10" name="object 10"/>
          <p:cNvSpPr txBox="1"/>
          <p:nvPr/>
        </p:nvSpPr>
        <p:spPr>
          <a:xfrm>
            <a:off x="635872" y="2010286"/>
            <a:ext cx="6199505" cy="35687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476250" algn="just">
              <a:lnSpc>
                <a:spcPct val="100000"/>
              </a:lnSpc>
              <a:spcBef>
                <a:spcPts val="100"/>
              </a:spcBef>
            </a:pPr>
            <a:r>
              <a:rPr sz="1600" b="1" dirty="0">
                <a:solidFill>
                  <a:srgbClr val="004E9A"/>
                </a:solidFill>
                <a:latin typeface="Arial"/>
                <a:cs typeface="Arial"/>
              </a:rPr>
              <a:t>В</a:t>
            </a:r>
            <a:r>
              <a:rPr sz="1600" b="1" spc="5" dirty="0">
                <a:solidFill>
                  <a:srgbClr val="004E9A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4E9A"/>
                </a:solidFill>
                <a:latin typeface="Arial"/>
                <a:cs typeface="Arial"/>
              </a:rPr>
              <a:t>конструкции</a:t>
            </a:r>
            <a:r>
              <a:rPr sz="1600" b="1" dirty="0">
                <a:solidFill>
                  <a:srgbClr val="004E9A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4E9A"/>
                </a:solidFill>
                <a:latin typeface="Arial"/>
                <a:cs typeface="Arial"/>
              </a:rPr>
              <a:t>реактора</a:t>
            </a:r>
            <a:r>
              <a:rPr sz="1600" b="1" dirty="0">
                <a:solidFill>
                  <a:srgbClr val="004E9A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4E9A"/>
                </a:solidFill>
                <a:latin typeface="Arial"/>
                <a:cs typeface="Arial"/>
              </a:rPr>
              <a:t>для</a:t>
            </a:r>
            <a:r>
              <a:rPr sz="1600" b="1" dirty="0">
                <a:solidFill>
                  <a:srgbClr val="004E9A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4E9A"/>
                </a:solidFill>
                <a:latin typeface="Arial"/>
                <a:cs typeface="Arial"/>
              </a:rPr>
              <a:t>АЭС-91</a:t>
            </a:r>
            <a:r>
              <a:rPr sz="1600" b="1" dirty="0">
                <a:solidFill>
                  <a:srgbClr val="004E9A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4E9A"/>
                </a:solidFill>
                <a:latin typeface="Arial"/>
                <a:cs typeface="Arial"/>
              </a:rPr>
              <a:t>(В-428),</a:t>
            </a:r>
            <a:r>
              <a:rPr sz="1600" b="1" dirty="0">
                <a:solidFill>
                  <a:srgbClr val="004E9A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004E9A"/>
                </a:solidFill>
                <a:latin typeface="Arial"/>
                <a:cs typeface="Arial"/>
              </a:rPr>
              <a:t>по </a:t>
            </a:r>
            <a:r>
              <a:rPr sz="1600" b="1" spc="-5" dirty="0">
                <a:solidFill>
                  <a:srgbClr val="004E9A"/>
                </a:solidFill>
                <a:latin typeface="Arial"/>
                <a:cs typeface="Arial"/>
              </a:rPr>
              <a:t> сравнению</a:t>
            </a:r>
            <a:r>
              <a:rPr sz="1600" b="1" dirty="0">
                <a:solidFill>
                  <a:srgbClr val="004E9A"/>
                </a:solidFill>
                <a:latin typeface="Arial"/>
                <a:cs typeface="Arial"/>
              </a:rPr>
              <a:t> с</a:t>
            </a:r>
            <a:r>
              <a:rPr sz="1600" b="1" spc="5" dirty="0">
                <a:solidFill>
                  <a:srgbClr val="004E9A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4E9A"/>
                </a:solidFill>
                <a:latin typeface="Arial"/>
                <a:cs typeface="Arial"/>
              </a:rPr>
              <a:t>серийной</a:t>
            </a:r>
            <a:r>
              <a:rPr sz="1600" b="1" dirty="0">
                <a:solidFill>
                  <a:srgbClr val="004E9A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4E9A"/>
                </a:solidFill>
                <a:latin typeface="Arial"/>
                <a:cs typeface="Arial"/>
              </a:rPr>
              <a:t>РУ,</a:t>
            </a:r>
            <a:r>
              <a:rPr sz="1600" b="1" dirty="0">
                <a:solidFill>
                  <a:srgbClr val="004E9A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4E9A"/>
                </a:solidFill>
                <a:latin typeface="Arial"/>
                <a:cs typeface="Arial"/>
              </a:rPr>
              <a:t>учитываются</a:t>
            </a:r>
            <a:r>
              <a:rPr sz="1600" b="1" dirty="0">
                <a:solidFill>
                  <a:srgbClr val="004E9A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4E9A"/>
                </a:solidFill>
                <a:latin typeface="Arial"/>
                <a:cs typeface="Arial"/>
              </a:rPr>
              <a:t>улучшения, </a:t>
            </a:r>
            <a:r>
              <a:rPr sz="1600" b="1" dirty="0">
                <a:solidFill>
                  <a:srgbClr val="004E9A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4E9A"/>
                </a:solidFill>
                <a:latin typeface="Arial"/>
                <a:cs typeface="Arial"/>
              </a:rPr>
              <a:t>использованные</a:t>
            </a:r>
            <a:r>
              <a:rPr sz="1600" b="1" spc="-10" dirty="0">
                <a:solidFill>
                  <a:srgbClr val="004E9A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4E9A"/>
                </a:solidFill>
                <a:latin typeface="Arial"/>
                <a:cs typeface="Arial"/>
              </a:rPr>
              <a:t>для</a:t>
            </a:r>
            <a:r>
              <a:rPr sz="1600" b="1" dirty="0">
                <a:solidFill>
                  <a:srgbClr val="004E9A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4E9A"/>
                </a:solidFill>
                <a:latin typeface="Arial"/>
                <a:cs typeface="Arial"/>
              </a:rPr>
              <a:t>проекта РУ</a:t>
            </a:r>
            <a:r>
              <a:rPr sz="1600" b="1" dirty="0">
                <a:solidFill>
                  <a:srgbClr val="004E9A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4E9A"/>
                </a:solidFill>
                <a:latin typeface="Arial"/>
                <a:cs typeface="Arial"/>
              </a:rPr>
              <a:t>ВВЭР-1000:</a:t>
            </a:r>
            <a:endParaRPr sz="1600">
              <a:latin typeface="Arial"/>
              <a:cs typeface="Arial"/>
            </a:endParaRPr>
          </a:p>
          <a:p>
            <a:pPr marL="375920" marR="1621790" indent="-285750">
              <a:lnSpc>
                <a:spcPct val="110000"/>
              </a:lnSpc>
              <a:spcBef>
                <a:spcPts val="1575"/>
              </a:spcBef>
              <a:buClr>
                <a:srgbClr val="0033CC"/>
              </a:buClr>
              <a:buFont typeface="Microsoft Sans Serif"/>
              <a:buChar char="•"/>
              <a:tabLst>
                <a:tab pos="375920" algn="l"/>
                <a:tab pos="376555" algn="l"/>
              </a:tabLst>
            </a:pPr>
            <a:r>
              <a:rPr sz="1600" b="1" spc="-5" dirty="0">
                <a:solidFill>
                  <a:srgbClr val="004E9A"/>
                </a:solidFill>
                <a:latin typeface="Arial"/>
                <a:cs typeface="Arial"/>
              </a:rPr>
              <a:t>уменьшение потока нейтронов на корпус </a:t>
            </a:r>
            <a:r>
              <a:rPr sz="1600" b="1" spc="-430" dirty="0">
                <a:solidFill>
                  <a:srgbClr val="004E9A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4E9A"/>
                </a:solidFill>
                <a:latin typeface="Arial"/>
                <a:cs typeface="Arial"/>
              </a:rPr>
              <a:t>реактора;</a:t>
            </a:r>
            <a:endParaRPr sz="1600">
              <a:latin typeface="Arial"/>
              <a:cs typeface="Arial"/>
            </a:endParaRPr>
          </a:p>
          <a:p>
            <a:pPr marL="375920" marR="746760" indent="-285750">
              <a:lnSpc>
                <a:spcPct val="110000"/>
              </a:lnSpc>
              <a:spcBef>
                <a:spcPts val="380"/>
              </a:spcBef>
              <a:buClr>
                <a:srgbClr val="0033CC"/>
              </a:buClr>
              <a:buFont typeface="Microsoft Sans Serif"/>
              <a:buChar char="•"/>
              <a:tabLst>
                <a:tab pos="375920" algn="l"/>
                <a:tab pos="376555" algn="l"/>
              </a:tabLst>
            </a:pPr>
            <a:r>
              <a:rPr sz="1600" b="1" spc="-5" dirty="0">
                <a:solidFill>
                  <a:srgbClr val="004E9A"/>
                </a:solidFill>
                <a:latin typeface="Arial"/>
                <a:cs typeface="Arial"/>
              </a:rPr>
              <a:t>улучшение условий охлаждения активной зоны </a:t>
            </a:r>
            <a:r>
              <a:rPr sz="1600" b="1" dirty="0">
                <a:solidFill>
                  <a:srgbClr val="004E9A"/>
                </a:solidFill>
                <a:latin typeface="Arial"/>
                <a:cs typeface="Arial"/>
              </a:rPr>
              <a:t>в </a:t>
            </a:r>
            <a:r>
              <a:rPr sz="1600" b="1" spc="-430" dirty="0">
                <a:solidFill>
                  <a:srgbClr val="004E9A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4E9A"/>
                </a:solidFill>
                <a:latin typeface="Arial"/>
                <a:cs typeface="Arial"/>
              </a:rPr>
              <a:t>аварийных</a:t>
            </a:r>
            <a:r>
              <a:rPr sz="1600" b="1" spc="-10" dirty="0">
                <a:solidFill>
                  <a:srgbClr val="004E9A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4E9A"/>
                </a:solidFill>
                <a:latin typeface="Arial"/>
                <a:cs typeface="Arial"/>
              </a:rPr>
              <a:t>ситуациях</a:t>
            </a:r>
            <a:r>
              <a:rPr sz="1600" b="1" spc="-10" dirty="0">
                <a:solidFill>
                  <a:srgbClr val="004E9A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004E9A"/>
                </a:solidFill>
                <a:latin typeface="Arial"/>
                <a:cs typeface="Arial"/>
              </a:rPr>
              <a:t>с </a:t>
            </a:r>
            <a:r>
              <a:rPr sz="1600" b="1" spc="-5" dirty="0">
                <a:solidFill>
                  <a:srgbClr val="004E9A"/>
                </a:solidFill>
                <a:latin typeface="Arial"/>
                <a:cs typeface="Arial"/>
              </a:rPr>
              <a:t>потерей</a:t>
            </a:r>
            <a:r>
              <a:rPr sz="1600" b="1" spc="-10" dirty="0">
                <a:solidFill>
                  <a:srgbClr val="004E9A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4E9A"/>
                </a:solidFill>
                <a:latin typeface="Arial"/>
                <a:cs typeface="Arial"/>
              </a:rPr>
              <a:t>теплоносителя;</a:t>
            </a:r>
            <a:endParaRPr sz="1600">
              <a:latin typeface="Arial"/>
              <a:cs typeface="Arial"/>
            </a:endParaRPr>
          </a:p>
          <a:p>
            <a:pPr marL="375920" marR="1514475" indent="-285750">
              <a:lnSpc>
                <a:spcPct val="110000"/>
              </a:lnSpc>
              <a:spcBef>
                <a:spcPts val="390"/>
              </a:spcBef>
              <a:buClr>
                <a:srgbClr val="0033CC"/>
              </a:buClr>
              <a:buFont typeface="Microsoft Sans Serif"/>
              <a:buChar char="•"/>
              <a:tabLst>
                <a:tab pos="375920" algn="l"/>
                <a:tab pos="376555" algn="l"/>
              </a:tabLst>
            </a:pPr>
            <a:r>
              <a:rPr sz="1600" b="1" spc="-5" dirty="0">
                <a:solidFill>
                  <a:srgbClr val="004E9A"/>
                </a:solidFill>
                <a:latin typeface="Arial"/>
                <a:cs typeface="Arial"/>
              </a:rPr>
              <a:t>снижение дозовых нагрузок на персонал, </a:t>
            </a:r>
            <a:r>
              <a:rPr sz="1600" b="1" dirty="0">
                <a:solidFill>
                  <a:srgbClr val="004E9A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4E9A"/>
                </a:solidFill>
                <a:latin typeface="Arial"/>
                <a:cs typeface="Arial"/>
              </a:rPr>
              <a:t>обслуживающий ГЦНА</a:t>
            </a:r>
            <a:r>
              <a:rPr sz="1600" b="1" spc="-15" dirty="0">
                <a:solidFill>
                  <a:srgbClr val="004E9A"/>
                </a:solidFill>
                <a:latin typeface="Arial"/>
                <a:cs typeface="Arial"/>
              </a:rPr>
              <a:t> </a:t>
            </a:r>
            <a:r>
              <a:rPr sz="1600" b="1" dirty="0">
                <a:solidFill>
                  <a:srgbClr val="004E9A"/>
                </a:solidFill>
                <a:latin typeface="Arial"/>
                <a:cs typeface="Arial"/>
              </a:rPr>
              <a:t>и</a:t>
            </a:r>
            <a:r>
              <a:rPr sz="1600" b="1" spc="-20" dirty="0">
                <a:solidFill>
                  <a:srgbClr val="004E9A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4E9A"/>
                </a:solidFill>
                <a:latin typeface="Arial"/>
                <a:cs typeface="Arial"/>
              </a:rPr>
              <a:t>парогенераторы;</a:t>
            </a:r>
            <a:endParaRPr sz="1600">
              <a:latin typeface="Arial"/>
              <a:cs typeface="Arial"/>
            </a:endParaRPr>
          </a:p>
          <a:p>
            <a:pPr marL="375920" indent="-286385">
              <a:lnSpc>
                <a:spcPct val="100000"/>
              </a:lnSpc>
              <a:spcBef>
                <a:spcPts val="585"/>
              </a:spcBef>
              <a:buClr>
                <a:srgbClr val="0033CC"/>
              </a:buClr>
              <a:buFont typeface="Microsoft Sans Serif"/>
              <a:buChar char="•"/>
              <a:tabLst>
                <a:tab pos="375920" algn="l"/>
                <a:tab pos="376555" algn="l"/>
              </a:tabLst>
            </a:pPr>
            <a:r>
              <a:rPr sz="1600" b="1" spc="-5" dirty="0">
                <a:solidFill>
                  <a:srgbClr val="004E9A"/>
                </a:solidFill>
                <a:latin typeface="Arial"/>
                <a:cs typeface="Arial"/>
              </a:rPr>
              <a:t>увеличенное</a:t>
            </a:r>
            <a:r>
              <a:rPr sz="1600" b="1" spc="-20" dirty="0">
                <a:solidFill>
                  <a:srgbClr val="004E9A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4E9A"/>
                </a:solidFill>
                <a:latin typeface="Arial"/>
                <a:cs typeface="Arial"/>
              </a:rPr>
              <a:t>количество</a:t>
            </a:r>
            <a:r>
              <a:rPr sz="1600" b="1" spc="-15" dirty="0">
                <a:solidFill>
                  <a:srgbClr val="004E9A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4E9A"/>
                </a:solidFill>
                <a:latin typeface="Arial"/>
                <a:cs typeface="Arial"/>
              </a:rPr>
              <a:t>органов</a:t>
            </a:r>
            <a:r>
              <a:rPr sz="1600" b="1" spc="-15" dirty="0">
                <a:solidFill>
                  <a:srgbClr val="004E9A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4E9A"/>
                </a:solidFill>
                <a:latin typeface="Arial"/>
                <a:cs typeface="Arial"/>
              </a:rPr>
              <a:t>СУЗ;</a:t>
            </a:r>
            <a:endParaRPr sz="1600">
              <a:latin typeface="Arial"/>
              <a:cs typeface="Arial"/>
            </a:endParaRPr>
          </a:p>
          <a:p>
            <a:pPr marL="375920" marR="744220" indent="-285750">
              <a:lnSpc>
                <a:spcPct val="110000"/>
              </a:lnSpc>
              <a:spcBef>
                <a:spcPts val="390"/>
              </a:spcBef>
              <a:buClr>
                <a:srgbClr val="0033CC"/>
              </a:buClr>
              <a:buFont typeface="Microsoft Sans Serif"/>
              <a:buChar char="•"/>
              <a:tabLst>
                <a:tab pos="375920" algn="l"/>
                <a:tab pos="376555" algn="l"/>
              </a:tabLst>
            </a:pPr>
            <a:r>
              <a:rPr sz="1600" b="1" spc="-5" dirty="0">
                <a:solidFill>
                  <a:srgbClr val="004E9A"/>
                </a:solidFill>
                <a:latin typeface="Arial"/>
                <a:cs typeface="Arial"/>
              </a:rPr>
              <a:t>повышение достоверности контроля флюенса на </a:t>
            </a:r>
            <a:r>
              <a:rPr sz="1600" b="1" spc="-430" dirty="0">
                <a:solidFill>
                  <a:srgbClr val="004E9A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4E9A"/>
                </a:solidFill>
                <a:latin typeface="Arial"/>
                <a:cs typeface="Arial"/>
              </a:rPr>
              <a:t>корпус</a:t>
            </a:r>
            <a:r>
              <a:rPr sz="1600" b="1" spc="-10" dirty="0">
                <a:solidFill>
                  <a:srgbClr val="004E9A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4E9A"/>
                </a:solidFill>
                <a:latin typeface="Arial"/>
                <a:cs typeface="Arial"/>
              </a:rPr>
              <a:t>реактора.</a:t>
            </a:r>
            <a:endParaRPr sz="16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484254" y="6344957"/>
            <a:ext cx="523875" cy="427990"/>
          </a:xfrm>
          <a:prstGeom prst="rect">
            <a:avLst/>
          </a:prstGeom>
        </p:spPr>
        <p:txBody>
          <a:bodyPr vert="horz" wrap="square" lIns="0" tIns="107315" rIns="0" bIns="0" rtlCol="0">
            <a:spAutoFit/>
          </a:bodyPr>
          <a:lstStyle/>
          <a:p>
            <a:pPr marL="203200">
              <a:lnSpc>
                <a:spcPct val="100000"/>
              </a:lnSpc>
              <a:spcBef>
                <a:spcPts val="845"/>
              </a:spcBef>
            </a:pPr>
            <a:fld id="{81D60167-4931-47E6-BA6A-407CBD079E47}" type="slidenum">
              <a:rPr sz="2000" b="1" spc="-5" dirty="0">
                <a:solidFill>
                  <a:srgbClr val="0068B4"/>
                </a:solidFill>
                <a:latin typeface="Arial"/>
                <a:cs typeface="Arial"/>
              </a:rPr>
              <a:t>15</a:t>
            </a:fld>
            <a:endParaRPr sz="2000">
              <a:latin typeface="Arial"/>
              <a:cs typeface="Arial"/>
            </a:endParaRPr>
          </a:p>
        </p:txBody>
      </p:sp>
      <p:sp>
        <p:nvSpPr>
          <p:cNvPr id="11" name="object 11"/>
          <p:cNvSpPr txBox="1">
            <a:spLocks noGrp="1"/>
          </p:cNvSpPr>
          <p:nvPr>
            <p:ph type="title"/>
          </p:nvPr>
        </p:nvSpPr>
        <p:spPr>
          <a:xfrm>
            <a:off x="2425083" y="202822"/>
            <a:ext cx="338201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574165" algn="l"/>
              </a:tabLst>
            </a:pPr>
            <a:r>
              <a:rPr spc="-5" dirty="0"/>
              <a:t>Реактор	</a:t>
            </a:r>
            <a:r>
              <a:rPr spc="-15" dirty="0"/>
              <a:t>В</a:t>
            </a:r>
            <a:r>
              <a:rPr spc="-5" dirty="0"/>
              <a:t>ВЭР</a:t>
            </a:r>
            <a:r>
              <a:rPr spc="-10" dirty="0"/>
              <a:t>-1000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34948" y="2556386"/>
            <a:ext cx="3990975" cy="31750"/>
            <a:chOff x="1034948" y="2556386"/>
            <a:chExt cx="3990975" cy="31750"/>
          </a:xfrm>
        </p:grpSpPr>
        <p:sp>
          <p:nvSpPr>
            <p:cNvPr id="3" name="object 3"/>
            <p:cNvSpPr/>
            <p:nvPr/>
          </p:nvSpPr>
          <p:spPr>
            <a:xfrm>
              <a:off x="1044092" y="2565530"/>
              <a:ext cx="3981450" cy="22225"/>
            </a:xfrm>
            <a:custGeom>
              <a:avLst/>
              <a:gdLst/>
              <a:ahLst/>
              <a:cxnLst/>
              <a:rect l="l" t="t" r="r" b="b"/>
              <a:pathLst>
                <a:path w="3981450" h="22225">
                  <a:moveTo>
                    <a:pt x="3981450" y="22098"/>
                  </a:moveTo>
                  <a:lnTo>
                    <a:pt x="3981450" y="0"/>
                  </a:lnTo>
                  <a:lnTo>
                    <a:pt x="0" y="0"/>
                  </a:lnTo>
                  <a:lnTo>
                    <a:pt x="0" y="22098"/>
                  </a:lnTo>
                  <a:lnTo>
                    <a:pt x="3981450" y="2209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034948" y="2556386"/>
              <a:ext cx="3981450" cy="22225"/>
            </a:xfrm>
            <a:custGeom>
              <a:avLst/>
              <a:gdLst/>
              <a:ahLst/>
              <a:cxnLst/>
              <a:rect l="l" t="t" r="r" b="b"/>
              <a:pathLst>
                <a:path w="3981450" h="22225">
                  <a:moveTo>
                    <a:pt x="3981450" y="22098"/>
                  </a:moveTo>
                  <a:lnTo>
                    <a:pt x="3981450" y="0"/>
                  </a:lnTo>
                  <a:lnTo>
                    <a:pt x="0" y="0"/>
                  </a:lnTo>
                  <a:lnTo>
                    <a:pt x="0" y="22098"/>
                  </a:lnTo>
                  <a:lnTo>
                    <a:pt x="3981450" y="22098"/>
                  </a:lnTo>
                  <a:close/>
                </a:path>
              </a:pathLst>
            </a:custGeom>
            <a:solidFill>
              <a:srgbClr val="003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521585" y="2243458"/>
            <a:ext cx="5412740" cy="2555240"/>
          </a:xfrm>
          <a:prstGeom prst="rect">
            <a:avLst/>
          </a:prstGeom>
        </p:spPr>
        <p:txBody>
          <a:bodyPr vert="horz" wrap="square" lIns="0" tIns="67945" rIns="0" bIns="0" rtlCol="0">
            <a:spAutoFit/>
          </a:bodyPr>
          <a:lstStyle/>
          <a:p>
            <a:pPr marL="513080">
              <a:lnSpc>
                <a:spcPct val="100000"/>
              </a:lnSpc>
              <a:spcBef>
                <a:spcPts val="535"/>
              </a:spcBef>
            </a:pPr>
            <a:r>
              <a:rPr sz="1800" b="1" dirty="0">
                <a:solidFill>
                  <a:srgbClr val="0033CC"/>
                </a:solidFill>
                <a:latin typeface="Tahoma"/>
                <a:cs typeface="Tahoma"/>
              </a:rPr>
              <a:t>Отличия</a:t>
            </a:r>
            <a:r>
              <a:rPr sz="1800" b="1" spc="-1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800" b="1" dirty="0">
                <a:solidFill>
                  <a:srgbClr val="0033CC"/>
                </a:solidFill>
                <a:latin typeface="Tahoma"/>
                <a:cs typeface="Tahoma"/>
              </a:rPr>
              <a:t>корпуса</a:t>
            </a:r>
            <a:r>
              <a:rPr sz="1800" b="1" spc="-1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800" b="1" spc="-5" dirty="0">
                <a:solidFill>
                  <a:srgbClr val="0033CC"/>
                </a:solidFill>
                <a:latin typeface="Tahoma"/>
                <a:cs typeface="Tahoma"/>
              </a:rPr>
              <a:t>В-428</a:t>
            </a:r>
            <a:r>
              <a:rPr sz="1800" b="1" spc="-1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800" b="1" spc="-5" dirty="0">
                <a:solidFill>
                  <a:srgbClr val="0033CC"/>
                </a:solidFill>
                <a:latin typeface="Tahoma"/>
                <a:cs typeface="Tahoma"/>
              </a:rPr>
              <a:t>от</a:t>
            </a:r>
            <a:r>
              <a:rPr sz="1800" b="1" spc="-1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800" b="1" dirty="0">
                <a:solidFill>
                  <a:srgbClr val="0033CC"/>
                </a:solidFill>
                <a:latin typeface="Tahoma"/>
                <a:cs typeface="Tahoma"/>
              </a:rPr>
              <a:t>В-320:</a:t>
            </a:r>
            <a:endParaRPr sz="1800">
              <a:latin typeface="Tahoma"/>
              <a:cs typeface="Tahoma"/>
            </a:endParaRPr>
          </a:p>
          <a:p>
            <a:pPr marL="278130" indent="-266065">
              <a:lnSpc>
                <a:spcPct val="100000"/>
              </a:lnSpc>
              <a:spcBef>
                <a:spcPts val="440"/>
              </a:spcBef>
              <a:buAutoNum type="arabicPeriod"/>
              <a:tabLst>
                <a:tab pos="278765" algn="l"/>
              </a:tabLst>
            </a:pPr>
            <a:r>
              <a:rPr sz="1800" dirty="0">
                <a:solidFill>
                  <a:srgbClr val="0033CC"/>
                </a:solidFill>
                <a:latin typeface="Tahoma"/>
                <a:cs typeface="Tahoma"/>
              </a:rPr>
              <a:t>Применение </a:t>
            </a:r>
            <a:r>
              <a:rPr sz="1800" spc="-5" dirty="0">
                <a:solidFill>
                  <a:srgbClr val="0033CC"/>
                </a:solidFill>
                <a:latin typeface="Tahoma"/>
                <a:cs typeface="Tahoma"/>
              </a:rPr>
              <a:t>усовершенствованной</a:t>
            </a:r>
            <a:r>
              <a:rPr sz="180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800" spc="-5" dirty="0">
                <a:solidFill>
                  <a:srgbClr val="0033CC"/>
                </a:solidFill>
                <a:latin typeface="Tahoma"/>
                <a:cs typeface="Tahoma"/>
              </a:rPr>
              <a:t>стали.</a:t>
            </a:r>
            <a:endParaRPr sz="1800">
              <a:latin typeface="Tahoma"/>
              <a:cs typeface="Tahoma"/>
            </a:endParaRPr>
          </a:p>
          <a:p>
            <a:pPr marL="278130" indent="-266065">
              <a:lnSpc>
                <a:spcPct val="100000"/>
              </a:lnSpc>
              <a:spcBef>
                <a:spcPts val="445"/>
              </a:spcBef>
              <a:buAutoNum type="arabicPeriod"/>
              <a:tabLst>
                <a:tab pos="278765" algn="l"/>
              </a:tabLst>
            </a:pPr>
            <a:r>
              <a:rPr sz="1800" dirty="0">
                <a:solidFill>
                  <a:srgbClr val="0033CC"/>
                </a:solidFill>
                <a:latin typeface="Tahoma"/>
                <a:cs typeface="Tahoma"/>
              </a:rPr>
              <a:t>Патрубок</a:t>
            </a:r>
            <a:r>
              <a:rPr sz="1800" spc="-1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800" spc="-5" dirty="0">
                <a:solidFill>
                  <a:srgbClr val="0033CC"/>
                </a:solidFill>
                <a:latin typeface="Tahoma"/>
                <a:cs typeface="Tahoma"/>
              </a:rPr>
              <a:t>КИП</a:t>
            </a:r>
            <a:r>
              <a:rPr sz="1800" spc="-1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800" dirty="0">
                <a:solidFill>
                  <a:srgbClr val="0033CC"/>
                </a:solidFill>
                <a:latin typeface="Tahoma"/>
                <a:cs typeface="Tahoma"/>
              </a:rPr>
              <a:t>с</a:t>
            </a:r>
            <a:r>
              <a:rPr sz="1800" spc="-1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800" dirty="0">
                <a:solidFill>
                  <a:srgbClr val="0033CC"/>
                </a:solidFill>
                <a:latin typeface="Tahoma"/>
                <a:cs typeface="Tahoma"/>
              </a:rPr>
              <a:t>16</a:t>
            </a:r>
            <a:r>
              <a:rPr sz="1800" spc="-1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800" dirty="0">
                <a:solidFill>
                  <a:srgbClr val="0033CC"/>
                </a:solidFill>
                <a:latin typeface="Tahoma"/>
                <a:cs typeface="Tahoma"/>
              </a:rPr>
              <a:t>точками</a:t>
            </a:r>
            <a:r>
              <a:rPr sz="1800" spc="-1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800" dirty="0">
                <a:solidFill>
                  <a:srgbClr val="0033CC"/>
                </a:solidFill>
                <a:latin typeface="Tahoma"/>
                <a:cs typeface="Tahoma"/>
              </a:rPr>
              <a:t>замера.</a:t>
            </a:r>
            <a:endParaRPr sz="1800">
              <a:latin typeface="Tahoma"/>
              <a:cs typeface="Tahoma"/>
            </a:endParaRPr>
          </a:p>
          <a:p>
            <a:pPr marL="278765" marR="406400" indent="-278765">
              <a:lnSpc>
                <a:spcPct val="100000"/>
              </a:lnSpc>
              <a:spcBef>
                <a:spcPts val="434"/>
              </a:spcBef>
              <a:buAutoNum type="arabicPeriod"/>
              <a:tabLst>
                <a:tab pos="278765" algn="l"/>
              </a:tabLst>
            </a:pPr>
            <a:r>
              <a:rPr sz="1800" dirty="0">
                <a:solidFill>
                  <a:srgbClr val="0033CC"/>
                </a:solidFill>
                <a:latin typeface="Tahoma"/>
                <a:cs typeface="Tahoma"/>
              </a:rPr>
              <a:t>Размещение </a:t>
            </a:r>
            <a:r>
              <a:rPr sz="1800" spc="-5" dirty="0">
                <a:solidFill>
                  <a:srgbClr val="0033CC"/>
                </a:solidFill>
                <a:latin typeface="Tahoma"/>
                <a:cs typeface="Tahoma"/>
              </a:rPr>
              <a:t>образцов-свидетелей </a:t>
            </a:r>
            <a:r>
              <a:rPr sz="1800" dirty="0">
                <a:solidFill>
                  <a:srgbClr val="0033CC"/>
                </a:solidFill>
                <a:latin typeface="Tahoma"/>
                <a:cs typeface="Tahoma"/>
              </a:rPr>
              <a:t>на </a:t>
            </a:r>
            <a:r>
              <a:rPr sz="1800" spc="-5" dirty="0">
                <a:solidFill>
                  <a:srgbClr val="0033CC"/>
                </a:solidFill>
                <a:latin typeface="Tahoma"/>
                <a:cs typeface="Tahoma"/>
              </a:rPr>
              <a:t>стенке </a:t>
            </a:r>
            <a:r>
              <a:rPr sz="1800" spc="-55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800" spc="-5" dirty="0">
                <a:solidFill>
                  <a:srgbClr val="0033CC"/>
                </a:solidFill>
                <a:latin typeface="Tahoma"/>
                <a:cs typeface="Tahoma"/>
              </a:rPr>
              <a:t>корпуса</a:t>
            </a:r>
            <a:r>
              <a:rPr sz="1800" dirty="0">
                <a:solidFill>
                  <a:srgbClr val="0033CC"/>
                </a:solidFill>
                <a:latin typeface="Tahoma"/>
                <a:cs typeface="Tahoma"/>
              </a:rPr>
              <a:t> реактора.</a:t>
            </a:r>
            <a:endParaRPr sz="1800">
              <a:latin typeface="Tahoma"/>
              <a:cs typeface="Tahoma"/>
            </a:endParaRPr>
          </a:p>
          <a:p>
            <a:pPr marL="278130" indent="-266065">
              <a:lnSpc>
                <a:spcPct val="100000"/>
              </a:lnSpc>
              <a:spcBef>
                <a:spcPts val="445"/>
              </a:spcBef>
              <a:buAutoNum type="arabicPeriod"/>
              <a:tabLst>
                <a:tab pos="278765" algn="l"/>
              </a:tabLst>
            </a:pPr>
            <a:r>
              <a:rPr sz="1800" dirty="0">
                <a:solidFill>
                  <a:srgbClr val="0033CC"/>
                </a:solidFill>
                <a:latin typeface="Tahoma"/>
                <a:cs typeface="Tahoma"/>
              </a:rPr>
              <a:t>Корпус</a:t>
            </a:r>
            <a:r>
              <a:rPr sz="1800" spc="-2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800" dirty="0">
                <a:solidFill>
                  <a:srgbClr val="0033CC"/>
                </a:solidFill>
                <a:latin typeface="Tahoma"/>
                <a:cs typeface="Tahoma"/>
              </a:rPr>
              <a:t>удлинен</a:t>
            </a:r>
            <a:r>
              <a:rPr sz="1800" spc="-2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800" dirty="0">
                <a:solidFill>
                  <a:srgbClr val="0033CC"/>
                </a:solidFill>
                <a:latin typeface="Tahoma"/>
                <a:cs typeface="Tahoma"/>
              </a:rPr>
              <a:t>на</a:t>
            </a:r>
            <a:r>
              <a:rPr sz="1800" spc="-2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800" dirty="0">
                <a:solidFill>
                  <a:srgbClr val="0033CC"/>
                </a:solidFill>
                <a:latin typeface="Tahoma"/>
                <a:cs typeface="Tahoma"/>
              </a:rPr>
              <a:t>300</a:t>
            </a:r>
            <a:r>
              <a:rPr sz="1800" spc="-1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800" dirty="0">
                <a:solidFill>
                  <a:srgbClr val="0033CC"/>
                </a:solidFill>
                <a:latin typeface="Tahoma"/>
                <a:cs typeface="Tahoma"/>
              </a:rPr>
              <a:t>мм.</a:t>
            </a:r>
            <a:endParaRPr sz="1800">
              <a:latin typeface="Tahoma"/>
              <a:cs typeface="Tahoma"/>
            </a:endParaRPr>
          </a:p>
          <a:p>
            <a:pPr marL="280035" marR="5080" indent="-280035">
              <a:lnSpc>
                <a:spcPct val="100000"/>
              </a:lnSpc>
              <a:spcBef>
                <a:spcPts val="440"/>
              </a:spcBef>
              <a:buAutoNum type="arabicPeriod"/>
              <a:tabLst>
                <a:tab pos="280035" algn="l"/>
              </a:tabLst>
            </a:pPr>
            <a:r>
              <a:rPr sz="1800" dirty="0">
                <a:solidFill>
                  <a:srgbClr val="0033CC"/>
                </a:solidFill>
                <a:latin typeface="Tahoma"/>
                <a:cs typeface="Tahoma"/>
              </a:rPr>
              <a:t>Оптимизировано </a:t>
            </a:r>
            <a:r>
              <a:rPr sz="1800" spc="-5" dirty="0">
                <a:solidFill>
                  <a:srgbClr val="0033CC"/>
                </a:solidFill>
                <a:latin typeface="Tahoma"/>
                <a:cs typeface="Tahoma"/>
              </a:rPr>
              <a:t>расположение </a:t>
            </a:r>
            <a:r>
              <a:rPr sz="1800" dirty="0">
                <a:solidFill>
                  <a:srgbClr val="0033CC"/>
                </a:solidFill>
                <a:latin typeface="Tahoma"/>
                <a:cs typeface="Tahoma"/>
              </a:rPr>
              <a:t>сварных </a:t>
            </a:r>
            <a:r>
              <a:rPr sz="1800" spc="-5" dirty="0">
                <a:solidFill>
                  <a:srgbClr val="0033CC"/>
                </a:solidFill>
                <a:latin typeface="Tahoma"/>
                <a:cs typeface="Tahoma"/>
              </a:rPr>
              <a:t>швов </a:t>
            </a:r>
            <a:r>
              <a:rPr sz="1800" dirty="0">
                <a:solidFill>
                  <a:srgbClr val="0033CC"/>
                </a:solidFill>
                <a:latin typeface="Tahoma"/>
                <a:cs typeface="Tahoma"/>
              </a:rPr>
              <a:t>в </a:t>
            </a:r>
            <a:r>
              <a:rPr sz="1800" spc="-55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800" spc="-5" dirty="0">
                <a:solidFill>
                  <a:srgbClr val="0033CC"/>
                </a:solidFill>
                <a:latin typeface="Tahoma"/>
                <a:cs typeface="Tahoma"/>
              </a:rPr>
              <a:t>районе </a:t>
            </a:r>
            <a:r>
              <a:rPr sz="1800" dirty="0">
                <a:solidFill>
                  <a:srgbClr val="0033CC"/>
                </a:solidFill>
                <a:latin typeface="Tahoma"/>
                <a:cs typeface="Tahoma"/>
              </a:rPr>
              <a:t>активной </a:t>
            </a:r>
            <a:r>
              <a:rPr sz="1800" spc="-5" dirty="0">
                <a:solidFill>
                  <a:srgbClr val="0033CC"/>
                </a:solidFill>
                <a:latin typeface="Tahoma"/>
                <a:cs typeface="Tahoma"/>
              </a:rPr>
              <a:t>зоны.</a:t>
            </a:r>
            <a:endParaRPr sz="1800">
              <a:latin typeface="Tahoma"/>
              <a:cs typeface="Tahoma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730902" y="236350"/>
            <a:ext cx="479679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Основное</a:t>
            </a:r>
            <a:r>
              <a:rPr spc="-10" dirty="0"/>
              <a:t> </a:t>
            </a:r>
            <a:r>
              <a:rPr spc="-5" dirty="0"/>
              <a:t>оборудование</a:t>
            </a:r>
            <a:r>
              <a:rPr spc="-10" dirty="0"/>
              <a:t> </a:t>
            </a:r>
            <a:r>
              <a:rPr spc="-5" dirty="0"/>
              <a:t>РУ</a:t>
            </a:r>
          </a:p>
        </p:txBody>
      </p:sp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8040" y="1481966"/>
            <a:ext cx="4176521" cy="366522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628040" y="1481966"/>
            <a:ext cx="4177029" cy="367030"/>
          </a:xfrm>
          <a:prstGeom prst="rect">
            <a:avLst/>
          </a:prstGeom>
        </p:spPr>
        <p:txBody>
          <a:bodyPr vert="horz" wrap="square" lIns="0" tIns="31115" rIns="0" bIns="0" rtlCol="0">
            <a:spAutoFit/>
          </a:bodyPr>
          <a:lstStyle/>
          <a:p>
            <a:pPr marL="154940">
              <a:lnSpc>
                <a:spcPct val="100000"/>
              </a:lnSpc>
              <a:spcBef>
                <a:spcPts val="245"/>
              </a:spcBef>
            </a:pPr>
            <a:r>
              <a:rPr sz="1900" spc="-55" dirty="0">
                <a:solidFill>
                  <a:srgbClr val="FFFFFF"/>
                </a:solidFill>
                <a:latin typeface="Impact"/>
                <a:cs typeface="Impact"/>
              </a:rPr>
              <a:t>Корпус</a:t>
            </a:r>
            <a:r>
              <a:rPr sz="1900" spc="-25" dirty="0">
                <a:solidFill>
                  <a:srgbClr val="FFFFFF"/>
                </a:solidFill>
                <a:latin typeface="Impact"/>
                <a:cs typeface="Impact"/>
              </a:rPr>
              <a:t> </a:t>
            </a:r>
            <a:r>
              <a:rPr sz="1900" spc="-55" dirty="0">
                <a:solidFill>
                  <a:srgbClr val="FFFFFF"/>
                </a:solidFill>
                <a:latin typeface="Impact"/>
                <a:cs typeface="Impact"/>
              </a:rPr>
              <a:t>реактора</a:t>
            </a:r>
            <a:endParaRPr sz="1900">
              <a:latin typeface="Impact"/>
              <a:cs typeface="Impact"/>
            </a:endParaRPr>
          </a:p>
        </p:txBody>
      </p:sp>
      <p:pic>
        <p:nvPicPr>
          <p:cNvPr id="9" name="object 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343040" y="1049912"/>
            <a:ext cx="2154923" cy="4405121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8484254" y="6344957"/>
            <a:ext cx="523875" cy="427990"/>
          </a:xfrm>
          <a:prstGeom prst="rect">
            <a:avLst/>
          </a:prstGeom>
        </p:spPr>
        <p:txBody>
          <a:bodyPr vert="horz" wrap="square" lIns="0" tIns="107315" rIns="0" bIns="0" rtlCol="0">
            <a:spAutoFit/>
          </a:bodyPr>
          <a:lstStyle/>
          <a:p>
            <a:pPr marL="203200">
              <a:lnSpc>
                <a:spcPct val="100000"/>
              </a:lnSpc>
              <a:spcBef>
                <a:spcPts val="845"/>
              </a:spcBef>
            </a:pPr>
            <a:fld id="{81D60167-4931-47E6-BA6A-407CBD079E47}" type="slidenum">
              <a:rPr sz="2000" b="1" spc="-5" dirty="0">
                <a:solidFill>
                  <a:srgbClr val="0068B4"/>
                </a:solidFill>
                <a:latin typeface="Arial"/>
                <a:cs typeface="Arial"/>
              </a:rPr>
              <a:t>16</a:t>
            </a:fld>
            <a:endParaRPr sz="2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28040" y="1410338"/>
            <a:ext cx="8202295" cy="4021454"/>
            <a:chOff x="628040" y="1410338"/>
            <a:chExt cx="8202295" cy="4021454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153814" y="1410338"/>
              <a:ext cx="4676394" cy="4021074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28040" y="1481966"/>
              <a:ext cx="4176521" cy="366522"/>
            </a:xfrm>
            <a:prstGeom prst="rect">
              <a:avLst/>
            </a:prstGeom>
          </p:spPr>
        </p:pic>
      </p:grpSp>
      <p:sp>
        <p:nvSpPr>
          <p:cNvPr id="5" name="object 5"/>
          <p:cNvSpPr txBox="1"/>
          <p:nvPr/>
        </p:nvSpPr>
        <p:spPr>
          <a:xfrm>
            <a:off x="628040" y="1481966"/>
            <a:ext cx="4177029" cy="367030"/>
          </a:xfrm>
          <a:prstGeom prst="rect">
            <a:avLst/>
          </a:prstGeom>
        </p:spPr>
        <p:txBody>
          <a:bodyPr vert="horz" wrap="square" lIns="0" tIns="31115" rIns="0" bIns="0" rtlCol="0">
            <a:spAutoFit/>
          </a:bodyPr>
          <a:lstStyle/>
          <a:p>
            <a:pPr marL="154940">
              <a:lnSpc>
                <a:spcPct val="100000"/>
              </a:lnSpc>
              <a:spcBef>
                <a:spcPts val="245"/>
              </a:spcBef>
            </a:pPr>
            <a:r>
              <a:rPr sz="1900" spc="-65" dirty="0">
                <a:solidFill>
                  <a:srgbClr val="FFFFFF"/>
                </a:solidFill>
                <a:latin typeface="Impact"/>
                <a:cs typeface="Impact"/>
              </a:rPr>
              <a:t>Крышка</a:t>
            </a:r>
            <a:r>
              <a:rPr sz="1900" spc="-20" dirty="0">
                <a:solidFill>
                  <a:srgbClr val="FFFFFF"/>
                </a:solidFill>
                <a:latin typeface="Impact"/>
                <a:cs typeface="Impact"/>
              </a:rPr>
              <a:t> </a:t>
            </a:r>
            <a:r>
              <a:rPr sz="1900" spc="-55" dirty="0">
                <a:solidFill>
                  <a:srgbClr val="FFFFFF"/>
                </a:solidFill>
                <a:latin typeface="Impact"/>
                <a:cs typeface="Impact"/>
              </a:rPr>
              <a:t>реактора</a:t>
            </a:r>
            <a:endParaRPr sz="1900">
              <a:latin typeface="Impact"/>
              <a:cs typeface="Impact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229514" y="3242186"/>
            <a:ext cx="4005579" cy="31750"/>
            <a:chOff x="229514" y="3242186"/>
            <a:chExt cx="4005579" cy="31750"/>
          </a:xfrm>
        </p:grpSpPr>
        <p:sp>
          <p:nvSpPr>
            <p:cNvPr id="7" name="object 7"/>
            <p:cNvSpPr/>
            <p:nvPr/>
          </p:nvSpPr>
          <p:spPr>
            <a:xfrm>
              <a:off x="238658" y="3251330"/>
              <a:ext cx="3996054" cy="22225"/>
            </a:xfrm>
            <a:custGeom>
              <a:avLst/>
              <a:gdLst/>
              <a:ahLst/>
              <a:cxnLst/>
              <a:rect l="l" t="t" r="r" b="b"/>
              <a:pathLst>
                <a:path w="3996054" h="22225">
                  <a:moveTo>
                    <a:pt x="3995928" y="22098"/>
                  </a:moveTo>
                  <a:lnTo>
                    <a:pt x="3995928" y="0"/>
                  </a:lnTo>
                  <a:lnTo>
                    <a:pt x="0" y="0"/>
                  </a:lnTo>
                  <a:lnTo>
                    <a:pt x="0" y="22098"/>
                  </a:lnTo>
                  <a:lnTo>
                    <a:pt x="3995928" y="2209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29514" y="3242186"/>
              <a:ext cx="3996054" cy="22225"/>
            </a:xfrm>
            <a:custGeom>
              <a:avLst/>
              <a:gdLst/>
              <a:ahLst/>
              <a:cxnLst/>
              <a:rect l="l" t="t" r="r" b="b"/>
              <a:pathLst>
                <a:path w="3996054" h="22225">
                  <a:moveTo>
                    <a:pt x="3995928" y="22098"/>
                  </a:moveTo>
                  <a:lnTo>
                    <a:pt x="3995928" y="0"/>
                  </a:lnTo>
                  <a:lnTo>
                    <a:pt x="0" y="0"/>
                  </a:lnTo>
                  <a:lnTo>
                    <a:pt x="0" y="22098"/>
                  </a:lnTo>
                  <a:lnTo>
                    <a:pt x="3995928" y="22098"/>
                  </a:lnTo>
                  <a:close/>
                </a:path>
              </a:pathLst>
            </a:custGeom>
            <a:solidFill>
              <a:srgbClr val="003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 txBox="1"/>
          <p:nvPr/>
        </p:nvSpPr>
        <p:spPr>
          <a:xfrm>
            <a:off x="216739" y="2971891"/>
            <a:ext cx="4022090" cy="11366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2270"/>
              </a:lnSpc>
              <a:spcBef>
                <a:spcPts val="100"/>
              </a:spcBef>
            </a:pPr>
            <a:r>
              <a:rPr sz="1900" b="1" spc="-65" dirty="0">
                <a:solidFill>
                  <a:srgbClr val="0033CC"/>
                </a:solidFill>
                <a:latin typeface="Tahoma"/>
                <a:cs typeface="Tahoma"/>
              </a:rPr>
              <a:t>Отличия</a:t>
            </a:r>
            <a:r>
              <a:rPr sz="1900" b="1" spc="-4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900" b="1" spc="-75" dirty="0">
                <a:solidFill>
                  <a:srgbClr val="0033CC"/>
                </a:solidFill>
                <a:latin typeface="Tahoma"/>
                <a:cs typeface="Tahoma"/>
              </a:rPr>
              <a:t>крышки</a:t>
            </a:r>
            <a:r>
              <a:rPr sz="1900" b="1" spc="-3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900" b="1" spc="-65" dirty="0">
                <a:solidFill>
                  <a:srgbClr val="0033CC"/>
                </a:solidFill>
                <a:latin typeface="Tahoma"/>
                <a:cs typeface="Tahoma"/>
              </a:rPr>
              <a:t>В-428</a:t>
            </a:r>
            <a:r>
              <a:rPr sz="1900" b="1" spc="-3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900" b="1" spc="-60" dirty="0">
                <a:solidFill>
                  <a:srgbClr val="0033CC"/>
                </a:solidFill>
                <a:latin typeface="Tahoma"/>
                <a:cs typeface="Tahoma"/>
              </a:rPr>
              <a:t>от</a:t>
            </a:r>
            <a:r>
              <a:rPr sz="1900" b="1" spc="-4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900" b="1" spc="-60" dirty="0">
                <a:solidFill>
                  <a:srgbClr val="0033CC"/>
                </a:solidFill>
                <a:latin typeface="Tahoma"/>
                <a:cs typeface="Tahoma"/>
              </a:rPr>
              <a:t>В-320:</a:t>
            </a:r>
            <a:endParaRPr sz="1900">
              <a:latin typeface="Tahoma"/>
              <a:cs typeface="Tahoma"/>
            </a:endParaRPr>
          </a:p>
          <a:p>
            <a:pPr marL="278130" indent="-266065">
              <a:lnSpc>
                <a:spcPts val="2150"/>
              </a:lnSpc>
              <a:buAutoNum type="arabicPeriod"/>
              <a:tabLst>
                <a:tab pos="278765" algn="l"/>
              </a:tabLst>
            </a:pPr>
            <a:r>
              <a:rPr sz="1800" dirty="0">
                <a:solidFill>
                  <a:srgbClr val="0033CC"/>
                </a:solidFill>
                <a:latin typeface="Tahoma"/>
                <a:cs typeface="Tahoma"/>
              </a:rPr>
              <a:t>Количество</a:t>
            </a:r>
            <a:r>
              <a:rPr sz="1800" spc="-2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800" spc="-5" dirty="0">
                <a:solidFill>
                  <a:srgbClr val="0033CC"/>
                </a:solidFill>
                <a:latin typeface="Tahoma"/>
                <a:cs typeface="Tahoma"/>
              </a:rPr>
              <a:t>патрубок</a:t>
            </a:r>
            <a:r>
              <a:rPr sz="1800" spc="-1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800" spc="-5" dirty="0">
                <a:solidFill>
                  <a:srgbClr val="0033CC"/>
                </a:solidFill>
                <a:latin typeface="Tahoma"/>
                <a:cs typeface="Tahoma"/>
              </a:rPr>
              <a:t>СУЗ-121шт.</a:t>
            </a:r>
            <a:endParaRPr sz="1800">
              <a:latin typeface="Tahoma"/>
              <a:cs typeface="Tahoma"/>
            </a:endParaRPr>
          </a:p>
          <a:p>
            <a:pPr marL="12700" marR="53975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278765" algn="l"/>
              </a:tabLst>
            </a:pPr>
            <a:r>
              <a:rPr sz="1800" dirty="0">
                <a:solidFill>
                  <a:srgbClr val="0033CC"/>
                </a:solidFill>
                <a:latin typeface="Tahoma"/>
                <a:cs typeface="Tahoma"/>
              </a:rPr>
              <a:t>Количество </a:t>
            </a:r>
            <a:r>
              <a:rPr sz="1800" spc="-5" dirty="0">
                <a:solidFill>
                  <a:srgbClr val="0033CC"/>
                </a:solidFill>
                <a:latin typeface="Tahoma"/>
                <a:cs typeface="Tahoma"/>
              </a:rPr>
              <a:t>патрубков СВРД-18шт, </a:t>
            </a:r>
            <a:r>
              <a:rPr sz="1800" spc="-55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800" dirty="0">
                <a:solidFill>
                  <a:srgbClr val="0033CC"/>
                </a:solidFill>
                <a:latin typeface="Tahoma"/>
                <a:cs typeface="Tahoma"/>
              </a:rPr>
              <a:t>расположенных</a:t>
            </a:r>
            <a:r>
              <a:rPr sz="1800" spc="-1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800" dirty="0">
                <a:solidFill>
                  <a:srgbClr val="0033CC"/>
                </a:solidFill>
                <a:latin typeface="Tahoma"/>
                <a:cs typeface="Tahoma"/>
              </a:rPr>
              <a:t>на</a:t>
            </a:r>
            <a:r>
              <a:rPr sz="1800" spc="-1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800" spc="-5" dirty="0">
                <a:solidFill>
                  <a:srgbClr val="0033CC"/>
                </a:solidFill>
                <a:latin typeface="Tahoma"/>
                <a:cs typeface="Tahoma"/>
              </a:rPr>
              <a:t>периферии.</a:t>
            </a:r>
            <a:endParaRPr sz="1800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484254" y="6344957"/>
            <a:ext cx="523875" cy="427990"/>
          </a:xfrm>
          <a:prstGeom prst="rect">
            <a:avLst/>
          </a:prstGeom>
        </p:spPr>
        <p:txBody>
          <a:bodyPr vert="horz" wrap="square" lIns="0" tIns="107315" rIns="0" bIns="0" rtlCol="0">
            <a:spAutoFit/>
          </a:bodyPr>
          <a:lstStyle/>
          <a:p>
            <a:pPr marL="203200">
              <a:lnSpc>
                <a:spcPct val="100000"/>
              </a:lnSpc>
              <a:spcBef>
                <a:spcPts val="845"/>
              </a:spcBef>
            </a:pPr>
            <a:fld id="{81D60167-4931-47E6-BA6A-407CBD079E47}" type="slidenum">
              <a:rPr sz="2000" b="1" spc="-5" dirty="0">
                <a:solidFill>
                  <a:srgbClr val="0068B4"/>
                </a:solidFill>
                <a:latin typeface="Arial"/>
                <a:cs typeface="Arial"/>
              </a:rPr>
              <a:t>17</a:t>
            </a:fld>
            <a:endParaRPr sz="2000">
              <a:latin typeface="Arial"/>
              <a:cs typeface="Arial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title"/>
          </p:nvPr>
        </p:nvSpPr>
        <p:spPr>
          <a:xfrm>
            <a:off x="2124855" y="311026"/>
            <a:ext cx="479679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Основное</a:t>
            </a:r>
            <a:r>
              <a:rPr spc="-10" dirty="0"/>
              <a:t> </a:t>
            </a:r>
            <a:r>
              <a:rPr spc="-5" dirty="0"/>
              <a:t>оборудование</a:t>
            </a:r>
            <a:r>
              <a:rPr spc="-10" dirty="0"/>
              <a:t> </a:t>
            </a:r>
            <a:r>
              <a:rPr spc="-5" dirty="0"/>
              <a:t>РУ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869838" y="1052960"/>
            <a:ext cx="1711451" cy="4883658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177433" y="290452"/>
            <a:ext cx="479679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Основное</a:t>
            </a:r>
            <a:r>
              <a:rPr spc="-10" dirty="0"/>
              <a:t> </a:t>
            </a:r>
            <a:r>
              <a:rPr spc="-5" dirty="0"/>
              <a:t>оборудование</a:t>
            </a:r>
            <a:r>
              <a:rPr spc="-10" dirty="0"/>
              <a:t> </a:t>
            </a:r>
            <a:r>
              <a:rPr spc="-5" dirty="0"/>
              <a:t>РУ</a:t>
            </a:r>
          </a:p>
        </p:txBody>
      </p:sp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28040" y="1481966"/>
            <a:ext cx="4176521" cy="366522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628040" y="1481966"/>
            <a:ext cx="4177029" cy="367030"/>
          </a:xfrm>
          <a:prstGeom prst="rect">
            <a:avLst/>
          </a:prstGeom>
        </p:spPr>
        <p:txBody>
          <a:bodyPr vert="horz" wrap="square" lIns="0" tIns="31115" rIns="0" bIns="0" rtlCol="0">
            <a:spAutoFit/>
          </a:bodyPr>
          <a:lstStyle/>
          <a:p>
            <a:pPr marL="154940">
              <a:lnSpc>
                <a:spcPct val="100000"/>
              </a:lnSpc>
              <a:spcBef>
                <a:spcPts val="245"/>
              </a:spcBef>
            </a:pPr>
            <a:r>
              <a:rPr sz="1900" spc="-55" dirty="0">
                <a:solidFill>
                  <a:srgbClr val="FFFFFF"/>
                </a:solidFill>
                <a:latin typeface="Impact"/>
                <a:cs typeface="Impact"/>
              </a:rPr>
              <a:t>Шахта</a:t>
            </a:r>
            <a:r>
              <a:rPr sz="1900" spc="-20" dirty="0">
                <a:solidFill>
                  <a:srgbClr val="FFFFFF"/>
                </a:solidFill>
                <a:latin typeface="Impact"/>
                <a:cs typeface="Impact"/>
              </a:rPr>
              <a:t> </a:t>
            </a:r>
            <a:r>
              <a:rPr sz="1900" spc="-55" dirty="0">
                <a:solidFill>
                  <a:srgbClr val="FFFFFF"/>
                </a:solidFill>
                <a:latin typeface="Impact"/>
                <a:cs typeface="Impact"/>
              </a:rPr>
              <a:t>внутрикорпусная</a:t>
            </a:r>
            <a:endParaRPr sz="1900">
              <a:latin typeface="Impact"/>
              <a:cs typeface="Impact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916076" y="2673734"/>
            <a:ext cx="4062729" cy="31750"/>
            <a:chOff x="916076" y="2673734"/>
            <a:chExt cx="4062729" cy="31750"/>
          </a:xfrm>
        </p:grpSpPr>
        <p:sp>
          <p:nvSpPr>
            <p:cNvPr id="7" name="object 7"/>
            <p:cNvSpPr/>
            <p:nvPr/>
          </p:nvSpPr>
          <p:spPr>
            <a:xfrm>
              <a:off x="925220" y="2682878"/>
              <a:ext cx="4053204" cy="22225"/>
            </a:xfrm>
            <a:custGeom>
              <a:avLst/>
              <a:gdLst/>
              <a:ahLst/>
              <a:cxnLst/>
              <a:rect l="l" t="t" r="r" b="b"/>
              <a:pathLst>
                <a:path w="4053204" h="22225">
                  <a:moveTo>
                    <a:pt x="4053078" y="22098"/>
                  </a:moveTo>
                  <a:lnTo>
                    <a:pt x="4053078" y="0"/>
                  </a:lnTo>
                  <a:lnTo>
                    <a:pt x="0" y="0"/>
                  </a:lnTo>
                  <a:lnTo>
                    <a:pt x="0" y="22098"/>
                  </a:lnTo>
                  <a:lnTo>
                    <a:pt x="4053078" y="2209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916076" y="2673734"/>
              <a:ext cx="4053204" cy="22225"/>
            </a:xfrm>
            <a:custGeom>
              <a:avLst/>
              <a:gdLst/>
              <a:ahLst/>
              <a:cxnLst/>
              <a:rect l="l" t="t" r="r" b="b"/>
              <a:pathLst>
                <a:path w="4053204" h="22225">
                  <a:moveTo>
                    <a:pt x="4053078" y="22098"/>
                  </a:moveTo>
                  <a:lnTo>
                    <a:pt x="4053078" y="0"/>
                  </a:lnTo>
                  <a:lnTo>
                    <a:pt x="0" y="0"/>
                  </a:lnTo>
                  <a:lnTo>
                    <a:pt x="0" y="22098"/>
                  </a:lnTo>
                  <a:lnTo>
                    <a:pt x="4053078" y="22098"/>
                  </a:lnTo>
                  <a:close/>
                </a:path>
              </a:pathLst>
            </a:custGeom>
            <a:solidFill>
              <a:srgbClr val="003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" name="object 9"/>
          <p:cNvGrpSpPr/>
          <p:nvPr/>
        </p:nvGrpSpPr>
        <p:grpSpPr>
          <a:xfrm>
            <a:off x="2011070" y="2948054"/>
            <a:ext cx="1872614" cy="31750"/>
            <a:chOff x="2011070" y="2948054"/>
            <a:chExt cx="1872614" cy="31750"/>
          </a:xfrm>
        </p:grpSpPr>
        <p:sp>
          <p:nvSpPr>
            <p:cNvPr id="10" name="object 10"/>
            <p:cNvSpPr/>
            <p:nvPr/>
          </p:nvSpPr>
          <p:spPr>
            <a:xfrm>
              <a:off x="2020214" y="2957198"/>
              <a:ext cx="1863089" cy="22225"/>
            </a:xfrm>
            <a:custGeom>
              <a:avLst/>
              <a:gdLst/>
              <a:ahLst/>
              <a:cxnLst/>
              <a:rect l="l" t="t" r="r" b="b"/>
              <a:pathLst>
                <a:path w="1863089" h="22225">
                  <a:moveTo>
                    <a:pt x="1863089" y="22098"/>
                  </a:moveTo>
                  <a:lnTo>
                    <a:pt x="1863089" y="0"/>
                  </a:lnTo>
                  <a:lnTo>
                    <a:pt x="0" y="0"/>
                  </a:lnTo>
                  <a:lnTo>
                    <a:pt x="0" y="22098"/>
                  </a:lnTo>
                  <a:lnTo>
                    <a:pt x="1863089" y="2209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2011070" y="2948054"/>
              <a:ext cx="1863089" cy="22225"/>
            </a:xfrm>
            <a:custGeom>
              <a:avLst/>
              <a:gdLst/>
              <a:ahLst/>
              <a:cxnLst/>
              <a:rect l="l" t="t" r="r" b="b"/>
              <a:pathLst>
                <a:path w="1863089" h="22225">
                  <a:moveTo>
                    <a:pt x="1863089" y="22098"/>
                  </a:moveTo>
                  <a:lnTo>
                    <a:pt x="1863089" y="0"/>
                  </a:lnTo>
                  <a:lnTo>
                    <a:pt x="0" y="0"/>
                  </a:lnTo>
                  <a:lnTo>
                    <a:pt x="0" y="22098"/>
                  </a:lnTo>
                  <a:lnTo>
                    <a:pt x="1863089" y="22098"/>
                  </a:lnTo>
                  <a:close/>
                </a:path>
              </a:pathLst>
            </a:custGeom>
            <a:solidFill>
              <a:srgbClr val="003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521546" y="2403432"/>
            <a:ext cx="4697730" cy="3034665"/>
          </a:xfrm>
          <a:prstGeom prst="rect">
            <a:avLst/>
          </a:prstGeom>
        </p:spPr>
        <p:txBody>
          <a:bodyPr vert="horz" wrap="square" lIns="0" tIns="34925" rIns="0" bIns="0" rtlCol="0">
            <a:spAutoFit/>
          </a:bodyPr>
          <a:lstStyle/>
          <a:p>
            <a:pPr marL="1489075" marR="241935" indent="-1095375">
              <a:lnSpc>
                <a:spcPts val="2160"/>
              </a:lnSpc>
              <a:spcBef>
                <a:spcPts val="275"/>
              </a:spcBef>
            </a:pPr>
            <a:r>
              <a:rPr sz="1900" b="1" spc="-65" dirty="0">
                <a:solidFill>
                  <a:srgbClr val="0033CC"/>
                </a:solidFill>
                <a:latin typeface="Tahoma"/>
                <a:cs typeface="Tahoma"/>
              </a:rPr>
              <a:t>Отличия</a:t>
            </a:r>
            <a:r>
              <a:rPr sz="1900" b="1" spc="-4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900" b="1" spc="-75" dirty="0">
                <a:solidFill>
                  <a:srgbClr val="0033CC"/>
                </a:solidFill>
                <a:latin typeface="Tahoma"/>
                <a:cs typeface="Tahoma"/>
              </a:rPr>
              <a:t>шахты</a:t>
            </a:r>
            <a:r>
              <a:rPr sz="1900" b="1" spc="-3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900" b="1" spc="-65" dirty="0">
                <a:solidFill>
                  <a:srgbClr val="0033CC"/>
                </a:solidFill>
                <a:latin typeface="Tahoma"/>
                <a:cs typeface="Tahoma"/>
              </a:rPr>
              <a:t>внутрикорпусной </a:t>
            </a:r>
            <a:r>
              <a:rPr sz="1900" b="1" spc="-54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900" b="1" spc="-65" dirty="0">
                <a:solidFill>
                  <a:srgbClr val="0033CC"/>
                </a:solidFill>
                <a:latin typeface="Tahoma"/>
                <a:cs typeface="Tahoma"/>
              </a:rPr>
              <a:t>В-428</a:t>
            </a:r>
            <a:r>
              <a:rPr sz="1900" b="1" spc="-3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900" b="1" spc="-60" dirty="0">
                <a:solidFill>
                  <a:srgbClr val="0033CC"/>
                </a:solidFill>
                <a:latin typeface="Tahoma"/>
                <a:cs typeface="Tahoma"/>
              </a:rPr>
              <a:t>от</a:t>
            </a:r>
            <a:r>
              <a:rPr sz="1900" b="1" spc="-3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900" b="1" spc="-60" dirty="0">
                <a:solidFill>
                  <a:srgbClr val="0033CC"/>
                </a:solidFill>
                <a:latin typeface="Tahoma"/>
                <a:cs typeface="Tahoma"/>
              </a:rPr>
              <a:t>В-320:</a:t>
            </a:r>
            <a:endParaRPr sz="1900">
              <a:latin typeface="Tahoma"/>
              <a:cs typeface="Tahoma"/>
            </a:endParaRPr>
          </a:p>
          <a:p>
            <a:pPr marL="12700" marR="667385" algn="just">
              <a:lnSpc>
                <a:spcPct val="100000"/>
              </a:lnSpc>
              <a:spcBef>
                <a:spcPts val="1870"/>
              </a:spcBef>
              <a:buAutoNum type="arabicPeriod"/>
              <a:tabLst>
                <a:tab pos="249554" algn="l"/>
              </a:tabLst>
            </a:pP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Применение съемных компенсационных </a:t>
            </a:r>
            <a:r>
              <a:rPr sz="1600" spc="-484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пластин для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регулировки </a:t>
            </a:r>
            <a:r>
              <a:rPr sz="1600" spc="5" dirty="0">
                <a:solidFill>
                  <a:srgbClr val="0033CC"/>
                </a:solidFill>
                <a:latin typeface="Tahoma"/>
                <a:cs typeface="Tahoma"/>
              </a:rPr>
              <a:t>зазора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в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районе </a:t>
            </a:r>
            <a:r>
              <a:rPr sz="1600" spc="-484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разделительного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бурта.</a:t>
            </a:r>
            <a:endParaRPr sz="1600">
              <a:latin typeface="Tahoma"/>
              <a:cs typeface="Tahoma"/>
            </a:endParaRPr>
          </a:p>
          <a:p>
            <a:pPr marL="12700" marR="5080" algn="just">
              <a:lnSpc>
                <a:spcPct val="100000"/>
              </a:lnSpc>
              <a:spcBef>
                <a:spcPts val="20"/>
              </a:spcBef>
              <a:buAutoNum type="arabicPeriod"/>
              <a:tabLst>
                <a:tab pos="249554" algn="l"/>
              </a:tabLst>
            </a:pP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Регулируемые по высоте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опорные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стаканы под </a:t>
            </a:r>
            <a:r>
              <a:rPr sz="1600" spc="-484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ТВС.</a:t>
            </a:r>
            <a:endParaRPr sz="1600">
              <a:latin typeface="Tahoma"/>
              <a:cs typeface="Tahoma"/>
            </a:endParaRPr>
          </a:p>
          <a:p>
            <a:pPr marL="12700" marR="164465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249554" algn="l"/>
              </a:tabLst>
            </a:pP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Выступающие упоры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в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центральной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части </a:t>
            </a:r>
            <a:r>
              <a:rPr sz="1600" spc="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днища для прохода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теплоносителя в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активную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 зону в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ситуации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разрушения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шахты по полному </a:t>
            </a:r>
            <a:r>
              <a:rPr sz="1600" spc="-484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поперечному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сечению.</a:t>
            </a:r>
            <a:endParaRPr sz="1600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484254" y="6344957"/>
            <a:ext cx="523875" cy="427990"/>
          </a:xfrm>
          <a:prstGeom prst="rect">
            <a:avLst/>
          </a:prstGeom>
        </p:spPr>
        <p:txBody>
          <a:bodyPr vert="horz" wrap="square" lIns="0" tIns="107315" rIns="0" bIns="0" rtlCol="0">
            <a:spAutoFit/>
          </a:bodyPr>
          <a:lstStyle/>
          <a:p>
            <a:pPr marL="203200">
              <a:lnSpc>
                <a:spcPct val="100000"/>
              </a:lnSpc>
              <a:spcBef>
                <a:spcPts val="845"/>
              </a:spcBef>
            </a:pPr>
            <a:fld id="{81D60167-4931-47E6-BA6A-407CBD079E47}" type="slidenum">
              <a:rPr sz="2000" b="1" spc="-5" dirty="0">
                <a:solidFill>
                  <a:srgbClr val="0068B4"/>
                </a:solidFill>
                <a:latin typeface="Arial"/>
                <a:cs typeface="Arial"/>
              </a:rPr>
              <a:t>18</a:t>
            </a:fld>
            <a:endParaRPr sz="2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364632" y="998858"/>
            <a:ext cx="2314955" cy="4940808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518810" y="245494"/>
            <a:ext cx="479679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Основное</a:t>
            </a:r>
            <a:r>
              <a:rPr spc="-10" dirty="0"/>
              <a:t> </a:t>
            </a:r>
            <a:r>
              <a:rPr spc="-5" dirty="0"/>
              <a:t>оборудование</a:t>
            </a:r>
            <a:r>
              <a:rPr spc="-10" dirty="0"/>
              <a:t> </a:t>
            </a:r>
            <a:r>
              <a:rPr spc="-5" dirty="0"/>
              <a:t>РУ</a:t>
            </a:r>
          </a:p>
        </p:txBody>
      </p:sp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28040" y="1481966"/>
            <a:ext cx="4176521" cy="366522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628040" y="1481966"/>
            <a:ext cx="4177029" cy="367030"/>
          </a:xfrm>
          <a:prstGeom prst="rect">
            <a:avLst/>
          </a:prstGeom>
        </p:spPr>
        <p:txBody>
          <a:bodyPr vert="horz" wrap="square" lIns="0" tIns="31115" rIns="0" bIns="0" rtlCol="0">
            <a:spAutoFit/>
          </a:bodyPr>
          <a:lstStyle/>
          <a:p>
            <a:pPr marL="154940">
              <a:lnSpc>
                <a:spcPct val="100000"/>
              </a:lnSpc>
              <a:spcBef>
                <a:spcPts val="245"/>
              </a:spcBef>
            </a:pPr>
            <a:r>
              <a:rPr sz="1900" spc="-55" dirty="0">
                <a:solidFill>
                  <a:srgbClr val="FFFFFF"/>
                </a:solidFill>
                <a:latin typeface="Impact"/>
                <a:cs typeface="Impact"/>
              </a:rPr>
              <a:t>Блок</a:t>
            </a:r>
            <a:r>
              <a:rPr sz="1900" spc="-25" dirty="0">
                <a:solidFill>
                  <a:srgbClr val="FFFFFF"/>
                </a:solidFill>
                <a:latin typeface="Impact"/>
                <a:cs typeface="Impact"/>
              </a:rPr>
              <a:t> </a:t>
            </a:r>
            <a:r>
              <a:rPr sz="1900" spc="-60" dirty="0">
                <a:solidFill>
                  <a:srgbClr val="FFFFFF"/>
                </a:solidFill>
                <a:latin typeface="Impact"/>
                <a:cs typeface="Impact"/>
              </a:rPr>
              <a:t>защитных</a:t>
            </a:r>
            <a:r>
              <a:rPr sz="1900" spc="-20" dirty="0">
                <a:solidFill>
                  <a:srgbClr val="FFFFFF"/>
                </a:solidFill>
                <a:latin typeface="Impact"/>
                <a:cs typeface="Impact"/>
              </a:rPr>
              <a:t> </a:t>
            </a:r>
            <a:r>
              <a:rPr sz="1900" spc="-55" dirty="0">
                <a:solidFill>
                  <a:srgbClr val="FFFFFF"/>
                </a:solidFill>
                <a:latin typeface="Impact"/>
                <a:cs typeface="Impact"/>
              </a:rPr>
              <a:t>труб</a:t>
            </a:r>
            <a:endParaRPr sz="1900">
              <a:latin typeface="Impact"/>
              <a:cs typeface="Impact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1108862" y="2793368"/>
            <a:ext cx="3293110" cy="28575"/>
            <a:chOff x="1108862" y="2793368"/>
            <a:chExt cx="3293110" cy="28575"/>
          </a:xfrm>
        </p:grpSpPr>
        <p:sp>
          <p:nvSpPr>
            <p:cNvPr id="7" name="object 7"/>
            <p:cNvSpPr/>
            <p:nvPr/>
          </p:nvSpPr>
          <p:spPr>
            <a:xfrm>
              <a:off x="1117244" y="2801750"/>
              <a:ext cx="3284220" cy="20320"/>
            </a:xfrm>
            <a:custGeom>
              <a:avLst/>
              <a:gdLst/>
              <a:ahLst/>
              <a:cxnLst/>
              <a:rect l="l" t="t" r="r" b="b"/>
              <a:pathLst>
                <a:path w="3284220" h="20319">
                  <a:moveTo>
                    <a:pt x="3284220" y="19812"/>
                  </a:moveTo>
                  <a:lnTo>
                    <a:pt x="3284220" y="0"/>
                  </a:lnTo>
                  <a:lnTo>
                    <a:pt x="0" y="0"/>
                  </a:lnTo>
                  <a:lnTo>
                    <a:pt x="0" y="19812"/>
                  </a:lnTo>
                  <a:lnTo>
                    <a:pt x="3284220" y="198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08862" y="2793368"/>
              <a:ext cx="3284220" cy="20320"/>
            </a:xfrm>
            <a:custGeom>
              <a:avLst/>
              <a:gdLst/>
              <a:ahLst/>
              <a:cxnLst/>
              <a:rect l="l" t="t" r="r" b="b"/>
              <a:pathLst>
                <a:path w="3284220" h="20319">
                  <a:moveTo>
                    <a:pt x="3284219" y="19811"/>
                  </a:moveTo>
                  <a:lnTo>
                    <a:pt x="3284219" y="0"/>
                  </a:lnTo>
                  <a:lnTo>
                    <a:pt x="0" y="0"/>
                  </a:lnTo>
                  <a:lnTo>
                    <a:pt x="0" y="19812"/>
                  </a:lnTo>
                  <a:lnTo>
                    <a:pt x="3284219" y="19811"/>
                  </a:lnTo>
                  <a:close/>
                </a:path>
              </a:pathLst>
            </a:custGeom>
            <a:solidFill>
              <a:srgbClr val="003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" name="object 9"/>
          <p:cNvGrpSpPr/>
          <p:nvPr/>
        </p:nvGrpSpPr>
        <p:grpSpPr>
          <a:xfrm>
            <a:off x="1825142" y="3037970"/>
            <a:ext cx="1670685" cy="28575"/>
            <a:chOff x="1825142" y="3037970"/>
            <a:chExt cx="1670685" cy="28575"/>
          </a:xfrm>
        </p:grpSpPr>
        <p:sp>
          <p:nvSpPr>
            <p:cNvPr id="10" name="object 10"/>
            <p:cNvSpPr/>
            <p:nvPr/>
          </p:nvSpPr>
          <p:spPr>
            <a:xfrm>
              <a:off x="1833524" y="3046352"/>
              <a:ext cx="1662430" cy="20320"/>
            </a:xfrm>
            <a:custGeom>
              <a:avLst/>
              <a:gdLst/>
              <a:ahLst/>
              <a:cxnLst/>
              <a:rect l="l" t="t" r="r" b="b"/>
              <a:pathLst>
                <a:path w="1662429" h="20319">
                  <a:moveTo>
                    <a:pt x="1661922" y="19812"/>
                  </a:moveTo>
                  <a:lnTo>
                    <a:pt x="1661922" y="0"/>
                  </a:lnTo>
                  <a:lnTo>
                    <a:pt x="0" y="0"/>
                  </a:lnTo>
                  <a:lnTo>
                    <a:pt x="0" y="19812"/>
                  </a:lnTo>
                  <a:lnTo>
                    <a:pt x="1661922" y="198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825142" y="3037970"/>
              <a:ext cx="1662430" cy="20320"/>
            </a:xfrm>
            <a:custGeom>
              <a:avLst/>
              <a:gdLst/>
              <a:ahLst/>
              <a:cxnLst/>
              <a:rect l="l" t="t" r="r" b="b"/>
              <a:pathLst>
                <a:path w="1662429" h="20319">
                  <a:moveTo>
                    <a:pt x="1661921" y="19812"/>
                  </a:moveTo>
                  <a:lnTo>
                    <a:pt x="1661921" y="0"/>
                  </a:lnTo>
                  <a:lnTo>
                    <a:pt x="0" y="0"/>
                  </a:lnTo>
                  <a:lnTo>
                    <a:pt x="0" y="19812"/>
                  </a:lnTo>
                  <a:lnTo>
                    <a:pt x="1661921" y="19812"/>
                  </a:lnTo>
                  <a:close/>
                </a:path>
              </a:pathLst>
            </a:custGeom>
            <a:solidFill>
              <a:srgbClr val="003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283101" y="2551166"/>
            <a:ext cx="4616450" cy="1744980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541780" marR="497840" indent="-716280">
              <a:lnSpc>
                <a:spcPts val="1930"/>
              </a:lnSpc>
              <a:spcBef>
                <a:spcPts val="250"/>
              </a:spcBef>
            </a:pPr>
            <a:r>
              <a:rPr sz="1700" b="1" spc="-65" dirty="0">
                <a:solidFill>
                  <a:srgbClr val="0033CC"/>
                </a:solidFill>
                <a:latin typeface="Tahoma"/>
                <a:cs typeface="Tahoma"/>
              </a:rPr>
              <a:t>Отличия</a:t>
            </a:r>
            <a:r>
              <a:rPr sz="1700" b="1" spc="-5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700" b="1" spc="-65" dirty="0">
                <a:solidFill>
                  <a:srgbClr val="0033CC"/>
                </a:solidFill>
                <a:latin typeface="Tahoma"/>
                <a:cs typeface="Tahoma"/>
              </a:rPr>
              <a:t>блока</a:t>
            </a:r>
            <a:r>
              <a:rPr sz="1700" b="1" spc="-4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700" b="1" spc="-70" dirty="0">
                <a:solidFill>
                  <a:srgbClr val="0033CC"/>
                </a:solidFill>
                <a:latin typeface="Tahoma"/>
                <a:cs typeface="Tahoma"/>
              </a:rPr>
              <a:t>защитных</a:t>
            </a:r>
            <a:r>
              <a:rPr sz="1700" b="1" spc="-4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700" b="1" spc="-60" dirty="0">
                <a:solidFill>
                  <a:srgbClr val="0033CC"/>
                </a:solidFill>
                <a:latin typeface="Tahoma"/>
                <a:cs typeface="Tahoma"/>
              </a:rPr>
              <a:t>труб </a:t>
            </a:r>
            <a:r>
              <a:rPr sz="1700" b="1" spc="-484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700" b="1" spc="-60" dirty="0">
                <a:solidFill>
                  <a:srgbClr val="0033CC"/>
                </a:solidFill>
                <a:latin typeface="Tahoma"/>
                <a:cs typeface="Tahoma"/>
              </a:rPr>
              <a:t>В-428</a:t>
            </a:r>
            <a:r>
              <a:rPr sz="1700" b="1" spc="-2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700" b="1" spc="-60" dirty="0">
                <a:solidFill>
                  <a:srgbClr val="0033CC"/>
                </a:solidFill>
                <a:latin typeface="Tahoma"/>
                <a:cs typeface="Tahoma"/>
              </a:rPr>
              <a:t>от</a:t>
            </a:r>
            <a:r>
              <a:rPr sz="1700" b="1" spc="-3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700" b="1" spc="-55" dirty="0">
                <a:solidFill>
                  <a:srgbClr val="0033CC"/>
                </a:solidFill>
                <a:latin typeface="Tahoma"/>
                <a:cs typeface="Tahoma"/>
              </a:rPr>
              <a:t>В-320:</a:t>
            </a:r>
            <a:endParaRPr sz="1700">
              <a:latin typeface="Tahoma"/>
              <a:cs typeface="Tahoma"/>
            </a:endParaRPr>
          </a:p>
          <a:p>
            <a:pPr marL="186055" indent="-173990">
              <a:lnSpc>
                <a:spcPts val="1855"/>
              </a:lnSpc>
              <a:buSzPct val="93750"/>
              <a:buAutoNum type="arabicPeriod"/>
              <a:tabLst>
                <a:tab pos="186690" algn="l"/>
              </a:tabLst>
            </a:pP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Выполнена</a:t>
            </a:r>
            <a:r>
              <a:rPr sz="1600" spc="-1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фиксация</a:t>
            </a:r>
            <a:r>
              <a:rPr sz="1600" spc="-1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10" dirty="0">
                <a:solidFill>
                  <a:srgbClr val="0033CC"/>
                </a:solidFill>
                <a:latin typeface="Tahoma"/>
                <a:cs typeface="Tahoma"/>
              </a:rPr>
              <a:t>БЗТ</a:t>
            </a:r>
            <a:r>
              <a:rPr sz="1600" spc="-1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относительно</a:t>
            </a:r>
            <a:endParaRPr sz="1600">
              <a:latin typeface="Tahoma"/>
              <a:cs typeface="Tahoma"/>
            </a:endParaRPr>
          </a:p>
          <a:p>
            <a:pPr marL="12700" marR="5080">
              <a:lnSpc>
                <a:spcPct val="100000"/>
              </a:lnSpc>
              <a:spcBef>
                <a:spcPts val="5"/>
              </a:spcBef>
            </a:pP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выгородки при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разрыве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шахты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внутрикорпусной </a:t>
            </a:r>
            <a:r>
              <a:rPr sz="1600" spc="-484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полным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сечением.</a:t>
            </a:r>
            <a:endParaRPr sz="1600">
              <a:latin typeface="Tahoma"/>
              <a:cs typeface="Tahoma"/>
            </a:endParaRPr>
          </a:p>
          <a:p>
            <a:pPr marL="12700" marR="65405">
              <a:lnSpc>
                <a:spcPts val="1900"/>
              </a:lnSpc>
              <a:spcBef>
                <a:spcPts val="85"/>
              </a:spcBef>
              <a:buSzPct val="93750"/>
              <a:buAutoNum type="arabicPeriod" startAt="2"/>
              <a:tabLst>
                <a:tab pos="186690" algn="l"/>
              </a:tabLst>
            </a:pP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Применение </a:t>
            </a:r>
            <a:r>
              <a:rPr sz="1600" spc="-10" dirty="0">
                <a:solidFill>
                  <a:srgbClr val="0033CC"/>
                </a:solidFill>
                <a:latin typeface="Tahoma"/>
                <a:cs typeface="Tahoma"/>
              </a:rPr>
              <a:t>для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внутриреакторного контроля </a:t>
            </a:r>
            <a:r>
              <a:rPr sz="1600" spc="-484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только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СВРД</a:t>
            </a:r>
            <a:r>
              <a:rPr sz="1600" spc="-10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одинаковой</a:t>
            </a:r>
            <a:r>
              <a:rPr sz="1600" spc="-1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длины.</a:t>
            </a:r>
            <a:endParaRPr sz="1600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484254" y="6344957"/>
            <a:ext cx="523875" cy="427990"/>
          </a:xfrm>
          <a:prstGeom prst="rect">
            <a:avLst/>
          </a:prstGeom>
        </p:spPr>
        <p:txBody>
          <a:bodyPr vert="horz" wrap="square" lIns="0" tIns="107315" rIns="0" bIns="0" rtlCol="0">
            <a:spAutoFit/>
          </a:bodyPr>
          <a:lstStyle/>
          <a:p>
            <a:pPr marL="203200">
              <a:lnSpc>
                <a:spcPct val="100000"/>
              </a:lnSpc>
              <a:spcBef>
                <a:spcPts val="845"/>
              </a:spcBef>
            </a:pPr>
            <a:fld id="{81D60167-4931-47E6-BA6A-407CBD079E47}" type="slidenum">
              <a:rPr sz="2000" b="1" spc="-5" dirty="0">
                <a:solidFill>
                  <a:srgbClr val="0068B4"/>
                </a:solidFill>
                <a:latin typeface="Arial"/>
                <a:cs typeface="Arial"/>
              </a:rPr>
              <a:t>19</a:t>
            </a:fld>
            <a:endParaRPr sz="2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342534" y="982094"/>
            <a:ext cx="3073615" cy="4673346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240680" y="236350"/>
            <a:ext cx="479679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Основное</a:t>
            </a:r>
            <a:r>
              <a:rPr spc="-10" dirty="0"/>
              <a:t> </a:t>
            </a:r>
            <a:r>
              <a:rPr spc="-5" dirty="0"/>
              <a:t>оборудование</a:t>
            </a:r>
            <a:r>
              <a:rPr spc="-10" dirty="0"/>
              <a:t> </a:t>
            </a:r>
            <a:r>
              <a:rPr spc="-5" dirty="0"/>
              <a:t>РУ</a:t>
            </a:r>
          </a:p>
        </p:txBody>
      </p:sp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28040" y="1481966"/>
            <a:ext cx="4176521" cy="366522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628040" y="1481966"/>
            <a:ext cx="4177029" cy="367030"/>
          </a:xfrm>
          <a:prstGeom prst="rect">
            <a:avLst/>
          </a:prstGeom>
        </p:spPr>
        <p:txBody>
          <a:bodyPr vert="horz" wrap="square" lIns="0" tIns="31115" rIns="0" bIns="0" rtlCol="0">
            <a:spAutoFit/>
          </a:bodyPr>
          <a:lstStyle/>
          <a:p>
            <a:pPr marL="154940">
              <a:lnSpc>
                <a:spcPct val="100000"/>
              </a:lnSpc>
              <a:spcBef>
                <a:spcPts val="245"/>
              </a:spcBef>
            </a:pPr>
            <a:r>
              <a:rPr sz="1900" spc="-55" dirty="0">
                <a:solidFill>
                  <a:srgbClr val="FFFFFF"/>
                </a:solidFill>
                <a:latin typeface="Impact"/>
                <a:cs typeface="Impact"/>
              </a:rPr>
              <a:t>Выгородка</a:t>
            </a:r>
            <a:endParaRPr sz="1900">
              <a:latin typeface="Impact"/>
              <a:cs typeface="Impact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416966" y="2752220"/>
            <a:ext cx="3851910" cy="28575"/>
            <a:chOff x="416966" y="2752220"/>
            <a:chExt cx="3851910" cy="28575"/>
          </a:xfrm>
        </p:grpSpPr>
        <p:sp>
          <p:nvSpPr>
            <p:cNvPr id="7" name="object 7"/>
            <p:cNvSpPr/>
            <p:nvPr/>
          </p:nvSpPr>
          <p:spPr>
            <a:xfrm>
              <a:off x="425348" y="2760602"/>
              <a:ext cx="3843654" cy="20320"/>
            </a:xfrm>
            <a:custGeom>
              <a:avLst/>
              <a:gdLst/>
              <a:ahLst/>
              <a:cxnLst/>
              <a:rect l="l" t="t" r="r" b="b"/>
              <a:pathLst>
                <a:path w="3843654" h="20319">
                  <a:moveTo>
                    <a:pt x="3843528" y="19812"/>
                  </a:moveTo>
                  <a:lnTo>
                    <a:pt x="3843528" y="0"/>
                  </a:lnTo>
                  <a:lnTo>
                    <a:pt x="0" y="0"/>
                  </a:lnTo>
                  <a:lnTo>
                    <a:pt x="0" y="19812"/>
                  </a:lnTo>
                  <a:lnTo>
                    <a:pt x="3843528" y="198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16966" y="2752220"/>
              <a:ext cx="3843654" cy="20320"/>
            </a:xfrm>
            <a:custGeom>
              <a:avLst/>
              <a:gdLst/>
              <a:ahLst/>
              <a:cxnLst/>
              <a:rect l="l" t="t" r="r" b="b"/>
              <a:pathLst>
                <a:path w="3843654" h="20319">
                  <a:moveTo>
                    <a:pt x="3843528" y="19811"/>
                  </a:moveTo>
                  <a:lnTo>
                    <a:pt x="3843528" y="0"/>
                  </a:lnTo>
                  <a:lnTo>
                    <a:pt x="0" y="0"/>
                  </a:lnTo>
                  <a:lnTo>
                    <a:pt x="0" y="19812"/>
                  </a:lnTo>
                  <a:lnTo>
                    <a:pt x="3843528" y="19811"/>
                  </a:lnTo>
                  <a:close/>
                </a:path>
              </a:pathLst>
            </a:custGeom>
            <a:solidFill>
              <a:srgbClr val="003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 txBox="1"/>
          <p:nvPr/>
        </p:nvSpPr>
        <p:spPr>
          <a:xfrm>
            <a:off x="404259" y="2510018"/>
            <a:ext cx="4244340" cy="1995805"/>
          </a:xfrm>
          <a:prstGeom prst="rect">
            <a:avLst/>
          </a:prstGeom>
        </p:spPr>
        <p:txBody>
          <a:bodyPr vert="horz" wrap="square" lIns="0" tIns="10795" rIns="0" bIns="0" rtlCol="0">
            <a:spAutoFit/>
          </a:bodyPr>
          <a:lstStyle/>
          <a:p>
            <a:pPr marL="12700" marR="5080">
              <a:lnSpc>
                <a:spcPct val="100299"/>
              </a:lnSpc>
              <a:spcBef>
                <a:spcPts val="85"/>
              </a:spcBef>
            </a:pPr>
            <a:r>
              <a:rPr sz="1700" b="1" spc="-65" dirty="0">
                <a:solidFill>
                  <a:srgbClr val="0033CC"/>
                </a:solidFill>
                <a:latin typeface="Tahoma"/>
                <a:cs typeface="Tahoma"/>
              </a:rPr>
              <a:t>Отлич</a:t>
            </a:r>
            <a:r>
              <a:rPr sz="1700" b="1" spc="-75" dirty="0">
                <a:solidFill>
                  <a:srgbClr val="0033CC"/>
                </a:solidFill>
                <a:latin typeface="Tahoma"/>
                <a:cs typeface="Tahoma"/>
              </a:rPr>
              <a:t>и</a:t>
            </a:r>
            <a:r>
              <a:rPr sz="1700" b="1" spc="-60" dirty="0">
                <a:solidFill>
                  <a:srgbClr val="0033CC"/>
                </a:solidFill>
                <a:latin typeface="Tahoma"/>
                <a:cs typeface="Tahoma"/>
              </a:rPr>
              <a:t>я</a:t>
            </a:r>
            <a:r>
              <a:rPr sz="1700" b="1" spc="-3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700" b="1" spc="-70" dirty="0">
                <a:solidFill>
                  <a:srgbClr val="0033CC"/>
                </a:solidFill>
                <a:latin typeface="Tahoma"/>
                <a:cs typeface="Tahoma"/>
              </a:rPr>
              <a:t>выгородк</a:t>
            </a:r>
            <a:r>
              <a:rPr sz="1700" b="1" spc="-65" dirty="0">
                <a:solidFill>
                  <a:srgbClr val="0033CC"/>
                </a:solidFill>
                <a:latin typeface="Tahoma"/>
                <a:cs typeface="Tahoma"/>
              </a:rPr>
              <a:t>и</a:t>
            </a:r>
            <a:r>
              <a:rPr sz="1700" b="1" spc="-10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700" b="1" spc="-60" dirty="0">
                <a:solidFill>
                  <a:srgbClr val="0033CC"/>
                </a:solidFill>
                <a:latin typeface="Tahoma"/>
                <a:cs typeface="Tahoma"/>
              </a:rPr>
              <a:t>В-42</a:t>
            </a:r>
            <a:r>
              <a:rPr sz="1700" b="1" spc="-65" dirty="0">
                <a:solidFill>
                  <a:srgbClr val="0033CC"/>
                </a:solidFill>
                <a:latin typeface="Tahoma"/>
                <a:cs typeface="Tahoma"/>
              </a:rPr>
              <a:t>8</a:t>
            </a:r>
            <a:r>
              <a:rPr sz="1700" b="1" spc="-2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700" b="1" spc="-60" dirty="0">
                <a:solidFill>
                  <a:srgbClr val="0033CC"/>
                </a:solidFill>
                <a:latin typeface="Tahoma"/>
                <a:cs typeface="Tahoma"/>
              </a:rPr>
              <a:t>от</a:t>
            </a:r>
            <a:r>
              <a:rPr sz="1700" b="1" spc="-2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700" b="1" spc="-60" dirty="0">
                <a:solidFill>
                  <a:srgbClr val="0033CC"/>
                </a:solidFill>
                <a:latin typeface="Tahoma"/>
                <a:cs typeface="Tahoma"/>
              </a:rPr>
              <a:t>В-</a:t>
            </a:r>
            <a:r>
              <a:rPr sz="1700" b="1" spc="-45" dirty="0">
                <a:solidFill>
                  <a:srgbClr val="0033CC"/>
                </a:solidFill>
                <a:latin typeface="Tahoma"/>
                <a:cs typeface="Tahoma"/>
              </a:rPr>
              <a:t>320: 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1.Установлены шесть упоров для удержания </a:t>
            </a:r>
            <a:r>
              <a:rPr sz="1600" spc="-484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БЗТ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от бокового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смещения относительно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выгородки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и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обеспечения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возможности </a:t>
            </a:r>
            <a:r>
              <a:rPr sz="1600" spc="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падения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органов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регулирования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в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случае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 обрыва</a:t>
            </a:r>
            <a:r>
              <a:rPr sz="1600" spc="-1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шахты.</a:t>
            </a:r>
            <a:endParaRPr sz="1600">
              <a:latin typeface="Tahoma"/>
              <a:cs typeface="Tahoma"/>
            </a:endParaRPr>
          </a:p>
          <a:p>
            <a:pPr marL="12700" marR="581025">
              <a:lnSpc>
                <a:spcPct val="100000"/>
              </a:lnSpc>
              <a:spcBef>
                <a:spcPts val="5"/>
              </a:spcBef>
            </a:pP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2.Оптимизированы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сверления обечаек </a:t>
            </a:r>
            <a:r>
              <a:rPr sz="1600" spc="-484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выгородки.</a:t>
            </a:r>
            <a:endParaRPr sz="1600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484254" y="6344957"/>
            <a:ext cx="523875" cy="427990"/>
          </a:xfrm>
          <a:prstGeom prst="rect">
            <a:avLst/>
          </a:prstGeom>
        </p:spPr>
        <p:txBody>
          <a:bodyPr vert="horz" wrap="square" lIns="0" tIns="107315" rIns="0" bIns="0" rtlCol="0">
            <a:spAutoFit/>
          </a:bodyPr>
          <a:lstStyle/>
          <a:p>
            <a:pPr marL="203200">
              <a:lnSpc>
                <a:spcPct val="100000"/>
              </a:lnSpc>
              <a:spcBef>
                <a:spcPts val="845"/>
              </a:spcBef>
            </a:pPr>
            <a:fld id="{81D60167-4931-47E6-BA6A-407CBD079E47}" type="slidenum">
              <a:rPr sz="2000" b="1" spc="-5" dirty="0">
                <a:solidFill>
                  <a:srgbClr val="0068B4"/>
                </a:solidFill>
                <a:latin typeface="Arial"/>
                <a:cs typeface="Arial"/>
              </a:rPr>
              <a:t>20</a:t>
            </a:fld>
            <a:endParaRPr sz="2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493648" y="1059818"/>
            <a:ext cx="1295400" cy="4428744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6209169" y="1832740"/>
            <a:ext cx="95885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945515" algn="l"/>
              </a:tabLst>
            </a:pPr>
            <a:r>
              <a:rPr sz="1200" u="sng" dirty="0">
                <a:solidFill>
                  <a:srgbClr val="00009A"/>
                </a:solidFill>
                <a:uFill>
                  <a:solidFill>
                    <a:srgbClr val="FFFFFF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200" u="sng" spc="-100" dirty="0">
                <a:solidFill>
                  <a:srgbClr val="00009A"/>
                </a:solidFill>
                <a:uFill>
                  <a:solidFill>
                    <a:srgbClr val="FFFFFF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200" u="sng" spc="5" dirty="0">
                <a:solidFill>
                  <a:srgbClr val="00009A"/>
                </a:solidFill>
                <a:uFill>
                  <a:solidFill>
                    <a:srgbClr val="FFFFFF"/>
                  </a:solidFill>
                </a:uFill>
                <a:latin typeface="Trebuchet MS"/>
                <a:cs typeface="Trebuchet MS"/>
              </a:rPr>
              <a:t>Головка	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7150748" y="1773812"/>
            <a:ext cx="817880" cy="269875"/>
          </a:xfrm>
          <a:custGeom>
            <a:avLst/>
            <a:gdLst/>
            <a:ahLst/>
            <a:cxnLst/>
            <a:rect l="l" t="t" r="r" b="b"/>
            <a:pathLst>
              <a:path w="817879" h="269875">
                <a:moveTo>
                  <a:pt x="0" y="269748"/>
                </a:moveTo>
                <a:lnTo>
                  <a:pt x="817626" y="0"/>
                </a:lnTo>
              </a:path>
            </a:pathLst>
          </a:custGeom>
          <a:ln w="9144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5079129" y="2657986"/>
            <a:ext cx="216027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spc="5" dirty="0">
                <a:solidFill>
                  <a:srgbClr val="00009A"/>
                </a:solidFill>
                <a:latin typeface="Trebuchet MS"/>
                <a:cs typeface="Trebuchet MS"/>
              </a:rPr>
              <a:t>Дистанционирующая</a:t>
            </a:r>
            <a:r>
              <a:rPr sz="1200" spc="-70" dirty="0">
                <a:solidFill>
                  <a:srgbClr val="00009A"/>
                </a:solidFill>
                <a:latin typeface="Trebuchet MS"/>
                <a:cs typeface="Trebuchet MS"/>
              </a:rPr>
              <a:t> </a:t>
            </a:r>
            <a:r>
              <a:rPr sz="1200" dirty="0">
                <a:solidFill>
                  <a:srgbClr val="00009A"/>
                </a:solidFill>
                <a:latin typeface="Trebuchet MS"/>
                <a:cs typeface="Trebuchet MS"/>
              </a:rPr>
              <a:t>решетка</a:t>
            </a:r>
            <a:endParaRPr sz="1200">
              <a:latin typeface="Trebuchet MS"/>
              <a:cs typeface="Trebuchet MS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5064975" y="2694880"/>
            <a:ext cx="2940685" cy="498475"/>
            <a:chOff x="5064975" y="2694880"/>
            <a:chExt cx="2940685" cy="498475"/>
          </a:xfrm>
        </p:grpSpPr>
        <p:sp>
          <p:nvSpPr>
            <p:cNvPr id="7" name="object 7"/>
            <p:cNvSpPr/>
            <p:nvPr/>
          </p:nvSpPr>
          <p:spPr>
            <a:xfrm>
              <a:off x="5069738" y="2880236"/>
              <a:ext cx="2179320" cy="0"/>
            </a:xfrm>
            <a:custGeom>
              <a:avLst/>
              <a:gdLst/>
              <a:ahLst/>
              <a:cxnLst/>
              <a:rect l="l" t="t" r="r" b="b"/>
              <a:pathLst>
                <a:path w="2179320">
                  <a:moveTo>
                    <a:pt x="0" y="0"/>
                  </a:moveTo>
                  <a:lnTo>
                    <a:pt x="2179320" y="0"/>
                  </a:lnTo>
                </a:path>
              </a:pathLst>
            </a:custGeom>
            <a:ln w="91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241438" y="2699642"/>
              <a:ext cx="759460" cy="179070"/>
            </a:xfrm>
            <a:custGeom>
              <a:avLst/>
              <a:gdLst/>
              <a:ahLst/>
              <a:cxnLst/>
              <a:rect l="l" t="t" r="r" b="b"/>
              <a:pathLst>
                <a:path w="759459" h="179069">
                  <a:moveTo>
                    <a:pt x="0" y="179070"/>
                  </a:moveTo>
                  <a:lnTo>
                    <a:pt x="758952" y="0"/>
                  </a:lnTo>
                </a:path>
              </a:pathLst>
            </a:custGeom>
            <a:ln w="91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7244486" y="2880236"/>
              <a:ext cx="712470" cy="307975"/>
            </a:xfrm>
            <a:custGeom>
              <a:avLst/>
              <a:gdLst/>
              <a:ahLst/>
              <a:cxnLst/>
              <a:rect l="l" t="t" r="r" b="b"/>
              <a:pathLst>
                <a:path w="712470" h="307975">
                  <a:moveTo>
                    <a:pt x="0" y="0"/>
                  </a:moveTo>
                  <a:lnTo>
                    <a:pt x="712470" y="307847"/>
                  </a:lnTo>
                </a:path>
              </a:pathLst>
            </a:custGeom>
            <a:ln w="91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5073034" y="3661540"/>
            <a:ext cx="214947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u="sng" spc="10" dirty="0">
                <a:solidFill>
                  <a:srgbClr val="00009A"/>
                </a:solidFill>
                <a:uFill>
                  <a:solidFill>
                    <a:srgbClr val="FFFFFF"/>
                  </a:solidFill>
                </a:uFill>
                <a:latin typeface="Trebuchet MS"/>
                <a:cs typeface="Trebuchet MS"/>
              </a:rPr>
              <a:t>Тепловыделяющие</a:t>
            </a:r>
            <a:r>
              <a:rPr sz="1200" u="sng" spc="-60" dirty="0">
                <a:solidFill>
                  <a:srgbClr val="00009A"/>
                </a:solidFill>
                <a:uFill>
                  <a:solidFill>
                    <a:srgbClr val="FFFFFF"/>
                  </a:solidFill>
                </a:uFill>
                <a:latin typeface="Trebuchet MS"/>
                <a:cs typeface="Trebuchet MS"/>
              </a:rPr>
              <a:t> </a:t>
            </a:r>
            <a:r>
              <a:rPr sz="1200" u="sng" spc="5" dirty="0">
                <a:solidFill>
                  <a:srgbClr val="00009A"/>
                </a:solidFill>
                <a:uFill>
                  <a:solidFill>
                    <a:srgbClr val="FFFFFF"/>
                  </a:solidFill>
                </a:uFill>
                <a:latin typeface="Trebuchet MS"/>
                <a:cs typeface="Trebuchet MS"/>
              </a:rPr>
              <a:t>элементы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7207910" y="3758060"/>
            <a:ext cx="854710" cy="90805"/>
          </a:xfrm>
          <a:custGeom>
            <a:avLst/>
            <a:gdLst/>
            <a:ahLst/>
            <a:cxnLst/>
            <a:rect l="l" t="t" r="r" b="b"/>
            <a:pathLst>
              <a:path w="854709" h="90804">
                <a:moveTo>
                  <a:pt x="0" y="90677"/>
                </a:moveTo>
                <a:lnTo>
                  <a:pt x="854202" y="0"/>
                </a:lnTo>
              </a:path>
            </a:pathLst>
          </a:custGeom>
          <a:ln w="9144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6430155" y="4947034"/>
            <a:ext cx="7562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u="sng" spc="5" dirty="0">
                <a:solidFill>
                  <a:srgbClr val="00009A"/>
                </a:solidFill>
                <a:uFill>
                  <a:solidFill>
                    <a:srgbClr val="FFFFFF"/>
                  </a:solidFill>
                </a:uFill>
                <a:latin typeface="Trebuchet MS"/>
                <a:cs typeface="Trebuchet MS"/>
              </a:rPr>
              <a:t>Хвостовик</a:t>
            </a:r>
            <a:endParaRPr sz="1200">
              <a:latin typeface="Trebuchet MS"/>
              <a:cs typeface="Trebuchet MS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628040" y="1481966"/>
            <a:ext cx="7332345" cy="3816350"/>
            <a:chOff x="628040" y="1481966"/>
            <a:chExt cx="7332345" cy="3816350"/>
          </a:xfrm>
        </p:grpSpPr>
        <p:sp>
          <p:nvSpPr>
            <p:cNvPr id="14" name="object 14"/>
            <p:cNvSpPr/>
            <p:nvPr/>
          </p:nvSpPr>
          <p:spPr>
            <a:xfrm>
              <a:off x="7201814" y="5129660"/>
              <a:ext cx="753745" cy="163830"/>
            </a:xfrm>
            <a:custGeom>
              <a:avLst/>
              <a:gdLst/>
              <a:ahLst/>
              <a:cxnLst/>
              <a:rect l="l" t="t" r="r" b="b"/>
              <a:pathLst>
                <a:path w="753745" h="163829">
                  <a:moveTo>
                    <a:pt x="0" y="0"/>
                  </a:moveTo>
                  <a:lnTo>
                    <a:pt x="753618" y="163829"/>
                  </a:lnTo>
                </a:path>
              </a:pathLst>
            </a:custGeom>
            <a:ln w="91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28040" y="1481966"/>
              <a:ext cx="4428744" cy="366522"/>
            </a:xfrm>
            <a:prstGeom prst="rect">
              <a:avLst/>
            </a:prstGeom>
          </p:spPr>
        </p:pic>
      </p:grpSp>
      <p:sp>
        <p:nvSpPr>
          <p:cNvPr id="16" name="object 16"/>
          <p:cNvSpPr txBox="1">
            <a:spLocks noGrp="1"/>
          </p:cNvSpPr>
          <p:nvPr>
            <p:ph type="title"/>
          </p:nvPr>
        </p:nvSpPr>
        <p:spPr>
          <a:xfrm>
            <a:off x="2794654" y="236350"/>
            <a:ext cx="479679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Основное</a:t>
            </a:r>
            <a:r>
              <a:rPr spc="-10" dirty="0"/>
              <a:t> </a:t>
            </a:r>
            <a:r>
              <a:rPr spc="-5" dirty="0"/>
              <a:t>оборудование</a:t>
            </a:r>
            <a:r>
              <a:rPr spc="-10" dirty="0"/>
              <a:t> </a:t>
            </a:r>
            <a:r>
              <a:rPr spc="-5" dirty="0"/>
              <a:t>РУ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628040" y="1481966"/>
            <a:ext cx="4429125" cy="367030"/>
          </a:xfrm>
          <a:prstGeom prst="rect">
            <a:avLst/>
          </a:prstGeom>
        </p:spPr>
        <p:txBody>
          <a:bodyPr vert="horz" wrap="square" lIns="0" tIns="31115" rIns="0" bIns="0" rtlCol="0">
            <a:spAutoFit/>
          </a:bodyPr>
          <a:lstStyle/>
          <a:p>
            <a:pPr marL="154940">
              <a:lnSpc>
                <a:spcPct val="100000"/>
              </a:lnSpc>
              <a:spcBef>
                <a:spcPts val="245"/>
              </a:spcBef>
            </a:pPr>
            <a:r>
              <a:rPr sz="1900" spc="-60" dirty="0">
                <a:solidFill>
                  <a:srgbClr val="FFFFFF"/>
                </a:solidFill>
                <a:latin typeface="Impact"/>
                <a:cs typeface="Impact"/>
              </a:rPr>
              <a:t>Тепловыделя</a:t>
            </a:r>
            <a:r>
              <a:rPr sz="1900" spc="-90" dirty="0">
                <a:solidFill>
                  <a:srgbClr val="FFFFFF"/>
                </a:solidFill>
                <a:latin typeface="Impact"/>
                <a:cs typeface="Impact"/>
              </a:rPr>
              <a:t>ю</a:t>
            </a:r>
            <a:r>
              <a:rPr sz="1900" spc="-65" dirty="0">
                <a:solidFill>
                  <a:srgbClr val="FFFFFF"/>
                </a:solidFill>
                <a:latin typeface="Impact"/>
                <a:cs typeface="Impact"/>
              </a:rPr>
              <a:t>щая</a:t>
            </a:r>
            <a:r>
              <a:rPr sz="1900" spc="-25" dirty="0">
                <a:solidFill>
                  <a:srgbClr val="FFFFFF"/>
                </a:solidFill>
                <a:latin typeface="Impact"/>
                <a:cs typeface="Impact"/>
              </a:rPr>
              <a:t> </a:t>
            </a:r>
            <a:r>
              <a:rPr sz="1900" spc="-55" dirty="0">
                <a:solidFill>
                  <a:srgbClr val="FFFFFF"/>
                </a:solidFill>
                <a:latin typeface="Impact"/>
                <a:cs typeface="Impact"/>
              </a:rPr>
              <a:t>сбо</a:t>
            </a:r>
            <a:r>
              <a:rPr sz="1900" spc="-50" dirty="0">
                <a:solidFill>
                  <a:srgbClr val="FFFFFF"/>
                </a:solidFill>
                <a:latin typeface="Impact"/>
                <a:cs typeface="Impact"/>
              </a:rPr>
              <a:t>р</a:t>
            </a:r>
            <a:r>
              <a:rPr sz="1900" spc="-55" dirty="0">
                <a:solidFill>
                  <a:srgbClr val="FFFFFF"/>
                </a:solidFill>
                <a:latin typeface="Impact"/>
                <a:cs typeface="Impact"/>
              </a:rPr>
              <a:t>ка</a:t>
            </a:r>
            <a:endParaRPr sz="1900">
              <a:latin typeface="Impact"/>
              <a:cs typeface="Impact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766969" y="2074916"/>
            <a:ext cx="824865" cy="28384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700" b="1" spc="-70" dirty="0">
                <a:solidFill>
                  <a:srgbClr val="0033CC"/>
                </a:solidFill>
                <a:latin typeface="Tahoma"/>
                <a:cs typeface="Tahoma"/>
              </a:rPr>
              <a:t>ТВС</a:t>
            </a:r>
            <a:r>
              <a:rPr sz="1700" b="1" spc="-50" dirty="0">
                <a:solidFill>
                  <a:srgbClr val="0033CC"/>
                </a:solidFill>
                <a:latin typeface="Tahoma"/>
                <a:cs typeface="Tahoma"/>
              </a:rPr>
              <a:t>-</a:t>
            </a:r>
            <a:r>
              <a:rPr sz="1700" b="1" spc="-60" dirty="0">
                <a:solidFill>
                  <a:srgbClr val="0033CC"/>
                </a:solidFill>
                <a:latin typeface="Tahoma"/>
                <a:cs typeface="Tahoma"/>
              </a:rPr>
              <a:t>2</a:t>
            </a:r>
            <a:r>
              <a:rPr sz="1700" b="1" spc="-90" dirty="0">
                <a:solidFill>
                  <a:srgbClr val="0033CC"/>
                </a:solidFill>
                <a:latin typeface="Tahoma"/>
                <a:cs typeface="Tahoma"/>
              </a:rPr>
              <a:t>М</a:t>
            </a:r>
            <a:endParaRPr sz="1700">
              <a:latin typeface="Tahoma"/>
              <a:cs typeface="Tahoma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720242" y="2317118"/>
            <a:ext cx="866775" cy="28575"/>
            <a:chOff x="720242" y="2317118"/>
            <a:chExt cx="866775" cy="28575"/>
          </a:xfrm>
        </p:grpSpPr>
        <p:sp>
          <p:nvSpPr>
            <p:cNvPr id="20" name="object 20"/>
            <p:cNvSpPr/>
            <p:nvPr/>
          </p:nvSpPr>
          <p:spPr>
            <a:xfrm>
              <a:off x="728624" y="2325500"/>
              <a:ext cx="858519" cy="20320"/>
            </a:xfrm>
            <a:custGeom>
              <a:avLst/>
              <a:gdLst/>
              <a:ahLst/>
              <a:cxnLst/>
              <a:rect l="l" t="t" r="r" b="b"/>
              <a:pathLst>
                <a:path w="858519" h="20319">
                  <a:moveTo>
                    <a:pt x="858011" y="19812"/>
                  </a:moveTo>
                  <a:lnTo>
                    <a:pt x="858011" y="0"/>
                  </a:lnTo>
                  <a:lnTo>
                    <a:pt x="0" y="0"/>
                  </a:lnTo>
                  <a:lnTo>
                    <a:pt x="0" y="19812"/>
                  </a:lnTo>
                  <a:lnTo>
                    <a:pt x="858011" y="198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720242" y="2317118"/>
              <a:ext cx="858519" cy="20320"/>
            </a:xfrm>
            <a:custGeom>
              <a:avLst/>
              <a:gdLst/>
              <a:ahLst/>
              <a:cxnLst/>
              <a:rect l="l" t="t" r="r" b="b"/>
              <a:pathLst>
                <a:path w="858519" h="20319">
                  <a:moveTo>
                    <a:pt x="858011" y="19812"/>
                  </a:moveTo>
                  <a:lnTo>
                    <a:pt x="858011" y="0"/>
                  </a:lnTo>
                  <a:lnTo>
                    <a:pt x="0" y="0"/>
                  </a:lnTo>
                  <a:lnTo>
                    <a:pt x="0" y="19812"/>
                  </a:lnTo>
                  <a:lnTo>
                    <a:pt x="858011" y="19812"/>
                  </a:lnTo>
                  <a:close/>
                </a:path>
              </a:pathLst>
            </a:custGeom>
            <a:solidFill>
              <a:srgbClr val="003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707435" y="2379856"/>
            <a:ext cx="3893185" cy="21278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6055" indent="-173990">
              <a:lnSpc>
                <a:spcPts val="1914"/>
              </a:lnSpc>
              <a:spcBef>
                <a:spcPts val="100"/>
              </a:spcBef>
              <a:buSzPct val="93750"/>
              <a:buAutoNum type="arabicPeriod"/>
              <a:tabLst>
                <a:tab pos="186690" algn="l"/>
              </a:tabLst>
            </a:pP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Увеличение</a:t>
            </a:r>
            <a:r>
              <a:rPr sz="1600" spc="-1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высоты</a:t>
            </a:r>
            <a:r>
              <a:rPr sz="1600" spc="-1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топливного</a:t>
            </a:r>
            <a:r>
              <a:rPr sz="1600" spc="-1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столба</a:t>
            </a:r>
            <a:endParaRPr sz="1600">
              <a:latin typeface="Tahoma"/>
              <a:cs typeface="Tahoma"/>
            </a:endParaRPr>
          </a:p>
          <a:p>
            <a:pPr marL="12700">
              <a:lnSpc>
                <a:spcPts val="1914"/>
              </a:lnSpc>
            </a:pP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3530</a:t>
            </a:r>
            <a:r>
              <a:rPr sz="1600" spc="-2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dirty="0">
                <a:solidFill>
                  <a:srgbClr val="0033CC"/>
                </a:solidFill>
                <a:latin typeface="Symbol"/>
                <a:cs typeface="Symbol"/>
              </a:rPr>
              <a:t></a:t>
            </a:r>
            <a:r>
              <a:rPr sz="1600" spc="85" dirty="0">
                <a:solidFill>
                  <a:srgbClr val="0033CC"/>
                </a:solidFill>
                <a:latin typeface="Times New Roman"/>
                <a:cs typeface="Times New Roman"/>
              </a:rPr>
              <a:t>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3680</a:t>
            </a:r>
            <a:r>
              <a:rPr sz="1600" spc="-2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мм</a:t>
            </a:r>
            <a:r>
              <a:rPr sz="1600" spc="-2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за</a:t>
            </a:r>
            <a:r>
              <a:rPr sz="1600" spc="-2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счет:</a:t>
            </a:r>
            <a:endParaRPr sz="1600">
              <a:latin typeface="Tahoma"/>
              <a:cs typeface="Tahoma"/>
            </a:endParaRPr>
          </a:p>
          <a:p>
            <a:pPr marL="393700">
              <a:lnSpc>
                <a:spcPct val="100000"/>
              </a:lnSpc>
              <a:spcBef>
                <a:spcPts val="409"/>
              </a:spcBef>
            </a:pP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-</a:t>
            </a:r>
            <a:r>
              <a:rPr sz="1600" spc="-2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укорочения</a:t>
            </a:r>
            <a:r>
              <a:rPr sz="1600" spc="-1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головки</a:t>
            </a:r>
            <a:r>
              <a:rPr sz="1600" spc="-1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ТВС;</a:t>
            </a:r>
            <a:endParaRPr sz="1600">
              <a:latin typeface="Tahoma"/>
              <a:cs typeface="Tahoma"/>
            </a:endParaRPr>
          </a:p>
          <a:p>
            <a:pPr marL="393700">
              <a:lnSpc>
                <a:spcPct val="100000"/>
              </a:lnSpc>
              <a:spcBef>
                <a:spcPts val="390"/>
              </a:spcBef>
            </a:pP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-укорочения</a:t>
            </a:r>
            <a:r>
              <a:rPr sz="1600" spc="-2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хвостовика</a:t>
            </a:r>
            <a:r>
              <a:rPr sz="1600" spc="-2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ТВС.</a:t>
            </a:r>
            <a:endParaRPr sz="1600">
              <a:latin typeface="Tahoma"/>
              <a:cs typeface="Tahoma"/>
            </a:endParaRPr>
          </a:p>
          <a:p>
            <a:pPr marL="12700" marR="80645">
              <a:lnSpc>
                <a:spcPct val="100000"/>
              </a:lnSpc>
              <a:spcBef>
                <a:spcPts val="395"/>
              </a:spcBef>
              <a:buSzPct val="93750"/>
              <a:buAutoNum type="arabicPeriod" startAt="2"/>
              <a:tabLst>
                <a:tab pos="249554" algn="l"/>
              </a:tabLst>
            </a:pP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Увеличение</a:t>
            </a:r>
            <a:r>
              <a:rPr sz="1600" spc="-2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загрузки</a:t>
            </a:r>
            <a:r>
              <a:rPr sz="1600" spc="-2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топлива</a:t>
            </a:r>
            <a:r>
              <a:rPr sz="1600" spc="-2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в</a:t>
            </a:r>
            <a:r>
              <a:rPr sz="1600" spc="-1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твэле </a:t>
            </a:r>
            <a:r>
              <a:rPr sz="1600" spc="-484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ТВС за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счет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увеличения длины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топливного столба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и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изменения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 размеров</a:t>
            </a:r>
            <a:r>
              <a:rPr sz="1600" spc="-1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топливной</a:t>
            </a:r>
            <a:r>
              <a:rPr sz="1600" spc="-1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таблетки</a:t>
            </a:r>
            <a:endParaRPr sz="1600">
              <a:latin typeface="Tahoma"/>
              <a:cs typeface="Tahoma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674008" y="6387629"/>
            <a:ext cx="307340" cy="309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2310"/>
              </a:lnSpc>
            </a:pPr>
            <a:r>
              <a:rPr sz="2000" spc="-10" dirty="0">
                <a:solidFill>
                  <a:srgbClr val="0068B4"/>
                </a:solidFill>
                <a:latin typeface="Microsoft Sans Serif"/>
                <a:cs typeface="Microsoft Sans Serif"/>
              </a:rPr>
              <a:t>31</a:t>
            </a:r>
            <a:endParaRPr sz="200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8649607" y="6463829"/>
            <a:ext cx="358140" cy="309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2310"/>
              </a:lnSpc>
            </a:pPr>
            <a:fld id="{81D60167-4931-47E6-BA6A-407CBD079E47}" type="slidenum">
              <a:rPr sz="2000" b="1" spc="-5" dirty="0">
                <a:solidFill>
                  <a:srgbClr val="0068B4"/>
                </a:solidFill>
                <a:latin typeface="Arial"/>
                <a:cs typeface="Arial"/>
              </a:rPr>
              <a:t>21</a:t>
            </a:fld>
            <a:endParaRPr sz="2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614060" y="256924"/>
            <a:ext cx="479679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Основное</a:t>
            </a:r>
            <a:r>
              <a:rPr spc="-10" dirty="0"/>
              <a:t> </a:t>
            </a:r>
            <a:r>
              <a:rPr spc="-5" dirty="0"/>
              <a:t>оборудование</a:t>
            </a:r>
            <a:r>
              <a:rPr spc="-10" dirty="0"/>
              <a:t> </a:t>
            </a:r>
            <a:r>
              <a:rPr spc="-5" dirty="0"/>
              <a:t>РУ</a:t>
            </a: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8040" y="1481966"/>
            <a:ext cx="4428744" cy="366522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628040" y="1481966"/>
            <a:ext cx="4429125" cy="367030"/>
          </a:xfrm>
          <a:prstGeom prst="rect">
            <a:avLst/>
          </a:prstGeom>
        </p:spPr>
        <p:txBody>
          <a:bodyPr vert="horz" wrap="square" lIns="0" tIns="31115" rIns="0" bIns="0" rtlCol="0">
            <a:spAutoFit/>
          </a:bodyPr>
          <a:lstStyle/>
          <a:p>
            <a:pPr marL="132080">
              <a:lnSpc>
                <a:spcPct val="100000"/>
              </a:lnSpc>
              <a:spcBef>
                <a:spcPts val="245"/>
              </a:spcBef>
            </a:pPr>
            <a:r>
              <a:rPr sz="1900" spc="-55" dirty="0">
                <a:solidFill>
                  <a:srgbClr val="FFFFFF"/>
                </a:solidFill>
                <a:latin typeface="Impact"/>
                <a:cs typeface="Impact"/>
              </a:rPr>
              <a:t>Привод</a:t>
            </a:r>
            <a:r>
              <a:rPr sz="1900" spc="-20" dirty="0">
                <a:solidFill>
                  <a:srgbClr val="FFFFFF"/>
                </a:solidFill>
                <a:latin typeface="Impact"/>
                <a:cs typeface="Impact"/>
              </a:rPr>
              <a:t> </a:t>
            </a:r>
            <a:r>
              <a:rPr sz="1900" spc="-55" dirty="0">
                <a:solidFill>
                  <a:srgbClr val="FFFFFF"/>
                </a:solidFill>
                <a:latin typeface="Impact"/>
                <a:cs typeface="Impact"/>
              </a:rPr>
              <a:t>СУЗ</a:t>
            </a:r>
            <a:endParaRPr sz="1900">
              <a:latin typeface="Impact"/>
              <a:cs typeface="Impact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1143914" y="2607440"/>
            <a:ext cx="2154555" cy="28575"/>
            <a:chOff x="1143914" y="2607440"/>
            <a:chExt cx="2154555" cy="28575"/>
          </a:xfrm>
        </p:grpSpPr>
        <p:sp>
          <p:nvSpPr>
            <p:cNvPr id="6" name="object 6"/>
            <p:cNvSpPr/>
            <p:nvPr/>
          </p:nvSpPr>
          <p:spPr>
            <a:xfrm>
              <a:off x="1152296" y="2615822"/>
              <a:ext cx="2146300" cy="20320"/>
            </a:xfrm>
            <a:custGeom>
              <a:avLst/>
              <a:gdLst/>
              <a:ahLst/>
              <a:cxnLst/>
              <a:rect l="l" t="t" r="r" b="b"/>
              <a:pathLst>
                <a:path w="2146300" h="20319">
                  <a:moveTo>
                    <a:pt x="2145791" y="19812"/>
                  </a:moveTo>
                  <a:lnTo>
                    <a:pt x="2145791" y="0"/>
                  </a:lnTo>
                  <a:lnTo>
                    <a:pt x="0" y="0"/>
                  </a:lnTo>
                  <a:lnTo>
                    <a:pt x="0" y="19812"/>
                  </a:lnTo>
                  <a:lnTo>
                    <a:pt x="2145791" y="198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143914" y="2607440"/>
              <a:ext cx="2146300" cy="20320"/>
            </a:xfrm>
            <a:custGeom>
              <a:avLst/>
              <a:gdLst/>
              <a:ahLst/>
              <a:cxnLst/>
              <a:rect l="l" t="t" r="r" b="b"/>
              <a:pathLst>
                <a:path w="2146300" h="20319">
                  <a:moveTo>
                    <a:pt x="2145791" y="19811"/>
                  </a:moveTo>
                  <a:lnTo>
                    <a:pt x="2145791" y="0"/>
                  </a:lnTo>
                  <a:lnTo>
                    <a:pt x="0" y="0"/>
                  </a:lnTo>
                  <a:lnTo>
                    <a:pt x="0" y="19812"/>
                  </a:lnTo>
                  <a:lnTo>
                    <a:pt x="2145791" y="19811"/>
                  </a:lnTo>
                  <a:close/>
                </a:path>
              </a:pathLst>
            </a:custGeom>
            <a:solidFill>
              <a:srgbClr val="003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1131205" y="2365238"/>
            <a:ext cx="3458210" cy="101536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ts val="2035"/>
              </a:lnSpc>
              <a:spcBef>
                <a:spcPts val="90"/>
              </a:spcBef>
            </a:pPr>
            <a:r>
              <a:rPr sz="1700" b="1" spc="-70" dirty="0">
                <a:solidFill>
                  <a:srgbClr val="0033CC"/>
                </a:solidFill>
                <a:latin typeface="Tahoma"/>
                <a:cs typeface="Tahoma"/>
              </a:rPr>
              <a:t>Привод</a:t>
            </a:r>
            <a:r>
              <a:rPr sz="1700" b="1" spc="-5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700" b="1" spc="-70" dirty="0">
                <a:solidFill>
                  <a:srgbClr val="0033CC"/>
                </a:solidFill>
                <a:latin typeface="Tahoma"/>
                <a:cs typeface="Tahoma"/>
              </a:rPr>
              <a:t>СУЗ</a:t>
            </a:r>
            <a:r>
              <a:rPr sz="1700" b="1" spc="-5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700" b="1" spc="-75" dirty="0">
                <a:solidFill>
                  <a:srgbClr val="0033CC"/>
                </a:solidFill>
                <a:latin typeface="Tahoma"/>
                <a:cs typeface="Tahoma"/>
              </a:rPr>
              <a:t>ШЭМ-3:</a:t>
            </a:r>
            <a:endParaRPr sz="1700">
              <a:latin typeface="Tahoma"/>
              <a:cs typeface="Tahoma"/>
            </a:endParaRPr>
          </a:p>
          <a:p>
            <a:pPr marL="12700" marR="5080" indent="-635">
              <a:lnSpc>
                <a:spcPts val="1930"/>
              </a:lnSpc>
              <a:spcBef>
                <a:spcPts val="50"/>
              </a:spcBef>
            </a:pP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1.Срок службы – 30 лет. </a:t>
            </a:r>
            <a:r>
              <a:rPr sz="1600" spc="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2.Пошаговая индикация положения. </a:t>
            </a:r>
            <a:r>
              <a:rPr sz="1600" spc="-484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3.Установлен</a:t>
            </a:r>
            <a:r>
              <a:rPr sz="1600" spc="-2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один</a:t>
            </a:r>
            <a:r>
              <a:rPr sz="1600" spc="-1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разъем</a:t>
            </a:r>
            <a:r>
              <a:rPr sz="1600" spc="-1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на</a:t>
            </a:r>
            <a:r>
              <a:rPr sz="1600" spc="-1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ДПШ.</a:t>
            </a:r>
            <a:endParaRPr sz="1600">
              <a:latin typeface="Tahoma"/>
              <a:cs typeface="Tahoma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27584" y="1137542"/>
            <a:ext cx="9073515" cy="4273550"/>
            <a:chOff x="27584" y="1137542"/>
            <a:chExt cx="9073515" cy="4273550"/>
          </a:xfrm>
        </p:grpSpPr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7584" y="3602612"/>
              <a:ext cx="9057132" cy="1177289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098688" y="1137542"/>
              <a:ext cx="1002029" cy="4273296"/>
            </a:xfrm>
            <a:prstGeom prst="rect">
              <a:avLst/>
            </a:prstGeom>
          </p:spPr>
        </p:pic>
      </p:grpSp>
      <p:sp>
        <p:nvSpPr>
          <p:cNvPr id="12" name="object 12"/>
          <p:cNvSpPr txBox="1"/>
          <p:nvPr/>
        </p:nvSpPr>
        <p:spPr>
          <a:xfrm>
            <a:off x="8649607" y="6463829"/>
            <a:ext cx="358140" cy="309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2310"/>
              </a:lnSpc>
            </a:pPr>
            <a:fld id="{81D60167-4931-47E6-BA6A-407CBD079E47}" type="slidenum">
              <a:rPr sz="2000" b="1" spc="-5" dirty="0">
                <a:solidFill>
                  <a:srgbClr val="0068B4"/>
                </a:solidFill>
                <a:latin typeface="Arial"/>
                <a:cs typeface="Arial"/>
              </a:rPr>
              <a:t>22</a:t>
            </a:fld>
            <a:endParaRPr sz="2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94512" y="3943988"/>
            <a:ext cx="6324599" cy="2728722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200290" y="1048388"/>
            <a:ext cx="1911425" cy="4549902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2656732" y="214252"/>
            <a:ext cx="479679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Основное</a:t>
            </a:r>
            <a:r>
              <a:rPr spc="-10" dirty="0"/>
              <a:t> </a:t>
            </a:r>
            <a:r>
              <a:rPr spc="-5" dirty="0"/>
              <a:t>оборудование</a:t>
            </a:r>
            <a:r>
              <a:rPr spc="-10" dirty="0"/>
              <a:t> </a:t>
            </a:r>
            <a:r>
              <a:rPr spc="-5" dirty="0"/>
              <a:t>РУ</a:t>
            </a:r>
          </a:p>
        </p:txBody>
      </p:sp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28040" y="1481966"/>
            <a:ext cx="5071871" cy="366522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628040" y="1481966"/>
            <a:ext cx="5072380" cy="367030"/>
          </a:xfrm>
          <a:prstGeom prst="rect">
            <a:avLst/>
          </a:prstGeom>
        </p:spPr>
        <p:txBody>
          <a:bodyPr vert="horz" wrap="square" lIns="0" tIns="31115" rIns="0" bIns="0" rtlCol="0">
            <a:spAutoFit/>
          </a:bodyPr>
          <a:lstStyle/>
          <a:p>
            <a:pPr marL="132080">
              <a:lnSpc>
                <a:spcPct val="100000"/>
              </a:lnSpc>
              <a:spcBef>
                <a:spcPts val="245"/>
              </a:spcBef>
            </a:pPr>
            <a:r>
              <a:rPr sz="1900" spc="-60" dirty="0">
                <a:solidFill>
                  <a:srgbClr val="FFFFFF"/>
                </a:solidFill>
                <a:latin typeface="Impact"/>
                <a:cs typeface="Impact"/>
              </a:rPr>
              <a:t>Сборки</a:t>
            </a:r>
            <a:r>
              <a:rPr sz="1900" spc="-5" dirty="0">
                <a:solidFill>
                  <a:srgbClr val="FFFFFF"/>
                </a:solidFill>
                <a:latin typeface="Impact"/>
                <a:cs typeface="Impact"/>
              </a:rPr>
              <a:t> </a:t>
            </a:r>
            <a:r>
              <a:rPr sz="1900" spc="-55" dirty="0">
                <a:solidFill>
                  <a:srgbClr val="FFFFFF"/>
                </a:solidFill>
                <a:latin typeface="Impact"/>
                <a:cs typeface="Impact"/>
              </a:rPr>
              <a:t>внутриреакторных</a:t>
            </a:r>
            <a:r>
              <a:rPr sz="1900" spc="-10" dirty="0">
                <a:solidFill>
                  <a:srgbClr val="FFFFFF"/>
                </a:solidFill>
                <a:latin typeface="Impact"/>
                <a:cs typeface="Impact"/>
              </a:rPr>
              <a:t> </a:t>
            </a:r>
            <a:r>
              <a:rPr sz="1900" spc="-55" dirty="0">
                <a:solidFill>
                  <a:srgbClr val="FFFFFF"/>
                </a:solidFill>
                <a:latin typeface="Impact"/>
                <a:cs typeface="Impact"/>
              </a:rPr>
              <a:t>детекторов</a:t>
            </a:r>
            <a:endParaRPr sz="1900">
              <a:latin typeface="Impact"/>
              <a:cs typeface="Impact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720242" y="2317118"/>
            <a:ext cx="5833110" cy="28575"/>
            <a:chOff x="720242" y="2317118"/>
            <a:chExt cx="5833110" cy="28575"/>
          </a:xfrm>
        </p:grpSpPr>
        <p:sp>
          <p:nvSpPr>
            <p:cNvPr id="8" name="object 8"/>
            <p:cNvSpPr/>
            <p:nvPr/>
          </p:nvSpPr>
          <p:spPr>
            <a:xfrm>
              <a:off x="728624" y="2325500"/>
              <a:ext cx="5824855" cy="20320"/>
            </a:xfrm>
            <a:custGeom>
              <a:avLst/>
              <a:gdLst/>
              <a:ahLst/>
              <a:cxnLst/>
              <a:rect l="l" t="t" r="r" b="b"/>
              <a:pathLst>
                <a:path w="5824855" h="20319">
                  <a:moveTo>
                    <a:pt x="5824728" y="19812"/>
                  </a:moveTo>
                  <a:lnTo>
                    <a:pt x="5824728" y="0"/>
                  </a:lnTo>
                  <a:lnTo>
                    <a:pt x="0" y="0"/>
                  </a:lnTo>
                  <a:lnTo>
                    <a:pt x="0" y="19812"/>
                  </a:lnTo>
                  <a:lnTo>
                    <a:pt x="5824728" y="198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720242" y="2317118"/>
              <a:ext cx="5824855" cy="20320"/>
            </a:xfrm>
            <a:custGeom>
              <a:avLst/>
              <a:gdLst/>
              <a:ahLst/>
              <a:cxnLst/>
              <a:rect l="l" t="t" r="r" b="b"/>
              <a:pathLst>
                <a:path w="5824855" h="20319">
                  <a:moveTo>
                    <a:pt x="5824727" y="19811"/>
                  </a:moveTo>
                  <a:lnTo>
                    <a:pt x="5824727" y="0"/>
                  </a:lnTo>
                  <a:lnTo>
                    <a:pt x="0" y="0"/>
                  </a:lnTo>
                  <a:lnTo>
                    <a:pt x="0" y="19812"/>
                  </a:lnTo>
                  <a:lnTo>
                    <a:pt x="5824727" y="19811"/>
                  </a:lnTo>
                  <a:close/>
                </a:path>
              </a:pathLst>
            </a:custGeom>
            <a:solidFill>
              <a:srgbClr val="003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669396" y="2074916"/>
            <a:ext cx="5901690" cy="248221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50800">
              <a:lnSpc>
                <a:spcPts val="2035"/>
              </a:lnSpc>
              <a:spcBef>
                <a:spcPts val="90"/>
              </a:spcBef>
            </a:pPr>
            <a:r>
              <a:rPr sz="1700" b="1" spc="-65" dirty="0">
                <a:solidFill>
                  <a:srgbClr val="0033CC"/>
                </a:solidFill>
                <a:latin typeface="Tahoma"/>
                <a:cs typeface="Tahoma"/>
              </a:rPr>
              <a:t>Отличие</a:t>
            </a:r>
            <a:r>
              <a:rPr sz="1700" b="1" spc="-3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700" b="1" spc="-60" dirty="0">
                <a:solidFill>
                  <a:srgbClr val="0033CC"/>
                </a:solidFill>
                <a:latin typeface="Tahoma"/>
                <a:cs typeface="Tahoma"/>
              </a:rPr>
              <a:t>внутриреакторного</a:t>
            </a:r>
            <a:r>
              <a:rPr sz="1700" b="1" spc="-4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700" b="1" spc="-60" dirty="0">
                <a:solidFill>
                  <a:srgbClr val="0033CC"/>
                </a:solidFill>
                <a:latin typeface="Tahoma"/>
                <a:cs typeface="Tahoma"/>
              </a:rPr>
              <a:t>контроля</a:t>
            </a:r>
            <a:r>
              <a:rPr sz="1700" b="1" spc="-4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700" b="1" spc="-60" dirty="0">
                <a:solidFill>
                  <a:srgbClr val="0033CC"/>
                </a:solidFill>
                <a:latin typeface="Tahoma"/>
                <a:cs typeface="Tahoma"/>
              </a:rPr>
              <a:t>В-428</a:t>
            </a:r>
            <a:r>
              <a:rPr sz="1700" b="1" spc="-3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700" b="1" spc="-60" dirty="0">
                <a:solidFill>
                  <a:srgbClr val="0033CC"/>
                </a:solidFill>
                <a:latin typeface="Tahoma"/>
                <a:cs typeface="Tahoma"/>
              </a:rPr>
              <a:t>от</a:t>
            </a:r>
            <a:r>
              <a:rPr sz="1700" b="1" spc="-3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700" b="1" spc="-55" dirty="0">
                <a:solidFill>
                  <a:srgbClr val="0033CC"/>
                </a:solidFill>
                <a:latin typeface="Tahoma"/>
                <a:cs typeface="Tahoma"/>
              </a:rPr>
              <a:t>В-320:</a:t>
            </a:r>
            <a:endParaRPr sz="1700">
              <a:latin typeface="Tahoma"/>
              <a:cs typeface="Tahoma"/>
            </a:endParaRPr>
          </a:p>
          <a:p>
            <a:pPr marL="224154" indent="-173990">
              <a:lnSpc>
                <a:spcPts val="1914"/>
              </a:lnSpc>
              <a:buSzPct val="93750"/>
              <a:buAutoNum type="arabicPeriod"/>
              <a:tabLst>
                <a:tab pos="224790" algn="l"/>
              </a:tabLst>
            </a:pP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Отказ</a:t>
            </a:r>
            <a:r>
              <a:rPr sz="1600" spc="-1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от</a:t>
            </a:r>
            <a:r>
              <a:rPr sz="1600" spc="-1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отдельного</a:t>
            </a:r>
            <a:r>
              <a:rPr sz="1600" spc="-2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термоконтроля</a:t>
            </a:r>
            <a:endParaRPr sz="1600">
              <a:latin typeface="Tahoma"/>
              <a:cs typeface="Tahoma"/>
            </a:endParaRPr>
          </a:p>
          <a:p>
            <a:pPr marL="50800" marR="212090">
              <a:lnSpc>
                <a:spcPct val="100000"/>
              </a:lnSpc>
              <a:spcBef>
                <a:spcPts val="10"/>
              </a:spcBef>
              <a:buSzPct val="93750"/>
              <a:buAutoNum type="arabicPeriod"/>
              <a:tabLst>
                <a:tab pos="224790" algn="l"/>
              </a:tabLst>
            </a:pP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Применение</a:t>
            </a:r>
            <a:r>
              <a:rPr sz="1600" spc="-10" dirty="0">
                <a:solidFill>
                  <a:srgbClr val="0033CC"/>
                </a:solidFill>
                <a:latin typeface="Tahoma"/>
                <a:cs typeface="Tahoma"/>
              </a:rPr>
              <a:t> для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контроля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внутриреакторных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параметров </a:t>
            </a:r>
            <a:r>
              <a:rPr sz="1600" spc="-484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СВРД</a:t>
            </a:r>
            <a:r>
              <a:rPr sz="1600" spc="-1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3-х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 типов:</a:t>
            </a:r>
            <a:endParaRPr sz="1600">
              <a:latin typeface="Tahoma"/>
              <a:cs typeface="Tahoma"/>
            </a:endParaRPr>
          </a:p>
          <a:p>
            <a:pPr marL="50800">
              <a:lnSpc>
                <a:spcPct val="100000"/>
              </a:lnSpc>
              <a:spcBef>
                <a:spcPts val="5"/>
              </a:spcBef>
            </a:pP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-КНИТ</a:t>
            </a:r>
            <a:endParaRPr sz="1600">
              <a:latin typeface="Tahoma"/>
              <a:cs typeface="Tahoma"/>
            </a:endParaRPr>
          </a:p>
          <a:p>
            <a:pPr marL="50800">
              <a:lnSpc>
                <a:spcPct val="100000"/>
              </a:lnSpc>
              <a:spcBef>
                <a:spcPts val="5"/>
              </a:spcBef>
            </a:pP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-КНИТТ</a:t>
            </a:r>
            <a:endParaRPr sz="1600">
              <a:latin typeface="Tahoma"/>
              <a:cs typeface="Tahoma"/>
            </a:endParaRPr>
          </a:p>
          <a:p>
            <a:pPr marL="50800">
              <a:lnSpc>
                <a:spcPct val="100000"/>
              </a:lnSpc>
              <a:spcBef>
                <a:spcPts val="5"/>
              </a:spcBef>
            </a:pP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-КНИТУ</a:t>
            </a:r>
            <a:endParaRPr sz="1600">
              <a:latin typeface="Tahoma"/>
              <a:cs typeface="Tahoma"/>
            </a:endParaRPr>
          </a:p>
          <a:p>
            <a:pPr marL="50800" marR="991235">
              <a:lnSpc>
                <a:spcPct val="100000"/>
              </a:lnSpc>
              <a:spcBef>
                <a:spcPts val="5"/>
              </a:spcBef>
              <a:buSzPct val="93750"/>
              <a:buAutoNum type="arabicPeriod" startAt="3"/>
              <a:tabLst>
                <a:tab pos="224790" algn="l"/>
              </a:tabLst>
            </a:pP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Наличие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термодатчиков с диапазоном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измерения </a:t>
            </a:r>
            <a:r>
              <a:rPr sz="1600" spc="-484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температуры</a:t>
            </a:r>
            <a:r>
              <a:rPr sz="1600" spc="-1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до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1200</a:t>
            </a:r>
            <a:r>
              <a:rPr sz="1650" spc="-7" baseline="25252" dirty="0">
                <a:solidFill>
                  <a:srgbClr val="0033CC"/>
                </a:solidFill>
                <a:latin typeface="Tahoma"/>
                <a:cs typeface="Tahoma"/>
              </a:rPr>
              <a:t>о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С</a:t>
            </a:r>
            <a:endParaRPr sz="1600">
              <a:latin typeface="Tahoma"/>
              <a:cs typeface="Tahoma"/>
            </a:endParaRPr>
          </a:p>
          <a:p>
            <a:pPr marL="224154" indent="-173990">
              <a:lnSpc>
                <a:spcPct val="100000"/>
              </a:lnSpc>
              <a:spcBef>
                <a:spcPts val="15"/>
              </a:spcBef>
              <a:buSzPct val="93750"/>
              <a:buAutoNum type="arabicPeriod" startAt="3"/>
              <a:tabLst>
                <a:tab pos="224790" algn="l"/>
              </a:tabLst>
            </a:pP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Наличие</a:t>
            </a:r>
            <a:r>
              <a:rPr sz="1600" spc="-2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аварийного</a:t>
            </a:r>
            <a:r>
              <a:rPr sz="1600" spc="-2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уровнемера</a:t>
            </a:r>
            <a:endParaRPr sz="1600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649607" y="6463829"/>
            <a:ext cx="358140" cy="309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2310"/>
              </a:lnSpc>
            </a:pPr>
            <a:fld id="{81D60167-4931-47E6-BA6A-407CBD079E47}" type="slidenum">
              <a:rPr sz="2000" b="1" spc="-5" dirty="0">
                <a:solidFill>
                  <a:srgbClr val="0068B4"/>
                </a:solidFill>
                <a:latin typeface="Arial"/>
                <a:cs typeface="Arial"/>
              </a:rPr>
              <a:t>23</a:t>
            </a:fld>
            <a:endParaRPr sz="2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613943" y="2202437"/>
          <a:ext cx="4808220" cy="206273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838450"/>
                <a:gridCol w="1969770"/>
              </a:tblGrid>
              <a:tr h="51968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90"/>
                        </a:spcBef>
                      </a:pPr>
                      <a:r>
                        <a:rPr sz="1400" b="1" spc="-5" dirty="0">
                          <a:solidFill>
                            <a:srgbClr val="FF0065"/>
                          </a:solidFill>
                          <a:latin typeface="Tahoma"/>
                          <a:cs typeface="Tahoma"/>
                        </a:rPr>
                        <a:t>Параметр</a:t>
                      </a:r>
                      <a:endParaRPr sz="1400">
                        <a:latin typeface="Tahoma"/>
                        <a:cs typeface="Tahoma"/>
                      </a:endParaRPr>
                    </a:p>
                  </a:txBody>
                  <a:tcPr marL="0" marR="0" marT="151130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190"/>
                        </a:spcBef>
                      </a:pPr>
                      <a:r>
                        <a:rPr sz="1400" b="1" dirty="0">
                          <a:solidFill>
                            <a:srgbClr val="FF0065"/>
                          </a:solidFill>
                          <a:latin typeface="Tahoma"/>
                          <a:cs typeface="Tahoma"/>
                        </a:rPr>
                        <a:t>Значение</a:t>
                      </a:r>
                      <a:endParaRPr sz="1400">
                        <a:latin typeface="Tahoma"/>
                        <a:cs typeface="Tahoma"/>
                      </a:endParaRPr>
                    </a:p>
                  </a:txBody>
                  <a:tcPr marL="0" marR="0" marT="151130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</a:tr>
              <a:tr h="371094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sz="14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Объём,</a:t>
                      </a:r>
                      <a:r>
                        <a:rPr sz="1400" b="1" spc="-3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м</a:t>
                      </a:r>
                      <a:r>
                        <a:rPr sz="1350" b="1" spc="-7" baseline="24691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3</a:t>
                      </a:r>
                      <a:endParaRPr sz="1350" baseline="24691">
                        <a:latin typeface="Tahoma"/>
                        <a:cs typeface="Tahoma"/>
                      </a:endParaRPr>
                    </a:p>
                  </a:txBody>
                  <a:tcPr marL="0" marR="0" marT="77470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sz="1400" b="1" spc="-1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79</a:t>
                      </a:r>
                      <a:endParaRPr sz="1400">
                        <a:latin typeface="Tahoma"/>
                        <a:cs typeface="Tahoma"/>
                      </a:endParaRPr>
                    </a:p>
                  </a:txBody>
                  <a:tcPr marL="0" marR="0" marT="77470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</a:tr>
              <a:tr h="371855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sz="14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Объём</a:t>
                      </a:r>
                      <a:r>
                        <a:rPr sz="1400" b="1" spc="-2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воды,</a:t>
                      </a:r>
                      <a:r>
                        <a:rPr sz="1400" b="1" spc="-2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м</a:t>
                      </a:r>
                      <a:r>
                        <a:rPr sz="1350" b="1" spc="-7" baseline="24691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3</a:t>
                      </a:r>
                      <a:endParaRPr sz="1350" baseline="24691">
                        <a:latin typeface="Tahoma"/>
                        <a:cs typeface="Tahoma"/>
                      </a:endParaRPr>
                    </a:p>
                  </a:txBody>
                  <a:tcPr marL="0" marR="0" marT="77470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sz="1400" b="1" spc="-1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55</a:t>
                      </a:r>
                      <a:endParaRPr sz="1400">
                        <a:latin typeface="Tahoma"/>
                        <a:cs typeface="Tahoma"/>
                      </a:endParaRPr>
                    </a:p>
                  </a:txBody>
                  <a:tcPr marL="0" marR="0" marT="77470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</a:tr>
              <a:tr h="332993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14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Давление,</a:t>
                      </a:r>
                      <a:r>
                        <a:rPr sz="1400" b="1" spc="-2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МПа</a:t>
                      </a:r>
                      <a:endParaRPr sz="1400">
                        <a:latin typeface="Tahoma"/>
                        <a:cs typeface="Tahoma"/>
                      </a:endParaRPr>
                    </a:p>
                  </a:txBody>
                  <a:tcPr marL="0" marR="0" marT="58419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1400" b="1" spc="-1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15,6</a:t>
                      </a:r>
                      <a:endParaRPr sz="1400">
                        <a:latin typeface="Tahoma"/>
                        <a:cs typeface="Tahoma"/>
                      </a:endParaRPr>
                    </a:p>
                  </a:txBody>
                  <a:tcPr marL="0" marR="0" marT="58419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</a:tr>
              <a:tr h="467105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975"/>
                        </a:spcBef>
                      </a:pPr>
                      <a:r>
                        <a:rPr sz="14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Температура,</a:t>
                      </a:r>
                      <a:r>
                        <a:rPr sz="1400" b="1" spc="-4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400" b="1" dirty="0">
                          <a:solidFill>
                            <a:srgbClr val="0033CC"/>
                          </a:solidFill>
                          <a:latin typeface="Times New Roman"/>
                          <a:cs typeface="Times New Roman"/>
                        </a:rPr>
                        <a:t>°</a:t>
                      </a:r>
                      <a:r>
                        <a:rPr sz="1400" b="1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C</a:t>
                      </a:r>
                      <a:endParaRPr sz="1400">
                        <a:latin typeface="Tahoma"/>
                        <a:cs typeface="Tahoma"/>
                      </a:endParaRPr>
                    </a:p>
                  </a:txBody>
                  <a:tcPr marL="0" marR="0" marT="123825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85"/>
                        </a:spcBef>
                      </a:pPr>
                      <a:r>
                        <a:rPr sz="1400" b="1" spc="-1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345,2</a:t>
                      </a:r>
                      <a:endParaRPr sz="1400">
                        <a:latin typeface="Tahoma"/>
                        <a:cs typeface="Tahoma"/>
                      </a:endParaRPr>
                    </a:p>
                  </a:txBody>
                  <a:tcPr marL="0" marR="0" marT="125095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3" name="object 3"/>
          <p:cNvSpPr txBox="1"/>
          <p:nvPr/>
        </p:nvSpPr>
        <p:spPr>
          <a:xfrm>
            <a:off x="572666" y="4590423"/>
            <a:ext cx="4883785" cy="140906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55600" marR="5080" indent="-343535">
              <a:lnSpc>
                <a:spcPct val="100000"/>
              </a:lnSpc>
              <a:spcBef>
                <a:spcPts val="95"/>
              </a:spcBef>
              <a:buFont typeface="Microsoft Sans Serif"/>
              <a:buAutoNum type="arabicPeriod"/>
              <a:tabLst>
                <a:tab pos="354965" algn="l"/>
                <a:tab pos="356235" algn="l"/>
              </a:tabLst>
            </a:pPr>
            <a:r>
              <a:rPr sz="1400" spc="15" dirty="0">
                <a:solidFill>
                  <a:srgbClr val="0033CC"/>
                </a:solidFill>
                <a:latin typeface="Trebuchet MS"/>
                <a:cs typeface="Trebuchet MS"/>
              </a:rPr>
              <a:t>Модернизирована</a:t>
            </a:r>
            <a:r>
              <a:rPr sz="1400" spc="-3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400" spc="5" dirty="0">
                <a:solidFill>
                  <a:srgbClr val="0033CC"/>
                </a:solidFill>
                <a:latin typeface="Trebuchet MS"/>
                <a:cs typeface="Trebuchet MS"/>
              </a:rPr>
              <a:t>система</a:t>
            </a:r>
            <a:r>
              <a:rPr sz="1400" spc="-2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400" spc="-5" dirty="0">
                <a:solidFill>
                  <a:srgbClr val="0033CC"/>
                </a:solidFill>
                <a:latin typeface="Trebuchet MS"/>
                <a:cs typeface="Trebuchet MS"/>
              </a:rPr>
              <a:t>регулирования</a:t>
            </a:r>
            <a:r>
              <a:rPr sz="1400" spc="-2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400" spc="10" dirty="0">
                <a:solidFill>
                  <a:srgbClr val="0033CC"/>
                </a:solidFill>
                <a:latin typeface="Trebuchet MS"/>
                <a:cs typeface="Trebuchet MS"/>
              </a:rPr>
              <a:t>давления</a:t>
            </a:r>
            <a:r>
              <a:rPr sz="1400" spc="-1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400" spc="20" dirty="0">
                <a:solidFill>
                  <a:srgbClr val="0033CC"/>
                </a:solidFill>
                <a:latin typeface="Trebuchet MS"/>
                <a:cs typeface="Trebuchet MS"/>
              </a:rPr>
              <a:t>в </a:t>
            </a:r>
            <a:r>
              <a:rPr sz="1400" spc="-409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400" spc="5" dirty="0">
                <a:solidFill>
                  <a:srgbClr val="0033CC"/>
                </a:solidFill>
                <a:latin typeface="Trebuchet MS"/>
                <a:cs typeface="Trebuchet MS"/>
              </a:rPr>
              <a:t>первом </a:t>
            </a:r>
            <a:r>
              <a:rPr sz="1400" spc="-15" dirty="0">
                <a:solidFill>
                  <a:srgbClr val="0033CC"/>
                </a:solidFill>
                <a:latin typeface="Trebuchet MS"/>
                <a:cs typeface="Trebuchet MS"/>
              </a:rPr>
              <a:t>контуре </a:t>
            </a:r>
            <a:r>
              <a:rPr sz="1400" dirty="0">
                <a:solidFill>
                  <a:srgbClr val="0033CC"/>
                </a:solidFill>
                <a:latin typeface="Trebuchet MS"/>
                <a:cs typeface="Trebuchet MS"/>
              </a:rPr>
              <a:t>путем </a:t>
            </a:r>
            <a:r>
              <a:rPr sz="1400" spc="25" dirty="0">
                <a:solidFill>
                  <a:srgbClr val="0033CC"/>
                </a:solidFill>
                <a:latin typeface="Trebuchet MS"/>
                <a:cs typeface="Trebuchet MS"/>
              </a:rPr>
              <a:t>ввода </a:t>
            </a:r>
            <a:r>
              <a:rPr sz="1400" dirty="0">
                <a:solidFill>
                  <a:srgbClr val="0033CC"/>
                </a:solidFill>
                <a:latin typeface="Trebuchet MS"/>
                <a:cs typeface="Trebuchet MS"/>
              </a:rPr>
              <a:t>дополнительной </a:t>
            </a:r>
            <a:r>
              <a:rPr sz="1400" spc="-10" dirty="0">
                <a:solidFill>
                  <a:srgbClr val="0033CC"/>
                </a:solidFill>
                <a:latin typeface="Trebuchet MS"/>
                <a:cs typeface="Trebuchet MS"/>
              </a:rPr>
              <a:t>линии </a:t>
            </a:r>
            <a:r>
              <a:rPr sz="1400" spc="-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400" dirty="0">
                <a:solidFill>
                  <a:srgbClr val="0033CC"/>
                </a:solidFill>
                <a:latin typeface="Trebuchet MS"/>
                <a:cs typeface="Trebuchet MS"/>
              </a:rPr>
              <a:t>впрыска</a:t>
            </a:r>
            <a:r>
              <a:rPr sz="1400" spc="-3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400" spc="15" dirty="0">
                <a:solidFill>
                  <a:srgbClr val="0033CC"/>
                </a:solidFill>
                <a:latin typeface="Trebuchet MS"/>
                <a:cs typeface="Trebuchet MS"/>
              </a:rPr>
              <a:t>для</a:t>
            </a:r>
            <a:r>
              <a:rPr sz="1400" spc="-3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400" spc="5" dirty="0">
                <a:solidFill>
                  <a:srgbClr val="0033CC"/>
                </a:solidFill>
                <a:latin typeface="Trebuchet MS"/>
                <a:cs typeface="Trebuchet MS"/>
              </a:rPr>
              <a:t>реализации</a:t>
            </a:r>
            <a:r>
              <a:rPr sz="1400" spc="-2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400" spc="-5" dirty="0">
                <a:solidFill>
                  <a:srgbClr val="0033CC"/>
                </a:solidFill>
                <a:latin typeface="Trebuchet MS"/>
                <a:cs typeface="Trebuchet MS"/>
              </a:rPr>
              <a:t>автоматического</a:t>
            </a:r>
            <a:r>
              <a:rPr sz="1400" spc="-4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400" spc="5" dirty="0">
                <a:solidFill>
                  <a:srgbClr val="0033CC"/>
                </a:solidFill>
                <a:latin typeface="Trebuchet MS"/>
                <a:cs typeface="Trebuchet MS"/>
              </a:rPr>
              <a:t>алгоритма</a:t>
            </a:r>
            <a:endParaRPr sz="1400">
              <a:latin typeface="Trebuchet MS"/>
              <a:cs typeface="Trebuchet MS"/>
            </a:endParaRPr>
          </a:p>
          <a:p>
            <a:pPr marL="355600">
              <a:lnSpc>
                <a:spcPts val="1670"/>
              </a:lnSpc>
            </a:pPr>
            <a:r>
              <a:rPr sz="1400" dirty="0">
                <a:solidFill>
                  <a:srgbClr val="0033CC"/>
                </a:solidFill>
                <a:latin typeface="Microsoft Sans Serif"/>
                <a:cs typeface="Microsoft Sans Serif"/>
              </a:rPr>
              <a:t>«</a:t>
            </a:r>
            <a:r>
              <a:rPr sz="1400" dirty="0">
                <a:solidFill>
                  <a:srgbClr val="0033CC"/>
                </a:solidFill>
                <a:latin typeface="Trebuchet MS"/>
                <a:cs typeface="Trebuchet MS"/>
              </a:rPr>
              <a:t>течь</a:t>
            </a:r>
            <a:r>
              <a:rPr sz="1400" spc="-4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400" spc="-10" dirty="0">
                <a:solidFill>
                  <a:srgbClr val="0033CC"/>
                </a:solidFill>
                <a:latin typeface="Trebuchet MS"/>
                <a:cs typeface="Trebuchet MS"/>
              </a:rPr>
              <a:t>из</a:t>
            </a:r>
            <a:r>
              <a:rPr sz="1400" spc="-4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400" spc="-5" dirty="0">
                <a:solidFill>
                  <a:srgbClr val="0033CC"/>
                </a:solidFill>
                <a:latin typeface="Microsoft Sans Serif"/>
                <a:cs typeface="Microsoft Sans Serif"/>
              </a:rPr>
              <a:t>1</a:t>
            </a:r>
            <a:r>
              <a:rPr sz="1400" spc="15" dirty="0">
                <a:solidFill>
                  <a:srgbClr val="0033CC"/>
                </a:solidFill>
                <a:latin typeface="Microsoft Sans Serif"/>
                <a:cs typeface="Microsoft Sans Serif"/>
              </a:rPr>
              <a:t> </a:t>
            </a:r>
            <a:r>
              <a:rPr sz="1400" spc="-10" dirty="0">
                <a:solidFill>
                  <a:srgbClr val="0033CC"/>
                </a:solidFill>
                <a:latin typeface="Trebuchet MS"/>
                <a:cs typeface="Trebuchet MS"/>
              </a:rPr>
              <a:t>контура</a:t>
            </a:r>
            <a:r>
              <a:rPr sz="1400" spc="-4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400" spc="20" dirty="0">
                <a:solidFill>
                  <a:srgbClr val="0033CC"/>
                </a:solidFill>
                <a:latin typeface="Trebuchet MS"/>
                <a:cs typeface="Trebuchet MS"/>
              </a:rPr>
              <a:t>во</a:t>
            </a:r>
            <a:r>
              <a:rPr sz="1400" spc="-3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400" dirty="0">
                <a:solidFill>
                  <a:srgbClr val="0033CC"/>
                </a:solidFill>
                <a:latin typeface="Trebuchet MS"/>
                <a:cs typeface="Trebuchet MS"/>
              </a:rPr>
              <a:t>второй</a:t>
            </a:r>
            <a:r>
              <a:rPr sz="1400" dirty="0">
                <a:solidFill>
                  <a:srgbClr val="0033CC"/>
                </a:solidFill>
                <a:latin typeface="Microsoft Sans Serif"/>
                <a:cs typeface="Microsoft Sans Serif"/>
              </a:rPr>
              <a:t>».</a:t>
            </a:r>
            <a:endParaRPr sz="1400">
              <a:latin typeface="Microsoft Sans Serif"/>
              <a:cs typeface="Microsoft Sans Serif"/>
            </a:endParaRPr>
          </a:p>
          <a:p>
            <a:pPr marL="355600" marR="892175" indent="-343535">
              <a:lnSpc>
                <a:spcPct val="100000"/>
              </a:lnSpc>
              <a:spcBef>
                <a:spcPts val="830"/>
              </a:spcBef>
              <a:buFont typeface="Microsoft Sans Serif"/>
              <a:buAutoNum type="arabicPeriod" startAt="2"/>
              <a:tabLst>
                <a:tab pos="355600" algn="l"/>
                <a:tab pos="356235" algn="l"/>
              </a:tabLst>
            </a:pPr>
            <a:r>
              <a:rPr sz="1400" spc="15" dirty="0">
                <a:solidFill>
                  <a:srgbClr val="0033CC"/>
                </a:solidFill>
                <a:latin typeface="Trebuchet MS"/>
                <a:cs typeface="Trebuchet MS"/>
              </a:rPr>
              <a:t>Использование</a:t>
            </a:r>
            <a:r>
              <a:rPr sz="1400" spc="-4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400" spc="5" dirty="0">
                <a:solidFill>
                  <a:srgbClr val="0033CC"/>
                </a:solidFill>
                <a:latin typeface="Trebuchet MS"/>
                <a:cs typeface="Trebuchet MS"/>
              </a:rPr>
              <a:t>наплавок</a:t>
            </a:r>
            <a:r>
              <a:rPr sz="1400" spc="-4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400" spc="10" dirty="0">
                <a:solidFill>
                  <a:srgbClr val="0033CC"/>
                </a:solidFill>
                <a:latin typeface="Trebuchet MS"/>
                <a:cs typeface="Trebuchet MS"/>
              </a:rPr>
              <a:t>вместо</a:t>
            </a:r>
            <a:r>
              <a:rPr sz="1400" spc="-4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400" spc="5" dirty="0">
                <a:solidFill>
                  <a:srgbClr val="0033CC"/>
                </a:solidFill>
                <a:latin typeface="Trebuchet MS"/>
                <a:cs typeface="Trebuchet MS"/>
              </a:rPr>
              <a:t>рубашек</a:t>
            </a:r>
            <a:r>
              <a:rPr sz="1400" spc="-3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400" spc="20" dirty="0">
                <a:solidFill>
                  <a:srgbClr val="0033CC"/>
                </a:solidFill>
                <a:latin typeface="Trebuchet MS"/>
                <a:cs typeface="Trebuchet MS"/>
              </a:rPr>
              <a:t>в </a:t>
            </a:r>
            <a:r>
              <a:rPr sz="1400" spc="-409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400" dirty="0">
                <a:solidFill>
                  <a:srgbClr val="0033CC"/>
                </a:solidFill>
                <a:latin typeface="Trebuchet MS"/>
                <a:cs typeface="Trebuchet MS"/>
              </a:rPr>
              <a:t>патрубках</a:t>
            </a:r>
            <a:r>
              <a:rPr sz="1400" spc="-4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400" spc="-20" dirty="0">
                <a:solidFill>
                  <a:srgbClr val="0033CC"/>
                </a:solidFill>
                <a:latin typeface="Trebuchet MS"/>
                <a:cs typeface="Trebuchet MS"/>
              </a:rPr>
              <a:t>и</a:t>
            </a:r>
            <a:r>
              <a:rPr sz="1400" spc="-3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400" dirty="0">
                <a:solidFill>
                  <a:srgbClr val="0033CC"/>
                </a:solidFill>
                <a:latin typeface="Trebuchet MS"/>
                <a:cs typeface="Trebuchet MS"/>
              </a:rPr>
              <a:t>отверстиях</a:t>
            </a:r>
            <a:r>
              <a:rPr sz="1400" dirty="0">
                <a:solidFill>
                  <a:srgbClr val="0033CC"/>
                </a:solidFill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2677305" y="258448"/>
            <a:ext cx="479679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Основное</a:t>
            </a:r>
            <a:r>
              <a:rPr spc="-10" dirty="0"/>
              <a:t> </a:t>
            </a:r>
            <a:r>
              <a:rPr spc="-5" dirty="0"/>
              <a:t>оборудование</a:t>
            </a:r>
            <a:r>
              <a:rPr spc="-10" dirty="0"/>
              <a:t> </a:t>
            </a:r>
            <a:r>
              <a:rPr spc="-5" dirty="0"/>
              <a:t>РУ</a:t>
            </a:r>
          </a:p>
        </p:txBody>
      </p:sp>
      <p:grpSp>
        <p:nvGrpSpPr>
          <p:cNvPr id="5" name="object 5"/>
          <p:cNvGrpSpPr/>
          <p:nvPr/>
        </p:nvGrpSpPr>
        <p:grpSpPr>
          <a:xfrm>
            <a:off x="628040" y="1481966"/>
            <a:ext cx="4429125" cy="367030"/>
            <a:chOff x="628040" y="1481966"/>
            <a:chExt cx="4429125" cy="367030"/>
          </a:xfrm>
        </p:grpSpPr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28040" y="1481966"/>
              <a:ext cx="4197095" cy="366522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4825136" y="1481966"/>
              <a:ext cx="46990" cy="367030"/>
            </a:xfrm>
            <a:custGeom>
              <a:avLst/>
              <a:gdLst/>
              <a:ahLst/>
              <a:cxnLst/>
              <a:rect l="l" t="t" r="r" b="b"/>
              <a:pathLst>
                <a:path w="46989" h="367030">
                  <a:moveTo>
                    <a:pt x="46482" y="366521"/>
                  </a:moveTo>
                  <a:lnTo>
                    <a:pt x="46482" y="0"/>
                  </a:lnTo>
                  <a:lnTo>
                    <a:pt x="0" y="0"/>
                  </a:lnTo>
                  <a:lnTo>
                    <a:pt x="0" y="366521"/>
                  </a:lnTo>
                  <a:lnTo>
                    <a:pt x="46482" y="366521"/>
                  </a:lnTo>
                  <a:close/>
                </a:path>
              </a:pathLst>
            </a:custGeom>
            <a:solidFill>
              <a:srgbClr val="DEBC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871618" y="1481966"/>
              <a:ext cx="162560" cy="367030"/>
            </a:xfrm>
            <a:custGeom>
              <a:avLst/>
              <a:gdLst/>
              <a:ahLst/>
              <a:cxnLst/>
              <a:rect l="l" t="t" r="r" b="b"/>
              <a:pathLst>
                <a:path w="162560" h="367030">
                  <a:moveTo>
                    <a:pt x="162305" y="366521"/>
                  </a:moveTo>
                  <a:lnTo>
                    <a:pt x="162305" y="0"/>
                  </a:lnTo>
                  <a:lnTo>
                    <a:pt x="0" y="0"/>
                  </a:lnTo>
                  <a:lnTo>
                    <a:pt x="0" y="366521"/>
                  </a:lnTo>
                  <a:lnTo>
                    <a:pt x="162305" y="366521"/>
                  </a:lnTo>
                  <a:close/>
                </a:path>
              </a:pathLst>
            </a:custGeom>
            <a:solidFill>
              <a:srgbClr val="DEBD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033924" y="1481966"/>
              <a:ext cx="22860" cy="367030"/>
            </a:xfrm>
            <a:custGeom>
              <a:avLst/>
              <a:gdLst/>
              <a:ahLst/>
              <a:cxnLst/>
              <a:rect l="l" t="t" r="r" b="b"/>
              <a:pathLst>
                <a:path w="22860" h="367030">
                  <a:moveTo>
                    <a:pt x="22860" y="366521"/>
                  </a:moveTo>
                  <a:lnTo>
                    <a:pt x="22860" y="0"/>
                  </a:lnTo>
                  <a:lnTo>
                    <a:pt x="0" y="0"/>
                  </a:lnTo>
                  <a:lnTo>
                    <a:pt x="0" y="366521"/>
                  </a:lnTo>
                  <a:lnTo>
                    <a:pt x="22860" y="366521"/>
                  </a:lnTo>
                  <a:close/>
                </a:path>
              </a:pathLst>
            </a:custGeom>
            <a:solidFill>
              <a:srgbClr val="DF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770777" y="1500462"/>
            <a:ext cx="2377440" cy="3155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900" spc="-55" dirty="0">
                <a:solidFill>
                  <a:srgbClr val="FFFFFF"/>
                </a:solidFill>
                <a:latin typeface="Impact"/>
                <a:cs typeface="Impact"/>
              </a:rPr>
              <a:t>Компенсатор</a:t>
            </a:r>
            <a:r>
              <a:rPr sz="1900" spc="-20" dirty="0">
                <a:solidFill>
                  <a:srgbClr val="FFFFFF"/>
                </a:solidFill>
                <a:latin typeface="Impact"/>
                <a:cs typeface="Impact"/>
              </a:rPr>
              <a:t> </a:t>
            </a:r>
            <a:r>
              <a:rPr sz="1900" spc="-55" dirty="0">
                <a:solidFill>
                  <a:srgbClr val="FFFFFF"/>
                </a:solidFill>
                <a:latin typeface="Impact"/>
                <a:cs typeface="Impact"/>
              </a:rPr>
              <a:t>давления</a:t>
            </a:r>
            <a:endParaRPr sz="1900">
              <a:latin typeface="Impact"/>
              <a:cs typeface="Impact"/>
            </a:endParaRPr>
          </a:p>
        </p:txBody>
      </p:sp>
      <p:pic>
        <p:nvPicPr>
          <p:cNvPr id="11" name="object 1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557418" y="1052960"/>
            <a:ext cx="1578864" cy="5429250"/>
          </a:xfrm>
          <a:prstGeom prst="rect">
            <a:avLst/>
          </a:prstGeom>
        </p:spPr>
      </p:pic>
      <p:sp>
        <p:nvSpPr>
          <p:cNvPr id="12" name="object 12"/>
          <p:cNvSpPr txBox="1"/>
          <p:nvPr/>
        </p:nvSpPr>
        <p:spPr>
          <a:xfrm>
            <a:off x="8649607" y="6463829"/>
            <a:ext cx="358140" cy="309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2310"/>
              </a:lnSpc>
            </a:pPr>
            <a:fld id="{81D60167-4931-47E6-BA6A-407CBD079E47}" type="slidenum">
              <a:rPr sz="2000" b="1" spc="-5" dirty="0">
                <a:solidFill>
                  <a:srgbClr val="0068B4"/>
                </a:solidFill>
                <a:latin typeface="Arial"/>
                <a:cs typeface="Arial"/>
              </a:rPr>
              <a:t>24</a:t>
            </a:fld>
            <a:endParaRPr sz="2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37860" y="214252"/>
            <a:ext cx="479679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Основное</a:t>
            </a:r>
            <a:r>
              <a:rPr spc="-10" dirty="0"/>
              <a:t> </a:t>
            </a:r>
            <a:r>
              <a:rPr spc="-5" dirty="0"/>
              <a:t>оборудование</a:t>
            </a:r>
            <a:r>
              <a:rPr spc="-10" dirty="0"/>
              <a:t> </a:t>
            </a:r>
            <a:r>
              <a:rPr spc="-5" dirty="0"/>
              <a:t>РУ</a:t>
            </a: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8040" y="1481966"/>
            <a:ext cx="4786121" cy="640842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628040" y="1481966"/>
            <a:ext cx="4786630" cy="641350"/>
          </a:xfrm>
          <a:prstGeom prst="rect">
            <a:avLst/>
          </a:prstGeom>
        </p:spPr>
        <p:txBody>
          <a:bodyPr vert="horz" wrap="square" lIns="0" tIns="53340" rIns="0" bIns="0" rtlCol="0">
            <a:spAutoFit/>
          </a:bodyPr>
          <a:lstStyle/>
          <a:p>
            <a:pPr marL="92075" marR="1648460" indent="62865">
              <a:lnSpc>
                <a:spcPts val="2160"/>
              </a:lnSpc>
              <a:spcBef>
                <a:spcPts val="420"/>
              </a:spcBef>
            </a:pPr>
            <a:r>
              <a:rPr sz="1900" spc="-55" dirty="0">
                <a:solidFill>
                  <a:srgbClr val="FFFFFF"/>
                </a:solidFill>
                <a:latin typeface="Impact"/>
                <a:cs typeface="Impact"/>
              </a:rPr>
              <a:t>Гидроемкость</a:t>
            </a:r>
            <a:r>
              <a:rPr sz="1900" spc="-30" dirty="0">
                <a:solidFill>
                  <a:srgbClr val="FFFFFF"/>
                </a:solidFill>
                <a:latin typeface="Impact"/>
                <a:cs typeface="Impact"/>
              </a:rPr>
              <a:t> </a:t>
            </a:r>
            <a:r>
              <a:rPr sz="1900" spc="-60" dirty="0">
                <a:solidFill>
                  <a:srgbClr val="FFFFFF"/>
                </a:solidFill>
                <a:latin typeface="Impact"/>
                <a:cs typeface="Impact"/>
              </a:rPr>
              <a:t>системы </a:t>
            </a:r>
            <a:r>
              <a:rPr sz="1900" spc="-55" dirty="0">
                <a:solidFill>
                  <a:srgbClr val="FFFFFF"/>
                </a:solidFill>
                <a:latin typeface="Impact"/>
                <a:cs typeface="Impact"/>
              </a:rPr>
              <a:t> аварийн</a:t>
            </a:r>
            <a:r>
              <a:rPr sz="1900" spc="-60" dirty="0">
                <a:solidFill>
                  <a:srgbClr val="FFFFFF"/>
                </a:solidFill>
                <a:latin typeface="Impact"/>
                <a:cs typeface="Impact"/>
              </a:rPr>
              <a:t>о</a:t>
            </a:r>
            <a:r>
              <a:rPr sz="1900" spc="-30" dirty="0">
                <a:solidFill>
                  <a:srgbClr val="FFFFFF"/>
                </a:solidFill>
                <a:latin typeface="Impact"/>
                <a:cs typeface="Impact"/>
              </a:rPr>
              <a:t>г</a:t>
            </a:r>
            <a:r>
              <a:rPr sz="1900" spc="-55" dirty="0">
                <a:solidFill>
                  <a:srgbClr val="FFFFFF"/>
                </a:solidFill>
                <a:latin typeface="Impact"/>
                <a:cs typeface="Impact"/>
              </a:rPr>
              <a:t>о</a:t>
            </a:r>
            <a:r>
              <a:rPr sz="1900" spc="-25" dirty="0">
                <a:solidFill>
                  <a:srgbClr val="FFFFFF"/>
                </a:solidFill>
                <a:latin typeface="Impact"/>
                <a:cs typeface="Impact"/>
              </a:rPr>
              <a:t> </a:t>
            </a:r>
            <a:r>
              <a:rPr sz="1900" spc="-60" dirty="0">
                <a:solidFill>
                  <a:srgbClr val="FFFFFF"/>
                </a:solidFill>
                <a:latin typeface="Impact"/>
                <a:cs typeface="Impact"/>
              </a:rPr>
              <a:t>охлажд</a:t>
            </a:r>
            <a:r>
              <a:rPr sz="1900" spc="-50" dirty="0">
                <a:solidFill>
                  <a:srgbClr val="FFFFFF"/>
                </a:solidFill>
                <a:latin typeface="Impact"/>
                <a:cs typeface="Impact"/>
              </a:rPr>
              <a:t>е</a:t>
            </a:r>
            <a:r>
              <a:rPr sz="1900" spc="-60" dirty="0">
                <a:solidFill>
                  <a:srgbClr val="FFFFFF"/>
                </a:solidFill>
                <a:latin typeface="Impact"/>
                <a:cs typeface="Impact"/>
              </a:rPr>
              <a:t>н</a:t>
            </a:r>
            <a:r>
              <a:rPr sz="1900" spc="-55" dirty="0">
                <a:solidFill>
                  <a:srgbClr val="FFFFFF"/>
                </a:solidFill>
                <a:latin typeface="Impact"/>
                <a:cs typeface="Impact"/>
              </a:rPr>
              <a:t>ия</a:t>
            </a:r>
            <a:r>
              <a:rPr sz="1900" spc="-10" dirty="0">
                <a:solidFill>
                  <a:srgbClr val="FFFFFF"/>
                </a:solidFill>
                <a:latin typeface="Impact"/>
                <a:cs typeface="Impact"/>
              </a:rPr>
              <a:t> </a:t>
            </a:r>
            <a:r>
              <a:rPr sz="1900" spc="-60" dirty="0">
                <a:solidFill>
                  <a:srgbClr val="FFFFFF"/>
                </a:solidFill>
                <a:latin typeface="Impact"/>
                <a:cs typeface="Impact"/>
              </a:rPr>
              <a:t>зоны</a:t>
            </a:r>
            <a:endParaRPr sz="1900">
              <a:latin typeface="Impact"/>
              <a:cs typeface="Impact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384962" y="3124838"/>
            <a:ext cx="4185285" cy="28575"/>
            <a:chOff x="384962" y="3124838"/>
            <a:chExt cx="4185285" cy="28575"/>
          </a:xfrm>
        </p:grpSpPr>
        <p:sp>
          <p:nvSpPr>
            <p:cNvPr id="6" name="object 6"/>
            <p:cNvSpPr/>
            <p:nvPr/>
          </p:nvSpPr>
          <p:spPr>
            <a:xfrm>
              <a:off x="393344" y="3133220"/>
              <a:ext cx="4177029" cy="20320"/>
            </a:xfrm>
            <a:custGeom>
              <a:avLst/>
              <a:gdLst/>
              <a:ahLst/>
              <a:cxnLst/>
              <a:rect l="l" t="t" r="r" b="b"/>
              <a:pathLst>
                <a:path w="4177029" h="20319">
                  <a:moveTo>
                    <a:pt x="4176522" y="19812"/>
                  </a:moveTo>
                  <a:lnTo>
                    <a:pt x="4176522" y="0"/>
                  </a:lnTo>
                  <a:lnTo>
                    <a:pt x="0" y="0"/>
                  </a:lnTo>
                  <a:lnTo>
                    <a:pt x="0" y="19812"/>
                  </a:lnTo>
                  <a:lnTo>
                    <a:pt x="4176522" y="198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84962" y="3124838"/>
              <a:ext cx="4177029" cy="20320"/>
            </a:xfrm>
            <a:custGeom>
              <a:avLst/>
              <a:gdLst/>
              <a:ahLst/>
              <a:cxnLst/>
              <a:rect l="l" t="t" r="r" b="b"/>
              <a:pathLst>
                <a:path w="4177029" h="20319">
                  <a:moveTo>
                    <a:pt x="4176521" y="19812"/>
                  </a:moveTo>
                  <a:lnTo>
                    <a:pt x="4176521" y="0"/>
                  </a:lnTo>
                  <a:lnTo>
                    <a:pt x="0" y="0"/>
                  </a:lnTo>
                  <a:lnTo>
                    <a:pt x="0" y="19812"/>
                  </a:lnTo>
                  <a:lnTo>
                    <a:pt x="4176521" y="19812"/>
                  </a:lnTo>
                  <a:close/>
                </a:path>
              </a:pathLst>
            </a:custGeom>
            <a:solidFill>
              <a:srgbClr val="003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372253" y="2754939"/>
            <a:ext cx="4697730" cy="1021080"/>
          </a:xfrm>
          <a:prstGeom prst="rect">
            <a:avLst/>
          </a:prstGeom>
        </p:spPr>
        <p:txBody>
          <a:bodyPr vert="horz" wrap="square" lIns="0" tIns="139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95"/>
              </a:spcBef>
            </a:pPr>
            <a:r>
              <a:rPr sz="1700" b="1" spc="-65" dirty="0">
                <a:solidFill>
                  <a:srgbClr val="0033CC"/>
                </a:solidFill>
                <a:latin typeface="Tahoma"/>
                <a:cs typeface="Tahoma"/>
              </a:rPr>
              <a:t>Отличие</a:t>
            </a:r>
            <a:r>
              <a:rPr sz="1700" b="1" spc="-4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700" b="1" spc="-60" dirty="0">
                <a:solidFill>
                  <a:srgbClr val="0033CC"/>
                </a:solidFill>
                <a:latin typeface="Tahoma"/>
                <a:cs typeface="Tahoma"/>
              </a:rPr>
              <a:t>гидроемкости</a:t>
            </a:r>
            <a:r>
              <a:rPr sz="1700" b="1" spc="-4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700" b="1" spc="-60" dirty="0">
                <a:solidFill>
                  <a:srgbClr val="0033CC"/>
                </a:solidFill>
                <a:latin typeface="Tahoma"/>
                <a:cs typeface="Tahoma"/>
              </a:rPr>
              <a:t>В-428</a:t>
            </a:r>
            <a:r>
              <a:rPr sz="1700" b="1" spc="-4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700" b="1" spc="-60" dirty="0">
                <a:solidFill>
                  <a:srgbClr val="0033CC"/>
                </a:solidFill>
                <a:latin typeface="Tahoma"/>
                <a:cs typeface="Tahoma"/>
              </a:rPr>
              <a:t>от</a:t>
            </a:r>
            <a:r>
              <a:rPr sz="1700" b="1" spc="-3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700" b="1" spc="-60" dirty="0">
                <a:solidFill>
                  <a:srgbClr val="0033CC"/>
                </a:solidFill>
                <a:latin typeface="Tahoma"/>
                <a:cs typeface="Tahoma"/>
              </a:rPr>
              <a:t>В-320:</a:t>
            </a:r>
            <a:endParaRPr sz="1700">
              <a:latin typeface="Tahoma"/>
              <a:cs typeface="Tahoma"/>
            </a:endParaRPr>
          </a:p>
          <a:p>
            <a:pPr marL="354965" marR="5080" indent="-342900">
              <a:lnSpc>
                <a:spcPct val="100000"/>
              </a:lnSpc>
              <a:spcBef>
                <a:spcPts val="955"/>
              </a:spcBef>
            </a:pP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Большее количество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точек контроля </a:t>
            </a:r>
            <a:r>
              <a:rPr sz="1600" spc="5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теплофизических</a:t>
            </a:r>
            <a:r>
              <a:rPr sz="1600" spc="-3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ahoma"/>
                <a:cs typeface="Tahoma"/>
              </a:rPr>
              <a:t>параметров</a:t>
            </a:r>
            <a:r>
              <a:rPr sz="1600" spc="-2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в</a:t>
            </a:r>
            <a:r>
              <a:rPr sz="1600" spc="-2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1600" dirty="0">
                <a:solidFill>
                  <a:srgbClr val="0033CC"/>
                </a:solidFill>
                <a:latin typeface="Tahoma"/>
                <a:cs typeface="Tahoma"/>
              </a:rPr>
              <a:t>гидроемкости</a:t>
            </a:r>
            <a:endParaRPr sz="1600">
              <a:latin typeface="Tahoma"/>
              <a:cs typeface="Tahoma"/>
            </a:endParaRPr>
          </a:p>
        </p:txBody>
      </p:sp>
      <p:pic>
        <p:nvPicPr>
          <p:cNvPr id="9" name="object 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485790" y="982094"/>
            <a:ext cx="1947672" cy="5143500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8516257" y="6367055"/>
            <a:ext cx="380365" cy="340995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L="59690">
              <a:lnSpc>
                <a:spcPct val="100000"/>
              </a:lnSpc>
              <a:spcBef>
                <a:spcPts val="160"/>
              </a:spcBef>
            </a:pPr>
            <a:fld id="{81D60167-4931-47E6-BA6A-407CBD079E47}" type="slidenum">
              <a:rPr sz="2000" spc="-5" dirty="0">
                <a:solidFill>
                  <a:srgbClr val="0068B4"/>
                </a:solidFill>
                <a:latin typeface="Microsoft Sans Serif"/>
                <a:cs typeface="Microsoft Sans Serif"/>
              </a:rPr>
              <a:t>25</a:t>
            </a:fld>
            <a:endParaRPr sz="20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171084" y="1193168"/>
            <a:ext cx="3669029" cy="4984750"/>
            <a:chOff x="5171084" y="1193168"/>
            <a:chExt cx="3669029" cy="49847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209184" y="1231268"/>
              <a:ext cx="3592829" cy="4908041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5190134" y="1212218"/>
              <a:ext cx="3630929" cy="4946650"/>
            </a:xfrm>
            <a:custGeom>
              <a:avLst/>
              <a:gdLst/>
              <a:ahLst/>
              <a:cxnLst/>
              <a:rect l="l" t="t" r="r" b="b"/>
              <a:pathLst>
                <a:path w="3630929" h="4946650">
                  <a:moveTo>
                    <a:pt x="3630929" y="4946142"/>
                  </a:moveTo>
                  <a:lnTo>
                    <a:pt x="3630929" y="0"/>
                  </a:lnTo>
                  <a:lnTo>
                    <a:pt x="0" y="0"/>
                  </a:lnTo>
                  <a:lnTo>
                    <a:pt x="0" y="4946142"/>
                  </a:lnTo>
                  <a:lnTo>
                    <a:pt x="3630929" y="4946142"/>
                  </a:lnTo>
                  <a:close/>
                </a:path>
              </a:pathLst>
            </a:custGeom>
            <a:ln w="38100">
              <a:solidFill>
                <a:srgbClr val="2C5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564281" y="2010286"/>
            <a:ext cx="4559300" cy="398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8450" marR="648970" indent="-285750">
              <a:lnSpc>
                <a:spcPct val="100000"/>
              </a:lnSpc>
              <a:spcBef>
                <a:spcPts val="100"/>
              </a:spcBef>
              <a:buFont typeface="Wingdings"/>
              <a:buChar char=""/>
              <a:tabLst>
                <a:tab pos="298450" algn="l"/>
              </a:tabLst>
            </a:pPr>
            <a:r>
              <a:rPr sz="1600" spc="-5" dirty="0">
                <a:solidFill>
                  <a:srgbClr val="0033CC"/>
                </a:solidFill>
                <a:latin typeface="Trebuchet MS"/>
                <a:cs typeface="Trebuchet MS"/>
              </a:rPr>
              <a:t>применение</a:t>
            </a:r>
            <a:r>
              <a:rPr sz="1600" spc="-3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600" spc="10" dirty="0">
                <a:solidFill>
                  <a:srgbClr val="0033CC"/>
                </a:solidFill>
                <a:latin typeface="Trebuchet MS"/>
                <a:cs typeface="Trebuchet MS"/>
              </a:rPr>
              <a:t>торсиона</a:t>
            </a:r>
            <a:r>
              <a:rPr sz="1600" spc="-3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600" spc="5" dirty="0">
                <a:solidFill>
                  <a:srgbClr val="0033CC"/>
                </a:solidFill>
                <a:latin typeface="Trebuchet MS"/>
                <a:cs typeface="Trebuchet MS"/>
              </a:rPr>
              <a:t>с</a:t>
            </a:r>
            <a:r>
              <a:rPr sz="1600" spc="-4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600" spc="5" dirty="0">
                <a:solidFill>
                  <a:srgbClr val="0033CC"/>
                </a:solidFill>
                <a:latin typeface="Trebuchet MS"/>
                <a:cs typeface="Trebuchet MS"/>
              </a:rPr>
              <a:t>пластинчатой </a:t>
            </a:r>
            <a:r>
              <a:rPr sz="1600" spc="-46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600" spc="15" dirty="0">
                <a:solidFill>
                  <a:srgbClr val="0033CC"/>
                </a:solidFill>
                <a:latin typeface="Trebuchet MS"/>
                <a:cs typeface="Trebuchet MS"/>
              </a:rPr>
              <a:t>муфтой</a:t>
            </a:r>
            <a:r>
              <a:rPr sz="1600" spc="-4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600" spc="10" dirty="0">
                <a:solidFill>
                  <a:srgbClr val="0033CC"/>
                </a:solidFill>
                <a:latin typeface="Trebuchet MS"/>
                <a:cs typeface="Trebuchet MS"/>
              </a:rPr>
              <a:t>вместо</a:t>
            </a:r>
            <a:r>
              <a:rPr sz="1600" spc="-4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600" spc="10" dirty="0">
                <a:solidFill>
                  <a:srgbClr val="0033CC"/>
                </a:solidFill>
                <a:latin typeface="Trebuchet MS"/>
                <a:cs typeface="Trebuchet MS"/>
              </a:rPr>
              <a:t>зубчатой</a:t>
            </a:r>
            <a:r>
              <a:rPr sz="1600" spc="-4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600" spc="25" dirty="0">
                <a:solidFill>
                  <a:srgbClr val="0033CC"/>
                </a:solidFill>
                <a:latin typeface="Trebuchet MS"/>
                <a:cs typeface="Trebuchet MS"/>
              </a:rPr>
              <a:t>муфты</a:t>
            </a:r>
            <a:r>
              <a:rPr sz="1600" spc="25" dirty="0">
                <a:solidFill>
                  <a:srgbClr val="0033CC"/>
                </a:solidFill>
                <a:latin typeface="Microsoft Sans Serif"/>
                <a:cs typeface="Microsoft Sans Serif"/>
              </a:rPr>
              <a:t>;</a:t>
            </a:r>
            <a:endParaRPr sz="1600">
              <a:latin typeface="Microsoft Sans Serif"/>
              <a:cs typeface="Microsoft Sans Serif"/>
            </a:endParaRPr>
          </a:p>
          <a:p>
            <a:pPr marL="298450" marR="54610" indent="-285750">
              <a:lnSpc>
                <a:spcPct val="100000"/>
              </a:lnSpc>
              <a:spcBef>
                <a:spcPts val="400"/>
              </a:spcBef>
              <a:buFont typeface="Wingdings"/>
              <a:buChar char=""/>
              <a:tabLst>
                <a:tab pos="298450" algn="l"/>
              </a:tabLst>
            </a:pPr>
            <a:r>
              <a:rPr sz="1600" spc="10" dirty="0">
                <a:solidFill>
                  <a:srgbClr val="0033CC"/>
                </a:solidFill>
                <a:latin typeface="Trebuchet MS"/>
                <a:cs typeface="Trebuchet MS"/>
              </a:rPr>
              <a:t>использование </a:t>
            </a:r>
            <a:r>
              <a:rPr sz="1600" spc="-10" dirty="0">
                <a:solidFill>
                  <a:srgbClr val="0033CC"/>
                </a:solidFill>
                <a:latin typeface="Trebuchet MS"/>
                <a:cs typeface="Trebuchet MS"/>
              </a:rPr>
              <a:t>главного </a:t>
            </a:r>
            <a:r>
              <a:rPr sz="1600" spc="10" dirty="0">
                <a:solidFill>
                  <a:srgbClr val="0033CC"/>
                </a:solidFill>
                <a:latin typeface="Trebuchet MS"/>
                <a:cs typeface="Trebuchet MS"/>
              </a:rPr>
              <a:t>радиально</a:t>
            </a:r>
            <a:r>
              <a:rPr sz="1600" spc="10" dirty="0">
                <a:solidFill>
                  <a:srgbClr val="0033CC"/>
                </a:solidFill>
                <a:latin typeface="Microsoft Sans Serif"/>
                <a:cs typeface="Microsoft Sans Serif"/>
              </a:rPr>
              <a:t>-</a:t>
            </a:r>
            <a:r>
              <a:rPr sz="1600" spc="10" dirty="0">
                <a:solidFill>
                  <a:srgbClr val="0033CC"/>
                </a:solidFill>
                <a:latin typeface="Trebuchet MS"/>
                <a:cs typeface="Trebuchet MS"/>
              </a:rPr>
              <a:t>осевого </a:t>
            </a:r>
            <a:r>
              <a:rPr sz="1600" spc="-47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rebuchet MS"/>
                <a:cs typeface="Trebuchet MS"/>
              </a:rPr>
              <a:t>подшипника</a:t>
            </a:r>
            <a:r>
              <a:rPr sz="1600" spc="-4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600" spc="5" dirty="0">
                <a:solidFill>
                  <a:srgbClr val="0033CC"/>
                </a:solidFill>
                <a:latin typeface="Trebuchet MS"/>
                <a:cs typeface="Trebuchet MS"/>
              </a:rPr>
              <a:t>с</a:t>
            </a:r>
            <a:r>
              <a:rPr sz="1600" spc="-4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600" spc="10" dirty="0">
                <a:solidFill>
                  <a:srgbClr val="0033CC"/>
                </a:solidFill>
                <a:latin typeface="Trebuchet MS"/>
                <a:cs typeface="Trebuchet MS"/>
              </a:rPr>
              <a:t>водяной</a:t>
            </a:r>
            <a:r>
              <a:rPr sz="1600" spc="-3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600" spc="-10" dirty="0">
                <a:solidFill>
                  <a:srgbClr val="0033CC"/>
                </a:solidFill>
                <a:latin typeface="Trebuchet MS"/>
                <a:cs typeface="Trebuchet MS"/>
              </a:rPr>
              <a:t>смазкой</a:t>
            </a:r>
            <a:r>
              <a:rPr sz="1600" spc="-10" dirty="0">
                <a:solidFill>
                  <a:srgbClr val="0033CC"/>
                </a:solidFill>
                <a:latin typeface="Microsoft Sans Serif"/>
                <a:cs typeface="Microsoft Sans Serif"/>
              </a:rPr>
              <a:t>;</a:t>
            </a:r>
            <a:endParaRPr sz="1600">
              <a:latin typeface="Microsoft Sans Serif"/>
              <a:cs typeface="Microsoft Sans Serif"/>
            </a:endParaRPr>
          </a:p>
          <a:p>
            <a:pPr marL="298450" marR="226060" indent="-285750">
              <a:lnSpc>
                <a:spcPct val="100000"/>
              </a:lnSpc>
              <a:spcBef>
                <a:spcPts val="400"/>
              </a:spcBef>
              <a:buFont typeface="Wingdings"/>
              <a:buChar char=""/>
              <a:tabLst>
                <a:tab pos="298450" algn="l"/>
              </a:tabLst>
            </a:pPr>
            <a:r>
              <a:rPr sz="1600" spc="25" dirty="0">
                <a:solidFill>
                  <a:srgbClr val="0033CC"/>
                </a:solidFill>
                <a:latin typeface="Trebuchet MS"/>
                <a:cs typeface="Trebuchet MS"/>
              </a:rPr>
              <a:t>в </a:t>
            </a:r>
            <a:r>
              <a:rPr sz="1600" spc="-20" dirty="0">
                <a:solidFill>
                  <a:srgbClr val="0033CC"/>
                </a:solidFill>
                <a:latin typeface="Trebuchet MS"/>
                <a:cs typeface="Trebuchet MS"/>
              </a:rPr>
              <a:t>режиме </a:t>
            </a:r>
            <a:r>
              <a:rPr sz="1600" spc="-15" dirty="0">
                <a:solidFill>
                  <a:srgbClr val="0033CC"/>
                </a:solidFill>
                <a:latin typeface="Trebuchet MS"/>
                <a:cs typeface="Trebuchet MS"/>
              </a:rPr>
              <a:t>стоянки </a:t>
            </a:r>
            <a:r>
              <a:rPr sz="1600" spc="10" dirty="0">
                <a:solidFill>
                  <a:srgbClr val="0033CC"/>
                </a:solidFill>
                <a:latin typeface="Trebuchet MS"/>
                <a:cs typeface="Trebuchet MS"/>
              </a:rPr>
              <a:t>теплоотвод </a:t>
            </a:r>
            <a:r>
              <a:rPr sz="1600" spc="20" dirty="0">
                <a:solidFill>
                  <a:srgbClr val="0033CC"/>
                </a:solidFill>
                <a:latin typeface="Trebuchet MS"/>
                <a:cs typeface="Trebuchet MS"/>
              </a:rPr>
              <a:t>от </a:t>
            </a:r>
            <a:r>
              <a:rPr sz="1600" spc="-35" dirty="0">
                <a:solidFill>
                  <a:srgbClr val="0033CC"/>
                </a:solidFill>
                <a:latin typeface="Trebuchet MS"/>
                <a:cs typeface="Trebuchet MS"/>
              </a:rPr>
              <a:t>нижнего </a:t>
            </a:r>
            <a:r>
              <a:rPr sz="1600" spc="-3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600" spc="5" dirty="0">
                <a:solidFill>
                  <a:srgbClr val="0033CC"/>
                </a:solidFill>
                <a:latin typeface="Trebuchet MS"/>
                <a:cs typeface="Trebuchet MS"/>
              </a:rPr>
              <a:t>радиального </a:t>
            </a:r>
            <a:r>
              <a:rPr sz="1600" spc="-5" dirty="0">
                <a:solidFill>
                  <a:srgbClr val="0033CC"/>
                </a:solidFill>
                <a:latin typeface="Trebuchet MS"/>
                <a:cs typeface="Trebuchet MS"/>
              </a:rPr>
              <a:t>подшипника </a:t>
            </a:r>
            <a:r>
              <a:rPr sz="1600" spc="15" dirty="0">
                <a:solidFill>
                  <a:srgbClr val="0033CC"/>
                </a:solidFill>
                <a:latin typeface="Trebuchet MS"/>
                <a:cs typeface="Trebuchet MS"/>
              </a:rPr>
              <a:t>осуществляется </a:t>
            </a:r>
            <a:r>
              <a:rPr sz="1600" spc="-47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600" dirty="0">
                <a:solidFill>
                  <a:srgbClr val="0033CC"/>
                </a:solidFill>
                <a:latin typeface="Trebuchet MS"/>
                <a:cs typeface="Trebuchet MS"/>
              </a:rPr>
              <a:t>естественной</a:t>
            </a:r>
            <a:r>
              <a:rPr sz="1600" spc="-4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Trebuchet MS"/>
                <a:cs typeface="Trebuchet MS"/>
              </a:rPr>
              <a:t>циркуляцией</a:t>
            </a:r>
            <a:r>
              <a:rPr sz="1600" spc="-5" dirty="0">
                <a:solidFill>
                  <a:srgbClr val="0033CC"/>
                </a:solidFill>
                <a:latin typeface="Microsoft Sans Serif"/>
                <a:cs typeface="Microsoft Sans Serif"/>
              </a:rPr>
              <a:t>;</a:t>
            </a:r>
            <a:endParaRPr sz="1600">
              <a:latin typeface="Microsoft Sans Serif"/>
              <a:cs typeface="Microsoft Sans Serif"/>
            </a:endParaRPr>
          </a:p>
          <a:p>
            <a:pPr marL="298450" marR="46990" indent="-285750">
              <a:lnSpc>
                <a:spcPct val="100000"/>
              </a:lnSpc>
              <a:spcBef>
                <a:spcPts val="400"/>
              </a:spcBef>
              <a:buFont typeface="Wingdings"/>
              <a:buChar char=""/>
              <a:tabLst>
                <a:tab pos="298450" algn="l"/>
              </a:tabLst>
            </a:pPr>
            <a:r>
              <a:rPr sz="1600" dirty="0">
                <a:solidFill>
                  <a:srgbClr val="0033CC"/>
                </a:solidFill>
                <a:latin typeface="Trebuchet MS"/>
                <a:cs typeface="Trebuchet MS"/>
              </a:rPr>
              <a:t>сферическая</a:t>
            </a:r>
            <a:r>
              <a:rPr sz="1600" spc="-7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600" spc="30" dirty="0">
                <a:solidFill>
                  <a:srgbClr val="0033CC"/>
                </a:solidFill>
                <a:latin typeface="Trebuchet MS"/>
                <a:cs typeface="Trebuchet MS"/>
              </a:rPr>
              <a:t>форма</a:t>
            </a:r>
            <a:r>
              <a:rPr sz="1600" spc="-7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600" spc="15" dirty="0">
                <a:solidFill>
                  <a:srgbClr val="0033CC"/>
                </a:solidFill>
                <a:latin typeface="Trebuchet MS"/>
                <a:cs typeface="Trebuchet MS"/>
              </a:rPr>
              <a:t>сварно</a:t>
            </a:r>
            <a:r>
              <a:rPr sz="1600" spc="15" dirty="0">
                <a:solidFill>
                  <a:srgbClr val="0033CC"/>
                </a:solidFill>
                <a:latin typeface="Microsoft Sans Serif"/>
                <a:cs typeface="Microsoft Sans Serif"/>
              </a:rPr>
              <a:t>-</a:t>
            </a:r>
            <a:r>
              <a:rPr sz="1600" spc="15" dirty="0">
                <a:solidFill>
                  <a:srgbClr val="0033CC"/>
                </a:solidFill>
                <a:latin typeface="Trebuchet MS"/>
                <a:cs typeface="Trebuchet MS"/>
              </a:rPr>
              <a:t>штампованного </a:t>
            </a:r>
            <a:r>
              <a:rPr sz="1600" spc="-46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600" spc="-10" dirty="0">
                <a:solidFill>
                  <a:srgbClr val="0033CC"/>
                </a:solidFill>
                <a:latin typeface="Trebuchet MS"/>
                <a:cs typeface="Trebuchet MS"/>
              </a:rPr>
              <a:t>корпуса</a:t>
            </a:r>
            <a:r>
              <a:rPr sz="1600" spc="-10" dirty="0">
                <a:solidFill>
                  <a:srgbClr val="0033CC"/>
                </a:solidFill>
                <a:latin typeface="Microsoft Sans Serif"/>
                <a:cs typeface="Microsoft Sans Serif"/>
              </a:rPr>
              <a:t>;</a:t>
            </a:r>
            <a:endParaRPr sz="1600">
              <a:latin typeface="Microsoft Sans Serif"/>
              <a:cs typeface="Microsoft Sans Serif"/>
            </a:endParaRPr>
          </a:p>
          <a:p>
            <a:pPr marL="298450" indent="-285750">
              <a:lnSpc>
                <a:spcPct val="100000"/>
              </a:lnSpc>
              <a:spcBef>
                <a:spcPts val="395"/>
              </a:spcBef>
              <a:buFont typeface="Wingdings"/>
              <a:buChar char=""/>
              <a:tabLst>
                <a:tab pos="298450" algn="l"/>
              </a:tabLst>
            </a:pPr>
            <a:r>
              <a:rPr sz="1600" dirty="0">
                <a:solidFill>
                  <a:srgbClr val="0033CC"/>
                </a:solidFill>
                <a:latin typeface="Trebuchet MS"/>
                <a:cs typeface="Trebuchet MS"/>
              </a:rPr>
              <a:t>двигатель</a:t>
            </a:r>
            <a:r>
              <a:rPr sz="1600" spc="-4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600" spc="5" dirty="0">
                <a:solidFill>
                  <a:srgbClr val="0033CC"/>
                </a:solidFill>
                <a:latin typeface="Trebuchet MS"/>
                <a:cs typeface="Trebuchet MS"/>
              </a:rPr>
              <a:t>имеет</a:t>
            </a:r>
            <a:r>
              <a:rPr sz="1600" spc="-4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600" spc="20" dirty="0">
                <a:solidFill>
                  <a:srgbClr val="0033CC"/>
                </a:solidFill>
                <a:latin typeface="Trebuchet MS"/>
                <a:cs typeface="Trebuchet MS"/>
              </a:rPr>
              <a:t>следующие</a:t>
            </a:r>
            <a:r>
              <a:rPr sz="1600" spc="-5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600" spc="10" dirty="0">
                <a:solidFill>
                  <a:srgbClr val="0033CC"/>
                </a:solidFill>
                <a:latin typeface="Trebuchet MS"/>
                <a:cs typeface="Trebuchet MS"/>
              </a:rPr>
              <a:t>преимущества</a:t>
            </a:r>
            <a:r>
              <a:rPr sz="1600" spc="10" dirty="0">
                <a:solidFill>
                  <a:srgbClr val="0033CC"/>
                </a:solidFill>
                <a:latin typeface="Microsoft Sans Serif"/>
                <a:cs typeface="Microsoft Sans Serif"/>
              </a:rPr>
              <a:t>:</a:t>
            </a:r>
            <a:endParaRPr sz="1600">
              <a:latin typeface="Microsoft Sans Serif"/>
              <a:cs typeface="Microsoft Sans Serif"/>
            </a:endParaRPr>
          </a:p>
          <a:p>
            <a:pPr marL="765810" lvl="1" indent="-182245">
              <a:lnSpc>
                <a:spcPct val="100000"/>
              </a:lnSpc>
              <a:spcBef>
                <a:spcPts val="395"/>
              </a:spcBef>
              <a:buSzPct val="93750"/>
              <a:buFont typeface="Wingdings"/>
              <a:buChar char=""/>
              <a:tabLst>
                <a:tab pos="766445" algn="l"/>
              </a:tabLst>
            </a:pPr>
            <a:r>
              <a:rPr sz="1600" spc="10" dirty="0">
                <a:solidFill>
                  <a:srgbClr val="0033CC"/>
                </a:solidFill>
                <a:latin typeface="Trebuchet MS"/>
                <a:cs typeface="Trebuchet MS"/>
              </a:rPr>
              <a:t>индивидуальная</a:t>
            </a:r>
            <a:r>
              <a:rPr sz="1600" spc="-4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600" spc="5" dirty="0">
                <a:solidFill>
                  <a:srgbClr val="0033CC"/>
                </a:solidFill>
                <a:latin typeface="Trebuchet MS"/>
                <a:cs typeface="Trebuchet MS"/>
              </a:rPr>
              <a:t>система</a:t>
            </a:r>
            <a:r>
              <a:rPr sz="1600" spc="-4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600" spc="-10" dirty="0">
                <a:solidFill>
                  <a:srgbClr val="0033CC"/>
                </a:solidFill>
                <a:latin typeface="Trebuchet MS"/>
                <a:cs typeface="Trebuchet MS"/>
              </a:rPr>
              <a:t>смазки</a:t>
            </a:r>
            <a:r>
              <a:rPr sz="1600" spc="-10" dirty="0">
                <a:solidFill>
                  <a:srgbClr val="0033CC"/>
                </a:solidFill>
                <a:latin typeface="Microsoft Sans Serif"/>
                <a:cs typeface="Microsoft Sans Serif"/>
              </a:rPr>
              <a:t>;</a:t>
            </a:r>
            <a:endParaRPr sz="1600">
              <a:latin typeface="Microsoft Sans Serif"/>
              <a:cs typeface="Microsoft Sans Serif"/>
            </a:endParaRPr>
          </a:p>
          <a:p>
            <a:pPr marL="584200" marR="188595" lvl="1">
              <a:lnSpc>
                <a:spcPct val="100499"/>
              </a:lnSpc>
              <a:spcBef>
                <a:spcPts val="365"/>
              </a:spcBef>
              <a:buSzPct val="93750"/>
              <a:buFont typeface="Wingdings"/>
              <a:buChar char=""/>
              <a:tabLst>
                <a:tab pos="766445" algn="l"/>
              </a:tabLst>
            </a:pPr>
            <a:r>
              <a:rPr sz="1600" spc="-30" dirty="0">
                <a:solidFill>
                  <a:srgbClr val="0033CC"/>
                </a:solidFill>
                <a:latin typeface="Trebuchet MS"/>
                <a:cs typeface="Trebuchet MS"/>
              </a:rPr>
              <a:t>пуск </a:t>
            </a:r>
            <a:r>
              <a:rPr sz="1600" dirty="0">
                <a:solidFill>
                  <a:srgbClr val="0033CC"/>
                </a:solidFill>
                <a:latin typeface="Trebuchet MS"/>
                <a:cs typeface="Trebuchet MS"/>
              </a:rPr>
              <a:t>двигателя </a:t>
            </a:r>
            <a:r>
              <a:rPr sz="1600" spc="20" dirty="0">
                <a:solidFill>
                  <a:srgbClr val="0033CC"/>
                </a:solidFill>
                <a:latin typeface="Trebuchet MS"/>
                <a:cs typeface="Trebuchet MS"/>
              </a:rPr>
              <a:t>осуществляется </a:t>
            </a:r>
            <a:r>
              <a:rPr sz="1600" spc="25" dirty="0">
                <a:solidFill>
                  <a:srgbClr val="0033CC"/>
                </a:solidFill>
                <a:latin typeface="Trebuchet MS"/>
                <a:cs typeface="Trebuchet MS"/>
              </a:rPr>
              <a:t>в </a:t>
            </a:r>
            <a:r>
              <a:rPr sz="1600" spc="3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600" spc="20" dirty="0">
                <a:solidFill>
                  <a:srgbClr val="0033CC"/>
                </a:solidFill>
                <a:latin typeface="Trebuchet MS"/>
                <a:cs typeface="Trebuchet MS"/>
              </a:rPr>
              <a:t>начале </a:t>
            </a:r>
            <a:r>
              <a:rPr sz="1600" spc="15" dirty="0">
                <a:solidFill>
                  <a:srgbClr val="0033CC"/>
                </a:solidFill>
                <a:latin typeface="Trebuchet MS"/>
                <a:cs typeface="Trebuchet MS"/>
              </a:rPr>
              <a:t>до </a:t>
            </a:r>
            <a:r>
              <a:rPr sz="1600" spc="-5" dirty="0">
                <a:solidFill>
                  <a:srgbClr val="0033CC"/>
                </a:solidFill>
                <a:latin typeface="Microsoft Sans Serif"/>
                <a:cs typeface="Microsoft Sans Serif"/>
              </a:rPr>
              <a:t>750 </a:t>
            </a:r>
            <a:r>
              <a:rPr sz="1600" spc="5" dirty="0">
                <a:solidFill>
                  <a:srgbClr val="0033CC"/>
                </a:solidFill>
                <a:latin typeface="Trebuchet MS"/>
                <a:cs typeface="Trebuchet MS"/>
              </a:rPr>
              <a:t>об</a:t>
            </a:r>
            <a:r>
              <a:rPr sz="1600" spc="5" dirty="0">
                <a:solidFill>
                  <a:srgbClr val="0033CC"/>
                </a:solidFill>
                <a:latin typeface="Microsoft Sans Serif"/>
                <a:cs typeface="Microsoft Sans Serif"/>
              </a:rPr>
              <a:t>/</a:t>
            </a:r>
            <a:r>
              <a:rPr sz="1600" spc="5" dirty="0">
                <a:solidFill>
                  <a:srgbClr val="0033CC"/>
                </a:solidFill>
                <a:latin typeface="Trebuchet MS"/>
                <a:cs typeface="Trebuchet MS"/>
              </a:rPr>
              <a:t>мин</a:t>
            </a:r>
            <a:r>
              <a:rPr sz="1600" spc="5" dirty="0">
                <a:solidFill>
                  <a:srgbClr val="0033CC"/>
                </a:solidFill>
                <a:latin typeface="Microsoft Sans Serif"/>
                <a:cs typeface="Microsoft Sans Serif"/>
              </a:rPr>
              <a:t>, </a:t>
            </a:r>
            <a:r>
              <a:rPr sz="1600" spc="65" dirty="0">
                <a:solidFill>
                  <a:srgbClr val="0033CC"/>
                </a:solidFill>
                <a:latin typeface="Trebuchet MS"/>
                <a:cs typeface="Trebuchet MS"/>
              </a:rPr>
              <a:t>а </a:t>
            </a:r>
            <a:r>
              <a:rPr sz="1600" spc="15" dirty="0">
                <a:solidFill>
                  <a:srgbClr val="0033CC"/>
                </a:solidFill>
                <a:latin typeface="Trebuchet MS"/>
                <a:cs typeface="Trebuchet MS"/>
              </a:rPr>
              <a:t>затем </a:t>
            </a:r>
            <a:r>
              <a:rPr sz="1600" spc="2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600" spc="5" dirty="0">
                <a:solidFill>
                  <a:srgbClr val="0033CC"/>
                </a:solidFill>
                <a:latin typeface="Trebuchet MS"/>
                <a:cs typeface="Trebuchet MS"/>
              </a:rPr>
              <a:t>производится</a:t>
            </a:r>
            <a:r>
              <a:rPr sz="1600" spc="-4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600" spc="5" dirty="0">
                <a:solidFill>
                  <a:srgbClr val="0033CC"/>
                </a:solidFill>
                <a:latin typeface="Trebuchet MS"/>
                <a:cs typeface="Trebuchet MS"/>
              </a:rPr>
              <a:t>переход</a:t>
            </a:r>
            <a:r>
              <a:rPr sz="1600" spc="-4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600" spc="25" dirty="0">
                <a:solidFill>
                  <a:srgbClr val="0033CC"/>
                </a:solidFill>
                <a:latin typeface="Trebuchet MS"/>
                <a:cs typeface="Trebuchet MS"/>
              </a:rPr>
              <a:t>на</a:t>
            </a:r>
            <a:r>
              <a:rPr sz="1600" spc="-3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600" spc="10" dirty="0">
                <a:solidFill>
                  <a:srgbClr val="0033CC"/>
                </a:solidFill>
                <a:latin typeface="Trebuchet MS"/>
                <a:cs typeface="Trebuchet MS"/>
              </a:rPr>
              <a:t>номинальную </a:t>
            </a:r>
            <a:r>
              <a:rPr sz="1600" spc="-47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600" spc="-10" dirty="0">
                <a:solidFill>
                  <a:srgbClr val="0033CC"/>
                </a:solidFill>
                <a:latin typeface="Trebuchet MS"/>
                <a:cs typeface="Trebuchet MS"/>
              </a:rPr>
              <a:t>скорость</a:t>
            </a:r>
            <a:r>
              <a:rPr sz="1600" spc="-4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600" spc="20" dirty="0">
                <a:solidFill>
                  <a:srgbClr val="0033CC"/>
                </a:solidFill>
                <a:latin typeface="Trebuchet MS"/>
                <a:cs typeface="Trebuchet MS"/>
              </a:rPr>
              <a:t>вращения</a:t>
            </a:r>
            <a:r>
              <a:rPr sz="1600" spc="-4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600" spc="-5" dirty="0">
                <a:solidFill>
                  <a:srgbClr val="0033CC"/>
                </a:solidFill>
                <a:latin typeface="Microsoft Sans Serif"/>
                <a:cs typeface="Microsoft Sans Serif"/>
              </a:rPr>
              <a:t>1000</a:t>
            </a:r>
            <a:r>
              <a:rPr sz="1600" spc="10" dirty="0">
                <a:solidFill>
                  <a:srgbClr val="0033CC"/>
                </a:solidFill>
                <a:latin typeface="Microsoft Sans Serif"/>
                <a:cs typeface="Microsoft Sans Serif"/>
              </a:rPr>
              <a:t> </a:t>
            </a:r>
            <a:r>
              <a:rPr sz="1600" spc="5" dirty="0">
                <a:solidFill>
                  <a:srgbClr val="0033CC"/>
                </a:solidFill>
                <a:latin typeface="Trebuchet MS"/>
                <a:cs typeface="Trebuchet MS"/>
              </a:rPr>
              <a:t>об</a:t>
            </a:r>
            <a:r>
              <a:rPr sz="1600" spc="5" dirty="0">
                <a:solidFill>
                  <a:srgbClr val="0033CC"/>
                </a:solidFill>
                <a:latin typeface="Microsoft Sans Serif"/>
                <a:cs typeface="Microsoft Sans Serif"/>
              </a:rPr>
              <a:t>/</a:t>
            </a:r>
            <a:r>
              <a:rPr sz="1600" spc="5" dirty="0">
                <a:solidFill>
                  <a:srgbClr val="0033CC"/>
                </a:solidFill>
                <a:latin typeface="Trebuchet MS"/>
                <a:cs typeface="Trebuchet MS"/>
              </a:rPr>
              <a:t>мин</a:t>
            </a:r>
            <a:r>
              <a:rPr sz="1600" spc="5" dirty="0">
                <a:solidFill>
                  <a:srgbClr val="0033CC"/>
                </a:solidFill>
                <a:latin typeface="Microsoft Sans Serif"/>
                <a:cs typeface="Microsoft Sans Serif"/>
              </a:rPr>
              <a:t>.</a:t>
            </a:r>
            <a:endParaRPr sz="1600">
              <a:latin typeface="Microsoft Sans Serif"/>
              <a:cs typeface="Microsoft Sans Serif"/>
            </a:endParaRPr>
          </a:p>
        </p:txBody>
      </p:sp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28040" y="1481966"/>
            <a:ext cx="3714749" cy="366522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628040" y="1481966"/>
            <a:ext cx="3714750" cy="367030"/>
          </a:xfrm>
          <a:prstGeom prst="rect">
            <a:avLst/>
          </a:prstGeom>
        </p:spPr>
        <p:txBody>
          <a:bodyPr vert="horz" wrap="square" lIns="0" tIns="31115" rIns="0" bIns="0" rtlCol="0">
            <a:spAutoFit/>
          </a:bodyPr>
          <a:lstStyle/>
          <a:p>
            <a:pPr marL="154940">
              <a:lnSpc>
                <a:spcPct val="100000"/>
              </a:lnSpc>
              <a:spcBef>
                <a:spcPts val="245"/>
              </a:spcBef>
            </a:pPr>
            <a:r>
              <a:rPr sz="1900" spc="-50" dirty="0">
                <a:solidFill>
                  <a:srgbClr val="FFFFFF"/>
                </a:solidFill>
                <a:latin typeface="Impact"/>
                <a:cs typeface="Impact"/>
              </a:rPr>
              <a:t>ГЦНА</a:t>
            </a:r>
            <a:r>
              <a:rPr sz="180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1900" spc="-50" dirty="0">
                <a:solidFill>
                  <a:srgbClr val="FFFFFF"/>
                </a:solidFill>
                <a:latin typeface="Impact"/>
                <a:cs typeface="Impact"/>
              </a:rPr>
              <a:t>1391</a:t>
            </a:r>
            <a:endParaRPr sz="1900">
              <a:latin typeface="Impact"/>
              <a:cs typeface="Impact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649607" y="6463829"/>
            <a:ext cx="358140" cy="309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2310"/>
              </a:lnSpc>
            </a:pPr>
            <a:fld id="{81D60167-4931-47E6-BA6A-407CBD079E47}" type="slidenum">
              <a:rPr sz="2000" b="1" spc="-5" dirty="0">
                <a:solidFill>
                  <a:srgbClr val="0068B4"/>
                </a:solidFill>
                <a:latin typeface="Arial"/>
                <a:cs typeface="Arial"/>
              </a:rPr>
              <a:t>26</a:t>
            </a:fld>
            <a:endParaRPr sz="2000">
              <a:latin typeface="Arial"/>
              <a:cs typeface="Arial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2591961" y="247018"/>
            <a:ext cx="479679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Основное</a:t>
            </a:r>
            <a:r>
              <a:rPr spc="-10" dirty="0"/>
              <a:t> </a:t>
            </a:r>
            <a:r>
              <a:rPr spc="-5" dirty="0"/>
              <a:t>оборудование</a:t>
            </a:r>
            <a:r>
              <a:rPr spc="-10" dirty="0"/>
              <a:t> </a:t>
            </a:r>
            <a:r>
              <a:rPr spc="-5" dirty="0"/>
              <a:t>РУ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947310" y="320170"/>
            <a:ext cx="5563235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Система управления</a:t>
            </a:r>
            <a:r>
              <a:rPr spc="-10" dirty="0"/>
              <a:t> </a:t>
            </a:r>
            <a:r>
              <a:rPr spc="-5" dirty="0"/>
              <a:t>и</a:t>
            </a:r>
            <a:r>
              <a:rPr dirty="0"/>
              <a:t> </a:t>
            </a:r>
            <a:r>
              <a:rPr spc="-5" dirty="0"/>
              <a:t>защиты</a:t>
            </a:r>
          </a:p>
        </p:txBody>
      </p:sp>
      <p:sp>
        <p:nvSpPr>
          <p:cNvPr id="4" name="object 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191770">
              <a:lnSpc>
                <a:spcPct val="100000"/>
              </a:lnSpc>
              <a:spcBef>
                <a:spcPts val="345"/>
              </a:spcBef>
            </a:pPr>
            <a:fld id="{81D60167-4931-47E6-BA6A-407CBD079E47}" type="slidenum">
              <a:rPr spc="-5" dirty="0"/>
              <a:t>27</a:t>
            </a:fld>
            <a:endParaRPr spc="-5" dirty="0"/>
          </a:p>
        </p:txBody>
      </p:sp>
      <p:sp>
        <p:nvSpPr>
          <p:cNvPr id="3" name="object 3"/>
          <p:cNvSpPr txBox="1"/>
          <p:nvPr/>
        </p:nvSpPr>
        <p:spPr>
          <a:xfrm>
            <a:off x="915562" y="1302388"/>
            <a:ext cx="6544945" cy="34848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313055" algn="ctr">
              <a:lnSpc>
                <a:spcPct val="100000"/>
              </a:lnSpc>
              <a:spcBef>
                <a:spcPts val="100"/>
              </a:spcBef>
            </a:pPr>
            <a:r>
              <a:rPr sz="2400" spc="-30" dirty="0">
                <a:solidFill>
                  <a:srgbClr val="0068B4"/>
                </a:solidFill>
                <a:latin typeface="Trebuchet MS"/>
                <a:cs typeface="Trebuchet MS"/>
              </a:rPr>
              <a:t>Функции</a:t>
            </a:r>
            <a:r>
              <a:rPr sz="2400" spc="-100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spc="210" dirty="0">
                <a:solidFill>
                  <a:srgbClr val="0068B4"/>
                </a:solidFill>
                <a:latin typeface="Trebuchet MS"/>
                <a:cs typeface="Trebuchet MS"/>
              </a:rPr>
              <a:t>СУЗ</a:t>
            </a:r>
            <a:endParaRPr sz="24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2800">
              <a:latin typeface="Trebuchet MS"/>
              <a:cs typeface="Trebuchet MS"/>
            </a:endParaRPr>
          </a:p>
          <a:p>
            <a:pPr marL="355600" indent="-342900">
              <a:lnSpc>
                <a:spcPct val="100000"/>
              </a:lnSpc>
              <a:spcBef>
                <a:spcPts val="5"/>
              </a:spcBef>
              <a:buClr>
                <a:srgbClr val="800000"/>
              </a:buClr>
              <a:buSzPct val="60000"/>
              <a:buFont typeface="Wingdings"/>
              <a:buChar char=""/>
              <a:tabLst>
                <a:tab pos="354965" algn="l"/>
                <a:tab pos="355600" algn="l"/>
                <a:tab pos="1783714" algn="l"/>
                <a:tab pos="5429885" algn="l"/>
              </a:tabLst>
            </a:pPr>
            <a:r>
              <a:rPr sz="2000" spc="25" dirty="0">
                <a:solidFill>
                  <a:srgbClr val="5295CC"/>
                </a:solidFill>
                <a:latin typeface="Trebuchet MS"/>
                <a:cs typeface="Trebuchet MS"/>
              </a:rPr>
              <a:t>Аварийная	</a:t>
            </a:r>
            <a:r>
              <a:rPr sz="2000" spc="-30" dirty="0">
                <a:solidFill>
                  <a:srgbClr val="5295CC"/>
                </a:solidFill>
                <a:latin typeface="Trebuchet MS"/>
                <a:cs typeface="Trebuchet MS"/>
              </a:rPr>
              <a:t>и</a:t>
            </a:r>
            <a:r>
              <a:rPr sz="2000" spc="-3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5" dirty="0">
                <a:solidFill>
                  <a:srgbClr val="5295CC"/>
                </a:solidFill>
                <a:latin typeface="Trebuchet MS"/>
                <a:cs typeface="Trebuchet MS"/>
              </a:rPr>
              <a:t>предупредительная</a:t>
            </a:r>
            <a:r>
              <a:rPr sz="2000" spc="-3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35" dirty="0">
                <a:solidFill>
                  <a:srgbClr val="5295CC"/>
                </a:solidFill>
                <a:latin typeface="Trebuchet MS"/>
                <a:cs typeface="Trebuchet MS"/>
              </a:rPr>
              <a:t>защита	</a:t>
            </a:r>
            <a:r>
              <a:rPr sz="2000" dirty="0">
                <a:solidFill>
                  <a:srgbClr val="5295CC"/>
                </a:solidFill>
                <a:latin typeface="Trebuchet MS"/>
                <a:cs typeface="Trebuchet MS"/>
              </a:rPr>
              <a:t>реактора</a:t>
            </a:r>
            <a:endParaRPr sz="2000">
              <a:latin typeface="Trebuchet MS"/>
              <a:cs typeface="Trebuchet MS"/>
            </a:endParaRPr>
          </a:p>
          <a:p>
            <a:pPr marL="355600" marR="1172845" indent="-342900">
              <a:lnSpc>
                <a:spcPct val="100000"/>
              </a:lnSpc>
              <a:spcBef>
                <a:spcPts val="470"/>
              </a:spcBef>
              <a:buClr>
                <a:srgbClr val="800000"/>
              </a:buClr>
              <a:buSzPct val="600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sz="2000" spc="20" dirty="0">
                <a:solidFill>
                  <a:srgbClr val="5295CC"/>
                </a:solidFill>
                <a:latin typeface="Trebuchet MS"/>
                <a:cs typeface="Trebuchet MS"/>
              </a:rPr>
              <a:t>Управление </a:t>
            </a:r>
            <a:r>
              <a:rPr sz="2000" spc="-25" dirty="0">
                <a:solidFill>
                  <a:srgbClr val="5295CC"/>
                </a:solidFill>
                <a:latin typeface="Trebuchet MS"/>
                <a:cs typeface="Trebuchet MS"/>
              </a:rPr>
              <a:t>технологическими </a:t>
            </a:r>
            <a:r>
              <a:rPr sz="2000" dirty="0">
                <a:solidFill>
                  <a:srgbClr val="5295CC"/>
                </a:solidFill>
                <a:latin typeface="Trebuchet MS"/>
                <a:cs typeface="Trebuchet MS"/>
              </a:rPr>
              <a:t>системами </a:t>
            </a:r>
            <a:r>
              <a:rPr sz="2000" spc="-59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15" dirty="0">
                <a:solidFill>
                  <a:srgbClr val="5295CC"/>
                </a:solidFill>
                <a:latin typeface="Trebuchet MS"/>
                <a:cs typeface="Trebuchet MS"/>
              </a:rPr>
              <a:t>безопасности</a:t>
            </a:r>
            <a:endParaRPr sz="2000">
              <a:latin typeface="Trebuchet MS"/>
              <a:cs typeface="Trebuchet MS"/>
            </a:endParaRPr>
          </a:p>
          <a:p>
            <a:pPr marL="355600" indent="-342900">
              <a:lnSpc>
                <a:spcPct val="100000"/>
              </a:lnSpc>
              <a:spcBef>
                <a:spcPts val="480"/>
              </a:spcBef>
              <a:buClr>
                <a:srgbClr val="800000"/>
              </a:buClr>
              <a:buSzPct val="600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sz="2000" spc="5" dirty="0">
                <a:solidFill>
                  <a:srgbClr val="5295CC"/>
                </a:solidFill>
                <a:latin typeface="Trebuchet MS"/>
                <a:cs typeface="Trebuchet MS"/>
              </a:rPr>
              <a:t>Автоматическое</a:t>
            </a:r>
            <a:r>
              <a:rPr sz="2000" spc="-4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5295CC"/>
                </a:solidFill>
                <a:latin typeface="Trebuchet MS"/>
                <a:cs typeface="Trebuchet MS"/>
              </a:rPr>
              <a:t>регулирование</a:t>
            </a:r>
            <a:r>
              <a:rPr sz="2000" spc="-4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15" dirty="0">
                <a:solidFill>
                  <a:srgbClr val="5295CC"/>
                </a:solidFill>
                <a:latin typeface="Trebuchet MS"/>
                <a:cs typeface="Trebuchet MS"/>
              </a:rPr>
              <a:t>мощности</a:t>
            </a:r>
            <a:r>
              <a:rPr sz="2000" spc="-3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5295CC"/>
                </a:solidFill>
                <a:latin typeface="Trebuchet MS"/>
                <a:cs typeface="Trebuchet MS"/>
              </a:rPr>
              <a:t>реактора</a:t>
            </a:r>
            <a:endParaRPr sz="2000">
              <a:latin typeface="Trebuchet MS"/>
              <a:cs typeface="Trebuchet MS"/>
            </a:endParaRPr>
          </a:p>
          <a:p>
            <a:pPr marL="355600" marR="523240" indent="-342900">
              <a:lnSpc>
                <a:spcPct val="100000"/>
              </a:lnSpc>
              <a:spcBef>
                <a:spcPts val="475"/>
              </a:spcBef>
              <a:buClr>
                <a:srgbClr val="800000"/>
              </a:buClr>
              <a:buSzPct val="600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sz="2000" spc="35" dirty="0">
                <a:solidFill>
                  <a:srgbClr val="5295CC"/>
                </a:solidFill>
                <a:latin typeface="Trebuchet MS"/>
                <a:cs typeface="Trebuchet MS"/>
              </a:rPr>
              <a:t>Ручное</a:t>
            </a:r>
            <a:r>
              <a:rPr sz="2000" spc="-5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5" dirty="0">
                <a:solidFill>
                  <a:srgbClr val="5295CC"/>
                </a:solidFill>
                <a:latin typeface="Trebuchet MS"/>
                <a:cs typeface="Trebuchet MS"/>
              </a:rPr>
              <a:t>управление</a:t>
            </a:r>
            <a:r>
              <a:rPr sz="2000" spc="-5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5295CC"/>
                </a:solidFill>
                <a:latin typeface="Trebuchet MS"/>
                <a:cs typeface="Trebuchet MS"/>
              </a:rPr>
              <a:t>регулирующими</a:t>
            </a:r>
            <a:r>
              <a:rPr sz="2000" spc="-6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-20" dirty="0">
                <a:solidFill>
                  <a:srgbClr val="5295CC"/>
                </a:solidFill>
                <a:latin typeface="Trebuchet MS"/>
                <a:cs typeface="Trebuchet MS"/>
              </a:rPr>
              <a:t>стержнями </a:t>
            </a:r>
            <a:r>
              <a:rPr sz="2000" spc="-59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5295CC"/>
                </a:solidFill>
                <a:latin typeface="Trebuchet MS"/>
                <a:cs typeface="Trebuchet MS"/>
              </a:rPr>
              <a:t>реактора</a:t>
            </a:r>
            <a:endParaRPr sz="2000">
              <a:latin typeface="Trebuchet MS"/>
              <a:cs typeface="Trebuchet MS"/>
            </a:endParaRPr>
          </a:p>
          <a:p>
            <a:pPr marL="355600" marR="718820" indent="-342900">
              <a:lnSpc>
                <a:spcPct val="100000"/>
              </a:lnSpc>
              <a:spcBef>
                <a:spcPts val="475"/>
              </a:spcBef>
              <a:buClr>
                <a:srgbClr val="800000"/>
              </a:buClr>
              <a:buSzPct val="600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sz="2000" spc="5" dirty="0">
                <a:solidFill>
                  <a:srgbClr val="5295CC"/>
                </a:solidFill>
                <a:latin typeface="Trebuchet MS"/>
                <a:cs typeface="Trebuchet MS"/>
              </a:rPr>
              <a:t>Контроль</a:t>
            </a:r>
            <a:r>
              <a:rPr sz="2000" spc="-5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5295CC"/>
                </a:solidFill>
                <a:latin typeface="Trebuchet MS"/>
                <a:cs typeface="Trebuchet MS"/>
              </a:rPr>
              <a:t>положения</a:t>
            </a:r>
            <a:r>
              <a:rPr sz="2000" spc="-5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5295CC"/>
                </a:solidFill>
                <a:latin typeface="Trebuchet MS"/>
                <a:cs typeface="Trebuchet MS"/>
              </a:rPr>
              <a:t>регулирующих</a:t>
            </a:r>
            <a:r>
              <a:rPr sz="2000" spc="-5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-25" dirty="0">
                <a:solidFill>
                  <a:srgbClr val="5295CC"/>
                </a:solidFill>
                <a:latin typeface="Trebuchet MS"/>
                <a:cs typeface="Trebuchet MS"/>
              </a:rPr>
              <a:t>стержней </a:t>
            </a:r>
            <a:r>
              <a:rPr sz="2000" spc="-59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5295CC"/>
                </a:solidFill>
                <a:latin typeface="Trebuchet MS"/>
                <a:cs typeface="Trebuchet MS"/>
              </a:rPr>
              <a:t>реактора</a:t>
            </a:r>
            <a:endParaRPr sz="20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450992" y="256924"/>
            <a:ext cx="5563235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Система управления</a:t>
            </a:r>
            <a:r>
              <a:rPr spc="-10" dirty="0"/>
              <a:t> </a:t>
            </a:r>
            <a:r>
              <a:rPr spc="-5" dirty="0"/>
              <a:t>и</a:t>
            </a:r>
            <a:r>
              <a:rPr dirty="0"/>
              <a:t> </a:t>
            </a:r>
            <a:r>
              <a:rPr spc="-5" dirty="0"/>
              <a:t>защиты</a:t>
            </a:r>
          </a:p>
        </p:txBody>
      </p:sp>
      <p:sp>
        <p:nvSpPr>
          <p:cNvPr id="4" name="object 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191770">
              <a:lnSpc>
                <a:spcPct val="100000"/>
              </a:lnSpc>
              <a:spcBef>
                <a:spcPts val="345"/>
              </a:spcBef>
            </a:pPr>
            <a:fld id="{81D60167-4931-47E6-BA6A-407CBD079E47}" type="slidenum">
              <a:rPr spc="-5" dirty="0"/>
              <a:t>28</a:t>
            </a:fld>
            <a:endParaRPr spc="-5" dirty="0"/>
          </a:p>
        </p:txBody>
      </p:sp>
      <p:sp>
        <p:nvSpPr>
          <p:cNvPr id="3" name="object 3"/>
          <p:cNvSpPr txBox="1"/>
          <p:nvPr/>
        </p:nvSpPr>
        <p:spPr>
          <a:xfrm>
            <a:off x="501034" y="1333630"/>
            <a:ext cx="7701280" cy="3347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178435" algn="ctr">
              <a:lnSpc>
                <a:spcPct val="100000"/>
              </a:lnSpc>
              <a:spcBef>
                <a:spcPts val="100"/>
              </a:spcBef>
            </a:pPr>
            <a:r>
              <a:rPr sz="2400" spc="50" dirty="0">
                <a:solidFill>
                  <a:srgbClr val="0068B4"/>
                </a:solidFill>
                <a:latin typeface="Trebuchet MS"/>
                <a:cs typeface="Trebuchet MS"/>
              </a:rPr>
              <a:t>Основные</a:t>
            </a:r>
            <a:r>
              <a:rPr sz="2400" spc="-60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spc="25" dirty="0">
                <a:solidFill>
                  <a:srgbClr val="0068B4"/>
                </a:solidFill>
                <a:latin typeface="Trebuchet MS"/>
                <a:cs typeface="Trebuchet MS"/>
              </a:rPr>
              <a:t>требования</a:t>
            </a:r>
            <a:r>
              <a:rPr sz="2400" spc="-55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spc="-190" dirty="0">
                <a:solidFill>
                  <a:srgbClr val="0068B4"/>
                </a:solidFill>
                <a:latin typeface="Trebuchet MS"/>
                <a:cs typeface="Trebuchet MS"/>
              </a:rPr>
              <a:t>к</a:t>
            </a:r>
            <a:r>
              <a:rPr sz="2400" spc="-70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spc="315" dirty="0">
                <a:solidFill>
                  <a:srgbClr val="0068B4"/>
                </a:solidFill>
                <a:latin typeface="Trebuchet MS"/>
                <a:cs typeface="Trebuchet MS"/>
              </a:rPr>
              <a:t>С</a:t>
            </a:r>
            <a:r>
              <a:rPr sz="2400" spc="155" dirty="0">
                <a:solidFill>
                  <a:srgbClr val="0068B4"/>
                </a:solidFill>
                <a:latin typeface="Trebuchet MS"/>
                <a:cs typeface="Trebuchet MS"/>
              </a:rPr>
              <a:t>УЗ</a:t>
            </a:r>
            <a:endParaRPr sz="2400" dirty="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2200" dirty="0">
              <a:latin typeface="Trebuchet MS"/>
              <a:cs typeface="Trebuchet MS"/>
            </a:endParaRPr>
          </a:p>
          <a:p>
            <a:pPr marL="355600" indent="-342900">
              <a:lnSpc>
                <a:spcPct val="100000"/>
              </a:lnSpc>
              <a:spcBef>
                <a:spcPts val="5"/>
              </a:spcBef>
              <a:buClr>
                <a:srgbClr val="800000"/>
              </a:buClr>
              <a:buSzPct val="58333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sz="2400" spc="25" dirty="0">
                <a:solidFill>
                  <a:srgbClr val="5295CC"/>
                </a:solidFill>
                <a:latin typeface="Trebuchet MS"/>
                <a:cs typeface="Trebuchet MS"/>
              </a:rPr>
              <a:t>Удовлетворение</a:t>
            </a:r>
            <a:r>
              <a:rPr sz="2400" spc="-5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400" spc="-10" dirty="0">
                <a:solidFill>
                  <a:srgbClr val="5295CC"/>
                </a:solidFill>
                <a:latin typeface="Trebuchet MS"/>
                <a:cs typeface="Trebuchet MS"/>
              </a:rPr>
              <a:t>принципу</a:t>
            </a:r>
            <a:r>
              <a:rPr sz="2400" spc="-5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400" spc="-25" dirty="0">
                <a:solidFill>
                  <a:srgbClr val="5295CC"/>
                </a:solidFill>
                <a:latin typeface="Trebuchet MS"/>
                <a:cs typeface="Trebuchet MS"/>
              </a:rPr>
              <a:t>единичного</a:t>
            </a:r>
            <a:r>
              <a:rPr sz="2400" spc="-5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400" spc="10" dirty="0">
                <a:solidFill>
                  <a:srgbClr val="5295CC"/>
                </a:solidFill>
                <a:latin typeface="Trebuchet MS"/>
                <a:cs typeface="Trebuchet MS"/>
              </a:rPr>
              <a:t>отказа</a:t>
            </a:r>
            <a:endParaRPr sz="2400" dirty="0">
              <a:latin typeface="Trebuchet MS"/>
              <a:cs typeface="Trebuchet MS"/>
            </a:endParaRPr>
          </a:p>
          <a:p>
            <a:pPr marL="355600" indent="-342900">
              <a:lnSpc>
                <a:spcPct val="100000"/>
              </a:lnSpc>
              <a:spcBef>
                <a:spcPts val="280"/>
              </a:spcBef>
              <a:buClr>
                <a:srgbClr val="800000"/>
              </a:buClr>
              <a:buSzPct val="58333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sz="2400" spc="75" dirty="0">
                <a:solidFill>
                  <a:srgbClr val="5295CC"/>
                </a:solidFill>
                <a:latin typeface="Trebuchet MS"/>
                <a:cs typeface="Trebuchet MS"/>
              </a:rPr>
              <a:t>Защита</a:t>
            </a:r>
            <a:r>
              <a:rPr sz="2400" spc="-6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400" spc="25" dirty="0">
                <a:solidFill>
                  <a:srgbClr val="5295CC"/>
                </a:solidFill>
                <a:latin typeface="Trebuchet MS"/>
                <a:cs typeface="Trebuchet MS"/>
              </a:rPr>
              <a:t>от</a:t>
            </a:r>
            <a:r>
              <a:rPr sz="2400" spc="-6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400" dirty="0">
                <a:solidFill>
                  <a:srgbClr val="5295CC"/>
                </a:solidFill>
                <a:latin typeface="Trebuchet MS"/>
                <a:cs typeface="Trebuchet MS"/>
              </a:rPr>
              <a:t>отказов</a:t>
            </a:r>
            <a:r>
              <a:rPr sz="2400" spc="-5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400" spc="15" dirty="0">
                <a:solidFill>
                  <a:srgbClr val="5295CC"/>
                </a:solidFill>
                <a:latin typeface="Trebuchet MS"/>
                <a:cs typeface="Trebuchet MS"/>
              </a:rPr>
              <a:t>по</a:t>
            </a:r>
            <a:r>
              <a:rPr sz="2400" spc="-7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400" spc="40" dirty="0">
                <a:solidFill>
                  <a:srgbClr val="5295CC"/>
                </a:solidFill>
                <a:latin typeface="Trebuchet MS"/>
                <a:cs typeface="Trebuchet MS"/>
              </a:rPr>
              <a:t>общей</a:t>
            </a:r>
            <a:r>
              <a:rPr sz="2400" spc="-6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400" spc="-15" dirty="0">
                <a:solidFill>
                  <a:srgbClr val="5295CC"/>
                </a:solidFill>
                <a:latin typeface="Trebuchet MS"/>
                <a:cs typeface="Trebuchet MS"/>
              </a:rPr>
              <a:t>причине</a:t>
            </a:r>
            <a:endParaRPr sz="2400" dirty="0">
              <a:latin typeface="Trebuchet MS"/>
              <a:cs typeface="Trebuchet MS"/>
            </a:endParaRPr>
          </a:p>
          <a:p>
            <a:pPr marL="355600" indent="-342900">
              <a:lnSpc>
                <a:spcPct val="100000"/>
              </a:lnSpc>
              <a:spcBef>
                <a:spcPts val="290"/>
              </a:spcBef>
              <a:buClr>
                <a:srgbClr val="800000"/>
              </a:buClr>
              <a:buSzPct val="58333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sz="2400" spc="40" dirty="0">
                <a:solidFill>
                  <a:srgbClr val="5295CC"/>
                </a:solidFill>
                <a:latin typeface="Trebuchet MS"/>
                <a:cs typeface="Trebuchet MS"/>
              </a:rPr>
              <a:t>Высокая</a:t>
            </a:r>
            <a:r>
              <a:rPr sz="2400" spc="-8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400" dirty="0">
                <a:solidFill>
                  <a:srgbClr val="5295CC"/>
                </a:solidFill>
                <a:latin typeface="Trebuchet MS"/>
                <a:cs typeface="Trebuchet MS"/>
              </a:rPr>
              <a:t>надежность</a:t>
            </a:r>
            <a:r>
              <a:rPr sz="2400" spc="-8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400" spc="15" dirty="0">
                <a:solidFill>
                  <a:srgbClr val="5295CC"/>
                </a:solidFill>
                <a:latin typeface="Trebuchet MS"/>
                <a:cs typeface="Trebuchet MS"/>
              </a:rPr>
              <a:t>системы</a:t>
            </a:r>
            <a:endParaRPr sz="2400" dirty="0">
              <a:latin typeface="Trebuchet MS"/>
              <a:cs typeface="Trebuchet MS"/>
            </a:endParaRPr>
          </a:p>
          <a:p>
            <a:pPr marL="355600" marR="835025" indent="-342900">
              <a:lnSpc>
                <a:spcPts val="2590"/>
              </a:lnSpc>
              <a:spcBef>
                <a:spcPts val="610"/>
              </a:spcBef>
              <a:buClr>
                <a:srgbClr val="800000"/>
              </a:buClr>
              <a:buSzPct val="58333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sz="2400" spc="20" dirty="0">
                <a:solidFill>
                  <a:srgbClr val="5295CC"/>
                </a:solidFill>
                <a:latin typeface="Trebuchet MS"/>
                <a:cs typeface="Trebuchet MS"/>
              </a:rPr>
              <a:t>Возможность</a:t>
            </a:r>
            <a:r>
              <a:rPr sz="2400" spc="-6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400" spc="-25" dirty="0">
                <a:solidFill>
                  <a:srgbClr val="5295CC"/>
                </a:solidFill>
                <a:latin typeface="Trebuchet MS"/>
                <a:cs typeface="Trebuchet MS"/>
              </a:rPr>
              <a:t>проверки</a:t>
            </a:r>
            <a:r>
              <a:rPr sz="2400" spc="-6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400" spc="-35" dirty="0">
                <a:solidFill>
                  <a:srgbClr val="5295CC"/>
                </a:solidFill>
                <a:latin typeface="Trebuchet MS"/>
                <a:cs typeface="Trebuchet MS"/>
              </a:rPr>
              <a:t>и</a:t>
            </a:r>
            <a:r>
              <a:rPr sz="2400" spc="-6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400" spc="20" dirty="0">
                <a:solidFill>
                  <a:srgbClr val="5295CC"/>
                </a:solidFill>
                <a:latin typeface="Trebuchet MS"/>
                <a:cs typeface="Trebuchet MS"/>
              </a:rPr>
              <a:t>восстановления</a:t>
            </a:r>
            <a:r>
              <a:rPr sz="2400" spc="-5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400" spc="-15" dirty="0">
                <a:solidFill>
                  <a:srgbClr val="5295CC"/>
                </a:solidFill>
                <a:latin typeface="Trebuchet MS"/>
                <a:cs typeface="Trebuchet MS"/>
              </a:rPr>
              <a:t>при </a:t>
            </a:r>
            <a:r>
              <a:rPr sz="2400" spc="-70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400" spc="5" dirty="0">
                <a:solidFill>
                  <a:srgbClr val="5295CC"/>
                </a:solidFill>
                <a:latin typeface="Trebuchet MS"/>
                <a:cs typeface="Trebuchet MS"/>
              </a:rPr>
              <a:t>отказах</a:t>
            </a:r>
            <a:endParaRPr sz="2400" dirty="0">
              <a:latin typeface="Trebuchet MS"/>
              <a:cs typeface="Trebuchet MS"/>
            </a:endParaRPr>
          </a:p>
          <a:p>
            <a:pPr marL="355600" marR="5080" indent="-342900">
              <a:lnSpc>
                <a:spcPts val="2590"/>
              </a:lnSpc>
              <a:spcBef>
                <a:spcPts val="565"/>
              </a:spcBef>
              <a:buClr>
                <a:srgbClr val="800000"/>
              </a:buClr>
              <a:buSzPct val="58333"/>
              <a:buFont typeface="Wingdings"/>
              <a:buChar char=""/>
              <a:tabLst>
                <a:tab pos="354965" algn="l"/>
                <a:tab pos="355600" algn="l"/>
                <a:tab pos="4177029" algn="l"/>
              </a:tabLst>
            </a:pPr>
            <a:r>
              <a:rPr sz="2400" spc="25" dirty="0">
                <a:solidFill>
                  <a:srgbClr val="5295CC"/>
                </a:solidFill>
                <a:latin typeface="Trebuchet MS"/>
                <a:cs typeface="Trebuchet MS"/>
              </a:rPr>
              <a:t>Обеспечение</a:t>
            </a:r>
            <a:r>
              <a:rPr sz="2400" spc="-3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400" spc="15" dirty="0">
                <a:solidFill>
                  <a:srgbClr val="5295CC"/>
                </a:solidFill>
                <a:latin typeface="Trebuchet MS"/>
                <a:cs typeface="Trebuchet MS"/>
              </a:rPr>
              <a:t>требований	</a:t>
            </a:r>
            <a:r>
              <a:rPr sz="2400" spc="5" dirty="0">
                <a:solidFill>
                  <a:srgbClr val="5295CC"/>
                </a:solidFill>
                <a:latin typeface="Trebuchet MS"/>
                <a:cs typeface="Trebuchet MS"/>
              </a:rPr>
              <a:t>программы</a:t>
            </a:r>
            <a:r>
              <a:rPr sz="2400" spc="-11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400" spc="10" dirty="0">
                <a:solidFill>
                  <a:srgbClr val="5295CC"/>
                </a:solidFill>
                <a:latin typeface="Trebuchet MS"/>
                <a:cs typeface="Trebuchet MS"/>
              </a:rPr>
              <a:t>обеспечения </a:t>
            </a:r>
            <a:r>
              <a:rPr sz="2400" spc="-71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400" spc="5" dirty="0">
                <a:solidFill>
                  <a:srgbClr val="5295CC"/>
                </a:solidFill>
                <a:latin typeface="Trebuchet MS"/>
                <a:cs typeface="Trebuchet MS"/>
              </a:rPr>
              <a:t>качества</a:t>
            </a:r>
            <a:r>
              <a:rPr sz="2400" spc="-6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400" spc="-15" dirty="0">
                <a:solidFill>
                  <a:srgbClr val="5295CC"/>
                </a:solidFill>
                <a:latin typeface="Trebuchet MS"/>
                <a:cs typeface="Trebuchet MS"/>
              </a:rPr>
              <a:t>при</a:t>
            </a:r>
            <a:r>
              <a:rPr sz="2400" spc="-6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400" spc="-5" dirty="0">
                <a:solidFill>
                  <a:srgbClr val="5295CC"/>
                </a:solidFill>
                <a:latin typeface="Trebuchet MS"/>
                <a:cs typeface="Trebuchet MS"/>
              </a:rPr>
              <a:t>проектировании</a:t>
            </a:r>
            <a:r>
              <a:rPr sz="2400" spc="-6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400" spc="-35" dirty="0">
                <a:solidFill>
                  <a:srgbClr val="5295CC"/>
                </a:solidFill>
                <a:latin typeface="Trebuchet MS"/>
                <a:cs typeface="Trebuchet MS"/>
              </a:rPr>
              <a:t>и</a:t>
            </a:r>
            <a:r>
              <a:rPr sz="2400" spc="-6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400" spc="10" dirty="0">
                <a:solidFill>
                  <a:srgbClr val="5295CC"/>
                </a:solidFill>
                <a:latin typeface="Trebuchet MS"/>
                <a:cs typeface="Trebuchet MS"/>
              </a:rPr>
              <a:t>производстве</a:t>
            </a:r>
            <a:endParaRPr sz="2400" dirty="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233060" y="330838"/>
            <a:ext cx="5563235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Система управления</a:t>
            </a:r>
            <a:r>
              <a:rPr spc="-10" dirty="0"/>
              <a:t> </a:t>
            </a:r>
            <a:r>
              <a:rPr spc="-5" dirty="0"/>
              <a:t>и</a:t>
            </a:r>
            <a:r>
              <a:rPr dirty="0"/>
              <a:t> </a:t>
            </a:r>
            <a:r>
              <a:rPr spc="-5" dirty="0"/>
              <a:t>защиты</a:t>
            </a:r>
          </a:p>
        </p:txBody>
      </p:sp>
      <p:sp>
        <p:nvSpPr>
          <p:cNvPr id="4" name="object 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191770">
              <a:lnSpc>
                <a:spcPct val="100000"/>
              </a:lnSpc>
              <a:spcBef>
                <a:spcPts val="345"/>
              </a:spcBef>
            </a:pPr>
            <a:fld id="{81D60167-4931-47E6-BA6A-407CBD079E47}" type="slidenum">
              <a:rPr spc="-5" dirty="0"/>
              <a:t>29</a:t>
            </a:fld>
            <a:endParaRPr spc="-5" dirty="0"/>
          </a:p>
        </p:txBody>
      </p:sp>
      <p:sp>
        <p:nvSpPr>
          <p:cNvPr id="3" name="object 3"/>
          <p:cNvSpPr txBox="1"/>
          <p:nvPr/>
        </p:nvSpPr>
        <p:spPr>
          <a:xfrm>
            <a:off x="437026" y="1313056"/>
            <a:ext cx="7617459" cy="43916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41500">
              <a:lnSpc>
                <a:spcPct val="100000"/>
              </a:lnSpc>
              <a:spcBef>
                <a:spcPts val="100"/>
              </a:spcBef>
            </a:pPr>
            <a:r>
              <a:rPr sz="2400" spc="15" dirty="0">
                <a:solidFill>
                  <a:srgbClr val="0068B4"/>
                </a:solidFill>
                <a:latin typeface="Trebuchet MS"/>
                <a:cs typeface="Trebuchet MS"/>
              </a:rPr>
              <a:t>Проектные</a:t>
            </a:r>
            <a:r>
              <a:rPr sz="2400" spc="-80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spc="30" dirty="0">
                <a:solidFill>
                  <a:srgbClr val="0068B4"/>
                </a:solidFill>
                <a:latin typeface="Trebuchet MS"/>
                <a:cs typeface="Trebuchet MS"/>
              </a:rPr>
              <a:t>основы</a:t>
            </a:r>
            <a:endParaRPr sz="24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2100">
              <a:latin typeface="Trebuchet MS"/>
              <a:cs typeface="Trebuchet MS"/>
            </a:endParaRPr>
          </a:p>
          <a:p>
            <a:pPr marL="355600" indent="-342900">
              <a:lnSpc>
                <a:spcPct val="100000"/>
              </a:lnSpc>
              <a:spcBef>
                <a:spcPts val="5"/>
              </a:spcBef>
              <a:buClr>
                <a:srgbClr val="800000"/>
              </a:buClr>
              <a:buSzPct val="600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sz="2000" spc="10" dirty="0">
                <a:solidFill>
                  <a:srgbClr val="5295CC"/>
                </a:solidFill>
                <a:latin typeface="Trebuchet MS"/>
                <a:cs typeface="Trebuchet MS"/>
              </a:rPr>
              <a:t>Принцип</a:t>
            </a:r>
            <a:r>
              <a:rPr sz="2000" spc="-7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-20" dirty="0">
                <a:solidFill>
                  <a:srgbClr val="5295CC"/>
                </a:solidFill>
                <a:latin typeface="Trebuchet MS"/>
                <a:cs typeface="Trebuchet MS"/>
              </a:rPr>
              <a:t>единичного</a:t>
            </a:r>
            <a:r>
              <a:rPr sz="2000" spc="-7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5" dirty="0">
                <a:solidFill>
                  <a:srgbClr val="5295CC"/>
                </a:solidFill>
                <a:latin typeface="Trebuchet MS"/>
                <a:cs typeface="Trebuchet MS"/>
              </a:rPr>
              <a:t>отказа</a:t>
            </a:r>
            <a:endParaRPr sz="2000">
              <a:latin typeface="Trebuchet MS"/>
              <a:cs typeface="Trebuchet MS"/>
            </a:endParaRPr>
          </a:p>
          <a:p>
            <a:pPr marL="354965" marR="62230" indent="-342900">
              <a:lnSpc>
                <a:spcPts val="2160"/>
              </a:lnSpc>
              <a:spcBef>
                <a:spcPts val="509"/>
              </a:spcBef>
              <a:buClr>
                <a:srgbClr val="800000"/>
              </a:buClr>
              <a:buSzPct val="600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sz="2000" spc="60" dirty="0">
                <a:solidFill>
                  <a:srgbClr val="5295CC"/>
                </a:solidFill>
                <a:latin typeface="Trebuchet MS"/>
                <a:cs typeface="Trebuchet MS"/>
              </a:rPr>
              <a:t>Защита</a:t>
            </a:r>
            <a:r>
              <a:rPr sz="2000" spc="-4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5295CC"/>
                </a:solidFill>
                <a:latin typeface="Trebuchet MS"/>
                <a:cs typeface="Trebuchet MS"/>
              </a:rPr>
              <a:t>от</a:t>
            </a:r>
            <a:r>
              <a:rPr sz="2000" spc="-4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5295CC"/>
                </a:solidFill>
                <a:latin typeface="Trebuchet MS"/>
                <a:cs typeface="Trebuchet MS"/>
              </a:rPr>
              <a:t>отказов</a:t>
            </a:r>
            <a:r>
              <a:rPr sz="2000" spc="-3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5295CC"/>
                </a:solidFill>
                <a:latin typeface="Trebuchet MS"/>
                <a:cs typeface="Trebuchet MS"/>
              </a:rPr>
              <a:t>по</a:t>
            </a:r>
            <a:r>
              <a:rPr sz="2000" spc="-4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5295CC"/>
                </a:solidFill>
                <a:latin typeface="Trebuchet MS"/>
                <a:cs typeface="Trebuchet MS"/>
              </a:rPr>
              <a:t>общей</a:t>
            </a:r>
            <a:r>
              <a:rPr sz="2000" spc="-4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-15" dirty="0">
                <a:solidFill>
                  <a:srgbClr val="5295CC"/>
                </a:solidFill>
                <a:latin typeface="Trebuchet MS"/>
                <a:cs typeface="Trebuchet MS"/>
              </a:rPr>
              <a:t>причине</a:t>
            </a:r>
            <a:r>
              <a:rPr sz="2000" spc="-4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15" dirty="0">
                <a:solidFill>
                  <a:srgbClr val="5295CC"/>
                </a:solidFill>
                <a:latin typeface="Microsoft Sans Serif"/>
                <a:cs typeface="Microsoft Sans Serif"/>
              </a:rPr>
              <a:t>(</a:t>
            </a:r>
            <a:r>
              <a:rPr sz="2000" spc="15" dirty="0">
                <a:solidFill>
                  <a:srgbClr val="5295CC"/>
                </a:solidFill>
                <a:latin typeface="Trebuchet MS"/>
                <a:cs typeface="Trebuchet MS"/>
              </a:rPr>
              <a:t>реализация</a:t>
            </a:r>
            <a:r>
              <a:rPr sz="2000" spc="-4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5295CC"/>
                </a:solidFill>
                <a:latin typeface="Trebuchet MS"/>
                <a:cs typeface="Trebuchet MS"/>
              </a:rPr>
              <a:t>принципа </a:t>
            </a:r>
            <a:r>
              <a:rPr sz="2000" spc="-59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5295CC"/>
                </a:solidFill>
                <a:latin typeface="Trebuchet MS"/>
                <a:cs typeface="Trebuchet MS"/>
              </a:rPr>
              <a:t>разнообразия</a:t>
            </a:r>
            <a:r>
              <a:rPr sz="2000" spc="20" dirty="0">
                <a:solidFill>
                  <a:srgbClr val="5295CC"/>
                </a:solidFill>
                <a:latin typeface="Microsoft Sans Serif"/>
                <a:cs typeface="Microsoft Sans Serif"/>
              </a:rPr>
              <a:t>)</a:t>
            </a:r>
            <a:endParaRPr sz="2000">
              <a:latin typeface="Microsoft Sans Serif"/>
              <a:cs typeface="Microsoft Sans Serif"/>
            </a:endParaRPr>
          </a:p>
          <a:p>
            <a:pPr marL="355600" indent="-342900">
              <a:lnSpc>
                <a:spcPct val="100000"/>
              </a:lnSpc>
              <a:spcBef>
                <a:spcPts val="209"/>
              </a:spcBef>
              <a:buClr>
                <a:srgbClr val="800000"/>
              </a:buClr>
              <a:buSzPct val="600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sz="2000" spc="35" dirty="0">
                <a:solidFill>
                  <a:srgbClr val="5295CC"/>
                </a:solidFill>
                <a:latin typeface="Trebuchet MS"/>
                <a:cs typeface="Trebuchet MS"/>
              </a:rPr>
              <a:t>Высокая</a:t>
            </a:r>
            <a:r>
              <a:rPr sz="2000" spc="-7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5295CC"/>
                </a:solidFill>
                <a:latin typeface="Trebuchet MS"/>
                <a:cs typeface="Trebuchet MS"/>
              </a:rPr>
              <a:t>надежность</a:t>
            </a:r>
            <a:r>
              <a:rPr sz="2000" spc="-7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5295CC"/>
                </a:solidFill>
                <a:latin typeface="Trebuchet MS"/>
                <a:cs typeface="Trebuchet MS"/>
              </a:rPr>
              <a:t>системы</a:t>
            </a:r>
            <a:endParaRPr sz="2000">
              <a:latin typeface="Trebuchet MS"/>
              <a:cs typeface="Trebuchet MS"/>
            </a:endParaRPr>
          </a:p>
          <a:p>
            <a:pPr marL="355600" indent="-342900">
              <a:lnSpc>
                <a:spcPct val="100000"/>
              </a:lnSpc>
              <a:spcBef>
                <a:spcPts val="229"/>
              </a:spcBef>
              <a:buClr>
                <a:srgbClr val="800000"/>
              </a:buClr>
              <a:buSzPct val="600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sz="2000" spc="15" dirty="0">
                <a:solidFill>
                  <a:srgbClr val="5295CC"/>
                </a:solidFill>
                <a:latin typeface="Trebuchet MS"/>
                <a:cs typeface="Trebuchet MS"/>
              </a:rPr>
              <a:t>Возможность</a:t>
            </a:r>
            <a:r>
              <a:rPr sz="2000" spc="-6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-20" dirty="0">
                <a:solidFill>
                  <a:srgbClr val="5295CC"/>
                </a:solidFill>
                <a:latin typeface="Trebuchet MS"/>
                <a:cs typeface="Trebuchet MS"/>
              </a:rPr>
              <a:t>проверки</a:t>
            </a:r>
            <a:r>
              <a:rPr sz="2000" spc="-6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-30" dirty="0">
                <a:solidFill>
                  <a:srgbClr val="5295CC"/>
                </a:solidFill>
                <a:latin typeface="Trebuchet MS"/>
                <a:cs typeface="Trebuchet MS"/>
              </a:rPr>
              <a:t>и</a:t>
            </a:r>
            <a:r>
              <a:rPr sz="2000" spc="-6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15" dirty="0">
                <a:solidFill>
                  <a:srgbClr val="5295CC"/>
                </a:solidFill>
                <a:latin typeface="Trebuchet MS"/>
                <a:cs typeface="Trebuchet MS"/>
              </a:rPr>
              <a:t>восстановления</a:t>
            </a:r>
            <a:r>
              <a:rPr sz="2000" spc="-6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-15" dirty="0">
                <a:solidFill>
                  <a:srgbClr val="5295CC"/>
                </a:solidFill>
                <a:latin typeface="Trebuchet MS"/>
                <a:cs typeface="Trebuchet MS"/>
              </a:rPr>
              <a:t>при</a:t>
            </a:r>
            <a:r>
              <a:rPr sz="2000" spc="-5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5295CC"/>
                </a:solidFill>
                <a:latin typeface="Trebuchet MS"/>
                <a:cs typeface="Trebuchet MS"/>
              </a:rPr>
              <a:t>отказах</a:t>
            </a:r>
            <a:endParaRPr sz="2000">
              <a:latin typeface="Trebuchet MS"/>
              <a:cs typeface="Trebuchet MS"/>
            </a:endParaRPr>
          </a:p>
          <a:p>
            <a:pPr marL="355600" marR="33020" indent="-342900">
              <a:lnSpc>
                <a:spcPts val="2160"/>
              </a:lnSpc>
              <a:spcBef>
                <a:spcPts val="515"/>
              </a:spcBef>
              <a:buClr>
                <a:srgbClr val="800000"/>
              </a:buClr>
              <a:buSzPct val="60000"/>
              <a:buFont typeface="Wingdings"/>
              <a:buChar char=""/>
              <a:tabLst>
                <a:tab pos="354965" algn="l"/>
                <a:tab pos="355600" algn="l"/>
                <a:tab pos="3536950" algn="l"/>
              </a:tabLst>
            </a:pPr>
            <a:r>
              <a:rPr sz="2000" spc="20" dirty="0">
                <a:solidFill>
                  <a:srgbClr val="5295CC"/>
                </a:solidFill>
                <a:latin typeface="Trebuchet MS"/>
                <a:cs typeface="Trebuchet MS"/>
              </a:rPr>
              <a:t>Обеспечение</a:t>
            </a:r>
            <a:r>
              <a:rPr sz="2000" spc="-3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5295CC"/>
                </a:solidFill>
                <a:latin typeface="Trebuchet MS"/>
                <a:cs typeface="Trebuchet MS"/>
              </a:rPr>
              <a:t>требований	</a:t>
            </a:r>
            <a:r>
              <a:rPr sz="2000" spc="5" dirty="0">
                <a:solidFill>
                  <a:srgbClr val="5295CC"/>
                </a:solidFill>
                <a:latin typeface="Trebuchet MS"/>
                <a:cs typeface="Trebuchet MS"/>
              </a:rPr>
              <a:t>программы</a:t>
            </a:r>
            <a:r>
              <a:rPr sz="2000" spc="-7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5" dirty="0">
                <a:solidFill>
                  <a:srgbClr val="5295CC"/>
                </a:solidFill>
                <a:latin typeface="Trebuchet MS"/>
                <a:cs typeface="Trebuchet MS"/>
              </a:rPr>
              <a:t>обеспечения</a:t>
            </a:r>
            <a:r>
              <a:rPr sz="2000" spc="-6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5" dirty="0">
                <a:solidFill>
                  <a:srgbClr val="5295CC"/>
                </a:solidFill>
                <a:latin typeface="Trebuchet MS"/>
                <a:cs typeface="Trebuchet MS"/>
              </a:rPr>
              <a:t>качества </a:t>
            </a:r>
            <a:r>
              <a:rPr sz="2000" spc="-59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-15" dirty="0">
                <a:solidFill>
                  <a:srgbClr val="5295CC"/>
                </a:solidFill>
                <a:latin typeface="Trebuchet MS"/>
                <a:cs typeface="Trebuchet MS"/>
              </a:rPr>
              <a:t>при</a:t>
            </a:r>
            <a:r>
              <a:rPr sz="2000" spc="-5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-10" dirty="0">
                <a:solidFill>
                  <a:srgbClr val="5295CC"/>
                </a:solidFill>
                <a:latin typeface="Trebuchet MS"/>
                <a:cs typeface="Trebuchet MS"/>
              </a:rPr>
              <a:t>проектировании</a:t>
            </a:r>
            <a:r>
              <a:rPr sz="2000" spc="-6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-30" dirty="0">
                <a:solidFill>
                  <a:srgbClr val="5295CC"/>
                </a:solidFill>
                <a:latin typeface="Trebuchet MS"/>
                <a:cs typeface="Trebuchet MS"/>
              </a:rPr>
              <a:t>и</a:t>
            </a:r>
            <a:r>
              <a:rPr sz="2000" spc="-5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5" dirty="0">
                <a:solidFill>
                  <a:srgbClr val="5295CC"/>
                </a:solidFill>
                <a:latin typeface="Trebuchet MS"/>
                <a:cs typeface="Trebuchet MS"/>
              </a:rPr>
              <a:t>производстве</a:t>
            </a:r>
            <a:endParaRPr sz="2000">
              <a:latin typeface="Trebuchet MS"/>
              <a:cs typeface="Trebuchet MS"/>
            </a:endParaRPr>
          </a:p>
          <a:p>
            <a:pPr marL="355600" marR="488315" indent="-342900">
              <a:lnSpc>
                <a:spcPts val="2160"/>
              </a:lnSpc>
              <a:spcBef>
                <a:spcPts val="480"/>
              </a:spcBef>
              <a:buClr>
                <a:srgbClr val="800000"/>
              </a:buClr>
              <a:buSzPct val="600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sz="2000" spc="10" dirty="0">
                <a:solidFill>
                  <a:srgbClr val="5295CC"/>
                </a:solidFill>
                <a:latin typeface="Trebuchet MS"/>
                <a:cs typeface="Trebuchet MS"/>
              </a:rPr>
              <a:t>Принцип </a:t>
            </a:r>
            <a:r>
              <a:rPr sz="2000" spc="-15" dirty="0">
                <a:solidFill>
                  <a:srgbClr val="5295CC"/>
                </a:solidFill>
                <a:latin typeface="Trebuchet MS"/>
                <a:cs typeface="Trebuchet MS"/>
              </a:rPr>
              <a:t>однократного </a:t>
            </a:r>
            <a:r>
              <a:rPr sz="2000" spc="30" dirty="0">
                <a:solidFill>
                  <a:srgbClr val="5295CC"/>
                </a:solidFill>
                <a:latin typeface="Trebuchet MS"/>
                <a:cs typeface="Trebuchet MS"/>
              </a:rPr>
              <a:t>ввода </a:t>
            </a:r>
            <a:r>
              <a:rPr sz="2000" spc="10" dirty="0">
                <a:solidFill>
                  <a:srgbClr val="5295CC"/>
                </a:solidFill>
                <a:latin typeface="Trebuchet MS"/>
                <a:cs typeface="Trebuchet MS"/>
              </a:rPr>
              <a:t>информации </a:t>
            </a:r>
            <a:r>
              <a:rPr sz="2000" spc="5" dirty="0">
                <a:solidFill>
                  <a:srgbClr val="5295CC"/>
                </a:solidFill>
                <a:latin typeface="Microsoft Sans Serif"/>
                <a:cs typeface="Microsoft Sans Serif"/>
              </a:rPr>
              <a:t>(</a:t>
            </a:r>
            <a:r>
              <a:rPr sz="2000" spc="5" dirty="0">
                <a:solidFill>
                  <a:srgbClr val="5295CC"/>
                </a:solidFill>
                <a:latin typeface="Trebuchet MS"/>
                <a:cs typeface="Trebuchet MS"/>
              </a:rPr>
              <a:t>сокращение </a:t>
            </a:r>
            <a:r>
              <a:rPr sz="2000" spc="1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5295CC"/>
                </a:solidFill>
                <a:latin typeface="Trebuchet MS"/>
                <a:cs typeface="Trebuchet MS"/>
              </a:rPr>
              <a:t>количества</a:t>
            </a:r>
            <a:r>
              <a:rPr sz="2000" spc="-5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5295CC"/>
                </a:solidFill>
                <a:latin typeface="Trebuchet MS"/>
                <a:cs typeface="Trebuchet MS"/>
              </a:rPr>
              <a:t>первичных</a:t>
            </a:r>
            <a:r>
              <a:rPr sz="2000" spc="-4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15" dirty="0">
                <a:solidFill>
                  <a:srgbClr val="5295CC"/>
                </a:solidFill>
                <a:latin typeface="Trebuchet MS"/>
                <a:cs typeface="Trebuchet MS"/>
              </a:rPr>
              <a:t>преобразователей</a:t>
            </a:r>
            <a:r>
              <a:rPr sz="2000" spc="-4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-30" dirty="0">
                <a:solidFill>
                  <a:srgbClr val="5295CC"/>
                </a:solidFill>
                <a:latin typeface="Trebuchet MS"/>
                <a:cs typeface="Trebuchet MS"/>
              </a:rPr>
              <a:t>и</a:t>
            </a:r>
            <a:r>
              <a:rPr sz="2000" spc="-5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-15" dirty="0">
                <a:solidFill>
                  <a:srgbClr val="5295CC"/>
                </a:solidFill>
                <a:latin typeface="Trebuchet MS"/>
                <a:cs typeface="Trebuchet MS"/>
              </a:rPr>
              <a:t>линий</a:t>
            </a:r>
            <a:r>
              <a:rPr sz="2000" spc="-4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5295CC"/>
                </a:solidFill>
                <a:latin typeface="Trebuchet MS"/>
                <a:cs typeface="Trebuchet MS"/>
              </a:rPr>
              <a:t>связи</a:t>
            </a:r>
            <a:r>
              <a:rPr sz="2000" dirty="0">
                <a:solidFill>
                  <a:srgbClr val="5295CC"/>
                </a:solidFill>
                <a:latin typeface="Microsoft Sans Serif"/>
                <a:cs typeface="Microsoft Sans Serif"/>
              </a:rPr>
              <a:t>)</a:t>
            </a:r>
            <a:endParaRPr sz="2000">
              <a:latin typeface="Microsoft Sans Serif"/>
              <a:cs typeface="Microsoft Sans Serif"/>
            </a:endParaRPr>
          </a:p>
          <a:p>
            <a:pPr marL="355600" marR="5080" indent="-342900">
              <a:lnSpc>
                <a:spcPct val="90100"/>
              </a:lnSpc>
              <a:spcBef>
                <a:spcPts val="445"/>
              </a:spcBef>
              <a:buClr>
                <a:srgbClr val="800000"/>
              </a:buClr>
              <a:buSzPct val="600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sz="2000" spc="20" dirty="0">
                <a:solidFill>
                  <a:srgbClr val="5295CC"/>
                </a:solidFill>
                <a:latin typeface="Trebuchet MS"/>
                <a:cs typeface="Trebuchet MS"/>
              </a:rPr>
              <a:t>Открытость</a:t>
            </a:r>
            <a:r>
              <a:rPr sz="2000" spc="-6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5295CC"/>
                </a:solidFill>
                <a:latin typeface="Trebuchet MS"/>
                <a:cs typeface="Trebuchet MS"/>
              </a:rPr>
              <a:t>системы</a:t>
            </a:r>
            <a:r>
              <a:rPr sz="2000" spc="-5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5295CC"/>
                </a:solidFill>
                <a:latin typeface="Microsoft Sans Serif"/>
                <a:cs typeface="Microsoft Sans Serif"/>
              </a:rPr>
              <a:t>(</a:t>
            </a:r>
            <a:r>
              <a:rPr sz="2000" spc="-5" dirty="0">
                <a:solidFill>
                  <a:srgbClr val="5295CC"/>
                </a:solidFill>
                <a:latin typeface="Trebuchet MS"/>
                <a:cs typeface="Trebuchet MS"/>
              </a:rPr>
              <a:t>возможность</a:t>
            </a:r>
            <a:r>
              <a:rPr sz="2000" spc="-6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5295CC"/>
                </a:solidFill>
                <a:latin typeface="Trebuchet MS"/>
                <a:cs typeface="Trebuchet MS"/>
              </a:rPr>
              <a:t>расширения</a:t>
            </a:r>
            <a:r>
              <a:rPr sz="2000" spc="-50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-15" dirty="0">
                <a:solidFill>
                  <a:srgbClr val="5295CC"/>
                </a:solidFill>
                <a:latin typeface="Trebuchet MS"/>
                <a:cs typeface="Trebuchet MS"/>
              </a:rPr>
              <a:t>функций</a:t>
            </a:r>
            <a:r>
              <a:rPr sz="2000" spc="-5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-20" dirty="0">
                <a:solidFill>
                  <a:srgbClr val="5295CC"/>
                </a:solidFill>
                <a:latin typeface="Trebuchet MS"/>
                <a:cs typeface="Trebuchet MS"/>
              </a:rPr>
              <a:t>при </a:t>
            </a:r>
            <a:r>
              <a:rPr sz="2000" spc="-58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5295CC"/>
                </a:solidFill>
                <a:latin typeface="Trebuchet MS"/>
                <a:cs typeface="Trebuchet MS"/>
              </a:rPr>
              <a:t>эксплуатации </a:t>
            </a:r>
            <a:r>
              <a:rPr sz="2000" spc="40" dirty="0">
                <a:solidFill>
                  <a:srgbClr val="5295CC"/>
                </a:solidFill>
                <a:latin typeface="Trebuchet MS"/>
                <a:cs typeface="Trebuchet MS"/>
              </a:rPr>
              <a:t>за </a:t>
            </a:r>
            <a:r>
              <a:rPr sz="2000" spc="-5" dirty="0">
                <a:solidFill>
                  <a:srgbClr val="5295CC"/>
                </a:solidFill>
                <a:latin typeface="Trebuchet MS"/>
                <a:cs typeface="Trebuchet MS"/>
              </a:rPr>
              <a:t>счет </a:t>
            </a:r>
            <a:r>
              <a:rPr sz="2000" spc="15" dirty="0">
                <a:solidFill>
                  <a:srgbClr val="5295CC"/>
                </a:solidFill>
                <a:latin typeface="Trebuchet MS"/>
                <a:cs typeface="Trebuchet MS"/>
              </a:rPr>
              <a:t>резерва </a:t>
            </a:r>
            <a:r>
              <a:rPr sz="2000" spc="5" dirty="0">
                <a:solidFill>
                  <a:srgbClr val="5295CC"/>
                </a:solidFill>
                <a:latin typeface="Trebuchet MS"/>
                <a:cs typeface="Trebuchet MS"/>
              </a:rPr>
              <a:t>входных </a:t>
            </a:r>
            <a:r>
              <a:rPr sz="2000" spc="-30" dirty="0">
                <a:solidFill>
                  <a:srgbClr val="5295CC"/>
                </a:solidFill>
                <a:latin typeface="Trebuchet MS"/>
                <a:cs typeface="Trebuchet MS"/>
              </a:rPr>
              <a:t>и </a:t>
            </a:r>
            <a:r>
              <a:rPr sz="2000" dirty="0">
                <a:solidFill>
                  <a:srgbClr val="5295CC"/>
                </a:solidFill>
                <a:latin typeface="Trebuchet MS"/>
                <a:cs typeface="Trebuchet MS"/>
              </a:rPr>
              <a:t>интерфейсных </a:t>
            </a:r>
            <a:r>
              <a:rPr sz="2000" spc="5" dirty="0">
                <a:solidFill>
                  <a:srgbClr val="5295CC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5295CC"/>
                </a:solidFill>
                <a:latin typeface="Trebuchet MS"/>
                <a:cs typeface="Trebuchet MS"/>
              </a:rPr>
              <a:t>сигналов</a:t>
            </a:r>
            <a:r>
              <a:rPr sz="2000" spc="-5" dirty="0">
                <a:solidFill>
                  <a:srgbClr val="5295CC"/>
                </a:solidFill>
                <a:latin typeface="Microsoft Sans Serif"/>
                <a:cs typeface="Microsoft Sans Serif"/>
              </a:rPr>
              <a:t>)</a:t>
            </a:r>
            <a:endParaRPr sz="20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717186" y="247018"/>
            <a:ext cx="5563235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Система управления</a:t>
            </a:r>
            <a:r>
              <a:rPr spc="-10" dirty="0"/>
              <a:t> </a:t>
            </a:r>
            <a:r>
              <a:rPr spc="-5" dirty="0"/>
              <a:t>и</a:t>
            </a:r>
            <a:r>
              <a:rPr dirty="0"/>
              <a:t> </a:t>
            </a:r>
            <a:r>
              <a:rPr spc="-5" dirty="0"/>
              <a:t>защиты</a:t>
            </a:r>
          </a:p>
        </p:txBody>
      </p:sp>
      <p:sp>
        <p:nvSpPr>
          <p:cNvPr id="4" name="object 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191770">
              <a:lnSpc>
                <a:spcPct val="100000"/>
              </a:lnSpc>
              <a:spcBef>
                <a:spcPts val="345"/>
              </a:spcBef>
            </a:pPr>
            <a:fld id="{81D60167-4931-47E6-BA6A-407CBD079E47}" type="slidenum">
              <a:rPr spc="-5" dirty="0"/>
              <a:t>30</a:t>
            </a:fld>
            <a:endParaRPr spc="-5" dirty="0"/>
          </a:p>
        </p:txBody>
      </p:sp>
      <p:sp>
        <p:nvSpPr>
          <p:cNvPr id="3" name="object 3"/>
          <p:cNvSpPr txBox="1"/>
          <p:nvPr/>
        </p:nvSpPr>
        <p:spPr>
          <a:xfrm>
            <a:off x="946804" y="1502032"/>
            <a:ext cx="7256145" cy="3677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2875"/>
              </a:lnSpc>
              <a:spcBef>
                <a:spcPts val="100"/>
              </a:spcBef>
            </a:pPr>
            <a:r>
              <a:rPr sz="2400" spc="30" dirty="0">
                <a:solidFill>
                  <a:srgbClr val="0068B4"/>
                </a:solidFill>
                <a:latin typeface="Trebuchet MS"/>
                <a:cs typeface="Trebuchet MS"/>
              </a:rPr>
              <a:t>Особенности</a:t>
            </a:r>
            <a:r>
              <a:rPr sz="2400" spc="30" dirty="0">
                <a:solidFill>
                  <a:srgbClr val="0068B4"/>
                </a:solidFill>
                <a:latin typeface="Microsoft Sans Serif"/>
                <a:cs typeface="Microsoft Sans Serif"/>
              </a:rPr>
              <a:t>:</a:t>
            </a:r>
            <a:endParaRPr sz="2400" dirty="0">
              <a:latin typeface="Microsoft Sans Serif"/>
              <a:cs typeface="Microsoft Sans Serif"/>
            </a:endParaRPr>
          </a:p>
          <a:p>
            <a:pPr marL="12700" marR="5080">
              <a:lnSpc>
                <a:spcPts val="2880"/>
              </a:lnSpc>
              <a:spcBef>
                <a:spcPts val="90"/>
              </a:spcBef>
              <a:buClr>
                <a:srgbClr val="800000"/>
              </a:buClr>
              <a:buSzPct val="58333"/>
              <a:buFont typeface="Wingdings"/>
              <a:buChar char=""/>
              <a:tabLst>
                <a:tab pos="339725" algn="l"/>
                <a:tab pos="340360" algn="l"/>
              </a:tabLst>
            </a:pPr>
            <a:r>
              <a:rPr sz="2400" spc="30" dirty="0">
                <a:solidFill>
                  <a:srgbClr val="0068B4"/>
                </a:solidFill>
                <a:latin typeface="Trebuchet MS"/>
                <a:cs typeface="Trebuchet MS"/>
              </a:rPr>
              <a:t>Два</a:t>
            </a:r>
            <a:r>
              <a:rPr sz="2400" spc="-65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spc="10" dirty="0">
                <a:solidFill>
                  <a:srgbClr val="0068B4"/>
                </a:solidFill>
                <a:latin typeface="Trebuchet MS"/>
                <a:cs typeface="Trebuchet MS"/>
              </a:rPr>
              <a:t>независимых</a:t>
            </a:r>
            <a:r>
              <a:rPr sz="2400" spc="-65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spc="-20" dirty="0">
                <a:solidFill>
                  <a:srgbClr val="0068B4"/>
                </a:solidFill>
                <a:latin typeface="Trebuchet MS"/>
                <a:cs typeface="Trebuchet MS"/>
              </a:rPr>
              <a:t>комплекта</a:t>
            </a:r>
            <a:r>
              <a:rPr sz="2400" spc="-55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spc="114" dirty="0">
                <a:solidFill>
                  <a:srgbClr val="0068B4"/>
                </a:solidFill>
                <a:latin typeface="Trebuchet MS"/>
                <a:cs typeface="Trebuchet MS"/>
              </a:rPr>
              <a:t>АЗ</a:t>
            </a:r>
            <a:r>
              <a:rPr sz="2400" spc="114" dirty="0">
                <a:solidFill>
                  <a:srgbClr val="0068B4"/>
                </a:solidFill>
                <a:latin typeface="Microsoft Sans Serif"/>
                <a:cs typeface="Microsoft Sans Serif"/>
              </a:rPr>
              <a:t>,</a:t>
            </a:r>
            <a:r>
              <a:rPr sz="2400" spc="20" dirty="0">
                <a:solidFill>
                  <a:srgbClr val="0068B4"/>
                </a:solidFill>
                <a:latin typeface="Microsoft Sans Serif"/>
                <a:cs typeface="Microsoft Sans Serif"/>
              </a:rPr>
              <a:t> </a:t>
            </a:r>
            <a:r>
              <a:rPr sz="2400" spc="25" dirty="0">
                <a:solidFill>
                  <a:srgbClr val="0068B4"/>
                </a:solidFill>
                <a:latin typeface="Trebuchet MS"/>
                <a:cs typeface="Trebuchet MS"/>
              </a:rPr>
              <a:t>реализованных </a:t>
            </a:r>
            <a:r>
              <a:rPr sz="2400" spc="-705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spc="40" dirty="0">
                <a:solidFill>
                  <a:srgbClr val="0068B4"/>
                </a:solidFill>
                <a:latin typeface="Trebuchet MS"/>
                <a:cs typeface="Trebuchet MS"/>
              </a:rPr>
              <a:t>на</a:t>
            </a:r>
            <a:r>
              <a:rPr sz="2400" spc="-65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spc="45" dirty="0">
                <a:solidFill>
                  <a:srgbClr val="0068B4"/>
                </a:solidFill>
                <a:latin typeface="Trebuchet MS"/>
                <a:cs typeface="Trebuchet MS"/>
              </a:rPr>
              <a:t>базе</a:t>
            </a:r>
            <a:r>
              <a:rPr sz="2400" spc="-60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spc="-15" dirty="0">
                <a:solidFill>
                  <a:srgbClr val="0068B4"/>
                </a:solidFill>
                <a:latin typeface="Trebuchet MS"/>
                <a:cs typeface="Trebuchet MS"/>
              </a:rPr>
              <a:t>программно</a:t>
            </a:r>
            <a:r>
              <a:rPr sz="2400" spc="-15" dirty="0">
                <a:solidFill>
                  <a:srgbClr val="0068B4"/>
                </a:solidFill>
                <a:latin typeface="Microsoft Sans Serif"/>
                <a:cs typeface="Microsoft Sans Serif"/>
              </a:rPr>
              <a:t>-</a:t>
            </a:r>
            <a:r>
              <a:rPr sz="2400" spc="-15" dirty="0">
                <a:solidFill>
                  <a:srgbClr val="0068B4"/>
                </a:solidFill>
                <a:latin typeface="Trebuchet MS"/>
                <a:cs typeface="Trebuchet MS"/>
              </a:rPr>
              <a:t>технических</a:t>
            </a:r>
            <a:r>
              <a:rPr sz="2400" spc="-60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spc="5" dirty="0">
                <a:solidFill>
                  <a:srgbClr val="0068B4"/>
                </a:solidFill>
                <a:latin typeface="Trebuchet MS"/>
                <a:cs typeface="Trebuchet MS"/>
              </a:rPr>
              <a:t>средств</a:t>
            </a:r>
            <a:endParaRPr sz="2400" dirty="0">
              <a:latin typeface="Trebuchet MS"/>
              <a:cs typeface="Trebuchet MS"/>
            </a:endParaRPr>
          </a:p>
          <a:p>
            <a:pPr marL="255270" indent="-243204">
              <a:lnSpc>
                <a:spcPts val="2765"/>
              </a:lnSpc>
              <a:buClr>
                <a:srgbClr val="800000"/>
              </a:buClr>
              <a:buSzPct val="58333"/>
              <a:buFont typeface="Wingdings"/>
              <a:buChar char=""/>
              <a:tabLst>
                <a:tab pos="255904" algn="l"/>
              </a:tabLst>
            </a:pPr>
            <a:r>
              <a:rPr sz="2400" spc="50" dirty="0">
                <a:solidFill>
                  <a:srgbClr val="0068B4"/>
                </a:solidFill>
                <a:latin typeface="Trebuchet MS"/>
                <a:cs typeface="Trebuchet MS"/>
              </a:rPr>
              <a:t>Четыре</a:t>
            </a:r>
            <a:r>
              <a:rPr sz="2400" spc="-70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spc="25" dirty="0">
                <a:solidFill>
                  <a:srgbClr val="0068B4"/>
                </a:solidFill>
                <a:latin typeface="Trebuchet MS"/>
                <a:cs typeface="Trebuchet MS"/>
              </a:rPr>
              <a:t>канала</a:t>
            </a:r>
            <a:r>
              <a:rPr sz="2400" spc="-65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spc="125" dirty="0">
                <a:solidFill>
                  <a:srgbClr val="0068B4"/>
                </a:solidFill>
                <a:latin typeface="Trebuchet MS"/>
                <a:cs typeface="Trebuchet MS"/>
              </a:rPr>
              <a:t>УСБТ</a:t>
            </a:r>
            <a:r>
              <a:rPr sz="2400" spc="125" dirty="0">
                <a:solidFill>
                  <a:srgbClr val="0068B4"/>
                </a:solidFill>
                <a:latin typeface="Microsoft Sans Serif"/>
                <a:cs typeface="Microsoft Sans Serif"/>
              </a:rPr>
              <a:t>,</a:t>
            </a:r>
            <a:r>
              <a:rPr sz="2400" spc="-45" dirty="0">
                <a:solidFill>
                  <a:srgbClr val="0068B4"/>
                </a:solidFill>
                <a:latin typeface="Microsoft Sans Serif"/>
                <a:cs typeface="Microsoft Sans Serif"/>
              </a:rPr>
              <a:t> </a:t>
            </a:r>
            <a:r>
              <a:rPr sz="2400" spc="25" dirty="0">
                <a:solidFill>
                  <a:srgbClr val="0068B4"/>
                </a:solidFill>
                <a:latin typeface="Trebuchet MS"/>
                <a:cs typeface="Trebuchet MS"/>
              </a:rPr>
              <a:t>реализованных</a:t>
            </a:r>
            <a:r>
              <a:rPr sz="2400" spc="-70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spc="40" dirty="0">
                <a:solidFill>
                  <a:srgbClr val="0068B4"/>
                </a:solidFill>
                <a:latin typeface="Trebuchet MS"/>
                <a:cs typeface="Trebuchet MS"/>
              </a:rPr>
              <a:t>на</a:t>
            </a:r>
            <a:r>
              <a:rPr sz="2400" spc="-70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spc="45" dirty="0">
                <a:solidFill>
                  <a:srgbClr val="0068B4"/>
                </a:solidFill>
                <a:latin typeface="Trebuchet MS"/>
                <a:cs typeface="Trebuchet MS"/>
              </a:rPr>
              <a:t>базе</a:t>
            </a:r>
            <a:endParaRPr sz="2400" dirty="0">
              <a:latin typeface="Trebuchet MS"/>
              <a:cs typeface="Trebuchet MS"/>
            </a:endParaRPr>
          </a:p>
          <a:p>
            <a:pPr marL="12700">
              <a:lnSpc>
                <a:spcPts val="2870"/>
              </a:lnSpc>
              <a:spcBef>
                <a:spcPts val="10"/>
              </a:spcBef>
            </a:pPr>
            <a:r>
              <a:rPr sz="2400" spc="-15" dirty="0">
                <a:solidFill>
                  <a:srgbClr val="0068B4"/>
                </a:solidFill>
                <a:latin typeface="Trebuchet MS"/>
                <a:cs typeface="Trebuchet MS"/>
              </a:rPr>
              <a:t>программно</a:t>
            </a:r>
            <a:r>
              <a:rPr sz="2400" spc="-15" dirty="0">
                <a:solidFill>
                  <a:srgbClr val="0068B4"/>
                </a:solidFill>
                <a:latin typeface="Microsoft Sans Serif"/>
                <a:cs typeface="Microsoft Sans Serif"/>
              </a:rPr>
              <a:t>-</a:t>
            </a:r>
            <a:r>
              <a:rPr sz="2400" spc="-15" dirty="0">
                <a:solidFill>
                  <a:srgbClr val="0068B4"/>
                </a:solidFill>
                <a:latin typeface="Trebuchet MS"/>
                <a:cs typeface="Trebuchet MS"/>
              </a:rPr>
              <a:t>технических</a:t>
            </a:r>
            <a:r>
              <a:rPr sz="2400" spc="-65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spc="5" dirty="0">
                <a:solidFill>
                  <a:srgbClr val="0068B4"/>
                </a:solidFill>
                <a:latin typeface="Trebuchet MS"/>
                <a:cs typeface="Trebuchet MS"/>
              </a:rPr>
              <a:t>средств</a:t>
            </a:r>
            <a:endParaRPr sz="2400" dirty="0">
              <a:latin typeface="Trebuchet MS"/>
              <a:cs typeface="Trebuchet MS"/>
            </a:endParaRPr>
          </a:p>
          <a:p>
            <a:pPr marL="12700" marR="826135">
              <a:lnSpc>
                <a:spcPts val="2890"/>
              </a:lnSpc>
              <a:spcBef>
                <a:spcPts val="75"/>
              </a:spcBef>
              <a:buClr>
                <a:srgbClr val="800000"/>
              </a:buClr>
              <a:buSzPct val="58333"/>
              <a:buFont typeface="Wingdings"/>
              <a:buChar char=""/>
              <a:tabLst>
                <a:tab pos="247650" algn="l"/>
              </a:tabLst>
            </a:pPr>
            <a:r>
              <a:rPr sz="2400" spc="50" dirty="0">
                <a:solidFill>
                  <a:srgbClr val="0068B4"/>
                </a:solidFill>
                <a:latin typeface="Trebuchet MS"/>
                <a:cs typeface="Trebuchet MS"/>
              </a:rPr>
              <a:t>Один</a:t>
            </a:r>
            <a:r>
              <a:rPr sz="2400" spc="-65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spc="-35" dirty="0">
                <a:solidFill>
                  <a:srgbClr val="0068B4"/>
                </a:solidFill>
                <a:latin typeface="Trebuchet MS"/>
                <a:cs typeface="Trebuchet MS"/>
              </a:rPr>
              <a:t>комплект</a:t>
            </a:r>
            <a:r>
              <a:rPr sz="2400" spc="-60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spc="120" dirty="0">
                <a:solidFill>
                  <a:srgbClr val="0068B4"/>
                </a:solidFill>
                <a:latin typeface="Trebuchet MS"/>
                <a:cs typeface="Trebuchet MS"/>
              </a:rPr>
              <a:t>ПЗ</a:t>
            </a:r>
            <a:r>
              <a:rPr sz="2400" spc="120" dirty="0">
                <a:solidFill>
                  <a:srgbClr val="0068B4"/>
                </a:solidFill>
                <a:latin typeface="Microsoft Sans Serif"/>
                <a:cs typeface="Microsoft Sans Serif"/>
              </a:rPr>
              <a:t>,</a:t>
            </a:r>
            <a:r>
              <a:rPr sz="2400" spc="20" dirty="0">
                <a:solidFill>
                  <a:srgbClr val="0068B4"/>
                </a:solidFill>
                <a:latin typeface="Microsoft Sans Serif"/>
                <a:cs typeface="Microsoft Sans Serif"/>
              </a:rPr>
              <a:t> </a:t>
            </a:r>
            <a:r>
              <a:rPr sz="2400" spc="25" dirty="0">
                <a:solidFill>
                  <a:srgbClr val="0068B4"/>
                </a:solidFill>
                <a:latin typeface="Trebuchet MS"/>
                <a:cs typeface="Trebuchet MS"/>
              </a:rPr>
              <a:t>реализованный</a:t>
            </a:r>
            <a:r>
              <a:rPr sz="2400" spc="-70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spc="40" dirty="0">
                <a:solidFill>
                  <a:srgbClr val="0068B4"/>
                </a:solidFill>
                <a:latin typeface="Trebuchet MS"/>
                <a:cs typeface="Trebuchet MS"/>
              </a:rPr>
              <a:t>на</a:t>
            </a:r>
            <a:r>
              <a:rPr sz="2400" spc="-65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spc="45" dirty="0">
                <a:solidFill>
                  <a:srgbClr val="0068B4"/>
                </a:solidFill>
                <a:latin typeface="Trebuchet MS"/>
                <a:cs typeface="Trebuchet MS"/>
              </a:rPr>
              <a:t>базе </a:t>
            </a:r>
            <a:r>
              <a:rPr sz="2400" spc="-710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spc="-15" dirty="0">
                <a:solidFill>
                  <a:srgbClr val="0068B4"/>
                </a:solidFill>
                <a:latin typeface="Trebuchet MS"/>
                <a:cs typeface="Trebuchet MS"/>
              </a:rPr>
              <a:t>программно</a:t>
            </a:r>
            <a:r>
              <a:rPr sz="2400" spc="-15" dirty="0">
                <a:solidFill>
                  <a:srgbClr val="0068B4"/>
                </a:solidFill>
                <a:latin typeface="Microsoft Sans Serif"/>
                <a:cs typeface="Microsoft Sans Serif"/>
              </a:rPr>
              <a:t>-</a:t>
            </a:r>
            <a:r>
              <a:rPr sz="2400" spc="-15" dirty="0">
                <a:solidFill>
                  <a:srgbClr val="0068B4"/>
                </a:solidFill>
                <a:latin typeface="Trebuchet MS"/>
                <a:cs typeface="Trebuchet MS"/>
              </a:rPr>
              <a:t>технических</a:t>
            </a:r>
            <a:r>
              <a:rPr sz="2400" spc="-60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spc="5" dirty="0">
                <a:solidFill>
                  <a:srgbClr val="0068B4"/>
                </a:solidFill>
                <a:latin typeface="Trebuchet MS"/>
                <a:cs typeface="Trebuchet MS"/>
              </a:rPr>
              <a:t>средств</a:t>
            </a:r>
            <a:endParaRPr sz="2400" dirty="0">
              <a:latin typeface="Trebuchet MS"/>
              <a:cs typeface="Trebuchet MS"/>
            </a:endParaRPr>
          </a:p>
          <a:p>
            <a:pPr marL="339090" indent="-327025">
              <a:lnSpc>
                <a:spcPts val="2770"/>
              </a:lnSpc>
              <a:buClr>
                <a:srgbClr val="800000"/>
              </a:buClr>
              <a:buSzPct val="58333"/>
              <a:buFont typeface="Wingdings"/>
              <a:buChar char=""/>
              <a:tabLst>
                <a:tab pos="339090" algn="l"/>
                <a:tab pos="339725" algn="l"/>
              </a:tabLst>
            </a:pPr>
            <a:r>
              <a:rPr sz="2400" spc="15" dirty="0">
                <a:solidFill>
                  <a:srgbClr val="0068B4"/>
                </a:solidFill>
                <a:latin typeface="Trebuchet MS"/>
                <a:cs typeface="Trebuchet MS"/>
              </a:rPr>
              <a:t>Применение</a:t>
            </a:r>
            <a:r>
              <a:rPr sz="2400" spc="-70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spc="155" dirty="0">
                <a:solidFill>
                  <a:srgbClr val="0068B4"/>
                </a:solidFill>
                <a:latin typeface="Trebuchet MS"/>
                <a:cs typeface="Trebuchet MS"/>
              </a:rPr>
              <a:t>СГИУ</a:t>
            </a:r>
            <a:r>
              <a:rPr sz="2400" spc="-65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spc="-35" dirty="0">
                <a:solidFill>
                  <a:srgbClr val="0068B4"/>
                </a:solidFill>
                <a:latin typeface="Trebuchet MS"/>
                <a:cs typeface="Trebuchet MS"/>
              </a:rPr>
              <a:t>и</a:t>
            </a:r>
            <a:r>
              <a:rPr sz="2400" spc="-65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spc="215" dirty="0">
                <a:solidFill>
                  <a:srgbClr val="0068B4"/>
                </a:solidFill>
                <a:latin typeface="Trebuchet MS"/>
                <a:cs typeface="Trebuchet MS"/>
              </a:rPr>
              <a:t>АРМ</a:t>
            </a:r>
            <a:r>
              <a:rPr sz="2400" spc="-65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spc="40" dirty="0">
                <a:solidFill>
                  <a:srgbClr val="0068B4"/>
                </a:solidFill>
                <a:latin typeface="Trebuchet MS"/>
                <a:cs typeface="Trebuchet MS"/>
              </a:rPr>
              <a:t>на</a:t>
            </a:r>
            <a:r>
              <a:rPr sz="2400" spc="-70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spc="45" dirty="0">
                <a:solidFill>
                  <a:srgbClr val="0068B4"/>
                </a:solidFill>
                <a:latin typeface="Trebuchet MS"/>
                <a:cs typeface="Trebuchet MS"/>
              </a:rPr>
              <a:t>базе</a:t>
            </a:r>
            <a:r>
              <a:rPr sz="2400" spc="-65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dirty="0">
                <a:solidFill>
                  <a:srgbClr val="0068B4"/>
                </a:solidFill>
                <a:latin typeface="Trebuchet MS"/>
                <a:cs typeface="Trebuchet MS"/>
              </a:rPr>
              <a:t>программно</a:t>
            </a:r>
            <a:r>
              <a:rPr sz="2400" dirty="0">
                <a:solidFill>
                  <a:srgbClr val="0068B4"/>
                </a:solidFill>
                <a:latin typeface="Microsoft Sans Serif"/>
                <a:cs typeface="Microsoft Sans Serif"/>
              </a:rPr>
              <a:t>-</a:t>
            </a:r>
            <a:endParaRPr sz="2400" dirty="0">
              <a:latin typeface="Microsoft Sans Serif"/>
              <a:cs typeface="Microsoft Sans Serif"/>
            </a:endParaRPr>
          </a:p>
          <a:p>
            <a:pPr marL="12700">
              <a:lnSpc>
                <a:spcPts val="2875"/>
              </a:lnSpc>
            </a:pPr>
            <a:r>
              <a:rPr sz="2400" spc="-25" dirty="0">
                <a:solidFill>
                  <a:srgbClr val="0068B4"/>
                </a:solidFill>
                <a:latin typeface="Trebuchet MS"/>
                <a:cs typeface="Trebuchet MS"/>
              </a:rPr>
              <a:t>технических</a:t>
            </a:r>
            <a:r>
              <a:rPr sz="2400" spc="-95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spc="5" dirty="0">
                <a:solidFill>
                  <a:srgbClr val="0068B4"/>
                </a:solidFill>
                <a:latin typeface="Trebuchet MS"/>
                <a:cs typeface="Trebuchet MS"/>
              </a:rPr>
              <a:t>средств</a:t>
            </a:r>
            <a:endParaRPr sz="2400" dirty="0">
              <a:latin typeface="Trebuchet MS"/>
              <a:cs typeface="Trebuchet MS"/>
            </a:endParaRPr>
          </a:p>
          <a:p>
            <a:pPr marL="339090" indent="-327025">
              <a:lnSpc>
                <a:spcPts val="2875"/>
              </a:lnSpc>
              <a:buClr>
                <a:srgbClr val="800000"/>
              </a:buClr>
              <a:buSzPct val="58333"/>
              <a:buFont typeface="Wingdings"/>
              <a:buChar char=""/>
              <a:tabLst>
                <a:tab pos="339090" algn="l"/>
                <a:tab pos="339725" algn="l"/>
              </a:tabLst>
            </a:pPr>
            <a:r>
              <a:rPr sz="2400" spc="30" dirty="0">
                <a:solidFill>
                  <a:srgbClr val="0068B4"/>
                </a:solidFill>
                <a:latin typeface="Trebuchet MS"/>
                <a:cs typeface="Trebuchet MS"/>
              </a:rPr>
              <a:t>Использование</a:t>
            </a:r>
            <a:r>
              <a:rPr sz="2400" spc="-70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dirty="0">
                <a:solidFill>
                  <a:srgbClr val="0068B4"/>
                </a:solidFill>
                <a:latin typeface="Trebuchet MS"/>
                <a:cs typeface="Trebuchet MS"/>
              </a:rPr>
              <a:t>функционального</a:t>
            </a:r>
            <a:r>
              <a:rPr sz="2400" spc="-70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400" spc="30" dirty="0">
                <a:solidFill>
                  <a:srgbClr val="0068B4"/>
                </a:solidFill>
                <a:latin typeface="Trebuchet MS"/>
                <a:cs typeface="Trebuchet MS"/>
              </a:rPr>
              <a:t>разнообразия</a:t>
            </a:r>
            <a:endParaRPr sz="2400" dirty="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347360" y="223396"/>
            <a:ext cx="5563235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Система управления</a:t>
            </a:r>
            <a:r>
              <a:rPr spc="-10" dirty="0"/>
              <a:t> </a:t>
            </a:r>
            <a:r>
              <a:rPr spc="-5" dirty="0"/>
              <a:t>и</a:t>
            </a:r>
            <a:r>
              <a:rPr dirty="0"/>
              <a:t> </a:t>
            </a:r>
            <a:r>
              <a:rPr spc="-5" dirty="0"/>
              <a:t>защиты</a:t>
            </a:r>
          </a:p>
        </p:txBody>
      </p:sp>
      <p:grpSp>
        <p:nvGrpSpPr>
          <p:cNvPr id="3" name="object 3"/>
          <p:cNvGrpSpPr/>
          <p:nvPr/>
        </p:nvGrpSpPr>
        <p:grpSpPr>
          <a:xfrm>
            <a:off x="262661" y="1484633"/>
            <a:ext cx="8602345" cy="4947285"/>
            <a:chOff x="262661" y="1484633"/>
            <a:chExt cx="8602345" cy="4947285"/>
          </a:xfrm>
        </p:grpSpPr>
        <p:sp>
          <p:nvSpPr>
            <p:cNvPr id="4" name="object 4"/>
            <p:cNvSpPr/>
            <p:nvPr/>
          </p:nvSpPr>
          <p:spPr>
            <a:xfrm>
              <a:off x="4211726" y="5687444"/>
              <a:ext cx="679450" cy="167005"/>
            </a:xfrm>
            <a:custGeom>
              <a:avLst/>
              <a:gdLst/>
              <a:ahLst/>
              <a:cxnLst/>
              <a:rect l="l" t="t" r="r" b="b"/>
              <a:pathLst>
                <a:path w="679450" h="167004">
                  <a:moveTo>
                    <a:pt x="0" y="0"/>
                  </a:moveTo>
                  <a:lnTo>
                    <a:pt x="0" y="166877"/>
                  </a:lnTo>
                  <a:lnTo>
                    <a:pt x="678941" y="166877"/>
                  </a:lnTo>
                  <a:lnTo>
                    <a:pt x="67894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4904" y="3526412"/>
              <a:ext cx="182118" cy="656843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44904" y="3526412"/>
              <a:ext cx="182245" cy="657225"/>
            </a:xfrm>
            <a:custGeom>
              <a:avLst/>
              <a:gdLst/>
              <a:ahLst/>
              <a:cxnLst/>
              <a:rect l="l" t="t" r="r" b="b"/>
              <a:pathLst>
                <a:path w="182244" h="657225">
                  <a:moveTo>
                    <a:pt x="0" y="0"/>
                  </a:moveTo>
                  <a:lnTo>
                    <a:pt x="0" y="656843"/>
                  </a:lnTo>
                  <a:lnTo>
                    <a:pt x="182118" y="656843"/>
                  </a:lnTo>
                  <a:lnTo>
                    <a:pt x="18211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09852" y="3563750"/>
              <a:ext cx="182880" cy="656082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1409852" y="3563750"/>
              <a:ext cx="182880" cy="656590"/>
            </a:xfrm>
            <a:custGeom>
              <a:avLst/>
              <a:gdLst/>
              <a:ahLst/>
              <a:cxnLst/>
              <a:rect l="l" t="t" r="r" b="b"/>
              <a:pathLst>
                <a:path w="182880" h="656589">
                  <a:moveTo>
                    <a:pt x="0" y="0"/>
                  </a:moveTo>
                  <a:lnTo>
                    <a:pt x="0" y="656082"/>
                  </a:lnTo>
                  <a:lnTo>
                    <a:pt x="182880" y="656082"/>
                  </a:lnTo>
                  <a:lnTo>
                    <a:pt x="182879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74800" y="3601088"/>
              <a:ext cx="182118" cy="656082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1374800" y="3601088"/>
              <a:ext cx="182245" cy="656590"/>
            </a:xfrm>
            <a:custGeom>
              <a:avLst/>
              <a:gdLst/>
              <a:ahLst/>
              <a:cxnLst/>
              <a:rect l="l" t="t" r="r" b="b"/>
              <a:pathLst>
                <a:path w="182244" h="656589">
                  <a:moveTo>
                    <a:pt x="0" y="0"/>
                  </a:moveTo>
                  <a:lnTo>
                    <a:pt x="0" y="656081"/>
                  </a:lnTo>
                  <a:lnTo>
                    <a:pt x="182118" y="656081"/>
                  </a:lnTo>
                  <a:lnTo>
                    <a:pt x="18211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350916" y="400113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7620"/>
                  </a:moveTo>
                  <a:lnTo>
                    <a:pt x="0" y="0"/>
                  </a:lnTo>
                  <a:lnTo>
                    <a:pt x="0" y="762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350916" y="400113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380" y="3810"/>
                  </a:moveTo>
                  <a:lnTo>
                    <a:pt x="380" y="3810"/>
                  </a:lnTo>
                </a:path>
              </a:pathLst>
            </a:custGeom>
            <a:ln w="7619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174894" y="400113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7620"/>
                  </a:moveTo>
                  <a:lnTo>
                    <a:pt x="0" y="0"/>
                  </a:lnTo>
                  <a:lnTo>
                    <a:pt x="0" y="762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174894" y="400113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380" y="3810"/>
                  </a:moveTo>
                  <a:lnTo>
                    <a:pt x="380" y="3810"/>
                  </a:lnTo>
                </a:path>
              </a:pathLst>
            </a:custGeom>
            <a:ln w="7619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174882" y="4001150"/>
              <a:ext cx="176530" cy="7620"/>
            </a:xfrm>
            <a:custGeom>
              <a:avLst/>
              <a:gdLst/>
              <a:ahLst/>
              <a:cxnLst/>
              <a:rect l="l" t="t" r="r" b="b"/>
              <a:pathLst>
                <a:path w="176529" h="7620">
                  <a:moveTo>
                    <a:pt x="176022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176022" y="7620"/>
                  </a:lnTo>
                  <a:lnTo>
                    <a:pt x="17602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350916" y="4056002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380" y="3810"/>
                  </a:moveTo>
                  <a:lnTo>
                    <a:pt x="380" y="3810"/>
                  </a:lnTo>
                </a:path>
              </a:pathLst>
            </a:custGeom>
            <a:ln w="7619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174894" y="4056002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7619"/>
                  </a:moveTo>
                  <a:lnTo>
                    <a:pt x="0" y="0"/>
                  </a:lnTo>
                  <a:lnTo>
                    <a:pt x="0" y="7619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174894" y="4056002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380" y="3809"/>
                  </a:moveTo>
                  <a:lnTo>
                    <a:pt x="380" y="3809"/>
                  </a:lnTo>
                </a:path>
              </a:pathLst>
            </a:custGeom>
            <a:ln w="7619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174882" y="4056015"/>
              <a:ext cx="176530" cy="7620"/>
            </a:xfrm>
            <a:custGeom>
              <a:avLst/>
              <a:gdLst/>
              <a:ahLst/>
              <a:cxnLst/>
              <a:rect l="l" t="t" r="r" b="b"/>
              <a:pathLst>
                <a:path w="176529" h="7620">
                  <a:moveTo>
                    <a:pt x="176022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176022" y="7620"/>
                  </a:lnTo>
                  <a:lnTo>
                    <a:pt x="17602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350916" y="4110866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-380" y="4190"/>
                  </a:moveTo>
                  <a:lnTo>
                    <a:pt x="380" y="4190"/>
                  </a:lnTo>
                </a:path>
              </a:pathLst>
            </a:custGeom>
            <a:ln w="8381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174894" y="4110866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82"/>
                  </a:moveTo>
                  <a:lnTo>
                    <a:pt x="0" y="0"/>
                  </a:lnTo>
                  <a:lnTo>
                    <a:pt x="0" y="838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174894" y="4110866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-380" y="4191"/>
                  </a:moveTo>
                  <a:lnTo>
                    <a:pt x="380" y="4191"/>
                  </a:lnTo>
                </a:path>
              </a:pathLst>
            </a:custGeom>
            <a:ln w="8381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174882" y="4110878"/>
              <a:ext cx="176530" cy="8890"/>
            </a:xfrm>
            <a:custGeom>
              <a:avLst/>
              <a:gdLst/>
              <a:ahLst/>
              <a:cxnLst/>
              <a:rect l="l" t="t" r="r" b="b"/>
              <a:pathLst>
                <a:path w="176529" h="8889">
                  <a:moveTo>
                    <a:pt x="176022" y="0"/>
                  </a:moveTo>
                  <a:lnTo>
                    <a:pt x="0" y="0"/>
                  </a:lnTo>
                  <a:lnTo>
                    <a:pt x="0" y="8369"/>
                  </a:lnTo>
                  <a:lnTo>
                    <a:pt x="176022" y="8369"/>
                  </a:lnTo>
                  <a:lnTo>
                    <a:pt x="17602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350916" y="3945512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380" y="3810"/>
                  </a:moveTo>
                  <a:lnTo>
                    <a:pt x="380" y="3810"/>
                  </a:lnTo>
                </a:path>
              </a:pathLst>
            </a:custGeom>
            <a:ln w="7619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174894" y="3945512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7620"/>
                  </a:moveTo>
                  <a:lnTo>
                    <a:pt x="0" y="0"/>
                  </a:lnTo>
                  <a:lnTo>
                    <a:pt x="0" y="762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174894" y="3945512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380" y="3810"/>
                  </a:moveTo>
                  <a:lnTo>
                    <a:pt x="380" y="3810"/>
                  </a:lnTo>
                </a:path>
              </a:pathLst>
            </a:custGeom>
            <a:ln w="7619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174894" y="3945512"/>
              <a:ext cx="176530" cy="7620"/>
            </a:xfrm>
            <a:custGeom>
              <a:avLst/>
              <a:gdLst/>
              <a:ahLst/>
              <a:cxnLst/>
              <a:rect l="l" t="t" r="r" b="b"/>
              <a:pathLst>
                <a:path w="176529" h="7620">
                  <a:moveTo>
                    <a:pt x="176022" y="7620"/>
                  </a:moveTo>
                  <a:lnTo>
                    <a:pt x="176022" y="0"/>
                  </a:lnTo>
                  <a:lnTo>
                    <a:pt x="0" y="0"/>
                  </a:lnTo>
                  <a:lnTo>
                    <a:pt x="0" y="7620"/>
                  </a:lnTo>
                  <a:lnTo>
                    <a:pt x="176022" y="762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285384" y="473342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2"/>
                  </a:moveTo>
                  <a:lnTo>
                    <a:pt x="0" y="0"/>
                  </a:lnTo>
                  <a:lnTo>
                    <a:pt x="0" y="1600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285003" y="473342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182514" y="473342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182133" y="473342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5182501" y="4733432"/>
              <a:ext cx="102870" cy="16510"/>
            </a:xfrm>
            <a:custGeom>
              <a:avLst/>
              <a:gdLst/>
              <a:ahLst/>
              <a:cxnLst/>
              <a:rect l="l" t="t" r="r" b="b"/>
              <a:pathLst>
                <a:path w="102870" h="16510">
                  <a:moveTo>
                    <a:pt x="102870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102870" y="16002"/>
                  </a:lnTo>
                  <a:lnTo>
                    <a:pt x="102870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5285003" y="467550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5182514" y="4675508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5182133" y="467550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5182501" y="4675521"/>
              <a:ext cx="102870" cy="16510"/>
            </a:xfrm>
            <a:custGeom>
              <a:avLst/>
              <a:gdLst/>
              <a:ahLst/>
              <a:cxnLst/>
              <a:rect l="l" t="t" r="r" b="b"/>
              <a:pathLst>
                <a:path w="102870" h="16510">
                  <a:moveTo>
                    <a:pt x="102870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102870" y="16002"/>
                  </a:lnTo>
                  <a:lnTo>
                    <a:pt x="102870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5285003" y="4616834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5182514" y="4616834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5182133" y="4616834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182501" y="4616847"/>
              <a:ext cx="102870" cy="16510"/>
            </a:xfrm>
            <a:custGeom>
              <a:avLst/>
              <a:gdLst/>
              <a:ahLst/>
              <a:cxnLst/>
              <a:rect l="l" t="t" r="r" b="b"/>
              <a:pathLst>
                <a:path w="102870" h="16510">
                  <a:moveTo>
                    <a:pt x="102870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102870" y="16002"/>
                  </a:lnTo>
                  <a:lnTo>
                    <a:pt x="102870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285003" y="4558922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182514" y="4558922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182133" y="4558922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5182501" y="4558935"/>
              <a:ext cx="102870" cy="16510"/>
            </a:xfrm>
            <a:custGeom>
              <a:avLst/>
              <a:gdLst/>
              <a:ahLst/>
              <a:cxnLst/>
              <a:rect l="l" t="t" r="r" b="b"/>
              <a:pathLst>
                <a:path w="102870" h="16510">
                  <a:moveTo>
                    <a:pt x="102870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102870" y="16002"/>
                  </a:lnTo>
                  <a:lnTo>
                    <a:pt x="102870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285003" y="442785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5182514" y="4427858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182133" y="442785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182501" y="4427871"/>
              <a:ext cx="102870" cy="16510"/>
            </a:xfrm>
            <a:custGeom>
              <a:avLst/>
              <a:gdLst/>
              <a:ahLst/>
              <a:cxnLst/>
              <a:rect l="l" t="t" r="r" b="b"/>
              <a:pathLst>
                <a:path w="102870" h="16510">
                  <a:moveTo>
                    <a:pt x="102870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102870" y="16002"/>
                  </a:lnTo>
                  <a:lnTo>
                    <a:pt x="102870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5285003" y="437070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5182514" y="4370708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5182133" y="437070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5182501" y="4370721"/>
              <a:ext cx="102870" cy="16510"/>
            </a:xfrm>
            <a:custGeom>
              <a:avLst/>
              <a:gdLst/>
              <a:ahLst/>
              <a:cxnLst/>
              <a:rect l="l" t="t" r="r" b="b"/>
              <a:pathLst>
                <a:path w="102870" h="16510">
                  <a:moveTo>
                    <a:pt x="102870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102870" y="16002"/>
                  </a:lnTo>
                  <a:lnTo>
                    <a:pt x="102870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285003" y="4312034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5182514" y="4312034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182133" y="4312034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5182501" y="4312047"/>
              <a:ext cx="102870" cy="16510"/>
            </a:xfrm>
            <a:custGeom>
              <a:avLst/>
              <a:gdLst/>
              <a:ahLst/>
              <a:cxnLst/>
              <a:rect l="l" t="t" r="r" b="b"/>
              <a:pathLst>
                <a:path w="102870" h="16510">
                  <a:moveTo>
                    <a:pt x="102870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102870" y="16002"/>
                  </a:lnTo>
                  <a:lnTo>
                    <a:pt x="102870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5285003" y="4254122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5182514" y="4254122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182133" y="4254122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5182514" y="4254122"/>
              <a:ext cx="102870" cy="16510"/>
            </a:xfrm>
            <a:custGeom>
              <a:avLst/>
              <a:gdLst/>
              <a:ahLst/>
              <a:cxnLst/>
              <a:rect l="l" t="t" r="r" b="b"/>
              <a:pathLst>
                <a:path w="102870" h="16510">
                  <a:moveTo>
                    <a:pt x="102870" y="16001"/>
                  </a:moveTo>
                  <a:lnTo>
                    <a:pt x="102870" y="0"/>
                  </a:lnTo>
                  <a:lnTo>
                    <a:pt x="0" y="0"/>
                  </a:lnTo>
                  <a:lnTo>
                    <a:pt x="0" y="16001"/>
                  </a:lnTo>
                  <a:lnTo>
                    <a:pt x="10287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354726" y="371767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7620"/>
                  </a:moveTo>
                  <a:lnTo>
                    <a:pt x="0" y="0"/>
                  </a:lnTo>
                  <a:lnTo>
                    <a:pt x="0" y="762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354726" y="371767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380" y="3810"/>
                  </a:moveTo>
                  <a:lnTo>
                    <a:pt x="380" y="3810"/>
                  </a:lnTo>
                </a:path>
              </a:pathLst>
            </a:custGeom>
            <a:ln w="7619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5179466" y="371767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7619"/>
                  </a:moveTo>
                  <a:lnTo>
                    <a:pt x="0" y="0"/>
                  </a:lnTo>
                  <a:lnTo>
                    <a:pt x="0" y="7619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179466" y="371767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380" y="3809"/>
                  </a:moveTo>
                  <a:lnTo>
                    <a:pt x="380" y="3809"/>
                  </a:lnTo>
                </a:path>
              </a:pathLst>
            </a:custGeom>
            <a:ln w="7619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179453" y="3717687"/>
              <a:ext cx="175260" cy="7620"/>
            </a:xfrm>
            <a:custGeom>
              <a:avLst/>
              <a:gdLst/>
              <a:ahLst/>
              <a:cxnLst/>
              <a:rect l="l" t="t" r="r" b="b"/>
              <a:pathLst>
                <a:path w="175260" h="7620">
                  <a:moveTo>
                    <a:pt x="175260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175260" y="7620"/>
                  </a:lnTo>
                  <a:lnTo>
                    <a:pt x="17526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5354726" y="3772538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-380" y="4190"/>
                  </a:moveTo>
                  <a:lnTo>
                    <a:pt x="380" y="4190"/>
                  </a:lnTo>
                </a:path>
              </a:pathLst>
            </a:custGeom>
            <a:ln w="8381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5179466" y="3772538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82"/>
                  </a:moveTo>
                  <a:lnTo>
                    <a:pt x="0" y="0"/>
                  </a:lnTo>
                  <a:lnTo>
                    <a:pt x="0" y="838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179466" y="3772538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-380" y="4191"/>
                  </a:moveTo>
                  <a:lnTo>
                    <a:pt x="380" y="4191"/>
                  </a:lnTo>
                </a:path>
              </a:pathLst>
            </a:custGeom>
            <a:ln w="8381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179453" y="3772550"/>
              <a:ext cx="175260" cy="8890"/>
            </a:xfrm>
            <a:custGeom>
              <a:avLst/>
              <a:gdLst/>
              <a:ahLst/>
              <a:cxnLst/>
              <a:rect l="l" t="t" r="r" b="b"/>
              <a:pathLst>
                <a:path w="175260" h="8889">
                  <a:moveTo>
                    <a:pt x="175260" y="0"/>
                  </a:moveTo>
                  <a:lnTo>
                    <a:pt x="0" y="0"/>
                  </a:lnTo>
                  <a:lnTo>
                    <a:pt x="0" y="8382"/>
                  </a:lnTo>
                  <a:lnTo>
                    <a:pt x="175260" y="8382"/>
                  </a:lnTo>
                  <a:lnTo>
                    <a:pt x="17526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354726" y="3827402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-380" y="4190"/>
                  </a:moveTo>
                  <a:lnTo>
                    <a:pt x="380" y="4190"/>
                  </a:lnTo>
                </a:path>
              </a:pathLst>
            </a:custGeom>
            <a:ln w="8381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5179466" y="3827402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81"/>
                  </a:moveTo>
                  <a:lnTo>
                    <a:pt x="0" y="0"/>
                  </a:lnTo>
                  <a:lnTo>
                    <a:pt x="0" y="8381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5179466" y="3827402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-380" y="4190"/>
                  </a:moveTo>
                  <a:lnTo>
                    <a:pt x="380" y="4190"/>
                  </a:lnTo>
                </a:path>
              </a:pathLst>
            </a:custGeom>
            <a:ln w="8381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5179453" y="3827415"/>
              <a:ext cx="175260" cy="8890"/>
            </a:xfrm>
            <a:custGeom>
              <a:avLst/>
              <a:gdLst/>
              <a:ahLst/>
              <a:cxnLst/>
              <a:rect l="l" t="t" r="r" b="b"/>
              <a:pathLst>
                <a:path w="175260" h="8889">
                  <a:moveTo>
                    <a:pt x="175260" y="0"/>
                  </a:moveTo>
                  <a:lnTo>
                    <a:pt x="0" y="0"/>
                  </a:lnTo>
                  <a:lnTo>
                    <a:pt x="0" y="8382"/>
                  </a:lnTo>
                  <a:lnTo>
                    <a:pt x="175260" y="8382"/>
                  </a:lnTo>
                  <a:lnTo>
                    <a:pt x="17526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5354726" y="366204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380" y="3810"/>
                  </a:moveTo>
                  <a:lnTo>
                    <a:pt x="380" y="3810"/>
                  </a:lnTo>
                </a:path>
              </a:pathLst>
            </a:custGeom>
            <a:ln w="7619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5179466" y="366204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7619"/>
                  </a:moveTo>
                  <a:lnTo>
                    <a:pt x="0" y="0"/>
                  </a:lnTo>
                  <a:lnTo>
                    <a:pt x="0" y="7619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5179466" y="366204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380" y="3809"/>
                  </a:moveTo>
                  <a:lnTo>
                    <a:pt x="380" y="3809"/>
                  </a:lnTo>
                </a:path>
              </a:pathLst>
            </a:custGeom>
            <a:ln w="7619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179466" y="3662048"/>
              <a:ext cx="175260" cy="7620"/>
            </a:xfrm>
            <a:custGeom>
              <a:avLst/>
              <a:gdLst/>
              <a:ahLst/>
              <a:cxnLst/>
              <a:rect l="l" t="t" r="r" b="b"/>
              <a:pathLst>
                <a:path w="175260" h="7620">
                  <a:moveTo>
                    <a:pt x="175260" y="7620"/>
                  </a:moveTo>
                  <a:lnTo>
                    <a:pt x="175260" y="0"/>
                  </a:lnTo>
                  <a:lnTo>
                    <a:pt x="0" y="0"/>
                  </a:lnTo>
                  <a:lnTo>
                    <a:pt x="0" y="7620"/>
                  </a:lnTo>
                  <a:lnTo>
                    <a:pt x="175260" y="762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263042" y="2964818"/>
              <a:ext cx="5945505" cy="3466465"/>
            </a:xfrm>
            <a:custGeom>
              <a:avLst/>
              <a:gdLst/>
              <a:ahLst/>
              <a:cxnLst/>
              <a:rect l="l" t="t" r="r" b="b"/>
              <a:pathLst>
                <a:path w="5945505" h="3466465">
                  <a:moveTo>
                    <a:pt x="0" y="3048"/>
                  </a:moveTo>
                  <a:lnTo>
                    <a:pt x="762" y="3466338"/>
                  </a:lnTo>
                  <a:lnTo>
                    <a:pt x="5942838" y="3466337"/>
                  </a:lnTo>
                  <a:lnTo>
                    <a:pt x="5945124" y="0"/>
                  </a:lnTo>
                  <a:lnTo>
                    <a:pt x="3723132" y="0"/>
                  </a:lnTo>
                  <a:lnTo>
                    <a:pt x="3736848" y="1523"/>
                  </a:lnTo>
                  <a:lnTo>
                    <a:pt x="0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2578760" y="554190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2578760" y="554190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2578760" y="5541902"/>
              <a:ext cx="3810" cy="247650"/>
            </a:xfrm>
            <a:custGeom>
              <a:avLst/>
              <a:gdLst/>
              <a:ahLst/>
              <a:cxnLst/>
              <a:rect l="l" t="t" r="r" b="b"/>
              <a:pathLst>
                <a:path w="3810" h="247650">
                  <a:moveTo>
                    <a:pt x="0" y="247650"/>
                  </a:moveTo>
                  <a:lnTo>
                    <a:pt x="3810" y="247650"/>
                  </a:lnTo>
                  <a:lnTo>
                    <a:pt x="3810" y="0"/>
                  </a:lnTo>
                  <a:lnTo>
                    <a:pt x="0" y="0"/>
                  </a:lnTo>
                  <a:lnTo>
                    <a:pt x="0" y="2476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2580665" y="5541521"/>
              <a:ext cx="0" cy="248285"/>
            </a:xfrm>
            <a:custGeom>
              <a:avLst/>
              <a:gdLst/>
              <a:ahLst/>
              <a:cxnLst/>
              <a:rect l="l" t="t" r="r" b="b"/>
              <a:pathLst>
                <a:path h="248285">
                  <a:moveTo>
                    <a:pt x="0" y="0"/>
                  </a:moveTo>
                  <a:lnTo>
                    <a:pt x="0" y="24803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6113678" y="4196972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113297" y="4196972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6826897" y="4079624"/>
              <a:ext cx="393700" cy="208915"/>
            </a:xfrm>
            <a:custGeom>
              <a:avLst/>
              <a:gdLst/>
              <a:ahLst/>
              <a:cxnLst/>
              <a:rect l="l" t="t" r="r" b="b"/>
              <a:pathLst>
                <a:path w="393700" h="208914">
                  <a:moveTo>
                    <a:pt x="0" y="0"/>
                  </a:moveTo>
                  <a:lnTo>
                    <a:pt x="0" y="208787"/>
                  </a:lnTo>
                  <a:lnTo>
                    <a:pt x="393192" y="208787"/>
                  </a:lnTo>
                  <a:lnTo>
                    <a:pt x="393192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7508138" y="4183256"/>
              <a:ext cx="1321435" cy="1404620"/>
            </a:xfrm>
            <a:custGeom>
              <a:avLst/>
              <a:gdLst/>
              <a:ahLst/>
              <a:cxnLst/>
              <a:rect l="l" t="t" r="r" b="b"/>
              <a:pathLst>
                <a:path w="1321434" h="1404620">
                  <a:moveTo>
                    <a:pt x="0" y="0"/>
                  </a:moveTo>
                  <a:lnTo>
                    <a:pt x="0" y="1404365"/>
                  </a:lnTo>
                  <a:lnTo>
                    <a:pt x="1321307" y="1404365"/>
                  </a:lnTo>
                  <a:lnTo>
                    <a:pt x="132130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8056003" y="4937636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192" y="0"/>
                  </a:moveTo>
                  <a:lnTo>
                    <a:pt x="0" y="0"/>
                  </a:lnTo>
                  <a:lnTo>
                    <a:pt x="1219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8056003" y="4937636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19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8056004" y="4567316"/>
              <a:ext cx="12700" cy="370840"/>
            </a:xfrm>
            <a:custGeom>
              <a:avLst/>
              <a:gdLst/>
              <a:ahLst/>
              <a:cxnLst/>
              <a:rect l="l" t="t" r="r" b="b"/>
              <a:pathLst>
                <a:path w="12700" h="370839">
                  <a:moveTo>
                    <a:pt x="12192" y="313944"/>
                  </a:moveTo>
                  <a:lnTo>
                    <a:pt x="0" y="313944"/>
                  </a:lnTo>
                  <a:lnTo>
                    <a:pt x="0" y="370332"/>
                  </a:lnTo>
                  <a:lnTo>
                    <a:pt x="12192" y="370332"/>
                  </a:lnTo>
                  <a:lnTo>
                    <a:pt x="12192" y="313944"/>
                  </a:lnTo>
                  <a:close/>
                </a:path>
                <a:path w="12700" h="370839">
                  <a:moveTo>
                    <a:pt x="12192" y="0"/>
                  </a:moveTo>
                  <a:lnTo>
                    <a:pt x="0" y="0"/>
                  </a:lnTo>
                  <a:lnTo>
                    <a:pt x="0" y="63246"/>
                  </a:lnTo>
                  <a:lnTo>
                    <a:pt x="12192" y="63246"/>
                  </a:lnTo>
                  <a:lnTo>
                    <a:pt x="1219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8062112" y="4881248"/>
              <a:ext cx="0" cy="57150"/>
            </a:xfrm>
            <a:custGeom>
              <a:avLst/>
              <a:gdLst/>
              <a:ahLst/>
              <a:cxnLst/>
              <a:rect l="l" t="t" r="r" b="b"/>
              <a:pathLst>
                <a:path h="57150">
                  <a:moveTo>
                    <a:pt x="0" y="0"/>
                  </a:moveTo>
                  <a:lnTo>
                    <a:pt x="0" y="56768"/>
                  </a:lnTo>
                </a:path>
              </a:pathLst>
            </a:custGeom>
            <a:ln w="12953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8055635" y="4567304"/>
              <a:ext cx="13335" cy="63500"/>
            </a:xfrm>
            <a:custGeom>
              <a:avLst/>
              <a:gdLst/>
              <a:ahLst/>
              <a:cxnLst/>
              <a:rect l="l" t="t" r="r" b="b"/>
              <a:pathLst>
                <a:path w="13334" h="63500">
                  <a:moveTo>
                    <a:pt x="0" y="63246"/>
                  </a:moveTo>
                  <a:lnTo>
                    <a:pt x="12953" y="63246"/>
                  </a:lnTo>
                  <a:lnTo>
                    <a:pt x="12953" y="0"/>
                  </a:lnTo>
                  <a:lnTo>
                    <a:pt x="0" y="0"/>
                  </a:lnTo>
                  <a:lnTo>
                    <a:pt x="0" y="63246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7770266" y="4630550"/>
              <a:ext cx="516255" cy="209550"/>
            </a:xfrm>
            <a:custGeom>
              <a:avLst/>
              <a:gdLst/>
              <a:ahLst/>
              <a:cxnLst/>
              <a:rect l="l" t="t" r="r" b="b"/>
              <a:pathLst>
                <a:path w="516254" h="209550">
                  <a:moveTo>
                    <a:pt x="515874" y="209550"/>
                  </a:moveTo>
                  <a:lnTo>
                    <a:pt x="515874" y="0"/>
                  </a:lnTo>
                  <a:lnTo>
                    <a:pt x="0" y="0"/>
                  </a:lnTo>
                  <a:lnTo>
                    <a:pt x="0" y="209550"/>
                  </a:lnTo>
                  <a:lnTo>
                    <a:pt x="515874" y="2095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7770266" y="4630550"/>
              <a:ext cx="516255" cy="209550"/>
            </a:xfrm>
            <a:custGeom>
              <a:avLst/>
              <a:gdLst/>
              <a:ahLst/>
              <a:cxnLst/>
              <a:rect l="l" t="t" r="r" b="b"/>
              <a:pathLst>
                <a:path w="516254" h="209550">
                  <a:moveTo>
                    <a:pt x="0" y="0"/>
                  </a:moveTo>
                  <a:lnTo>
                    <a:pt x="0" y="209550"/>
                  </a:lnTo>
                  <a:lnTo>
                    <a:pt x="515874" y="209550"/>
                  </a:lnTo>
                  <a:lnTo>
                    <a:pt x="5158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7596530" y="503060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2"/>
                  </a:moveTo>
                  <a:lnTo>
                    <a:pt x="0" y="0"/>
                  </a:lnTo>
                  <a:lnTo>
                    <a:pt x="0" y="1600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7596149" y="503060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7058038" y="5030994"/>
              <a:ext cx="538480" cy="16510"/>
            </a:xfrm>
            <a:custGeom>
              <a:avLst/>
              <a:gdLst/>
              <a:ahLst/>
              <a:cxnLst/>
              <a:rect l="l" t="t" r="r" b="b"/>
              <a:pathLst>
                <a:path w="538479" h="16510">
                  <a:moveTo>
                    <a:pt x="538480" y="0"/>
                  </a:moveTo>
                  <a:lnTo>
                    <a:pt x="16510" y="0"/>
                  </a:lnTo>
                  <a:lnTo>
                    <a:pt x="16510" y="8763"/>
                  </a:lnTo>
                  <a:lnTo>
                    <a:pt x="0" y="8763"/>
                  </a:lnTo>
                  <a:lnTo>
                    <a:pt x="0" y="16370"/>
                  </a:lnTo>
                  <a:lnTo>
                    <a:pt x="16510" y="16370"/>
                  </a:lnTo>
                  <a:lnTo>
                    <a:pt x="16510" y="15989"/>
                  </a:lnTo>
                  <a:lnTo>
                    <a:pt x="538480" y="15989"/>
                  </a:lnTo>
                  <a:lnTo>
                    <a:pt x="538480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7058558" y="5030600"/>
              <a:ext cx="538480" cy="17145"/>
            </a:xfrm>
            <a:custGeom>
              <a:avLst/>
              <a:gdLst/>
              <a:ahLst/>
              <a:cxnLst/>
              <a:rect l="l" t="t" r="r" b="b"/>
              <a:pathLst>
                <a:path w="538479" h="17145">
                  <a:moveTo>
                    <a:pt x="537972" y="0"/>
                  </a:moveTo>
                  <a:lnTo>
                    <a:pt x="537972" y="16002"/>
                  </a:lnTo>
                  <a:lnTo>
                    <a:pt x="0" y="16764"/>
                  </a:lnTo>
                  <a:lnTo>
                    <a:pt x="0" y="9144"/>
                  </a:lnTo>
                  <a:lnTo>
                    <a:pt x="16002" y="9144"/>
                  </a:lnTo>
                  <a:lnTo>
                    <a:pt x="16002" y="762"/>
                  </a:lnTo>
                  <a:lnTo>
                    <a:pt x="537972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7058025" y="4318143"/>
              <a:ext cx="16510" cy="721995"/>
            </a:xfrm>
            <a:custGeom>
              <a:avLst/>
              <a:gdLst/>
              <a:ahLst/>
              <a:cxnLst/>
              <a:rect l="l" t="t" r="r" b="b"/>
              <a:pathLst>
                <a:path w="16509" h="721995">
                  <a:moveTo>
                    <a:pt x="16510" y="0"/>
                  </a:moveTo>
                  <a:lnTo>
                    <a:pt x="7620" y="0"/>
                  </a:lnTo>
                  <a:lnTo>
                    <a:pt x="0" y="0"/>
                  </a:lnTo>
                  <a:lnTo>
                    <a:pt x="0" y="721614"/>
                  </a:lnTo>
                  <a:lnTo>
                    <a:pt x="7620" y="721614"/>
                  </a:lnTo>
                  <a:lnTo>
                    <a:pt x="16510" y="721614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7058545" y="4196210"/>
              <a:ext cx="16510" cy="843915"/>
            </a:xfrm>
            <a:custGeom>
              <a:avLst/>
              <a:gdLst/>
              <a:ahLst/>
              <a:cxnLst/>
              <a:rect l="l" t="t" r="r" b="b"/>
              <a:pathLst>
                <a:path w="16509" h="843914">
                  <a:moveTo>
                    <a:pt x="16001" y="843534"/>
                  </a:moveTo>
                  <a:lnTo>
                    <a:pt x="0" y="843534"/>
                  </a:lnTo>
                  <a:lnTo>
                    <a:pt x="0" y="16002"/>
                  </a:lnTo>
                  <a:lnTo>
                    <a:pt x="7619" y="16002"/>
                  </a:lnTo>
                  <a:lnTo>
                    <a:pt x="7619" y="0"/>
                  </a:lnTo>
                  <a:lnTo>
                    <a:pt x="16001" y="0"/>
                  </a:lnTo>
                  <a:lnTo>
                    <a:pt x="16001" y="843534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6113678" y="4196210"/>
              <a:ext cx="678180" cy="17145"/>
            </a:xfrm>
            <a:custGeom>
              <a:avLst/>
              <a:gdLst/>
              <a:ahLst/>
              <a:cxnLst/>
              <a:rect l="l" t="t" r="r" b="b"/>
              <a:pathLst>
                <a:path w="678179" h="17145">
                  <a:moveTo>
                    <a:pt x="0" y="16763"/>
                  </a:moveTo>
                  <a:lnTo>
                    <a:pt x="678167" y="16763"/>
                  </a:lnTo>
                  <a:lnTo>
                    <a:pt x="678167" y="0"/>
                  </a:lnTo>
                  <a:lnTo>
                    <a:pt x="0" y="0"/>
                  </a:lnTo>
                  <a:lnTo>
                    <a:pt x="0" y="1676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6113678" y="4196210"/>
              <a:ext cx="952500" cy="17145"/>
            </a:xfrm>
            <a:custGeom>
              <a:avLst/>
              <a:gdLst/>
              <a:ahLst/>
              <a:cxnLst/>
              <a:rect l="l" t="t" r="r" b="b"/>
              <a:pathLst>
                <a:path w="952500" h="17145">
                  <a:moveTo>
                    <a:pt x="952500" y="0"/>
                  </a:moveTo>
                  <a:lnTo>
                    <a:pt x="952500" y="16002"/>
                  </a:lnTo>
                  <a:lnTo>
                    <a:pt x="0" y="16764"/>
                  </a:lnTo>
                  <a:lnTo>
                    <a:pt x="0" y="762"/>
                  </a:lnTo>
                  <a:lnTo>
                    <a:pt x="952500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6791845" y="4108580"/>
              <a:ext cx="394335" cy="209550"/>
            </a:xfrm>
            <a:custGeom>
              <a:avLst/>
              <a:gdLst/>
              <a:ahLst/>
              <a:cxnLst/>
              <a:rect l="l" t="t" r="r" b="b"/>
              <a:pathLst>
                <a:path w="394334" h="209550">
                  <a:moveTo>
                    <a:pt x="393953" y="209550"/>
                  </a:moveTo>
                  <a:lnTo>
                    <a:pt x="393953" y="0"/>
                  </a:lnTo>
                  <a:lnTo>
                    <a:pt x="0" y="0"/>
                  </a:lnTo>
                  <a:lnTo>
                    <a:pt x="0" y="209550"/>
                  </a:lnTo>
                  <a:lnTo>
                    <a:pt x="393953" y="2095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6791845" y="4108580"/>
              <a:ext cx="394335" cy="209550"/>
            </a:xfrm>
            <a:custGeom>
              <a:avLst/>
              <a:gdLst/>
              <a:ahLst/>
              <a:cxnLst/>
              <a:rect l="l" t="t" r="r" b="b"/>
              <a:pathLst>
                <a:path w="394334" h="209550">
                  <a:moveTo>
                    <a:pt x="0" y="0"/>
                  </a:moveTo>
                  <a:lnTo>
                    <a:pt x="0" y="209550"/>
                  </a:lnTo>
                  <a:lnTo>
                    <a:pt x="393953" y="209550"/>
                  </a:lnTo>
                  <a:lnTo>
                    <a:pt x="39395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7601102" y="5112896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2"/>
                  </a:moveTo>
                  <a:lnTo>
                    <a:pt x="0" y="0"/>
                  </a:lnTo>
                  <a:lnTo>
                    <a:pt x="0" y="1600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7600721" y="5112896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6100711" y="4593974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6100330" y="4593974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6835280" y="5112909"/>
              <a:ext cx="765810" cy="16510"/>
            </a:xfrm>
            <a:custGeom>
              <a:avLst/>
              <a:gdLst/>
              <a:ahLst/>
              <a:cxnLst/>
              <a:rect l="l" t="t" r="r" b="b"/>
              <a:pathLst>
                <a:path w="765809" h="16510">
                  <a:moveTo>
                    <a:pt x="765810" y="0"/>
                  </a:moveTo>
                  <a:lnTo>
                    <a:pt x="16510" y="0"/>
                  </a:lnTo>
                  <a:lnTo>
                    <a:pt x="16510" y="7620"/>
                  </a:lnTo>
                  <a:lnTo>
                    <a:pt x="0" y="7620"/>
                  </a:lnTo>
                  <a:lnTo>
                    <a:pt x="0" y="16002"/>
                  </a:lnTo>
                  <a:lnTo>
                    <a:pt x="16510" y="16002"/>
                  </a:lnTo>
                  <a:lnTo>
                    <a:pt x="765810" y="16002"/>
                  </a:lnTo>
                  <a:lnTo>
                    <a:pt x="765810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6835292" y="5112896"/>
              <a:ext cx="765810" cy="16510"/>
            </a:xfrm>
            <a:custGeom>
              <a:avLst/>
              <a:gdLst/>
              <a:ahLst/>
              <a:cxnLst/>
              <a:rect l="l" t="t" r="r" b="b"/>
              <a:pathLst>
                <a:path w="765809" h="16510">
                  <a:moveTo>
                    <a:pt x="765809" y="0"/>
                  </a:moveTo>
                  <a:lnTo>
                    <a:pt x="765809" y="16002"/>
                  </a:lnTo>
                  <a:lnTo>
                    <a:pt x="0" y="16002"/>
                  </a:lnTo>
                  <a:lnTo>
                    <a:pt x="0" y="7620"/>
                  </a:lnTo>
                  <a:lnTo>
                    <a:pt x="16001" y="7620"/>
                  </a:lnTo>
                  <a:lnTo>
                    <a:pt x="16001" y="0"/>
                  </a:lnTo>
                  <a:lnTo>
                    <a:pt x="765809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6617347" y="4471292"/>
              <a:ext cx="393700" cy="209550"/>
            </a:xfrm>
            <a:custGeom>
              <a:avLst/>
              <a:gdLst/>
              <a:ahLst/>
              <a:cxnLst/>
              <a:rect l="l" t="t" r="r" b="b"/>
              <a:pathLst>
                <a:path w="393700" h="209550">
                  <a:moveTo>
                    <a:pt x="0" y="0"/>
                  </a:moveTo>
                  <a:lnTo>
                    <a:pt x="0" y="209550"/>
                  </a:lnTo>
                  <a:lnTo>
                    <a:pt x="393192" y="209550"/>
                  </a:lnTo>
                  <a:lnTo>
                    <a:pt x="393192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6834771" y="4725051"/>
              <a:ext cx="16510" cy="395605"/>
            </a:xfrm>
            <a:custGeom>
              <a:avLst/>
              <a:gdLst/>
              <a:ahLst/>
              <a:cxnLst/>
              <a:rect l="l" t="t" r="r" b="b"/>
              <a:pathLst>
                <a:path w="16509" h="395604">
                  <a:moveTo>
                    <a:pt x="16510" y="0"/>
                  </a:moveTo>
                  <a:lnTo>
                    <a:pt x="15240" y="0"/>
                  </a:lnTo>
                  <a:lnTo>
                    <a:pt x="7620" y="0"/>
                  </a:lnTo>
                  <a:lnTo>
                    <a:pt x="0" y="0"/>
                  </a:lnTo>
                  <a:lnTo>
                    <a:pt x="0" y="395478"/>
                  </a:lnTo>
                  <a:lnTo>
                    <a:pt x="7620" y="395478"/>
                  </a:lnTo>
                  <a:lnTo>
                    <a:pt x="15240" y="395478"/>
                  </a:lnTo>
                  <a:lnTo>
                    <a:pt x="16510" y="395478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6834530" y="4593974"/>
              <a:ext cx="17145" cy="527050"/>
            </a:xfrm>
            <a:custGeom>
              <a:avLst/>
              <a:gdLst/>
              <a:ahLst/>
              <a:cxnLst/>
              <a:rect l="l" t="t" r="r" b="b"/>
              <a:pathLst>
                <a:path w="17145" h="527050">
                  <a:moveTo>
                    <a:pt x="16764" y="526541"/>
                  </a:moveTo>
                  <a:lnTo>
                    <a:pt x="762" y="526541"/>
                  </a:lnTo>
                  <a:lnTo>
                    <a:pt x="0" y="16001"/>
                  </a:lnTo>
                  <a:lnTo>
                    <a:pt x="8382" y="16001"/>
                  </a:lnTo>
                  <a:lnTo>
                    <a:pt x="8382" y="0"/>
                  </a:lnTo>
                  <a:lnTo>
                    <a:pt x="16002" y="0"/>
                  </a:lnTo>
                  <a:lnTo>
                    <a:pt x="16764" y="526541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6100711" y="4593974"/>
              <a:ext cx="476250" cy="16510"/>
            </a:xfrm>
            <a:custGeom>
              <a:avLst/>
              <a:gdLst/>
              <a:ahLst/>
              <a:cxnLst/>
              <a:rect l="l" t="t" r="r" b="b"/>
              <a:pathLst>
                <a:path w="476250" h="16510">
                  <a:moveTo>
                    <a:pt x="0" y="16001"/>
                  </a:moveTo>
                  <a:lnTo>
                    <a:pt x="476250" y="16001"/>
                  </a:lnTo>
                  <a:lnTo>
                    <a:pt x="476250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8027822" y="5441318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429" y="0"/>
                  </a:moveTo>
                  <a:lnTo>
                    <a:pt x="0" y="0"/>
                  </a:lnTo>
                  <a:lnTo>
                    <a:pt x="11429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8027822" y="5441318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42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8027822" y="5225672"/>
              <a:ext cx="11430" cy="215900"/>
            </a:xfrm>
            <a:custGeom>
              <a:avLst/>
              <a:gdLst/>
              <a:ahLst/>
              <a:cxnLst/>
              <a:rect l="l" t="t" r="r" b="b"/>
              <a:pathLst>
                <a:path w="11429" h="215900">
                  <a:moveTo>
                    <a:pt x="0" y="215646"/>
                  </a:moveTo>
                  <a:lnTo>
                    <a:pt x="0" y="0"/>
                  </a:lnTo>
                  <a:lnTo>
                    <a:pt x="11429" y="0"/>
                  </a:lnTo>
                  <a:lnTo>
                    <a:pt x="11429" y="215646"/>
                  </a:lnTo>
                  <a:lnTo>
                    <a:pt x="0" y="215646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8027822" y="5225672"/>
              <a:ext cx="11430" cy="215900"/>
            </a:xfrm>
            <a:custGeom>
              <a:avLst/>
              <a:gdLst/>
              <a:ahLst/>
              <a:cxnLst/>
              <a:rect l="l" t="t" r="r" b="b"/>
              <a:pathLst>
                <a:path w="11429" h="215900">
                  <a:moveTo>
                    <a:pt x="0" y="215646"/>
                  </a:moveTo>
                  <a:lnTo>
                    <a:pt x="0" y="0"/>
                  </a:lnTo>
                  <a:lnTo>
                    <a:pt x="11429" y="0"/>
                  </a:lnTo>
                  <a:lnTo>
                    <a:pt x="11429" y="215646"/>
                  </a:lnTo>
                  <a:lnTo>
                    <a:pt x="0" y="215646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7959230" y="4567316"/>
              <a:ext cx="12065" cy="372110"/>
            </a:xfrm>
            <a:custGeom>
              <a:avLst/>
              <a:gdLst/>
              <a:ahLst/>
              <a:cxnLst/>
              <a:rect l="l" t="t" r="r" b="b"/>
              <a:pathLst>
                <a:path w="12065" h="372110">
                  <a:moveTo>
                    <a:pt x="11442" y="313944"/>
                  </a:moveTo>
                  <a:lnTo>
                    <a:pt x="0" y="313944"/>
                  </a:lnTo>
                  <a:lnTo>
                    <a:pt x="0" y="371856"/>
                  </a:lnTo>
                  <a:lnTo>
                    <a:pt x="11442" y="371856"/>
                  </a:lnTo>
                  <a:lnTo>
                    <a:pt x="11442" y="313944"/>
                  </a:lnTo>
                  <a:close/>
                </a:path>
                <a:path w="12065" h="372110">
                  <a:moveTo>
                    <a:pt x="11442" y="0"/>
                  </a:moveTo>
                  <a:lnTo>
                    <a:pt x="0" y="0"/>
                  </a:lnTo>
                  <a:lnTo>
                    <a:pt x="0" y="104394"/>
                  </a:lnTo>
                  <a:lnTo>
                    <a:pt x="11442" y="104394"/>
                  </a:lnTo>
                  <a:lnTo>
                    <a:pt x="1144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7958848" y="4567316"/>
              <a:ext cx="12700" cy="372110"/>
            </a:xfrm>
            <a:custGeom>
              <a:avLst/>
              <a:gdLst/>
              <a:ahLst/>
              <a:cxnLst/>
              <a:rect l="l" t="t" r="r" b="b"/>
              <a:pathLst>
                <a:path w="12700" h="372110">
                  <a:moveTo>
                    <a:pt x="12204" y="313944"/>
                  </a:moveTo>
                  <a:lnTo>
                    <a:pt x="0" y="313944"/>
                  </a:lnTo>
                  <a:lnTo>
                    <a:pt x="0" y="371856"/>
                  </a:lnTo>
                  <a:lnTo>
                    <a:pt x="12204" y="371856"/>
                  </a:lnTo>
                  <a:lnTo>
                    <a:pt x="12204" y="313944"/>
                  </a:lnTo>
                  <a:close/>
                </a:path>
                <a:path w="12700" h="372110">
                  <a:moveTo>
                    <a:pt x="12204" y="0"/>
                  </a:moveTo>
                  <a:lnTo>
                    <a:pt x="0" y="0"/>
                  </a:lnTo>
                  <a:lnTo>
                    <a:pt x="0" y="104394"/>
                  </a:lnTo>
                  <a:lnTo>
                    <a:pt x="12204" y="104394"/>
                  </a:lnTo>
                  <a:lnTo>
                    <a:pt x="12204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0" name="object 12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261000" y="3258188"/>
              <a:ext cx="530351" cy="1702307"/>
            </a:xfrm>
            <a:prstGeom prst="rect">
              <a:avLst/>
            </a:prstGeom>
          </p:spPr>
        </p:pic>
        <p:sp>
          <p:nvSpPr>
            <p:cNvPr id="121" name="object 121"/>
            <p:cNvSpPr/>
            <p:nvPr/>
          </p:nvSpPr>
          <p:spPr>
            <a:xfrm>
              <a:off x="5835535" y="3883028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0" y="15240"/>
                  </a:move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5835154" y="3883028"/>
              <a:ext cx="1270" cy="15240"/>
            </a:xfrm>
            <a:custGeom>
              <a:avLst/>
              <a:gdLst/>
              <a:ahLst/>
              <a:cxnLst/>
              <a:rect l="l" t="t" r="r" b="b"/>
              <a:pathLst>
                <a:path w="1270" h="15239">
                  <a:moveTo>
                    <a:pt x="0" y="15239"/>
                  </a:moveTo>
                  <a:lnTo>
                    <a:pt x="761" y="15239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526176" y="3883028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0" y="15239"/>
                  </a:move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5525795" y="3883028"/>
              <a:ext cx="1270" cy="15240"/>
            </a:xfrm>
            <a:custGeom>
              <a:avLst/>
              <a:gdLst/>
              <a:ahLst/>
              <a:cxnLst/>
              <a:rect l="l" t="t" r="r" b="b"/>
              <a:pathLst>
                <a:path w="1270" h="15239">
                  <a:moveTo>
                    <a:pt x="0" y="15239"/>
                  </a:moveTo>
                  <a:lnTo>
                    <a:pt x="761" y="15239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526151" y="3883041"/>
              <a:ext cx="309880" cy="15240"/>
            </a:xfrm>
            <a:custGeom>
              <a:avLst/>
              <a:gdLst/>
              <a:ahLst/>
              <a:cxnLst/>
              <a:rect l="l" t="t" r="r" b="b"/>
              <a:pathLst>
                <a:path w="309879" h="15239">
                  <a:moveTo>
                    <a:pt x="309372" y="0"/>
                  </a:moveTo>
                  <a:lnTo>
                    <a:pt x="0" y="0"/>
                  </a:lnTo>
                  <a:lnTo>
                    <a:pt x="0" y="15240"/>
                  </a:lnTo>
                  <a:lnTo>
                    <a:pt x="309372" y="15240"/>
                  </a:lnTo>
                  <a:lnTo>
                    <a:pt x="30937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5923559" y="3832736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614555" y="3832736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5614174" y="3832736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5614556" y="3832748"/>
              <a:ext cx="309880" cy="16510"/>
            </a:xfrm>
            <a:custGeom>
              <a:avLst/>
              <a:gdLst/>
              <a:ahLst/>
              <a:cxnLst/>
              <a:rect l="l" t="t" r="r" b="b"/>
              <a:pathLst>
                <a:path w="309879" h="16510">
                  <a:moveTo>
                    <a:pt x="309372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309372" y="16002"/>
                  </a:lnTo>
                  <a:lnTo>
                    <a:pt x="30937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6011938" y="378854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5702947" y="378854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5702566" y="378854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5702935" y="3788553"/>
              <a:ext cx="309880" cy="16510"/>
            </a:xfrm>
            <a:custGeom>
              <a:avLst/>
              <a:gdLst/>
              <a:ahLst/>
              <a:cxnLst/>
              <a:rect l="l" t="t" r="r" b="b"/>
              <a:pathLst>
                <a:path w="309879" h="16510">
                  <a:moveTo>
                    <a:pt x="309372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309372" y="16002"/>
                  </a:lnTo>
                  <a:lnTo>
                    <a:pt x="30937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6100330" y="3744344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5791352" y="3744344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5790971" y="3744344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5791327" y="3744356"/>
              <a:ext cx="309880" cy="16510"/>
            </a:xfrm>
            <a:custGeom>
              <a:avLst/>
              <a:gdLst/>
              <a:ahLst/>
              <a:cxnLst/>
              <a:rect l="l" t="t" r="r" b="b"/>
              <a:pathLst>
                <a:path w="309879" h="16510">
                  <a:moveTo>
                    <a:pt x="309372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309372" y="16002"/>
                  </a:lnTo>
                  <a:lnTo>
                    <a:pt x="30937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5831725" y="3883790"/>
              <a:ext cx="6985" cy="13970"/>
            </a:xfrm>
            <a:custGeom>
              <a:avLst/>
              <a:gdLst/>
              <a:ahLst/>
              <a:cxnLst/>
              <a:rect l="l" t="t" r="r" b="b"/>
              <a:pathLst>
                <a:path w="6985" h="13970">
                  <a:moveTo>
                    <a:pt x="6858" y="13716"/>
                  </a:moveTo>
                  <a:lnTo>
                    <a:pt x="0" y="0"/>
                  </a:lnTo>
                  <a:lnTo>
                    <a:pt x="6858" y="13716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6108344" y="3741296"/>
              <a:ext cx="7620" cy="14604"/>
            </a:xfrm>
            <a:custGeom>
              <a:avLst/>
              <a:gdLst/>
              <a:ahLst/>
              <a:cxnLst/>
              <a:rect l="l" t="t" r="r" b="b"/>
              <a:pathLst>
                <a:path w="7620" h="14604">
                  <a:moveTo>
                    <a:pt x="7620" y="14478"/>
                  </a:moveTo>
                  <a:lnTo>
                    <a:pt x="0" y="0"/>
                  </a:lnTo>
                  <a:lnTo>
                    <a:pt x="7620" y="14478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6108344" y="3741296"/>
              <a:ext cx="7620" cy="14604"/>
            </a:xfrm>
            <a:custGeom>
              <a:avLst/>
              <a:gdLst/>
              <a:ahLst/>
              <a:cxnLst/>
              <a:rect l="l" t="t" r="r" b="b"/>
              <a:pathLst>
                <a:path w="7620" h="14604">
                  <a:moveTo>
                    <a:pt x="0" y="0"/>
                  </a:moveTo>
                  <a:lnTo>
                    <a:pt x="7620" y="1447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5831725" y="3741296"/>
              <a:ext cx="284480" cy="156210"/>
            </a:xfrm>
            <a:custGeom>
              <a:avLst/>
              <a:gdLst/>
              <a:ahLst/>
              <a:cxnLst/>
              <a:rect l="l" t="t" r="r" b="b"/>
              <a:pathLst>
                <a:path w="284479" h="156210">
                  <a:moveTo>
                    <a:pt x="284226" y="14478"/>
                  </a:moveTo>
                  <a:lnTo>
                    <a:pt x="276606" y="0"/>
                  </a:lnTo>
                  <a:lnTo>
                    <a:pt x="0" y="142494"/>
                  </a:lnTo>
                  <a:lnTo>
                    <a:pt x="6858" y="156210"/>
                  </a:lnTo>
                  <a:lnTo>
                    <a:pt x="284226" y="14478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831725" y="3741296"/>
              <a:ext cx="284480" cy="156210"/>
            </a:xfrm>
            <a:custGeom>
              <a:avLst/>
              <a:gdLst/>
              <a:ahLst/>
              <a:cxnLst/>
              <a:rect l="l" t="t" r="r" b="b"/>
              <a:pathLst>
                <a:path w="284479" h="156210">
                  <a:moveTo>
                    <a:pt x="6858" y="156210"/>
                  </a:moveTo>
                  <a:lnTo>
                    <a:pt x="0" y="142494"/>
                  </a:lnTo>
                  <a:lnTo>
                    <a:pt x="276606" y="0"/>
                  </a:lnTo>
                  <a:lnTo>
                    <a:pt x="284226" y="14478"/>
                  </a:lnTo>
                  <a:lnTo>
                    <a:pt x="6858" y="15621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824880" y="3870074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44196" y="44196"/>
                  </a:moveTo>
                  <a:lnTo>
                    <a:pt x="44196" y="0"/>
                  </a:lnTo>
                  <a:lnTo>
                    <a:pt x="0" y="0"/>
                  </a:lnTo>
                  <a:lnTo>
                    <a:pt x="0" y="44196"/>
                  </a:lnTo>
                  <a:lnTo>
                    <a:pt x="44196" y="441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5824880" y="3870074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44196" y="0"/>
                  </a:moveTo>
                  <a:lnTo>
                    <a:pt x="44196" y="44196"/>
                  </a:lnTo>
                  <a:lnTo>
                    <a:pt x="0" y="44196"/>
                  </a:lnTo>
                  <a:lnTo>
                    <a:pt x="0" y="0"/>
                  </a:lnTo>
                  <a:lnTo>
                    <a:pt x="44196" y="0"/>
                  </a:lnTo>
                  <a:close/>
                </a:path>
              </a:pathLst>
            </a:custGeom>
            <a:ln w="12090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5862980" y="3870074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12192" y="50292"/>
                  </a:moveTo>
                  <a:lnTo>
                    <a:pt x="12192" y="0"/>
                  </a:lnTo>
                  <a:lnTo>
                    <a:pt x="0" y="0"/>
                  </a:lnTo>
                  <a:lnTo>
                    <a:pt x="0" y="38100"/>
                  </a:lnTo>
                  <a:lnTo>
                    <a:pt x="6096" y="38100"/>
                  </a:lnTo>
                  <a:lnTo>
                    <a:pt x="6096" y="50292"/>
                  </a:lnTo>
                  <a:lnTo>
                    <a:pt x="12192" y="502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5862980" y="3870074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0" y="0"/>
                  </a:moveTo>
                  <a:lnTo>
                    <a:pt x="12192" y="0"/>
                  </a:lnTo>
                  <a:lnTo>
                    <a:pt x="12192" y="50292"/>
                  </a:lnTo>
                  <a:lnTo>
                    <a:pt x="6096" y="50292"/>
                  </a:lnTo>
                  <a:lnTo>
                    <a:pt x="6096" y="38100"/>
                  </a:lnTo>
                  <a:lnTo>
                    <a:pt x="0" y="3810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818784" y="3908174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1" y="12192"/>
                  </a:moveTo>
                  <a:lnTo>
                    <a:pt x="50291" y="0"/>
                  </a:lnTo>
                  <a:lnTo>
                    <a:pt x="12191" y="0"/>
                  </a:lnTo>
                  <a:lnTo>
                    <a:pt x="12191" y="6096"/>
                  </a:lnTo>
                  <a:lnTo>
                    <a:pt x="0" y="6096"/>
                  </a:lnTo>
                  <a:lnTo>
                    <a:pt x="0" y="12192"/>
                  </a:lnTo>
                  <a:lnTo>
                    <a:pt x="50291" y="121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5818784" y="3908174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1" y="0"/>
                  </a:moveTo>
                  <a:lnTo>
                    <a:pt x="50291" y="12192"/>
                  </a:lnTo>
                  <a:lnTo>
                    <a:pt x="0" y="12192"/>
                  </a:lnTo>
                  <a:lnTo>
                    <a:pt x="0" y="6096"/>
                  </a:lnTo>
                  <a:lnTo>
                    <a:pt x="12191" y="6096"/>
                  </a:lnTo>
                  <a:lnTo>
                    <a:pt x="12191" y="0"/>
                  </a:lnTo>
                  <a:lnTo>
                    <a:pt x="50291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5818784" y="3863978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12191" y="50291"/>
                  </a:moveTo>
                  <a:lnTo>
                    <a:pt x="12191" y="12191"/>
                  </a:lnTo>
                  <a:lnTo>
                    <a:pt x="6095" y="12191"/>
                  </a:lnTo>
                  <a:lnTo>
                    <a:pt x="6095" y="0"/>
                  </a:lnTo>
                  <a:lnTo>
                    <a:pt x="0" y="0"/>
                  </a:lnTo>
                  <a:lnTo>
                    <a:pt x="0" y="50291"/>
                  </a:lnTo>
                  <a:lnTo>
                    <a:pt x="12191" y="5029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5818784" y="3863978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12191" y="50291"/>
                  </a:moveTo>
                  <a:lnTo>
                    <a:pt x="0" y="50291"/>
                  </a:lnTo>
                  <a:lnTo>
                    <a:pt x="0" y="0"/>
                  </a:lnTo>
                  <a:lnTo>
                    <a:pt x="6095" y="0"/>
                  </a:lnTo>
                  <a:lnTo>
                    <a:pt x="6095" y="12191"/>
                  </a:lnTo>
                  <a:lnTo>
                    <a:pt x="12191" y="12191"/>
                  </a:lnTo>
                  <a:lnTo>
                    <a:pt x="12191" y="50291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5824880" y="3863978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2" y="6095"/>
                  </a:moveTo>
                  <a:lnTo>
                    <a:pt x="50292" y="0"/>
                  </a:lnTo>
                  <a:lnTo>
                    <a:pt x="0" y="0"/>
                  </a:lnTo>
                  <a:lnTo>
                    <a:pt x="0" y="12191"/>
                  </a:lnTo>
                  <a:lnTo>
                    <a:pt x="38100" y="12191"/>
                  </a:lnTo>
                  <a:lnTo>
                    <a:pt x="38100" y="6095"/>
                  </a:lnTo>
                  <a:lnTo>
                    <a:pt x="50292" y="6095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824880" y="3863978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0" y="12191"/>
                  </a:moveTo>
                  <a:lnTo>
                    <a:pt x="0" y="0"/>
                  </a:lnTo>
                  <a:lnTo>
                    <a:pt x="50292" y="0"/>
                  </a:lnTo>
                  <a:lnTo>
                    <a:pt x="50292" y="6095"/>
                  </a:lnTo>
                  <a:lnTo>
                    <a:pt x="38100" y="6095"/>
                  </a:lnTo>
                  <a:lnTo>
                    <a:pt x="38100" y="12191"/>
                  </a:lnTo>
                  <a:lnTo>
                    <a:pt x="0" y="12191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5901842" y="3820544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44196" y="44196"/>
                  </a:moveTo>
                  <a:lnTo>
                    <a:pt x="44196" y="0"/>
                  </a:lnTo>
                  <a:lnTo>
                    <a:pt x="0" y="0"/>
                  </a:lnTo>
                  <a:lnTo>
                    <a:pt x="0" y="44196"/>
                  </a:lnTo>
                  <a:lnTo>
                    <a:pt x="44196" y="441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5901842" y="3820544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44196" y="0"/>
                  </a:moveTo>
                  <a:lnTo>
                    <a:pt x="44196" y="44196"/>
                  </a:lnTo>
                  <a:lnTo>
                    <a:pt x="0" y="44196"/>
                  </a:lnTo>
                  <a:lnTo>
                    <a:pt x="0" y="0"/>
                  </a:lnTo>
                  <a:lnTo>
                    <a:pt x="44196" y="0"/>
                  </a:lnTo>
                  <a:close/>
                </a:path>
              </a:pathLst>
            </a:custGeom>
            <a:ln w="12090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5939942" y="3820544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12192" y="50292"/>
                  </a:moveTo>
                  <a:lnTo>
                    <a:pt x="12192" y="0"/>
                  </a:lnTo>
                  <a:lnTo>
                    <a:pt x="0" y="0"/>
                  </a:lnTo>
                  <a:lnTo>
                    <a:pt x="0" y="38100"/>
                  </a:lnTo>
                  <a:lnTo>
                    <a:pt x="6096" y="38100"/>
                  </a:lnTo>
                  <a:lnTo>
                    <a:pt x="6096" y="50292"/>
                  </a:lnTo>
                  <a:lnTo>
                    <a:pt x="12192" y="502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939942" y="3820544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0" y="0"/>
                  </a:moveTo>
                  <a:lnTo>
                    <a:pt x="12192" y="0"/>
                  </a:lnTo>
                  <a:lnTo>
                    <a:pt x="12192" y="50292"/>
                  </a:lnTo>
                  <a:lnTo>
                    <a:pt x="6096" y="50292"/>
                  </a:lnTo>
                  <a:lnTo>
                    <a:pt x="6096" y="38100"/>
                  </a:lnTo>
                  <a:lnTo>
                    <a:pt x="0" y="3810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895746" y="3858644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1" y="12192"/>
                  </a:moveTo>
                  <a:lnTo>
                    <a:pt x="50291" y="0"/>
                  </a:lnTo>
                  <a:lnTo>
                    <a:pt x="11429" y="0"/>
                  </a:lnTo>
                  <a:lnTo>
                    <a:pt x="11429" y="6096"/>
                  </a:lnTo>
                  <a:lnTo>
                    <a:pt x="0" y="6096"/>
                  </a:lnTo>
                  <a:lnTo>
                    <a:pt x="0" y="12192"/>
                  </a:lnTo>
                  <a:lnTo>
                    <a:pt x="50291" y="121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5895746" y="3858644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1" y="0"/>
                  </a:moveTo>
                  <a:lnTo>
                    <a:pt x="50291" y="12192"/>
                  </a:lnTo>
                  <a:lnTo>
                    <a:pt x="0" y="12192"/>
                  </a:lnTo>
                  <a:lnTo>
                    <a:pt x="0" y="6096"/>
                  </a:lnTo>
                  <a:lnTo>
                    <a:pt x="11429" y="6096"/>
                  </a:lnTo>
                  <a:lnTo>
                    <a:pt x="11429" y="0"/>
                  </a:lnTo>
                  <a:lnTo>
                    <a:pt x="50291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5895746" y="3815210"/>
              <a:ext cx="11430" cy="49530"/>
            </a:xfrm>
            <a:custGeom>
              <a:avLst/>
              <a:gdLst/>
              <a:ahLst/>
              <a:cxnLst/>
              <a:rect l="l" t="t" r="r" b="b"/>
              <a:pathLst>
                <a:path w="11429" h="49529">
                  <a:moveTo>
                    <a:pt x="11429" y="49530"/>
                  </a:moveTo>
                  <a:lnTo>
                    <a:pt x="11429" y="11430"/>
                  </a:lnTo>
                  <a:lnTo>
                    <a:pt x="6095" y="11430"/>
                  </a:lnTo>
                  <a:lnTo>
                    <a:pt x="6095" y="0"/>
                  </a:lnTo>
                  <a:lnTo>
                    <a:pt x="0" y="0"/>
                  </a:lnTo>
                  <a:lnTo>
                    <a:pt x="0" y="49530"/>
                  </a:lnTo>
                  <a:lnTo>
                    <a:pt x="11429" y="4953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895746" y="3815210"/>
              <a:ext cx="11430" cy="49530"/>
            </a:xfrm>
            <a:custGeom>
              <a:avLst/>
              <a:gdLst/>
              <a:ahLst/>
              <a:cxnLst/>
              <a:rect l="l" t="t" r="r" b="b"/>
              <a:pathLst>
                <a:path w="11429" h="49529">
                  <a:moveTo>
                    <a:pt x="11429" y="49530"/>
                  </a:moveTo>
                  <a:lnTo>
                    <a:pt x="0" y="49530"/>
                  </a:lnTo>
                  <a:lnTo>
                    <a:pt x="0" y="0"/>
                  </a:lnTo>
                  <a:lnTo>
                    <a:pt x="6095" y="0"/>
                  </a:lnTo>
                  <a:lnTo>
                    <a:pt x="6095" y="11430"/>
                  </a:lnTo>
                  <a:lnTo>
                    <a:pt x="11429" y="11430"/>
                  </a:lnTo>
                  <a:lnTo>
                    <a:pt x="11429" y="4953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901842" y="3815210"/>
              <a:ext cx="50800" cy="11430"/>
            </a:xfrm>
            <a:custGeom>
              <a:avLst/>
              <a:gdLst/>
              <a:ahLst/>
              <a:cxnLst/>
              <a:rect l="l" t="t" r="r" b="b"/>
              <a:pathLst>
                <a:path w="50800" h="11429">
                  <a:moveTo>
                    <a:pt x="50292" y="5334"/>
                  </a:moveTo>
                  <a:lnTo>
                    <a:pt x="50292" y="0"/>
                  </a:lnTo>
                  <a:lnTo>
                    <a:pt x="0" y="0"/>
                  </a:lnTo>
                  <a:lnTo>
                    <a:pt x="0" y="11430"/>
                  </a:lnTo>
                  <a:lnTo>
                    <a:pt x="38100" y="11430"/>
                  </a:lnTo>
                  <a:lnTo>
                    <a:pt x="38100" y="5334"/>
                  </a:lnTo>
                  <a:lnTo>
                    <a:pt x="50292" y="5334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5901842" y="3815210"/>
              <a:ext cx="50800" cy="11430"/>
            </a:xfrm>
            <a:custGeom>
              <a:avLst/>
              <a:gdLst/>
              <a:ahLst/>
              <a:cxnLst/>
              <a:rect l="l" t="t" r="r" b="b"/>
              <a:pathLst>
                <a:path w="50800" h="11429">
                  <a:moveTo>
                    <a:pt x="0" y="11430"/>
                  </a:moveTo>
                  <a:lnTo>
                    <a:pt x="0" y="0"/>
                  </a:lnTo>
                  <a:lnTo>
                    <a:pt x="50292" y="0"/>
                  </a:lnTo>
                  <a:lnTo>
                    <a:pt x="50292" y="5334"/>
                  </a:lnTo>
                  <a:lnTo>
                    <a:pt x="38100" y="5334"/>
                  </a:lnTo>
                  <a:lnTo>
                    <a:pt x="38100" y="11430"/>
                  </a:lnTo>
                  <a:lnTo>
                    <a:pt x="0" y="1143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5997854" y="3773300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44196" y="44196"/>
                  </a:moveTo>
                  <a:lnTo>
                    <a:pt x="44196" y="0"/>
                  </a:lnTo>
                  <a:lnTo>
                    <a:pt x="0" y="0"/>
                  </a:lnTo>
                  <a:lnTo>
                    <a:pt x="0" y="44196"/>
                  </a:lnTo>
                  <a:lnTo>
                    <a:pt x="44196" y="441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5997854" y="3773300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44196" y="0"/>
                  </a:moveTo>
                  <a:lnTo>
                    <a:pt x="44196" y="44196"/>
                  </a:lnTo>
                  <a:lnTo>
                    <a:pt x="0" y="44196"/>
                  </a:lnTo>
                  <a:lnTo>
                    <a:pt x="0" y="0"/>
                  </a:lnTo>
                  <a:lnTo>
                    <a:pt x="44196" y="0"/>
                  </a:lnTo>
                  <a:close/>
                </a:path>
              </a:pathLst>
            </a:custGeom>
            <a:ln w="12090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6035954" y="3773300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12192" y="50292"/>
                  </a:moveTo>
                  <a:lnTo>
                    <a:pt x="12192" y="0"/>
                  </a:lnTo>
                  <a:lnTo>
                    <a:pt x="0" y="0"/>
                  </a:lnTo>
                  <a:lnTo>
                    <a:pt x="0" y="38100"/>
                  </a:lnTo>
                  <a:lnTo>
                    <a:pt x="6096" y="38100"/>
                  </a:lnTo>
                  <a:lnTo>
                    <a:pt x="6096" y="50292"/>
                  </a:lnTo>
                  <a:lnTo>
                    <a:pt x="12192" y="502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6035954" y="3773300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0" y="0"/>
                  </a:moveTo>
                  <a:lnTo>
                    <a:pt x="12192" y="0"/>
                  </a:lnTo>
                  <a:lnTo>
                    <a:pt x="12192" y="50292"/>
                  </a:lnTo>
                  <a:lnTo>
                    <a:pt x="6096" y="50292"/>
                  </a:lnTo>
                  <a:lnTo>
                    <a:pt x="6096" y="38100"/>
                  </a:lnTo>
                  <a:lnTo>
                    <a:pt x="0" y="3810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5991758" y="3811400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1" y="12192"/>
                  </a:moveTo>
                  <a:lnTo>
                    <a:pt x="50291" y="0"/>
                  </a:lnTo>
                  <a:lnTo>
                    <a:pt x="12191" y="0"/>
                  </a:lnTo>
                  <a:lnTo>
                    <a:pt x="12191" y="6096"/>
                  </a:lnTo>
                  <a:lnTo>
                    <a:pt x="0" y="6096"/>
                  </a:lnTo>
                  <a:lnTo>
                    <a:pt x="0" y="12192"/>
                  </a:lnTo>
                  <a:lnTo>
                    <a:pt x="50291" y="121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5991758" y="3811400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1" y="0"/>
                  </a:moveTo>
                  <a:lnTo>
                    <a:pt x="50291" y="12192"/>
                  </a:lnTo>
                  <a:lnTo>
                    <a:pt x="0" y="12192"/>
                  </a:lnTo>
                  <a:lnTo>
                    <a:pt x="0" y="6096"/>
                  </a:lnTo>
                  <a:lnTo>
                    <a:pt x="12191" y="6096"/>
                  </a:lnTo>
                  <a:lnTo>
                    <a:pt x="12191" y="0"/>
                  </a:lnTo>
                  <a:lnTo>
                    <a:pt x="50291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5991758" y="3767204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12191" y="50291"/>
                  </a:moveTo>
                  <a:lnTo>
                    <a:pt x="12191" y="12191"/>
                  </a:lnTo>
                  <a:lnTo>
                    <a:pt x="6095" y="12191"/>
                  </a:lnTo>
                  <a:lnTo>
                    <a:pt x="6095" y="0"/>
                  </a:lnTo>
                  <a:lnTo>
                    <a:pt x="0" y="0"/>
                  </a:lnTo>
                  <a:lnTo>
                    <a:pt x="0" y="50291"/>
                  </a:lnTo>
                  <a:lnTo>
                    <a:pt x="12191" y="5029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5991758" y="3767204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12191" y="50291"/>
                  </a:moveTo>
                  <a:lnTo>
                    <a:pt x="0" y="50291"/>
                  </a:lnTo>
                  <a:lnTo>
                    <a:pt x="0" y="0"/>
                  </a:lnTo>
                  <a:lnTo>
                    <a:pt x="6095" y="0"/>
                  </a:lnTo>
                  <a:lnTo>
                    <a:pt x="6095" y="12191"/>
                  </a:lnTo>
                  <a:lnTo>
                    <a:pt x="12191" y="12191"/>
                  </a:lnTo>
                  <a:lnTo>
                    <a:pt x="12191" y="50291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5997854" y="3767204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2" y="6095"/>
                  </a:moveTo>
                  <a:lnTo>
                    <a:pt x="50292" y="0"/>
                  </a:lnTo>
                  <a:lnTo>
                    <a:pt x="0" y="0"/>
                  </a:lnTo>
                  <a:lnTo>
                    <a:pt x="0" y="12191"/>
                  </a:lnTo>
                  <a:lnTo>
                    <a:pt x="38100" y="12191"/>
                  </a:lnTo>
                  <a:lnTo>
                    <a:pt x="38100" y="6095"/>
                  </a:lnTo>
                  <a:lnTo>
                    <a:pt x="50292" y="6095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5997854" y="3767204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0" y="12191"/>
                  </a:moveTo>
                  <a:lnTo>
                    <a:pt x="0" y="0"/>
                  </a:lnTo>
                  <a:lnTo>
                    <a:pt x="50292" y="0"/>
                  </a:lnTo>
                  <a:lnTo>
                    <a:pt x="50292" y="6095"/>
                  </a:lnTo>
                  <a:lnTo>
                    <a:pt x="38100" y="6095"/>
                  </a:lnTo>
                  <a:lnTo>
                    <a:pt x="38100" y="12191"/>
                  </a:lnTo>
                  <a:lnTo>
                    <a:pt x="0" y="12191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6080899" y="3733676"/>
              <a:ext cx="44450" cy="43815"/>
            </a:xfrm>
            <a:custGeom>
              <a:avLst/>
              <a:gdLst/>
              <a:ahLst/>
              <a:cxnLst/>
              <a:rect l="l" t="t" r="r" b="b"/>
              <a:pathLst>
                <a:path w="44450" h="43814">
                  <a:moveTo>
                    <a:pt x="44196" y="43434"/>
                  </a:moveTo>
                  <a:lnTo>
                    <a:pt x="44196" y="0"/>
                  </a:lnTo>
                  <a:lnTo>
                    <a:pt x="0" y="0"/>
                  </a:lnTo>
                  <a:lnTo>
                    <a:pt x="0" y="43434"/>
                  </a:lnTo>
                  <a:lnTo>
                    <a:pt x="44196" y="434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6080899" y="3733676"/>
              <a:ext cx="44450" cy="43815"/>
            </a:xfrm>
            <a:custGeom>
              <a:avLst/>
              <a:gdLst/>
              <a:ahLst/>
              <a:cxnLst/>
              <a:rect l="l" t="t" r="r" b="b"/>
              <a:pathLst>
                <a:path w="44450" h="43814">
                  <a:moveTo>
                    <a:pt x="44196" y="0"/>
                  </a:moveTo>
                  <a:lnTo>
                    <a:pt x="44196" y="43434"/>
                  </a:lnTo>
                  <a:lnTo>
                    <a:pt x="0" y="43434"/>
                  </a:lnTo>
                  <a:lnTo>
                    <a:pt x="0" y="0"/>
                  </a:lnTo>
                  <a:lnTo>
                    <a:pt x="44196" y="0"/>
                  </a:lnTo>
                  <a:close/>
                </a:path>
              </a:pathLst>
            </a:custGeom>
            <a:ln w="12090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6118999" y="3733676"/>
              <a:ext cx="12700" cy="49530"/>
            </a:xfrm>
            <a:custGeom>
              <a:avLst/>
              <a:gdLst/>
              <a:ahLst/>
              <a:cxnLst/>
              <a:rect l="l" t="t" r="r" b="b"/>
              <a:pathLst>
                <a:path w="12700" h="49529">
                  <a:moveTo>
                    <a:pt x="12192" y="49530"/>
                  </a:moveTo>
                  <a:lnTo>
                    <a:pt x="12192" y="0"/>
                  </a:lnTo>
                  <a:lnTo>
                    <a:pt x="0" y="0"/>
                  </a:lnTo>
                  <a:lnTo>
                    <a:pt x="0" y="37338"/>
                  </a:lnTo>
                  <a:lnTo>
                    <a:pt x="6096" y="37338"/>
                  </a:lnTo>
                  <a:lnTo>
                    <a:pt x="6096" y="49530"/>
                  </a:lnTo>
                  <a:lnTo>
                    <a:pt x="12192" y="4953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6118999" y="3733676"/>
              <a:ext cx="12700" cy="49530"/>
            </a:xfrm>
            <a:custGeom>
              <a:avLst/>
              <a:gdLst/>
              <a:ahLst/>
              <a:cxnLst/>
              <a:rect l="l" t="t" r="r" b="b"/>
              <a:pathLst>
                <a:path w="12700" h="49529">
                  <a:moveTo>
                    <a:pt x="0" y="0"/>
                  </a:moveTo>
                  <a:lnTo>
                    <a:pt x="12192" y="0"/>
                  </a:lnTo>
                  <a:lnTo>
                    <a:pt x="12192" y="49530"/>
                  </a:lnTo>
                  <a:lnTo>
                    <a:pt x="6096" y="49530"/>
                  </a:lnTo>
                  <a:lnTo>
                    <a:pt x="6096" y="37338"/>
                  </a:lnTo>
                  <a:lnTo>
                    <a:pt x="0" y="3733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6074803" y="3771014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1" y="12192"/>
                  </a:moveTo>
                  <a:lnTo>
                    <a:pt x="50291" y="0"/>
                  </a:lnTo>
                  <a:lnTo>
                    <a:pt x="12191" y="0"/>
                  </a:lnTo>
                  <a:lnTo>
                    <a:pt x="12191" y="6096"/>
                  </a:lnTo>
                  <a:lnTo>
                    <a:pt x="0" y="6096"/>
                  </a:lnTo>
                  <a:lnTo>
                    <a:pt x="0" y="12192"/>
                  </a:lnTo>
                  <a:lnTo>
                    <a:pt x="50291" y="121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6074803" y="3771014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1" y="0"/>
                  </a:moveTo>
                  <a:lnTo>
                    <a:pt x="50291" y="12192"/>
                  </a:lnTo>
                  <a:lnTo>
                    <a:pt x="0" y="12192"/>
                  </a:lnTo>
                  <a:lnTo>
                    <a:pt x="0" y="6096"/>
                  </a:lnTo>
                  <a:lnTo>
                    <a:pt x="12191" y="6096"/>
                  </a:lnTo>
                  <a:lnTo>
                    <a:pt x="12191" y="0"/>
                  </a:lnTo>
                  <a:lnTo>
                    <a:pt x="50291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6074803" y="3727580"/>
              <a:ext cx="12700" cy="49530"/>
            </a:xfrm>
            <a:custGeom>
              <a:avLst/>
              <a:gdLst/>
              <a:ahLst/>
              <a:cxnLst/>
              <a:rect l="l" t="t" r="r" b="b"/>
              <a:pathLst>
                <a:path w="12700" h="49529">
                  <a:moveTo>
                    <a:pt x="12191" y="49529"/>
                  </a:moveTo>
                  <a:lnTo>
                    <a:pt x="12191" y="12191"/>
                  </a:lnTo>
                  <a:lnTo>
                    <a:pt x="6095" y="12191"/>
                  </a:lnTo>
                  <a:lnTo>
                    <a:pt x="6095" y="0"/>
                  </a:lnTo>
                  <a:lnTo>
                    <a:pt x="0" y="0"/>
                  </a:lnTo>
                  <a:lnTo>
                    <a:pt x="0" y="49529"/>
                  </a:lnTo>
                  <a:lnTo>
                    <a:pt x="12191" y="49529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6074803" y="3727580"/>
              <a:ext cx="12700" cy="49530"/>
            </a:xfrm>
            <a:custGeom>
              <a:avLst/>
              <a:gdLst/>
              <a:ahLst/>
              <a:cxnLst/>
              <a:rect l="l" t="t" r="r" b="b"/>
              <a:pathLst>
                <a:path w="12700" h="49529">
                  <a:moveTo>
                    <a:pt x="12191" y="49529"/>
                  </a:moveTo>
                  <a:lnTo>
                    <a:pt x="0" y="49529"/>
                  </a:lnTo>
                  <a:lnTo>
                    <a:pt x="0" y="0"/>
                  </a:lnTo>
                  <a:lnTo>
                    <a:pt x="6095" y="0"/>
                  </a:lnTo>
                  <a:lnTo>
                    <a:pt x="6095" y="12191"/>
                  </a:lnTo>
                  <a:lnTo>
                    <a:pt x="12191" y="12191"/>
                  </a:lnTo>
                  <a:lnTo>
                    <a:pt x="12191" y="49529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6080899" y="3727580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2" y="6095"/>
                  </a:moveTo>
                  <a:lnTo>
                    <a:pt x="50292" y="0"/>
                  </a:lnTo>
                  <a:lnTo>
                    <a:pt x="0" y="0"/>
                  </a:lnTo>
                  <a:lnTo>
                    <a:pt x="0" y="12191"/>
                  </a:lnTo>
                  <a:lnTo>
                    <a:pt x="38100" y="12191"/>
                  </a:lnTo>
                  <a:lnTo>
                    <a:pt x="38100" y="6095"/>
                  </a:lnTo>
                  <a:lnTo>
                    <a:pt x="50292" y="6095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6080899" y="3727580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0" y="12191"/>
                  </a:moveTo>
                  <a:lnTo>
                    <a:pt x="0" y="0"/>
                  </a:lnTo>
                  <a:lnTo>
                    <a:pt x="50292" y="0"/>
                  </a:lnTo>
                  <a:lnTo>
                    <a:pt x="50292" y="6095"/>
                  </a:lnTo>
                  <a:lnTo>
                    <a:pt x="38100" y="6095"/>
                  </a:lnTo>
                  <a:lnTo>
                    <a:pt x="38100" y="12191"/>
                  </a:lnTo>
                  <a:lnTo>
                    <a:pt x="0" y="12191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6496202" y="1485014"/>
              <a:ext cx="2333625" cy="1137285"/>
            </a:xfrm>
            <a:custGeom>
              <a:avLst/>
              <a:gdLst/>
              <a:ahLst/>
              <a:cxnLst/>
              <a:rect l="l" t="t" r="r" b="b"/>
              <a:pathLst>
                <a:path w="2333625" h="1137285">
                  <a:moveTo>
                    <a:pt x="0" y="0"/>
                  </a:moveTo>
                  <a:lnTo>
                    <a:pt x="0" y="1136904"/>
                  </a:lnTo>
                  <a:lnTo>
                    <a:pt x="2333244" y="1136903"/>
                  </a:lnTo>
                  <a:lnTo>
                    <a:pt x="233324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8081912" y="2339978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430" y="0"/>
                  </a:moveTo>
                  <a:lnTo>
                    <a:pt x="0" y="0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8081912" y="2339978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42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8081912" y="2339978"/>
              <a:ext cx="11430" cy="1957070"/>
            </a:xfrm>
            <a:custGeom>
              <a:avLst/>
              <a:gdLst/>
              <a:ahLst/>
              <a:cxnLst/>
              <a:rect l="l" t="t" r="r" b="b"/>
              <a:pathLst>
                <a:path w="11429" h="1957070">
                  <a:moveTo>
                    <a:pt x="0" y="1956816"/>
                  </a:moveTo>
                  <a:lnTo>
                    <a:pt x="0" y="0"/>
                  </a:lnTo>
                  <a:lnTo>
                    <a:pt x="11430" y="0"/>
                  </a:lnTo>
                  <a:lnTo>
                    <a:pt x="11430" y="1956816"/>
                  </a:lnTo>
                  <a:lnTo>
                    <a:pt x="0" y="1956816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8081912" y="2339978"/>
              <a:ext cx="11430" cy="1957070"/>
            </a:xfrm>
            <a:custGeom>
              <a:avLst/>
              <a:gdLst/>
              <a:ahLst/>
              <a:cxnLst/>
              <a:rect l="l" t="t" r="r" b="b"/>
              <a:pathLst>
                <a:path w="11429" h="1957070">
                  <a:moveTo>
                    <a:pt x="0" y="1956816"/>
                  </a:moveTo>
                  <a:lnTo>
                    <a:pt x="0" y="0"/>
                  </a:lnTo>
                  <a:lnTo>
                    <a:pt x="11430" y="0"/>
                  </a:lnTo>
                  <a:lnTo>
                    <a:pt x="11430" y="1956816"/>
                  </a:lnTo>
                  <a:lnTo>
                    <a:pt x="0" y="1956816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8501773" y="2372744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430" y="0"/>
                  </a:moveTo>
                  <a:lnTo>
                    <a:pt x="0" y="0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8501773" y="2372744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42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8501773" y="2372744"/>
              <a:ext cx="11430" cy="1917700"/>
            </a:xfrm>
            <a:custGeom>
              <a:avLst/>
              <a:gdLst/>
              <a:ahLst/>
              <a:cxnLst/>
              <a:rect l="l" t="t" r="r" b="b"/>
              <a:pathLst>
                <a:path w="11429" h="1917700">
                  <a:moveTo>
                    <a:pt x="0" y="1917192"/>
                  </a:moveTo>
                  <a:lnTo>
                    <a:pt x="0" y="0"/>
                  </a:lnTo>
                  <a:lnTo>
                    <a:pt x="11430" y="0"/>
                  </a:lnTo>
                  <a:lnTo>
                    <a:pt x="11430" y="1917192"/>
                  </a:lnTo>
                  <a:lnTo>
                    <a:pt x="0" y="191719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8501773" y="2372744"/>
              <a:ext cx="11430" cy="1917700"/>
            </a:xfrm>
            <a:custGeom>
              <a:avLst/>
              <a:gdLst/>
              <a:ahLst/>
              <a:cxnLst/>
              <a:rect l="l" t="t" r="r" b="b"/>
              <a:pathLst>
                <a:path w="11429" h="1917700">
                  <a:moveTo>
                    <a:pt x="0" y="1917192"/>
                  </a:moveTo>
                  <a:lnTo>
                    <a:pt x="0" y="0"/>
                  </a:lnTo>
                  <a:lnTo>
                    <a:pt x="11430" y="0"/>
                  </a:lnTo>
                  <a:lnTo>
                    <a:pt x="11430" y="1917192"/>
                  </a:lnTo>
                  <a:lnTo>
                    <a:pt x="0" y="1917192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2" name="object 19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807223" y="4274931"/>
              <a:ext cx="827519" cy="298850"/>
            </a:xfrm>
            <a:prstGeom prst="rect">
              <a:avLst/>
            </a:prstGeom>
          </p:spPr>
        </p:pic>
        <p:pic>
          <p:nvPicPr>
            <p:cNvPr id="193" name="object 19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995043" y="2256920"/>
              <a:ext cx="134874" cy="29717"/>
            </a:xfrm>
            <a:prstGeom prst="rect">
              <a:avLst/>
            </a:prstGeom>
          </p:spPr>
        </p:pic>
        <p:sp>
          <p:nvSpPr>
            <p:cNvPr id="194" name="object 194"/>
            <p:cNvSpPr/>
            <p:nvPr/>
          </p:nvSpPr>
          <p:spPr>
            <a:xfrm>
              <a:off x="7995043" y="2256920"/>
              <a:ext cx="135255" cy="29845"/>
            </a:xfrm>
            <a:custGeom>
              <a:avLst/>
              <a:gdLst/>
              <a:ahLst/>
              <a:cxnLst/>
              <a:rect l="l" t="t" r="r" b="b"/>
              <a:pathLst>
                <a:path w="135254" h="29844">
                  <a:moveTo>
                    <a:pt x="0" y="14477"/>
                  </a:moveTo>
                  <a:lnTo>
                    <a:pt x="9144" y="22097"/>
                  </a:lnTo>
                  <a:lnTo>
                    <a:pt x="33528" y="27431"/>
                  </a:lnTo>
                  <a:lnTo>
                    <a:pt x="67818" y="29717"/>
                  </a:lnTo>
                  <a:lnTo>
                    <a:pt x="101346" y="27431"/>
                  </a:lnTo>
                  <a:lnTo>
                    <a:pt x="125730" y="22097"/>
                  </a:lnTo>
                  <a:lnTo>
                    <a:pt x="134874" y="14477"/>
                  </a:lnTo>
                  <a:lnTo>
                    <a:pt x="125730" y="6857"/>
                  </a:lnTo>
                  <a:lnTo>
                    <a:pt x="101346" y="2285"/>
                  </a:lnTo>
                  <a:lnTo>
                    <a:pt x="67818" y="0"/>
                  </a:lnTo>
                  <a:lnTo>
                    <a:pt x="33528" y="2285"/>
                  </a:lnTo>
                  <a:lnTo>
                    <a:pt x="9144" y="6857"/>
                  </a:lnTo>
                  <a:lnTo>
                    <a:pt x="0" y="144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5" name="object 19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8000390" y="2252348"/>
              <a:ext cx="124968" cy="16001"/>
            </a:xfrm>
            <a:prstGeom prst="rect">
              <a:avLst/>
            </a:prstGeom>
          </p:spPr>
        </p:pic>
        <p:sp>
          <p:nvSpPr>
            <p:cNvPr id="196" name="object 196"/>
            <p:cNvSpPr/>
            <p:nvPr/>
          </p:nvSpPr>
          <p:spPr>
            <a:xfrm>
              <a:off x="8036204" y="2252348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59" h="8889">
                  <a:moveTo>
                    <a:pt x="0" y="4572"/>
                  </a:moveTo>
                  <a:lnTo>
                    <a:pt x="762" y="6858"/>
                  </a:lnTo>
                  <a:lnTo>
                    <a:pt x="2286" y="7620"/>
                  </a:lnTo>
                  <a:lnTo>
                    <a:pt x="4572" y="8382"/>
                  </a:lnTo>
                  <a:lnTo>
                    <a:pt x="9144" y="6858"/>
                  </a:lnTo>
                  <a:lnTo>
                    <a:pt x="9906" y="4572"/>
                  </a:lnTo>
                  <a:lnTo>
                    <a:pt x="9144" y="2286"/>
                  </a:lnTo>
                  <a:lnTo>
                    <a:pt x="6858" y="762"/>
                  </a:lnTo>
                  <a:lnTo>
                    <a:pt x="4572" y="0"/>
                  </a:lnTo>
                  <a:lnTo>
                    <a:pt x="2285" y="762"/>
                  </a:lnTo>
                  <a:lnTo>
                    <a:pt x="761" y="2286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7" name="object 19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8036204" y="2251586"/>
              <a:ext cx="9905" cy="9144"/>
            </a:xfrm>
            <a:prstGeom prst="rect">
              <a:avLst/>
            </a:prstGeom>
          </p:spPr>
        </p:pic>
        <p:sp>
          <p:nvSpPr>
            <p:cNvPr id="198" name="object 198"/>
            <p:cNvSpPr/>
            <p:nvPr/>
          </p:nvSpPr>
          <p:spPr>
            <a:xfrm>
              <a:off x="8036204" y="2251280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4878"/>
                  </a:moveTo>
                  <a:lnTo>
                    <a:pt x="762" y="6402"/>
                  </a:lnTo>
                  <a:lnTo>
                    <a:pt x="2286" y="8688"/>
                  </a:lnTo>
                  <a:lnTo>
                    <a:pt x="4572" y="8688"/>
                  </a:lnTo>
                  <a:lnTo>
                    <a:pt x="9441" y="6368"/>
                  </a:lnTo>
                  <a:lnTo>
                    <a:pt x="9296" y="2492"/>
                  </a:lnTo>
                  <a:lnTo>
                    <a:pt x="5836" y="0"/>
                  </a:lnTo>
                  <a:lnTo>
                    <a:pt x="761" y="1830"/>
                  </a:lnTo>
                  <a:lnTo>
                    <a:pt x="0" y="487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9" name="object 19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024762" y="2252348"/>
              <a:ext cx="9905" cy="9144"/>
            </a:xfrm>
            <a:prstGeom prst="rect">
              <a:avLst/>
            </a:prstGeom>
          </p:spPr>
        </p:pic>
        <p:sp>
          <p:nvSpPr>
            <p:cNvPr id="200" name="object 200"/>
            <p:cNvSpPr/>
            <p:nvPr/>
          </p:nvSpPr>
          <p:spPr>
            <a:xfrm>
              <a:off x="8024762" y="2252348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59" h="8889">
                  <a:moveTo>
                    <a:pt x="0" y="4572"/>
                  </a:moveTo>
                  <a:lnTo>
                    <a:pt x="762" y="6858"/>
                  </a:lnTo>
                  <a:lnTo>
                    <a:pt x="2286" y="7620"/>
                  </a:lnTo>
                  <a:lnTo>
                    <a:pt x="4572" y="8382"/>
                  </a:lnTo>
                  <a:lnTo>
                    <a:pt x="6858" y="7620"/>
                  </a:lnTo>
                  <a:lnTo>
                    <a:pt x="9144" y="6858"/>
                  </a:lnTo>
                  <a:lnTo>
                    <a:pt x="9906" y="4572"/>
                  </a:lnTo>
                  <a:lnTo>
                    <a:pt x="9144" y="2286"/>
                  </a:lnTo>
                  <a:lnTo>
                    <a:pt x="6858" y="762"/>
                  </a:lnTo>
                  <a:lnTo>
                    <a:pt x="4572" y="0"/>
                  </a:lnTo>
                  <a:lnTo>
                    <a:pt x="2285" y="762"/>
                  </a:lnTo>
                  <a:lnTo>
                    <a:pt x="761" y="2286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1" name="object 20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8024762" y="2251586"/>
              <a:ext cx="9905" cy="9144"/>
            </a:xfrm>
            <a:prstGeom prst="rect">
              <a:avLst/>
            </a:prstGeom>
          </p:spPr>
        </p:pic>
        <p:sp>
          <p:nvSpPr>
            <p:cNvPr id="202" name="object 202"/>
            <p:cNvSpPr/>
            <p:nvPr/>
          </p:nvSpPr>
          <p:spPr>
            <a:xfrm>
              <a:off x="8024762" y="2251280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4878"/>
                  </a:moveTo>
                  <a:lnTo>
                    <a:pt x="762" y="6402"/>
                  </a:lnTo>
                  <a:lnTo>
                    <a:pt x="2286" y="8688"/>
                  </a:lnTo>
                  <a:lnTo>
                    <a:pt x="4572" y="8688"/>
                  </a:lnTo>
                  <a:lnTo>
                    <a:pt x="9441" y="6368"/>
                  </a:lnTo>
                  <a:lnTo>
                    <a:pt x="9296" y="2492"/>
                  </a:lnTo>
                  <a:lnTo>
                    <a:pt x="5836" y="0"/>
                  </a:lnTo>
                  <a:lnTo>
                    <a:pt x="761" y="1830"/>
                  </a:lnTo>
                  <a:lnTo>
                    <a:pt x="0" y="487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3" name="object 20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014093" y="2252348"/>
              <a:ext cx="9144" cy="9144"/>
            </a:xfrm>
            <a:prstGeom prst="rect">
              <a:avLst/>
            </a:prstGeom>
          </p:spPr>
        </p:pic>
        <p:sp>
          <p:nvSpPr>
            <p:cNvPr id="204" name="object 204"/>
            <p:cNvSpPr/>
            <p:nvPr/>
          </p:nvSpPr>
          <p:spPr>
            <a:xfrm>
              <a:off x="8014093" y="2253110"/>
              <a:ext cx="9525" cy="6985"/>
            </a:xfrm>
            <a:custGeom>
              <a:avLst/>
              <a:gdLst/>
              <a:ahLst/>
              <a:cxnLst/>
              <a:rect l="l" t="t" r="r" b="b"/>
              <a:pathLst>
                <a:path w="9525" h="6985">
                  <a:moveTo>
                    <a:pt x="0" y="3810"/>
                  </a:moveTo>
                  <a:lnTo>
                    <a:pt x="0" y="6096"/>
                  </a:lnTo>
                  <a:lnTo>
                    <a:pt x="2286" y="6858"/>
                  </a:lnTo>
                  <a:lnTo>
                    <a:pt x="7508" y="6691"/>
                  </a:lnTo>
                  <a:lnTo>
                    <a:pt x="9067" y="3548"/>
                  </a:lnTo>
                  <a:lnTo>
                    <a:pt x="7236" y="344"/>
                  </a:lnTo>
                  <a:lnTo>
                    <a:pt x="2285" y="0"/>
                  </a:lnTo>
                  <a:lnTo>
                    <a:pt x="0" y="1524"/>
                  </a:lnTo>
                  <a:lnTo>
                    <a:pt x="0" y="381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5" name="object 20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8014093" y="2251586"/>
              <a:ext cx="9144" cy="9144"/>
            </a:xfrm>
            <a:prstGeom prst="rect">
              <a:avLst/>
            </a:prstGeom>
          </p:spPr>
        </p:pic>
        <p:sp>
          <p:nvSpPr>
            <p:cNvPr id="206" name="object 206"/>
            <p:cNvSpPr/>
            <p:nvPr/>
          </p:nvSpPr>
          <p:spPr>
            <a:xfrm>
              <a:off x="8014093" y="2251586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4572"/>
                  </a:moveTo>
                  <a:lnTo>
                    <a:pt x="0" y="6096"/>
                  </a:lnTo>
                  <a:lnTo>
                    <a:pt x="2286" y="8382"/>
                  </a:lnTo>
                  <a:lnTo>
                    <a:pt x="6096" y="8382"/>
                  </a:lnTo>
                  <a:lnTo>
                    <a:pt x="8382" y="6096"/>
                  </a:lnTo>
                  <a:lnTo>
                    <a:pt x="9144" y="4572"/>
                  </a:lnTo>
                  <a:lnTo>
                    <a:pt x="8382" y="1524"/>
                  </a:lnTo>
                  <a:lnTo>
                    <a:pt x="6096" y="0"/>
                  </a:lnTo>
                  <a:lnTo>
                    <a:pt x="2285" y="0"/>
                  </a:lnTo>
                  <a:lnTo>
                    <a:pt x="0" y="1524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7" name="object 20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073542" y="2252348"/>
              <a:ext cx="9905" cy="9144"/>
            </a:xfrm>
            <a:prstGeom prst="rect">
              <a:avLst/>
            </a:prstGeom>
          </p:spPr>
        </p:pic>
        <p:sp>
          <p:nvSpPr>
            <p:cNvPr id="208" name="object 208"/>
            <p:cNvSpPr/>
            <p:nvPr/>
          </p:nvSpPr>
          <p:spPr>
            <a:xfrm>
              <a:off x="8073542" y="2252348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59" h="8889">
                  <a:moveTo>
                    <a:pt x="0" y="4572"/>
                  </a:moveTo>
                  <a:lnTo>
                    <a:pt x="762" y="6858"/>
                  </a:lnTo>
                  <a:lnTo>
                    <a:pt x="2286" y="7620"/>
                  </a:lnTo>
                  <a:lnTo>
                    <a:pt x="4572" y="8382"/>
                  </a:lnTo>
                  <a:lnTo>
                    <a:pt x="7620" y="7620"/>
                  </a:lnTo>
                  <a:lnTo>
                    <a:pt x="9144" y="6858"/>
                  </a:lnTo>
                  <a:lnTo>
                    <a:pt x="9906" y="4572"/>
                  </a:lnTo>
                  <a:lnTo>
                    <a:pt x="9144" y="2286"/>
                  </a:lnTo>
                  <a:lnTo>
                    <a:pt x="7620" y="762"/>
                  </a:lnTo>
                  <a:lnTo>
                    <a:pt x="4572" y="0"/>
                  </a:lnTo>
                  <a:lnTo>
                    <a:pt x="2285" y="762"/>
                  </a:lnTo>
                  <a:lnTo>
                    <a:pt x="761" y="2286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9" name="object 20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8073542" y="2251586"/>
              <a:ext cx="9905" cy="9144"/>
            </a:xfrm>
            <a:prstGeom prst="rect">
              <a:avLst/>
            </a:prstGeom>
          </p:spPr>
        </p:pic>
        <p:sp>
          <p:nvSpPr>
            <p:cNvPr id="210" name="object 210"/>
            <p:cNvSpPr/>
            <p:nvPr/>
          </p:nvSpPr>
          <p:spPr>
            <a:xfrm>
              <a:off x="8073542" y="2251586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59" h="8889">
                  <a:moveTo>
                    <a:pt x="0" y="4572"/>
                  </a:moveTo>
                  <a:lnTo>
                    <a:pt x="762" y="6096"/>
                  </a:lnTo>
                  <a:lnTo>
                    <a:pt x="2286" y="8382"/>
                  </a:lnTo>
                  <a:lnTo>
                    <a:pt x="7620" y="8382"/>
                  </a:lnTo>
                  <a:lnTo>
                    <a:pt x="9144" y="6096"/>
                  </a:lnTo>
                  <a:lnTo>
                    <a:pt x="9906" y="4572"/>
                  </a:lnTo>
                  <a:lnTo>
                    <a:pt x="9144" y="1524"/>
                  </a:lnTo>
                  <a:lnTo>
                    <a:pt x="7620" y="0"/>
                  </a:lnTo>
                  <a:lnTo>
                    <a:pt x="2285" y="0"/>
                  </a:lnTo>
                  <a:lnTo>
                    <a:pt x="761" y="1524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1" name="object 21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7995043" y="2271398"/>
              <a:ext cx="134874" cy="22098"/>
            </a:xfrm>
            <a:prstGeom prst="rect">
              <a:avLst/>
            </a:prstGeom>
          </p:spPr>
        </p:pic>
        <p:sp>
          <p:nvSpPr>
            <p:cNvPr id="212" name="object 212"/>
            <p:cNvSpPr/>
            <p:nvPr/>
          </p:nvSpPr>
          <p:spPr>
            <a:xfrm>
              <a:off x="7995043" y="2271398"/>
              <a:ext cx="135255" cy="22225"/>
            </a:xfrm>
            <a:custGeom>
              <a:avLst/>
              <a:gdLst/>
              <a:ahLst/>
              <a:cxnLst/>
              <a:rect l="l" t="t" r="r" b="b"/>
              <a:pathLst>
                <a:path w="135254" h="22225">
                  <a:moveTo>
                    <a:pt x="0" y="0"/>
                  </a:moveTo>
                  <a:lnTo>
                    <a:pt x="0" y="6858"/>
                  </a:lnTo>
                  <a:lnTo>
                    <a:pt x="2286" y="10668"/>
                  </a:lnTo>
                  <a:lnTo>
                    <a:pt x="19050" y="17526"/>
                  </a:lnTo>
                  <a:lnTo>
                    <a:pt x="67818" y="22097"/>
                  </a:lnTo>
                  <a:lnTo>
                    <a:pt x="115062" y="17525"/>
                  </a:lnTo>
                  <a:lnTo>
                    <a:pt x="132588" y="10667"/>
                  </a:lnTo>
                  <a:lnTo>
                    <a:pt x="134874" y="6857"/>
                  </a:lnTo>
                  <a:lnTo>
                    <a:pt x="134874" y="0"/>
                  </a:lnTo>
                  <a:lnTo>
                    <a:pt x="132588" y="3809"/>
                  </a:lnTo>
                  <a:lnTo>
                    <a:pt x="115062" y="10667"/>
                  </a:lnTo>
                  <a:lnTo>
                    <a:pt x="67818" y="15239"/>
                  </a:lnTo>
                  <a:lnTo>
                    <a:pt x="20574" y="10667"/>
                  </a:lnTo>
                  <a:lnTo>
                    <a:pt x="3048" y="381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3" name="object 21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7965338" y="2080898"/>
              <a:ext cx="200405" cy="19050"/>
            </a:xfrm>
            <a:prstGeom prst="rect">
              <a:avLst/>
            </a:prstGeom>
          </p:spPr>
        </p:pic>
        <p:sp>
          <p:nvSpPr>
            <p:cNvPr id="214" name="object 214"/>
            <p:cNvSpPr/>
            <p:nvPr/>
          </p:nvSpPr>
          <p:spPr>
            <a:xfrm>
              <a:off x="7965338" y="2080898"/>
              <a:ext cx="200660" cy="19050"/>
            </a:xfrm>
            <a:custGeom>
              <a:avLst/>
              <a:gdLst/>
              <a:ahLst/>
              <a:cxnLst/>
              <a:rect l="l" t="t" r="r" b="b"/>
              <a:pathLst>
                <a:path w="200659" h="19050">
                  <a:moveTo>
                    <a:pt x="0" y="19050"/>
                  </a:moveTo>
                  <a:lnTo>
                    <a:pt x="10667" y="0"/>
                  </a:lnTo>
                  <a:lnTo>
                    <a:pt x="189738" y="0"/>
                  </a:lnTo>
                  <a:lnTo>
                    <a:pt x="200406" y="19049"/>
                  </a:lnTo>
                  <a:lnTo>
                    <a:pt x="0" y="1905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5" name="object 215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965325" y="2097662"/>
              <a:ext cx="200405" cy="159258"/>
            </a:xfrm>
            <a:prstGeom prst="rect">
              <a:avLst/>
            </a:prstGeom>
          </p:spPr>
        </p:pic>
        <p:sp>
          <p:nvSpPr>
            <p:cNvPr id="216" name="object 216"/>
            <p:cNvSpPr/>
            <p:nvPr/>
          </p:nvSpPr>
          <p:spPr>
            <a:xfrm>
              <a:off x="7965325" y="2097662"/>
              <a:ext cx="200660" cy="159385"/>
            </a:xfrm>
            <a:custGeom>
              <a:avLst/>
              <a:gdLst/>
              <a:ahLst/>
              <a:cxnLst/>
              <a:rect l="l" t="t" r="r" b="b"/>
              <a:pathLst>
                <a:path w="200659" h="159385">
                  <a:moveTo>
                    <a:pt x="4572" y="0"/>
                  </a:moveTo>
                  <a:lnTo>
                    <a:pt x="3048" y="0"/>
                  </a:lnTo>
                  <a:lnTo>
                    <a:pt x="762" y="762"/>
                  </a:lnTo>
                  <a:lnTo>
                    <a:pt x="0" y="3048"/>
                  </a:lnTo>
                  <a:lnTo>
                    <a:pt x="0" y="156210"/>
                  </a:lnTo>
                  <a:lnTo>
                    <a:pt x="1524" y="158496"/>
                  </a:lnTo>
                  <a:lnTo>
                    <a:pt x="4572" y="159258"/>
                  </a:lnTo>
                  <a:lnTo>
                    <a:pt x="195834" y="159257"/>
                  </a:lnTo>
                  <a:lnTo>
                    <a:pt x="198882" y="158495"/>
                  </a:lnTo>
                  <a:lnTo>
                    <a:pt x="200406" y="154685"/>
                  </a:lnTo>
                  <a:lnTo>
                    <a:pt x="200406" y="3047"/>
                  </a:lnTo>
                  <a:lnTo>
                    <a:pt x="199644" y="0"/>
                  </a:ln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7" name="object 217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969148" y="2100710"/>
              <a:ext cx="192024" cy="152400"/>
            </a:xfrm>
            <a:prstGeom prst="rect">
              <a:avLst/>
            </a:prstGeom>
          </p:spPr>
        </p:pic>
        <p:sp>
          <p:nvSpPr>
            <p:cNvPr id="218" name="object 218"/>
            <p:cNvSpPr/>
            <p:nvPr/>
          </p:nvSpPr>
          <p:spPr>
            <a:xfrm>
              <a:off x="7969148" y="2100710"/>
              <a:ext cx="192405" cy="152400"/>
            </a:xfrm>
            <a:custGeom>
              <a:avLst/>
              <a:gdLst/>
              <a:ahLst/>
              <a:cxnLst/>
              <a:rect l="l" t="t" r="r" b="b"/>
              <a:pathLst>
                <a:path w="192404" h="152400">
                  <a:moveTo>
                    <a:pt x="4572" y="0"/>
                  </a:moveTo>
                  <a:lnTo>
                    <a:pt x="3810" y="0"/>
                  </a:lnTo>
                  <a:lnTo>
                    <a:pt x="762" y="762"/>
                  </a:lnTo>
                  <a:lnTo>
                    <a:pt x="0" y="3810"/>
                  </a:lnTo>
                  <a:lnTo>
                    <a:pt x="0" y="150114"/>
                  </a:lnTo>
                  <a:lnTo>
                    <a:pt x="1524" y="151638"/>
                  </a:lnTo>
                  <a:lnTo>
                    <a:pt x="4572" y="152400"/>
                  </a:lnTo>
                  <a:lnTo>
                    <a:pt x="188214" y="152400"/>
                  </a:lnTo>
                  <a:lnTo>
                    <a:pt x="190500" y="151637"/>
                  </a:lnTo>
                  <a:lnTo>
                    <a:pt x="192024" y="147827"/>
                  </a:lnTo>
                  <a:lnTo>
                    <a:pt x="192024" y="761"/>
                  </a:lnTo>
                  <a:lnTo>
                    <a:pt x="189738" y="0"/>
                  </a:ln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9" name="object 219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7980578" y="2114426"/>
              <a:ext cx="169925" cy="124967"/>
            </a:xfrm>
            <a:prstGeom prst="rect">
              <a:avLst/>
            </a:prstGeom>
          </p:spPr>
        </p:pic>
        <p:sp>
          <p:nvSpPr>
            <p:cNvPr id="220" name="object 220"/>
            <p:cNvSpPr/>
            <p:nvPr/>
          </p:nvSpPr>
          <p:spPr>
            <a:xfrm>
              <a:off x="7980578" y="2114426"/>
              <a:ext cx="170180" cy="125095"/>
            </a:xfrm>
            <a:custGeom>
              <a:avLst/>
              <a:gdLst/>
              <a:ahLst/>
              <a:cxnLst/>
              <a:rect l="l" t="t" r="r" b="b"/>
              <a:pathLst>
                <a:path w="170179" h="125094">
                  <a:moveTo>
                    <a:pt x="4572" y="0"/>
                  </a:moveTo>
                  <a:lnTo>
                    <a:pt x="3048" y="0"/>
                  </a:lnTo>
                  <a:lnTo>
                    <a:pt x="762" y="762"/>
                  </a:lnTo>
                  <a:lnTo>
                    <a:pt x="0" y="3048"/>
                  </a:lnTo>
                  <a:lnTo>
                    <a:pt x="0" y="122682"/>
                  </a:lnTo>
                  <a:lnTo>
                    <a:pt x="1524" y="124205"/>
                  </a:lnTo>
                  <a:lnTo>
                    <a:pt x="3810" y="124968"/>
                  </a:lnTo>
                  <a:lnTo>
                    <a:pt x="166116" y="124968"/>
                  </a:lnTo>
                  <a:lnTo>
                    <a:pt x="168402" y="124205"/>
                  </a:lnTo>
                  <a:lnTo>
                    <a:pt x="169926" y="121157"/>
                  </a:lnTo>
                  <a:lnTo>
                    <a:pt x="169926" y="3047"/>
                  </a:lnTo>
                  <a:lnTo>
                    <a:pt x="169164" y="761"/>
                  </a:lnTo>
                  <a:lnTo>
                    <a:pt x="166878" y="0"/>
                  </a:ln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1" name="object 221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8003425" y="2268350"/>
              <a:ext cx="26670" cy="10668"/>
            </a:xfrm>
            <a:prstGeom prst="rect">
              <a:avLst/>
            </a:prstGeom>
          </p:spPr>
        </p:pic>
        <p:pic>
          <p:nvPicPr>
            <p:cNvPr id="222" name="object 222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8084197" y="2256920"/>
              <a:ext cx="38874" cy="22098"/>
            </a:xfrm>
            <a:prstGeom prst="rect">
              <a:avLst/>
            </a:prstGeom>
          </p:spPr>
        </p:pic>
        <p:sp>
          <p:nvSpPr>
            <p:cNvPr id="223" name="object 223"/>
            <p:cNvSpPr/>
            <p:nvPr/>
          </p:nvSpPr>
          <p:spPr>
            <a:xfrm>
              <a:off x="8003425" y="2268350"/>
              <a:ext cx="7620" cy="10795"/>
            </a:xfrm>
            <a:custGeom>
              <a:avLst/>
              <a:gdLst/>
              <a:ahLst/>
              <a:cxnLst/>
              <a:rect l="l" t="t" r="r" b="b"/>
              <a:pathLst>
                <a:path w="7620" h="10794">
                  <a:moveTo>
                    <a:pt x="7620" y="0"/>
                  </a:moveTo>
                  <a:lnTo>
                    <a:pt x="7620" y="10668"/>
                  </a:lnTo>
                  <a:lnTo>
                    <a:pt x="1524" y="6096"/>
                  </a:lnTo>
                  <a:lnTo>
                    <a:pt x="0" y="2286"/>
                  </a:lnTo>
                  <a:lnTo>
                    <a:pt x="0" y="0"/>
                  </a:lnTo>
                  <a:lnTo>
                    <a:pt x="762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8115452" y="2268350"/>
              <a:ext cx="7620" cy="10795"/>
            </a:xfrm>
            <a:custGeom>
              <a:avLst/>
              <a:gdLst/>
              <a:ahLst/>
              <a:cxnLst/>
              <a:rect l="l" t="t" r="r" b="b"/>
              <a:pathLst>
                <a:path w="7620" h="10794">
                  <a:moveTo>
                    <a:pt x="0" y="0"/>
                  </a:moveTo>
                  <a:lnTo>
                    <a:pt x="0" y="10668"/>
                  </a:lnTo>
                  <a:lnTo>
                    <a:pt x="6096" y="6095"/>
                  </a:lnTo>
                  <a:lnTo>
                    <a:pt x="7620" y="2285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5" name="object 225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7927238" y="2282066"/>
              <a:ext cx="51053" cy="20574"/>
            </a:xfrm>
            <a:prstGeom prst="rect">
              <a:avLst/>
            </a:prstGeom>
          </p:spPr>
        </p:pic>
        <p:sp>
          <p:nvSpPr>
            <p:cNvPr id="226" name="object 226"/>
            <p:cNvSpPr/>
            <p:nvPr/>
          </p:nvSpPr>
          <p:spPr>
            <a:xfrm>
              <a:off x="7927238" y="2282066"/>
              <a:ext cx="51435" cy="20955"/>
            </a:xfrm>
            <a:custGeom>
              <a:avLst/>
              <a:gdLst/>
              <a:ahLst/>
              <a:cxnLst/>
              <a:rect l="l" t="t" r="r" b="b"/>
              <a:pathLst>
                <a:path w="51434" h="20955">
                  <a:moveTo>
                    <a:pt x="6857" y="20574"/>
                  </a:moveTo>
                  <a:lnTo>
                    <a:pt x="9905" y="18288"/>
                  </a:lnTo>
                  <a:lnTo>
                    <a:pt x="16763" y="14478"/>
                  </a:lnTo>
                  <a:lnTo>
                    <a:pt x="25907" y="10668"/>
                  </a:lnTo>
                  <a:lnTo>
                    <a:pt x="37337" y="9144"/>
                  </a:lnTo>
                  <a:lnTo>
                    <a:pt x="47243" y="7620"/>
                  </a:lnTo>
                  <a:lnTo>
                    <a:pt x="51053" y="6858"/>
                  </a:lnTo>
                  <a:lnTo>
                    <a:pt x="51053" y="0"/>
                  </a:lnTo>
                  <a:lnTo>
                    <a:pt x="7619" y="11430"/>
                  </a:lnTo>
                  <a:lnTo>
                    <a:pt x="0" y="17526"/>
                  </a:lnTo>
                  <a:lnTo>
                    <a:pt x="1523" y="18288"/>
                  </a:lnTo>
                  <a:lnTo>
                    <a:pt x="5333" y="19812"/>
                  </a:lnTo>
                  <a:lnTo>
                    <a:pt x="6857" y="2057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7" name="object 227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7873885" y="2295782"/>
              <a:ext cx="258318" cy="76200"/>
            </a:xfrm>
            <a:prstGeom prst="rect">
              <a:avLst/>
            </a:prstGeom>
          </p:spPr>
        </p:pic>
        <p:sp>
          <p:nvSpPr>
            <p:cNvPr id="228" name="object 228"/>
            <p:cNvSpPr/>
            <p:nvPr/>
          </p:nvSpPr>
          <p:spPr>
            <a:xfrm>
              <a:off x="7873885" y="2295782"/>
              <a:ext cx="258445" cy="76200"/>
            </a:xfrm>
            <a:custGeom>
              <a:avLst/>
              <a:gdLst/>
              <a:ahLst/>
              <a:cxnLst/>
              <a:rect l="l" t="t" r="r" b="b"/>
              <a:pathLst>
                <a:path w="258445" h="76200">
                  <a:moveTo>
                    <a:pt x="35814" y="0"/>
                  </a:moveTo>
                  <a:lnTo>
                    <a:pt x="19050" y="25908"/>
                  </a:lnTo>
                  <a:lnTo>
                    <a:pt x="0" y="48768"/>
                  </a:lnTo>
                  <a:lnTo>
                    <a:pt x="235458" y="76199"/>
                  </a:lnTo>
                  <a:lnTo>
                    <a:pt x="246126" y="54101"/>
                  </a:lnTo>
                  <a:lnTo>
                    <a:pt x="258318" y="24383"/>
                  </a:lnTo>
                  <a:lnTo>
                    <a:pt x="3581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9" name="object 229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7885328" y="2320166"/>
              <a:ext cx="155448" cy="38862"/>
            </a:xfrm>
            <a:prstGeom prst="rect">
              <a:avLst/>
            </a:prstGeom>
          </p:spPr>
        </p:pic>
        <p:sp>
          <p:nvSpPr>
            <p:cNvPr id="230" name="object 230"/>
            <p:cNvSpPr/>
            <p:nvPr/>
          </p:nvSpPr>
          <p:spPr>
            <a:xfrm>
              <a:off x="7885328" y="2320166"/>
              <a:ext cx="155575" cy="39370"/>
            </a:xfrm>
            <a:custGeom>
              <a:avLst/>
              <a:gdLst/>
              <a:ahLst/>
              <a:cxnLst/>
              <a:rect l="l" t="t" r="r" b="b"/>
              <a:pathLst>
                <a:path w="155575" h="39369">
                  <a:moveTo>
                    <a:pt x="155448" y="16001"/>
                  </a:moveTo>
                  <a:lnTo>
                    <a:pt x="141732" y="38861"/>
                  </a:lnTo>
                  <a:lnTo>
                    <a:pt x="128016" y="37337"/>
                  </a:lnTo>
                  <a:lnTo>
                    <a:pt x="130302" y="32765"/>
                  </a:lnTo>
                  <a:lnTo>
                    <a:pt x="120396" y="32003"/>
                  </a:lnTo>
                  <a:lnTo>
                    <a:pt x="118110" y="35813"/>
                  </a:lnTo>
                  <a:lnTo>
                    <a:pt x="25146" y="25145"/>
                  </a:lnTo>
                  <a:lnTo>
                    <a:pt x="27432" y="20573"/>
                  </a:lnTo>
                  <a:lnTo>
                    <a:pt x="17526" y="19811"/>
                  </a:lnTo>
                  <a:lnTo>
                    <a:pt x="14478" y="23621"/>
                  </a:lnTo>
                  <a:lnTo>
                    <a:pt x="0" y="22097"/>
                  </a:lnTo>
                  <a:lnTo>
                    <a:pt x="17526" y="0"/>
                  </a:lnTo>
                  <a:lnTo>
                    <a:pt x="155448" y="1600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7969897" y="2283590"/>
              <a:ext cx="2540" cy="6350"/>
            </a:xfrm>
            <a:custGeom>
              <a:avLst/>
              <a:gdLst/>
              <a:ahLst/>
              <a:cxnLst/>
              <a:rect l="l" t="t" r="r" b="b"/>
              <a:pathLst>
                <a:path w="2540" h="6350">
                  <a:moveTo>
                    <a:pt x="0" y="0"/>
                  </a:moveTo>
                  <a:lnTo>
                    <a:pt x="1524" y="0"/>
                  </a:lnTo>
                  <a:lnTo>
                    <a:pt x="2286" y="761"/>
                  </a:lnTo>
                  <a:lnTo>
                    <a:pt x="2286" y="5334"/>
                  </a:lnTo>
                  <a:lnTo>
                    <a:pt x="1524" y="60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7966850" y="2283590"/>
              <a:ext cx="3175" cy="6985"/>
            </a:xfrm>
            <a:custGeom>
              <a:avLst/>
              <a:gdLst/>
              <a:ahLst/>
              <a:cxnLst/>
              <a:rect l="l" t="t" r="r" b="b"/>
              <a:pathLst>
                <a:path w="3175" h="6985">
                  <a:moveTo>
                    <a:pt x="0" y="0"/>
                  </a:moveTo>
                  <a:lnTo>
                    <a:pt x="1524" y="0"/>
                  </a:lnTo>
                  <a:lnTo>
                    <a:pt x="2286" y="761"/>
                  </a:lnTo>
                  <a:lnTo>
                    <a:pt x="3048" y="3810"/>
                  </a:lnTo>
                  <a:lnTo>
                    <a:pt x="3048" y="6096"/>
                  </a:lnTo>
                  <a:lnTo>
                    <a:pt x="2286" y="6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7933321" y="2293496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0" y="762"/>
                  </a:moveTo>
                  <a:lnTo>
                    <a:pt x="762" y="762"/>
                  </a:lnTo>
                  <a:lnTo>
                    <a:pt x="1524" y="0"/>
                  </a:lnTo>
                  <a:lnTo>
                    <a:pt x="3810" y="0"/>
                  </a:lnTo>
                  <a:lnTo>
                    <a:pt x="5334" y="2286"/>
                  </a:lnTo>
                  <a:lnTo>
                    <a:pt x="6096" y="4572"/>
                  </a:lnTo>
                  <a:lnTo>
                    <a:pt x="6096" y="53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7935607" y="2291972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0" y="762"/>
                  </a:moveTo>
                  <a:lnTo>
                    <a:pt x="762" y="762"/>
                  </a:lnTo>
                  <a:lnTo>
                    <a:pt x="1524" y="0"/>
                  </a:lnTo>
                  <a:lnTo>
                    <a:pt x="3048" y="762"/>
                  </a:lnTo>
                  <a:lnTo>
                    <a:pt x="5334" y="2286"/>
                  </a:lnTo>
                  <a:lnTo>
                    <a:pt x="6096" y="4572"/>
                  </a:lnTo>
                  <a:lnTo>
                    <a:pt x="6096" y="53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7948562" y="2288162"/>
              <a:ext cx="3175" cy="5715"/>
            </a:xfrm>
            <a:custGeom>
              <a:avLst/>
              <a:gdLst/>
              <a:ahLst/>
              <a:cxnLst/>
              <a:rect l="l" t="t" r="r" b="b"/>
              <a:pathLst>
                <a:path w="3175" h="5714">
                  <a:moveTo>
                    <a:pt x="0" y="0"/>
                  </a:moveTo>
                  <a:lnTo>
                    <a:pt x="1524" y="0"/>
                  </a:lnTo>
                  <a:lnTo>
                    <a:pt x="2286" y="761"/>
                  </a:lnTo>
                  <a:lnTo>
                    <a:pt x="3048" y="2285"/>
                  </a:lnTo>
                  <a:lnTo>
                    <a:pt x="3048" y="4572"/>
                  </a:lnTo>
                  <a:lnTo>
                    <a:pt x="2286" y="53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7950085" y="2287400"/>
              <a:ext cx="3175" cy="6350"/>
            </a:xfrm>
            <a:custGeom>
              <a:avLst/>
              <a:gdLst/>
              <a:ahLst/>
              <a:cxnLst/>
              <a:rect l="l" t="t" r="r" b="b"/>
              <a:pathLst>
                <a:path w="3175" h="6350">
                  <a:moveTo>
                    <a:pt x="0" y="0"/>
                  </a:moveTo>
                  <a:lnTo>
                    <a:pt x="1524" y="0"/>
                  </a:lnTo>
                  <a:lnTo>
                    <a:pt x="2286" y="761"/>
                  </a:lnTo>
                  <a:lnTo>
                    <a:pt x="3048" y="3047"/>
                  </a:lnTo>
                  <a:lnTo>
                    <a:pt x="3048" y="4572"/>
                  </a:lnTo>
                  <a:lnTo>
                    <a:pt x="2286" y="60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7952371" y="2286638"/>
              <a:ext cx="2540" cy="6350"/>
            </a:xfrm>
            <a:custGeom>
              <a:avLst/>
              <a:gdLst/>
              <a:ahLst/>
              <a:cxnLst/>
              <a:rect l="l" t="t" r="r" b="b"/>
              <a:pathLst>
                <a:path w="2540" h="6350">
                  <a:moveTo>
                    <a:pt x="0" y="0"/>
                  </a:moveTo>
                  <a:lnTo>
                    <a:pt x="1524" y="761"/>
                  </a:lnTo>
                  <a:lnTo>
                    <a:pt x="2286" y="1523"/>
                  </a:lnTo>
                  <a:lnTo>
                    <a:pt x="2286" y="60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7956943" y="2285114"/>
              <a:ext cx="3810" cy="6350"/>
            </a:xfrm>
            <a:custGeom>
              <a:avLst/>
              <a:gdLst/>
              <a:ahLst/>
              <a:cxnLst/>
              <a:rect l="l" t="t" r="r" b="b"/>
              <a:pathLst>
                <a:path w="3809" h="6350">
                  <a:moveTo>
                    <a:pt x="0" y="0"/>
                  </a:moveTo>
                  <a:lnTo>
                    <a:pt x="762" y="761"/>
                  </a:lnTo>
                  <a:lnTo>
                    <a:pt x="2286" y="761"/>
                  </a:lnTo>
                  <a:lnTo>
                    <a:pt x="3048" y="1523"/>
                  </a:lnTo>
                  <a:lnTo>
                    <a:pt x="3810" y="3810"/>
                  </a:lnTo>
                  <a:lnTo>
                    <a:pt x="3048" y="5334"/>
                  </a:lnTo>
                  <a:lnTo>
                    <a:pt x="3048" y="60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9" name="object 239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7872362" y="2350646"/>
              <a:ext cx="238505" cy="31241"/>
            </a:xfrm>
            <a:prstGeom prst="rect">
              <a:avLst/>
            </a:prstGeom>
          </p:spPr>
        </p:pic>
        <p:sp>
          <p:nvSpPr>
            <p:cNvPr id="240" name="object 240"/>
            <p:cNvSpPr/>
            <p:nvPr/>
          </p:nvSpPr>
          <p:spPr>
            <a:xfrm>
              <a:off x="7872362" y="2350646"/>
              <a:ext cx="238760" cy="31750"/>
            </a:xfrm>
            <a:custGeom>
              <a:avLst/>
              <a:gdLst/>
              <a:ahLst/>
              <a:cxnLst/>
              <a:rect l="l" t="t" r="r" b="b"/>
              <a:pathLst>
                <a:path w="238759" h="31750">
                  <a:moveTo>
                    <a:pt x="0" y="0"/>
                  </a:moveTo>
                  <a:lnTo>
                    <a:pt x="762" y="761"/>
                  </a:lnTo>
                  <a:lnTo>
                    <a:pt x="1524" y="3048"/>
                  </a:lnTo>
                  <a:lnTo>
                    <a:pt x="3810" y="3810"/>
                  </a:lnTo>
                  <a:lnTo>
                    <a:pt x="20574" y="6095"/>
                  </a:lnTo>
                  <a:lnTo>
                    <a:pt x="64769" y="10667"/>
                  </a:lnTo>
                  <a:lnTo>
                    <a:pt x="177546" y="24383"/>
                  </a:lnTo>
                  <a:lnTo>
                    <a:pt x="220979" y="29717"/>
                  </a:lnTo>
                  <a:lnTo>
                    <a:pt x="238506" y="31241"/>
                  </a:lnTo>
                  <a:lnTo>
                    <a:pt x="237744" y="30479"/>
                  </a:lnTo>
                  <a:lnTo>
                    <a:pt x="236982" y="28193"/>
                  </a:lnTo>
                  <a:lnTo>
                    <a:pt x="236982" y="26669"/>
                  </a:lnTo>
                  <a:lnTo>
                    <a:pt x="219456" y="25145"/>
                  </a:lnTo>
                  <a:lnTo>
                    <a:pt x="175260" y="19811"/>
                  </a:lnTo>
                  <a:lnTo>
                    <a:pt x="118110" y="13715"/>
                  </a:lnTo>
                  <a:lnTo>
                    <a:pt x="61722" y="6857"/>
                  </a:lnTo>
                  <a:lnTo>
                    <a:pt x="17526" y="228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1" name="object 241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8109343" y="2320166"/>
              <a:ext cx="26670" cy="61722"/>
            </a:xfrm>
            <a:prstGeom prst="rect">
              <a:avLst/>
            </a:prstGeom>
          </p:spPr>
        </p:pic>
        <p:sp>
          <p:nvSpPr>
            <p:cNvPr id="242" name="object 242"/>
            <p:cNvSpPr/>
            <p:nvPr/>
          </p:nvSpPr>
          <p:spPr>
            <a:xfrm>
              <a:off x="8109343" y="2320166"/>
              <a:ext cx="26670" cy="62230"/>
            </a:xfrm>
            <a:custGeom>
              <a:avLst/>
              <a:gdLst/>
              <a:ahLst/>
              <a:cxnLst/>
              <a:rect l="l" t="t" r="r" b="b"/>
              <a:pathLst>
                <a:path w="26670" h="62230">
                  <a:moveTo>
                    <a:pt x="1524" y="61722"/>
                  </a:moveTo>
                  <a:lnTo>
                    <a:pt x="4572" y="55626"/>
                  </a:lnTo>
                  <a:lnTo>
                    <a:pt x="11430" y="43434"/>
                  </a:lnTo>
                  <a:lnTo>
                    <a:pt x="16002" y="33528"/>
                  </a:lnTo>
                  <a:lnTo>
                    <a:pt x="20574" y="22098"/>
                  </a:lnTo>
                  <a:lnTo>
                    <a:pt x="24384" y="11430"/>
                  </a:lnTo>
                  <a:lnTo>
                    <a:pt x="25908" y="6096"/>
                  </a:lnTo>
                  <a:lnTo>
                    <a:pt x="26670" y="5334"/>
                  </a:lnTo>
                  <a:lnTo>
                    <a:pt x="26670" y="3810"/>
                  </a:lnTo>
                  <a:lnTo>
                    <a:pt x="25908" y="1524"/>
                  </a:lnTo>
                  <a:lnTo>
                    <a:pt x="24384" y="0"/>
                  </a:lnTo>
                  <a:lnTo>
                    <a:pt x="22860" y="0"/>
                  </a:lnTo>
                  <a:lnTo>
                    <a:pt x="19812" y="7620"/>
                  </a:lnTo>
                  <a:lnTo>
                    <a:pt x="14478" y="22098"/>
                  </a:lnTo>
                  <a:lnTo>
                    <a:pt x="10668" y="29718"/>
                  </a:lnTo>
                  <a:lnTo>
                    <a:pt x="8382" y="35814"/>
                  </a:lnTo>
                  <a:lnTo>
                    <a:pt x="3048" y="46482"/>
                  </a:lnTo>
                  <a:lnTo>
                    <a:pt x="0" y="51816"/>
                  </a:lnTo>
                  <a:lnTo>
                    <a:pt x="0" y="57150"/>
                  </a:lnTo>
                  <a:lnTo>
                    <a:pt x="762" y="60960"/>
                  </a:lnTo>
                  <a:lnTo>
                    <a:pt x="1524" y="61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3" name="object 243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8030870" y="2352170"/>
              <a:ext cx="30479" cy="10667"/>
            </a:xfrm>
            <a:prstGeom prst="rect">
              <a:avLst/>
            </a:prstGeom>
          </p:spPr>
        </p:pic>
        <p:sp>
          <p:nvSpPr>
            <p:cNvPr id="244" name="object 244"/>
            <p:cNvSpPr/>
            <p:nvPr/>
          </p:nvSpPr>
          <p:spPr>
            <a:xfrm>
              <a:off x="8030870" y="2352170"/>
              <a:ext cx="30480" cy="10795"/>
            </a:xfrm>
            <a:custGeom>
              <a:avLst/>
              <a:gdLst/>
              <a:ahLst/>
              <a:cxnLst/>
              <a:rect l="l" t="t" r="r" b="b"/>
              <a:pathLst>
                <a:path w="30479" h="10794">
                  <a:moveTo>
                    <a:pt x="27431" y="10667"/>
                  </a:moveTo>
                  <a:lnTo>
                    <a:pt x="0" y="7619"/>
                  </a:lnTo>
                  <a:lnTo>
                    <a:pt x="3809" y="2285"/>
                  </a:lnTo>
                  <a:lnTo>
                    <a:pt x="12191" y="3047"/>
                  </a:lnTo>
                  <a:lnTo>
                    <a:pt x="13715" y="0"/>
                  </a:lnTo>
                  <a:lnTo>
                    <a:pt x="22859" y="761"/>
                  </a:lnTo>
                  <a:lnTo>
                    <a:pt x="21335" y="4571"/>
                  </a:lnTo>
                  <a:lnTo>
                    <a:pt x="30479" y="5333"/>
                  </a:lnTo>
                  <a:lnTo>
                    <a:pt x="27431" y="1066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5" name="object 245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7907426" y="2309498"/>
              <a:ext cx="12192" cy="6096"/>
            </a:xfrm>
            <a:prstGeom prst="rect">
              <a:avLst/>
            </a:prstGeom>
          </p:spPr>
        </p:pic>
        <p:sp>
          <p:nvSpPr>
            <p:cNvPr id="246" name="object 246"/>
            <p:cNvSpPr/>
            <p:nvPr/>
          </p:nvSpPr>
          <p:spPr>
            <a:xfrm>
              <a:off x="7907426" y="2309498"/>
              <a:ext cx="12700" cy="6350"/>
            </a:xfrm>
            <a:custGeom>
              <a:avLst/>
              <a:gdLst/>
              <a:ahLst/>
              <a:cxnLst/>
              <a:rect l="l" t="t" r="r" b="b"/>
              <a:pathLst>
                <a:path w="12700" h="6350">
                  <a:moveTo>
                    <a:pt x="0" y="4572"/>
                  </a:moveTo>
                  <a:lnTo>
                    <a:pt x="3047" y="0"/>
                  </a:lnTo>
                  <a:lnTo>
                    <a:pt x="12192" y="762"/>
                  </a:lnTo>
                  <a:lnTo>
                    <a:pt x="9906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7" name="object 247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7926476" y="2311784"/>
              <a:ext cx="38861" cy="9144"/>
            </a:xfrm>
            <a:prstGeom prst="rect">
              <a:avLst/>
            </a:prstGeom>
          </p:spPr>
        </p:pic>
        <p:sp>
          <p:nvSpPr>
            <p:cNvPr id="248" name="object 248"/>
            <p:cNvSpPr/>
            <p:nvPr/>
          </p:nvSpPr>
          <p:spPr>
            <a:xfrm>
              <a:off x="7926476" y="2311784"/>
              <a:ext cx="39370" cy="9525"/>
            </a:xfrm>
            <a:custGeom>
              <a:avLst/>
              <a:gdLst/>
              <a:ahLst/>
              <a:cxnLst/>
              <a:rect l="l" t="t" r="r" b="b"/>
              <a:pathLst>
                <a:path w="39370" h="9525">
                  <a:moveTo>
                    <a:pt x="0" y="4572"/>
                  </a:moveTo>
                  <a:lnTo>
                    <a:pt x="3047" y="0"/>
                  </a:lnTo>
                  <a:lnTo>
                    <a:pt x="38862" y="3810"/>
                  </a:lnTo>
                  <a:lnTo>
                    <a:pt x="36576" y="914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9" name="object 249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7965338" y="2315594"/>
              <a:ext cx="38861" cy="9144"/>
            </a:xfrm>
            <a:prstGeom prst="rect">
              <a:avLst/>
            </a:prstGeom>
          </p:spPr>
        </p:pic>
        <p:sp>
          <p:nvSpPr>
            <p:cNvPr id="250" name="object 250"/>
            <p:cNvSpPr/>
            <p:nvPr/>
          </p:nvSpPr>
          <p:spPr>
            <a:xfrm>
              <a:off x="7965338" y="2315594"/>
              <a:ext cx="39370" cy="9525"/>
            </a:xfrm>
            <a:custGeom>
              <a:avLst/>
              <a:gdLst/>
              <a:ahLst/>
              <a:cxnLst/>
              <a:rect l="l" t="t" r="r" b="b"/>
              <a:pathLst>
                <a:path w="39370" h="9525">
                  <a:moveTo>
                    <a:pt x="0" y="5334"/>
                  </a:moveTo>
                  <a:lnTo>
                    <a:pt x="2285" y="0"/>
                  </a:lnTo>
                  <a:lnTo>
                    <a:pt x="38862" y="3810"/>
                  </a:lnTo>
                  <a:lnTo>
                    <a:pt x="36576" y="9144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1" name="object 251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8004200" y="2320166"/>
              <a:ext cx="38861" cy="9144"/>
            </a:xfrm>
            <a:prstGeom prst="rect">
              <a:avLst/>
            </a:prstGeom>
          </p:spPr>
        </p:pic>
        <p:sp>
          <p:nvSpPr>
            <p:cNvPr id="252" name="object 252"/>
            <p:cNvSpPr/>
            <p:nvPr/>
          </p:nvSpPr>
          <p:spPr>
            <a:xfrm>
              <a:off x="8004200" y="2320166"/>
              <a:ext cx="39370" cy="9525"/>
            </a:xfrm>
            <a:custGeom>
              <a:avLst/>
              <a:gdLst/>
              <a:ahLst/>
              <a:cxnLst/>
              <a:rect l="l" t="t" r="r" b="b"/>
              <a:pathLst>
                <a:path w="39370" h="9525">
                  <a:moveTo>
                    <a:pt x="0" y="5334"/>
                  </a:moveTo>
                  <a:lnTo>
                    <a:pt x="2285" y="0"/>
                  </a:lnTo>
                  <a:lnTo>
                    <a:pt x="38862" y="3810"/>
                  </a:lnTo>
                  <a:lnTo>
                    <a:pt x="35814" y="9144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3" name="object 253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8046097" y="2324738"/>
              <a:ext cx="30479" cy="8382"/>
            </a:xfrm>
            <a:prstGeom prst="rect">
              <a:avLst/>
            </a:prstGeom>
          </p:spPr>
        </p:pic>
        <p:sp>
          <p:nvSpPr>
            <p:cNvPr id="254" name="object 254"/>
            <p:cNvSpPr/>
            <p:nvPr/>
          </p:nvSpPr>
          <p:spPr>
            <a:xfrm>
              <a:off x="8046097" y="2324738"/>
              <a:ext cx="30480" cy="8890"/>
            </a:xfrm>
            <a:custGeom>
              <a:avLst/>
              <a:gdLst/>
              <a:ahLst/>
              <a:cxnLst/>
              <a:rect l="l" t="t" r="r" b="b"/>
              <a:pathLst>
                <a:path w="30479" h="8889">
                  <a:moveTo>
                    <a:pt x="0" y="5334"/>
                  </a:moveTo>
                  <a:lnTo>
                    <a:pt x="2285" y="0"/>
                  </a:lnTo>
                  <a:lnTo>
                    <a:pt x="30480" y="3810"/>
                  </a:lnTo>
                  <a:lnTo>
                    <a:pt x="28956" y="8382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5" name="object 255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8080400" y="2328548"/>
              <a:ext cx="38861" cy="9144"/>
            </a:xfrm>
            <a:prstGeom prst="rect">
              <a:avLst/>
            </a:prstGeom>
          </p:spPr>
        </p:pic>
        <p:sp>
          <p:nvSpPr>
            <p:cNvPr id="256" name="object 256"/>
            <p:cNvSpPr/>
            <p:nvPr/>
          </p:nvSpPr>
          <p:spPr>
            <a:xfrm>
              <a:off x="8080400" y="2328548"/>
              <a:ext cx="39370" cy="9525"/>
            </a:xfrm>
            <a:custGeom>
              <a:avLst/>
              <a:gdLst/>
              <a:ahLst/>
              <a:cxnLst/>
              <a:rect l="l" t="t" r="r" b="b"/>
              <a:pathLst>
                <a:path w="39370" h="9525">
                  <a:moveTo>
                    <a:pt x="0" y="5334"/>
                  </a:moveTo>
                  <a:lnTo>
                    <a:pt x="2285" y="0"/>
                  </a:lnTo>
                  <a:lnTo>
                    <a:pt x="38862" y="3810"/>
                  </a:lnTo>
                  <a:lnTo>
                    <a:pt x="35814" y="9144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7" name="object 257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7908188" y="2309498"/>
              <a:ext cx="11429" cy="6096"/>
            </a:xfrm>
            <a:prstGeom prst="rect">
              <a:avLst/>
            </a:prstGeom>
          </p:spPr>
        </p:pic>
        <p:sp>
          <p:nvSpPr>
            <p:cNvPr id="258" name="object 258"/>
            <p:cNvSpPr/>
            <p:nvPr/>
          </p:nvSpPr>
          <p:spPr>
            <a:xfrm>
              <a:off x="7908188" y="2309498"/>
              <a:ext cx="11430" cy="6350"/>
            </a:xfrm>
            <a:custGeom>
              <a:avLst/>
              <a:gdLst/>
              <a:ahLst/>
              <a:cxnLst/>
              <a:rect l="l" t="t" r="r" b="b"/>
              <a:pathLst>
                <a:path w="11429" h="6350">
                  <a:moveTo>
                    <a:pt x="0" y="4572"/>
                  </a:moveTo>
                  <a:lnTo>
                    <a:pt x="3047" y="0"/>
                  </a:lnTo>
                  <a:lnTo>
                    <a:pt x="11430" y="762"/>
                  </a:lnTo>
                  <a:lnTo>
                    <a:pt x="9906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9" name="object 259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7927238" y="2311022"/>
              <a:ext cx="38861" cy="9144"/>
            </a:xfrm>
            <a:prstGeom prst="rect">
              <a:avLst/>
            </a:prstGeom>
          </p:spPr>
        </p:pic>
        <p:sp>
          <p:nvSpPr>
            <p:cNvPr id="260" name="object 260"/>
            <p:cNvSpPr/>
            <p:nvPr/>
          </p:nvSpPr>
          <p:spPr>
            <a:xfrm>
              <a:off x="7927238" y="2311022"/>
              <a:ext cx="39370" cy="9525"/>
            </a:xfrm>
            <a:custGeom>
              <a:avLst/>
              <a:gdLst/>
              <a:ahLst/>
              <a:cxnLst/>
              <a:rect l="l" t="t" r="r" b="b"/>
              <a:pathLst>
                <a:path w="39370" h="9525">
                  <a:moveTo>
                    <a:pt x="0" y="5334"/>
                  </a:moveTo>
                  <a:lnTo>
                    <a:pt x="2285" y="0"/>
                  </a:lnTo>
                  <a:lnTo>
                    <a:pt x="38862" y="4572"/>
                  </a:lnTo>
                  <a:lnTo>
                    <a:pt x="36576" y="9144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1" name="object 261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7966100" y="2315594"/>
              <a:ext cx="38861" cy="9144"/>
            </a:xfrm>
            <a:prstGeom prst="rect">
              <a:avLst/>
            </a:prstGeom>
          </p:spPr>
        </p:pic>
        <p:sp>
          <p:nvSpPr>
            <p:cNvPr id="262" name="object 262"/>
            <p:cNvSpPr/>
            <p:nvPr/>
          </p:nvSpPr>
          <p:spPr>
            <a:xfrm>
              <a:off x="7966100" y="2315594"/>
              <a:ext cx="39370" cy="9525"/>
            </a:xfrm>
            <a:custGeom>
              <a:avLst/>
              <a:gdLst/>
              <a:ahLst/>
              <a:cxnLst/>
              <a:rect l="l" t="t" r="r" b="b"/>
              <a:pathLst>
                <a:path w="39370" h="9525">
                  <a:moveTo>
                    <a:pt x="0" y="5334"/>
                  </a:moveTo>
                  <a:lnTo>
                    <a:pt x="2285" y="0"/>
                  </a:lnTo>
                  <a:lnTo>
                    <a:pt x="38862" y="3810"/>
                  </a:lnTo>
                  <a:lnTo>
                    <a:pt x="36576" y="9144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3" name="object 263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8004950" y="2319404"/>
              <a:ext cx="38861" cy="9906"/>
            </a:xfrm>
            <a:prstGeom prst="rect">
              <a:avLst/>
            </a:prstGeom>
          </p:spPr>
        </p:pic>
        <p:sp>
          <p:nvSpPr>
            <p:cNvPr id="264" name="object 264"/>
            <p:cNvSpPr/>
            <p:nvPr/>
          </p:nvSpPr>
          <p:spPr>
            <a:xfrm>
              <a:off x="8004950" y="2319404"/>
              <a:ext cx="39370" cy="10160"/>
            </a:xfrm>
            <a:custGeom>
              <a:avLst/>
              <a:gdLst/>
              <a:ahLst/>
              <a:cxnLst/>
              <a:rect l="l" t="t" r="r" b="b"/>
              <a:pathLst>
                <a:path w="39370" h="10160">
                  <a:moveTo>
                    <a:pt x="0" y="5334"/>
                  </a:moveTo>
                  <a:lnTo>
                    <a:pt x="2285" y="0"/>
                  </a:lnTo>
                  <a:lnTo>
                    <a:pt x="38862" y="4572"/>
                  </a:lnTo>
                  <a:lnTo>
                    <a:pt x="35814" y="9906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5" name="object 265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8046872" y="2324738"/>
              <a:ext cx="30479" cy="8382"/>
            </a:xfrm>
            <a:prstGeom prst="rect">
              <a:avLst/>
            </a:prstGeom>
          </p:spPr>
        </p:pic>
        <p:sp>
          <p:nvSpPr>
            <p:cNvPr id="266" name="object 266"/>
            <p:cNvSpPr/>
            <p:nvPr/>
          </p:nvSpPr>
          <p:spPr>
            <a:xfrm>
              <a:off x="8046872" y="2324738"/>
              <a:ext cx="30480" cy="8890"/>
            </a:xfrm>
            <a:custGeom>
              <a:avLst/>
              <a:gdLst/>
              <a:ahLst/>
              <a:cxnLst/>
              <a:rect l="l" t="t" r="r" b="b"/>
              <a:pathLst>
                <a:path w="30479" h="8889">
                  <a:moveTo>
                    <a:pt x="0" y="5334"/>
                  </a:moveTo>
                  <a:lnTo>
                    <a:pt x="2285" y="0"/>
                  </a:lnTo>
                  <a:lnTo>
                    <a:pt x="30480" y="3048"/>
                  </a:lnTo>
                  <a:lnTo>
                    <a:pt x="28956" y="8382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7" name="object 267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8039239" y="2336930"/>
              <a:ext cx="32003" cy="11430"/>
            </a:xfrm>
            <a:prstGeom prst="rect">
              <a:avLst/>
            </a:prstGeom>
          </p:spPr>
        </p:pic>
        <p:sp>
          <p:nvSpPr>
            <p:cNvPr id="268" name="object 268"/>
            <p:cNvSpPr/>
            <p:nvPr/>
          </p:nvSpPr>
          <p:spPr>
            <a:xfrm>
              <a:off x="8039239" y="2336930"/>
              <a:ext cx="32384" cy="11430"/>
            </a:xfrm>
            <a:custGeom>
              <a:avLst/>
              <a:gdLst/>
              <a:ahLst/>
              <a:cxnLst/>
              <a:rect l="l" t="t" r="r" b="b"/>
              <a:pathLst>
                <a:path w="32384" h="11430">
                  <a:moveTo>
                    <a:pt x="32003" y="3048"/>
                  </a:moveTo>
                  <a:lnTo>
                    <a:pt x="28193" y="11430"/>
                  </a:lnTo>
                  <a:lnTo>
                    <a:pt x="0" y="7620"/>
                  </a:lnTo>
                  <a:lnTo>
                    <a:pt x="5333" y="0"/>
                  </a:lnTo>
                  <a:lnTo>
                    <a:pt x="32003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9" name="object 269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8031619" y="2354456"/>
              <a:ext cx="30479" cy="8382"/>
            </a:xfrm>
            <a:prstGeom prst="rect">
              <a:avLst/>
            </a:prstGeom>
          </p:spPr>
        </p:pic>
        <p:sp>
          <p:nvSpPr>
            <p:cNvPr id="270" name="object 270"/>
            <p:cNvSpPr/>
            <p:nvPr/>
          </p:nvSpPr>
          <p:spPr>
            <a:xfrm>
              <a:off x="8031619" y="2354456"/>
              <a:ext cx="30480" cy="8890"/>
            </a:xfrm>
            <a:custGeom>
              <a:avLst/>
              <a:gdLst/>
              <a:ahLst/>
              <a:cxnLst/>
              <a:rect l="l" t="t" r="r" b="b"/>
              <a:pathLst>
                <a:path w="30479" h="8889">
                  <a:moveTo>
                    <a:pt x="0" y="4572"/>
                  </a:moveTo>
                  <a:lnTo>
                    <a:pt x="3810" y="0"/>
                  </a:lnTo>
                  <a:lnTo>
                    <a:pt x="30480" y="3048"/>
                  </a:lnTo>
                  <a:lnTo>
                    <a:pt x="27432" y="838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1" name="object 271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8043050" y="2350646"/>
              <a:ext cx="12192" cy="5334"/>
            </a:xfrm>
            <a:prstGeom prst="rect">
              <a:avLst/>
            </a:prstGeom>
          </p:spPr>
        </p:pic>
        <p:sp>
          <p:nvSpPr>
            <p:cNvPr id="272" name="object 272"/>
            <p:cNvSpPr/>
            <p:nvPr/>
          </p:nvSpPr>
          <p:spPr>
            <a:xfrm>
              <a:off x="8043050" y="2350646"/>
              <a:ext cx="12700" cy="5715"/>
            </a:xfrm>
            <a:custGeom>
              <a:avLst/>
              <a:gdLst/>
              <a:ahLst/>
              <a:cxnLst/>
              <a:rect l="l" t="t" r="r" b="b"/>
              <a:pathLst>
                <a:path w="12700" h="5714">
                  <a:moveTo>
                    <a:pt x="0" y="3810"/>
                  </a:moveTo>
                  <a:lnTo>
                    <a:pt x="2285" y="0"/>
                  </a:lnTo>
                  <a:lnTo>
                    <a:pt x="12192" y="1524"/>
                  </a:lnTo>
                  <a:lnTo>
                    <a:pt x="10668" y="5334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3" name="object 273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8063623" y="2339978"/>
              <a:ext cx="51053" cy="28955"/>
            </a:xfrm>
            <a:prstGeom prst="rect">
              <a:avLst/>
            </a:prstGeom>
          </p:spPr>
        </p:pic>
        <p:sp>
          <p:nvSpPr>
            <p:cNvPr id="274" name="object 274"/>
            <p:cNvSpPr/>
            <p:nvPr/>
          </p:nvSpPr>
          <p:spPr>
            <a:xfrm>
              <a:off x="8063623" y="2339978"/>
              <a:ext cx="51435" cy="29209"/>
            </a:xfrm>
            <a:custGeom>
              <a:avLst/>
              <a:gdLst/>
              <a:ahLst/>
              <a:cxnLst/>
              <a:rect l="l" t="t" r="r" b="b"/>
              <a:pathLst>
                <a:path w="51434" h="29210">
                  <a:moveTo>
                    <a:pt x="39624" y="28955"/>
                  </a:moveTo>
                  <a:lnTo>
                    <a:pt x="0" y="23621"/>
                  </a:lnTo>
                  <a:lnTo>
                    <a:pt x="12954" y="0"/>
                  </a:lnTo>
                  <a:lnTo>
                    <a:pt x="51054" y="4571"/>
                  </a:lnTo>
                  <a:lnTo>
                    <a:pt x="39624" y="2895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5" name="object 275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8075066" y="2339978"/>
              <a:ext cx="39624" cy="8382"/>
            </a:xfrm>
            <a:prstGeom prst="rect">
              <a:avLst/>
            </a:prstGeom>
          </p:spPr>
        </p:pic>
        <p:sp>
          <p:nvSpPr>
            <p:cNvPr id="276" name="object 276"/>
            <p:cNvSpPr/>
            <p:nvPr/>
          </p:nvSpPr>
          <p:spPr>
            <a:xfrm>
              <a:off x="8075066" y="2339978"/>
              <a:ext cx="40005" cy="8890"/>
            </a:xfrm>
            <a:custGeom>
              <a:avLst/>
              <a:gdLst/>
              <a:ahLst/>
              <a:cxnLst/>
              <a:rect l="l" t="t" r="r" b="b"/>
              <a:pathLst>
                <a:path w="40004" h="8889">
                  <a:moveTo>
                    <a:pt x="0" y="4572"/>
                  </a:moveTo>
                  <a:lnTo>
                    <a:pt x="2285" y="0"/>
                  </a:lnTo>
                  <a:lnTo>
                    <a:pt x="39624" y="4572"/>
                  </a:lnTo>
                  <a:lnTo>
                    <a:pt x="38100" y="838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7" name="object 277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8072767" y="2344550"/>
              <a:ext cx="28194" cy="7620"/>
            </a:xfrm>
            <a:prstGeom prst="rect">
              <a:avLst/>
            </a:prstGeom>
          </p:spPr>
        </p:pic>
        <p:sp>
          <p:nvSpPr>
            <p:cNvPr id="278" name="object 278"/>
            <p:cNvSpPr/>
            <p:nvPr/>
          </p:nvSpPr>
          <p:spPr>
            <a:xfrm>
              <a:off x="8072767" y="2344550"/>
              <a:ext cx="28575" cy="7620"/>
            </a:xfrm>
            <a:custGeom>
              <a:avLst/>
              <a:gdLst/>
              <a:ahLst/>
              <a:cxnLst/>
              <a:rect l="l" t="t" r="r" b="b"/>
              <a:pathLst>
                <a:path w="28575" h="7619">
                  <a:moveTo>
                    <a:pt x="0" y="4572"/>
                  </a:moveTo>
                  <a:lnTo>
                    <a:pt x="2285" y="0"/>
                  </a:lnTo>
                  <a:lnTo>
                    <a:pt x="28194" y="3048"/>
                  </a:lnTo>
                  <a:lnTo>
                    <a:pt x="25908" y="7620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9" name="object 279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8069719" y="2349122"/>
              <a:ext cx="28955" cy="7620"/>
            </a:xfrm>
            <a:prstGeom prst="rect">
              <a:avLst/>
            </a:prstGeom>
          </p:spPr>
        </p:pic>
        <p:sp>
          <p:nvSpPr>
            <p:cNvPr id="280" name="object 280"/>
            <p:cNvSpPr/>
            <p:nvPr/>
          </p:nvSpPr>
          <p:spPr>
            <a:xfrm>
              <a:off x="8069719" y="2349122"/>
              <a:ext cx="29209" cy="7620"/>
            </a:xfrm>
            <a:custGeom>
              <a:avLst/>
              <a:gdLst/>
              <a:ahLst/>
              <a:cxnLst/>
              <a:rect l="l" t="t" r="r" b="b"/>
              <a:pathLst>
                <a:path w="29209" h="7619">
                  <a:moveTo>
                    <a:pt x="0" y="4572"/>
                  </a:moveTo>
                  <a:lnTo>
                    <a:pt x="3047" y="0"/>
                  </a:lnTo>
                  <a:lnTo>
                    <a:pt x="28956" y="3048"/>
                  </a:lnTo>
                  <a:lnTo>
                    <a:pt x="26670" y="7620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1" name="object 281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8066671" y="2353694"/>
              <a:ext cx="29718" cy="8382"/>
            </a:xfrm>
            <a:prstGeom prst="rect">
              <a:avLst/>
            </a:prstGeom>
          </p:spPr>
        </p:pic>
        <p:sp>
          <p:nvSpPr>
            <p:cNvPr id="282" name="object 282"/>
            <p:cNvSpPr/>
            <p:nvPr/>
          </p:nvSpPr>
          <p:spPr>
            <a:xfrm>
              <a:off x="8066671" y="2353694"/>
              <a:ext cx="29845" cy="8890"/>
            </a:xfrm>
            <a:custGeom>
              <a:avLst/>
              <a:gdLst/>
              <a:ahLst/>
              <a:cxnLst/>
              <a:rect l="l" t="t" r="r" b="b"/>
              <a:pathLst>
                <a:path w="29845" h="8889">
                  <a:moveTo>
                    <a:pt x="0" y="4572"/>
                  </a:moveTo>
                  <a:lnTo>
                    <a:pt x="3047" y="0"/>
                  </a:lnTo>
                  <a:lnTo>
                    <a:pt x="29718" y="3810"/>
                  </a:lnTo>
                  <a:lnTo>
                    <a:pt x="27432" y="838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3" name="object 283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8064398" y="2358266"/>
              <a:ext cx="29718" cy="8382"/>
            </a:xfrm>
            <a:prstGeom prst="rect">
              <a:avLst/>
            </a:prstGeom>
          </p:spPr>
        </p:pic>
        <p:sp>
          <p:nvSpPr>
            <p:cNvPr id="284" name="object 284"/>
            <p:cNvSpPr/>
            <p:nvPr/>
          </p:nvSpPr>
          <p:spPr>
            <a:xfrm>
              <a:off x="8064398" y="2358266"/>
              <a:ext cx="29845" cy="8890"/>
            </a:xfrm>
            <a:custGeom>
              <a:avLst/>
              <a:gdLst/>
              <a:ahLst/>
              <a:cxnLst/>
              <a:rect l="l" t="t" r="r" b="b"/>
              <a:pathLst>
                <a:path w="29845" h="8889">
                  <a:moveTo>
                    <a:pt x="0" y="4572"/>
                  </a:moveTo>
                  <a:lnTo>
                    <a:pt x="2285" y="0"/>
                  </a:lnTo>
                  <a:lnTo>
                    <a:pt x="29718" y="3810"/>
                  </a:lnTo>
                  <a:lnTo>
                    <a:pt x="27432" y="838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5" name="object 285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8091817" y="2347598"/>
              <a:ext cx="21335" cy="21336"/>
            </a:xfrm>
            <a:prstGeom prst="rect">
              <a:avLst/>
            </a:prstGeom>
          </p:spPr>
        </p:pic>
        <p:sp>
          <p:nvSpPr>
            <p:cNvPr id="286" name="object 286"/>
            <p:cNvSpPr/>
            <p:nvPr/>
          </p:nvSpPr>
          <p:spPr>
            <a:xfrm>
              <a:off x="8091817" y="2347598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0" y="19812"/>
                  </a:moveTo>
                  <a:lnTo>
                    <a:pt x="9905" y="0"/>
                  </a:lnTo>
                  <a:lnTo>
                    <a:pt x="21336" y="762"/>
                  </a:lnTo>
                  <a:lnTo>
                    <a:pt x="12192" y="21336"/>
                  </a:lnTo>
                  <a:lnTo>
                    <a:pt x="0" y="1981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7" name="object 287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8040014" y="2340740"/>
              <a:ext cx="29718" cy="7620"/>
            </a:xfrm>
            <a:prstGeom prst="rect">
              <a:avLst/>
            </a:prstGeom>
          </p:spPr>
        </p:pic>
        <p:sp>
          <p:nvSpPr>
            <p:cNvPr id="288" name="object 288"/>
            <p:cNvSpPr/>
            <p:nvPr/>
          </p:nvSpPr>
          <p:spPr>
            <a:xfrm>
              <a:off x="8040014" y="2340740"/>
              <a:ext cx="29845" cy="7620"/>
            </a:xfrm>
            <a:custGeom>
              <a:avLst/>
              <a:gdLst/>
              <a:ahLst/>
              <a:cxnLst/>
              <a:rect l="l" t="t" r="r" b="b"/>
              <a:pathLst>
                <a:path w="29845" h="7619">
                  <a:moveTo>
                    <a:pt x="0" y="3810"/>
                  </a:moveTo>
                  <a:lnTo>
                    <a:pt x="2285" y="0"/>
                  </a:lnTo>
                  <a:lnTo>
                    <a:pt x="29718" y="3048"/>
                  </a:lnTo>
                  <a:lnTo>
                    <a:pt x="27432" y="7620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9" name="object 289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8043050" y="2336168"/>
              <a:ext cx="28955" cy="7620"/>
            </a:xfrm>
            <a:prstGeom prst="rect">
              <a:avLst/>
            </a:prstGeom>
          </p:spPr>
        </p:pic>
        <p:sp>
          <p:nvSpPr>
            <p:cNvPr id="290" name="object 290"/>
            <p:cNvSpPr/>
            <p:nvPr/>
          </p:nvSpPr>
          <p:spPr>
            <a:xfrm>
              <a:off x="8043050" y="2336168"/>
              <a:ext cx="29209" cy="7620"/>
            </a:xfrm>
            <a:custGeom>
              <a:avLst/>
              <a:gdLst/>
              <a:ahLst/>
              <a:cxnLst/>
              <a:rect l="l" t="t" r="r" b="b"/>
              <a:pathLst>
                <a:path w="29209" h="7619">
                  <a:moveTo>
                    <a:pt x="0" y="3810"/>
                  </a:moveTo>
                  <a:lnTo>
                    <a:pt x="2285" y="0"/>
                  </a:lnTo>
                  <a:lnTo>
                    <a:pt x="28956" y="3048"/>
                  </a:lnTo>
                  <a:lnTo>
                    <a:pt x="26670" y="7620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1" name="object 291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8013344" y="2352170"/>
              <a:ext cx="16764" cy="6858"/>
            </a:xfrm>
            <a:prstGeom prst="rect">
              <a:avLst/>
            </a:prstGeom>
          </p:spPr>
        </p:pic>
        <p:sp>
          <p:nvSpPr>
            <p:cNvPr id="292" name="object 292"/>
            <p:cNvSpPr/>
            <p:nvPr/>
          </p:nvSpPr>
          <p:spPr>
            <a:xfrm>
              <a:off x="8013344" y="2352170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0" y="4572"/>
                  </a:moveTo>
                  <a:lnTo>
                    <a:pt x="3047" y="0"/>
                  </a:lnTo>
                  <a:lnTo>
                    <a:pt x="16764" y="1524"/>
                  </a:lnTo>
                  <a:lnTo>
                    <a:pt x="14478" y="6858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3" name="object 293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8014093" y="2347598"/>
              <a:ext cx="19050" cy="6096"/>
            </a:xfrm>
            <a:prstGeom prst="rect">
              <a:avLst/>
            </a:prstGeom>
          </p:spPr>
        </p:pic>
        <p:sp>
          <p:nvSpPr>
            <p:cNvPr id="294" name="object 294"/>
            <p:cNvSpPr/>
            <p:nvPr/>
          </p:nvSpPr>
          <p:spPr>
            <a:xfrm>
              <a:off x="8014093" y="2347598"/>
              <a:ext cx="19050" cy="6350"/>
            </a:xfrm>
            <a:custGeom>
              <a:avLst/>
              <a:gdLst/>
              <a:ahLst/>
              <a:cxnLst/>
              <a:rect l="l" t="t" r="r" b="b"/>
              <a:pathLst>
                <a:path w="19050" h="6350">
                  <a:moveTo>
                    <a:pt x="0" y="3810"/>
                  </a:moveTo>
                  <a:lnTo>
                    <a:pt x="3047" y="0"/>
                  </a:lnTo>
                  <a:lnTo>
                    <a:pt x="19050" y="1524"/>
                  </a:lnTo>
                  <a:lnTo>
                    <a:pt x="16002" y="6096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5" name="object 295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8021726" y="2338454"/>
              <a:ext cx="16764" cy="10668"/>
            </a:xfrm>
            <a:prstGeom prst="rect">
              <a:avLst/>
            </a:prstGeom>
          </p:spPr>
        </p:pic>
        <p:sp>
          <p:nvSpPr>
            <p:cNvPr id="296" name="object 296"/>
            <p:cNvSpPr/>
            <p:nvPr/>
          </p:nvSpPr>
          <p:spPr>
            <a:xfrm>
              <a:off x="8021726" y="2338454"/>
              <a:ext cx="17145" cy="10795"/>
            </a:xfrm>
            <a:custGeom>
              <a:avLst/>
              <a:gdLst/>
              <a:ahLst/>
              <a:cxnLst/>
              <a:rect l="l" t="t" r="r" b="b"/>
              <a:pathLst>
                <a:path w="17145" h="10794">
                  <a:moveTo>
                    <a:pt x="0" y="9144"/>
                  </a:moveTo>
                  <a:lnTo>
                    <a:pt x="3810" y="3810"/>
                  </a:lnTo>
                  <a:lnTo>
                    <a:pt x="1523" y="3810"/>
                  </a:lnTo>
                  <a:lnTo>
                    <a:pt x="3809" y="0"/>
                  </a:lnTo>
                  <a:lnTo>
                    <a:pt x="16764" y="1524"/>
                  </a:lnTo>
                  <a:lnTo>
                    <a:pt x="11430" y="10668"/>
                  </a:lnTo>
                  <a:lnTo>
                    <a:pt x="0" y="914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7" name="object 297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7986662" y="2349122"/>
              <a:ext cx="19811" cy="6858"/>
            </a:xfrm>
            <a:prstGeom prst="rect">
              <a:avLst/>
            </a:prstGeom>
          </p:spPr>
        </p:pic>
        <p:sp>
          <p:nvSpPr>
            <p:cNvPr id="298" name="object 298"/>
            <p:cNvSpPr/>
            <p:nvPr/>
          </p:nvSpPr>
          <p:spPr>
            <a:xfrm>
              <a:off x="7986662" y="2349122"/>
              <a:ext cx="20320" cy="6985"/>
            </a:xfrm>
            <a:custGeom>
              <a:avLst/>
              <a:gdLst/>
              <a:ahLst/>
              <a:cxnLst/>
              <a:rect l="l" t="t" r="r" b="b"/>
              <a:pathLst>
                <a:path w="20320" h="6985">
                  <a:moveTo>
                    <a:pt x="0" y="4572"/>
                  </a:moveTo>
                  <a:lnTo>
                    <a:pt x="2285" y="0"/>
                  </a:lnTo>
                  <a:lnTo>
                    <a:pt x="19812" y="1524"/>
                  </a:lnTo>
                  <a:lnTo>
                    <a:pt x="17526" y="6858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9" name="object 299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7958467" y="2346074"/>
              <a:ext cx="29718" cy="7620"/>
            </a:xfrm>
            <a:prstGeom prst="rect">
              <a:avLst/>
            </a:prstGeom>
          </p:spPr>
        </p:pic>
        <p:sp>
          <p:nvSpPr>
            <p:cNvPr id="300" name="object 300"/>
            <p:cNvSpPr/>
            <p:nvPr/>
          </p:nvSpPr>
          <p:spPr>
            <a:xfrm>
              <a:off x="7958467" y="2346074"/>
              <a:ext cx="29845" cy="7620"/>
            </a:xfrm>
            <a:custGeom>
              <a:avLst/>
              <a:gdLst/>
              <a:ahLst/>
              <a:cxnLst/>
              <a:rect l="l" t="t" r="r" b="b"/>
              <a:pathLst>
                <a:path w="29845" h="7619">
                  <a:moveTo>
                    <a:pt x="0" y="4572"/>
                  </a:moveTo>
                  <a:lnTo>
                    <a:pt x="2285" y="0"/>
                  </a:lnTo>
                  <a:lnTo>
                    <a:pt x="29718" y="3048"/>
                  </a:lnTo>
                  <a:lnTo>
                    <a:pt x="27432" y="7620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1" name="object 301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7935620" y="2343026"/>
              <a:ext cx="24383" cy="7620"/>
            </a:xfrm>
            <a:prstGeom prst="rect">
              <a:avLst/>
            </a:prstGeom>
          </p:spPr>
        </p:pic>
        <p:sp>
          <p:nvSpPr>
            <p:cNvPr id="302" name="object 302"/>
            <p:cNvSpPr/>
            <p:nvPr/>
          </p:nvSpPr>
          <p:spPr>
            <a:xfrm>
              <a:off x="7935620" y="2343026"/>
              <a:ext cx="24765" cy="7620"/>
            </a:xfrm>
            <a:custGeom>
              <a:avLst/>
              <a:gdLst/>
              <a:ahLst/>
              <a:cxnLst/>
              <a:rect l="l" t="t" r="r" b="b"/>
              <a:pathLst>
                <a:path w="24765" h="7619">
                  <a:moveTo>
                    <a:pt x="0" y="4572"/>
                  </a:moveTo>
                  <a:lnTo>
                    <a:pt x="2285" y="0"/>
                  </a:lnTo>
                  <a:lnTo>
                    <a:pt x="24384" y="2286"/>
                  </a:lnTo>
                  <a:lnTo>
                    <a:pt x="22860" y="7620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3" name="object 303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7920367" y="2341502"/>
              <a:ext cx="17525" cy="6096"/>
            </a:xfrm>
            <a:prstGeom prst="rect">
              <a:avLst/>
            </a:prstGeom>
          </p:spPr>
        </p:pic>
        <p:sp>
          <p:nvSpPr>
            <p:cNvPr id="304" name="object 304"/>
            <p:cNvSpPr/>
            <p:nvPr/>
          </p:nvSpPr>
          <p:spPr>
            <a:xfrm>
              <a:off x="7920367" y="2341502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4572"/>
                  </a:moveTo>
                  <a:lnTo>
                    <a:pt x="3047" y="0"/>
                  </a:lnTo>
                  <a:lnTo>
                    <a:pt x="17526" y="1524"/>
                  </a:lnTo>
                  <a:lnTo>
                    <a:pt x="15240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5" name="object 305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7910462" y="2339978"/>
              <a:ext cx="12192" cy="6096"/>
            </a:xfrm>
            <a:prstGeom prst="rect">
              <a:avLst/>
            </a:prstGeom>
          </p:spPr>
        </p:pic>
        <p:sp>
          <p:nvSpPr>
            <p:cNvPr id="306" name="object 306"/>
            <p:cNvSpPr/>
            <p:nvPr/>
          </p:nvSpPr>
          <p:spPr>
            <a:xfrm>
              <a:off x="7910462" y="2339978"/>
              <a:ext cx="12700" cy="6350"/>
            </a:xfrm>
            <a:custGeom>
              <a:avLst/>
              <a:gdLst/>
              <a:ahLst/>
              <a:cxnLst/>
              <a:rect l="l" t="t" r="r" b="b"/>
              <a:pathLst>
                <a:path w="12700" h="6350">
                  <a:moveTo>
                    <a:pt x="0" y="4572"/>
                  </a:moveTo>
                  <a:lnTo>
                    <a:pt x="3047" y="0"/>
                  </a:lnTo>
                  <a:lnTo>
                    <a:pt x="12192" y="1524"/>
                  </a:lnTo>
                  <a:lnTo>
                    <a:pt x="9906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7" name="object 307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7886090" y="2337692"/>
              <a:ext cx="17525" cy="6096"/>
            </a:xfrm>
            <a:prstGeom prst="rect">
              <a:avLst/>
            </a:prstGeom>
          </p:spPr>
        </p:pic>
        <p:sp>
          <p:nvSpPr>
            <p:cNvPr id="308" name="object 308"/>
            <p:cNvSpPr/>
            <p:nvPr/>
          </p:nvSpPr>
          <p:spPr>
            <a:xfrm>
              <a:off x="7886090" y="2337692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4572"/>
                  </a:moveTo>
                  <a:lnTo>
                    <a:pt x="3047" y="0"/>
                  </a:lnTo>
                  <a:lnTo>
                    <a:pt x="17526" y="1524"/>
                  </a:lnTo>
                  <a:lnTo>
                    <a:pt x="14478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9" name="object 309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7889900" y="2333120"/>
              <a:ext cx="24383" cy="6858"/>
            </a:xfrm>
            <a:prstGeom prst="rect">
              <a:avLst/>
            </a:prstGeom>
          </p:spPr>
        </p:pic>
        <p:sp>
          <p:nvSpPr>
            <p:cNvPr id="310" name="object 310"/>
            <p:cNvSpPr/>
            <p:nvPr/>
          </p:nvSpPr>
          <p:spPr>
            <a:xfrm>
              <a:off x="7889900" y="2333120"/>
              <a:ext cx="24765" cy="6985"/>
            </a:xfrm>
            <a:custGeom>
              <a:avLst/>
              <a:gdLst/>
              <a:ahLst/>
              <a:cxnLst/>
              <a:rect l="l" t="t" r="r" b="b"/>
              <a:pathLst>
                <a:path w="24765" h="6985">
                  <a:moveTo>
                    <a:pt x="0" y="4572"/>
                  </a:moveTo>
                  <a:lnTo>
                    <a:pt x="3047" y="0"/>
                  </a:lnTo>
                  <a:lnTo>
                    <a:pt x="24384" y="2286"/>
                  </a:lnTo>
                  <a:lnTo>
                    <a:pt x="21336" y="6858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1" name="object 311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7892948" y="2329310"/>
              <a:ext cx="16764" cy="5334"/>
            </a:xfrm>
            <a:prstGeom prst="rect">
              <a:avLst/>
            </a:prstGeom>
          </p:spPr>
        </p:pic>
        <p:sp>
          <p:nvSpPr>
            <p:cNvPr id="312" name="object 312"/>
            <p:cNvSpPr/>
            <p:nvPr/>
          </p:nvSpPr>
          <p:spPr>
            <a:xfrm>
              <a:off x="7892948" y="2329310"/>
              <a:ext cx="17145" cy="5715"/>
            </a:xfrm>
            <a:custGeom>
              <a:avLst/>
              <a:gdLst/>
              <a:ahLst/>
              <a:cxnLst/>
              <a:rect l="l" t="t" r="r" b="b"/>
              <a:pathLst>
                <a:path w="17145" h="5714">
                  <a:moveTo>
                    <a:pt x="0" y="3810"/>
                  </a:moveTo>
                  <a:lnTo>
                    <a:pt x="3810" y="0"/>
                  </a:lnTo>
                  <a:lnTo>
                    <a:pt x="16764" y="1524"/>
                  </a:lnTo>
                  <a:lnTo>
                    <a:pt x="14478" y="5334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3" name="object 313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7896745" y="2323976"/>
              <a:ext cx="12953" cy="6096"/>
            </a:xfrm>
            <a:prstGeom prst="rect">
              <a:avLst/>
            </a:prstGeom>
          </p:spPr>
        </p:pic>
        <p:sp>
          <p:nvSpPr>
            <p:cNvPr id="314" name="object 314"/>
            <p:cNvSpPr/>
            <p:nvPr/>
          </p:nvSpPr>
          <p:spPr>
            <a:xfrm>
              <a:off x="7896745" y="2323976"/>
              <a:ext cx="13335" cy="6350"/>
            </a:xfrm>
            <a:custGeom>
              <a:avLst/>
              <a:gdLst/>
              <a:ahLst/>
              <a:cxnLst/>
              <a:rect l="l" t="t" r="r" b="b"/>
              <a:pathLst>
                <a:path w="13334" h="6350">
                  <a:moveTo>
                    <a:pt x="0" y="4572"/>
                  </a:moveTo>
                  <a:lnTo>
                    <a:pt x="3810" y="0"/>
                  </a:lnTo>
                  <a:lnTo>
                    <a:pt x="12954" y="1524"/>
                  </a:lnTo>
                  <a:lnTo>
                    <a:pt x="10668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5" name="object 315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7900568" y="2320166"/>
              <a:ext cx="9144" cy="4572"/>
            </a:xfrm>
            <a:prstGeom prst="rect">
              <a:avLst/>
            </a:prstGeom>
          </p:spPr>
        </p:pic>
        <p:sp>
          <p:nvSpPr>
            <p:cNvPr id="316" name="object 316"/>
            <p:cNvSpPr/>
            <p:nvPr/>
          </p:nvSpPr>
          <p:spPr>
            <a:xfrm>
              <a:off x="7900568" y="2320166"/>
              <a:ext cx="9525" cy="5080"/>
            </a:xfrm>
            <a:custGeom>
              <a:avLst/>
              <a:gdLst/>
              <a:ahLst/>
              <a:cxnLst/>
              <a:rect l="l" t="t" r="r" b="b"/>
              <a:pathLst>
                <a:path w="9525" h="5080">
                  <a:moveTo>
                    <a:pt x="0" y="3810"/>
                  </a:moveTo>
                  <a:lnTo>
                    <a:pt x="3047" y="0"/>
                  </a:lnTo>
                  <a:lnTo>
                    <a:pt x="9144" y="0"/>
                  </a:lnTo>
                  <a:lnTo>
                    <a:pt x="6096" y="4572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7" name="object 317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7911998" y="2336168"/>
              <a:ext cx="104394" cy="15239"/>
            </a:xfrm>
            <a:prstGeom prst="rect">
              <a:avLst/>
            </a:prstGeom>
          </p:spPr>
        </p:pic>
        <p:sp>
          <p:nvSpPr>
            <p:cNvPr id="318" name="object 318"/>
            <p:cNvSpPr/>
            <p:nvPr/>
          </p:nvSpPr>
          <p:spPr>
            <a:xfrm>
              <a:off x="7911998" y="2336168"/>
              <a:ext cx="104775" cy="15240"/>
            </a:xfrm>
            <a:custGeom>
              <a:avLst/>
              <a:gdLst/>
              <a:ahLst/>
              <a:cxnLst/>
              <a:rect l="l" t="t" r="r" b="b"/>
              <a:pathLst>
                <a:path w="104775" h="15239">
                  <a:moveTo>
                    <a:pt x="0" y="3810"/>
                  </a:moveTo>
                  <a:lnTo>
                    <a:pt x="2285" y="0"/>
                  </a:lnTo>
                  <a:lnTo>
                    <a:pt x="104394" y="11430"/>
                  </a:lnTo>
                  <a:lnTo>
                    <a:pt x="101346" y="15240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9" name="object 319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7907426" y="2330834"/>
              <a:ext cx="116585" cy="16763"/>
            </a:xfrm>
            <a:prstGeom prst="rect">
              <a:avLst/>
            </a:prstGeom>
          </p:spPr>
        </p:pic>
        <p:sp>
          <p:nvSpPr>
            <p:cNvPr id="320" name="object 320"/>
            <p:cNvSpPr/>
            <p:nvPr/>
          </p:nvSpPr>
          <p:spPr>
            <a:xfrm>
              <a:off x="7907426" y="2330834"/>
              <a:ext cx="116839" cy="17145"/>
            </a:xfrm>
            <a:custGeom>
              <a:avLst/>
              <a:gdLst/>
              <a:ahLst/>
              <a:cxnLst/>
              <a:rect l="l" t="t" r="r" b="b"/>
              <a:pathLst>
                <a:path w="116840" h="17144">
                  <a:moveTo>
                    <a:pt x="0" y="3810"/>
                  </a:moveTo>
                  <a:lnTo>
                    <a:pt x="3047" y="0"/>
                  </a:lnTo>
                  <a:lnTo>
                    <a:pt x="116586" y="12954"/>
                  </a:lnTo>
                  <a:lnTo>
                    <a:pt x="114300" y="16764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1" name="object 321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7907426" y="2325500"/>
              <a:ext cx="118109" cy="17525"/>
            </a:xfrm>
            <a:prstGeom prst="rect">
              <a:avLst/>
            </a:prstGeom>
          </p:spPr>
        </p:pic>
        <p:sp>
          <p:nvSpPr>
            <p:cNvPr id="322" name="object 322"/>
            <p:cNvSpPr/>
            <p:nvPr/>
          </p:nvSpPr>
          <p:spPr>
            <a:xfrm>
              <a:off x="7907426" y="2325500"/>
              <a:ext cx="118110" cy="17780"/>
            </a:xfrm>
            <a:custGeom>
              <a:avLst/>
              <a:gdLst/>
              <a:ahLst/>
              <a:cxnLst/>
              <a:rect l="l" t="t" r="r" b="b"/>
              <a:pathLst>
                <a:path w="118109" h="17780">
                  <a:moveTo>
                    <a:pt x="0" y="4572"/>
                  </a:moveTo>
                  <a:lnTo>
                    <a:pt x="3047" y="0"/>
                  </a:lnTo>
                  <a:lnTo>
                    <a:pt x="118110" y="12954"/>
                  </a:lnTo>
                  <a:lnTo>
                    <a:pt x="115062" y="1752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3" name="object 323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7907426" y="2320166"/>
              <a:ext cx="124968" cy="18287"/>
            </a:xfrm>
            <a:prstGeom prst="rect">
              <a:avLst/>
            </a:prstGeom>
          </p:spPr>
        </p:pic>
        <p:sp>
          <p:nvSpPr>
            <p:cNvPr id="324" name="object 324"/>
            <p:cNvSpPr/>
            <p:nvPr/>
          </p:nvSpPr>
          <p:spPr>
            <a:xfrm>
              <a:off x="7907426" y="2320166"/>
              <a:ext cx="125095" cy="18415"/>
            </a:xfrm>
            <a:custGeom>
              <a:avLst/>
              <a:gdLst/>
              <a:ahLst/>
              <a:cxnLst/>
              <a:rect l="l" t="t" r="r" b="b"/>
              <a:pathLst>
                <a:path w="125095" h="18414">
                  <a:moveTo>
                    <a:pt x="0" y="4572"/>
                  </a:moveTo>
                  <a:lnTo>
                    <a:pt x="3047" y="0"/>
                  </a:lnTo>
                  <a:lnTo>
                    <a:pt x="124968" y="14478"/>
                  </a:lnTo>
                  <a:lnTo>
                    <a:pt x="122682" y="18288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5" name="object 325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8030870" y="2334644"/>
              <a:ext cx="10668" cy="5334"/>
            </a:xfrm>
            <a:prstGeom prst="rect">
              <a:avLst/>
            </a:prstGeom>
          </p:spPr>
        </p:pic>
        <p:sp>
          <p:nvSpPr>
            <p:cNvPr id="326" name="object 326"/>
            <p:cNvSpPr/>
            <p:nvPr/>
          </p:nvSpPr>
          <p:spPr>
            <a:xfrm>
              <a:off x="8030870" y="2334644"/>
              <a:ext cx="10795" cy="5715"/>
            </a:xfrm>
            <a:custGeom>
              <a:avLst/>
              <a:gdLst/>
              <a:ahLst/>
              <a:cxnLst/>
              <a:rect l="l" t="t" r="r" b="b"/>
              <a:pathLst>
                <a:path w="10795" h="5714">
                  <a:moveTo>
                    <a:pt x="0" y="3810"/>
                  </a:moveTo>
                  <a:lnTo>
                    <a:pt x="2285" y="0"/>
                  </a:lnTo>
                  <a:lnTo>
                    <a:pt x="10668" y="762"/>
                  </a:lnTo>
                  <a:lnTo>
                    <a:pt x="7620" y="5334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7" name="object 327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7872374" y="2344550"/>
              <a:ext cx="236981" cy="34289"/>
            </a:xfrm>
            <a:prstGeom prst="rect">
              <a:avLst/>
            </a:prstGeom>
          </p:spPr>
        </p:pic>
        <p:sp>
          <p:nvSpPr>
            <p:cNvPr id="328" name="object 328"/>
            <p:cNvSpPr/>
            <p:nvPr/>
          </p:nvSpPr>
          <p:spPr>
            <a:xfrm>
              <a:off x="7872374" y="2344550"/>
              <a:ext cx="237490" cy="34290"/>
            </a:xfrm>
            <a:custGeom>
              <a:avLst/>
              <a:gdLst/>
              <a:ahLst/>
              <a:cxnLst/>
              <a:rect l="l" t="t" r="r" b="b"/>
              <a:pathLst>
                <a:path w="237490" h="34289">
                  <a:moveTo>
                    <a:pt x="1524" y="0"/>
                  </a:moveTo>
                  <a:lnTo>
                    <a:pt x="762" y="762"/>
                  </a:lnTo>
                  <a:lnTo>
                    <a:pt x="0" y="2286"/>
                  </a:lnTo>
                  <a:lnTo>
                    <a:pt x="0" y="6096"/>
                  </a:lnTo>
                  <a:lnTo>
                    <a:pt x="17526" y="8381"/>
                  </a:lnTo>
                  <a:lnTo>
                    <a:pt x="61722" y="13715"/>
                  </a:lnTo>
                  <a:lnTo>
                    <a:pt x="118110" y="20573"/>
                  </a:lnTo>
                  <a:lnTo>
                    <a:pt x="175260" y="26669"/>
                  </a:lnTo>
                  <a:lnTo>
                    <a:pt x="219456" y="32003"/>
                  </a:lnTo>
                  <a:lnTo>
                    <a:pt x="236982" y="34289"/>
                  </a:lnTo>
                  <a:lnTo>
                    <a:pt x="236982" y="27431"/>
                  </a:lnTo>
                  <a:lnTo>
                    <a:pt x="219456" y="25907"/>
                  </a:lnTo>
                  <a:lnTo>
                    <a:pt x="176022" y="20573"/>
                  </a:lnTo>
                  <a:lnTo>
                    <a:pt x="118872" y="13715"/>
                  </a:lnTo>
                  <a:lnTo>
                    <a:pt x="62484" y="6857"/>
                  </a:lnTo>
                  <a:lnTo>
                    <a:pt x="18288" y="1523"/>
                  </a:ln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9" name="object 329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8102485" y="2288162"/>
              <a:ext cx="85343" cy="37337"/>
            </a:xfrm>
            <a:prstGeom prst="rect">
              <a:avLst/>
            </a:prstGeom>
          </p:spPr>
        </p:pic>
        <p:sp>
          <p:nvSpPr>
            <p:cNvPr id="330" name="object 330"/>
            <p:cNvSpPr/>
            <p:nvPr/>
          </p:nvSpPr>
          <p:spPr>
            <a:xfrm>
              <a:off x="8102485" y="2288162"/>
              <a:ext cx="85725" cy="37465"/>
            </a:xfrm>
            <a:custGeom>
              <a:avLst/>
              <a:gdLst/>
              <a:ahLst/>
              <a:cxnLst/>
              <a:rect l="l" t="t" r="r" b="b"/>
              <a:pathLst>
                <a:path w="85725" h="37464">
                  <a:moveTo>
                    <a:pt x="83057" y="37337"/>
                  </a:moveTo>
                  <a:lnTo>
                    <a:pt x="35813" y="3809"/>
                  </a:lnTo>
                  <a:lnTo>
                    <a:pt x="11429" y="2285"/>
                  </a:lnTo>
                  <a:lnTo>
                    <a:pt x="0" y="2285"/>
                  </a:lnTo>
                  <a:lnTo>
                    <a:pt x="761" y="1523"/>
                  </a:lnTo>
                  <a:lnTo>
                    <a:pt x="1523" y="0"/>
                  </a:lnTo>
                  <a:lnTo>
                    <a:pt x="12953" y="0"/>
                  </a:lnTo>
                  <a:lnTo>
                    <a:pt x="37337" y="1523"/>
                  </a:lnTo>
                  <a:lnTo>
                    <a:pt x="61721" y="6095"/>
                  </a:lnTo>
                  <a:lnTo>
                    <a:pt x="80771" y="17525"/>
                  </a:lnTo>
                  <a:lnTo>
                    <a:pt x="85343" y="29717"/>
                  </a:lnTo>
                  <a:lnTo>
                    <a:pt x="84581" y="35051"/>
                  </a:lnTo>
                  <a:lnTo>
                    <a:pt x="83057" y="3733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1" name="object 331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8138312" y="2316356"/>
              <a:ext cx="72389" cy="20574"/>
            </a:xfrm>
            <a:prstGeom prst="rect">
              <a:avLst/>
            </a:prstGeom>
          </p:spPr>
        </p:pic>
        <p:sp>
          <p:nvSpPr>
            <p:cNvPr id="332" name="object 332"/>
            <p:cNvSpPr/>
            <p:nvPr/>
          </p:nvSpPr>
          <p:spPr>
            <a:xfrm>
              <a:off x="8138312" y="2316356"/>
              <a:ext cx="72390" cy="20955"/>
            </a:xfrm>
            <a:custGeom>
              <a:avLst/>
              <a:gdLst/>
              <a:ahLst/>
              <a:cxnLst/>
              <a:rect l="l" t="t" r="r" b="b"/>
              <a:pathLst>
                <a:path w="72390" h="20955">
                  <a:moveTo>
                    <a:pt x="71627" y="2286"/>
                  </a:moveTo>
                  <a:lnTo>
                    <a:pt x="43433" y="20574"/>
                  </a:lnTo>
                  <a:lnTo>
                    <a:pt x="0" y="18288"/>
                  </a:lnTo>
                  <a:lnTo>
                    <a:pt x="35051" y="0"/>
                  </a:lnTo>
                  <a:lnTo>
                    <a:pt x="72389" y="2286"/>
                  </a:lnTo>
                  <a:lnTo>
                    <a:pt x="71627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3" name="object 333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8130692" y="2324738"/>
              <a:ext cx="85344" cy="35813"/>
            </a:xfrm>
            <a:prstGeom prst="rect">
              <a:avLst/>
            </a:prstGeom>
          </p:spPr>
        </p:pic>
        <p:sp>
          <p:nvSpPr>
            <p:cNvPr id="334" name="object 334"/>
            <p:cNvSpPr/>
            <p:nvPr/>
          </p:nvSpPr>
          <p:spPr>
            <a:xfrm>
              <a:off x="8130692" y="2324738"/>
              <a:ext cx="85725" cy="36195"/>
            </a:xfrm>
            <a:custGeom>
              <a:avLst/>
              <a:gdLst/>
              <a:ahLst/>
              <a:cxnLst/>
              <a:rect l="l" t="t" r="r" b="b"/>
              <a:pathLst>
                <a:path w="85725" h="36194">
                  <a:moveTo>
                    <a:pt x="0" y="16763"/>
                  </a:moveTo>
                  <a:lnTo>
                    <a:pt x="51053" y="20573"/>
                  </a:lnTo>
                  <a:lnTo>
                    <a:pt x="85344" y="0"/>
                  </a:lnTo>
                  <a:lnTo>
                    <a:pt x="85344" y="13715"/>
                  </a:lnTo>
                  <a:lnTo>
                    <a:pt x="52577" y="35051"/>
                  </a:lnTo>
                  <a:lnTo>
                    <a:pt x="49530" y="35813"/>
                  </a:lnTo>
                  <a:lnTo>
                    <a:pt x="0" y="29717"/>
                  </a:lnTo>
                  <a:lnTo>
                    <a:pt x="0" y="1676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5" name="object 335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8130679" y="2318642"/>
              <a:ext cx="85344" cy="26669"/>
            </a:xfrm>
            <a:prstGeom prst="rect">
              <a:avLst/>
            </a:prstGeom>
          </p:spPr>
        </p:pic>
        <p:sp>
          <p:nvSpPr>
            <p:cNvPr id="336" name="object 336"/>
            <p:cNvSpPr/>
            <p:nvPr/>
          </p:nvSpPr>
          <p:spPr>
            <a:xfrm>
              <a:off x="8130679" y="2318642"/>
              <a:ext cx="85725" cy="26670"/>
            </a:xfrm>
            <a:custGeom>
              <a:avLst/>
              <a:gdLst/>
              <a:ahLst/>
              <a:cxnLst/>
              <a:rect l="l" t="t" r="r" b="b"/>
              <a:pathLst>
                <a:path w="85725" h="26669">
                  <a:moveTo>
                    <a:pt x="7620" y="16001"/>
                  </a:moveTo>
                  <a:lnTo>
                    <a:pt x="50292" y="19049"/>
                  </a:lnTo>
                  <a:lnTo>
                    <a:pt x="80010" y="0"/>
                  </a:lnTo>
                  <a:lnTo>
                    <a:pt x="85344" y="6095"/>
                  </a:lnTo>
                  <a:lnTo>
                    <a:pt x="51816" y="26669"/>
                  </a:lnTo>
                  <a:lnTo>
                    <a:pt x="0" y="22859"/>
                  </a:lnTo>
                  <a:lnTo>
                    <a:pt x="7620" y="1600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7" name="object 337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8168779" y="2316356"/>
              <a:ext cx="35814" cy="7620"/>
            </a:xfrm>
            <a:prstGeom prst="rect">
              <a:avLst/>
            </a:prstGeom>
          </p:spPr>
        </p:pic>
        <p:sp>
          <p:nvSpPr>
            <p:cNvPr id="338" name="object 338"/>
            <p:cNvSpPr/>
            <p:nvPr/>
          </p:nvSpPr>
          <p:spPr>
            <a:xfrm>
              <a:off x="8168779" y="2316356"/>
              <a:ext cx="36195" cy="7620"/>
            </a:xfrm>
            <a:custGeom>
              <a:avLst/>
              <a:gdLst/>
              <a:ahLst/>
              <a:cxnLst/>
              <a:rect l="l" t="t" r="r" b="b"/>
              <a:pathLst>
                <a:path w="36195" h="7619">
                  <a:moveTo>
                    <a:pt x="10668" y="0"/>
                  </a:moveTo>
                  <a:lnTo>
                    <a:pt x="0" y="6096"/>
                  </a:lnTo>
                  <a:lnTo>
                    <a:pt x="26670" y="7619"/>
                  </a:lnTo>
                  <a:lnTo>
                    <a:pt x="35814" y="1523"/>
                  </a:lnTo>
                  <a:lnTo>
                    <a:pt x="1066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9" name="object 339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8130692" y="2338454"/>
              <a:ext cx="85344" cy="24384"/>
            </a:xfrm>
            <a:prstGeom prst="rect">
              <a:avLst/>
            </a:prstGeom>
          </p:spPr>
        </p:pic>
        <p:sp>
          <p:nvSpPr>
            <p:cNvPr id="340" name="object 340"/>
            <p:cNvSpPr/>
            <p:nvPr/>
          </p:nvSpPr>
          <p:spPr>
            <a:xfrm>
              <a:off x="8130692" y="2338454"/>
              <a:ext cx="85725" cy="24765"/>
            </a:xfrm>
            <a:custGeom>
              <a:avLst/>
              <a:gdLst/>
              <a:ahLst/>
              <a:cxnLst/>
              <a:rect l="l" t="t" r="r" b="b"/>
              <a:pathLst>
                <a:path w="85725" h="24764">
                  <a:moveTo>
                    <a:pt x="0" y="16001"/>
                  </a:moveTo>
                  <a:lnTo>
                    <a:pt x="0" y="19049"/>
                  </a:lnTo>
                  <a:lnTo>
                    <a:pt x="51053" y="24383"/>
                  </a:lnTo>
                  <a:lnTo>
                    <a:pt x="85344" y="2285"/>
                  </a:lnTo>
                  <a:lnTo>
                    <a:pt x="85344" y="0"/>
                  </a:lnTo>
                  <a:lnTo>
                    <a:pt x="49530" y="22097"/>
                  </a:lnTo>
                  <a:lnTo>
                    <a:pt x="0" y="1600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1" name="object 341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7984007" y="2120903"/>
              <a:ext cx="162305" cy="111251"/>
            </a:xfrm>
            <a:prstGeom prst="rect">
              <a:avLst/>
            </a:prstGeom>
          </p:spPr>
        </p:pic>
        <p:pic>
          <p:nvPicPr>
            <p:cNvPr id="342" name="object 342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8402726" y="2260730"/>
              <a:ext cx="137922" cy="29717"/>
            </a:xfrm>
            <a:prstGeom prst="rect">
              <a:avLst/>
            </a:prstGeom>
          </p:spPr>
        </p:pic>
        <p:sp>
          <p:nvSpPr>
            <p:cNvPr id="343" name="object 343"/>
            <p:cNvSpPr/>
            <p:nvPr/>
          </p:nvSpPr>
          <p:spPr>
            <a:xfrm>
              <a:off x="8402726" y="2260730"/>
              <a:ext cx="138430" cy="29845"/>
            </a:xfrm>
            <a:custGeom>
              <a:avLst/>
              <a:gdLst/>
              <a:ahLst/>
              <a:cxnLst/>
              <a:rect l="l" t="t" r="r" b="b"/>
              <a:pathLst>
                <a:path w="138429" h="29844">
                  <a:moveTo>
                    <a:pt x="0" y="14477"/>
                  </a:moveTo>
                  <a:lnTo>
                    <a:pt x="9906" y="22097"/>
                  </a:lnTo>
                  <a:lnTo>
                    <a:pt x="34290" y="28193"/>
                  </a:lnTo>
                  <a:lnTo>
                    <a:pt x="68580" y="29717"/>
                  </a:lnTo>
                  <a:lnTo>
                    <a:pt x="103632" y="28193"/>
                  </a:lnTo>
                  <a:lnTo>
                    <a:pt x="128016" y="22097"/>
                  </a:lnTo>
                  <a:lnTo>
                    <a:pt x="137922" y="14477"/>
                  </a:lnTo>
                  <a:lnTo>
                    <a:pt x="128016" y="6857"/>
                  </a:lnTo>
                  <a:lnTo>
                    <a:pt x="103632" y="1523"/>
                  </a:lnTo>
                  <a:lnTo>
                    <a:pt x="68580" y="0"/>
                  </a:lnTo>
                  <a:lnTo>
                    <a:pt x="34290" y="1523"/>
                  </a:lnTo>
                  <a:lnTo>
                    <a:pt x="9906" y="6857"/>
                  </a:lnTo>
                  <a:lnTo>
                    <a:pt x="0" y="144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4" name="object 344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8408047" y="2256158"/>
              <a:ext cx="128016" cy="16002"/>
            </a:xfrm>
            <a:prstGeom prst="rect">
              <a:avLst/>
            </a:prstGeom>
          </p:spPr>
        </p:pic>
        <p:sp>
          <p:nvSpPr>
            <p:cNvPr id="345" name="object 345"/>
            <p:cNvSpPr/>
            <p:nvPr/>
          </p:nvSpPr>
          <p:spPr>
            <a:xfrm>
              <a:off x="8444623" y="2256158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59" h="8889">
                  <a:moveTo>
                    <a:pt x="0" y="3810"/>
                  </a:moveTo>
                  <a:lnTo>
                    <a:pt x="762" y="6096"/>
                  </a:lnTo>
                  <a:lnTo>
                    <a:pt x="2286" y="7620"/>
                  </a:lnTo>
                  <a:lnTo>
                    <a:pt x="4572" y="8382"/>
                  </a:lnTo>
                  <a:lnTo>
                    <a:pt x="7620" y="7620"/>
                  </a:lnTo>
                  <a:lnTo>
                    <a:pt x="9144" y="6096"/>
                  </a:lnTo>
                  <a:lnTo>
                    <a:pt x="9906" y="3810"/>
                  </a:lnTo>
                  <a:lnTo>
                    <a:pt x="9144" y="2286"/>
                  </a:lnTo>
                  <a:lnTo>
                    <a:pt x="7620" y="0"/>
                  </a:lnTo>
                  <a:lnTo>
                    <a:pt x="2285" y="0"/>
                  </a:lnTo>
                  <a:lnTo>
                    <a:pt x="761" y="2286"/>
                  </a:lnTo>
                  <a:lnTo>
                    <a:pt x="0" y="381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6" name="object 346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8444623" y="2255396"/>
              <a:ext cx="9905" cy="8382"/>
            </a:xfrm>
            <a:prstGeom prst="rect">
              <a:avLst/>
            </a:prstGeom>
          </p:spPr>
        </p:pic>
        <p:sp>
          <p:nvSpPr>
            <p:cNvPr id="347" name="object 347"/>
            <p:cNvSpPr/>
            <p:nvPr/>
          </p:nvSpPr>
          <p:spPr>
            <a:xfrm>
              <a:off x="8444623" y="2255396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59" h="8889">
                  <a:moveTo>
                    <a:pt x="0" y="4572"/>
                  </a:moveTo>
                  <a:lnTo>
                    <a:pt x="762" y="6096"/>
                  </a:lnTo>
                  <a:lnTo>
                    <a:pt x="2286" y="7620"/>
                  </a:lnTo>
                  <a:lnTo>
                    <a:pt x="4572" y="8382"/>
                  </a:lnTo>
                  <a:lnTo>
                    <a:pt x="7620" y="7620"/>
                  </a:lnTo>
                  <a:lnTo>
                    <a:pt x="9144" y="6096"/>
                  </a:lnTo>
                  <a:lnTo>
                    <a:pt x="9906" y="4572"/>
                  </a:lnTo>
                  <a:lnTo>
                    <a:pt x="9144" y="1524"/>
                  </a:lnTo>
                  <a:lnTo>
                    <a:pt x="7620" y="0"/>
                  </a:lnTo>
                  <a:lnTo>
                    <a:pt x="2285" y="0"/>
                  </a:lnTo>
                  <a:lnTo>
                    <a:pt x="761" y="1524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8" name="object 348"/>
            <p:cNvPicPr/>
            <p:nvPr/>
          </p:nvPicPr>
          <p:blipFill>
            <a:blip r:embed="rId77" cstate="print"/>
            <a:stretch>
              <a:fillRect/>
            </a:stretch>
          </p:blipFill>
          <p:spPr>
            <a:xfrm>
              <a:off x="8433193" y="2256158"/>
              <a:ext cx="9905" cy="8382"/>
            </a:xfrm>
            <a:prstGeom prst="rect">
              <a:avLst/>
            </a:prstGeom>
          </p:spPr>
        </p:pic>
        <p:sp>
          <p:nvSpPr>
            <p:cNvPr id="349" name="object 349"/>
            <p:cNvSpPr/>
            <p:nvPr/>
          </p:nvSpPr>
          <p:spPr>
            <a:xfrm>
              <a:off x="8433193" y="2256158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59" h="8889">
                  <a:moveTo>
                    <a:pt x="0" y="3810"/>
                  </a:moveTo>
                  <a:lnTo>
                    <a:pt x="762" y="6096"/>
                  </a:lnTo>
                  <a:lnTo>
                    <a:pt x="2286" y="7620"/>
                  </a:lnTo>
                  <a:lnTo>
                    <a:pt x="5334" y="8382"/>
                  </a:lnTo>
                  <a:lnTo>
                    <a:pt x="7620" y="7620"/>
                  </a:lnTo>
                  <a:lnTo>
                    <a:pt x="9144" y="6096"/>
                  </a:lnTo>
                  <a:lnTo>
                    <a:pt x="9906" y="3810"/>
                  </a:lnTo>
                  <a:lnTo>
                    <a:pt x="9144" y="2286"/>
                  </a:lnTo>
                  <a:lnTo>
                    <a:pt x="7620" y="0"/>
                  </a:lnTo>
                  <a:lnTo>
                    <a:pt x="2285" y="0"/>
                  </a:lnTo>
                  <a:lnTo>
                    <a:pt x="761" y="2286"/>
                  </a:lnTo>
                  <a:lnTo>
                    <a:pt x="0" y="381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0" name="object 350"/>
            <p:cNvPicPr/>
            <p:nvPr/>
          </p:nvPicPr>
          <p:blipFill>
            <a:blip r:embed="rId78" cstate="print"/>
            <a:stretch>
              <a:fillRect/>
            </a:stretch>
          </p:blipFill>
          <p:spPr>
            <a:xfrm>
              <a:off x="8433193" y="2255396"/>
              <a:ext cx="9905" cy="8382"/>
            </a:xfrm>
            <a:prstGeom prst="rect">
              <a:avLst/>
            </a:prstGeom>
          </p:spPr>
        </p:pic>
        <p:sp>
          <p:nvSpPr>
            <p:cNvPr id="351" name="object 351"/>
            <p:cNvSpPr/>
            <p:nvPr/>
          </p:nvSpPr>
          <p:spPr>
            <a:xfrm>
              <a:off x="8433193" y="2255396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59" h="8889">
                  <a:moveTo>
                    <a:pt x="0" y="4572"/>
                  </a:moveTo>
                  <a:lnTo>
                    <a:pt x="762" y="6096"/>
                  </a:lnTo>
                  <a:lnTo>
                    <a:pt x="2286" y="7620"/>
                  </a:lnTo>
                  <a:lnTo>
                    <a:pt x="5334" y="8382"/>
                  </a:lnTo>
                  <a:lnTo>
                    <a:pt x="7620" y="7620"/>
                  </a:lnTo>
                  <a:lnTo>
                    <a:pt x="9144" y="6096"/>
                  </a:lnTo>
                  <a:lnTo>
                    <a:pt x="9906" y="4572"/>
                  </a:lnTo>
                  <a:lnTo>
                    <a:pt x="9144" y="1524"/>
                  </a:lnTo>
                  <a:lnTo>
                    <a:pt x="7620" y="0"/>
                  </a:lnTo>
                  <a:lnTo>
                    <a:pt x="2285" y="0"/>
                  </a:lnTo>
                  <a:lnTo>
                    <a:pt x="761" y="1524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2" name="object 352"/>
            <p:cNvPicPr/>
            <p:nvPr/>
          </p:nvPicPr>
          <p:blipFill>
            <a:blip r:embed="rId77" cstate="print"/>
            <a:stretch>
              <a:fillRect/>
            </a:stretch>
          </p:blipFill>
          <p:spPr>
            <a:xfrm>
              <a:off x="8421776" y="2256158"/>
              <a:ext cx="9905" cy="8382"/>
            </a:xfrm>
            <a:prstGeom prst="rect">
              <a:avLst/>
            </a:prstGeom>
          </p:spPr>
        </p:pic>
        <p:sp>
          <p:nvSpPr>
            <p:cNvPr id="353" name="object 353"/>
            <p:cNvSpPr/>
            <p:nvPr/>
          </p:nvSpPr>
          <p:spPr>
            <a:xfrm>
              <a:off x="8421776" y="2256158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59" h="8889">
                  <a:moveTo>
                    <a:pt x="0" y="3810"/>
                  </a:moveTo>
                  <a:lnTo>
                    <a:pt x="762" y="6096"/>
                  </a:lnTo>
                  <a:lnTo>
                    <a:pt x="2286" y="7620"/>
                  </a:lnTo>
                  <a:lnTo>
                    <a:pt x="4572" y="8382"/>
                  </a:lnTo>
                  <a:lnTo>
                    <a:pt x="6858" y="7620"/>
                  </a:lnTo>
                  <a:lnTo>
                    <a:pt x="9144" y="6096"/>
                  </a:lnTo>
                  <a:lnTo>
                    <a:pt x="9906" y="3810"/>
                  </a:lnTo>
                  <a:lnTo>
                    <a:pt x="9144" y="2286"/>
                  </a:lnTo>
                  <a:lnTo>
                    <a:pt x="6858" y="0"/>
                  </a:lnTo>
                  <a:lnTo>
                    <a:pt x="2285" y="0"/>
                  </a:lnTo>
                  <a:lnTo>
                    <a:pt x="761" y="2286"/>
                  </a:lnTo>
                  <a:lnTo>
                    <a:pt x="0" y="381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4" name="object 354"/>
            <p:cNvPicPr/>
            <p:nvPr/>
          </p:nvPicPr>
          <p:blipFill>
            <a:blip r:embed="rId78" cstate="print"/>
            <a:stretch>
              <a:fillRect/>
            </a:stretch>
          </p:blipFill>
          <p:spPr>
            <a:xfrm>
              <a:off x="8421776" y="2255396"/>
              <a:ext cx="9905" cy="8382"/>
            </a:xfrm>
            <a:prstGeom prst="rect">
              <a:avLst/>
            </a:prstGeom>
          </p:spPr>
        </p:pic>
        <p:sp>
          <p:nvSpPr>
            <p:cNvPr id="355" name="object 355"/>
            <p:cNvSpPr/>
            <p:nvPr/>
          </p:nvSpPr>
          <p:spPr>
            <a:xfrm>
              <a:off x="8421776" y="2255396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59" h="8889">
                  <a:moveTo>
                    <a:pt x="0" y="4572"/>
                  </a:moveTo>
                  <a:lnTo>
                    <a:pt x="762" y="6096"/>
                  </a:lnTo>
                  <a:lnTo>
                    <a:pt x="2286" y="7620"/>
                  </a:lnTo>
                  <a:lnTo>
                    <a:pt x="4572" y="8382"/>
                  </a:lnTo>
                  <a:lnTo>
                    <a:pt x="6858" y="7620"/>
                  </a:lnTo>
                  <a:lnTo>
                    <a:pt x="9144" y="6096"/>
                  </a:lnTo>
                  <a:lnTo>
                    <a:pt x="9906" y="4572"/>
                  </a:lnTo>
                  <a:lnTo>
                    <a:pt x="9144" y="1524"/>
                  </a:lnTo>
                  <a:lnTo>
                    <a:pt x="6858" y="0"/>
                  </a:lnTo>
                  <a:lnTo>
                    <a:pt x="2285" y="0"/>
                  </a:lnTo>
                  <a:lnTo>
                    <a:pt x="761" y="1524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6" name="object 356"/>
            <p:cNvPicPr/>
            <p:nvPr/>
          </p:nvPicPr>
          <p:blipFill>
            <a:blip r:embed="rId79" cstate="print"/>
            <a:stretch>
              <a:fillRect/>
            </a:stretch>
          </p:blipFill>
          <p:spPr>
            <a:xfrm>
              <a:off x="8482723" y="2256158"/>
              <a:ext cx="9905" cy="8382"/>
            </a:xfrm>
            <a:prstGeom prst="rect">
              <a:avLst/>
            </a:prstGeom>
          </p:spPr>
        </p:pic>
        <p:sp>
          <p:nvSpPr>
            <p:cNvPr id="357" name="object 357"/>
            <p:cNvSpPr/>
            <p:nvPr/>
          </p:nvSpPr>
          <p:spPr>
            <a:xfrm>
              <a:off x="8482723" y="2256158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59" h="8889">
                  <a:moveTo>
                    <a:pt x="0" y="3810"/>
                  </a:moveTo>
                  <a:lnTo>
                    <a:pt x="762" y="6096"/>
                  </a:lnTo>
                  <a:lnTo>
                    <a:pt x="3048" y="7620"/>
                  </a:lnTo>
                  <a:lnTo>
                    <a:pt x="5334" y="8382"/>
                  </a:lnTo>
                  <a:lnTo>
                    <a:pt x="7620" y="7620"/>
                  </a:lnTo>
                  <a:lnTo>
                    <a:pt x="9144" y="6096"/>
                  </a:lnTo>
                  <a:lnTo>
                    <a:pt x="9906" y="3810"/>
                  </a:lnTo>
                  <a:lnTo>
                    <a:pt x="9144" y="2286"/>
                  </a:lnTo>
                  <a:lnTo>
                    <a:pt x="7620" y="0"/>
                  </a:lnTo>
                  <a:lnTo>
                    <a:pt x="3047" y="0"/>
                  </a:lnTo>
                  <a:lnTo>
                    <a:pt x="761" y="2286"/>
                  </a:lnTo>
                  <a:lnTo>
                    <a:pt x="0" y="381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8" name="object 358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8482723" y="2255396"/>
              <a:ext cx="9905" cy="8382"/>
            </a:xfrm>
            <a:prstGeom prst="rect">
              <a:avLst/>
            </a:prstGeom>
          </p:spPr>
        </p:pic>
        <p:sp>
          <p:nvSpPr>
            <p:cNvPr id="359" name="object 359"/>
            <p:cNvSpPr/>
            <p:nvPr/>
          </p:nvSpPr>
          <p:spPr>
            <a:xfrm>
              <a:off x="8482723" y="2255495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59" h="8255">
                  <a:moveTo>
                    <a:pt x="0" y="4473"/>
                  </a:moveTo>
                  <a:lnTo>
                    <a:pt x="762" y="5997"/>
                  </a:lnTo>
                  <a:lnTo>
                    <a:pt x="7309" y="7850"/>
                  </a:lnTo>
                  <a:lnTo>
                    <a:pt x="9753" y="3996"/>
                  </a:lnTo>
                  <a:lnTo>
                    <a:pt x="7702" y="0"/>
                  </a:lnTo>
                  <a:lnTo>
                    <a:pt x="761" y="1425"/>
                  </a:lnTo>
                  <a:lnTo>
                    <a:pt x="0" y="447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0" name="object 360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8402726" y="2275208"/>
              <a:ext cx="137922" cy="22860"/>
            </a:xfrm>
            <a:prstGeom prst="rect">
              <a:avLst/>
            </a:prstGeom>
          </p:spPr>
        </p:pic>
        <p:sp>
          <p:nvSpPr>
            <p:cNvPr id="361" name="object 361"/>
            <p:cNvSpPr/>
            <p:nvPr/>
          </p:nvSpPr>
          <p:spPr>
            <a:xfrm>
              <a:off x="8402726" y="2275208"/>
              <a:ext cx="138430" cy="22860"/>
            </a:xfrm>
            <a:custGeom>
              <a:avLst/>
              <a:gdLst/>
              <a:ahLst/>
              <a:cxnLst/>
              <a:rect l="l" t="t" r="r" b="b"/>
              <a:pathLst>
                <a:path w="138429" h="22860">
                  <a:moveTo>
                    <a:pt x="0" y="0"/>
                  </a:moveTo>
                  <a:lnTo>
                    <a:pt x="0" y="7620"/>
                  </a:lnTo>
                  <a:lnTo>
                    <a:pt x="2286" y="11430"/>
                  </a:lnTo>
                  <a:lnTo>
                    <a:pt x="19812" y="18288"/>
                  </a:lnTo>
                  <a:lnTo>
                    <a:pt x="68580" y="22859"/>
                  </a:lnTo>
                  <a:lnTo>
                    <a:pt x="117348" y="18287"/>
                  </a:lnTo>
                  <a:lnTo>
                    <a:pt x="135636" y="11429"/>
                  </a:lnTo>
                  <a:lnTo>
                    <a:pt x="137922" y="7619"/>
                  </a:lnTo>
                  <a:lnTo>
                    <a:pt x="137922" y="0"/>
                  </a:lnTo>
                  <a:lnTo>
                    <a:pt x="135636" y="3809"/>
                  </a:lnTo>
                  <a:lnTo>
                    <a:pt x="118110" y="10667"/>
                  </a:lnTo>
                  <a:lnTo>
                    <a:pt x="68580" y="15239"/>
                  </a:lnTo>
                  <a:lnTo>
                    <a:pt x="21336" y="11429"/>
                  </a:lnTo>
                  <a:lnTo>
                    <a:pt x="3048" y="381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2" name="object 362"/>
            <p:cNvPicPr/>
            <p:nvPr/>
          </p:nvPicPr>
          <p:blipFill>
            <a:blip r:embed="rId81" cstate="print"/>
            <a:stretch>
              <a:fillRect/>
            </a:stretch>
          </p:blipFill>
          <p:spPr>
            <a:xfrm>
              <a:off x="8372246" y="2080898"/>
              <a:ext cx="204977" cy="19812"/>
            </a:xfrm>
            <a:prstGeom prst="rect">
              <a:avLst/>
            </a:prstGeom>
          </p:spPr>
        </p:pic>
        <p:sp>
          <p:nvSpPr>
            <p:cNvPr id="363" name="object 363"/>
            <p:cNvSpPr/>
            <p:nvPr/>
          </p:nvSpPr>
          <p:spPr>
            <a:xfrm>
              <a:off x="8372246" y="2080898"/>
              <a:ext cx="205104" cy="20320"/>
            </a:xfrm>
            <a:custGeom>
              <a:avLst/>
              <a:gdLst/>
              <a:ahLst/>
              <a:cxnLst/>
              <a:rect l="l" t="t" r="r" b="b"/>
              <a:pathLst>
                <a:path w="205104" h="20319">
                  <a:moveTo>
                    <a:pt x="0" y="19812"/>
                  </a:moveTo>
                  <a:lnTo>
                    <a:pt x="10667" y="0"/>
                  </a:lnTo>
                  <a:lnTo>
                    <a:pt x="193548" y="0"/>
                  </a:lnTo>
                  <a:lnTo>
                    <a:pt x="204978" y="19812"/>
                  </a:lnTo>
                  <a:lnTo>
                    <a:pt x="0" y="1981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4" name="object 364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8372500" y="2097662"/>
              <a:ext cx="204470" cy="163067"/>
            </a:xfrm>
            <a:prstGeom prst="rect">
              <a:avLst/>
            </a:prstGeom>
          </p:spPr>
        </p:pic>
        <p:sp>
          <p:nvSpPr>
            <p:cNvPr id="365" name="object 365"/>
            <p:cNvSpPr/>
            <p:nvPr/>
          </p:nvSpPr>
          <p:spPr>
            <a:xfrm>
              <a:off x="8372246" y="2097662"/>
              <a:ext cx="205104" cy="162560"/>
            </a:xfrm>
            <a:custGeom>
              <a:avLst/>
              <a:gdLst/>
              <a:ahLst/>
              <a:cxnLst/>
              <a:rect l="l" t="t" r="r" b="b"/>
              <a:pathLst>
                <a:path w="205104" h="162560">
                  <a:moveTo>
                    <a:pt x="5333" y="0"/>
                  </a:moveTo>
                  <a:lnTo>
                    <a:pt x="3809" y="0"/>
                  </a:lnTo>
                  <a:lnTo>
                    <a:pt x="1523" y="762"/>
                  </a:lnTo>
                  <a:lnTo>
                    <a:pt x="0" y="3810"/>
                  </a:lnTo>
                  <a:lnTo>
                    <a:pt x="0" y="160020"/>
                  </a:lnTo>
                  <a:lnTo>
                    <a:pt x="1523" y="162306"/>
                  </a:lnTo>
                  <a:lnTo>
                    <a:pt x="4571" y="162306"/>
                  </a:lnTo>
                  <a:lnTo>
                    <a:pt x="53530" y="162306"/>
                  </a:lnTo>
                  <a:lnTo>
                    <a:pt x="102488" y="162306"/>
                  </a:lnTo>
                  <a:lnTo>
                    <a:pt x="151447" y="162306"/>
                  </a:lnTo>
                  <a:lnTo>
                    <a:pt x="200405" y="162305"/>
                  </a:lnTo>
                  <a:lnTo>
                    <a:pt x="203453" y="162305"/>
                  </a:lnTo>
                  <a:lnTo>
                    <a:pt x="204977" y="158495"/>
                  </a:lnTo>
                  <a:lnTo>
                    <a:pt x="204977" y="3809"/>
                  </a:lnTo>
                  <a:lnTo>
                    <a:pt x="204215" y="761"/>
                  </a:lnTo>
                  <a:lnTo>
                    <a:pt x="201167" y="0"/>
                  </a:lnTo>
                  <a:lnTo>
                    <a:pt x="53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6" name="object 366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8376310" y="2101472"/>
              <a:ext cx="196850" cy="155448"/>
            </a:xfrm>
            <a:prstGeom prst="rect">
              <a:avLst/>
            </a:prstGeom>
          </p:spPr>
        </p:pic>
        <p:sp>
          <p:nvSpPr>
            <p:cNvPr id="367" name="object 367"/>
            <p:cNvSpPr/>
            <p:nvPr/>
          </p:nvSpPr>
          <p:spPr>
            <a:xfrm>
              <a:off x="8376056" y="2101472"/>
              <a:ext cx="196850" cy="155575"/>
            </a:xfrm>
            <a:custGeom>
              <a:avLst/>
              <a:gdLst/>
              <a:ahLst/>
              <a:cxnLst/>
              <a:rect l="l" t="t" r="r" b="b"/>
              <a:pathLst>
                <a:path w="196850" h="155575">
                  <a:moveTo>
                    <a:pt x="5333" y="0"/>
                  </a:moveTo>
                  <a:lnTo>
                    <a:pt x="3809" y="0"/>
                  </a:lnTo>
                  <a:lnTo>
                    <a:pt x="1523" y="762"/>
                  </a:lnTo>
                  <a:lnTo>
                    <a:pt x="0" y="3048"/>
                  </a:lnTo>
                  <a:lnTo>
                    <a:pt x="0" y="152400"/>
                  </a:lnTo>
                  <a:lnTo>
                    <a:pt x="2285" y="154686"/>
                  </a:lnTo>
                  <a:lnTo>
                    <a:pt x="4571" y="155448"/>
                  </a:lnTo>
                  <a:lnTo>
                    <a:pt x="192785" y="155447"/>
                  </a:lnTo>
                  <a:lnTo>
                    <a:pt x="195071" y="154685"/>
                  </a:lnTo>
                  <a:lnTo>
                    <a:pt x="196595" y="150876"/>
                  </a:lnTo>
                  <a:lnTo>
                    <a:pt x="196595" y="3047"/>
                  </a:lnTo>
                  <a:lnTo>
                    <a:pt x="195833" y="0"/>
                  </a:lnTo>
                  <a:lnTo>
                    <a:pt x="53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8" name="object 368"/>
            <p:cNvPicPr/>
            <p:nvPr/>
          </p:nvPicPr>
          <p:blipFill>
            <a:blip r:embed="rId84" cstate="print"/>
            <a:stretch>
              <a:fillRect/>
            </a:stretch>
          </p:blipFill>
          <p:spPr>
            <a:xfrm>
              <a:off x="8388248" y="2115188"/>
              <a:ext cx="172974" cy="127253"/>
            </a:xfrm>
            <a:prstGeom prst="rect">
              <a:avLst/>
            </a:prstGeom>
          </p:spPr>
        </p:pic>
        <p:sp>
          <p:nvSpPr>
            <p:cNvPr id="369" name="object 369"/>
            <p:cNvSpPr/>
            <p:nvPr/>
          </p:nvSpPr>
          <p:spPr>
            <a:xfrm>
              <a:off x="8388248" y="2115188"/>
              <a:ext cx="173355" cy="127635"/>
            </a:xfrm>
            <a:custGeom>
              <a:avLst/>
              <a:gdLst/>
              <a:ahLst/>
              <a:cxnLst/>
              <a:rect l="l" t="t" r="r" b="b"/>
              <a:pathLst>
                <a:path w="173354" h="127635">
                  <a:moveTo>
                    <a:pt x="4572" y="0"/>
                  </a:moveTo>
                  <a:lnTo>
                    <a:pt x="3048" y="0"/>
                  </a:lnTo>
                  <a:lnTo>
                    <a:pt x="762" y="762"/>
                  </a:lnTo>
                  <a:lnTo>
                    <a:pt x="0" y="3048"/>
                  </a:lnTo>
                  <a:lnTo>
                    <a:pt x="0" y="124968"/>
                  </a:lnTo>
                  <a:lnTo>
                    <a:pt x="1524" y="126492"/>
                  </a:lnTo>
                  <a:lnTo>
                    <a:pt x="3810" y="127254"/>
                  </a:lnTo>
                  <a:lnTo>
                    <a:pt x="169164" y="127254"/>
                  </a:lnTo>
                  <a:lnTo>
                    <a:pt x="171450" y="126492"/>
                  </a:lnTo>
                  <a:lnTo>
                    <a:pt x="172974" y="123444"/>
                  </a:lnTo>
                  <a:lnTo>
                    <a:pt x="172974" y="3047"/>
                  </a:lnTo>
                  <a:lnTo>
                    <a:pt x="172212" y="761"/>
                  </a:lnTo>
                  <a:lnTo>
                    <a:pt x="169926" y="0"/>
                  </a:ln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0" name="object 370"/>
            <p:cNvPicPr/>
            <p:nvPr/>
          </p:nvPicPr>
          <p:blipFill>
            <a:blip r:embed="rId85" cstate="print"/>
            <a:stretch>
              <a:fillRect/>
            </a:stretch>
          </p:blipFill>
          <p:spPr>
            <a:xfrm>
              <a:off x="8411108" y="2272160"/>
              <a:ext cx="27431" cy="11429"/>
            </a:xfrm>
            <a:prstGeom prst="rect">
              <a:avLst/>
            </a:prstGeom>
          </p:spPr>
        </p:pic>
        <p:pic>
          <p:nvPicPr>
            <p:cNvPr id="371" name="object 371"/>
            <p:cNvPicPr/>
            <p:nvPr/>
          </p:nvPicPr>
          <p:blipFill>
            <a:blip r:embed="rId86" cstate="print"/>
            <a:stretch>
              <a:fillRect/>
            </a:stretch>
          </p:blipFill>
          <p:spPr>
            <a:xfrm>
              <a:off x="8494166" y="2260730"/>
              <a:ext cx="39624" cy="22859"/>
            </a:xfrm>
            <a:prstGeom prst="rect">
              <a:avLst/>
            </a:prstGeom>
          </p:spPr>
        </p:pic>
        <p:sp>
          <p:nvSpPr>
            <p:cNvPr id="372" name="object 372"/>
            <p:cNvSpPr/>
            <p:nvPr/>
          </p:nvSpPr>
          <p:spPr>
            <a:xfrm>
              <a:off x="8411108" y="2272160"/>
              <a:ext cx="7620" cy="11430"/>
            </a:xfrm>
            <a:custGeom>
              <a:avLst/>
              <a:gdLst/>
              <a:ahLst/>
              <a:cxnLst/>
              <a:rect l="l" t="t" r="r" b="b"/>
              <a:pathLst>
                <a:path w="7620" h="11430">
                  <a:moveTo>
                    <a:pt x="7620" y="0"/>
                  </a:moveTo>
                  <a:lnTo>
                    <a:pt x="7620" y="11430"/>
                  </a:lnTo>
                  <a:lnTo>
                    <a:pt x="2286" y="6096"/>
                  </a:lnTo>
                  <a:lnTo>
                    <a:pt x="0" y="2286"/>
                  </a:lnTo>
                  <a:lnTo>
                    <a:pt x="0" y="0"/>
                  </a:lnTo>
                  <a:lnTo>
                    <a:pt x="762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8526170" y="2272160"/>
              <a:ext cx="7620" cy="11430"/>
            </a:xfrm>
            <a:custGeom>
              <a:avLst/>
              <a:gdLst/>
              <a:ahLst/>
              <a:cxnLst/>
              <a:rect l="l" t="t" r="r" b="b"/>
              <a:pathLst>
                <a:path w="7620" h="11430">
                  <a:moveTo>
                    <a:pt x="0" y="0"/>
                  </a:moveTo>
                  <a:lnTo>
                    <a:pt x="0" y="11430"/>
                  </a:lnTo>
                  <a:lnTo>
                    <a:pt x="6096" y="6095"/>
                  </a:lnTo>
                  <a:lnTo>
                    <a:pt x="7620" y="2285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4" name="object 374"/>
            <p:cNvPicPr/>
            <p:nvPr/>
          </p:nvPicPr>
          <p:blipFill>
            <a:blip r:embed="rId87" cstate="print"/>
            <a:stretch>
              <a:fillRect/>
            </a:stretch>
          </p:blipFill>
          <p:spPr>
            <a:xfrm>
              <a:off x="8333384" y="2285876"/>
              <a:ext cx="52577" cy="21336"/>
            </a:xfrm>
            <a:prstGeom prst="rect">
              <a:avLst/>
            </a:prstGeom>
          </p:spPr>
        </p:pic>
        <p:sp>
          <p:nvSpPr>
            <p:cNvPr id="375" name="object 375"/>
            <p:cNvSpPr/>
            <p:nvPr/>
          </p:nvSpPr>
          <p:spPr>
            <a:xfrm>
              <a:off x="8333384" y="2285876"/>
              <a:ext cx="52705" cy="21590"/>
            </a:xfrm>
            <a:custGeom>
              <a:avLst/>
              <a:gdLst/>
              <a:ahLst/>
              <a:cxnLst/>
              <a:rect l="l" t="t" r="r" b="b"/>
              <a:pathLst>
                <a:path w="52704" h="21589">
                  <a:moveTo>
                    <a:pt x="6857" y="21336"/>
                  </a:moveTo>
                  <a:lnTo>
                    <a:pt x="9905" y="19050"/>
                  </a:lnTo>
                  <a:lnTo>
                    <a:pt x="17525" y="15240"/>
                  </a:lnTo>
                  <a:lnTo>
                    <a:pt x="26669" y="11430"/>
                  </a:lnTo>
                  <a:lnTo>
                    <a:pt x="38861" y="9906"/>
                  </a:lnTo>
                  <a:lnTo>
                    <a:pt x="48767" y="8382"/>
                  </a:lnTo>
                  <a:lnTo>
                    <a:pt x="52577" y="7620"/>
                  </a:lnTo>
                  <a:lnTo>
                    <a:pt x="52577" y="0"/>
                  </a:lnTo>
                  <a:lnTo>
                    <a:pt x="46481" y="1524"/>
                  </a:lnTo>
                  <a:lnTo>
                    <a:pt x="34289" y="3810"/>
                  </a:lnTo>
                  <a:lnTo>
                    <a:pt x="22859" y="6096"/>
                  </a:lnTo>
                  <a:lnTo>
                    <a:pt x="7619" y="12192"/>
                  </a:lnTo>
                  <a:lnTo>
                    <a:pt x="1523" y="16764"/>
                  </a:lnTo>
                  <a:lnTo>
                    <a:pt x="0" y="18288"/>
                  </a:lnTo>
                  <a:lnTo>
                    <a:pt x="2285" y="19050"/>
                  </a:lnTo>
                  <a:lnTo>
                    <a:pt x="5333" y="20574"/>
                  </a:lnTo>
                  <a:lnTo>
                    <a:pt x="6857" y="2133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6" name="object 376"/>
            <p:cNvPicPr/>
            <p:nvPr/>
          </p:nvPicPr>
          <p:blipFill>
            <a:blip r:embed="rId88" cstate="print"/>
            <a:stretch>
              <a:fillRect/>
            </a:stretch>
          </p:blipFill>
          <p:spPr>
            <a:xfrm>
              <a:off x="8278507" y="2300354"/>
              <a:ext cx="264414" cy="77724"/>
            </a:xfrm>
            <a:prstGeom prst="rect">
              <a:avLst/>
            </a:prstGeom>
          </p:spPr>
        </p:pic>
        <p:sp>
          <p:nvSpPr>
            <p:cNvPr id="377" name="object 377"/>
            <p:cNvSpPr/>
            <p:nvPr/>
          </p:nvSpPr>
          <p:spPr>
            <a:xfrm>
              <a:off x="8278507" y="2300354"/>
              <a:ext cx="264795" cy="78105"/>
            </a:xfrm>
            <a:custGeom>
              <a:avLst/>
              <a:gdLst/>
              <a:ahLst/>
              <a:cxnLst/>
              <a:rect l="l" t="t" r="r" b="b"/>
              <a:pathLst>
                <a:path w="264795" h="78105">
                  <a:moveTo>
                    <a:pt x="37338" y="0"/>
                  </a:moveTo>
                  <a:lnTo>
                    <a:pt x="19812" y="25908"/>
                  </a:lnTo>
                  <a:lnTo>
                    <a:pt x="0" y="49530"/>
                  </a:lnTo>
                  <a:lnTo>
                    <a:pt x="241554" y="77723"/>
                  </a:lnTo>
                  <a:lnTo>
                    <a:pt x="252222" y="55625"/>
                  </a:lnTo>
                  <a:lnTo>
                    <a:pt x="264414" y="24383"/>
                  </a:lnTo>
                  <a:lnTo>
                    <a:pt x="3733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8" name="object 378"/>
            <p:cNvPicPr/>
            <p:nvPr/>
          </p:nvPicPr>
          <p:blipFill>
            <a:blip r:embed="rId89" cstate="print"/>
            <a:stretch>
              <a:fillRect/>
            </a:stretch>
          </p:blipFill>
          <p:spPr>
            <a:xfrm>
              <a:off x="8290700" y="2324738"/>
              <a:ext cx="158496" cy="40386"/>
            </a:xfrm>
            <a:prstGeom prst="rect">
              <a:avLst/>
            </a:prstGeom>
          </p:spPr>
        </p:pic>
        <p:sp>
          <p:nvSpPr>
            <p:cNvPr id="379" name="object 379"/>
            <p:cNvSpPr/>
            <p:nvPr/>
          </p:nvSpPr>
          <p:spPr>
            <a:xfrm>
              <a:off x="8290700" y="2324738"/>
              <a:ext cx="158750" cy="40640"/>
            </a:xfrm>
            <a:custGeom>
              <a:avLst/>
              <a:gdLst/>
              <a:ahLst/>
              <a:cxnLst/>
              <a:rect l="l" t="t" r="r" b="b"/>
              <a:pathLst>
                <a:path w="158750" h="40639">
                  <a:moveTo>
                    <a:pt x="158496" y="16001"/>
                  </a:moveTo>
                  <a:lnTo>
                    <a:pt x="144780" y="40385"/>
                  </a:lnTo>
                  <a:lnTo>
                    <a:pt x="130302" y="38099"/>
                  </a:lnTo>
                  <a:lnTo>
                    <a:pt x="133350" y="34289"/>
                  </a:lnTo>
                  <a:lnTo>
                    <a:pt x="122682" y="33527"/>
                  </a:lnTo>
                  <a:lnTo>
                    <a:pt x="120396" y="37337"/>
                  </a:lnTo>
                  <a:lnTo>
                    <a:pt x="25908" y="25907"/>
                  </a:lnTo>
                  <a:lnTo>
                    <a:pt x="28194" y="22097"/>
                  </a:lnTo>
                  <a:lnTo>
                    <a:pt x="17526" y="20573"/>
                  </a:lnTo>
                  <a:lnTo>
                    <a:pt x="15240" y="25145"/>
                  </a:lnTo>
                  <a:lnTo>
                    <a:pt x="0" y="23621"/>
                  </a:lnTo>
                  <a:lnTo>
                    <a:pt x="18288" y="0"/>
                  </a:lnTo>
                  <a:lnTo>
                    <a:pt x="158496" y="1600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8376818" y="2287400"/>
              <a:ext cx="3175" cy="6985"/>
            </a:xfrm>
            <a:custGeom>
              <a:avLst/>
              <a:gdLst/>
              <a:ahLst/>
              <a:cxnLst/>
              <a:rect l="l" t="t" r="r" b="b"/>
              <a:pathLst>
                <a:path w="3175" h="6985">
                  <a:moveTo>
                    <a:pt x="0" y="0"/>
                  </a:moveTo>
                  <a:lnTo>
                    <a:pt x="762" y="0"/>
                  </a:lnTo>
                  <a:lnTo>
                    <a:pt x="2286" y="1523"/>
                  </a:lnTo>
                  <a:lnTo>
                    <a:pt x="3048" y="3810"/>
                  </a:lnTo>
                  <a:lnTo>
                    <a:pt x="3048" y="6096"/>
                  </a:lnTo>
                  <a:lnTo>
                    <a:pt x="2286" y="6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8374532" y="2288162"/>
              <a:ext cx="2540" cy="6985"/>
            </a:xfrm>
            <a:custGeom>
              <a:avLst/>
              <a:gdLst/>
              <a:ahLst/>
              <a:cxnLst/>
              <a:rect l="l" t="t" r="r" b="b"/>
              <a:pathLst>
                <a:path w="2540" h="6985">
                  <a:moveTo>
                    <a:pt x="0" y="0"/>
                  </a:moveTo>
                  <a:lnTo>
                    <a:pt x="1524" y="0"/>
                  </a:lnTo>
                  <a:lnTo>
                    <a:pt x="2286" y="761"/>
                  </a:lnTo>
                  <a:lnTo>
                    <a:pt x="2286" y="6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8339480" y="2298068"/>
              <a:ext cx="6985" cy="5715"/>
            </a:xfrm>
            <a:custGeom>
              <a:avLst/>
              <a:gdLst/>
              <a:ahLst/>
              <a:cxnLst/>
              <a:rect l="l" t="t" r="r" b="b"/>
              <a:pathLst>
                <a:path w="6984" h="5714">
                  <a:moveTo>
                    <a:pt x="0" y="762"/>
                  </a:moveTo>
                  <a:lnTo>
                    <a:pt x="761" y="0"/>
                  </a:lnTo>
                  <a:lnTo>
                    <a:pt x="3810" y="0"/>
                  </a:lnTo>
                  <a:lnTo>
                    <a:pt x="6096" y="2286"/>
                  </a:lnTo>
                  <a:lnTo>
                    <a:pt x="6858" y="4572"/>
                  </a:lnTo>
                  <a:lnTo>
                    <a:pt x="6858" y="53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8342528" y="2296544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0" y="762"/>
                  </a:moveTo>
                  <a:lnTo>
                    <a:pt x="1524" y="0"/>
                  </a:lnTo>
                  <a:lnTo>
                    <a:pt x="3048" y="762"/>
                  </a:lnTo>
                  <a:lnTo>
                    <a:pt x="4572" y="2286"/>
                  </a:lnTo>
                  <a:lnTo>
                    <a:pt x="5334" y="4572"/>
                  </a:lnTo>
                  <a:lnTo>
                    <a:pt x="6096" y="53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8356244" y="2291972"/>
              <a:ext cx="2540" cy="6350"/>
            </a:xfrm>
            <a:custGeom>
              <a:avLst/>
              <a:gdLst/>
              <a:ahLst/>
              <a:cxnLst/>
              <a:rect l="l" t="t" r="r" b="b"/>
              <a:pathLst>
                <a:path w="2540" h="6350">
                  <a:moveTo>
                    <a:pt x="0" y="0"/>
                  </a:moveTo>
                  <a:lnTo>
                    <a:pt x="1524" y="761"/>
                  </a:lnTo>
                  <a:lnTo>
                    <a:pt x="1524" y="1523"/>
                  </a:lnTo>
                  <a:lnTo>
                    <a:pt x="2286" y="3048"/>
                  </a:lnTo>
                  <a:lnTo>
                    <a:pt x="2286" y="5334"/>
                  </a:lnTo>
                  <a:lnTo>
                    <a:pt x="1524" y="60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8357768" y="2291972"/>
              <a:ext cx="2540" cy="6350"/>
            </a:xfrm>
            <a:custGeom>
              <a:avLst/>
              <a:gdLst/>
              <a:ahLst/>
              <a:cxnLst/>
              <a:rect l="l" t="t" r="r" b="b"/>
              <a:pathLst>
                <a:path w="2540" h="6350">
                  <a:moveTo>
                    <a:pt x="0" y="0"/>
                  </a:moveTo>
                  <a:lnTo>
                    <a:pt x="762" y="0"/>
                  </a:lnTo>
                  <a:lnTo>
                    <a:pt x="1524" y="761"/>
                  </a:lnTo>
                  <a:lnTo>
                    <a:pt x="2286" y="2286"/>
                  </a:lnTo>
                  <a:lnTo>
                    <a:pt x="2286" y="4572"/>
                  </a:lnTo>
                  <a:lnTo>
                    <a:pt x="1524" y="60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8359292" y="2291210"/>
              <a:ext cx="3175" cy="6350"/>
            </a:xfrm>
            <a:custGeom>
              <a:avLst/>
              <a:gdLst/>
              <a:ahLst/>
              <a:cxnLst/>
              <a:rect l="l" t="t" r="r" b="b"/>
              <a:pathLst>
                <a:path w="3175" h="6350">
                  <a:moveTo>
                    <a:pt x="0" y="0"/>
                  </a:moveTo>
                  <a:lnTo>
                    <a:pt x="1524" y="0"/>
                  </a:lnTo>
                  <a:lnTo>
                    <a:pt x="2286" y="761"/>
                  </a:lnTo>
                  <a:lnTo>
                    <a:pt x="3048" y="3047"/>
                  </a:lnTo>
                  <a:lnTo>
                    <a:pt x="2286" y="4572"/>
                  </a:lnTo>
                  <a:lnTo>
                    <a:pt x="2286" y="60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8364626" y="2289686"/>
              <a:ext cx="3175" cy="6350"/>
            </a:xfrm>
            <a:custGeom>
              <a:avLst/>
              <a:gdLst/>
              <a:ahLst/>
              <a:cxnLst/>
              <a:rect l="l" t="t" r="r" b="b"/>
              <a:pathLst>
                <a:path w="3175" h="6350">
                  <a:moveTo>
                    <a:pt x="0" y="0"/>
                  </a:moveTo>
                  <a:lnTo>
                    <a:pt x="1524" y="761"/>
                  </a:lnTo>
                  <a:lnTo>
                    <a:pt x="2286" y="1523"/>
                  </a:lnTo>
                  <a:lnTo>
                    <a:pt x="3048" y="3047"/>
                  </a:lnTo>
                  <a:lnTo>
                    <a:pt x="3048" y="5334"/>
                  </a:lnTo>
                  <a:lnTo>
                    <a:pt x="2286" y="60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8" name="object 388"/>
            <p:cNvPicPr/>
            <p:nvPr/>
          </p:nvPicPr>
          <p:blipFill>
            <a:blip r:embed="rId90" cstate="print"/>
            <a:stretch>
              <a:fillRect/>
            </a:stretch>
          </p:blipFill>
          <p:spPr>
            <a:xfrm>
              <a:off x="8277745" y="2356742"/>
              <a:ext cx="243840" cy="32003"/>
            </a:xfrm>
            <a:prstGeom prst="rect">
              <a:avLst/>
            </a:prstGeom>
          </p:spPr>
        </p:pic>
        <p:sp>
          <p:nvSpPr>
            <p:cNvPr id="389" name="object 389"/>
            <p:cNvSpPr/>
            <p:nvPr/>
          </p:nvSpPr>
          <p:spPr>
            <a:xfrm>
              <a:off x="8277745" y="2356742"/>
              <a:ext cx="243840" cy="32384"/>
            </a:xfrm>
            <a:custGeom>
              <a:avLst/>
              <a:gdLst/>
              <a:ahLst/>
              <a:cxnLst/>
              <a:rect l="l" t="t" r="r" b="b"/>
              <a:pathLst>
                <a:path w="243840" h="32385">
                  <a:moveTo>
                    <a:pt x="0" y="0"/>
                  </a:moveTo>
                  <a:lnTo>
                    <a:pt x="0" y="762"/>
                  </a:lnTo>
                  <a:lnTo>
                    <a:pt x="3048" y="3810"/>
                  </a:lnTo>
                  <a:lnTo>
                    <a:pt x="20574" y="5333"/>
                  </a:lnTo>
                  <a:lnTo>
                    <a:pt x="65532" y="10667"/>
                  </a:lnTo>
                  <a:lnTo>
                    <a:pt x="181356" y="24383"/>
                  </a:lnTo>
                  <a:lnTo>
                    <a:pt x="225552" y="29717"/>
                  </a:lnTo>
                  <a:lnTo>
                    <a:pt x="243840" y="32003"/>
                  </a:lnTo>
                  <a:lnTo>
                    <a:pt x="242315" y="30479"/>
                  </a:lnTo>
                  <a:lnTo>
                    <a:pt x="241554" y="28193"/>
                  </a:lnTo>
                  <a:lnTo>
                    <a:pt x="241554" y="27431"/>
                  </a:lnTo>
                  <a:lnTo>
                    <a:pt x="224028" y="25145"/>
                  </a:lnTo>
                  <a:lnTo>
                    <a:pt x="179070" y="20573"/>
                  </a:lnTo>
                  <a:lnTo>
                    <a:pt x="121157" y="13715"/>
                  </a:lnTo>
                  <a:lnTo>
                    <a:pt x="62484" y="6857"/>
                  </a:lnTo>
                  <a:lnTo>
                    <a:pt x="17526" y="1523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0" name="object 390"/>
            <p:cNvPicPr/>
            <p:nvPr/>
          </p:nvPicPr>
          <p:blipFill>
            <a:blip r:embed="rId91" cstate="print"/>
            <a:stretch>
              <a:fillRect/>
            </a:stretch>
          </p:blipFill>
          <p:spPr>
            <a:xfrm>
              <a:off x="8519312" y="2324738"/>
              <a:ext cx="27431" cy="64008"/>
            </a:xfrm>
            <a:prstGeom prst="rect">
              <a:avLst/>
            </a:prstGeom>
          </p:spPr>
        </p:pic>
        <p:sp>
          <p:nvSpPr>
            <p:cNvPr id="391" name="object 391"/>
            <p:cNvSpPr/>
            <p:nvPr/>
          </p:nvSpPr>
          <p:spPr>
            <a:xfrm>
              <a:off x="8519312" y="2324738"/>
              <a:ext cx="27940" cy="64135"/>
            </a:xfrm>
            <a:custGeom>
              <a:avLst/>
              <a:gdLst/>
              <a:ahLst/>
              <a:cxnLst/>
              <a:rect l="l" t="t" r="r" b="b"/>
              <a:pathLst>
                <a:path w="27940" h="64135">
                  <a:moveTo>
                    <a:pt x="2285" y="64008"/>
                  </a:moveTo>
                  <a:lnTo>
                    <a:pt x="5333" y="57912"/>
                  </a:lnTo>
                  <a:lnTo>
                    <a:pt x="11429" y="44958"/>
                  </a:lnTo>
                  <a:lnTo>
                    <a:pt x="16001" y="34290"/>
                  </a:lnTo>
                  <a:lnTo>
                    <a:pt x="21335" y="22860"/>
                  </a:lnTo>
                  <a:lnTo>
                    <a:pt x="26669" y="6858"/>
                  </a:lnTo>
                  <a:lnTo>
                    <a:pt x="26669" y="6096"/>
                  </a:lnTo>
                  <a:lnTo>
                    <a:pt x="27431" y="4572"/>
                  </a:lnTo>
                  <a:lnTo>
                    <a:pt x="26669" y="1524"/>
                  </a:lnTo>
                  <a:lnTo>
                    <a:pt x="25145" y="762"/>
                  </a:lnTo>
                  <a:lnTo>
                    <a:pt x="24383" y="0"/>
                  </a:lnTo>
                  <a:lnTo>
                    <a:pt x="23621" y="0"/>
                  </a:lnTo>
                  <a:lnTo>
                    <a:pt x="20573" y="8382"/>
                  </a:lnTo>
                  <a:lnTo>
                    <a:pt x="14477" y="22860"/>
                  </a:lnTo>
                  <a:lnTo>
                    <a:pt x="11429" y="31242"/>
                  </a:lnTo>
                  <a:lnTo>
                    <a:pt x="8381" y="36576"/>
                  </a:lnTo>
                  <a:lnTo>
                    <a:pt x="3047" y="48006"/>
                  </a:lnTo>
                  <a:lnTo>
                    <a:pt x="761" y="53340"/>
                  </a:lnTo>
                  <a:lnTo>
                    <a:pt x="0" y="56388"/>
                  </a:lnTo>
                  <a:lnTo>
                    <a:pt x="0" y="59436"/>
                  </a:lnTo>
                  <a:lnTo>
                    <a:pt x="761" y="62484"/>
                  </a:lnTo>
                  <a:lnTo>
                    <a:pt x="1523" y="64008"/>
                  </a:lnTo>
                  <a:lnTo>
                    <a:pt x="2285" y="6400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2" name="object 392"/>
            <p:cNvPicPr/>
            <p:nvPr/>
          </p:nvPicPr>
          <p:blipFill>
            <a:blip r:embed="rId92" cstate="print"/>
            <a:stretch>
              <a:fillRect/>
            </a:stretch>
          </p:blipFill>
          <p:spPr>
            <a:xfrm>
              <a:off x="8440064" y="2357504"/>
              <a:ext cx="30479" cy="11429"/>
            </a:xfrm>
            <a:prstGeom prst="rect">
              <a:avLst/>
            </a:prstGeom>
          </p:spPr>
        </p:pic>
        <p:sp>
          <p:nvSpPr>
            <p:cNvPr id="393" name="object 393"/>
            <p:cNvSpPr/>
            <p:nvPr/>
          </p:nvSpPr>
          <p:spPr>
            <a:xfrm>
              <a:off x="8440064" y="2357504"/>
              <a:ext cx="30480" cy="11430"/>
            </a:xfrm>
            <a:custGeom>
              <a:avLst/>
              <a:gdLst/>
              <a:ahLst/>
              <a:cxnLst/>
              <a:rect l="l" t="t" r="r" b="b"/>
              <a:pathLst>
                <a:path w="30479" h="11430">
                  <a:moveTo>
                    <a:pt x="27431" y="11429"/>
                  </a:moveTo>
                  <a:lnTo>
                    <a:pt x="0" y="7619"/>
                  </a:lnTo>
                  <a:lnTo>
                    <a:pt x="3047" y="2285"/>
                  </a:lnTo>
                  <a:lnTo>
                    <a:pt x="11429" y="3809"/>
                  </a:lnTo>
                  <a:lnTo>
                    <a:pt x="12953" y="0"/>
                  </a:lnTo>
                  <a:lnTo>
                    <a:pt x="22859" y="761"/>
                  </a:lnTo>
                  <a:lnTo>
                    <a:pt x="21335" y="4571"/>
                  </a:lnTo>
                  <a:lnTo>
                    <a:pt x="30479" y="6095"/>
                  </a:lnTo>
                  <a:lnTo>
                    <a:pt x="27431" y="1142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4" name="object 394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8313572" y="2314070"/>
              <a:ext cx="12192" cy="6096"/>
            </a:xfrm>
            <a:prstGeom prst="rect">
              <a:avLst/>
            </a:prstGeom>
          </p:spPr>
        </p:pic>
        <p:sp>
          <p:nvSpPr>
            <p:cNvPr id="395" name="object 395"/>
            <p:cNvSpPr/>
            <p:nvPr/>
          </p:nvSpPr>
          <p:spPr>
            <a:xfrm>
              <a:off x="8313572" y="2314070"/>
              <a:ext cx="12700" cy="6350"/>
            </a:xfrm>
            <a:custGeom>
              <a:avLst/>
              <a:gdLst/>
              <a:ahLst/>
              <a:cxnLst/>
              <a:rect l="l" t="t" r="r" b="b"/>
              <a:pathLst>
                <a:path w="12700" h="6350">
                  <a:moveTo>
                    <a:pt x="0" y="5334"/>
                  </a:moveTo>
                  <a:lnTo>
                    <a:pt x="3047" y="0"/>
                  </a:lnTo>
                  <a:lnTo>
                    <a:pt x="12192" y="1524"/>
                  </a:lnTo>
                  <a:lnTo>
                    <a:pt x="9906" y="6096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6" name="object 396"/>
            <p:cNvPicPr/>
            <p:nvPr/>
          </p:nvPicPr>
          <p:blipFill>
            <a:blip r:embed="rId93" cstate="print"/>
            <a:stretch>
              <a:fillRect/>
            </a:stretch>
          </p:blipFill>
          <p:spPr>
            <a:xfrm>
              <a:off x="8332622" y="2316356"/>
              <a:ext cx="39624" cy="9144"/>
            </a:xfrm>
            <a:prstGeom prst="rect">
              <a:avLst/>
            </a:prstGeom>
          </p:spPr>
        </p:pic>
        <p:sp>
          <p:nvSpPr>
            <p:cNvPr id="397" name="object 397"/>
            <p:cNvSpPr/>
            <p:nvPr/>
          </p:nvSpPr>
          <p:spPr>
            <a:xfrm>
              <a:off x="8332622" y="2316356"/>
              <a:ext cx="40005" cy="9525"/>
            </a:xfrm>
            <a:custGeom>
              <a:avLst/>
              <a:gdLst/>
              <a:ahLst/>
              <a:cxnLst/>
              <a:rect l="l" t="t" r="r" b="b"/>
              <a:pathLst>
                <a:path w="40004" h="9525">
                  <a:moveTo>
                    <a:pt x="0" y="5334"/>
                  </a:moveTo>
                  <a:lnTo>
                    <a:pt x="3047" y="0"/>
                  </a:lnTo>
                  <a:lnTo>
                    <a:pt x="39624" y="4572"/>
                  </a:lnTo>
                  <a:lnTo>
                    <a:pt x="37338" y="9144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8" name="object 398"/>
            <p:cNvPicPr/>
            <p:nvPr/>
          </p:nvPicPr>
          <p:blipFill>
            <a:blip r:embed="rId94" cstate="print"/>
            <a:stretch>
              <a:fillRect/>
            </a:stretch>
          </p:blipFill>
          <p:spPr>
            <a:xfrm>
              <a:off x="8372246" y="2320928"/>
              <a:ext cx="40385" cy="9144"/>
            </a:xfrm>
            <a:prstGeom prst="rect">
              <a:avLst/>
            </a:prstGeom>
          </p:spPr>
        </p:pic>
        <p:sp>
          <p:nvSpPr>
            <p:cNvPr id="399" name="object 399"/>
            <p:cNvSpPr/>
            <p:nvPr/>
          </p:nvSpPr>
          <p:spPr>
            <a:xfrm>
              <a:off x="8372246" y="2320928"/>
              <a:ext cx="40640" cy="9525"/>
            </a:xfrm>
            <a:custGeom>
              <a:avLst/>
              <a:gdLst/>
              <a:ahLst/>
              <a:cxnLst/>
              <a:rect l="l" t="t" r="r" b="b"/>
              <a:pathLst>
                <a:path w="40640" h="9525">
                  <a:moveTo>
                    <a:pt x="0" y="5334"/>
                  </a:moveTo>
                  <a:lnTo>
                    <a:pt x="2285" y="0"/>
                  </a:lnTo>
                  <a:lnTo>
                    <a:pt x="40386" y="3810"/>
                  </a:lnTo>
                  <a:lnTo>
                    <a:pt x="37338" y="9144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0" name="object 400"/>
            <p:cNvPicPr/>
            <p:nvPr/>
          </p:nvPicPr>
          <p:blipFill>
            <a:blip r:embed="rId95" cstate="print"/>
            <a:stretch>
              <a:fillRect/>
            </a:stretch>
          </p:blipFill>
          <p:spPr>
            <a:xfrm>
              <a:off x="8411870" y="2324738"/>
              <a:ext cx="39624" cy="9906"/>
            </a:xfrm>
            <a:prstGeom prst="rect">
              <a:avLst/>
            </a:prstGeom>
          </p:spPr>
        </p:pic>
        <p:sp>
          <p:nvSpPr>
            <p:cNvPr id="401" name="object 401"/>
            <p:cNvSpPr/>
            <p:nvPr/>
          </p:nvSpPr>
          <p:spPr>
            <a:xfrm>
              <a:off x="8411870" y="2324738"/>
              <a:ext cx="40005" cy="10160"/>
            </a:xfrm>
            <a:custGeom>
              <a:avLst/>
              <a:gdLst/>
              <a:ahLst/>
              <a:cxnLst/>
              <a:rect l="l" t="t" r="r" b="b"/>
              <a:pathLst>
                <a:path w="40004" h="10160">
                  <a:moveTo>
                    <a:pt x="0" y="5334"/>
                  </a:moveTo>
                  <a:lnTo>
                    <a:pt x="3047" y="0"/>
                  </a:lnTo>
                  <a:lnTo>
                    <a:pt x="39624" y="4572"/>
                  </a:lnTo>
                  <a:lnTo>
                    <a:pt x="36576" y="9906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2" name="object 402"/>
            <p:cNvPicPr/>
            <p:nvPr/>
          </p:nvPicPr>
          <p:blipFill>
            <a:blip r:embed="rId96" cstate="print"/>
            <a:stretch>
              <a:fillRect/>
            </a:stretch>
          </p:blipFill>
          <p:spPr>
            <a:xfrm>
              <a:off x="8454542" y="2330072"/>
              <a:ext cx="32003" cy="8382"/>
            </a:xfrm>
            <a:prstGeom prst="rect">
              <a:avLst/>
            </a:prstGeom>
          </p:spPr>
        </p:pic>
        <p:sp>
          <p:nvSpPr>
            <p:cNvPr id="403" name="object 403"/>
            <p:cNvSpPr/>
            <p:nvPr/>
          </p:nvSpPr>
          <p:spPr>
            <a:xfrm>
              <a:off x="8454542" y="2330072"/>
              <a:ext cx="32384" cy="8890"/>
            </a:xfrm>
            <a:custGeom>
              <a:avLst/>
              <a:gdLst/>
              <a:ahLst/>
              <a:cxnLst/>
              <a:rect l="l" t="t" r="r" b="b"/>
              <a:pathLst>
                <a:path w="32384" h="8889">
                  <a:moveTo>
                    <a:pt x="0" y="5334"/>
                  </a:moveTo>
                  <a:lnTo>
                    <a:pt x="2285" y="0"/>
                  </a:lnTo>
                  <a:lnTo>
                    <a:pt x="32004" y="3810"/>
                  </a:lnTo>
                  <a:lnTo>
                    <a:pt x="29718" y="8382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4" name="object 404"/>
            <p:cNvPicPr/>
            <p:nvPr/>
          </p:nvPicPr>
          <p:blipFill>
            <a:blip r:embed="rId97" cstate="print"/>
            <a:stretch>
              <a:fillRect/>
            </a:stretch>
          </p:blipFill>
          <p:spPr>
            <a:xfrm>
              <a:off x="8490343" y="2333882"/>
              <a:ext cx="39624" cy="9144"/>
            </a:xfrm>
            <a:prstGeom prst="rect">
              <a:avLst/>
            </a:prstGeom>
          </p:spPr>
        </p:pic>
        <p:sp>
          <p:nvSpPr>
            <p:cNvPr id="405" name="object 405"/>
            <p:cNvSpPr/>
            <p:nvPr/>
          </p:nvSpPr>
          <p:spPr>
            <a:xfrm>
              <a:off x="8490343" y="2333882"/>
              <a:ext cx="40005" cy="9525"/>
            </a:xfrm>
            <a:custGeom>
              <a:avLst/>
              <a:gdLst/>
              <a:ahLst/>
              <a:cxnLst/>
              <a:rect l="l" t="t" r="r" b="b"/>
              <a:pathLst>
                <a:path w="40004" h="9525">
                  <a:moveTo>
                    <a:pt x="0" y="4572"/>
                  </a:moveTo>
                  <a:lnTo>
                    <a:pt x="2285" y="0"/>
                  </a:lnTo>
                  <a:lnTo>
                    <a:pt x="39624" y="3810"/>
                  </a:lnTo>
                  <a:lnTo>
                    <a:pt x="36576" y="914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6" name="object 406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8314321" y="2314070"/>
              <a:ext cx="12192" cy="6096"/>
            </a:xfrm>
            <a:prstGeom prst="rect">
              <a:avLst/>
            </a:prstGeom>
          </p:spPr>
        </p:pic>
        <p:sp>
          <p:nvSpPr>
            <p:cNvPr id="407" name="object 407"/>
            <p:cNvSpPr/>
            <p:nvPr/>
          </p:nvSpPr>
          <p:spPr>
            <a:xfrm>
              <a:off x="8314321" y="2314070"/>
              <a:ext cx="12700" cy="6350"/>
            </a:xfrm>
            <a:custGeom>
              <a:avLst/>
              <a:gdLst/>
              <a:ahLst/>
              <a:cxnLst/>
              <a:rect l="l" t="t" r="r" b="b"/>
              <a:pathLst>
                <a:path w="12700" h="6350">
                  <a:moveTo>
                    <a:pt x="0" y="5334"/>
                  </a:moveTo>
                  <a:lnTo>
                    <a:pt x="3047" y="0"/>
                  </a:lnTo>
                  <a:lnTo>
                    <a:pt x="12192" y="762"/>
                  </a:lnTo>
                  <a:lnTo>
                    <a:pt x="9906" y="6096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8" name="object 408"/>
            <p:cNvPicPr/>
            <p:nvPr/>
          </p:nvPicPr>
          <p:blipFill>
            <a:blip r:embed="rId98" cstate="print"/>
            <a:stretch>
              <a:fillRect/>
            </a:stretch>
          </p:blipFill>
          <p:spPr>
            <a:xfrm>
              <a:off x="8333371" y="2316356"/>
              <a:ext cx="39624" cy="9144"/>
            </a:xfrm>
            <a:prstGeom prst="rect">
              <a:avLst/>
            </a:prstGeom>
          </p:spPr>
        </p:pic>
        <p:sp>
          <p:nvSpPr>
            <p:cNvPr id="409" name="object 409"/>
            <p:cNvSpPr/>
            <p:nvPr/>
          </p:nvSpPr>
          <p:spPr>
            <a:xfrm>
              <a:off x="8333371" y="2316356"/>
              <a:ext cx="40005" cy="9525"/>
            </a:xfrm>
            <a:custGeom>
              <a:avLst/>
              <a:gdLst/>
              <a:ahLst/>
              <a:cxnLst/>
              <a:rect l="l" t="t" r="r" b="b"/>
              <a:pathLst>
                <a:path w="40004" h="9525">
                  <a:moveTo>
                    <a:pt x="0" y="4572"/>
                  </a:moveTo>
                  <a:lnTo>
                    <a:pt x="3047" y="0"/>
                  </a:lnTo>
                  <a:lnTo>
                    <a:pt x="39624" y="3810"/>
                  </a:lnTo>
                  <a:lnTo>
                    <a:pt x="37338" y="914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0" name="object 410"/>
            <p:cNvPicPr/>
            <p:nvPr/>
          </p:nvPicPr>
          <p:blipFill>
            <a:blip r:embed="rId99" cstate="print"/>
            <a:stretch>
              <a:fillRect/>
            </a:stretch>
          </p:blipFill>
          <p:spPr>
            <a:xfrm>
              <a:off x="8372995" y="2320928"/>
              <a:ext cx="40385" cy="9144"/>
            </a:xfrm>
            <a:prstGeom prst="rect">
              <a:avLst/>
            </a:prstGeom>
          </p:spPr>
        </p:pic>
        <p:sp>
          <p:nvSpPr>
            <p:cNvPr id="411" name="object 411"/>
            <p:cNvSpPr/>
            <p:nvPr/>
          </p:nvSpPr>
          <p:spPr>
            <a:xfrm>
              <a:off x="8372995" y="2320928"/>
              <a:ext cx="40640" cy="9525"/>
            </a:xfrm>
            <a:custGeom>
              <a:avLst/>
              <a:gdLst/>
              <a:ahLst/>
              <a:cxnLst/>
              <a:rect l="l" t="t" r="r" b="b"/>
              <a:pathLst>
                <a:path w="40640" h="9525">
                  <a:moveTo>
                    <a:pt x="0" y="4572"/>
                  </a:moveTo>
                  <a:lnTo>
                    <a:pt x="2285" y="0"/>
                  </a:lnTo>
                  <a:lnTo>
                    <a:pt x="40386" y="3810"/>
                  </a:lnTo>
                  <a:lnTo>
                    <a:pt x="37338" y="914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2" name="object 412"/>
            <p:cNvPicPr/>
            <p:nvPr/>
          </p:nvPicPr>
          <p:blipFill>
            <a:blip r:embed="rId100" cstate="print"/>
            <a:stretch>
              <a:fillRect/>
            </a:stretch>
          </p:blipFill>
          <p:spPr>
            <a:xfrm>
              <a:off x="8412619" y="2324738"/>
              <a:ext cx="39624" cy="9906"/>
            </a:xfrm>
            <a:prstGeom prst="rect">
              <a:avLst/>
            </a:prstGeom>
          </p:spPr>
        </p:pic>
        <p:sp>
          <p:nvSpPr>
            <p:cNvPr id="413" name="object 413"/>
            <p:cNvSpPr/>
            <p:nvPr/>
          </p:nvSpPr>
          <p:spPr>
            <a:xfrm>
              <a:off x="8412619" y="2324738"/>
              <a:ext cx="40005" cy="10160"/>
            </a:xfrm>
            <a:custGeom>
              <a:avLst/>
              <a:gdLst/>
              <a:ahLst/>
              <a:cxnLst/>
              <a:rect l="l" t="t" r="r" b="b"/>
              <a:pathLst>
                <a:path w="40004" h="10160">
                  <a:moveTo>
                    <a:pt x="0" y="5334"/>
                  </a:moveTo>
                  <a:lnTo>
                    <a:pt x="2285" y="0"/>
                  </a:lnTo>
                  <a:lnTo>
                    <a:pt x="39624" y="3810"/>
                  </a:lnTo>
                  <a:lnTo>
                    <a:pt x="36576" y="9906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4" name="object 414"/>
            <p:cNvPicPr/>
            <p:nvPr/>
          </p:nvPicPr>
          <p:blipFill>
            <a:blip r:embed="rId101" cstate="print"/>
            <a:stretch>
              <a:fillRect/>
            </a:stretch>
          </p:blipFill>
          <p:spPr>
            <a:xfrm>
              <a:off x="8455304" y="2330072"/>
              <a:ext cx="32003" cy="8382"/>
            </a:xfrm>
            <a:prstGeom prst="rect">
              <a:avLst/>
            </a:prstGeom>
          </p:spPr>
        </p:pic>
        <p:sp>
          <p:nvSpPr>
            <p:cNvPr id="415" name="object 415"/>
            <p:cNvSpPr/>
            <p:nvPr/>
          </p:nvSpPr>
          <p:spPr>
            <a:xfrm>
              <a:off x="8455304" y="2330072"/>
              <a:ext cx="32384" cy="8890"/>
            </a:xfrm>
            <a:custGeom>
              <a:avLst/>
              <a:gdLst/>
              <a:ahLst/>
              <a:cxnLst/>
              <a:rect l="l" t="t" r="r" b="b"/>
              <a:pathLst>
                <a:path w="32384" h="8889">
                  <a:moveTo>
                    <a:pt x="0" y="5334"/>
                  </a:moveTo>
                  <a:lnTo>
                    <a:pt x="2285" y="0"/>
                  </a:lnTo>
                  <a:lnTo>
                    <a:pt x="32004" y="3048"/>
                  </a:lnTo>
                  <a:lnTo>
                    <a:pt x="29718" y="8382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6" name="object 416"/>
            <p:cNvPicPr/>
            <p:nvPr/>
          </p:nvPicPr>
          <p:blipFill>
            <a:blip r:embed="rId102" cstate="print"/>
            <a:stretch>
              <a:fillRect/>
            </a:stretch>
          </p:blipFill>
          <p:spPr>
            <a:xfrm>
              <a:off x="8447684" y="2341502"/>
              <a:ext cx="32766" cy="12954"/>
            </a:xfrm>
            <a:prstGeom prst="rect">
              <a:avLst/>
            </a:prstGeom>
          </p:spPr>
        </p:pic>
        <p:sp>
          <p:nvSpPr>
            <p:cNvPr id="417" name="object 417"/>
            <p:cNvSpPr/>
            <p:nvPr/>
          </p:nvSpPr>
          <p:spPr>
            <a:xfrm>
              <a:off x="8447684" y="2341502"/>
              <a:ext cx="33020" cy="13335"/>
            </a:xfrm>
            <a:custGeom>
              <a:avLst/>
              <a:gdLst/>
              <a:ahLst/>
              <a:cxnLst/>
              <a:rect l="l" t="t" r="r" b="b"/>
              <a:pathLst>
                <a:path w="33020" h="13335">
                  <a:moveTo>
                    <a:pt x="32766" y="3810"/>
                  </a:moveTo>
                  <a:lnTo>
                    <a:pt x="28194" y="12954"/>
                  </a:lnTo>
                  <a:lnTo>
                    <a:pt x="0" y="8382"/>
                  </a:lnTo>
                  <a:lnTo>
                    <a:pt x="5334" y="0"/>
                  </a:lnTo>
                  <a:lnTo>
                    <a:pt x="32766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8" name="object 418"/>
            <p:cNvPicPr/>
            <p:nvPr/>
          </p:nvPicPr>
          <p:blipFill>
            <a:blip r:embed="rId103" cstate="print"/>
            <a:stretch>
              <a:fillRect/>
            </a:stretch>
          </p:blipFill>
          <p:spPr>
            <a:xfrm>
              <a:off x="8440826" y="2359790"/>
              <a:ext cx="29718" cy="8382"/>
            </a:xfrm>
            <a:prstGeom prst="rect">
              <a:avLst/>
            </a:prstGeom>
          </p:spPr>
        </p:pic>
        <p:sp>
          <p:nvSpPr>
            <p:cNvPr id="419" name="object 419"/>
            <p:cNvSpPr/>
            <p:nvPr/>
          </p:nvSpPr>
          <p:spPr>
            <a:xfrm>
              <a:off x="8440826" y="2359790"/>
              <a:ext cx="29845" cy="8890"/>
            </a:xfrm>
            <a:custGeom>
              <a:avLst/>
              <a:gdLst/>
              <a:ahLst/>
              <a:cxnLst/>
              <a:rect l="l" t="t" r="r" b="b"/>
              <a:pathLst>
                <a:path w="29845" h="8889">
                  <a:moveTo>
                    <a:pt x="0" y="5334"/>
                  </a:moveTo>
                  <a:lnTo>
                    <a:pt x="3047" y="0"/>
                  </a:lnTo>
                  <a:lnTo>
                    <a:pt x="29718" y="3810"/>
                  </a:lnTo>
                  <a:lnTo>
                    <a:pt x="27432" y="8382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0" name="object 420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8451494" y="2356742"/>
              <a:ext cx="12192" cy="5334"/>
            </a:xfrm>
            <a:prstGeom prst="rect">
              <a:avLst/>
            </a:prstGeom>
          </p:spPr>
        </p:pic>
        <p:sp>
          <p:nvSpPr>
            <p:cNvPr id="421" name="object 421"/>
            <p:cNvSpPr/>
            <p:nvPr/>
          </p:nvSpPr>
          <p:spPr>
            <a:xfrm>
              <a:off x="8451494" y="2356742"/>
              <a:ext cx="12700" cy="5715"/>
            </a:xfrm>
            <a:custGeom>
              <a:avLst/>
              <a:gdLst/>
              <a:ahLst/>
              <a:cxnLst/>
              <a:rect l="l" t="t" r="r" b="b"/>
              <a:pathLst>
                <a:path w="12700" h="5714">
                  <a:moveTo>
                    <a:pt x="0" y="3810"/>
                  </a:moveTo>
                  <a:lnTo>
                    <a:pt x="2285" y="0"/>
                  </a:lnTo>
                  <a:lnTo>
                    <a:pt x="12192" y="762"/>
                  </a:lnTo>
                  <a:lnTo>
                    <a:pt x="10668" y="5334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2" name="object 422"/>
            <p:cNvPicPr/>
            <p:nvPr/>
          </p:nvPicPr>
          <p:blipFill>
            <a:blip r:embed="rId104" cstate="print"/>
            <a:stretch>
              <a:fillRect/>
            </a:stretch>
          </p:blipFill>
          <p:spPr>
            <a:xfrm>
              <a:off x="8472068" y="2345312"/>
              <a:ext cx="52577" cy="28955"/>
            </a:xfrm>
            <a:prstGeom prst="rect">
              <a:avLst/>
            </a:prstGeom>
          </p:spPr>
        </p:pic>
        <p:sp>
          <p:nvSpPr>
            <p:cNvPr id="423" name="object 423"/>
            <p:cNvSpPr/>
            <p:nvPr/>
          </p:nvSpPr>
          <p:spPr>
            <a:xfrm>
              <a:off x="8472068" y="2345312"/>
              <a:ext cx="52705" cy="29209"/>
            </a:xfrm>
            <a:custGeom>
              <a:avLst/>
              <a:gdLst/>
              <a:ahLst/>
              <a:cxnLst/>
              <a:rect l="l" t="t" r="r" b="b"/>
              <a:pathLst>
                <a:path w="52704" h="29210">
                  <a:moveTo>
                    <a:pt x="41148" y="28955"/>
                  </a:moveTo>
                  <a:lnTo>
                    <a:pt x="0" y="24383"/>
                  </a:lnTo>
                  <a:lnTo>
                    <a:pt x="13716" y="0"/>
                  </a:lnTo>
                  <a:lnTo>
                    <a:pt x="52578" y="4571"/>
                  </a:lnTo>
                  <a:lnTo>
                    <a:pt x="41148" y="2895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4" name="object 424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8484247" y="2345312"/>
              <a:ext cx="41148" cy="8382"/>
            </a:xfrm>
            <a:prstGeom prst="rect">
              <a:avLst/>
            </a:prstGeom>
          </p:spPr>
        </p:pic>
        <p:sp>
          <p:nvSpPr>
            <p:cNvPr id="425" name="object 425"/>
            <p:cNvSpPr/>
            <p:nvPr/>
          </p:nvSpPr>
          <p:spPr>
            <a:xfrm>
              <a:off x="8484247" y="2345312"/>
              <a:ext cx="41275" cy="8890"/>
            </a:xfrm>
            <a:custGeom>
              <a:avLst/>
              <a:gdLst/>
              <a:ahLst/>
              <a:cxnLst/>
              <a:rect l="l" t="t" r="r" b="b"/>
              <a:pathLst>
                <a:path w="41275" h="8889">
                  <a:moveTo>
                    <a:pt x="0" y="4572"/>
                  </a:moveTo>
                  <a:lnTo>
                    <a:pt x="2285" y="0"/>
                  </a:lnTo>
                  <a:lnTo>
                    <a:pt x="41148" y="4572"/>
                  </a:lnTo>
                  <a:lnTo>
                    <a:pt x="39624" y="838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6" name="object 426"/>
            <p:cNvPicPr/>
            <p:nvPr/>
          </p:nvPicPr>
          <p:blipFill>
            <a:blip r:embed="rId105" cstate="print"/>
            <a:stretch>
              <a:fillRect/>
            </a:stretch>
          </p:blipFill>
          <p:spPr>
            <a:xfrm>
              <a:off x="8481962" y="2349884"/>
              <a:ext cx="28955" cy="7620"/>
            </a:xfrm>
            <a:prstGeom prst="rect">
              <a:avLst/>
            </a:prstGeom>
          </p:spPr>
        </p:pic>
        <p:sp>
          <p:nvSpPr>
            <p:cNvPr id="427" name="object 427"/>
            <p:cNvSpPr/>
            <p:nvPr/>
          </p:nvSpPr>
          <p:spPr>
            <a:xfrm>
              <a:off x="8481962" y="2349884"/>
              <a:ext cx="29209" cy="7620"/>
            </a:xfrm>
            <a:custGeom>
              <a:avLst/>
              <a:gdLst/>
              <a:ahLst/>
              <a:cxnLst/>
              <a:rect l="l" t="t" r="r" b="b"/>
              <a:pathLst>
                <a:path w="29209" h="7619">
                  <a:moveTo>
                    <a:pt x="0" y="4572"/>
                  </a:moveTo>
                  <a:lnTo>
                    <a:pt x="2285" y="0"/>
                  </a:lnTo>
                  <a:lnTo>
                    <a:pt x="28956" y="3048"/>
                  </a:lnTo>
                  <a:lnTo>
                    <a:pt x="26670" y="7620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8" name="object 428"/>
            <p:cNvPicPr/>
            <p:nvPr/>
          </p:nvPicPr>
          <p:blipFill>
            <a:blip r:embed="rId106" cstate="print"/>
            <a:stretch>
              <a:fillRect/>
            </a:stretch>
          </p:blipFill>
          <p:spPr>
            <a:xfrm>
              <a:off x="8478926" y="2355218"/>
              <a:ext cx="29718" cy="7620"/>
            </a:xfrm>
            <a:prstGeom prst="rect">
              <a:avLst/>
            </a:prstGeom>
          </p:spPr>
        </p:pic>
        <p:sp>
          <p:nvSpPr>
            <p:cNvPr id="429" name="object 429"/>
            <p:cNvSpPr/>
            <p:nvPr/>
          </p:nvSpPr>
          <p:spPr>
            <a:xfrm>
              <a:off x="8478926" y="2355218"/>
              <a:ext cx="29845" cy="7620"/>
            </a:xfrm>
            <a:custGeom>
              <a:avLst/>
              <a:gdLst/>
              <a:ahLst/>
              <a:cxnLst/>
              <a:rect l="l" t="t" r="r" b="b"/>
              <a:pathLst>
                <a:path w="29845" h="7619">
                  <a:moveTo>
                    <a:pt x="0" y="4572"/>
                  </a:moveTo>
                  <a:lnTo>
                    <a:pt x="2285" y="0"/>
                  </a:lnTo>
                  <a:lnTo>
                    <a:pt x="29718" y="3048"/>
                  </a:lnTo>
                  <a:lnTo>
                    <a:pt x="27432" y="7620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0" name="object 430"/>
            <p:cNvPicPr/>
            <p:nvPr/>
          </p:nvPicPr>
          <p:blipFill>
            <a:blip r:embed="rId107" cstate="print"/>
            <a:stretch>
              <a:fillRect/>
            </a:stretch>
          </p:blipFill>
          <p:spPr>
            <a:xfrm>
              <a:off x="8475878" y="2359790"/>
              <a:ext cx="30479" cy="7620"/>
            </a:xfrm>
            <a:prstGeom prst="rect">
              <a:avLst/>
            </a:prstGeom>
          </p:spPr>
        </p:pic>
        <p:sp>
          <p:nvSpPr>
            <p:cNvPr id="431" name="object 431"/>
            <p:cNvSpPr/>
            <p:nvPr/>
          </p:nvSpPr>
          <p:spPr>
            <a:xfrm>
              <a:off x="8475878" y="2359790"/>
              <a:ext cx="30480" cy="7620"/>
            </a:xfrm>
            <a:custGeom>
              <a:avLst/>
              <a:gdLst/>
              <a:ahLst/>
              <a:cxnLst/>
              <a:rect l="l" t="t" r="r" b="b"/>
              <a:pathLst>
                <a:path w="30479" h="7619">
                  <a:moveTo>
                    <a:pt x="0" y="4572"/>
                  </a:moveTo>
                  <a:lnTo>
                    <a:pt x="3047" y="0"/>
                  </a:lnTo>
                  <a:lnTo>
                    <a:pt x="30480" y="3048"/>
                  </a:lnTo>
                  <a:lnTo>
                    <a:pt x="28194" y="7620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2" name="object 432"/>
            <p:cNvPicPr/>
            <p:nvPr/>
          </p:nvPicPr>
          <p:blipFill>
            <a:blip r:embed="rId108" cstate="print"/>
            <a:stretch>
              <a:fillRect/>
            </a:stretch>
          </p:blipFill>
          <p:spPr>
            <a:xfrm>
              <a:off x="8472830" y="2364362"/>
              <a:ext cx="31242" cy="8382"/>
            </a:xfrm>
            <a:prstGeom prst="rect">
              <a:avLst/>
            </a:prstGeom>
          </p:spPr>
        </p:pic>
        <p:sp>
          <p:nvSpPr>
            <p:cNvPr id="433" name="object 433"/>
            <p:cNvSpPr/>
            <p:nvPr/>
          </p:nvSpPr>
          <p:spPr>
            <a:xfrm>
              <a:off x="8472830" y="2364362"/>
              <a:ext cx="31750" cy="8890"/>
            </a:xfrm>
            <a:custGeom>
              <a:avLst/>
              <a:gdLst/>
              <a:ahLst/>
              <a:cxnLst/>
              <a:rect l="l" t="t" r="r" b="b"/>
              <a:pathLst>
                <a:path w="31750" h="8889">
                  <a:moveTo>
                    <a:pt x="0" y="4572"/>
                  </a:moveTo>
                  <a:lnTo>
                    <a:pt x="3047" y="0"/>
                  </a:lnTo>
                  <a:lnTo>
                    <a:pt x="31242" y="3810"/>
                  </a:lnTo>
                  <a:lnTo>
                    <a:pt x="28956" y="838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4" name="object 434"/>
            <p:cNvPicPr/>
            <p:nvPr/>
          </p:nvPicPr>
          <p:blipFill>
            <a:blip r:embed="rId109" cstate="print"/>
            <a:stretch>
              <a:fillRect/>
            </a:stretch>
          </p:blipFill>
          <p:spPr>
            <a:xfrm>
              <a:off x="8501773" y="2352932"/>
              <a:ext cx="21335" cy="21336"/>
            </a:xfrm>
            <a:prstGeom prst="rect">
              <a:avLst/>
            </a:prstGeom>
          </p:spPr>
        </p:pic>
        <p:sp>
          <p:nvSpPr>
            <p:cNvPr id="435" name="object 435"/>
            <p:cNvSpPr/>
            <p:nvPr/>
          </p:nvSpPr>
          <p:spPr>
            <a:xfrm>
              <a:off x="8501773" y="2352932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0" y="19812"/>
                  </a:moveTo>
                  <a:lnTo>
                    <a:pt x="9905" y="0"/>
                  </a:lnTo>
                  <a:lnTo>
                    <a:pt x="21336" y="1524"/>
                  </a:lnTo>
                  <a:lnTo>
                    <a:pt x="12192" y="21336"/>
                  </a:lnTo>
                  <a:lnTo>
                    <a:pt x="0" y="1981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6" name="object 436"/>
            <p:cNvPicPr/>
            <p:nvPr/>
          </p:nvPicPr>
          <p:blipFill>
            <a:blip r:embed="rId105" cstate="print"/>
            <a:stretch>
              <a:fillRect/>
            </a:stretch>
          </p:blipFill>
          <p:spPr>
            <a:xfrm>
              <a:off x="8448446" y="2346074"/>
              <a:ext cx="30479" cy="7620"/>
            </a:xfrm>
            <a:prstGeom prst="rect">
              <a:avLst/>
            </a:prstGeom>
          </p:spPr>
        </p:pic>
        <p:sp>
          <p:nvSpPr>
            <p:cNvPr id="437" name="object 437"/>
            <p:cNvSpPr/>
            <p:nvPr/>
          </p:nvSpPr>
          <p:spPr>
            <a:xfrm>
              <a:off x="8448446" y="2346074"/>
              <a:ext cx="30480" cy="7620"/>
            </a:xfrm>
            <a:custGeom>
              <a:avLst/>
              <a:gdLst/>
              <a:ahLst/>
              <a:cxnLst/>
              <a:rect l="l" t="t" r="r" b="b"/>
              <a:pathLst>
                <a:path w="30479" h="7619">
                  <a:moveTo>
                    <a:pt x="0" y="3810"/>
                  </a:moveTo>
                  <a:lnTo>
                    <a:pt x="2285" y="0"/>
                  </a:lnTo>
                  <a:lnTo>
                    <a:pt x="30480" y="3810"/>
                  </a:lnTo>
                  <a:lnTo>
                    <a:pt x="28194" y="7620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8" name="object 438"/>
            <p:cNvPicPr/>
            <p:nvPr/>
          </p:nvPicPr>
          <p:blipFill>
            <a:blip r:embed="rId110" cstate="print"/>
            <a:stretch>
              <a:fillRect/>
            </a:stretch>
          </p:blipFill>
          <p:spPr>
            <a:xfrm>
              <a:off x="8451494" y="2341502"/>
              <a:ext cx="29718" cy="7620"/>
            </a:xfrm>
            <a:prstGeom prst="rect">
              <a:avLst/>
            </a:prstGeom>
          </p:spPr>
        </p:pic>
        <p:sp>
          <p:nvSpPr>
            <p:cNvPr id="439" name="object 439"/>
            <p:cNvSpPr/>
            <p:nvPr/>
          </p:nvSpPr>
          <p:spPr>
            <a:xfrm>
              <a:off x="8451494" y="2341502"/>
              <a:ext cx="29845" cy="7620"/>
            </a:xfrm>
            <a:custGeom>
              <a:avLst/>
              <a:gdLst/>
              <a:ahLst/>
              <a:cxnLst/>
              <a:rect l="l" t="t" r="r" b="b"/>
              <a:pathLst>
                <a:path w="29845" h="7619">
                  <a:moveTo>
                    <a:pt x="0" y="3810"/>
                  </a:moveTo>
                  <a:lnTo>
                    <a:pt x="2285" y="0"/>
                  </a:lnTo>
                  <a:lnTo>
                    <a:pt x="29718" y="3810"/>
                  </a:lnTo>
                  <a:lnTo>
                    <a:pt x="27432" y="7620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0" name="object 440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8421776" y="2358266"/>
              <a:ext cx="17525" cy="6096"/>
            </a:xfrm>
            <a:prstGeom prst="rect">
              <a:avLst/>
            </a:prstGeom>
          </p:spPr>
        </p:pic>
        <p:sp>
          <p:nvSpPr>
            <p:cNvPr id="441" name="object 441"/>
            <p:cNvSpPr/>
            <p:nvPr/>
          </p:nvSpPr>
          <p:spPr>
            <a:xfrm>
              <a:off x="8421776" y="2358266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4572"/>
                  </a:moveTo>
                  <a:lnTo>
                    <a:pt x="3047" y="0"/>
                  </a:lnTo>
                  <a:lnTo>
                    <a:pt x="17526" y="1524"/>
                  </a:lnTo>
                  <a:lnTo>
                    <a:pt x="14478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2" name="object 442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8422538" y="2352932"/>
              <a:ext cx="19050" cy="6858"/>
            </a:xfrm>
            <a:prstGeom prst="rect">
              <a:avLst/>
            </a:prstGeom>
          </p:spPr>
        </p:pic>
        <p:sp>
          <p:nvSpPr>
            <p:cNvPr id="443" name="object 443"/>
            <p:cNvSpPr/>
            <p:nvPr/>
          </p:nvSpPr>
          <p:spPr>
            <a:xfrm>
              <a:off x="8422538" y="2352932"/>
              <a:ext cx="19050" cy="6985"/>
            </a:xfrm>
            <a:custGeom>
              <a:avLst/>
              <a:gdLst/>
              <a:ahLst/>
              <a:cxnLst/>
              <a:rect l="l" t="t" r="r" b="b"/>
              <a:pathLst>
                <a:path w="19050" h="6985">
                  <a:moveTo>
                    <a:pt x="0" y="4572"/>
                  </a:moveTo>
                  <a:lnTo>
                    <a:pt x="3047" y="0"/>
                  </a:lnTo>
                  <a:lnTo>
                    <a:pt x="19050" y="2286"/>
                  </a:lnTo>
                  <a:lnTo>
                    <a:pt x="16764" y="6858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4" name="object 444"/>
            <p:cNvPicPr/>
            <p:nvPr/>
          </p:nvPicPr>
          <p:blipFill>
            <a:blip r:embed="rId111" cstate="print"/>
            <a:stretch>
              <a:fillRect/>
            </a:stretch>
          </p:blipFill>
          <p:spPr>
            <a:xfrm>
              <a:off x="8430920" y="2343788"/>
              <a:ext cx="16001" cy="10667"/>
            </a:xfrm>
            <a:prstGeom prst="rect">
              <a:avLst/>
            </a:prstGeom>
          </p:spPr>
        </p:pic>
        <p:sp>
          <p:nvSpPr>
            <p:cNvPr id="445" name="object 445"/>
            <p:cNvSpPr/>
            <p:nvPr/>
          </p:nvSpPr>
          <p:spPr>
            <a:xfrm>
              <a:off x="8430920" y="2343788"/>
              <a:ext cx="16510" cy="10795"/>
            </a:xfrm>
            <a:custGeom>
              <a:avLst/>
              <a:gdLst/>
              <a:ahLst/>
              <a:cxnLst/>
              <a:rect l="l" t="t" r="r" b="b"/>
              <a:pathLst>
                <a:path w="16509" h="10794">
                  <a:moveTo>
                    <a:pt x="0" y="9905"/>
                  </a:moveTo>
                  <a:lnTo>
                    <a:pt x="3047" y="3809"/>
                  </a:lnTo>
                  <a:lnTo>
                    <a:pt x="761" y="3809"/>
                  </a:lnTo>
                  <a:lnTo>
                    <a:pt x="3047" y="0"/>
                  </a:lnTo>
                  <a:lnTo>
                    <a:pt x="16002" y="1523"/>
                  </a:lnTo>
                  <a:lnTo>
                    <a:pt x="10668" y="10667"/>
                  </a:lnTo>
                  <a:lnTo>
                    <a:pt x="0" y="990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6" name="object 446"/>
            <p:cNvPicPr/>
            <p:nvPr/>
          </p:nvPicPr>
          <p:blipFill>
            <a:blip r:embed="rId112" cstate="print"/>
            <a:stretch>
              <a:fillRect/>
            </a:stretch>
          </p:blipFill>
          <p:spPr>
            <a:xfrm>
              <a:off x="8394344" y="2354456"/>
              <a:ext cx="20574" cy="7620"/>
            </a:xfrm>
            <a:prstGeom prst="rect">
              <a:avLst/>
            </a:prstGeom>
          </p:spPr>
        </p:pic>
        <p:sp>
          <p:nvSpPr>
            <p:cNvPr id="447" name="object 447"/>
            <p:cNvSpPr/>
            <p:nvPr/>
          </p:nvSpPr>
          <p:spPr>
            <a:xfrm>
              <a:off x="8394344" y="2354456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4" h="7619">
                  <a:moveTo>
                    <a:pt x="0" y="5334"/>
                  </a:moveTo>
                  <a:lnTo>
                    <a:pt x="2285" y="0"/>
                  </a:lnTo>
                  <a:lnTo>
                    <a:pt x="20574" y="2286"/>
                  </a:lnTo>
                  <a:lnTo>
                    <a:pt x="17526" y="7620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8" name="object 448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8365388" y="2351408"/>
              <a:ext cx="30479" cy="8382"/>
            </a:xfrm>
            <a:prstGeom prst="rect">
              <a:avLst/>
            </a:prstGeom>
          </p:spPr>
        </p:pic>
        <p:sp>
          <p:nvSpPr>
            <p:cNvPr id="449" name="object 449"/>
            <p:cNvSpPr/>
            <p:nvPr/>
          </p:nvSpPr>
          <p:spPr>
            <a:xfrm>
              <a:off x="8365388" y="2351408"/>
              <a:ext cx="30480" cy="8890"/>
            </a:xfrm>
            <a:custGeom>
              <a:avLst/>
              <a:gdLst/>
              <a:ahLst/>
              <a:cxnLst/>
              <a:rect l="l" t="t" r="r" b="b"/>
              <a:pathLst>
                <a:path w="30479" h="8889">
                  <a:moveTo>
                    <a:pt x="0" y="4572"/>
                  </a:moveTo>
                  <a:lnTo>
                    <a:pt x="2285" y="0"/>
                  </a:lnTo>
                  <a:lnTo>
                    <a:pt x="30480" y="3048"/>
                  </a:lnTo>
                  <a:lnTo>
                    <a:pt x="28194" y="838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0" name="object 450"/>
            <p:cNvPicPr/>
            <p:nvPr/>
          </p:nvPicPr>
          <p:blipFill>
            <a:blip r:embed="rId113" cstate="print"/>
            <a:stretch>
              <a:fillRect/>
            </a:stretch>
          </p:blipFill>
          <p:spPr>
            <a:xfrm>
              <a:off x="8342528" y="2348360"/>
              <a:ext cx="24383" cy="7620"/>
            </a:xfrm>
            <a:prstGeom prst="rect">
              <a:avLst/>
            </a:prstGeom>
          </p:spPr>
        </p:pic>
        <p:sp>
          <p:nvSpPr>
            <p:cNvPr id="451" name="object 451"/>
            <p:cNvSpPr/>
            <p:nvPr/>
          </p:nvSpPr>
          <p:spPr>
            <a:xfrm>
              <a:off x="8342528" y="2348360"/>
              <a:ext cx="24765" cy="7620"/>
            </a:xfrm>
            <a:custGeom>
              <a:avLst/>
              <a:gdLst/>
              <a:ahLst/>
              <a:cxnLst/>
              <a:rect l="l" t="t" r="r" b="b"/>
              <a:pathLst>
                <a:path w="24765" h="7619">
                  <a:moveTo>
                    <a:pt x="0" y="5334"/>
                  </a:moveTo>
                  <a:lnTo>
                    <a:pt x="2285" y="0"/>
                  </a:lnTo>
                  <a:lnTo>
                    <a:pt x="24384" y="3048"/>
                  </a:lnTo>
                  <a:lnTo>
                    <a:pt x="22860" y="7620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2" name="object 452"/>
            <p:cNvPicPr/>
            <p:nvPr/>
          </p:nvPicPr>
          <p:blipFill>
            <a:blip r:embed="rId114" cstate="print"/>
            <a:stretch>
              <a:fillRect/>
            </a:stretch>
          </p:blipFill>
          <p:spPr>
            <a:xfrm>
              <a:off x="8327288" y="2346836"/>
              <a:ext cx="17525" cy="6858"/>
            </a:xfrm>
            <a:prstGeom prst="rect">
              <a:avLst/>
            </a:prstGeom>
          </p:spPr>
        </p:pic>
        <p:sp>
          <p:nvSpPr>
            <p:cNvPr id="453" name="object 453"/>
            <p:cNvSpPr/>
            <p:nvPr/>
          </p:nvSpPr>
          <p:spPr>
            <a:xfrm>
              <a:off x="8327288" y="2346836"/>
              <a:ext cx="17780" cy="6985"/>
            </a:xfrm>
            <a:custGeom>
              <a:avLst/>
              <a:gdLst/>
              <a:ahLst/>
              <a:cxnLst/>
              <a:rect l="l" t="t" r="r" b="b"/>
              <a:pathLst>
                <a:path w="17779" h="6985">
                  <a:moveTo>
                    <a:pt x="0" y="4572"/>
                  </a:moveTo>
                  <a:lnTo>
                    <a:pt x="2285" y="0"/>
                  </a:lnTo>
                  <a:lnTo>
                    <a:pt x="17526" y="1524"/>
                  </a:lnTo>
                  <a:lnTo>
                    <a:pt x="14478" y="6858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4" name="object 454"/>
            <p:cNvPicPr/>
            <p:nvPr/>
          </p:nvPicPr>
          <p:blipFill>
            <a:blip r:embed="rId115" cstate="print"/>
            <a:stretch>
              <a:fillRect/>
            </a:stretch>
          </p:blipFill>
          <p:spPr>
            <a:xfrm>
              <a:off x="8316620" y="2346074"/>
              <a:ext cx="12192" cy="5334"/>
            </a:xfrm>
            <a:prstGeom prst="rect">
              <a:avLst/>
            </a:prstGeom>
          </p:spPr>
        </p:pic>
        <p:sp>
          <p:nvSpPr>
            <p:cNvPr id="455" name="object 455"/>
            <p:cNvSpPr/>
            <p:nvPr/>
          </p:nvSpPr>
          <p:spPr>
            <a:xfrm>
              <a:off x="8316620" y="2346074"/>
              <a:ext cx="12700" cy="5715"/>
            </a:xfrm>
            <a:custGeom>
              <a:avLst/>
              <a:gdLst/>
              <a:ahLst/>
              <a:cxnLst/>
              <a:rect l="l" t="t" r="r" b="b"/>
              <a:pathLst>
                <a:path w="12700" h="5714">
                  <a:moveTo>
                    <a:pt x="0" y="4572"/>
                  </a:moveTo>
                  <a:lnTo>
                    <a:pt x="3047" y="0"/>
                  </a:lnTo>
                  <a:lnTo>
                    <a:pt x="12192" y="762"/>
                  </a:lnTo>
                  <a:lnTo>
                    <a:pt x="9906" y="533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6" name="object 456"/>
            <p:cNvPicPr/>
            <p:nvPr/>
          </p:nvPicPr>
          <p:blipFill>
            <a:blip r:embed="rId116" cstate="print"/>
            <a:stretch>
              <a:fillRect/>
            </a:stretch>
          </p:blipFill>
          <p:spPr>
            <a:xfrm>
              <a:off x="8291462" y="2343026"/>
              <a:ext cx="18288" cy="6096"/>
            </a:xfrm>
            <a:prstGeom prst="rect">
              <a:avLst/>
            </a:prstGeom>
          </p:spPr>
        </p:pic>
        <p:sp>
          <p:nvSpPr>
            <p:cNvPr id="457" name="object 457"/>
            <p:cNvSpPr/>
            <p:nvPr/>
          </p:nvSpPr>
          <p:spPr>
            <a:xfrm>
              <a:off x="8291462" y="2343026"/>
              <a:ext cx="18415" cy="6350"/>
            </a:xfrm>
            <a:custGeom>
              <a:avLst/>
              <a:gdLst/>
              <a:ahLst/>
              <a:cxnLst/>
              <a:rect l="l" t="t" r="r" b="b"/>
              <a:pathLst>
                <a:path w="18415" h="6350">
                  <a:moveTo>
                    <a:pt x="0" y="4572"/>
                  </a:moveTo>
                  <a:lnTo>
                    <a:pt x="3810" y="0"/>
                  </a:lnTo>
                  <a:lnTo>
                    <a:pt x="18288" y="1524"/>
                  </a:lnTo>
                  <a:lnTo>
                    <a:pt x="14478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8" name="object 458"/>
            <p:cNvPicPr/>
            <p:nvPr/>
          </p:nvPicPr>
          <p:blipFill>
            <a:blip r:embed="rId117" cstate="print"/>
            <a:stretch>
              <a:fillRect/>
            </a:stretch>
          </p:blipFill>
          <p:spPr>
            <a:xfrm>
              <a:off x="8295271" y="2338454"/>
              <a:ext cx="24383" cy="6858"/>
            </a:xfrm>
            <a:prstGeom prst="rect">
              <a:avLst/>
            </a:prstGeom>
          </p:spPr>
        </p:pic>
        <p:sp>
          <p:nvSpPr>
            <p:cNvPr id="459" name="object 459"/>
            <p:cNvSpPr/>
            <p:nvPr/>
          </p:nvSpPr>
          <p:spPr>
            <a:xfrm>
              <a:off x="8295271" y="2338454"/>
              <a:ext cx="24765" cy="6985"/>
            </a:xfrm>
            <a:custGeom>
              <a:avLst/>
              <a:gdLst/>
              <a:ahLst/>
              <a:cxnLst/>
              <a:rect l="l" t="t" r="r" b="b"/>
              <a:pathLst>
                <a:path w="24765" h="6985">
                  <a:moveTo>
                    <a:pt x="0" y="3810"/>
                  </a:moveTo>
                  <a:lnTo>
                    <a:pt x="3810" y="0"/>
                  </a:lnTo>
                  <a:lnTo>
                    <a:pt x="24384" y="2286"/>
                  </a:lnTo>
                  <a:lnTo>
                    <a:pt x="22098" y="6858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0" name="object 460"/>
            <p:cNvPicPr/>
            <p:nvPr/>
          </p:nvPicPr>
          <p:blipFill>
            <a:blip r:embed="rId118" cstate="print"/>
            <a:stretch>
              <a:fillRect/>
            </a:stretch>
          </p:blipFill>
          <p:spPr>
            <a:xfrm>
              <a:off x="8299094" y="2333882"/>
              <a:ext cx="16764" cy="6096"/>
            </a:xfrm>
            <a:prstGeom prst="rect">
              <a:avLst/>
            </a:prstGeom>
          </p:spPr>
        </p:pic>
        <p:sp>
          <p:nvSpPr>
            <p:cNvPr id="461" name="object 461"/>
            <p:cNvSpPr/>
            <p:nvPr/>
          </p:nvSpPr>
          <p:spPr>
            <a:xfrm>
              <a:off x="8299094" y="2333882"/>
              <a:ext cx="17145" cy="6350"/>
            </a:xfrm>
            <a:custGeom>
              <a:avLst/>
              <a:gdLst/>
              <a:ahLst/>
              <a:cxnLst/>
              <a:rect l="l" t="t" r="r" b="b"/>
              <a:pathLst>
                <a:path w="17145" h="6350">
                  <a:moveTo>
                    <a:pt x="0" y="4572"/>
                  </a:moveTo>
                  <a:lnTo>
                    <a:pt x="3047" y="0"/>
                  </a:lnTo>
                  <a:lnTo>
                    <a:pt x="16764" y="2286"/>
                  </a:lnTo>
                  <a:lnTo>
                    <a:pt x="14478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2" name="object 462"/>
            <p:cNvPicPr/>
            <p:nvPr/>
          </p:nvPicPr>
          <p:blipFill>
            <a:blip r:embed="rId119" cstate="print"/>
            <a:stretch>
              <a:fillRect/>
            </a:stretch>
          </p:blipFill>
          <p:spPr>
            <a:xfrm>
              <a:off x="8302142" y="2329310"/>
              <a:ext cx="13716" cy="6096"/>
            </a:xfrm>
            <a:prstGeom prst="rect">
              <a:avLst/>
            </a:prstGeom>
          </p:spPr>
        </p:pic>
        <p:sp>
          <p:nvSpPr>
            <p:cNvPr id="463" name="object 463"/>
            <p:cNvSpPr/>
            <p:nvPr/>
          </p:nvSpPr>
          <p:spPr>
            <a:xfrm>
              <a:off x="8302142" y="2329310"/>
              <a:ext cx="13970" cy="6350"/>
            </a:xfrm>
            <a:custGeom>
              <a:avLst/>
              <a:gdLst/>
              <a:ahLst/>
              <a:cxnLst/>
              <a:rect l="l" t="t" r="r" b="b"/>
              <a:pathLst>
                <a:path w="13970" h="6350">
                  <a:moveTo>
                    <a:pt x="0" y="4572"/>
                  </a:moveTo>
                  <a:lnTo>
                    <a:pt x="3810" y="0"/>
                  </a:lnTo>
                  <a:lnTo>
                    <a:pt x="13716" y="1524"/>
                  </a:lnTo>
                  <a:lnTo>
                    <a:pt x="10668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4" name="object 464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8305952" y="2324738"/>
              <a:ext cx="9905" cy="5334"/>
            </a:xfrm>
            <a:prstGeom prst="rect">
              <a:avLst/>
            </a:prstGeom>
          </p:spPr>
        </p:pic>
        <p:sp>
          <p:nvSpPr>
            <p:cNvPr id="465" name="object 465"/>
            <p:cNvSpPr/>
            <p:nvPr/>
          </p:nvSpPr>
          <p:spPr>
            <a:xfrm>
              <a:off x="8305952" y="2324738"/>
              <a:ext cx="10160" cy="5715"/>
            </a:xfrm>
            <a:custGeom>
              <a:avLst/>
              <a:gdLst/>
              <a:ahLst/>
              <a:cxnLst/>
              <a:rect l="l" t="t" r="r" b="b"/>
              <a:pathLst>
                <a:path w="10159" h="5714">
                  <a:moveTo>
                    <a:pt x="0" y="4572"/>
                  </a:moveTo>
                  <a:lnTo>
                    <a:pt x="3810" y="0"/>
                  </a:lnTo>
                  <a:lnTo>
                    <a:pt x="9906" y="762"/>
                  </a:lnTo>
                  <a:lnTo>
                    <a:pt x="6858" y="533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6" name="object 466"/>
            <p:cNvPicPr/>
            <p:nvPr/>
          </p:nvPicPr>
          <p:blipFill>
            <a:blip r:embed="rId120" cstate="print"/>
            <a:stretch>
              <a:fillRect/>
            </a:stretch>
          </p:blipFill>
          <p:spPr>
            <a:xfrm>
              <a:off x="8318144" y="2340740"/>
              <a:ext cx="106679" cy="16763"/>
            </a:xfrm>
            <a:prstGeom prst="rect">
              <a:avLst/>
            </a:prstGeom>
          </p:spPr>
        </p:pic>
        <p:sp>
          <p:nvSpPr>
            <p:cNvPr id="467" name="object 467"/>
            <p:cNvSpPr/>
            <p:nvPr/>
          </p:nvSpPr>
          <p:spPr>
            <a:xfrm>
              <a:off x="8318144" y="2340740"/>
              <a:ext cx="106680" cy="17145"/>
            </a:xfrm>
            <a:custGeom>
              <a:avLst/>
              <a:gdLst/>
              <a:ahLst/>
              <a:cxnLst/>
              <a:rect l="l" t="t" r="r" b="b"/>
              <a:pathLst>
                <a:path w="106679" h="17144">
                  <a:moveTo>
                    <a:pt x="0" y="4572"/>
                  </a:moveTo>
                  <a:lnTo>
                    <a:pt x="2285" y="0"/>
                  </a:lnTo>
                  <a:lnTo>
                    <a:pt x="106680" y="12192"/>
                  </a:lnTo>
                  <a:lnTo>
                    <a:pt x="103632" y="1676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8" name="object 468"/>
            <p:cNvPicPr/>
            <p:nvPr/>
          </p:nvPicPr>
          <p:blipFill>
            <a:blip r:embed="rId121" cstate="print"/>
            <a:stretch>
              <a:fillRect/>
            </a:stretch>
          </p:blipFill>
          <p:spPr>
            <a:xfrm>
              <a:off x="8313572" y="2336168"/>
              <a:ext cx="118872" cy="17525"/>
            </a:xfrm>
            <a:prstGeom prst="rect">
              <a:avLst/>
            </a:prstGeom>
          </p:spPr>
        </p:pic>
        <p:sp>
          <p:nvSpPr>
            <p:cNvPr id="469" name="object 469"/>
            <p:cNvSpPr/>
            <p:nvPr/>
          </p:nvSpPr>
          <p:spPr>
            <a:xfrm>
              <a:off x="8313572" y="2336168"/>
              <a:ext cx="119380" cy="17780"/>
            </a:xfrm>
            <a:custGeom>
              <a:avLst/>
              <a:gdLst/>
              <a:ahLst/>
              <a:cxnLst/>
              <a:rect l="l" t="t" r="r" b="b"/>
              <a:pathLst>
                <a:path w="119379" h="17780">
                  <a:moveTo>
                    <a:pt x="0" y="3810"/>
                  </a:moveTo>
                  <a:lnTo>
                    <a:pt x="3047" y="0"/>
                  </a:lnTo>
                  <a:lnTo>
                    <a:pt x="118872" y="12954"/>
                  </a:lnTo>
                  <a:lnTo>
                    <a:pt x="116586" y="17526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0" name="object 470"/>
            <p:cNvPicPr/>
            <p:nvPr/>
          </p:nvPicPr>
          <p:blipFill>
            <a:blip r:embed="rId122" cstate="print"/>
            <a:stretch>
              <a:fillRect/>
            </a:stretch>
          </p:blipFill>
          <p:spPr>
            <a:xfrm>
              <a:off x="8313572" y="2330834"/>
              <a:ext cx="120396" cy="17525"/>
            </a:xfrm>
            <a:prstGeom prst="rect">
              <a:avLst/>
            </a:prstGeom>
          </p:spPr>
        </p:pic>
        <p:sp>
          <p:nvSpPr>
            <p:cNvPr id="471" name="object 471"/>
            <p:cNvSpPr/>
            <p:nvPr/>
          </p:nvSpPr>
          <p:spPr>
            <a:xfrm>
              <a:off x="8313572" y="2330834"/>
              <a:ext cx="120650" cy="17780"/>
            </a:xfrm>
            <a:custGeom>
              <a:avLst/>
              <a:gdLst/>
              <a:ahLst/>
              <a:cxnLst/>
              <a:rect l="l" t="t" r="r" b="b"/>
              <a:pathLst>
                <a:path w="120650" h="17780">
                  <a:moveTo>
                    <a:pt x="0" y="4572"/>
                  </a:moveTo>
                  <a:lnTo>
                    <a:pt x="3047" y="0"/>
                  </a:lnTo>
                  <a:lnTo>
                    <a:pt x="120396" y="12954"/>
                  </a:lnTo>
                  <a:lnTo>
                    <a:pt x="117348" y="1752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2" name="object 472"/>
            <p:cNvPicPr/>
            <p:nvPr/>
          </p:nvPicPr>
          <p:blipFill>
            <a:blip r:embed="rId123" cstate="print"/>
            <a:stretch>
              <a:fillRect/>
            </a:stretch>
          </p:blipFill>
          <p:spPr>
            <a:xfrm>
              <a:off x="8313572" y="2325500"/>
              <a:ext cx="128016" cy="18287"/>
            </a:xfrm>
            <a:prstGeom prst="rect">
              <a:avLst/>
            </a:prstGeom>
          </p:spPr>
        </p:pic>
        <p:sp>
          <p:nvSpPr>
            <p:cNvPr id="473" name="object 473"/>
            <p:cNvSpPr/>
            <p:nvPr/>
          </p:nvSpPr>
          <p:spPr>
            <a:xfrm>
              <a:off x="8313572" y="2325500"/>
              <a:ext cx="128270" cy="18415"/>
            </a:xfrm>
            <a:custGeom>
              <a:avLst/>
              <a:gdLst/>
              <a:ahLst/>
              <a:cxnLst/>
              <a:rect l="l" t="t" r="r" b="b"/>
              <a:pathLst>
                <a:path w="128270" h="18414">
                  <a:moveTo>
                    <a:pt x="0" y="4572"/>
                  </a:moveTo>
                  <a:lnTo>
                    <a:pt x="3047" y="0"/>
                  </a:lnTo>
                  <a:lnTo>
                    <a:pt x="128016" y="13716"/>
                  </a:lnTo>
                  <a:lnTo>
                    <a:pt x="125730" y="18288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4" name="object 474"/>
            <p:cNvPicPr/>
            <p:nvPr/>
          </p:nvPicPr>
          <p:blipFill>
            <a:blip r:embed="rId124" cstate="print"/>
            <a:stretch>
              <a:fillRect/>
            </a:stretch>
          </p:blipFill>
          <p:spPr>
            <a:xfrm>
              <a:off x="8439302" y="2339978"/>
              <a:ext cx="10668" cy="5334"/>
            </a:xfrm>
            <a:prstGeom prst="rect">
              <a:avLst/>
            </a:prstGeom>
          </p:spPr>
        </p:pic>
        <p:sp>
          <p:nvSpPr>
            <p:cNvPr id="475" name="object 475"/>
            <p:cNvSpPr/>
            <p:nvPr/>
          </p:nvSpPr>
          <p:spPr>
            <a:xfrm>
              <a:off x="8439302" y="2339978"/>
              <a:ext cx="10795" cy="5715"/>
            </a:xfrm>
            <a:custGeom>
              <a:avLst/>
              <a:gdLst/>
              <a:ahLst/>
              <a:cxnLst/>
              <a:rect l="l" t="t" r="r" b="b"/>
              <a:pathLst>
                <a:path w="10795" h="5714">
                  <a:moveTo>
                    <a:pt x="0" y="4572"/>
                  </a:moveTo>
                  <a:lnTo>
                    <a:pt x="2285" y="0"/>
                  </a:lnTo>
                  <a:lnTo>
                    <a:pt x="10668" y="762"/>
                  </a:lnTo>
                  <a:lnTo>
                    <a:pt x="7620" y="533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6" name="object 476"/>
            <p:cNvPicPr/>
            <p:nvPr/>
          </p:nvPicPr>
          <p:blipFill>
            <a:blip r:embed="rId125" cstate="print"/>
            <a:stretch>
              <a:fillRect/>
            </a:stretch>
          </p:blipFill>
          <p:spPr>
            <a:xfrm>
              <a:off x="8277758" y="2349884"/>
              <a:ext cx="242315" cy="35051"/>
            </a:xfrm>
            <a:prstGeom prst="rect">
              <a:avLst/>
            </a:prstGeom>
          </p:spPr>
        </p:pic>
        <p:sp>
          <p:nvSpPr>
            <p:cNvPr id="477" name="object 477"/>
            <p:cNvSpPr/>
            <p:nvPr/>
          </p:nvSpPr>
          <p:spPr>
            <a:xfrm>
              <a:off x="8277758" y="2349884"/>
              <a:ext cx="242570" cy="35560"/>
            </a:xfrm>
            <a:custGeom>
              <a:avLst/>
              <a:gdLst/>
              <a:ahLst/>
              <a:cxnLst/>
              <a:rect l="l" t="t" r="r" b="b"/>
              <a:pathLst>
                <a:path w="242570" h="35560">
                  <a:moveTo>
                    <a:pt x="761" y="0"/>
                  </a:moveTo>
                  <a:lnTo>
                    <a:pt x="761" y="762"/>
                  </a:lnTo>
                  <a:lnTo>
                    <a:pt x="0" y="3048"/>
                  </a:lnTo>
                  <a:lnTo>
                    <a:pt x="0" y="6858"/>
                  </a:lnTo>
                  <a:lnTo>
                    <a:pt x="17525" y="8381"/>
                  </a:lnTo>
                  <a:lnTo>
                    <a:pt x="62483" y="13715"/>
                  </a:lnTo>
                  <a:lnTo>
                    <a:pt x="121157" y="20573"/>
                  </a:lnTo>
                  <a:lnTo>
                    <a:pt x="179069" y="28193"/>
                  </a:lnTo>
                  <a:lnTo>
                    <a:pt x="224027" y="33527"/>
                  </a:lnTo>
                  <a:lnTo>
                    <a:pt x="241553" y="35051"/>
                  </a:lnTo>
                  <a:lnTo>
                    <a:pt x="241553" y="32765"/>
                  </a:lnTo>
                  <a:lnTo>
                    <a:pt x="242315" y="29717"/>
                  </a:lnTo>
                  <a:lnTo>
                    <a:pt x="242315" y="28193"/>
                  </a:lnTo>
                  <a:lnTo>
                    <a:pt x="224027" y="26669"/>
                  </a:lnTo>
                  <a:lnTo>
                    <a:pt x="179831" y="21335"/>
                  </a:lnTo>
                  <a:lnTo>
                    <a:pt x="121157" y="14477"/>
                  </a:lnTo>
                  <a:lnTo>
                    <a:pt x="63245" y="7619"/>
                  </a:lnTo>
                  <a:lnTo>
                    <a:pt x="18287" y="2285"/>
                  </a:ln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8" name="object 478"/>
            <p:cNvPicPr/>
            <p:nvPr/>
          </p:nvPicPr>
          <p:blipFill>
            <a:blip r:embed="rId126" cstate="print"/>
            <a:stretch>
              <a:fillRect/>
            </a:stretch>
          </p:blipFill>
          <p:spPr>
            <a:xfrm>
              <a:off x="8513216" y="2292734"/>
              <a:ext cx="86867" cy="38100"/>
            </a:xfrm>
            <a:prstGeom prst="rect">
              <a:avLst/>
            </a:prstGeom>
          </p:spPr>
        </p:pic>
        <p:sp>
          <p:nvSpPr>
            <p:cNvPr id="479" name="object 479"/>
            <p:cNvSpPr/>
            <p:nvPr/>
          </p:nvSpPr>
          <p:spPr>
            <a:xfrm>
              <a:off x="8513216" y="2292734"/>
              <a:ext cx="86995" cy="38100"/>
            </a:xfrm>
            <a:custGeom>
              <a:avLst/>
              <a:gdLst/>
              <a:ahLst/>
              <a:cxnLst/>
              <a:rect l="l" t="t" r="r" b="b"/>
              <a:pathLst>
                <a:path w="86995" h="38100">
                  <a:moveTo>
                    <a:pt x="84581" y="38100"/>
                  </a:moveTo>
                  <a:lnTo>
                    <a:pt x="35813" y="3810"/>
                  </a:lnTo>
                  <a:lnTo>
                    <a:pt x="11429" y="2286"/>
                  </a:lnTo>
                  <a:lnTo>
                    <a:pt x="0" y="2286"/>
                  </a:lnTo>
                  <a:lnTo>
                    <a:pt x="0" y="1524"/>
                  </a:lnTo>
                  <a:lnTo>
                    <a:pt x="1523" y="0"/>
                  </a:lnTo>
                  <a:lnTo>
                    <a:pt x="12953" y="0"/>
                  </a:lnTo>
                  <a:lnTo>
                    <a:pt x="37337" y="1524"/>
                  </a:lnTo>
                  <a:lnTo>
                    <a:pt x="62483" y="6096"/>
                  </a:lnTo>
                  <a:lnTo>
                    <a:pt x="82295" y="18288"/>
                  </a:lnTo>
                  <a:lnTo>
                    <a:pt x="86867" y="30480"/>
                  </a:lnTo>
                  <a:lnTo>
                    <a:pt x="86105" y="35814"/>
                  </a:lnTo>
                  <a:lnTo>
                    <a:pt x="84581" y="3810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0" name="object 480"/>
            <p:cNvPicPr/>
            <p:nvPr/>
          </p:nvPicPr>
          <p:blipFill>
            <a:blip r:embed="rId127" cstate="print"/>
            <a:stretch>
              <a:fillRect/>
            </a:stretch>
          </p:blipFill>
          <p:spPr>
            <a:xfrm>
              <a:off x="8549030" y="2321690"/>
              <a:ext cx="73914" cy="20574"/>
            </a:xfrm>
            <a:prstGeom prst="rect">
              <a:avLst/>
            </a:prstGeom>
          </p:spPr>
        </p:pic>
        <p:sp>
          <p:nvSpPr>
            <p:cNvPr id="481" name="object 481"/>
            <p:cNvSpPr/>
            <p:nvPr/>
          </p:nvSpPr>
          <p:spPr>
            <a:xfrm>
              <a:off x="8549030" y="2321690"/>
              <a:ext cx="74295" cy="20955"/>
            </a:xfrm>
            <a:custGeom>
              <a:avLst/>
              <a:gdLst/>
              <a:ahLst/>
              <a:cxnLst/>
              <a:rect l="l" t="t" r="r" b="b"/>
              <a:pathLst>
                <a:path w="74295" h="20955">
                  <a:moveTo>
                    <a:pt x="73914" y="1524"/>
                  </a:moveTo>
                  <a:lnTo>
                    <a:pt x="44196" y="20574"/>
                  </a:lnTo>
                  <a:lnTo>
                    <a:pt x="0" y="17526"/>
                  </a:lnTo>
                  <a:lnTo>
                    <a:pt x="36576" y="0"/>
                  </a:lnTo>
                  <a:lnTo>
                    <a:pt x="73914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2" name="object 482"/>
            <p:cNvPicPr/>
            <p:nvPr/>
          </p:nvPicPr>
          <p:blipFill>
            <a:blip r:embed="rId128" cstate="print"/>
            <a:stretch>
              <a:fillRect/>
            </a:stretch>
          </p:blipFill>
          <p:spPr>
            <a:xfrm>
              <a:off x="8541397" y="2329310"/>
              <a:ext cx="86868" cy="37337"/>
            </a:xfrm>
            <a:prstGeom prst="rect">
              <a:avLst/>
            </a:prstGeom>
          </p:spPr>
        </p:pic>
        <p:sp>
          <p:nvSpPr>
            <p:cNvPr id="483" name="object 483"/>
            <p:cNvSpPr/>
            <p:nvPr/>
          </p:nvSpPr>
          <p:spPr>
            <a:xfrm>
              <a:off x="8541397" y="2329310"/>
              <a:ext cx="86995" cy="37465"/>
            </a:xfrm>
            <a:custGeom>
              <a:avLst/>
              <a:gdLst/>
              <a:ahLst/>
              <a:cxnLst/>
              <a:rect l="l" t="t" r="r" b="b"/>
              <a:pathLst>
                <a:path w="86995" h="37464">
                  <a:moveTo>
                    <a:pt x="0" y="17525"/>
                  </a:moveTo>
                  <a:lnTo>
                    <a:pt x="52577" y="21335"/>
                  </a:lnTo>
                  <a:lnTo>
                    <a:pt x="86868" y="0"/>
                  </a:lnTo>
                  <a:lnTo>
                    <a:pt x="86868" y="14477"/>
                  </a:lnTo>
                  <a:lnTo>
                    <a:pt x="53340" y="36575"/>
                  </a:lnTo>
                  <a:lnTo>
                    <a:pt x="51053" y="37337"/>
                  </a:lnTo>
                  <a:lnTo>
                    <a:pt x="0" y="31241"/>
                  </a:lnTo>
                  <a:lnTo>
                    <a:pt x="0" y="1752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4" name="object 484"/>
            <p:cNvPicPr/>
            <p:nvPr/>
          </p:nvPicPr>
          <p:blipFill>
            <a:blip r:embed="rId129" cstate="print"/>
            <a:stretch>
              <a:fillRect/>
            </a:stretch>
          </p:blipFill>
          <p:spPr>
            <a:xfrm>
              <a:off x="8541410" y="2323214"/>
              <a:ext cx="86868" cy="28193"/>
            </a:xfrm>
            <a:prstGeom prst="rect">
              <a:avLst/>
            </a:prstGeom>
          </p:spPr>
        </p:pic>
        <p:sp>
          <p:nvSpPr>
            <p:cNvPr id="485" name="object 485"/>
            <p:cNvSpPr/>
            <p:nvPr/>
          </p:nvSpPr>
          <p:spPr>
            <a:xfrm>
              <a:off x="8541410" y="2323214"/>
              <a:ext cx="86995" cy="28575"/>
            </a:xfrm>
            <a:custGeom>
              <a:avLst/>
              <a:gdLst/>
              <a:ahLst/>
              <a:cxnLst/>
              <a:rect l="l" t="t" r="r" b="b"/>
              <a:pathLst>
                <a:path w="86995" h="28575">
                  <a:moveTo>
                    <a:pt x="7620" y="16001"/>
                  </a:moveTo>
                  <a:lnTo>
                    <a:pt x="51054" y="19049"/>
                  </a:lnTo>
                  <a:lnTo>
                    <a:pt x="81534" y="0"/>
                  </a:lnTo>
                  <a:lnTo>
                    <a:pt x="86868" y="6857"/>
                  </a:lnTo>
                  <a:lnTo>
                    <a:pt x="53340" y="28193"/>
                  </a:lnTo>
                  <a:lnTo>
                    <a:pt x="0" y="23621"/>
                  </a:lnTo>
                  <a:lnTo>
                    <a:pt x="7620" y="1600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6" name="object 486"/>
            <p:cNvPicPr/>
            <p:nvPr/>
          </p:nvPicPr>
          <p:blipFill>
            <a:blip r:embed="rId103" cstate="print"/>
            <a:stretch>
              <a:fillRect/>
            </a:stretch>
          </p:blipFill>
          <p:spPr>
            <a:xfrm>
              <a:off x="8580272" y="2321690"/>
              <a:ext cx="36575" cy="6858"/>
            </a:xfrm>
            <a:prstGeom prst="rect">
              <a:avLst/>
            </a:prstGeom>
          </p:spPr>
        </p:pic>
        <p:sp>
          <p:nvSpPr>
            <p:cNvPr id="487" name="object 487"/>
            <p:cNvSpPr/>
            <p:nvPr/>
          </p:nvSpPr>
          <p:spPr>
            <a:xfrm>
              <a:off x="8580272" y="2321690"/>
              <a:ext cx="36830" cy="6985"/>
            </a:xfrm>
            <a:custGeom>
              <a:avLst/>
              <a:gdLst/>
              <a:ahLst/>
              <a:cxnLst/>
              <a:rect l="l" t="t" r="r" b="b"/>
              <a:pathLst>
                <a:path w="36829" h="6985">
                  <a:moveTo>
                    <a:pt x="10668" y="0"/>
                  </a:moveTo>
                  <a:lnTo>
                    <a:pt x="0" y="5334"/>
                  </a:lnTo>
                  <a:lnTo>
                    <a:pt x="27432" y="6857"/>
                  </a:lnTo>
                  <a:lnTo>
                    <a:pt x="36576" y="1523"/>
                  </a:lnTo>
                  <a:lnTo>
                    <a:pt x="1066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8" name="object 488"/>
            <p:cNvPicPr/>
            <p:nvPr/>
          </p:nvPicPr>
          <p:blipFill>
            <a:blip r:embed="rId130" cstate="print"/>
            <a:stretch>
              <a:fillRect/>
            </a:stretch>
          </p:blipFill>
          <p:spPr>
            <a:xfrm>
              <a:off x="8541397" y="2343788"/>
              <a:ext cx="86868" cy="25146"/>
            </a:xfrm>
            <a:prstGeom prst="rect">
              <a:avLst/>
            </a:prstGeom>
          </p:spPr>
        </p:pic>
        <p:sp>
          <p:nvSpPr>
            <p:cNvPr id="489" name="object 489"/>
            <p:cNvSpPr/>
            <p:nvPr/>
          </p:nvSpPr>
          <p:spPr>
            <a:xfrm>
              <a:off x="8541397" y="2343788"/>
              <a:ext cx="86995" cy="25400"/>
            </a:xfrm>
            <a:custGeom>
              <a:avLst/>
              <a:gdLst/>
              <a:ahLst/>
              <a:cxnLst/>
              <a:rect l="l" t="t" r="r" b="b"/>
              <a:pathLst>
                <a:path w="86995" h="25400">
                  <a:moveTo>
                    <a:pt x="0" y="16763"/>
                  </a:moveTo>
                  <a:lnTo>
                    <a:pt x="0" y="19049"/>
                  </a:lnTo>
                  <a:lnTo>
                    <a:pt x="51816" y="25145"/>
                  </a:lnTo>
                  <a:lnTo>
                    <a:pt x="86868" y="2285"/>
                  </a:lnTo>
                  <a:lnTo>
                    <a:pt x="86868" y="0"/>
                  </a:lnTo>
                  <a:lnTo>
                    <a:pt x="51053" y="22859"/>
                  </a:lnTo>
                  <a:lnTo>
                    <a:pt x="0" y="1676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0" name="object 490"/>
            <p:cNvPicPr/>
            <p:nvPr/>
          </p:nvPicPr>
          <p:blipFill>
            <a:blip r:embed="rId131" cstate="print"/>
            <a:stretch>
              <a:fillRect/>
            </a:stretch>
          </p:blipFill>
          <p:spPr>
            <a:xfrm>
              <a:off x="8391664" y="2121665"/>
              <a:ext cx="165353" cy="113537"/>
            </a:xfrm>
            <a:prstGeom prst="rect">
              <a:avLst/>
            </a:prstGeom>
          </p:spPr>
        </p:pic>
        <p:sp>
          <p:nvSpPr>
            <p:cNvPr id="491" name="object 491"/>
            <p:cNvSpPr/>
            <p:nvPr/>
          </p:nvSpPr>
          <p:spPr>
            <a:xfrm>
              <a:off x="6576961" y="4515488"/>
              <a:ext cx="393700" cy="209550"/>
            </a:xfrm>
            <a:custGeom>
              <a:avLst/>
              <a:gdLst/>
              <a:ahLst/>
              <a:cxnLst/>
              <a:rect l="l" t="t" r="r" b="b"/>
              <a:pathLst>
                <a:path w="393700" h="209550">
                  <a:moveTo>
                    <a:pt x="393192" y="209550"/>
                  </a:moveTo>
                  <a:lnTo>
                    <a:pt x="393192" y="0"/>
                  </a:lnTo>
                  <a:lnTo>
                    <a:pt x="0" y="0"/>
                  </a:lnTo>
                  <a:lnTo>
                    <a:pt x="0" y="209550"/>
                  </a:lnTo>
                  <a:lnTo>
                    <a:pt x="393192" y="2095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6576961" y="4515488"/>
              <a:ext cx="393700" cy="209550"/>
            </a:xfrm>
            <a:custGeom>
              <a:avLst/>
              <a:gdLst/>
              <a:ahLst/>
              <a:cxnLst/>
              <a:rect l="l" t="t" r="r" b="b"/>
              <a:pathLst>
                <a:path w="393700" h="209550">
                  <a:moveTo>
                    <a:pt x="0" y="0"/>
                  </a:moveTo>
                  <a:lnTo>
                    <a:pt x="0" y="209550"/>
                  </a:lnTo>
                  <a:lnTo>
                    <a:pt x="393192" y="209550"/>
                  </a:lnTo>
                  <a:lnTo>
                    <a:pt x="393192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6849757" y="4191650"/>
              <a:ext cx="249554" cy="57150"/>
            </a:xfrm>
            <a:custGeom>
              <a:avLst/>
              <a:gdLst/>
              <a:ahLst/>
              <a:cxnLst/>
              <a:rect l="l" t="t" r="r" b="b"/>
              <a:pathLst>
                <a:path w="249554" h="57150">
                  <a:moveTo>
                    <a:pt x="59436" y="0"/>
                  </a:moveTo>
                  <a:lnTo>
                    <a:pt x="51816" y="0"/>
                  </a:lnTo>
                  <a:lnTo>
                    <a:pt x="51816" y="49530"/>
                  </a:lnTo>
                  <a:lnTo>
                    <a:pt x="32766" y="49530"/>
                  </a:lnTo>
                  <a:lnTo>
                    <a:pt x="32766" y="0"/>
                  </a:lnTo>
                  <a:lnTo>
                    <a:pt x="25908" y="0"/>
                  </a:lnTo>
                  <a:lnTo>
                    <a:pt x="25908" y="49530"/>
                  </a:lnTo>
                  <a:lnTo>
                    <a:pt x="7620" y="49530"/>
                  </a:lnTo>
                  <a:lnTo>
                    <a:pt x="7620" y="0"/>
                  </a:lnTo>
                  <a:lnTo>
                    <a:pt x="0" y="0"/>
                  </a:lnTo>
                  <a:lnTo>
                    <a:pt x="0" y="56388"/>
                  </a:lnTo>
                  <a:lnTo>
                    <a:pt x="59436" y="56388"/>
                  </a:lnTo>
                  <a:lnTo>
                    <a:pt x="59436" y="0"/>
                  </a:lnTo>
                  <a:close/>
                </a:path>
                <a:path w="249554" h="57150">
                  <a:moveTo>
                    <a:pt x="105143" y="16002"/>
                  </a:moveTo>
                  <a:lnTo>
                    <a:pt x="73901" y="16002"/>
                  </a:lnTo>
                  <a:lnTo>
                    <a:pt x="73901" y="45720"/>
                  </a:lnTo>
                  <a:lnTo>
                    <a:pt x="73139" y="48006"/>
                  </a:lnTo>
                  <a:lnTo>
                    <a:pt x="73139" y="49530"/>
                  </a:lnTo>
                  <a:lnTo>
                    <a:pt x="72377" y="49530"/>
                  </a:lnTo>
                  <a:lnTo>
                    <a:pt x="72377" y="50292"/>
                  </a:lnTo>
                  <a:lnTo>
                    <a:pt x="66281" y="50292"/>
                  </a:lnTo>
                  <a:lnTo>
                    <a:pt x="66281" y="56388"/>
                  </a:lnTo>
                  <a:lnTo>
                    <a:pt x="74764" y="56388"/>
                  </a:lnTo>
                  <a:lnTo>
                    <a:pt x="75285" y="56972"/>
                  </a:lnTo>
                  <a:lnTo>
                    <a:pt x="78473" y="53340"/>
                  </a:lnTo>
                  <a:lnTo>
                    <a:pt x="79235" y="52578"/>
                  </a:lnTo>
                  <a:lnTo>
                    <a:pt x="79997" y="51054"/>
                  </a:lnTo>
                  <a:lnTo>
                    <a:pt x="79997" y="21336"/>
                  </a:lnTo>
                  <a:lnTo>
                    <a:pt x="98285" y="21336"/>
                  </a:lnTo>
                  <a:lnTo>
                    <a:pt x="98285" y="56388"/>
                  </a:lnTo>
                  <a:lnTo>
                    <a:pt x="105143" y="56388"/>
                  </a:lnTo>
                  <a:lnTo>
                    <a:pt x="105143" y="16002"/>
                  </a:lnTo>
                  <a:close/>
                </a:path>
                <a:path w="249554" h="57150">
                  <a:moveTo>
                    <a:pt x="165354" y="31242"/>
                  </a:moveTo>
                  <a:lnTo>
                    <a:pt x="164592" y="27432"/>
                  </a:lnTo>
                  <a:lnTo>
                    <a:pt x="161544" y="21336"/>
                  </a:lnTo>
                  <a:lnTo>
                    <a:pt x="160020" y="19050"/>
                  </a:lnTo>
                  <a:lnTo>
                    <a:pt x="158496" y="18288"/>
                  </a:lnTo>
                  <a:lnTo>
                    <a:pt x="158496" y="31242"/>
                  </a:lnTo>
                  <a:lnTo>
                    <a:pt x="158496" y="41148"/>
                  </a:lnTo>
                  <a:lnTo>
                    <a:pt x="147828" y="51816"/>
                  </a:lnTo>
                  <a:lnTo>
                    <a:pt x="145542" y="51054"/>
                  </a:lnTo>
                  <a:lnTo>
                    <a:pt x="142494" y="50292"/>
                  </a:lnTo>
                  <a:lnTo>
                    <a:pt x="140208" y="48006"/>
                  </a:lnTo>
                  <a:lnTo>
                    <a:pt x="138684" y="44958"/>
                  </a:lnTo>
                  <a:lnTo>
                    <a:pt x="137922" y="40386"/>
                  </a:lnTo>
                  <a:lnTo>
                    <a:pt x="137922" y="31242"/>
                  </a:lnTo>
                  <a:lnTo>
                    <a:pt x="138684" y="27432"/>
                  </a:lnTo>
                  <a:lnTo>
                    <a:pt x="140208" y="24384"/>
                  </a:lnTo>
                  <a:lnTo>
                    <a:pt x="142494" y="22098"/>
                  </a:lnTo>
                  <a:lnTo>
                    <a:pt x="145542" y="21336"/>
                  </a:lnTo>
                  <a:lnTo>
                    <a:pt x="147828" y="20574"/>
                  </a:lnTo>
                  <a:lnTo>
                    <a:pt x="158496" y="31242"/>
                  </a:lnTo>
                  <a:lnTo>
                    <a:pt x="158496" y="18288"/>
                  </a:lnTo>
                  <a:lnTo>
                    <a:pt x="156972" y="17526"/>
                  </a:lnTo>
                  <a:lnTo>
                    <a:pt x="154686" y="16002"/>
                  </a:lnTo>
                  <a:lnTo>
                    <a:pt x="151638" y="15240"/>
                  </a:lnTo>
                  <a:lnTo>
                    <a:pt x="147828" y="14478"/>
                  </a:lnTo>
                  <a:lnTo>
                    <a:pt x="143256" y="15240"/>
                  </a:lnTo>
                  <a:lnTo>
                    <a:pt x="139446" y="16764"/>
                  </a:lnTo>
                  <a:lnTo>
                    <a:pt x="136398" y="19050"/>
                  </a:lnTo>
                  <a:lnTo>
                    <a:pt x="133350" y="22860"/>
                  </a:lnTo>
                  <a:lnTo>
                    <a:pt x="131826" y="27432"/>
                  </a:lnTo>
                  <a:lnTo>
                    <a:pt x="131064" y="32766"/>
                  </a:lnTo>
                  <a:lnTo>
                    <a:pt x="121920" y="32766"/>
                  </a:lnTo>
                  <a:lnTo>
                    <a:pt x="121920" y="16002"/>
                  </a:lnTo>
                  <a:lnTo>
                    <a:pt x="115824" y="16002"/>
                  </a:lnTo>
                  <a:lnTo>
                    <a:pt x="115824" y="56388"/>
                  </a:lnTo>
                  <a:lnTo>
                    <a:pt x="121920" y="56388"/>
                  </a:lnTo>
                  <a:lnTo>
                    <a:pt x="121920" y="38100"/>
                  </a:lnTo>
                  <a:lnTo>
                    <a:pt x="131064" y="38100"/>
                  </a:lnTo>
                  <a:lnTo>
                    <a:pt x="131826" y="44196"/>
                  </a:lnTo>
                  <a:lnTo>
                    <a:pt x="133350" y="48768"/>
                  </a:lnTo>
                  <a:lnTo>
                    <a:pt x="135636" y="52578"/>
                  </a:lnTo>
                  <a:lnTo>
                    <a:pt x="137922" y="53949"/>
                  </a:lnTo>
                  <a:lnTo>
                    <a:pt x="139446" y="54864"/>
                  </a:lnTo>
                  <a:lnTo>
                    <a:pt x="143256" y="56388"/>
                  </a:lnTo>
                  <a:lnTo>
                    <a:pt x="147828" y="57150"/>
                  </a:lnTo>
                  <a:lnTo>
                    <a:pt x="153162" y="56388"/>
                  </a:lnTo>
                  <a:lnTo>
                    <a:pt x="156972" y="54864"/>
                  </a:lnTo>
                  <a:lnTo>
                    <a:pt x="158496" y="53644"/>
                  </a:lnTo>
                  <a:lnTo>
                    <a:pt x="160782" y="51816"/>
                  </a:lnTo>
                  <a:lnTo>
                    <a:pt x="163830" y="48006"/>
                  </a:lnTo>
                  <a:lnTo>
                    <a:pt x="165354" y="42672"/>
                  </a:lnTo>
                  <a:lnTo>
                    <a:pt x="165354" y="31242"/>
                  </a:lnTo>
                  <a:close/>
                </a:path>
                <a:path w="249554" h="57150">
                  <a:moveTo>
                    <a:pt x="201930" y="44958"/>
                  </a:moveTo>
                  <a:lnTo>
                    <a:pt x="200406" y="38862"/>
                  </a:lnTo>
                  <a:lnTo>
                    <a:pt x="195834" y="35052"/>
                  </a:lnTo>
                  <a:lnTo>
                    <a:pt x="199644" y="28956"/>
                  </a:lnTo>
                  <a:lnTo>
                    <a:pt x="199644" y="22098"/>
                  </a:lnTo>
                  <a:lnTo>
                    <a:pt x="194310" y="16764"/>
                  </a:lnTo>
                  <a:lnTo>
                    <a:pt x="189738" y="15240"/>
                  </a:lnTo>
                  <a:lnTo>
                    <a:pt x="181356" y="15240"/>
                  </a:lnTo>
                  <a:lnTo>
                    <a:pt x="173736" y="21336"/>
                  </a:lnTo>
                  <a:lnTo>
                    <a:pt x="171450" y="25908"/>
                  </a:lnTo>
                  <a:lnTo>
                    <a:pt x="178308" y="27432"/>
                  </a:lnTo>
                  <a:lnTo>
                    <a:pt x="179832" y="24384"/>
                  </a:lnTo>
                  <a:lnTo>
                    <a:pt x="183642" y="20574"/>
                  </a:lnTo>
                  <a:lnTo>
                    <a:pt x="188976" y="20574"/>
                  </a:lnTo>
                  <a:lnTo>
                    <a:pt x="192786" y="23622"/>
                  </a:lnTo>
                  <a:lnTo>
                    <a:pt x="192786" y="28194"/>
                  </a:lnTo>
                  <a:lnTo>
                    <a:pt x="190500" y="31242"/>
                  </a:lnTo>
                  <a:lnTo>
                    <a:pt x="182880" y="32766"/>
                  </a:lnTo>
                  <a:lnTo>
                    <a:pt x="182880" y="38100"/>
                  </a:lnTo>
                  <a:lnTo>
                    <a:pt x="190500" y="38100"/>
                  </a:lnTo>
                  <a:lnTo>
                    <a:pt x="194310" y="42672"/>
                  </a:lnTo>
                  <a:lnTo>
                    <a:pt x="194310" y="47244"/>
                  </a:lnTo>
                  <a:lnTo>
                    <a:pt x="192786" y="49530"/>
                  </a:lnTo>
                  <a:lnTo>
                    <a:pt x="186690" y="51816"/>
                  </a:lnTo>
                  <a:lnTo>
                    <a:pt x="180594" y="49530"/>
                  </a:lnTo>
                  <a:lnTo>
                    <a:pt x="176784" y="43434"/>
                  </a:lnTo>
                  <a:lnTo>
                    <a:pt x="170688" y="44958"/>
                  </a:lnTo>
                  <a:lnTo>
                    <a:pt x="172212" y="50292"/>
                  </a:lnTo>
                  <a:lnTo>
                    <a:pt x="176022" y="54102"/>
                  </a:lnTo>
                  <a:lnTo>
                    <a:pt x="180594" y="56388"/>
                  </a:lnTo>
                  <a:lnTo>
                    <a:pt x="186690" y="57150"/>
                  </a:lnTo>
                  <a:lnTo>
                    <a:pt x="192786" y="56388"/>
                  </a:lnTo>
                  <a:lnTo>
                    <a:pt x="199644" y="51816"/>
                  </a:lnTo>
                  <a:lnTo>
                    <a:pt x="201930" y="44958"/>
                  </a:lnTo>
                  <a:close/>
                </a:path>
                <a:path w="249554" h="57150">
                  <a:moveTo>
                    <a:pt x="249174" y="11430"/>
                  </a:moveTo>
                  <a:lnTo>
                    <a:pt x="245364" y="11430"/>
                  </a:lnTo>
                  <a:lnTo>
                    <a:pt x="243840" y="12954"/>
                  </a:lnTo>
                  <a:lnTo>
                    <a:pt x="240792" y="17526"/>
                  </a:lnTo>
                  <a:lnTo>
                    <a:pt x="238506" y="19050"/>
                  </a:lnTo>
                  <a:lnTo>
                    <a:pt x="235458" y="21336"/>
                  </a:lnTo>
                  <a:lnTo>
                    <a:pt x="232410" y="22860"/>
                  </a:lnTo>
                  <a:lnTo>
                    <a:pt x="232410" y="28194"/>
                  </a:lnTo>
                  <a:lnTo>
                    <a:pt x="233934" y="27432"/>
                  </a:lnTo>
                  <a:lnTo>
                    <a:pt x="236220" y="25908"/>
                  </a:lnTo>
                  <a:lnTo>
                    <a:pt x="238506" y="25146"/>
                  </a:lnTo>
                  <a:lnTo>
                    <a:pt x="240030" y="23622"/>
                  </a:lnTo>
                  <a:lnTo>
                    <a:pt x="242316" y="22860"/>
                  </a:lnTo>
                  <a:lnTo>
                    <a:pt x="243840" y="21336"/>
                  </a:lnTo>
                  <a:lnTo>
                    <a:pt x="243840" y="56388"/>
                  </a:lnTo>
                  <a:lnTo>
                    <a:pt x="249174" y="56388"/>
                  </a:lnTo>
                  <a:lnTo>
                    <a:pt x="249174" y="114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7652918" y="5705732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82"/>
                  </a:moveTo>
                  <a:lnTo>
                    <a:pt x="0" y="0"/>
                  </a:lnTo>
                  <a:lnTo>
                    <a:pt x="0" y="838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7652918" y="5705732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-380" y="4190"/>
                  </a:moveTo>
                  <a:lnTo>
                    <a:pt x="380" y="4190"/>
                  </a:lnTo>
                </a:path>
              </a:pathLst>
            </a:custGeom>
            <a:ln w="8381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6" name="object 496"/>
            <p:cNvPicPr/>
            <p:nvPr/>
          </p:nvPicPr>
          <p:blipFill>
            <a:blip r:embed="rId132" cstate="print"/>
            <a:stretch>
              <a:fillRect/>
            </a:stretch>
          </p:blipFill>
          <p:spPr>
            <a:xfrm>
              <a:off x="7594612" y="4671317"/>
              <a:ext cx="840498" cy="560978"/>
            </a:xfrm>
            <a:prstGeom prst="rect">
              <a:avLst/>
            </a:prstGeom>
          </p:spPr>
        </p:pic>
        <p:sp>
          <p:nvSpPr>
            <p:cNvPr id="497" name="object 497"/>
            <p:cNvSpPr/>
            <p:nvPr/>
          </p:nvSpPr>
          <p:spPr>
            <a:xfrm>
              <a:off x="7352690" y="5705732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82"/>
                  </a:moveTo>
                  <a:lnTo>
                    <a:pt x="0" y="0"/>
                  </a:lnTo>
                  <a:lnTo>
                    <a:pt x="0" y="838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7352690" y="5705732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-380" y="4191"/>
                  </a:moveTo>
                  <a:lnTo>
                    <a:pt x="380" y="4191"/>
                  </a:lnTo>
                </a:path>
              </a:pathLst>
            </a:custGeom>
            <a:ln w="8381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7352690" y="5705732"/>
              <a:ext cx="300355" cy="8890"/>
            </a:xfrm>
            <a:custGeom>
              <a:avLst/>
              <a:gdLst/>
              <a:ahLst/>
              <a:cxnLst/>
              <a:rect l="l" t="t" r="r" b="b"/>
              <a:pathLst>
                <a:path w="300354" h="8889">
                  <a:moveTo>
                    <a:pt x="300227" y="8382"/>
                  </a:moveTo>
                  <a:lnTo>
                    <a:pt x="300227" y="0"/>
                  </a:lnTo>
                  <a:lnTo>
                    <a:pt x="0" y="0"/>
                  </a:lnTo>
                  <a:lnTo>
                    <a:pt x="0" y="8382"/>
                  </a:lnTo>
                  <a:lnTo>
                    <a:pt x="300227" y="838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7662050" y="5818508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2"/>
                  </a:moveTo>
                  <a:lnTo>
                    <a:pt x="0" y="0"/>
                  </a:lnTo>
                  <a:lnTo>
                    <a:pt x="0" y="1600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7661668" y="581850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7352690" y="5818508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7352309" y="581850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7352677" y="5818508"/>
              <a:ext cx="309880" cy="16510"/>
            </a:xfrm>
            <a:custGeom>
              <a:avLst/>
              <a:gdLst/>
              <a:ahLst/>
              <a:cxnLst/>
              <a:rect l="l" t="t" r="r" b="b"/>
              <a:pathLst>
                <a:path w="309879" h="16510">
                  <a:moveTo>
                    <a:pt x="309372" y="16001"/>
                  </a:moveTo>
                  <a:lnTo>
                    <a:pt x="309372" y="0"/>
                  </a:lnTo>
                  <a:lnTo>
                    <a:pt x="0" y="0"/>
                  </a:lnTo>
                  <a:lnTo>
                    <a:pt x="0" y="16001"/>
                  </a:lnTo>
                  <a:lnTo>
                    <a:pt x="309372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7352690" y="594500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3810"/>
                  </a:moveTo>
                  <a:lnTo>
                    <a:pt x="0" y="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7352690" y="594500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0" y="1905"/>
                  </a:moveTo>
                  <a:lnTo>
                    <a:pt x="380" y="1905"/>
                  </a:lnTo>
                </a:path>
              </a:pathLst>
            </a:custGeom>
            <a:ln w="380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7655204" y="594500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3810"/>
                  </a:moveTo>
                  <a:lnTo>
                    <a:pt x="0" y="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7655204" y="594500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0" y="1905"/>
                  </a:moveTo>
                  <a:lnTo>
                    <a:pt x="380" y="1905"/>
                  </a:lnTo>
                </a:path>
              </a:pathLst>
            </a:custGeom>
            <a:ln w="380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7352690" y="5945001"/>
              <a:ext cx="302895" cy="3810"/>
            </a:xfrm>
            <a:custGeom>
              <a:avLst/>
              <a:gdLst/>
              <a:ahLst/>
              <a:cxnLst/>
              <a:rect l="l" t="t" r="r" b="b"/>
              <a:pathLst>
                <a:path w="302895" h="3810">
                  <a:moveTo>
                    <a:pt x="302514" y="3809"/>
                  </a:moveTo>
                  <a:lnTo>
                    <a:pt x="302514" y="0"/>
                  </a:lnTo>
                  <a:lnTo>
                    <a:pt x="0" y="0"/>
                  </a:lnTo>
                  <a:lnTo>
                    <a:pt x="0" y="3809"/>
                  </a:lnTo>
                  <a:lnTo>
                    <a:pt x="302514" y="380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4722266" y="1485014"/>
              <a:ext cx="1724660" cy="1146810"/>
            </a:xfrm>
            <a:custGeom>
              <a:avLst/>
              <a:gdLst/>
              <a:ahLst/>
              <a:cxnLst/>
              <a:rect l="l" t="t" r="r" b="b"/>
              <a:pathLst>
                <a:path w="1724660" h="1146810">
                  <a:moveTo>
                    <a:pt x="0" y="0"/>
                  </a:moveTo>
                  <a:lnTo>
                    <a:pt x="0" y="1146809"/>
                  </a:lnTo>
                  <a:lnTo>
                    <a:pt x="1724406" y="1146809"/>
                  </a:lnTo>
                  <a:lnTo>
                    <a:pt x="1724406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1" name="object 511"/>
            <p:cNvPicPr/>
            <p:nvPr/>
          </p:nvPicPr>
          <p:blipFill>
            <a:blip r:embed="rId133" cstate="print"/>
            <a:stretch>
              <a:fillRect/>
            </a:stretch>
          </p:blipFill>
          <p:spPr>
            <a:xfrm>
              <a:off x="8033525" y="4508865"/>
              <a:ext cx="64782" cy="64916"/>
            </a:xfrm>
            <a:prstGeom prst="rect">
              <a:avLst/>
            </a:prstGeom>
          </p:spPr>
        </p:pic>
        <p:sp>
          <p:nvSpPr>
            <p:cNvPr id="512" name="object 512"/>
            <p:cNvSpPr/>
            <p:nvPr/>
          </p:nvSpPr>
          <p:spPr>
            <a:xfrm>
              <a:off x="671474" y="6079874"/>
              <a:ext cx="604520" cy="203200"/>
            </a:xfrm>
            <a:custGeom>
              <a:avLst/>
              <a:gdLst/>
              <a:ahLst/>
              <a:cxnLst/>
              <a:rect l="l" t="t" r="r" b="b"/>
              <a:pathLst>
                <a:path w="604519" h="203200">
                  <a:moveTo>
                    <a:pt x="0" y="0"/>
                  </a:moveTo>
                  <a:lnTo>
                    <a:pt x="0" y="202691"/>
                  </a:lnTo>
                  <a:lnTo>
                    <a:pt x="604266" y="202691"/>
                  </a:lnTo>
                  <a:lnTo>
                    <a:pt x="604266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2287676" y="425336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2287676" y="425336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2287676" y="4253360"/>
              <a:ext cx="3810" cy="1035685"/>
            </a:xfrm>
            <a:custGeom>
              <a:avLst/>
              <a:gdLst/>
              <a:ahLst/>
              <a:cxnLst/>
              <a:rect l="l" t="t" r="r" b="b"/>
              <a:pathLst>
                <a:path w="3810" h="1035685">
                  <a:moveTo>
                    <a:pt x="3810" y="0"/>
                  </a:moveTo>
                  <a:lnTo>
                    <a:pt x="3810" y="1035558"/>
                  </a:lnTo>
                  <a:lnTo>
                    <a:pt x="0" y="1035558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2287676" y="4253360"/>
              <a:ext cx="3810" cy="1035685"/>
            </a:xfrm>
            <a:custGeom>
              <a:avLst/>
              <a:gdLst/>
              <a:ahLst/>
              <a:cxnLst/>
              <a:rect l="l" t="t" r="r" b="b"/>
              <a:pathLst>
                <a:path w="3810" h="1035685">
                  <a:moveTo>
                    <a:pt x="3810" y="0"/>
                  </a:moveTo>
                  <a:lnTo>
                    <a:pt x="3810" y="1035558"/>
                  </a:lnTo>
                  <a:lnTo>
                    <a:pt x="0" y="1035558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2273960" y="5256914"/>
              <a:ext cx="31750" cy="32384"/>
            </a:xfrm>
            <a:custGeom>
              <a:avLst/>
              <a:gdLst/>
              <a:ahLst/>
              <a:cxnLst/>
              <a:rect l="l" t="t" r="r" b="b"/>
              <a:pathLst>
                <a:path w="31750" h="32385">
                  <a:moveTo>
                    <a:pt x="31242" y="0"/>
                  </a:moveTo>
                  <a:lnTo>
                    <a:pt x="0" y="0"/>
                  </a:lnTo>
                  <a:lnTo>
                    <a:pt x="15240" y="32004"/>
                  </a:lnTo>
                  <a:lnTo>
                    <a:pt x="312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2273960" y="5256914"/>
              <a:ext cx="31750" cy="32384"/>
            </a:xfrm>
            <a:custGeom>
              <a:avLst/>
              <a:gdLst/>
              <a:ahLst/>
              <a:cxnLst/>
              <a:rect l="l" t="t" r="r" b="b"/>
              <a:pathLst>
                <a:path w="31750" h="32385">
                  <a:moveTo>
                    <a:pt x="0" y="0"/>
                  </a:moveTo>
                  <a:lnTo>
                    <a:pt x="15240" y="32004"/>
                  </a:lnTo>
                  <a:lnTo>
                    <a:pt x="3124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2271674" y="5256152"/>
              <a:ext cx="19050" cy="36830"/>
            </a:xfrm>
            <a:custGeom>
              <a:avLst/>
              <a:gdLst/>
              <a:ahLst/>
              <a:cxnLst/>
              <a:rect l="l" t="t" r="r" b="b"/>
              <a:pathLst>
                <a:path w="19050" h="36829">
                  <a:moveTo>
                    <a:pt x="19050" y="33528"/>
                  </a:moveTo>
                  <a:lnTo>
                    <a:pt x="16002" y="32004"/>
                  </a:lnTo>
                  <a:lnTo>
                    <a:pt x="17526" y="28956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17526" y="36576"/>
                  </a:lnTo>
                  <a:lnTo>
                    <a:pt x="19050" y="335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2271674" y="5256152"/>
              <a:ext cx="19050" cy="36830"/>
            </a:xfrm>
            <a:custGeom>
              <a:avLst/>
              <a:gdLst/>
              <a:ahLst/>
              <a:cxnLst/>
              <a:rect l="l" t="t" r="r" b="b"/>
              <a:pathLst>
                <a:path w="19050" h="36829">
                  <a:moveTo>
                    <a:pt x="0" y="1524"/>
                  </a:moveTo>
                  <a:lnTo>
                    <a:pt x="3810" y="0"/>
                  </a:lnTo>
                  <a:lnTo>
                    <a:pt x="17526" y="28956"/>
                  </a:lnTo>
                  <a:lnTo>
                    <a:pt x="16002" y="32004"/>
                  </a:lnTo>
                  <a:lnTo>
                    <a:pt x="19050" y="33528"/>
                  </a:lnTo>
                  <a:lnTo>
                    <a:pt x="17526" y="3657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2287676" y="5255390"/>
              <a:ext cx="20955" cy="34290"/>
            </a:xfrm>
            <a:custGeom>
              <a:avLst/>
              <a:gdLst/>
              <a:ahLst/>
              <a:cxnLst/>
              <a:rect l="l" t="t" r="r" b="b"/>
              <a:pathLst>
                <a:path w="20955" h="34289">
                  <a:moveTo>
                    <a:pt x="20574" y="0"/>
                  </a:moveTo>
                  <a:lnTo>
                    <a:pt x="17526" y="0"/>
                  </a:lnTo>
                  <a:lnTo>
                    <a:pt x="17526" y="3809"/>
                  </a:lnTo>
                  <a:lnTo>
                    <a:pt x="14478" y="3809"/>
                  </a:lnTo>
                  <a:lnTo>
                    <a:pt x="0" y="32765"/>
                  </a:lnTo>
                  <a:lnTo>
                    <a:pt x="3048" y="34289"/>
                  </a:lnTo>
                  <a:lnTo>
                    <a:pt x="2057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2287676" y="5255390"/>
              <a:ext cx="20955" cy="34290"/>
            </a:xfrm>
            <a:custGeom>
              <a:avLst/>
              <a:gdLst/>
              <a:ahLst/>
              <a:cxnLst/>
              <a:rect l="l" t="t" r="r" b="b"/>
              <a:pathLst>
                <a:path w="20955" h="34289">
                  <a:moveTo>
                    <a:pt x="3048" y="34289"/>
                  </a:moveTo>
                  <a:lnTo>
                    <a:pt x="0" y="32765"/>
                  </a:lnTo>
                  <a:lnTo>
                    <a:pt x="14478" y="3809"/>
                  </a:lnTo>
                  <a:lnTo>
                    <a:pt x="17526" y="3809"/>
                  </a:lnTo>
                  <a:lnTo>
                    <a:pt x="17526" y="0"/>
                  </a:lnTo>
                  <a:lnTo>
                    <a:pt x="20574" y="0"/>
                  </a:lnTo>
                  <a:lnTo>
                    <a:pt x="3048" y="3428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2270912" y="5255390"/>
              <a:ext cx="34290" cy="3810"/>
            </a:xfrm>
            <a:custGeom>
              <a:avLst/>
              <a:gdLst/>
              <a:ahLst/>
              <a:cxnLst/>
              <a:rect l="l" t="t" r="r" b="b"/>
              <a:pathLst>
                <a:path w="34289" h="3810">
                  <a:moveTo>
                    <a:pt x="34289" y="3810"/>
                  </a:moveTo>
                  <a:lnTo>
                    <a:pt x="34289" y="0"/>
                  </a:lnTo>
                  <a:lnTo>
                    <a:pt x="0" y="0"/>
                  </a:lnTo>
                  <a:lnTo>
                    <a:pt x="761" y="2286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3428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2270912" y="5255390"/>
              <a:ext cx="34290" cy="3810"/>
            </a:xfrm>
            <a:custGeom>
              <a:avLst/>
              <a:gdLst/>
              <a:ahLst/>
              <a:cxnLst/>
              <a:rect l="l" t="t" r="r" b="b"/>
              <a:pathLst>
                <a:path w="34289" h="3810">
                  <a:moveTo>
                    <a:pt x="34289" y="0"/>
                  </a:moveTo>
                  <a:lnTo>
                    <a:pt x="34289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761" y="2286"/>
                  </a:lnTo>
                  <a:lnTo>
                    <a:pt x="0" y="0"/>
                  </a:lnTo>
                  <a:lnTo>
                    <a:pt x="3428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5830976" y="4734182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2"/>
                  </a:moveTo>
                  <a:lnTo>
                    <a:pt x="0" y="0"/>
                  </a:lnTo>
                  <a:lnTo>
                    <a:pt x="0" y="1600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5830595" y="4734182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5520829" y="4734182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5520448" y="4734182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5520829" y="4734194"/>
              <a:ext cx="310515" cy="16510"/>
            </a:xfrm>
            <a:custGeom>
              <a:avLst/>
              <a:gdLst/>
              <a:ahLst/>
              <a:cxnLst/>
              <a:rect l="l" t="t" r="r" b="b"/>
              <a:pathLst>
                <a:path w="310514" h="16510">
                  <a:moveTo>
                    <a:pt x="310134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310134" y="16002"/>
                  </a:lnTo>
                  <a:lnTo>
                    <a:pt x="310134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5918212" y="468389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5609996" y="468389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5609615" y="468389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5609971" y="4683903"/>
              <a:ext cx="308610" cy="16510"/>
            </a:xfrm>
            <a:custGeom>
              <a:avLst/>
              <a:gdLst/>
              <a:ahLst/>
              <a:cxnLst/>
              <a:rect l="l" t="t" r="r" b="b"/>
              <a:pathLst>
                <a:path w="308610" h="16510">
                  <a:moveTo>
                    <a:pt x="308610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308610" y="16002"/>
                  </a:lnTo>
                  <a:lnTo>
                    <a:pt x="308610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6007366" y="4639694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5697626" y="4639694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5697245" y="4639694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5697601" y="4639707"/>
              <a:ext cx="310515" cy="16510"/>
            </a:xfrm>
            <a:custGeom>
              <a:avLst/>
              <a:gdLst/>
              <a:ahLst/>
              <a:cxnLst/>
              <a:rect l="l" t="t" r="r" b="b"/>
              <a:pathLst>
                <a:path w="310514" h="16510">
                  <a:moveTo>
                    <a:pt x="310134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310134" y="16002"/>
                  </a:lnTo>
                  <a:lnTo>
                    <a:pt x="310134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6095009" y="459549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5786018" y="4595498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5785637" y="459549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5786006" y="4595510"/>
              <a:ext cx="309880" cy="16510"/>
            </a:xfrm>
            <a:custGeom>
              <a:avLst/>
              <a:gdLst/>
              <a:ahLst/>
              <a:cxnLst/>
              <a:rect l="l" t="t" r="r" b="b"/>
              <a:pathLst>
                <a:path w="309879" h="16510">
                  <a:moveTo>
                    <a:pt x="309372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309372" y="16002"/>
                  </a:lnTo>
                  <a:lnTo>
                    <a:pt x="30937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5827153" y="4734944"/>
              <a:ext cx="6985" cy="14604"/>
            </a:xfrm>
            <a:custGeom>
              <a:avLst/>
              <a:gdLst/>
              <a:ahLst/>
              <a:cxnLst/>
              <a:rect l="l" t="t" r="r" b="b"/>
              <a:pathLst>
                <a:path w="6985" h="14604">
                  <a:moveTo>
                    <a:pt x="6858" y="14477"/>
                  </a:moveTo>
                  <a:lnTo>
                    <a:pt x="0" y="0"/>
                  </a:lnTo>
                  <a:lnTo>
                    <a:pt x="6858" y="14477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6103759" y="4593212"/>
              <a:ext cx="6985" cy="13970"/>
            </a:xfrm>
            <a:custGeom>
              <a:avLst/>
              <a:gdLst/>
              <a:ahLst/>
              <a:cxnLst/>
              <a:rect l="l" t="t" r="r" b="b"/>
              <a:pathLst>
                <a:path w="6985" h="13970">
                  <a:moveTo>
                    <a:pt x="6858" y="13716"/>
                  </a:moveTo>
                  <a:lnTo>
                    <a:pt x="0" y="0"/>
                  </a:lnTo>
                  <a:lnTo>
                    <a:pt x="6858" y="13716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6103759" y="4593212"/>
              <a:ext cx="6985" cy="13970"/>
            </a:xfrm>
            <a:custGeom>
              <a:avLst/>
              <a:gdLst/>
              <a:ahLst/>
              <a:cxnLst/>
              <a:rect l="l" t="t" r="r" b="b"/>
              <a:pathLst>
                <a:path w="6985" h="13970">
                  <a:moveTo>
                    <a:pt x="0" y="0"/>
                  </a:moveTo>
                  <a:lnTo>
                    <a:pt x="6858" y="1371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5827153" y="4593212"/>
              <a:ext cx="283845" cy="156210"/>
            </a:xfrm>
            <a:custGeom>
              <a:avLst/>
              <a:gdLst/>
              <a:ahLst/>
              <a:cxnLst/>
              <a:rect l="l" t="t" r="r" b="b"/>
              <a:pathLst>
                <a:path w="283845" h="156210">
                  <a:moveTo>
                    <a:pt x="283464" y="13716"/>
                  </a:moveTo>
                  <a:lnTo>
                    <a:pt x="276606" y="0"/>
                  </a:lnTo>
                  <a:lnTo>
                    <a:pt x="0" y="141732"/>
                  </a:lnTo>
                  <a:lnTo>
                    <a:pt x="6858" y="156210"/>
                  </a:lnTo>
                  <a:lnTo>
                    <a:pt x="283464" y="13716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5827153" y="4593212"/>
              <a:ext cx="283845" cy="156210"/>
            </a:xfrm>
            <a:custGeom>
              <a:avLst/>
              <a:gdLst/>
              <a:ahLst/>
              <a:cxnLst/>
              <a:rect l="l" t="t" r="r" b="b"/>
              <a:pathLst>
                <a:path w="283845" h="156210">
                  <a:moveTo>
                    <a:pt x="6858" y="156210"/>
                  </a:moveTo>
                  <a:lnTo>
                    <a:pt x="0" y="141732"/>
                  </a:lnTo>
                  <a:lnTo>
                    <a:pt x="276606" y="0"/>
                  </a:lnTo>
                  <a:lnTo>
                    <a:pt x="283464" y="13716"/>
                  </a:lnTo>
                  <a:lnTo>
                    <a:pt x="6858" y="15621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5819546" y="4721228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44196" y="44196"/>
                  </a:moveTo>
                  <a:lnTo>
                    <a:pt x="44196" y="0"/>
                  </a:lnTo>
                  <a:lnTo>
                    <a:pt x="0" y="0"/>
                  </a:lnTo>
                  <a:lnTo>
                    <a:pt x="0" y="44196"/>
                  </a:lnTo>
                  <a:lnTo>
                    <a:pt x="44196" y="441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5819546" y="4721228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44196" y="0"/>
                  </a:moveTo>
                  <a:lnTo>
                    <a:pt x="44196" y="44196"/>
                  </a:lnTo>
                  <a:lnTo>
                    <a:pt x="0" y="44196"/>
                  </a:lnTo>
                  <a:lnTo>
                    <a:pt x="0" y="0"/>
                  </a:lnTo>
                  <a:lnTo>
                    <a:pt x="44196" y="0"/>
                  </a:lnTo>
                  <a:close/>
                </a:path>
              </a:pathLst>
            </a:custGeom>
            <a:ln w="12090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9" name="object 549"/>
            <p:cNvPicPr/>
            <p:nvPr/>
          </p:nvPicPr>
          <p:blipFill>
            <a:blip r:embed="rId134" cstate="print"/>
            <a:stretch>
              <a:fillRect/>
            </a:stretch>
          </p:blipFill>
          <p:spPr>
            <a:xfrm>
              <a:off x="1953539" y="5789171"/>
              <a:ext cx="780288" cy="202691"/>
            </a:xfrm>
            <a:prstGeom prst="rect">
              <a:avLst/>
            </a:prstGeom>
          </p:spPr>
        </p:pic>
        <p:sp>
          <p:nvSpPr>
            <p:cNvPr id="550" name="object 550"/>
            <p:cNvSpPr/>
            <p:nvPr/>
          </p:nvSpPr>
          <p:spPr>
            <a:xfrm>
              <a:off x="5857633" y="4721228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12192" y="50292"/>
                  </a:moveTo>
                  <a:lnTo>
                    <a:pt x="12192" y="0"/>
                  </a:lnTo>
                  <a:lnTo>
                    <a:pt x="0" y="0"/>
                  </a:lnTo>
                  <a:lnTo>
                    <a:pt x="0" y="38100"/>
                  </a:lnTo>
                  <a:lnTo>
                    <a:pt x="6096" y="38100"/>
                  </a:lnTo>
                  <a:lnTo>
                    <a:pt x="6096" y="50292"/>
                  </a:lnTo>
                  <a:lnTo>
                    <a:pt x="12192" y="502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5857633" y="4721228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0" y="0"/>
                  </a:moveTo>
                  <a:lnTo>
                    <a:pt x="12192" y="0"/>
                  </a:lnTo>
                  <a:lnTo>
                    <a:pt x="12192" y="50292"/>
                  </a:lnTo>
                  <a:lnTo>
                    <a:pt x="6096" y="50292"/>
                  </a:lnTo>
                  <a:lnTo>
                    <a:pt x="6096" y="38100"/>
                  </a:lnTo>
                  <a:lnTo>
                    <a:pt x="0" y="3810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5813450" y="4759328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1" y="12192"/>
                  </a:moveTo>
                  <a:lnTo>
                    <a:pt x="50291" y="0"/>
                  </a:lnTo>
                  <a:lnTo>
                    <a:pt x="12191" y="0"/>
                  </a:lnTo>
                  <a:lnTo>
                    <a:pt x="12191" y="6096"/>
                  </a:lnTo>
                  <a:lnTo>
                    <a:pt x="0" y="6096"/>
                  </a:lnTo>
                  <a:lnTo>
                    <a:pt x="0" y="12192"/>
                  </a:lnTo>
                  <a:lnTo>
                    <a:pt x="50291" y="121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5813450" y="4759328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1" y="0"/>
                  </a:moveTo>
                  <a:lnTo>
                    <a:pt x="50291" y="12192"/>
                  </a:lnTo>
                  <a:lnTo>
                    <a:pt x="0" y="12192"/>
                  </a:lnTo>
                  <a:lnTo>
                    <a:pt x="0" y="6096"/>
                  </a:lnTo>
                  <a:lnTo>
                    <a:pt x="12191" y="6096"/>
                  </a:lnTo>
                  <a:lnTo>
                    <a:pt x="12191" y="0"/>
                  </a:lnTo>
                  <a:lnTo>
                    <a:pt x="50291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5813450" y="4715132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12191" y="50292"/>
                  </a:moveTo>
                  <a:lnTo>
                    <a:pt x="12191" y="12192"/>
                  </a:lnTo>
                  <a:lnTo>
                    <a:pt x="6095" y="12192"/>
                  </a:lnTo>
                  <a:lnTo>
                    <a:pt x="6095" y="0"/>
                  </a:lnTo>
                  <a:lnTo>
                    <a:pt x="0" y="0"/>
                  </a:lnTo>
                  <a:lnTo>
                    <a:pt x="0" y="50292"/>
                  </a:lnTo>
                  <a:lnTo>
                    <a:pt x="12191" y="502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5813450" y="4715132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12191" y="50292"/>
                  </a:moveTo>
                  <a:lnTo>
                    <a:pt x="0" y="50292"/>
                  </a:lnTo>
                  <a:lnTo>
                    <a:pt x="0" y="0"/>
                  </a:lnTo>
                  <a:lnTo>
                    <a:pt x="6095" y="0"/>
                  </a:lnTo>
                  <a:lnTo>
                    <a:pt x="6095" y="12192"/>
                  </a:lnTo>
                  <a:lnTo>
                    <a:pt x="12191" y="12192"/>
                  </a:lnTo>
                  <a:lnTo>
                    <a:pt x="12191" y="50292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5819533" y="4715132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2" y="6096"/>
                  </a:moveTo>
                  <a:lnTo>
                    <a:pt x="50292" y="0"/>
                  </a:lnTo>
                  <a:lnTo>
                    <a:pt x="0" y="0"/>
                  </a:lnTo>
                  <a:lnTo>
                    <a:pt x="0" y="12192"/>
                  </a:lnTo>
                  <a:lnTo>
                    <a:pt x="38100" y="12192"/>
                  </a:lnTo>
                  <a:lnTo>
                    <a:pt x="38100" y="6096"/>
                  </a:lnTo>
                  <a:lnTo>
                    <a:pt x="50292" y="6096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5819533" y="4715132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0" y="12192"/>
                  </a:moveTo>
                  <a:lnTo>
                    <a:pt x="0" y="0"/>
                  </a:lnTo>
                  <a:lnTo>
                    <a:pt x="50292" y="0"/>
                  </a:lnTo>
                  <a:lnTo>
                    <a:pt x="50292" y="6096"/>
                  </a:lnTo>
                  <a:lnTo>
                    <a:pt x="38100" y="6096"/>
                  </a:lnTo>
                  <a:lnTo>
                    <a:pt x="38100" y="12192"/>
                  </a:lnTo>
                  <a:lnTo>
                    <a:pt x="0" y="12192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5896508" y="4672460"/>
              <a:ext cx="44450" cy="43815"/>
            </a:xfrm>
            <a:custGeom>
              <a:avLst/>
              <a:gdLst/>
              <a:ahLst/>
              <a:cxnLst/>
              <a:rect l="l" t="t" r="r" b="b"/>
              <a:pathLst>
                <a:path w="44450" h="43814">
                  <a:moveTo>
                    <a:pt x="44196" y="43434"/>
                  </a:moveTo>
                  <a:lnTo>
                    <a:pt x="44196" y="0"/>
                  </a:lnTo>
                  <a:lnTo>
                    <a:pt x="0" y="0"/>
                  </a:lnTo>
                  <a:lnTo>
                    <a:pt x="0" y="43434"/>
                  </a:lnTo>
                  <a:lnTo>
                    <a:pt x="44196" y="434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5896508" y="4672460"/>
              <a:ext cx="44450" cy="43815"/>
            </a:xfrm>
            <a:custGeom>
              <a:avLst/>
              <a:gdLst/>
              <a:ahLst/>
              <a:cxnLst/>
              <a:rect l="l" t="t" r="r" b="b"/>
              <a:pathLst>
                <a:path w="44450" h="43814">
                  <a:moveTo>
                    <a:pt x="44196" y="0"/>
                  </a:moveTo>
                  <a:lnTo>
                    <a:pt x="44196" y="43434"/>
                  </a:lnTo>
                  <a:lnTo>
                    <a:pt x="0" y="43434"/>
                  </a:lnTo>
                  <a:lnTo>
                    <a:pt x="0" y="0"/>
                  </a:lnTo>
                  <a:lnTo>
                    <a:pt x="44196" y="0"/>
                  </a:lnTo>
                  <a:close/>
                </a:path>
              </a:pathLst>
            </a:custGeom>
            <a:ln w="12090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5934595" y="4672460"/>
              <a:ext cx="12700" cy="49530"/>
            </a:xfrm>
            <a:custGeom>
              <a:avLst/>
              <a:gdLst/>
              <a:ahLst/>
              <a:cxnLst/>
              <a:rect l="l" t="t" r="r" b="b"/>
              <a:pathLst>
                <a:path w="12700" h="49529">
                  <a:moveTo>
                    <a:pt x="12192" y="49530"/>
                  </a:moveTo>
                  <a:lnTo>
                    <a:pt x="12192" y="0"/>
                  </a:lnTo>
                  <a:lnTo>
                    <a:pt x="0" y="0"/>
                  </a:lnTo>
                  <a:lnTo>
                    <a:pt x="0" y="37338"/>
                  </a:lnTo>
                  <a:lnTo>
                    <a:pt x="6096" y="37338"/>
                  </a:lnTo>
                  <a:lnTo>
                    <a:pt x="6096" y="49530"/>
                  </a:lnTo>
                  <a:lnTo>
                    <a:pt x="12192" y="4953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5934595" y="4672460"/>
              <a:ext cx="12700" cy="49530"/>
            </a:xfrm>
            <a:custGeom>
              <a:avLst/>
              <a:gdLst/>
              <a:ahLst/>
              <a:cxnLst/>
              <a:rect l="l" t="t" r="r" b="b"/>
              <a:pathLst>
                <a:path w="12700" h="49529">
                  <a:moveTo>
                    <a:pt x="0" y="0"/>
                  </a:moveTo>
                  <a:lnTo>
                    <a:pt x="12192" y="0"/>
                  </a:lnTo>
                  <a:lnTo>
                    <a:pt x="12192" y="49530"/>
                  </a:lnTo>
                  <a:lnTo>
                    <a:pt x="6096" y="49530"/>
                  </a:lnTo>
                  <a:lnTo>
                    <a:pt x="6096" y="37338"/>
                  </a:lnTo>
                  <a:lnTo>
                    <a:pt x="0" y="3733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5890412" y="4709798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1" y="12192"/>
                  </a:moveTo>
                  <a:lnTo>
                    <a:pt x="50291" y="0"/>
                  </a:lnTo>
                  <a:lnTo>
                    <a:pt x="12191" y="0"/>
                  </a:lnTo>
                  <a:lnTo>
                    <a:pt x="12191" y="6096"/>
                  </a:lnTo>
                  <a:lnTo>
                    <a:pt x="0" y="6096"/>
                  </a:lnTo>
                  <a:lnTo>
                    <a:pt x="0" y="12192"/>
                  </a:lnTo>
                  <a:lnTo>
                    <a:pt x="50291" y="121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5890412" y="4709798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1" y="0"/>
                  </a:moveTo>
                  <a:lnTo>
                    <a:pt x="50291" y="12192"/>
                  </a:lnTo>
                  <a:lnTo>
                    <a:pt x="0" y="12192"/>
                  </a:lnTo>
                  <a:lnTo>
                    <a:pt x="0" y="6096"/>
                  </a:lnTo>
                  <a:lnTo>
                    <a:pt x="12191" y="6096"/>
                  </a:lnTo>
                  <a:lnTo>
                    <a:pt x="12191" y="0"/>
                  </a:lnTo>
                  <a:lnTo>
                    <a:pt x="50291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5890412" y="4666364"/>
              <a:ext cx="12700" cy="49530"/>
            </a:xfrm>
            <a:custGeom>
              <a:avLst/>
              <a:gdLst/>
              <a:ahLst/>
              <a:cxnLst/>
              <a:rect l="l" t="t" r="r" b="b"/>
              <a:pathLst>
                <a:path w="12700" h="49529">
                  <a:moveTo>
                    <a:pt x="12191" y="49530"/>
                  </a:moveTo>
                  <a:lnTo>
                    <a:pt x="12191" y="12192"/>
                  </a:lnTo>
                  <a:lnTo>
                    <a:pt x="6095" y="12192"/>
                  </a:lnTo>
                  <a:lnTo>
                    <a:pt x="6095" y="0"/>
                  </a:lnTo>
                  <a:lnTo>
                    <a:pt x="0" y="0"/>
                  </a:lnTo>
                  <a:lnTo>
                    <a:pt x="0" y="49530"/>
                  </a:lnTo>
                  <a:lnTo>
                    <a:pt x="12191" y="4953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5890412" y="4666364"/>
              <a:ext cx="12700" cy="49530"/>
            </a:xfrm>
            <a:custGeom>
              <a:avLst/>
              <a:gdLst/>
              <a:ahLst/>
              <a:cxnLst/>
              <a:rect l="l" t="t" r="r" b="b"/>
              <a:pathLst>
                <a:path w="12700" h="49529">
                  <a:moveTo>
                    <a:pt x="12191" y="49530"/>
                  </a:moveTo>
                  <a:lnTo>
                    <a:pt x="0" y="49530"/>
                  </a:lnTo>
                  <a:lnTo>
                    <a:pt x="0" y="0"/>
                  </a:lnTo>
                  <a:lnTo>
                    <a:pt x="6095" y="0"/>
                  </a:lnTo>
                  <a:lnTo>
                    <a:pt x="6095" y="12192"/>
                  </a:lnTo>
                  <a:lnTo>
                    <a:pt x="12191" y="12192"/>
                  </a:lnTo>
                  <a:lnTo>
                    <a:pt x="12191" y="4953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5896495" y="4666364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2" y="6096"/>
                  </a:moveTo>
                  <a:lnTo>
                    <a:pt x="50292" y="0"/>
                  </a:lnTo>
                  <a:lnTo>
                    <a:pt x="0" y="0"/>
                  </a:lnTo>
                  <a:lnTo>
                    <a:pt x="0" y="12192"/>
                  </a:lnTo>
                  <a:lnTo>
                    <a:pt x="38100" y="12192"/>
                  </a:lnTo>
                  <a:lnTo>
                    <a:pt x="38100" y="6096"/>
                  </a:lnTo>
                  <a:lnTo>
                    <a:pt x="50292" y="6096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5896495" y="4666364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0" y="12192"/>
                  </a:moveTo>
                  <a:lnTo>
                    <a:pt x="0" y="0"/>
                  </a:lnTo>
                  <a:lnTo>
                    <a:pt x="50292" y="0"/>
                  </a:lnTo>
                  <a:lnTo>
                    <a:pt x="50292" y="6096"/>
                  </a:lnTo>
                  <a:lnTo>
                    <a:pt x="38100" y="6096"/>
                  </a:lnTo>
                  <a:lnTo>
                    <a:pt x="38100" y="12192"/>
                  </a:lnTo>
                  <a:lnTo>
                    <a:pt x="0" y="12192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5992520" y="4624454"/>
              <a:ext cx="45085" cy="44450"/>
            </a:xfrm>
            <a:custGeom>
              <a:avLst/>
              <a:gdLst/>
              <a:ahLst/>
              <a:cxnLst/>
              <a:rect l="l" t="t" r="r" b="b"/>
              <a:pathLst>
                <a:path w="45085" h="44450">
                  <a:moveTo>
                    <a:pt x="44957" y="44196"/>
                  </a:moveTo>
                  <a:lnTo>
                    <a:pt x="44957" y="0"/>
                  </a:lnTo>
                  <a:lnTo>
                    <a:pt x="0" y="0"/>
                  </a:lnTo>
                  <a:lnTo>
                    <a:pt x="0" y="44196"/>
                  </a:lnTo>
                  <a:lnTo>
                    <a:pt x="44957" y="441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5992520" y="4624454"/>
              <a:ext cx="45085" cy="44450"/>
            </a:xfrm>
            <a:custGeom>
              <a:avLst/>
              <a:gdLst/>
              <a:ahLst/>
              <a:cxnLst/>
              <a:rect l="l" t="t" r="r" b="b"/>
              <a:pathLst>
                <a:path w="45085" h="44450">
                  <a:moveTo>
                    <a:pt x="44957" y="0"/>
                  </a:moveTo>
                  <a:lnTo>
                    <a:pt x="44957" y="44196"/>
                  </a:lnTo>
                  <a:lnTo>
                    <a:pt x="0" y="44196"/>
                  </a:lnTo>
                  <a:lnTo>
                    <a:pt x="0" y="0"/>
                  </a:lnTo>
                  <a:lnTo>
                    <a:pt x="44957" y="0"/>
                  </a:lnTo>
                  <a:close/>
                </a:path>
              </a:pathLst>
            </a:custGeom>
            <a:ln w="12090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6031369" y="4624454"/>
              <a:ext cx="11430" cy="50800"/>
            </a:xfrm>
            <a:custGeom>
              <a:avLst/>
              <a:gdLst/>
              <a:ahLst/>
              <a:cxnLst/>
              <a:rect l="l" t="t" r="r" b="b"/>
              <a:pathLst>
                <a:path w="11429" h="50800">
                  <a:moveTo>
                    <a:pt x="11430" y="50292"/>
                  </a:moveTo>
                  <a:lnTo>
                    <a:pt x="11430" y="0"/>
                  </a:lnTo>
                  <a:lnTo>
                    <a:pt x="0" y="0"/>
                  </a:lnTo>
                  <a:lnTo>
                    <a:pt x="0" y="38100"/>
                  </a:lnTo>
                  <a:lnTo>
                    <a:pt x="6096" y="38100"/>
                  </a:lnTo>
                  <a:lnTo>
                    <a:pt x="6096" y="50292"/>
                  </a:lnTo>
                  <a:lnTo>
                    <a:pt x="11430" y="502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6031369" y="4624454"/>
              <a:ext cx="11430" cy="50800"/>
            </a:xfrm>
            <a:custGeom>
              <a:avLst/>
              <a:gdLst/>
              <a:ahLst/>
              <a:cxnLst/>
              <a:rect l="l" t="t" r="r" b="b"/>
              <a:pathLst>
                <a:path w="11429" h="50800">
                  <a:moveTo>
                    <a:pt x="0" y="0"/>
                  </a:moveTo>
                  <a:lnTo>
                    <a:pt x="11430" y="0"/>
                  </a:lnTo>
                  <a:lnTo>
                    <a:pt x="11430" y="50292"/>
                  </a:lnTo>
                  <a:lnTo>
                    <a:pt x="6096" y="50292"/>
                  </a:lnTo>
                  <a:lnTo>
                    <a:pt x="6096" y="38100"/>
                  </a:lnTo>
                  <a:lnTo>
                    <a:pt x="0" y="3810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5986424" y="4662554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51053" y="12192"/>
                  </a:moveTo>
                  <a:lnTo>
                    <a:pt x="51053" y="0"/>
                  </a:lnTo>
                  <a:lnTo>
                    <a:pt x="12191" y="0"/>
                  </a:lnTo>
                  <a:lnTo>
                    <a:pt x="12191" y="6096"/>
                  </a:lnTo>
                  <a:lnTo>
                    <a:pt x="0" y="6096"/>
                  </a:lnTo>
                  <a:lnTo>
                    <a:pt x="0" y="12192"/>
                  </a:lnTo>
                  <a:lnTo>
                    <a:pt x="51053" y="121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5986424" y="4662554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51053" y="0"/>
                  </a:moveTo>
                  <a:lnTo>
                    <a:pt x="51053" y="12192"/>
                  </a:lnTo>
                  <a:lnTo>
                    <a:pt x="0" y="12192"/>
                  </a:lnTo>
                  <a:lnTo>
                    <a:pt x="0" y="6096"/>
                  </a:lnTo>
                  <a:lnTo>
                    <a:pt x="12191" y="6096"/>
                  </a:lnTo>
                  <a:lnTo>
                    <a:pt x="12191" y="0"/>
                  </a:lnTo>
                  <a:lnTo>
                    <a:pt x="51053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5986424" y="4618358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12191" y="50292"/>
                  </a:moveTo>
                  <a:lnTo>
                    <a:pt x="12191" y="11430"/>
                  </a:lnTo>
                  <a:lnTo>
                    <a:pt x="6095" y="11430"/>
                  </a:lnTo>
                  <a:lnTo>
                    <a:pt x="6095" y="0"/>
                  </a:lnTo>
                  <a:lnTo>
                    <a:pt x="0" y="0"/>
                  </a:lnTo>
                  <a:lnTo>
                    <a:pt x="0" y="50292"/>
                  </a:lnTo>
                  <a:lnTo>
                    <a:pt x="12191" y="502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5986424" y="4618358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12191" y="50292"/>
                  </a:moveTo>
                  <a:lnTo>
                    <a:pt x="0" y="50292"/>
                  </a:lnTo>
                  <a:lnTo>
                    <a:pt x="0" y="0"/>
                  </a:lnTo>
                  <a:lnTo>
                    <a:pt x="6095" y="0"/>
                  </a:lnTo>
                  <a:lnTo>
                    <a:pt x="6095" y="11430"/>
                  </a:lnTo>
                  <a:lnTo>
                    <a:pt x="12191" y="11430"/>
                  </a:lnTo>
                  <a:lnTo>
                    <a:pt x="12191" y="50292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5992507" y="4618358"/>
              <a:ext cx="50800" cy="11430"/>
            </a:xfrm>
            <a:custGeom>
              <a:avLst/>
              <a:gdLst/>
              <a:ahLst/>
              <a:cxnLst/>
              <a:rect l="l" t="t" r="r" b="b"/>
              <a:pathLst>
                <a:path w="50800" h="11429">
                  <a:moveTo>
                    <a:pt x="50292" y="6096"/>
                  </a:moveTo>
                  <a:lnTo>
                    <a:pt x="50292" y="0"/>
                  </a:lnTo>
                  <a:lnTo>
                    <a:pt x="0" y="0"/>
                  </a:lnTo>
                  <a:lnTo>
                    <a:pt x="0" y="11430"/>
                  </a:lnTo>
                  <a:lnTo>
                    <a:pt x="38862" y="11430"/>
                  </a:lnTo>
                  <a:lnTo>
                    <a:pt x="38862" y="6096"/>
                  </a:lnTo>
                  <a:lnTo>
                    <a:pt x="50292" y="6096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5992507" y="4618358"/>
              <a:ext cx="50800" cy="11430"/>
            </a:xfrm>
            <a:custGeom>
              <a:avLst/>
              <a:gdLst/>
              <a:ahLst/>
              <a:cxnLst/>
              <a:rect l="l" t="t" r="r" b="b"/>
              <a:pathLst>
                <a:path w="50800" h="11429">
                  <a:moveTo>
                    <a:pt x="0" y="11430"/>
                  </a:moveTo>
                  <a:lnTo>
                    <a:pt x="0" y="0"/>
                  </a:lnTo>
                  <a:lnTo>
                    <a:pt x="50292" y="0"/>
                  </a:lnTo>
                  <a:lnTo>
                    <a:pt x="50292" y="6096"/>
                  </a:lnTo>
                  <a:lnTo>
                    <a:pt x="38862" y="6096"/>
                  </a:lnTo>
                  <a:lnTo>
                    <a:pt x="38862" y="11430"/>
                  </a:lnTo>
                  <a:lnTo>
                    <a:pt x="0" y="1143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6075565" y="4584830"/>
              <a:ext cx="44450" cy="43815"/>
            </a:xfrm>
            <a:custGeom>
              <a:avLst/>
              <a:gdLst/>
              <a:ahLst/>
              <a:cxnLst/>
              <a:rect l="l" t="t" r="r" b="b"/>
              <a:pathLst>
                <a:path w="44450" h="43814">
                  <a:moveTo>
                    <a:pt x="44196" y="43434"/>
                  </a:moveTo>
                  <a:lnTo>
                    <a:pt x="44196" y="0"/>
                  </a:lnTo>
                  <a:lnTo>
                    <a:pt x="0" y="0"/>
                  </a:lnTo>
                  <a:lnTo>
                    <a:pt x="0" y="43434"/>
                  </a:lnTo>
                  <a:lnTo>
                    <a:pt x="44196" y="434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6075565" y="4584830"/>
              <a:ext cx="44450" cy="43815"/>
            </a:xfrm>
            <a:custGeom>
              <a:avLst/>
              <a:gdLst/>
              <a:ahLst/>
              <a:cxnLst/>
              <a:rect l="l" t="t" r="r" b="b"/>
              <a:pathLst>
                <a:path w="44450" h="43814">
                  <a:moveTo>
                    <a:pt x="44196" y="0"/>
                  </a:moveTo>
                  <a:lnTo>
                    <a:pt x="44196" y="43434"/>
                  </a:lnTo>
                  <a:lnTo>
                    <a:pt x="0" y="43434"/>
                  </a:lnTo>
                  <a:lnTo>
                    <a:pt x="0" y="0"/>
                  </a:lnTo>
                  <a:lnTo>
                    <a:pt x="44196" y="0"/>
                  </a:lnTo>
                  <a:close/>
                </a:path>
              </a:pathLst>
            </a:custGeom>
            <a:ln w="12090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6113678" y="4584830"/>
              <a:ext cx="12700" cy="49530"/>
            </a:xfrm>
            <a:custGeom>
              <a:avLst/>
              <a:gdLst/>
              <a:ahLst/>
              <a:cxnLst/>
              <a:rect l="l" t="t" r="r" b="b"/>
              <a:pathLst>
                <a:path w="12700" h="49529">
                  <a:moveTo>
                    <a:pt x="12192" y="49530"/>
                  </a:moveTo>
                  <a:lnTo>
                    <a:pt x="12192" y="0"/>
                  </a:lnTo>
                  <a:lnTo>
                    <a:pt x="0" y="0"/>
                  </a:lnTo>
                  <a:lnTo>
                    <a:pt x="0" y="38100"/>
                  </a:lnTo>
                  <a:lnTo>
                    <a:pt x="6096" y="38100"/>
                  </a:lnTo>
                  <a:lnTo>
                    <a:pt x="6096" y="49530"/>
                  </a:lnTo>
                  <a:lnTo>
                    <a:pt x="12192" y="4953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6113678" y="4584830"/>
              <a:ext cx="12700" cy="49530"/>
            </a:xfrm>
            <a:custGeom>
              <a:avLst/>
              <a:gdLst/>
              <a:ahLst/>
              <a:cxnLst/>
              <a:rect l="l" t="t" r="r" b="b"/>
              <a:pathLst>
                <a:path w="12700" h="49529">
                  <a:moveTo>
                    <a:pt x="0" y="0"/>
                  </a:moveTo>
                  <a:lnTo>
                    <a:pt x="12192" y="0"/>
                  </a:lnTo>
                  <a:lnTo>
                    <a:pt x="12192" y="49530"/>
                  </a:lnTo>
                  <a:lnTo>
                    <a:pt x="6096" y="49530"/>
                  </a:lnTo>
                  <a:lnTo>
                    <a:pt x="6096" y="38100"/>
                  </a:lnTo>
                  <a:lnTo>
                    <a:pt x="0" y="3810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6069469" y="4622930"/>
              <a:ext cx="50800" cy="11430"/>
            </a:xfrm>
            <a:custGeom>
              <a:avLst/>
              <a:gdLst/>
              <a:ahLst/>
              <a:cxnLst/>
              <a:rect l="l" t="t" r="r" b="b"/>
              <a:pathLst>
                <a:path w="50800" h="11429">
                  <a:moveTo>
                    <a:pt x="50291" y="11430"/>
                  </a:moveTo>
                  <a:lnTo>
                    <a:pt x="50291" y="0"/>
                  </a:lnTo>
                  <a:lnTo>
                    <a:pt x="12191" y="0"/>
                  </a:lnTo>
                  <a:lnTo>
                    <a:pt x="12191" y="5334"/>
                  </a:lnTo>
                  <a:lnTo>
                    <a:pt x="0" y="5334"/>
                  </a:lnTo>
                  <a:lnTo>
                    <a:pt x="0" y="11430"/>
                  </a:lnTo>
                  <a:lnTo>
                    <a:pt x="50291" y="1143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6069469" y="4622930"/>
              <a:ext cx="50800" cy="11430"/>
            </a:xfrm>
            <a:custGeom>
              <a:avLst/>
              <a:gdLst/>
              <a:ahLst/>
              <a:cxnLst/>
              <a:rect l="l" t="t" r="r" b="b"/>
              <a:pathLst>
                <a:path w="50800" h="11429">
                  <a:moveTo>
                    <a:pt x="50291" y="0"/>
                  </a:moveTo>
                  <a:lnTo>
                    <a:pt x="50291" y="11430"/>
                  </a:lnTo>
                  <a:lnTo>
                    <a:pt x="0" y="11430"/>
                  </a:lnTo>
                  <a:lnTo>
                    <a:pt x="0" y="5334"/>
                  </a:lnTo>
                  <a:lnTo>
                    <a:pt x="12191" y="5334"/>
                  </a:lnTo>
                  <a:lnTo>
                    <a:pt x="12191" y="0"/>
                  </a:lnTo>
                  <a:lnTo>
                    <a:pt x="50291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6069469" y="4578734"/>
              <a:ext cx="12700" cy="49530"/>
            </a:xfrm>
            <a:custGeom>
              <a:avLst/>
              <a:gdLst/>
              <a:ahLst/>
              <a:cxnLst/>
              <a:rect l="l" t="t" r="r" b="b"/>
              <a:pathLst>
                <a:path w="12700" h="49529">
                  <a:moveTo>
                    <a:pt x="12191" y="49530"/>
                  </a:moveTo>
                  <a:lnTo>
                    <a:pt x="12191" y="12192"/>
                  </a:lnTo>
                  <a:lnTo>
                    <a:pt x="6095" y="12192"/>
                  </a:lnTo>
                  <a:lnTo>
                    <a:pt x="6095" y="0"/>
                  </a:lnTo>
                  <a:lnTo>
                    <a:pt x="0" y="0"/>
                  </a:lnTo>
                  <a:lnTo>
                    <a:pt x="0" y="49530"/>
                  </a:lnTo>
                  <a:lnTo>
                    <a:pt x="12191" y="4953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6069469" y="4578734"/>
              <a:ext cx="12700" cy="49530"/>
            </a:xfrm>
            <a:custGeom>
              <a:avLst/>
              <a:gdLst/>
              <a:ahLst/>
              <a:cxnLst/>
              <a:rect l="l" t="t" r="r" b="b"/>
              <a:pathLst>
                <a:path w="12700" h="49529">
                  <a:moveTo>
                    <a:pt x="12191" y="49530"/>
                  </a:moveTo>
                  <a:lnTo>
                    <a:pt x="0" y="49530"/>
                  </a:lnTo>
                  <a:lnTo>
                    <a:pt x="0" y="0"/>
                  </a:lnTo>
                  <a:lnTo>
                    <a:pt x="6095" y="0"/>
                  </a:lnTo>
                  <a:lnTo>
                    <a:pt x="6095" y="12192"/>
                  </a:lnTo>
                  <a:lnTo>
                    <a:pt x="12191" y="12192"/>
                  </a:lnTo>
                  <a:lnTo>
                    <a:pt x="12191" y="4953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6075578" y="4578734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2" y="6096"/>
                  </a:moveTo>
                  <a:lnTo>
                    <a:pt x="50292" y="0"/>
                  </a:lnTo>
                  <a:lnTo>
                    <a:pt x="0" y="0"/>
                  </a:lnTo>
                  <a:lnTo>
                    <a:pt x="0" y="12192"/>
                  </a:lnTo>
                  <a:lnTo>
                    <a:pt x="38100" y="12192"/>
                  </a:lnTo>
                  <a:lnTo>
                    <a:pt x="38100" y="6096"/>
                  </a:lnTo>
                  <a:lnTo>
                    <a:pt x="50292" y="6096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6075578" y="4578734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0" y="12192"/>
                  </a:moveTo>
                  <a:lnTo>
                    <a:pt x="0" y="0"/>
                  </a:lnTo>
                  <a:lnTo>
                    <a:pt x="50292" y="0"/>
                  </a:lnTo>
                  <a:lnTo>
                    <a:pt x="50292" y="6096"/>
                  </a:lnTo>
                  <a:lnTo>
                    <a:pt x="38100" y="6096"/>
                  </a:lnTo>
                  <a:lnTo>
                    <a:pt x="38100" y="12192"/>
                  </a:lnTo>
                  <a:lnTo>
                    <a:pt x="0" y="12192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5835535" y="4337942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2"/>
                  </a:moveTo>
                  <a:lnTo>
                    <a:pt x="0" y="0"/>
                  </a:lnTo>
                  <a:lnTo>
                    <a:pt x="0" y="1600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5835154" y="4337942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5526176" y="4337942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5525795" y="4337942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5526151" y="4337954"/>
              <a:ext cx="309880" cy="16510"/>
            </a:xfrm>
            <a:custGeom>
              <a:avLst/>
              <a:gdLst/>
              <a:ahLst/>
              <a:cxnLst/>
              <a:rect l="l" t="t" r="r" b="b"/>
              <a:pathLst>
                <a:path w="309879" h="16510">
                  <a:moveTo>
                    <a:pt x="309372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309372" y="16002"/>
                  </a:lnTo>
                  <a:lnTo>
                    <a:pt x="30937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5923559" y="428765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5614555" y="428765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5614174" y="428765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5614556" y="4287663"/>
              <a:ext cx="309880" cy="16510"/>
            </a:xfrm>
            <a:custGeom>
              <a:avLst/>
              <a:gdLst/>
              <a:ahLst/>
              <a:cxnLst/>
              <a:rect l="l" t="t" r="r" b="b"/>
              <a:pathLst>
                <a:path w="309879" h="16510">
                  <a:moveTo>
                    <a:pt x="309372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309372" y="16002"/>
                  </a:lnTo>
                  <a:lnTo>
                    <a:pt x="30937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6011938" y="4244216"/>
              <a:ext cx="1270" cy="15240"/>
            </a:xfrm>
            <a:custGeom>
              <a:avLst/>
              <a:gdLst/>
              <a:ahLst/>
              <a:cxnLst/>
              <a:rect l="l" t="t" r="r" b="b"/>
              <a:pathLst>
                <a:path w="1270" h="15239">
                  <a:moveTo>
                    <a:pt x="0" y="15239"/>
                  </a:moveTo>
                  <a:lnTo>
                    <a:pt x="761" y="15239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5702947" y="4244216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0" y="15239"/>
                  </a:move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5702566" y="4244216"/>
              <a:ext cx="1270" cy="15240"/>
            </a:xfrm>
            <a:custGeom>
              <a:avLst/>
              <a:gdLst/>
              <a:ahLst/>
              <a:cxnLst/>
              <a:rect l="l" t="t" r="r" b="b"/>
              <a:pathLst>
                <a:path w="1270" h="15239">
                  <a:moveTo>
                    <a:pt x="0" y="15239"/>
                  </a:moveTo>
                  <a:lnTo>
                    <a:pt x="761" y="15239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5702935" y="4244228"/>
              <a:ext cx="309880" cy="15240"/>
            </a:xfrm>
            <a:custGeom>
              <a:avLst/>
              <a:gdLst/>
              <a:ahLst/>
              <a:cxnLst/>
              <a:rect l="l" t="t" r="r" b="b"/>
              <a:pathLst>
                <a:path w="309879" h="15239">
                  <a:moveTo>
                    <a:pt x="309372" y="0"/>
                  </a:moveTo>
                  <a:lnTo>
                    <a:pt x="0" y="0"/>
                  </a:lnTo>
                  <a:lnTo>
                    <a:pt x="0" y="15240"/>
                  </a:lnTo>
                  <a:lnTo>
                    <a:pt x="309372" y="15240"/>
                  </a:lnTo>
                  <a:lnTo>
                    <a:pt x="30937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6100330" y="419925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5791352" y="4199258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5790971" y="419925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5791327" y="4199271"/>
              <a:ext cx="309880" cy="16510"/>
            </a:xfrm>
            <a:custGeom>
              <a:avLst/>
              <a:gdLst/>
              <a:ahLst/>
              <a:cxnLst/>
              <a:rect l="l" t="t" r="r" b="b"/>
              <a:pathLst>
                <a:path w="309879" h="16510">
                  <a:moveTo>
                    <a:pt x="309372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309372" y="16002"/>
                  </a:lnTo>
                  <a:lnTo>
                    <a:pt x="30937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5831725" y="4338704"/>
              <a:ext cx="6985" cy="14604"/>
            </a:xfrm>
            <a:custGeom>
              <a:avLst/>
              <a:gdLst/>
              <a:ahLst/>
              <a:cxnLst/>
              <a:rect l="l" t="t" r="r" b="b"/>
              <a:pathLst>
                <a:path w="6985" h="14604">
                  <a:moveTo>
                    <a:pt x="6858" y="14477"/>
                  </a:moveTo>
                  <a:lnTo>
                    <a:pt x="0" y="0"/>
                  </a:lnTo>
                  <a:lnTo>
                    <a:pt x="6858" y="14477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6108344" y="4196972"/>
              <a:ext cx="7620" cy="14604"/>
            </a:xfrm>
            <a:custGeom>
              <a:avLst/>
              <a:gdLst/>
              <a:ahLst/>
              <a:cxnLst/>
              <a:rect l="l" t="t" r="r" b="b"/>
              <a:pathLst>
                <a:path w="7620" h="14604">
                  <a:moveTo>
                    <a:pt x="7620" y="14478"/>
                  </a:moveTo>
                  <a:lnTo>
                    <a:pt x="0" y="0"/>
                  </a:lnTo>
                  <a:lnTo>
                    <a:pt x="7620" y="14478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6108344" y="4196972"/>
              <a:ext cx="7620" cy="14604"/>
            </a:xfrm>
            <a:custGeom>
              <a:avLst/>
              <a:gdLst/>
              <a:ahLst/>
              <a:cxnLst/>
              <a:rect l="l" t="t" r="r" b="b"/>
              <a:pathLst>
                <a:path w="7620" h="14604">
                  <a:moveTo>
                    <a:pt x="0" y="0"/>
                  </a:moveTo>
                  <a:lnTo>
                    <a:pt x="7620" y="1447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5831725" y="4196972"/>
              <a:ext cx="284480" cy="156210"/>
            </a:xfrm>
            <a:custGeom>
              <a:avLst/>
              <a:gdLst/>
              <a:ahLst/>
              <a:cxnLst/>
              <a:rect l="l" t="t" r="r" b="b"/>
              <a:pathLst>
                <a:path w="284479" h="156210">
                  <a:moveTo>
                    <a:pt x="284226" y="14478"/>
                  </a:moveTo>
                  <a:lnTo>
                    <a:pt x="276606" y="0"/>
                  </a:lnTo>
                  <a:lnTo>
                    <a:pt x="0" y="141732"/>
                  </a:lnTo>
                  <a:lnTo>
                    <a:pt x="6858" y="156210"/>
                  </a:lnTo>
                  <a:lnTo>
                    <a:pt x="284226" y="14478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5831725" y="4196972"/>
              <a:ext cx="284480" cy="156210"/>
            </a:xfrm>
            <a:custGeom>
              <a:avLst/>
              <a:gdLst/>
              <a:ahLst/>
              <a:cxnLst/>
              <a:rect l="l" t="t" r="r" b="b"/>
              <a:pathLst>
                <a:path w="284479" h="156210">
                  <a:moveTo>
                    <a:pt x="6858" y="156210"/>
                  </a:moveTo>
                  <a:lnTo>
                    <a:pt x="0" y="141732"/>
                  </a:lnTo>
                  <a:lnTo>
                    <a:pt x="276606" y="0"/>
                  </a:lnTo>
                  <a:lnTo>
                    <a:pt x="284226" y="14478"/>
                  </a:lnTo>
                  <a:lnTo>
                    <a:pt x="6858" y="15621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5824880" y="4325750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44196" y="44196"/>
                  </a:moveTo>
                  <a:lnTo>
                    <a:pt x="44196" y="0"/>
                  </a:lnTo>
                  <a:lnTo>
                    <a:pt x="0" y="0"/>
                  </a:lnTo>
                  <a:lnTo>
                    <a:pt x="0" y="44196"/>
                  </a:lnTo>
                  <a:lnTo>
                    <a:pt x="44196" y="441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5824880" y="4325750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44196" y="0"/>
                  </a:moveTo>
                  <a:lnTo>
                    <a:pt x="44196" y="44196"/>
                  </a:lnTo>
                  <a:lnTo>
                    <a:pt x="0" y="44196"/>
                  </a:lnTo>
                  <a:lnTo>
                    <a:pt x="0" y="0"/>
                  </a:lnTo>
                  <a:lnTo>
                    <a:pt x="44196" y="0"/>
                  </a:lnTo>
                  <a:close/>
                </a:path>
              </a:pathLst>
            </a:custGeom>
            <a:ln w="12090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5862980" y="4325750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12192" y="50292"/>
                  </a:moveTo>
                  <a:lnTo>
                    <a:pt x="12192" y="0"/>
                  </a:lnTo>
                  <a:lnTo>
                    <a:pt x="0" y="0"/>
                  </a:lnTo>
                  <a:lnTo>
                    <a:pt x="0" y="38100"/>
                  </a:lnTo>
                  <a:lnTo>
                    <a:pt x="6096" y="38100"/>
                  </a:lnTo>
                  <a:lnTo>
                    <a:pt x="6096" y="50292"/>
                  </a:lnTo>
                  <a:lnTo>
                    <a:pt x="12192" y="502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5862980" y="4325750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0" y="0"/>
                  </a:moveTo>
                  <a:lnTo>
                    <a:pt x="12192" y="0"/>
                  </a:lnTo>
                  <a:lnTo>
                    <a:pt x="12192" y="50292"/>
                  </a:lnTo>
                  <a:lnTo>
                    <a:pt x="6096" y="50292"/>
                  </a:lnTo>
                  <a:lnTo>
                    <a:pt x="6096" y="38100"/>
                  </a:lnTo>
                  <a:lnTo>
                    <a:pt x="0" y="3810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5818784" y="4363850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1" y="12192"/>
                  </a:moveTo>
                  <a:lnTo>
                    <a:pt x="50291" y="0"/>
                  </a:lnTo>
                  <a:lnTo>
                    <a:pt x="12191" y="0"/>
                  </a:lnTo>
                  <a:lnTo>
                    <a:pt x="12191" y="6096"/>
                  </a:lnTo>
                  <a:lnTo>
                    <a:pt x="0" y="6096"/>
                  </a:lnTo>
                  <a:lnTo>
                    <a:pt x="0" y="12192"/>
                  </a:lnTo>
                  <a:lnTo>
                    <a:pt x="50291" y="121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5818784" y="4363850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1" y="0"/>
                  </a:moveTo>
                  <a:lnTo>
                    <a:pt x="50291" y="12192"/>
                  </a:lnTo>
                  <a:lnTo>
                    <a:pt x="0" y="12192"/>
                  </a:lnTo>
                  <a:lnTo>
                    <a:pt x="0" y="6096"/>
                  </a:lnTo>
                  <a:lnTo>
                    <a:pt x="12191" y="6096"/>
                  </a:lnTo>
                  <a:lnTo>
                    <a:pt x="12191" y="0"/>
                  </a:lnTo>
                  <a:lnTo>
                    <a:pt x="50291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5818784" y="4319654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12191" y="50291"/>
                  </a:moveTo>
                  <a:lnTo>
                    <a:pt x="12191" y="12191"/>
                  </a:lnTo>
                  <a:lnTo>
                    <a:pt x="6095" y="12191"/>
                  </a:lnTo>
                  <a:lnTo>
                    <a:pt x="6095" y="0"/>
                  </a:lnTo>
                  <a:lnTo>
                    <a:pt x="0" y="0"/>
                  </a:lnTo>
                  <a:lnTo>
                    <a:pt x="0" y="50291"/>
                  </a:lnTo>
                  <a:lnTo>
                    <a:pt x="12191" y="5029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5818784" y="4319654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12191" y="50291"/>
                  </a:moveTo>
                  <a:lnTo>
                    <a:pt x="0" y="50291"/>
                  </a:lnTo>
                  <a:lnTo>
                    <a:pt x="0" y="0"/>
                  </a:lnTo>
                  <a:lnTo>
                    <a:pt x="6095" y="0"/>
                  </a:lnTo>
                  <a:lnTo>
                    <a:pt x="6095" y="12191"/>
                  </a:lnTo>
                  <a:lnTo>
                    <a:pt x="12191" y="12191"/>
                  </a:lnTo>
                  <a:lnTo>
                    <a:pt x="12191" y="50291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5824880" y="4319654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2" y="6095"/>
                  </a:moveTo>
                  <a:lnTo>
                    <a:pt x="50292" y="0"/>
                  </a:lnTo>
                  <a:lnTo>
                    <a:pt x="0" y="0"/>
                  </a:lnTo>
                  <a:lnTo>
                    <a:pt x="0" y="12191"/>
                  </a:lnTo>
                  <a:lnTo>
                    <a:pt x="38100" y="12191"/>
                  </a:lnTo>
                  <a:lnTo>
                    <a:pt x="38100" y="6095"/>
                  </a:lnTo>
                  <a:lnTo>
                    <a:pt x="50292" y="6095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5824880" y="4319654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0" y="12191"/>
                  </a:moveTo>
                  <a:lnTo>
                    <a:pt x="0" y="0"/>
                  </a:lnTo>
                  <a:lnTo>
                    <a:pt x="50292" y="0"/>
                  </a:lnTo>
                  <a:lnTo>
                    <a:pt x="50292" y="6095"/>
                  </a:lnTo>
                  <a:lnTo>
                    <a:pt x="38100" y="6095"/>
                  </a:lnTo>
                  <a:lnTo>
                    <a:pt x="38100" y="12191"/>
                  </a:lnTo>
                  <a:lnTo>
                    <a:pt x="0" y="12191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5901842" y="4276220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44196" y="44196"/>
                  </a:moveTo>
                  <a:lnTo>
                    <a:pt x="44196" y="0"/>
                  </a:lnTo>
                  <a:lnTo>
                    <a:pt x="0" y="0"/>
                  </a:lnTo>
                  <a:lnTo>
                    <a:pt x="0" y="44196"/>
                  </a:lnTo>
                  <a:lnTo>
                    <a:pt x="44196" y="441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5901842" y="4276220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44196" y="0"/>
                  </a:moveTo>
                  <a:lnTo>
                    <a:pt x="44196" y="44196"/>
                  </a:lnTo>
                  <a:lnTo>
                    <a:pt x="0" y="44196"/>
                  </a:lnTo>
                  <a:lnTo>
                    <a:pt x="0" y="0"/>
                  </a:lnTo>
                  <a:lnTo>
                    <a:pt x="44196" y="0"/>
                  </a:lnTo>
                  <a:close/>
                </a:path>
              </a:pathLst>
            </a:custGeom>
            <a:ln w="12090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5939942" y="4276220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12192" y="50292"/>
                  </a:moveTo>
                  <a:lnTo>
                    <a:pt x="12192" y="0"/>
                  </a:lnTo>
                  <a:lnTo>
                    <a:pt x="0" y="0"/>
                  </a:lnTo>
                  <a:lnTo>
                    <a:pt x="0" y="38100"/>
                  </a:lnTo>
                  <a:lnTo>
                    <a:pt x="6096" y="38100"/>
                  </a:lnTo>
                  <a:lnTo>
                    <a:pt x="6096" y="50292"/>
                  </a:lnTo>
                  <a:lnTo>
                    <a:pt x="12192" y="502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5939942" y="4276220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0" y="0"/>
                  </a:moveTo>
                  <a:lnTo>
                    <a:pt x="12192" y="0"/>
                  </a:lnTo>
                  <a:lnTo>
                    <a:pt x="12192" y="50292"/>
                  </a:lnTo>
                  <a:lnTo>
                    <a:pt x="6096" y="50292"/>
                  </a:lnTo>
                  <a:lnTo>
                    <a:pt x="6096" y="38100"/>
                  </a:lnTo>
                  <a:lnTo>
                    <a:pt x="0" y="3810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5895746" y="4314320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1" y="12192"/>
                  </a:moveTo>
                  <a:lnTo>
                    <a:pt x="50291" y="0"/>
                  </a:lnTo>
                  <a:lnTo>
                    <a:pt x="11429" y="0"/>
                  </a:lnTo>
                  <a:lnTo>
                    <a:pt x="11429" y="6096"/>
                  </a:lnTo>
                  <a:lnTo>
                    <a:pt x="0" y="6096"/>
                  </a:lnTo>
                  <a:lnTo>
                    <a:pt x="0" y="12192"/>
                  </a:lnTo>
                  <a:lnTo>
                    <a:pt x="50291" y="121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5895746" y="4314320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1" y="0"/>
                  </a:moveTo>
                  <a:lnTo>
                    <a:pt x="50291" y="12192"/>
                  </a:lnTo>
                  <a:lnTo>
                    <a:pt x="0" y="12192"/>
                  </a:lnTo>
                  <a:lnTo>
                    <a:pt x="0" y="6096"/>
                  </a:lnTo>
                  <a:lnTo>
                    <a:pt x="11429" y="6096"/>
                  </a:lnTo>
                  <a:lnTo>
                    <a:pt x="11429" y="0"/>
                  </a:lnTo>
                  <a:lnTo>
                    <a:pt x="50291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5895746" y="4270124"/>
              <a:ext cx="11430" cy="50800"/>
            </a:xfrm>
            <a:custGeom>
              <a:avLst/>
              <a:gdLst/>
              <a:ahLst/>
              <a:cxnLst/>
              <a:rect l="l" t="t" r="r" b="b"/>
              <a:pathLst>
                <a:path w="11429" h="50800">
                  <a:moveTo>
                    <a:pt x="11429" y="50291"/>
                  </a:moveTo>
                  <a:lnTo>
                    <a:pt x="11429" y="12191"/>
                  </a:lnTo>
                  <a:lnTo>
                    <a:pt x="6095" y="12191"/>
                  </a:lnTo>
                  <a:lnTo>
                    <a:pt x="6095" y="0"/>
                  </a:lnTo>
                  <a:lnTo>
                    <a:pt x="0" y="0"/>
                  </a:lnTo>
                  <a:lnTo>
                    <a:pt x="0" y="50291"/>
                  </a:lnTo>
                  <a:lnTo>
                    <a:pt x="11429" y="5029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5895746" y="4270124"/>
              <a:ext cx="11430" cy="50800"/>
            </a:xfrm>
            <a:custGeom>
              <a:avLst/>
              <a:gdLst/>
              <a:ahLst/>
              <a:cxnLst/>
              <a:rect l="l" t="t" r="r" b="b"/>
              <a:pathLst>
                <a:path w="11429" h="50800">
                  <a:moveTo>
                    <a:pt x="11429" y="50291"/>
                  </a:moveTo>
                  <a:lnTo>
                    <a:pt x="0" y="50291"/>
                  </a:lnTo>
                  <a:lnTo>
                    <a:pt x="0" y="0"/>
                  </a:lnTo>
                  <a:lnTo>
                    <a:pt x="6095" y="0"/>
                  </a:lnTo>
                  <a:lnTo>
                    <a:pt x="6095" y="12191"/>
                  </a:lnTo>
                  <a:lnTo>
                    <a:pt x="11429" y="12191"/>
                  </a:lnTo>
                  <a:lnTo>
                    <a:pt x="11429" y="50291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5901842" y="4270124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2" y="6095"/>
                  </a:moveTo>
                  <a:lnTo>
                    <a:pt x="50292" y="0"/>
                  </a:lnTo>
                  <a:lnTo>
                    <a:pt x="0" y="0"/>
                  </a:lnTo>
                  <a:lnTo>
                    <a:pt x="0" y="12191"/>
                  </a:lnTo>
                  <a:lnTo>
                    <a:pt x="38100" y="12191"/>
                  </a:lnTo>
                  <a:lnTo>
                    <a:pt x="38100" y="6095"/>
                  </a:lnTo>
                  <a:lnTo>
                    <a:pt x="50292" y="6095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5901842" y="4270124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0" y="12191"/>
                  </a:moveTo>
                  <a:lnTo>
                    <a:pt x="0" y="0"/>
                  </a:lnTo>
                  <a:lnTo>
                    <a:pt x="50292" y="0"/>
                  </a:lnTo>
                  <a:lnTo>
                    <a:pt x="50292" y="6095"/>
                  </a:lnTo>
                  <a:lnTo>
                    <a:pt x="38100" y="6095"/>
                  </a:lnTo>
                  <a:lnTo>
                    <a:pt x="38100" y="12191"/>
                  </a:lnTo>
                  <a:lnTo>
                    <a:pt x="0" y="12191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5997854" y="4228214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44196" y="44196"/>
                  </a:moveTo>
                  <a:lnTo>
                    <a:pt x="44196" y="0"/>
                  </a:lnTo>
                  <a:lnTo>
                    <a:pt x="0" y="0"/>
                  </a:lnTo>
                  <a:lnTo>
                    <a:pt x="0" y="44196"/>
                  </a:lnTo>
                  <a:lnTo>
                    <a:pt x="44196" y="441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5997854" y="4228214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44196" y="0"/>
                  </a:moveTo>
                  <a:lnTo>
                    <a:pt x="44196" y="44196"/>
                  </a:lnTo>
                  <a:lnTo>
                    <a:pt x="0" y="44196"/>
                  </a:lnTo>
                  <a:lnTo>
                    <a:pt x="0" y="0"/>
                  </a:lnTo>
                  <a:lnTo>
                    <a:pt x="44196" y="0"/>
                  </a:lnTo>
                  <a:close/>
                </a:path>
              </a:pathLst>
            </a:custGeom>
            <a:ln w="12090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6035954" y="4228214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12192" y="50292"/>
                  </a:moveTo>
                  <a:lnTo>
                    <a:pt x="12192" y="0"/>
                  </a:lnTo>
                  <a:lnTo>
                    <a:pt x="0" y="0"/>
                  </a:lnTo>
                  <a:lnTo>
                    <a:pt x="0" y="38100"/>
                  </a:lnTo>
                  <a:lnTo>
                    <a:pt x="6096" y="38100"/>
                  </a:lnTo>
                  <a:lnTo>
                    <a:pt x="6096" y="50292"/>
                  </a:lnTo>
                  <a:lnTo>
                    <a:pt x="12192" y="502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6035954" y="4228214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0" y="0"/>
                  </a:moveTo>
                  <a:lnTo>
                    <a:pt x="12192" y="0"/>
                  </a:lnTo>
                  <a:lnTo>
                    <a:pt x="12192" y="50292"/>
                  </a:lnTo>
                  <a:lnTo>
                    <a:pt x="6096" y="50292"/>
                  </a:lnTo>
                  <a:lnTo>
                    <a:pt x="6096" y="38100"/>
                  </a:lnTo>
                  <a:lnTo>
                    <a:pt x="0" y="3810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5991758" y="4266314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1" y="12192"/>
                  </a:moveTo>
                  <a:lnTo>
                    <a:pt x="50291" y="0"/>
                  </a:lnTo>
                  <a:lnTo>
                    <a:pt x="12191" y="0"/>
                  </a:lnTo>
                  <a:lnTo>
                    <a:pt x="12191" y="6096"/>
                  </a:lnTo>
                  <a:lnTo>
                    <a:pt x="0" y="6096"/>
                  </a:lnTo>
                  <a:lnTo>
                    <a:pt x="0" y="12192"/>
                  </a:lnTo>
                  <a:lnTo>
                    <a:pt x="50291" y="121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5991758" y="4266314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1" y="0"/>
                  </a:moveTo>
                  <a:lnTo>
                    <a:pt x="50291" y="12192"/>
                  </a:lnTo>
                  <a:lnTo>
                    <a:pt x="0" y="12192"/>
                  </a:lnTo>
                  <a:lnTo>
                    <a:pt x="0" y="6096"/>
                  </a:lnTo>
                  <a:lnTo>
                    <a:pt x="12191" y="6096"/>
                  </a:lnTo>
                  <a:lnTo>
                    <a:pt x="12191" y="0"/>
                  </a:lnTo>
                  <a:lnTo>
                    <a:pt x="50291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5991758" y="4222118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12191" y="50292"/>
                  </a:moveTo>
                  <a:lnTo>
                    <a:pt x="12191" y="12192"/>
                  </a:lnTo>
                  <a:lnTo>
                    <a:pt x="6095" y="12192"/>
                  </a:lnTo>
                  <a:lnTo>
                    <a:pt x="6095" y="0"/>
                  </a:lnTo>
                  <a:lnTo>
                    <a:pt x="0" y="0"/>
                  </a:lnTo>
                  <a:lnTo>
                    <a:pt x="0" y="50292"/>
                  </a:lnTo>
                  <a:lnTo>
                    <a:pt x="12191" y="502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5991758" y="4222118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12191" y="50292"/>
                  </a:moveTo>
                  <a:lnTo>
                    <a:pt x="0" y="50292"/>
                  </a:lnTo>
                  <a:lnTo>
                    <a:pt x="0" y="0"/>
                  </a:lnTo>
                  <a:lnTo>
                    <a:pt x="6095" y="0"/>
                  </a:lnTo>
                  <a:lnTo>
                    <a:pt x="6095" y="12192"/>
                  </a:lnTo>
                  <a:lnTo>
                    <a:pt x="12191" y="12192"/>
                  </a:lnTo>
                  <a:lnTo>
                    <a:pt x="12191" y="50292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5997854" y="4222118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2" y="6096"/>
                  </a:moveTo>
                  <a:lnTo>
                    <a:pt x="50292" y="0"/>
                  </a:lnTo>
                  <a:lnTo>
                    <a:pt x="0" y="0"/>
                  </a:lnTo>
                  <a:lnTo>
                    <a:pt x="0" y="12192"/>
                  </a:lnTo>
                  <a:lnTo>
                    <a:pt x="38100" y="12192"/>
                  </a:lnTo>
                  <a:lnTo>
                    <a:pt x="38100" y="6096"/>
                  </a:lnTo>
                  <a:lnTo>
                    <a:pt x="50292" y="6096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5997854" y="4222118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0" y="12192"/>
                  </a:moveTo>
                  <a:lnTo>
                    <a:pt x="0" y="0"/>
                  </a:lnTo>
                  <a:lnTo>
                    <a:pt x="50292" y="0"/>
                  </a:lnTo>
                  <a:lnTo>
                    <a:pt x="50292" y="6096"/>
                  </a:lnTo>
                  <a:lnTo>
                    <a:pt x="38100" y="6096"/>
                  </a:lnTo>
                  <a:lnTo>
                    <a:pt x="38100" y="12192"/>
                  </a:lnTo>
                  <a:lnTo>
                    <a:pt x="0" y="12192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6080899" y="4188590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44196" y="44196"/>
                  </a:moveTo>
                  <a:lnTo>
                    <a:pt x="44196" y="0"/>
                  </a:lnTo>
                  <a:lnTo>
                    <a:pt x="0" y="0"/>
                  </a:lnTo>
                  <a:lnTo>
                    <a:pt x="0" y="44196"/>
                  </a:lnTo>
                  <a:lnTo>
                    <a:pt x="44196" y="441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6080899" y="4188590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44196" y="0"/>
                  </a:moveTo>
                  <a:lnTo>
                    <a:pt x="44196" y="44196"/>
                  </a:lnTo>
                  <a:lnTo>
                    <a:pt x="0" y="44196"/>
                  </a:lnTo>
                  <a:lnTo>
                    <a:pt x="0" y="0"/>
                  </a:lnTo>
                  <a:lnTo>
                    <a:pt x="44196" y="0"/>
                  </a:lnTo>
                  <a:close/>
                </a:path>
              </a:pathLst>
            </a:custGeom>
            <a:ln w="12090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6118999" y="4188590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12192" y="50292"/>
                  </a:moveTo>
                  <a:lnTo>
                    <a:pt x="12192" y="0"/>
                  </a:lnTo>
                  <a:lnTo>
                    <a:pt x="0" y="0"/>
                  </a:lnTo>
                  <a:lnTo>
                    <a:pt x="0" y="38100"/>
                  </a:lnTo>
                  <a:lnTo>
                    <a:pt x="6096" y="38100"/>
                  </a:lnTo>
                  <a:lnTo>
                    <a:pt x="6096" y="50292"/>
                  </a:lnTo>
                  <a:lnTo>
                    <a:pt x="12192" y="502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6118999" y="4188590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0" y="0"/>
                  </a:moveTo>
                  <a:lnTo>
                    <a:pt x="12192" y="0"/>
                  </a:lnTo>
                  <a:lnTo>
                    <a:pt x="12192" y="50292"/>
                  </a:lnTo>
                  <a:lnTo>
                    <a:pt x="6096" y="50292"/>
                  </a:lnTo>
                  <a:lnTo>
                    <a:pt x="6096" y="38100"/>
                  </a:lnTo>
                  <a:lnTo>
                    <a:pt x="0" y="3810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6074803" y="4226690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1" y="12192"/>
                  </a:moveTo>
                  <a:lnTo>
                    <a:pt x="50291" y="0"/>
                  </a:lnTo>
                  <a:lnTo>
                    <a:pt x="12191" y="0"/>
                  </a:lnTo>
                  <a:lnTo>
                    <a:pt x="12191" y="6096"/>
                  </a:lnTo>
                  <a:lnTo>
                    <a:pt x="0" y="6096"/>
                  </a:lnTo>
                  <a:lnTo>
                    <a:pt x="0" y="12192"/>
                  </a:lnTo>
                  <a:lnTo>
                    <a:pt x="50291" y="121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6074803" y="4226690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1" y="0"/>
                  </a:moveTo>
                  <a:lnTo>
                    <a:pt x="50291" y="12192"/>
                  </a:lnTo>
                  <a:lnTo>
                    <a:pt x="0" y="12192"/>
                  </a:lnTo>
                  <a:lnTo>
                    <a:pt x="0" y="6096"/>
                  </a:lnTo>
                  <a:lnTo>
                    <a:pt x="12191" y="6096"/>
                  </a:lnTo>
                  <a:lnTo>
                    <a:pt x="12191" y="0"/>
                  </a:lnTo>
                  <a:lnTo>
                    <a:pt x="50291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6074803" y="4182494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12191" y="50291"/>
                  </a:moveTo>
                  <a:lnTo>
                    <a:pt x="12191" y="12191"/>
                  </a:lnTo>
                  <a:lnTo>
                    <a:pt x="6095" y="12191"/>
                  </a:lnTo>
                  <a:lnTo>
                    <a:pt x="6095" y="0"/>
                  </a:lnTo>
                  <a:lnTo>
                    <a:pt x="0" y="0"/>
                  </a:lnTo>
                  <a:lnTo>
                    <a:pt x="0" y="50291"/>
                  </a:lnTo>
                  <a:lnTo>
                    <a:pt x="12191" y="5029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6074803" y="4182494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12191" y="50291"/>
                  </a:moveTo>
                  <a:lnTo>
                    <a:pt x="0" y="50291"/>
                  </a:lnTo>
                  <a:lnTo>
                    <a:pt x="0" y="0"/>
                  </a:lnTo>
                  <a:lnTo>
                    <a:pt x="6095" y="0"/>
                  </a:lnTo>
                  <a:lnTo>
                    <a:pt x="6095" y="12191"/>
                  </a:lnTo>
                  <a:lnTo>
                    <a:pt x="12191" y="12191"/>
                  </a:lnTo>
                  <a:lnTo>
                    <a:pt x="12191" y="50291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6080899" y="4182494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2" y="6095"/>
                  </a:moveTo>
                  <a:lnTo>
                    <a:pt x="50292" y="0"/>
                  </a:lnTo>
                  <a:lnTo>
                    <a:pt x="0" y="0"/>
                  </a:lnTo>
                  <a:lnTo>
                    <a:pt x="0" y="12191"/>
                  </a:lnTo>
                  <a:lnTo>
                    <a:pt x="38100" y="12191"/>
                  </a:lnTo>
                  <a:lnTo>
                    <a:pt x="38100" y="6095"/>
                  </a:lnTo>
                  <a:lnTo>
                    <a:pt x="50292" y="6095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6080899" y="4182494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0" y="12191"/>
                  </a:moveTo>
                  <a:lnTo>
                    <a:pt x="0" y="0"/>
                  </a:lnTo>
                  <a:lnTo>
                    <a:pt x="50292" y="0"/>
                  </a:lnTo>
                  <a:lnTo>
                    <a:pt x="50292" y="6095"/>
                  </a:lnTo>
                  <a:lnTo>
                    <a:pt x="38100" y="6095"/>
                  </a:lnTo>
                  <a:lnTo>
                    <a:pt x="38100" y="12191"/>
                  </a:lnTo>
                  <a:lnTo>
                    <a:pt x="0" y="12191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6126632" y="3746630"/>
              <a:ext cx="8890" cy="16510"/>
            </a:xfrm>
            <a:custGeom>
              <a:avLst/>
              <a:gdLst/>
              <a:ahLst/>
              <a:cxnLst/>
              <a:rect l="l" t="t" r="r" b="b"/>
              <a:pathLst>
                <a:path w="8889" h="16510">
                  <a:moveTo>
                    <a:pt x="8382" y="0"/>
                  </a:moveTo>
                  <a:lnTo>
                    <a:pt x="8382" y="16001"/>
                  </a:lnTo>
                  <a:lnTo>
                    <a:pt x="0" y="16001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6126632" y="3746630"/>
              <a:ext cx="8890" cy="16510"/>
            </a:xfrm>
            <a:custGeom>
              <a:avLst/>
              <a:gdLst/>
              <a:ahLst/>
              <a:cxnLst/>
              <a:rect l="l" t="t" r="r" b="b"/>
              <a:pathLst>
                <a:path w="8889" h="16510">
                  <a:moveTo>
                    <a:pt x="8382" y="0"/>
                  </a:moveTo>
                  <a:lnTo>
                    <a:pt x="8382" y="16001"/>
                  </a:lnTo>
                  <a:lnTo>
                    <a:pt x="0" y="16001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6135002" y="2379614"/>
              <a:ext cx="1506220" cy="1383030"/>
            </a:xfrm>
            <a:custGeom>
              <a:avLst/>
              <a:gdLst/>
              <a:ahLst/>
              <a:cxnLst/>
              <a:rect l="l" t="t" r="r" b="b"/>
              <a:pathLst>
                <a:path w="1506220" h="1383029">
                  <a:moveTo>
                    <a:pt x="1505699" y="0"/>
                  </a:moveTo>
                  <a:lnTo>
                    <a:pt x="1489697" y="0"/>
                  </a:lnTo>
                  <a:lnTo>
                    <a:pt x="1489697" y="7620"/>
                  </a:lnTo>
                  <a:lnTo>
                    <a:pt x="1505699" y="7620"/>
                  </a:lnTo>
                  <a:lnTo>
                    <a:pt x="1505699" y="0"/>
                  </a:lnTo>
                  <a:close/>
                </a:path>
                <a:path w="1506220" h="1383029">
                  <a:moveTo>
                    <a:pt x="1506220" y="1374648"/>
                  </a:moveTo>
                  <a:lnTo>
                    <a:pt x="1489710" y="1374648"/>
                  </a:lnTo>
                  <a:lnTo>
                    <a:pt x="1489710" y="1367028"/>
                  </a:lnTo>
                  <a:lnTo>
                    <a:pt x="0" y="1367028"/>
                  </a:lnTo>
                  <a:lnTo>
                    <a:pt x="0" y="1383030"/>
                  </a:lnTo>
                  <a:lnTo>
                    <a:pt x="1489710" y="1383030"/>
                  </a:lnTo>
                  <a:lnTo>
                    <a:pt x="1506220" y="1383030"/>
                  </a:lnTo>
                  <a:lnTo>
                    <a:pt x="1506220" y="1374648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6135014" y="3746630"/>
              <a:ext cx="1506220" cy="16510"/>
            </a:xfrm>
            <a:custGeom>
              <a:avLst/>
              <a:gdLst/>
              <a:ahLst/>
              <a:cxnLst/>
              <a:rect l="l" t="t" r="r" b="b"/>
              <a:pathLst>
                <a:path w="1506220" h="16510">
                  <a:moveTo>
                    <a:pt x="0" y="16001"/>
                  </a:moveTo>
                  <a:lnTo>
                    <a:pt x="0" y="0"/>
                  </a:lnTo>
                  <a:lnTo>
                    <a:pt x="1489710" y="0"/>
                  </a:lnTo>
                  <a:lnTo>
                    <a:pt x="1489710" y="7619"/>
                  </a:lnTo>
                  <a:lnTo>
                    <a:pt x="1505712" y="7619"/>
                  </a:lnTo>
                  <a:lnTo>
                    <a:pt x="1505712" y="16001"/>
                  </a:lnTo>
                  <a:lnTo>
                    <a:pt x="0" y="16001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7624724" y="2387222"/>
              <a:ext cx="16510" cy="1367155"/>
            </a:xfrm>
            <a:custGeom>
              <a:avLst/>
              <a:gdLst/>
              <a:ahLst/>
              <a:cxnLst/>
              <a:rect l="l" t="t" r="r" b="b"/>
              <a:pathLst>
                <a:path w="16509" h="1367154">
                  <a:moveTo>
                    <a:pt x="16001" y="0"/>
                  </a:moveTo>
                  <a:lnTo>
                    <a:pt x="16001" y="1367027"/>
                  </a:lnTo>
                  <a:lnTo>
                    <a:pt x="0" y="1367027"/>
                  </a:lnTo>
                  <a:lnTo>
                    <a:pt x="0" y="0"/>
                  </a:lnTo>
                  <a:lnTo>
                    <a:pt x="16001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7624724" y="2387222"/>
              <a:ext cx="16510" cy="1367155"/>
            </a:xfrm>
            <a:custGeom>
              <a:avLst/>
              <a:gdLst/>
              <a:ahLst/>
              <a:cxnLst/>
              <a:rect l="l" t="t" r="r" b="b"/>
              <a:pathLst>
                <a:path w="16509" h="1367154">
                  <a:moveTo>
                    <a:pt x="16001" y="0"/>
                  </a:moveTo>
                  <a:lnTo>
                    <a:pt x="16001" y="1367027"/>
                  </a:lnTo>
                  <a:lnTo>
                    <a:pt x="0" y="1367027"/>
                  </a:lnTo>
                  <a:lnTo>
                    <a:pt x="0" y="0"/>
                  </a:lnTo>
                  <a:lnTo>
                    <a:pt x="16001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6645541" y="4590938"/>
              <a:ext cx="253365" cy="57150"/>
            </a:xfrm>
            <a:custGeom>
              <a:avLst/>
              <a:gdLst/>
              <a:ahLst/>
              <a:cxnLst/>
              <a:rect l="l" t="t" r="r" b="b"/>
              <a:pathLst>
                <a:path w="253365" h="57150">
                  <a:moveTo>
                    <a:pt x="59436" y="0"/>
                  </a:moveTo>
                  <a:lnTo>
                    <a:pt x="51816" y="0"/>
                  </a:lnTo>
                  <a:lnTo>
                    <a:pt x="51816" y="49530"/>
                  </a:lnTo>
                  <a:lnTo>
                    <a:pt x="33528" y="49530"/>
                  </a:lnTo>
                  <a:lnTo>
                    <a:pt x="33528" y="0"/>
                  </a:lnTo>
                  <a:lnTo>
                    <a:pt x="25908" y="0"/>
                  </a:lnTo>
                  <a:lnTo>
                    <a:pt x="25908" y="49530"/>
                  </a:lnTo>
                  <a:lnTo>
                    <a:pt x="7620" y="49530"/>
                  </a:lnTo>
                  <a:lnTo>
                    <a:pt x="7620" y="0"/>
                  </a:lnTo>
                  <a:lnTo>
                    <a:pt x="0" y="0"/>
                  </a:lnTo>
                  <a:lnTo>
                    <a:pt x="0" y="55626"/>
                  </a:lnTo>
                  <a:lnTo>
                    <a:pt x="59436" y="55626"/>
                  </a:lnTo>
                  <a:lnTo>
                    <a:pt x="59436" y="0"/>
                  </a:lnTo>
                  <a:close/>
                </a:path>
                <a:path w="253365" h="57150">
                  <a:moveTo>
                    <a:pt x="105918" y="15240"/>
                  </a:moveTo>
                  <a:lnTo>
                    <a:pt x="73914" y="15240"/>
                  </a:lnTo>
                  <a:lnTo>
                    <a:pt x="73914" y="48006"/>
                  </a:lnTo>
                  <a:lnTo>
                    <a:pt x="73152" y="48768"/>
                  </a:lnTo>
                  <a:lnTo>
                    <a:pt x="73152" y="49530"/>
                  </a:lnTo>
                  <a:lnTo>
                    <a:pt x="71628" y="49530"/>
                  </a:lnTo>
                  <a:lnTo>
                    <a:pt x="70866" y="50292"/>
                  </a:lnTo>
                  <a:lnTo>
                    <a:pt x="66294" y="50292"/>
                  </a:lnTo>
                  <a:lnTo>
                    <a:pt x="66294" y="55626"/>
                  </a:lnTo>
                  <a:lnTo>
                    <a:pt x="68580" y="56388"/>
                  </a:lnTo>
                  <a:lnTo>
                    <a:pt x="77685" y="54051"/>
                  </a:lnTo>
                  <a:lnTo>
                    <a:pt x="80657" y="46520"/>
                  </a:lnTo>
                  <a:lnTo>
                    <a:pt x="80645" y="36487"/>
                  </a:lnTo>
                  <a:lnTo>
                    <a:pt x="80772" y="26670"/>
                  </a:lnTo>
                  <a:lnTo>
                    <a:pt x="80772" y="21336"/>
                  </a:lnTo>
                  <a:lnTo>
                    <a:pt x="99060" y="21336"/>
                  </a:lnTo>
                  <a:lnTo>
                    <a:pt x="99060" y="55626"/>
                  </a:lnTo>
                  <a:lnTo>
                    <a:pt x="105918" y="55626"/>
                  </a:lnTo>
                  <a:lnTo>
                    <a:pt x="105918" y="15240"/>
                  </a:lnTo>
                  <a:close/>
                </a:path>
                <a:path w="253365" h="57150">
                  <a:moveTo>
                    <a:pt x="165354" y="31242"/>
                  </a:moveTo>
                  <a:lnTo>
                    <a:pt x="164592" y="27432"/>
                  </a:lnTo>
                  <a:lnTo>
                    <a:pt x="163068" y="23622"/>
                  </a:lnTo>
                  <a:lnTo>
                    <a:pt x="160020" y="19050"/>
                  </a:lnTo>
                  <a:lnTo>
                    <a:pt x="158927" y="17957"/>
                  </a:lnTo>
                  <a:lnTo>
                    <a:pt x="158927" y="37579"/>
                  </a:lnTo>
                  <a:lnTo>
                    <a:pt x="156654" y="46037"/>
                  </a:lnTo>
                  <a:lnTo>
                    <a:pt x="150876" y="51054"/>
                  </a:lnTo>
                  <a:lnTo>
                    <a:pt x="144780" y="51054"/>
                  </a:lnTo>
                  <a:lnTo>
                    <a:pt x="139611" y="44704"/>
                  </a:lnTo>
                  <a:lnTo>
                    <a:pt x="137655" y="36626"/>
                  </a:lnTo>
                  <a:lnTo>
                    <a:pt x="138887" y="28511"/>
                  </a:lnTo>
                  <a:lnTo>
                    <a:pt x="143256" y="22098"/>
                  </a:lnTo>
                  <a:lnTo>
                    <a:pt x="144780" y="21336"/>
                  </a:lnTo>
                  <a:lnTo>
                    <a:pt x="147828" y="20574"/>
                  </a:lnTo>
                  <a:lnTo>
                    <a:pt x="151638" y="21336"/>
                  </a:lnTo>
                  <a:lnTo>
                    <a:pt x="153924" y="22098"/>
                  </a:lnTo>
                  <a:lnTo>
                    <a:pt x="157937" y="28613"/>
                  </a:lnTo>
                  <a:lnTo>
                    <a:pt x="158927" y="37579"/>
                  </a:lnTo>
                  <a:lnTo>
                    <a:pt x="158927" y="17957"/>
                  </a:lnTo>
                  <a:lnTo>
                    <a:pt x="157734" y="16764"/>
                  </a:lnTo>
                  <a:lnTo>
                    <a:pt x="151638" y="15240"/>
                  </a:lnTo>
                  <a:lnTo>
                    <a:pt x="147828" y="14478"/>
                  </a:lnTo>
                  <a:lnTo>
                    <a:pt x="144018" y="15240"/>
                  </a:lnTo>
                  <a:lnTo>
                    <a:pt x="131064" y="32766"/>
                  </a:lnTo>
                  <a:lnTo>
                    <a:pt x="122682" y="32766"/>
                  </a:lnTo>
                  <a:lnTo>
                    <a:pt x="122682" y="15240"/>
                  </a:lnTo>
                  <a:lnTo>
                    <a:pt x="115824" y="15240"/>
                  </a:lnTo>
                  <a:lnTo>
                    <a:pt x="115824" y="55626"/>
                  </a:lnTo>
                  <a:lnTo>
                    <a:pt x="122682" y="55626"/>
                  </a:lnTo>
                  <a:lnTo>
                    <a:pt x="122682" y="38100"/>
                  </a:lnTo>
                  <a:lnTo>
                    <a:pt x="131064" y="38100"/>
                  </a:lnTo>
                  <a:lnTo>
                    <a:pt x="131826" y="43434"/>
                  </a:lnTo>
                  <a:lnTo>
                    <a:pt x="134112" y="48006"/>
                  </a:lnTo>
                  <a:lnTo>
                    <a:pt x="136398" y="51816"/>
                  </a:lnTo>
                  <a:lnTo>
                    <a:pt x="137655" y="53073"/>
                  </a:lnTo>
                  <a:lnTo>
                    <a:pt x="139446" y="54864"/>
                  </a:lnTo>
                  <a:lnTo>
                    <a:pt x="144018" y="56388"/>
                  </a:lnTo>
                  <a:lnTo>
                    <a:pt x="147828" y="57150"/>
                  </a:lnTo>
                  <a:lnTo>
                    <a:pt x="153162" y="56388"/>
                  </a:lnTo>
                  <a:lnTo>
                    <a:pt x="157734" y="54102"/>
                  </a:lnTo>
                  <a:lnTo>
                    <a:pt x="158927" y="52908"/>
                  </a:lnTo>
                  <a:lnTo>
                    <a:pt x="160782" y="51054"/>
                  </a:lnTo>
                  <a:lnTo>
                    <a:pt x="163830" y="47244"/>
                  </a:lnTo>
                  <a:lnTo>
                    <a:pt x="165354" y="41910"/>
                  </a:lnTo>
                  <a:lnTo>
                    <a:pt x="165354" y="31242"/>
                  </a:lnTo>
                  <a:close/>
                </a:path>
                <a:path w="253365" h="57150">
                  <a:moveTo>
                    <a:pt x="201917" y="44196"/>
                  </a:moveTo>
                  <a:lnTo>
                    <a:pt x="200393" y="38100"/>
                  </a:lnTo>
                  <a:lnTo>
                    <a:pt x="195821" y="34290"/>
                  </a:lnTo>
                  <a:lnTo>
                    <a:pt x="198107" y="32766"/>
                  </a:lnTo>
                  <a:lnTo>
                    <a:pt x="200393" y="28956"/>
                  </a:lnTo>
                  <a:lnTo>
                    <a:pt x="199631" y="22098"/>
                  </a:lnTo>
                  <a:lnTo>
                    <a:pt x="195059" y="16764"/>
                  </a:lnTo>
                  <a:lnTo>
                    <a:pt x="186677" y="14478"/>
                  </a:lnTo>
                  <a:lnTo>
                    <a:pt x="181343" y="15240"/>
                  </a:lnTo>
                  <a:lnTo>
                    <a:pt x="176771" y="17526"/>
                  </a:lnTo>
                  <a:lnTo>
                    <a:pt x="171437" y="25908"/>
                  </a:lnTo>
                  <a:lnTo>
                    <a:pt x="178295" y="27432"/>
                  </a:lnTo>
                  <a:lnTo>
                    <a:pt x="183629" y="20574"/>
                  </a:lnTo>
                  <a:lnTo>
                    <a:pt x="188963" y="20574"/>
                  </a:lnTo>
                  <a:lnTo>
                    <a:pt x="192773" y="23622"/>
                  </a:lnTo>
                  <a:lnTo>
                    <a:pt x="192773" y="28194"/>
                  </a:lnTo>
                  <a:lnTo>
                    <a:pt x="188963" y="32004"/>
                  </a:lnTo>
                  <a:lnTo>
                    <a:pt x="182867" y="32004"/>
                  </a:lnTo>
                  <a:lnTo>
                    <a:pt x="182867" y="37338"/>
                  </a:lnTo>
                  <a:lnTo>
                    <a:pt x="190487" y="38100"/>
                  </a:lnTo>
                  <a:lnTo>
                    <a:pt x="194297" y="41910"/>
                  </a:lnTo>
                  <a:lnTo>
                    <a:pt x="194297" y="47244"/>
                  </a:lnTo>
                  <a:lnTo>
                    <a:pt x="189725" y="51054"/>
                  </a:lnTo>
                  <a:lnTo>
                    <a:pt x="183629" y="51054"/>
                  </a:lnTo>
                  <a:lnTo>
                    <a:pt x="180581" y="48768"/>
                  </a:lnTo>
                  <a:lnTo>
                    <a:pt x="176771" y="42672"/>
                  </a:lnTo>
                  <a:lnTo>
                    <a:pt x="170675" y="44196"/>
                  </a:lnTo>
                  <a:lnTo>
                    <a:pt x="172199" y="49530"/>
                  </a:lnTo>
                  <a:lnTo>
                    <a:pt x="176009" y="54102"/>
                  </a:lnTo>
                  <a:lnTo>
                    <a:pt x="180581" y="56388"/>
                  </a:lnTo>
                  <a:lnTo>
                    <a:pt x="186677" y="57150"/>
                  </a:lnTo>
                  <a:lnTo>
                    <a:pt x="192773" y="56388"/>
                  </a:lnTo>
                  <a:lnTo>
                    <a:pt x="199631" y="51816"/>
                  </a:lnTo>
                  <a:lnTo>
                    <a:pt x="201917" y="44196"/>
                  </a:lnTo>
                  <a:close/>
                </a:path>
                <a:path w="253365" h="57150">
                  <a:moveTo>
                    <a:pt x="252984" y="21336"/>
                  </a:moveTo>
                  <a:lnTo>
                    <a:pt x="249174" y="14478"/>
                  </a:lnTo>
                  <a:lnTo>
                    <a:pt x="244602" y="12192"/>
                  </a:lnTo>
                  <a:lnTo>
                    <a:pt x="239268" y="11430"/>
                  </a:lnTo>
                  <a:lnTo>
                    <a:pt x="233172" y="12192"/>
                  </a:lnTo>
                  <a:lnTo>
                    <a:pt x="227076" y="16002"/>
                  </a:lnTo>
                  <a:lnTo>
                    <a:pt x="224790" y="24384"/>
                  </a:lnTo>
                  <a:lnTo>
                    <a:pt x="230124" y="24384"/>
                  </a:lnTo>
                  <a:lnTo>
                    <a:pt x="232410" y="18288"/>
                  </a:lnTo>
                  <a:lnTo>
                    <a:pt x="239268" y="16002"/>
                  </a:lnTo>
                  <a:lnTo>
                    <a:pt x="242316" y="16764"/>
                  </a:lnTo>
                  <a:lnTo>
                    <a:pt x="246888" y="20574"/>
                  </a:lnTo>
                  <a:lnTo>
                    <a:pt x="247650" y="23622"/>
                  </a:lnTo>
                  <a:lnTo>
                    <a:pt x="244602" y="30480"/>
                  </a:lnTo>
                  <a:lnTo>
                    <a:pt x="230886" y="42672"/>
                  </a:lnTo>
                  <a:lnTo>
                    <a:pt x="224028" y="51816"/>
                  </a:lnTo>
                  <a:lnTo>
                    <a:pt x="223266" y="55626"/>
                  </a:lnTo>
                  <a:lnTo>
                    <a:pt x="252984" y="55626"/>
                  </a:lnTo>
                  <a:lnTo>
                    <a:pt x="252984" y="50292"/>
                  </a:lnTo>
                  <a:lnTo>
                    <a:pt x="230886" y="50292"/>
                  </a:lnTo>
                  <a:lnTo>
                    <a:pt x="248412" y="34290"/>
                  </a:lnTo>
                  <a:lnTo>
                    <a:pt x="252984" y="26670"/>
                  </a:lnTo>
                  <a:lnTo>
                    <a:pt x="252984" y="213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7541666" y="2264540"/>
              <a:ext cx="140970" cy="31750"/>
            </a:xfrm>
            <a:custGeom>
              <a:avLst/>
              <a:gdLst/>
              <a:ahLst/>
              <a:cxnLst/>
              <a:rect l="l" t="t" r="r" b="b"/>
              <a:pathLst>
                <a:path w="140970" h="31750">
                  <a:moveTo>
                    <a:pt x="140970" y="16001"/>
                  </a:moveTo>
                  <a:lnTo>
                    <a:pt x="131826" y="8381"/>
                  </a:lnTo>
                  <a:lnTo>
                    <a:pt x="106680" y="2285"/>
                  </a:lnTo>
                  <a:lnTo>
                    <a:pt x="70866" y="0"/>
                  </a:lnTo>
                  <a:lnTo>
                    <a:pt x="35052" y="2285"/>
                  </a:lnTo>
                  <a:lnTo>
                    <a:pt x="9906" y="8381"/>
                  </a:lnTo>
                  <a:lnTo>
                    <a:pt x="0" y="16001"/>
                  </a:lnTo>
                  <a:lnTo>
                    <a:pt x="9906" y="23621"/>
                  </a:lnTo>
                  <a:lnTo>
                    <a:pt x="35052" y="29717"/>
                  </a:lnTo>
                  <a:lnTo>
                    <a:pt x="70866" y="31241"/>
                  </a:lnTo>
                  <a:lnTo>
                    <a:pt x="106680" y="29717"/>
                  </a:lnTo>
                  <a:lnTo>
                    <a:pt x="131826" y="23621"/>
                  </a:lnTo>
                  <a:lnTo>
                    <a:pt x="140970" y="1600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7541666" y="2264540"/>
              <a:ext cx="140970" cy="31750"/>
            </a:xfrm>
            <a:custGeom>
              <a:avLst/>
              <a:gdLst/>
              <a:ahLst/>
              <a:cxnLst/>
              <a:rect l="l" t="t" r="r" b="b"/>
              <a:pathLst>
                <a:path w="140970" h="31750">
                  <a:moveTo>
                    <a:pt x="0" y="16001"/>
                  </a:moveTo>
                  <a:lnTo>
                    <a:pt x="9906" y="23621"/>
                  </a:lnTo>
                  <a:lnTo>
                    <a:pt x="35052" y="29717"/>
                  </a:lnTo>
                  <a:lnTo>
                    <a:pt x="70866" y="31241"/>
                  </a:lnTo>
                  <a:lnTo>
                    <a:pt x="106680" y="29717"/>
                  </a:lnTo>
                  <a:lnTo>
                    <a:pt x="131826" y="23621"/>
                  </a:lnTo>
                  <a:lnTo>
                    <a:pt x="140970" y="16001"/>
                  </a:lnTo>
                  <a:lnTo>
                    <a:pt x="131826" y="8381"/>
                  </a:lnTo>
                  <a:lnTo>
                    <a:pt x="106680" y="2285"/>
                  </a:lnTo>
                  <a:lnTo>
                    <a:pt x="70866" y="0"/>
                  </a:lnTo>
                  <a:lnTo>
                    <a:pt x="35052" y="2285"/>
                  </a:lnTo>
                  <a:lnTo>
                    <a:pt x="9906" y="8381"/>
                  </a:lnTo>
                  <a:lnTo>
                    <a:pt x="0" y="160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7547000" y="2264540"/>
              <a:ext cx="132080" cy="13335"/>
            </a:xfrm>
            <a:custGeom>
              <a:avLst/>
              <a:gdLst/>
              <a:ahLst/>
              <a:cxnLst/>
              <a:rect l="l" t="t" r="r" b="b"/>
              <a:pathLst>
                <a:path w="132079" h="13335">
                  <a:moveTo>
                    <a:pt x="131825" y="12953"/>
                  </a:moveTo>
                  <a:lnTo>
                    <a:pt x="131825" y="0"/>
                  </a:lnTo>
                  <a:lnTo>
                    <a:pt x="0" y="0"/>
                  </a:lnTo>
                  <a:lnTo>
                    <a:pt x="0" y="12953"/>
                  </a:lnTo>
                  <a:lnTo>
                    <a:pt x="131825" y="1295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7546619" y="2264540"/>
              <a:ext cx="132715" cy="13335"/>
            </a:xfrm>
            <a:custGeom>
              <a:avLst/>
              <a:gdLst/>
              <a:ahLst/>
              <a:cxnLst/>
              <a:rect l="l" t="t" r="r" b="b"/>
              <a:pathLst>
                <a:path w="132715" h="13335">
                  <a:moveTo>
                    <a:pt x="0" y="13334"/>
                  </a:moveTo>
                  <a:lnTo>
                    <a:pt x="132587" y="13334"/>
                  </a:lnTo>
                  <a:lnTo>
                    <a:pt x="132587" y="0"/>
                  </a:lnTo>
                  <a:lnTo>
                    <a:pt x="0" y="0"/>
                  </a:lnTo>
                  <a:lnTo>
                    <a:pt x="0" y="13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7585100" y="2260730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59" h="8889">
                  <a:moveTo>
                    <a:pt x="9906" y="3810"/>
                  </a:moveTo>
                  <a:lnTo>
                    <a:pt x="9144" y="2286"/>
                  </a:lnTo>
                  <a:lnTo>
                    <a:pt x="7620" y="0"/>
                  </a:lnTo>
                  <a:lnTo>
                    <a:pt x="2285" y="0"/>
                  </a:lnTo>
                  <a:lnTo>
                    <a:pt x="761" y="2286"/>
                  </a:lnTo>
                  <a:lnTo>
                    <a:pt x="0" y="3810"/>
                  </a:lnTo>
                  <a:lnTo>
                    <a:pt x="762" y="6096"/>
                  </a:lnTo>
                  <a:lnTo>
                    <a:pt x="2286" y="8382"/>
                  </a:lnTo>
                  <a:lnTo>
                    <a:pt x="7620" y="8382"/>
                  </a:lnTo>
                  <a:lnTo>
                    <a:pt x="9144" y="6096"/>
                  </a:lnTo>
                  <a:lnTo>
                    <a:pt x="9906" y="381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7585100" y="2259968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59" h="9525">
                  <a:moveTo>
                    <a:pt x="0" y="4572"/>
                  </a:moveTo>
                  <a:lnTo>
                    <a:pt x="762" y="6858"/>
                  </a:lnTo>
                  <a:lnTo>
                    <a:pt x="2286" y="9144"/>
                  </a:lnTo>
                  <a:lnTo>
                    <a:pt x="7620" y="9144"/>
                  </a:lnTo>
                  <a:lnTo>
                    <a:pt x="9144" y="6858"/>
                  </a:lnTo>
                  <a:lnTo>
                    <a:pt x="9906" y="4572"/>
                  </a:lnTo>
                  <a:lnTo>
                    <a:pt x="9144" y="2286"/>
                  </a:lnTo>
                  <a:lnTo>
                    <a:pt x="7620" y="762"/>
                  </a:lnTo>
                  <a:lnTo>
                    <a:pt x="4572" y="0"/>
                  </a:lnTo>
                  <a:lnTo>
                    <a:pt x="2285" y="762"/>
                  </a:lnTo>
                  <a:lnTo>
                    <a:pt x="761" y="2286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7585100" y="2259206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59" h="9525">
                  <a:moveTo>
                    <a:pt x="9906" y="4572"/>
                  </a:moveTo>
                  <a:lnTo>
                    <a:pt x="9144" y="2286"/>
                  </a:lnTo>
                  <a:lnTo>
                    <a:pt x="7620" y="762"/>
                  </a:lnTo>
                  <a:lnTo>
                    <a:pt x="4572" y="0"/>
                  </a:lnTo>
                  <a:lnTo>
                    <a:pt x="2285" y="762"/>
                  </a:lnTo>
                  <a:lnTo>
                    <a:pt x="761" y="2286"/>
                  </a:lnTo>
                  <a:lnTo>
                    <a:pt x="0" y="4572"/>
                  </a:lnTo>
                  <a:lnTo>
                    <a:pt x="762" y="6858"/>
                  </a:lnTo>
                  <a:lnTo>
                    <a:pt x="2286" y="8382"/>
                  </a:lnTo>
                  <a:lnTo>
                    <a:pt x="4572" y="9144"/>
                  </a:lnTo>
                  <a:lnTo>
                    <a:pt x="7620" y="8382"/>
                  </a:lnTo>
                  <a:lnTo>
                    <a:pt x="9144" y="6858"/>
                  </a:lnTo>
                  <a:lnTo>
                    <a:pt x="9906" y="45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7585100" y="2259206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59" h="9525">
                  <a:moveTo>
                    <a:pt x="0" y="4572"/>
                  </a:moveTo>
                  <a:lnTo>
                    <a:pt x="762" y="6858"/>
                  </a:lnTo>
                  <a:lnTo>
                    <a:pt x="2286" y="8382"/>
                  </a:lnTo>
                  <a:lnTo>
                    <a:pt x="4572" y="9144"/>
                  </a:lnTo>
                  <a:lnTo>
                    <a:pt x="7620" y="8382"/>
                  </a:lnTo>
                  <a:lnTo>
                    <a:pt x="9144" y="6858"/>
                  </a:lnTo>
                  <a:lnTo>
                    <a:pt x="9906" y="4572"/>
                  </a:lnTo>
                  <a:lnTo>
                    <a:pt x="9144" y="2286"/>
                  </a:lnTo>
                  <a:lnTo>
                    <a:pt x="7620" y="762"/>
                  </a:lnTo>
                  <a:lnTo>
                    <a:pt x="4572" y="0"/>
                  </a:lnTo>
                  <a:lnTo>
                    <a:pt x="2285" y="762"/>
                  </a:lnTo>
                  <a:lnTo>
                    <a:pt x="761" y="2286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7572895" y="2260730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59" h="8889">
                  <a:moveTo>
                    <a:pt x="9906" y="3810"/>
                  </a:moveTo>
                  <a:lnTo>
                    <a:pt x="9144" y="2286"/>
                  </a:lnTo>
                  <a:lnTo>
                    <a:pt x="7620" y="0"/>
                  </a:lnTo>
                  <a:lnTo>
                    <a:pt x="3047" y="0"/>
                  </a:lnTo>
                  <a:lnTo>
                    <a:pt x="761" y="2286"/>
                  </a:lnTo>
                  <a:lnTo>
                    <a:pt x="0" y="3810"/>
                  </a:lnTo>
                  <a:lnTo>
                    <a:pt x="762" y="6096"/>
                  </a:lnTo>
                  <a:lnTo>
                    <a:pt x="3048" y="8382"/>
                  </a:lnTo>
                  <a:lnTo>
                    <a:pt x="7620" y="8382"/>
                  </a:lnTo>
                  <a:lnTo>
                    <a:pt x="9144" y="6096"/>
                  </a:lnTo>
                  <a:lnTo>
                    <a:pt x="9906" y="381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7572895" y="2259968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59" h="9525">
                  <a:moveTo>
                    <a:pt x="0" y="4572"/>
                  </a:moveTo>
                  <a:lnTo>
                    <a:pt x="762" y="6858"/>
                  </a:lnTo>
                  <a:lnTo>
                    <a:pt x="3048" y="9144"/>
                  </a:lnTo>
                  <a:lnTo>
                    <a:pt x="7620" y="9144"/>
                  </a:lnTo>
                  <a:lnTo>
                    <a:pt x="9144" y="6858"/>
                  </a:lnTo>
                  <a:lnTo>
                    <a:pt x="9906" y="4572"/>
                  </a:lnTo>
                  <a:lnTo>
                    <a:pt x="9144" y="2286"/>
                  </a:lnTo>
                  <a:lnTo>
                    <a:pt x="7620" y="762"/>
                  </a:lnTo>
                  <a:lnTo>
                    <a:pt x="5334" y="0"/>
                  </a:lnTo>
                  <a:lnTo>
                    <a:pt x="3047" y="762"/>
                  </a:lnTo>
                  <a:lnTo>
                    <a:pt x="761" y="2286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7572895" y="2259656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59" h="8255">
                  <a:moveTo>
                    <a:pt x="9667" y="4121"/>
                  </a:moveTo>
                  <a:lnTo>
                    <a:pt x="7441" y="0"/>
                  </a:lnTo>
                  <a:lnTo>
                    <a:pt x="761" y="1835"/>
                  </a:lnTo>
                  <a:lnTo>
                    <a:pt x="0" y="4121"/>
                  </a:lnTo>
                  <a:lnTo>
                    <a:pt x="762" y="6407"/>
                  </a:lnTo>
                  <a:lnTo>
                    <a:pt x="7441" y="8243"/>
                  </a:lnTo>
                  <a:lnTo>
                    <a:pt x="9667" y="412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7572895" y="2259656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59" h="8255">
                  <a:moveTo>
                    <a:pt x="0" y="4121"/>
                  </a:moveTo>
                  <a:lnTo>
                    <a:pt x="762" y="6407"/>
                  </a:lnTo>
                  <a:lnTo>
                    <a:pt x="7441" y="8243"/>
                  </a:lnTo>
                  <a:lnTo>
                    <a:pt x="9667" y="4121"/>
                  </a:lnTo>
                  <a:lnTo>
                    <a:pt x="7441" y="0"/>
                  </a:lnTo>
                  <a:lnTo>
                    <a:pt x="761" y="1835"/>
                  </a:lnTo>
                  <a:lnTo>
                    <a:pt x="0" y="412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7560716" y="2260730"/>
              <a:ext cx="10795" cy="8890"/>
            </a:xfrm>
            <a:custGeom>
              <a:avLst/>
              <a:gdLst/>
              <a:ahLst/>
              <a:cxnLst/>
              <a:rect l="l" t="t" r="r" b="b"/>
              <a:pathLst>
                <a:path w="10795" h="8889">
                  <a:moveTo>
                    <a:pt x="10668" y="3810"/>
                  </a:moveTo>
                  <a:lnTo>
                    <a:pt x="9906" y="2286"/>
                  </a:lnTo>
                  <a:lnTo>
                    <a:pt x="8382" y="0"/>
                  </a:lnTo>
                  <a:lnTo>
                    <a:pt x="3047" y="0"/>
                  </a:lnTo>
                  <a:lnTo>
                    <a:pt x="761" y="2286"/>
                  </a:lnTo>
                  <a:lnTo>
                    <a:pt x="0" y="3810"/>
                  </a:lnTo>
                  <a:lnTo>
                    <a:pt x="762" y="6096"/>
                  </a:lnTo>
                  <a:lnTo>
                    <a:pt x="3048" y="8382"/>
                  </a:lnTo>
                  <a:lnTo>
                    <a:pt x="8382" y="8382"/>
                  </a:lnTo>
                  <a:lnTo>
                    <a:pt x="9906" y="6096"/>
                  </a:lnTo>
                  <a:lnTo>
                    <a:pt x="10668" y="381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7560716" y="2259968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0" y="4572"/>
                  </a:moveTo>
                  <a:lnTo>
                    <a:pt x="762" y="6858"/>
                  </a:lnTo>
                  <a:lnTo>
                    <a:pt x="3048" y="9144"/>
                  </a:lnTo>
                  <a:lnTo>
                    <a:pt x="8382" y="9144"/>
                  </a:lnTo>
                  <a:lnTo>
                    <a:pt x="9906" y="6858"/>
                  </a:lnTo>
                  <a:lnTo>
                    <a:pt x="10668" y="4572"/>
                  </a:lnTo>
                  <a:lnTo>
                    <a:pt x="9906" y="2286"/>
                  </a:lnTo>
                  <a:lnTo>
                    <a:pt x="8382" y="762"/>
                  </a:lnTo>
                  <a:lnTo>
                    <a:pt x="5334" y="0"/>
                  </a:lnTo>
                  <a:lnTo>
                    <a:pt x="3047" y="762"/>
                  </a:lnTo>
                  <a:lnTo>
                    <a:pt x="761" y="2286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7560716" y="2259571"/>
              <a:ext cx="10795" cy="8890"/>
            </a:xfrm>
            <a:custGeom>
              <a:avLst/>
              <a:gdLst/>
              <a:ahLst/>
              <a:cxnLst/>
              <a:rect l="l" t="t" r="r" b="b"/>
              <a:pathLst>
                <a:path w="10795" h="8889">
                  <a:moveTo>
                    <a:pt x="10429" y="4207"/>
                  </a:moveTo>
                  <a:lnTo>
                    <a:pt x="8012" y="0"/>
                  </a:lnTo>
                  <a:lnTo>
                    <a:pt x="761" y="1921"/>
                  </a:lnTo>
                  <a:lnTo>
                    <a:pt x="0" y="4207"/>
                  </a:lnTo>
                  <a:lnTo>
                    <a:pt x="762" y="6493"/>
                  </a:lnTo>
                  <a:lnTo>
                    <a:pt x="8012" y="8415"/>
                  </a:lnTo>
                  <a:lnTo>
                    <a:pt x="10429" y="42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7560716" y="2259571"/>
              <a:ext cx="10795" cy="8890"/>
            </a:xfrm>
            <a:custGeom>
              <a:avLst/>
              <a:gdLst/>
              <a:ahLst/>
              <a:cxnLst/>
              <a:rect l="l" t="t" r="r" b="b"/>
              <a:pathLst>
                <a:path w="10795" h="8889">
                  <a:moveTo>
                    <a:pt x="0" y="4207"/>
                  </a:moveTo>
                  <a:lnTo>
                    <a:pt x="762" y="6493"/>
                  </a:lnTo>
                  <a:lnTo>
                    <a:pt x="8012" y="8415"/>
                  </a:lnTo>
                  <a:lnTo>
                    <a:pt x="10429" y="4207"/>
                  </a:lnTo>
                  <a:lnTo>
                    <a:pt x="8012" y="0"/>
                  </a:lnTo>
                  <a:lnTo>
                    <a:pt x="761" y="1921"/>
                  </a:lnTo>
                  <a:lnTo>
                    <a:pt x="0" y="42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7623950" y="2260730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59" h="8889">
                  <a:moveTo>
                    <a:pt x="9906" y="3810"/>
                  </a:moveTo>
                  <a:lnTo>
                    <a:pt x="9144" y="2286"/>
                  </a:lnTo>
                  <a:lnTo>
                    <a:pt x="7620" y="0"/>
                  </a:lnTo>
                  <a:lnTo>
                    <a:pt x="2285" y="0"/>
                  </a:lnTo>
                  <a:lnTo>
                    <a:pt x="761" y="2286"/>
                  </a:lnTo>
                  <a:lnTo>
                    <a:pt x="0" y="3810"/>
                  </a:lnTo>
                  <a:lnTo>
                    <a:pt x="762" y="6096"/>
                  </a:lnTo>
                  <a:lnTo>
                    <a:pt x="2286" y="8382"/>
                  </a:lnTo>
                  <a:lnTo>
                    <a:pt x="7620" y="8382"/>
                  </a:lnTo>
                  <a:lnTo>
                    <a:pt x="9144" y="6096"/>
                  </a:lnTo>
                  <a:lnTo>
                    <a:pt x="9906" y="381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7623950" y="2259968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59" h="9525">
                  <a:moveTo>
                    <a:pt x="0" y="4572"/>
                  </a:moveTo>
                  <a:lnTo>
                    <a:pt x="762" y="6858"/>
                  </a:lnTo>
                  <a:lnTo>
                    <a:pt x="2286" y="9144"/>
                  </a:lnTo>
                  <a:lnTo>
                    <a:pt x="7620" y="9144"/>
                  </a:lnTo>
                  <a:lnTo>
                    <a:pt x="9144" y="6858"/>
                  </a:lnTo>
                  <a:lnTo>
                    <a:pt x="9906" y="4572"/>
                  </a:lnTo>
                  <a:lnTo>
                    <a:pt x="9144" y="2286"/>
                  </a:lnTo>
                  <a:lnTo>
                    <a:pt x="7620" y="762"/>
                  </a:lnTo>
                  <a:lnTo>
                    <a:pt x="5334" y="0"/>
                  </a:lnTo>
                  <a:lnTo>
                    <a:pt x="2285" y="762"/>
                  </a:lnTo>
                  <a:lnTo>
                    <a:pt x="761" y="2286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7623950" y="2259546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59" h="8889">
                  <a:moveTo>
                    <a:pt x="9582" y="4232"/>
                  </a:moveTo>
                  <a:lnTo>
                    <a:pt x="7377" y="0"/>
                  </a:lnTo>
                  <a:lnTo>
                    <a:pt x="761" y="1946"/>
                  </a:lnTo>
                  <a:lnTo>
                    <a:pt x="0" y="4232"/>
                  </a:lnTo>
                  <a:lnTo>
                    <a:pt x="762" y="6518"/>
                  </a:lnTo>
                  <a:lnTo>
                    <a:pt x="7377" y="8465"/>
                  </a:lnTo>
                  <a:lnTo>
                    <a:pt x="9582" y="4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7623950" y="2259546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59" h="8889">
                  <a:moveTo>
                    <a:pt x="0" y="4232"/>
                  </a:moveTo>
                  <a:lnTo>
                    <a:pt x="762" y="6518"/>
                  </a:lnTo>
                  <a:lnTo>
                    <a:pt x="7377" y="8465"/>
                  </a:lnTo>
                  <a:lnTo>
                    <a:pt x="9582" y="4232"/>
                  </a:lnTo>
                  <a:lnTo>
                    <a:pt x="7377" y="0"/>
                  </a:lnTo>
                  <a:lnTo>
                    <a:pt x="761" y="1946"/>
                  </a:lnTo>
                  <a:lnTo>
                    <a:pt x="0" y="423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7541666" y="2280542"/>
              <a:ext cx="140970" cy="22860"/>
            </a:xfrm>
            <a:custGeom>
              <a:avLst/>
              <a:gdLst/>
              <a:ahLst/>
              <a:cxnLst/>
              <a:rect l="l" t="t" r="r" b="b"/>
              <a:pathLst>
                <a:path w="140970" h="22860">
                  <a:moveTo>
                    <a:pt x="140970" y="6857"/>
                  </a:moveTo>
                  <a:lnTo>
                    <a:pt x="140970" y="0"/>
                  </a:lnTo>
                  <a:lnTo>
                    <a:pt x="138684" y="3809"/>
                  </a:lnTo>
                  <a:lnTo>
                    <a:pt x="121157" y="10667"/>
                  </a:lnTo>
                  <a:lnTo>
                    <a:pt x="70104" y="15239"/>
                  </a:lnTo>
                  <a:lnTo>
                    <a:pt x="21336" y="11429"/>
                  </a:lnTo>
                  <a:lnTo>
                    <a:pt x="3048" y="3810"/>
                  </a:lnTo>
                  <a:lnTo>
                    <a:pt x="0" y="0"/>
                  </a:lnTo>
                  <a:lnTo>
                    <a:pt x="0" y="6858"/>
                  </a:lnTo>
                  <a:lnTo>
                    <a:pt x="2286" y="10668"/>
                  </a:lnTo>
                  <a:lnTo>
                    <a:pt x="20574" y="18288"/>
                  </a:lnTo>
                  <a:lnTo>
                    <a:pt x="70104" y="22859"/>
                  </a:lnTo>
                  <a:lnTo>
                    <a:pt x="120396" y="18287"/>
                  </a:lnTo>
                  <a:lnTo>
                    <a:pt x="138684" y="10667"/>
                  </a:lnTo>
                  <a:lnTo>
                    <a:pt x="140970" y="685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7541666" y="2280542"/>
              <a:ext cx="140970" cy="22860"/>
            </a:xfrm>
            <a:custGeom>
              <a:avLst/>
              <a:gdLst/>
              <a:ahLst/>
              <a:cxnLst/>
              <a:rect l="l" t="t" r="r" b="b"/>
              <a:pathLst>
                <a:path w="140970" h="22860">
                  <a:moveTo>
                    <a:pt x="0" y="0"/>
                  </a:moveTo>
                  <a:lnTo>
                    <a:pt x="0" y="6858"/>
                  </a:lnTo>
                  <a:lnTo>
                    <a:pt x="2286" y="10668"/>
                  </a:lnTo>
                  <a:lnTo>
                    <a:pt x="20574" y="18288"/>
                  </a:lnTo>
                  <a:lnTo>
                    <a:pt x="70104" y="22859"/>
                  </a:lnTo>
                  <a:lnTo>
                    <a:pt x="120396" y="18287"/>
                  </a:lnTo>
                  <a:lnTo>
                    <a:pt x="138684" y="10667"/>
                  </a:lnTo>
                  <a:lnTo>
                    <a:pt x="140970" y="6857"/>
                  </a:lnTo>
                  <a:lnTo>
                    <a:pt x="140970" y="0"/>
                  </a:lnTo>
                  <a:lnTo>
                    <a:pt x="138684" y="3809"/>
                  </a:lnTo>
                  <a:lnTo>
                    <a:pt x="121157" y="10667"/>
                  </a:lnTo>
                  <a:lnTo>
                    <a:pt x="70104" y="15239"/>
                  </a:lnTo>
                  <a:lnTo>
                    <a:pt x="21336" y="11429"/>
                  </a:lnTo>
                  <a:lnTo>
                    <a:pt x="3048" y="381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7511173" y="2080898"/>
              <a:ext cx="208915" cy="20320"/>
            </a:xfrm>
            <a:custGeom>
              <a:avLst/>
              <a:gdLst/>
              <a:ahLst/>
              <a:cxnLst/>
              <a:rect l="l" t="t" r="r" b="b"/>
              <a:pathLst>
                <a:path w="208915" h="20319">
                  <a:moveTo>
                    <a:pt x="208788" y="19812"/>
                  </a:moveTo>
                  <a:lnTo>
                    <a:pt x="197358" y="0"/>
                  </a:lnTo>
                  <a:lnTo>
                    <a:pt x="10667" y="0"/>
                  </a:lnTo>
                  <a:lnTo>
                    <a:pt x="0" y="19812"/>
                  </a:lnTo>
                  <a:lnTo>
                    <a:pt x="208788" y="198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7511173" y="2080898"/>
              <a:ext cx="208915" cy="20320"/>
            </a:xfrm>
            <a:custGeom>
              <a:avLst/>
              <a:gdLst/>
              <a:ahLst/>
              <a:cxnLst/>
              <a:rect l="l" t="t" r="r" b="b"/>
              <a:pathLst>
                <a:path w="208915" h="20319">
                  <a:moveTo>
                    <a:pt x="0" y="19812"/>
                  </a:moveTo>
                  <a:lnTo>
                    <a:pt x="10667" y="0"/>
                  </a:lnTo>
                  <a:lnTo>
                    <a:pt x="197358" y="0"/>
                  </a:lnTo>
                  <a:lnTo>
                    <a:pt x="208788" y="19812"/>
                  </a:lnTo>
                  <a:lnTo>
                    <a:pt x="0" y="1981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7511173" y="2098424"/>
              <a:ext cx="208915" cy="166370"/>
            </a:xfrm>
            <a:custGeom>
              <a:avLst/>
              <a:gdLst/>
              <a:ahLst/>
              <a:cxnLst/>
              <a:rect l="l" t="t" r="r" b="b"/>
              <a:pathLst>
                <a:path w="208915" h="166369">
                  <a:moveTo>
                    <a:pt x="208788" y="161544"/>
                  </a:moveTo>
                  <a:lnTo>
                    <a:pt x="208788" y="761"/>
                  </a:lnTo>
                  <a:lnTo>
                    <a:pt x="205740" y="0"/>
                  </a:lnTo>
                  <a:lnTo>
                    <a:pt x="4572" y="0"/>
                  </a:lnTo>
                  <a:lnTo>
                    <a:pt x="3048" y="0"/>
                  </a:lnTo>
                  <a:lnTo>
                    <a:pt x="762" y="762"/>
                  </a:lnTo>
                  <a:lnTo>
                    <a:pt x="0" y="3810"/>
                  </a:lnTo>
                  <a:lnTo>
                    <a:pt x="0" y="163830"/>
                  </a:lnTo>
                  <a:lnTo>
                    <a:pt x="1524" y="166116"/>
                  </a:lnTo>
                  <a:lnTo>
                    <a:pt x="204978" y="166115"/>
                  </a:lnTo>
                  <a:lnTo>
                    <a:pt x="208026" y="165353"/>
                  </a:lnTo>
                  <a:lnTo>
                    <a:pt x="208788" y="16154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7511173" y="2098424"/>
              <a:ext cx="208915" cy="166370"/>
            </a:xfrm>
            <a:custGeom>
              <a:avLst/>
              <a:gdLst/>
              <a:ahLst/>
              <a:cxnLst/>
              <a:rect l="l" t="t" r="r" b="b"/>
              <a:pathLst>
                <a:path w="208915" h="166369">
                  <a:moveTo>
                    <a:pt x="4572" y="0"/>
                  </a:moveTo>
                  <a:lnTo>
                    <a:pt x="3048" y="0"/>
                  </a:lnTo>
                  <a:lnTo>
                    <a:pt x="762" y="762"/>
                  </a:lnTo>
                  <a:lnTo>
                    <a:pt x="0" y="3810"/>
                  </a:lnTo>
                  <a:lnTo>
                    <a:pt x="0" y="163068"/>
                  </a:lnTo>
                  <a:lnTo>
                    <a:pt x="1524" y="165354"/>
                  </a:lnTo>
                  <a:lnTo>
                    <a:pt x="4572" y="166116"/>
                  </a:lnTo>
                  <a:lnTo>
                    <a:pt x="204978" y="166115"/>
                  </a:lnTo>
                  <a:lnTo>
                    <a:pt x="208026" y="165353"/>
                  </a:lnTo>
                  <a:lnTo>
                    <a:pt x="208788" y="161544"/>
                  </a:lnTo>
                  <a:lnTo>
                    <a:pt x="208788" y="761"/>
                  </a:lnTo>
                  <a:lnTo>
                    <a:pt x="205740" y="0"/>
                  </a:ln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7514996" y="2101472"/>
              <a:ext cx="201295" cy="159385"/>
            </a:xfrm>
            <a:custGeom>
              <a:avLst/>
              <a:gdLst/>
              <a:ahLst/>
              <a:cxnLst/>
              <a:rect l="l" t="t" r="r" b="b"/>
              <a:pathLst>
                <a:path w="201295" h="159385">
                  <a:moveTo>
                    <a:pt x="4572" y="762"/>
                  </a:moveTo>
                  <a:lnTo>
                    <a:pt x="3810" y="762"/>
                  </a:lnTo>
                  <a:lnTo>
                    <a:pt x="762" y="1524"/>
                  </a:lnTo>
                  <a:lnTo>
                    <a:pt x="0" y="3810"/>
                  </a:lnTo>
                  <a:lnTo>
                    <a:pt x="0" y="156972"/>
                  </a:lnTo>
                  <a:lnTo>
                    <a:pt x="1524" y="158496"/>
                  </a:lnTo>
                  <a:lnTo>
                    <a:pt x="4572" y="159258"/>
                  </a:lnTo>
                  <a:lnTo>
                    <a:pt x="196596" y="159258"/>
                  </a:lnTo>
                  <a:lnTo>
                    <a:pt x="199644" y="158496"/>
                  </a:lnTo>
                  <a:lnTo>
                    <a:pt x="201168" y="155448"/>
                  </a:lnTo>
                  <a:lnTo>
                    <a:pt x="201168" y="3810"/>
                  </a:lnTo>
                  <a:lnTo>
                    <a:pt x="200406" y="762"/>
                  </a:lnTo>
                  <a:lnTo>
                    <a:pt x="198120" y="0"/>
                  </a:lnTo>
                  <a:lnTo>
                    <a:pt x="196596" y="762"/>
                  </a:lnTo>
                  <a:lnTo>
                    <a:pt x="4572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7527175" y="2115950"/>
              <a:ext cx="177165" cy="130810"/>
            </a:xfrm>
            <a:custGeom>
              <a:avLst/>
              <a:gdLst/>
              <a:ahLst/>
              <a:cxnLst/>
              <a:rect l="l" t="t" r="r" b="b"/>
              <a:pathLst>
                <a:path w="177165" h="130810">
                  <a:moveTo>
                    <a:pt x="3809" y="0"/>
                  </a:moveTo>
                  <a:lnTo>
                    <a:pt x="3047" y="0"/>
                  </a:lnTo>
                  <a:lnTo>
                    <a:pt x="761" y="762"/>
                  </a:lnTo>
                  <a:lnTo>
                    <a:pt x="0" y="3048"/>
                  </a:lnTo>
                  <a:lnTo>
                    <a:pt x="0" y="128016"/>
                  </a:lnTo>
                  <a:lnTo>
                    <a:pt x="1523" y="130302"/>
                  </a:lnTo>
                  <a:lnTo>
                    <a:pt x="172973" y="130302"/>
                  </a:lnTo>
                  <a:lnTo>
                    <a:pt x="175259" y="129539"/>
                  </a:lnTo>
                  <a:lnTo>
                    <a:pt x="176783" y="126492"/>
                  </a:lnTo>
                  <a:lnTo>
                    <a:pt x="176783" y="3047"/>
                  </a:lnTo>
                  <a:lnTo>
                    <a:pt x="176021" y="761"/>
                  </a:lnTo>
                  <a:lnTo>
                    <a:pt x="174497" y="0"/>
                  </a:ln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7635392" y="2272160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79" h="2539">
                  <a:moveTo>
                    <a:pt x="4571" y="2285"/>
                  </a:moveTo>
                  <a:lnTo>
                    <a:pt x="4571" y="0"/>
                  </a:lnTo>
                  <a:lnTo>
                    <a:pt x="0" y="0"/>
                  </a:lnTo>
                  <a:lnTo>
                    <a:pt x="0" y="2285"/>
                  </a:lnTo>
                  <a:lnTo>
                    <a:pt x="4571" y="228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7635392" y="2272160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79" h="2539">
                  <a:moveTo>
                    <a:pt x="0" y="0"/>
                  </a:moveTo>
                  <a:lnTo>
                    <a:pt x="0" y="2285"/>
                  </a:lnTo>
                  <a:lnTo>
                    <a:pt x="4571" y="2285"/>
                  </a:lnTo>
                  <a:lnTo>
                    <a:pt x="457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7643762" y="2264540"/>
              <a:ext cx="17780" cy="10160"/>
            </a:xfrm>
            <a:custGeom>
              <a:avLst/>
              <a:gdLst/>
              <a:ahLst/>
              <a:cxnLst/>
              <a:rect l="l" t="t" r="r" b="b"/>
              <a:pathLst>
                <a:path w="17779" h="10160">
                  <a:moveTo>
                    <a:pt x="17525" y="9905"/>
                  </a:moveTo>
                  <a:lnTo>
                    <a:pt x="17525" y="0"/>
                  </a:lnTo>
                  <a:lnTo>
                    <a:pt x="0" y="0"/>
                  </a:lnTo>
                  <a:lnTo>
                    <a:pt x="0" y="9905"/>
                  </a:lnTo>
                  <a:lnTo>
                    <a:pt x="17525" y="990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7643762" y="2264540"/>
              <a:ext cx="17780" cy="10160"/>
            </a:xfrm>
            <a:custGeom>
              <a:avLst/>
              <a:gdLst/>
              <a:ahLst/>
              <a:cxnLst/>
              <a:rect l="l" t="t" r="r" b="b"/>
              <a:pathLst>
                <a:path w="17779" h="10160">
                  <a:moveTo>
                    <a:pt x="0" y="0"/>
                  </a:moveTo>
                  <a:lnTo>
                    <a:pt x="0" y="9905"/>
                  </a:lnTo>
                  <a:lnTo>
                    <a:pt x="17525" y="9905"/>
                  </a:lnTo>
                  <a:lnTo>
                    <a:pt x="17525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7643762" y="2264540"/>
              <a:ext cx="5080" cy="10160"/>
            </a:xfrm>
            <a:custGeom>
              <a:avLst/>
              <a:gdLst/>
              <a:ahLst/>
              <a:cxnLst/>
              <a:rect l="l" t="t" r="r" b="b"/>
              <a:pathLst>
                <a:path w="5079" h="10160">
                  <a:moveTo>
                    <a:pt x="4572" y="9905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9905"/>
                  </a:lnTo>
                  <a:lnTo>
                    <a:pt x="4572" y="990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7643762" y="2264540"/>
              <a:ext cx="5080" cy="10160"/>
            </a:xfrm>
            <a:custGeom>
              <a:avLst/>
              <a:gdLst/>
              <a:ahLst/>
              <a:cxnLst/>
              <a:rect l="l" t="t" r="r" b="b"/>
              <a:pathLst>
                <a:path w="5079" h="10160">
                  <a:moveTo>
                    <a:pt x="0" y="0"/>
                  </a:moveTo>
                  <a:lnTo>
                    <a:pt x="0" y="9905"/>
                  </a:lnTo>
                  <a:lnTo>
                    <a:pt x="4572" y="9905"/>
                  </a:lnTo>
                  <a:lnTo>
                    <a:pt x="4572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7557656" y="2264552"/>
              <a:ext cx="97155" cy="24130"/>
            </a:xfrm>
            <a:custGeom>
              <a:avLst/>
              <a:gdLst/>
              <a:ahLst/>
              <a:cxnLst/>
              <a:rect l="l" t="t" r="r" b="b"/>
              <a:pathLst>
                <a:path w="97154" h="24130">
                  <a:moveTo>
                    <a:pt x="20574" y="12954"/>
                  </a:moveTo>
                  <a:lnTo>
                    <a:pt x="0" y="12954"/>
                  </a:lnTo>
                  <a:lnTo>
                    <a:pt x="0" y="23622"/>
                  </a:lnTo>
                  <a:lnTo>
                    <a:pt x="20574" y="23622"/>
                  </a:lnTo>
                  <a:lnTo>
                    <a:pt x="20574" y="12954"/>
                  </a:lnTo>
                  <a:close/>
                </a:path>
                <a:path w="97154" h="24130">
                  <a:moveTo>
                    <a:pt x="96774" y="0"/>
                  </a:moveTo>
                  <a:lnTo>
                    <a:pt x="90678" y="0"/>
                  </a:lnTo>
                  <a:lnTo>
                    <a:pt x="90678" y="9906"/>
                  </a:lnTo>
                  <a:lnTo>
                    <a:pt x="96774" y="9906"/>
                  </a:lnTo>
                  <a:lnTo>
                    <a:pt x="9677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7557668" y="2277494"/>
              <a:ext cx="20955" cy="10795"/>
            </a:xfrm>
            <a:custGeom>
              <a:avLst/>
              <a:gdLst/>
              <a:ahLst/>
              <a:cxnLst/>
              <a:rect l="l" t="t" r="r" b="b"/>
              <a:pathLst>
                <a:path w="20954" h="10794">
                  <a:moveTo>
                    <a:pt x="0" y="0"/>
                  </a:moveTo>
                  <a:lnTo>
                    <a:pt x="0" y="10668"/>
                  </a:lnTo>
                  <a:lnTo>
                    <a:pt x="20574" y="10668"/>
                  </a:lnTo>
                  <a:lnTo>
                    <a:pt x="205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7550048" y="2277494"/>
              <a:ext cx="7620" cy="10795"/>
            </a:xfrm>
            <a:custGeom>
              <a:avLst/>
              <a:gdLst/>
              <a:ahLst/>
              <a:cxnLst/>
              <a:rect l="l" t="t" r="r" b="b"/>
              <a:pathLst>
                <a:path w="7620" h="10794">
                  <a:moveTo>
                    <a:pt x="7620" y="10668"/>
                  </a:moveTo>
                  <a:lnTo>
                    <a:pt x="7620" y="0"/>
                  </a:lnTo>
                  <a:lnTo>
                    <a:pt x="0" y="0"/>
                  </a:lnTo>
                  <a:lnTo>
                    <a:pt x="0" y="1524"/>
                  </a:lnTo>
                  <a:lnTo>
                    <a:pt x="2286" y="6096"/>
                  </a:lnTo>
                  <a:lnTo>
                    <a:pt x="7620" y="1066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7550048" y="2277494"/>
              <a:ext cx="7620" cy="10795"/>
            </a:xfrm>
            <a:custGeom>
              <a:avLst/>
              <a:gdLst/>
              <a:ahLst/>
              <a:cxnLst/>
              <a:rect l="l" t="t" r="r" b="b"/>
              <a:pathLst>
                <a:path w="7620" h="10794">
                  <a:moveTo>
                    <a:pt x="7620" y="0"/>
                  </a:moveTo>
                  <a:lnTo>
                    <a:pt x="7620" y="10668"/>
                  </a:lnTo>
                  <a:lnTo>
                    <a:pt x="2286" y="6096"/>
                  </a:lnTo>
                  <a:lnTo>
                    <a:pt x="0" y="1524"/>
                  </a:lnTo>
                  <a:lnTo>
                    <a:pt x="0" y="0"/>
                  </a:lnTo>
                  <a:lnTo>
                    <a:pt x="762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7648346" y="2277494"/>
              <a:ext cx="20955" cy="10795"/>
            </a:xfrm>
            <a:custGeom>
              <a:avLst/>
              <a:gdLst/>
              <a:ahLst/>
              <a:cxnLst/>
              <a:rect l="l" t="t" r="r" b="b"/>
              <a:pathLst>
                <a:path w="20954" h="10794">
                  <a:moveTo>
                    <a:pt x="20574" y="10668"/>
                  </a:moveTo>
                  <a:lnTo>
                    <a:pt x="20574" y="0"/>
                  </a:lnTo>
                  <a:lnTo>
                    <a:pt x="0" y="0"/>
                  </a:lnTo>
                  <a:lnTo>
                    <a:pt x="0" y="10668"/>
                  </a:lnTo>
                  <a:lnTo>
                    <a:pt x="20574" y="1066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7648346" y="2277494"/>
              <a:ext cx="20955" cy="10795"/>
            </a:xfrm>
            <a:custGeom>
              <a:avLst/>
              <a:gdLst/>
              <a:ahLst/>
              <a:cxnLst/>
              <a:rect l="l" t="t" r="r" b="b"/>
              <a:pathLst>
                <a:path w="20954" h="10794">
                  <a:moveTo>
                    <a:pt x="0" y="0"/>
                  </a:moveTo>
                  <a:lnTo>
                    <a:pt x="0" y="10668"/>
                  </a:lnTo>
                  <a:lnTo>
                    <a:pt x="20574" y="10668"/>
                  </a:lnTo>
                  <a:lnTo>
                    <a:pt x="205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7668920" y="2277494"/>
              <a:ext cx="7620" cy="10795"/>
            </a:xfrm>
            <a:custGeom>
              <a:avLst/>
              <a:gdLst/>
              <a:ahLst/>
              <a:cxnLst/>
              <a:rect l="l" t="t" r="r" b="b"/>
              <a:pathLst>
                <a:path w="7620" h="10794">
                  <a:moveTo>
                    <a:pt x="7620" y="1523"/>
                  </a:moveTo>
                  <a:lnTo>
                    <a:pt x="7620" y="0"/>
                  </a:lnTo>
                  <a:lnTo>
                    <a:pt x="0" y="0"/>
                  </a:lnTo>
                  <a:lnTo>
                    <a:pt x="0" y="10668"/>
                  </a:lnTo>
                  <a:lnTo>
                    <a:pt x="5334" y="6096"/>
                  </a:lnTo>
                  <a:lnTo>
                    <a:pt x="7620" y="152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7668920" y="2277494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4" h="10794">
                  <a:moveTo>
                    <a:pt x="0" y="0"/>
                  </a:moveTo>
                  <a:lnTo>
                    <a:pt x="0" y="10668"/>
                  </a:lnTo>
                  <a:lnTo>
                    <a:pt x="5334" y="6096"/>
                  </a:lnTo>
                  <a:lnTo>
                    <a:pt x="6858" y="1523"/>
                  </a:lnTo>
                  <a:lnTo>
                    <a:pt x="6858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7470787" y="2291210"/>
              <a:ext cx="53340" cy="21590"/>
            </a:xfrm>
            <a:custGeom>
              <a:avLst/>
              <a:gdLst/>
              <a:ahLst/>
              <a:cxnLst/>
              <a:rect l="l" t="t" r="r" b="b"/>
              <a:pathLst>
                <a:path w="53340" h="21589">
                  <a:moveTo>
                    <a:pt x="53339" y="7620"/>
                  </a:moveTo>
                  <a:lnTo>
                    <a:pt x="53339" y="0"/>
                  </a:lnTo>
                  <a:lnTo>
                    <a:pt x="48005" y="1524"/>
                  </a:lnTo>
                  <a:lnTo>
                    <a:pt x="35051" y="3810"/>
                  </a:lnTo>
                  <a:lnTo>
                    <a:pt x="23621" y="6096"/>
                  </a:lnTo>
                  <a:lnTo>
                    <a:pt x="7619" y="12192"/>
                  </a:lnTo>
                  <a:lnTo>
                    <a:pt x="1523" y="16764"/>
                  </a:lnTo>
                  <a:lnTo>
                    <a:pt x="0" y="19050"/>
                  </a:lnTo>
                  <a:lnTo>
                    <a:pt x="1523" y="19812"/>
                  </a:lnTo>
                  <a:lnTo>
                    <a:pt x="4571" y="20574"/>
                  </a:lnTo>
                  <a:lnTo>
                    <a:pt x="6857" y="21336"/>
                  </a:lnTo>
                  <a:lnTo>
                    <a:pt x="9905" y="19812"/>
                  </a:lnTo>
                  <a:lnTo>
                    <a:pt x="17525" y="15240"/>
                  </a:lnTo>
                  <a:lnTo>
                    <a:pt x="27431" y="12192"/>
                  </a:lnTo>
                  <a:lnTo>
                    <a:pt x="39623" y="9906"/>
                  </a:lnTo>
                  <a:lnTo>
                    <a:pt x="49529" y="8382"/>
                  </a:lnTo>
                  <a:lnTo>
                    <a:pt x="53339" y="762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7470787" y="2291210"/>
              <a:ext cx="53340" cy="21590"/>
            </a:xfrm>
            <a:custGeom>
              <a:avLst/>
              <a:gdLst/>
              <a:ahLst/>
              <a:cxnLst/>
              <a:rect l="l" t="t" r="r" b="b"/>
              <a:pathLst>
                <a:path w="53340" h="21589">
                  <a:moveTo>
                    <a:pt x="6857" y="21336"/>
                  </a:moveTo>
                  <a:lnTo>
                    <a:pt x="9905" y="19812"/>
                  </a:lnTo>
                  <a:lnTo>
                    <a:pt x="17525" y="15240"/>
                  </a:lnTo>
                  <a:lnTo>
                    <a:pt x="27431" y="12192"/>
                  </a:lnTo>
                  <a:lnTo>
                    <a:pt x="39623" y="9906"/>
                  </a:lnTo>
                  <a:lnTo>
                    <a:pt x="49529" y="8382"/>
                  </a:lnTo>
                  <a:lnTo>
                    <a:pt x="53339" y="7620"/>
                  </a:lnTo>
                  <a:lnTo>
                    <a:pt x="53339" y="0"/>
                  </a:lnTo>
                  <a:lnTo>
                    <a:pt x="48005" y="1524"/>
                  </a:lnTo>
                  <a:lnTo>
                    <a:pt x="35051" y="3810"/>
                  </a:lnTo>
                  <a:lnTo>
                    <a:pt x="23621" y="6096"/>
                  </a:lnTo>
                  <a:lnTo>
                    <a:pt x="7619" y="12192"/>
                  </a:lnTo>
                  <a:lnTo>
                    <a:pt x="761" y="16764"/>
                  </a:lnTo>
                  <a:lnTo>
                    <a:pt x="0" y="19050"/>
                  </a:lnTo>
                  <a:lnTo>
                    <a:pt x="1523" y="19812"/>
                  </a:lnTo>
                  <a:lnTo>
                    <a:pt x="4571" y="20574"/>
                  </a:lnTo>
                  <a:lnTo>
                    <a:pt x="6857" y="2133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7414400" y="2306450"/>
              <a:ext cx="271780" cy="79375"/>
            </a:xfrm>
            <a:custGeom>
              <a:avLst/>
              <a:gdLst/>
              <a:ahLst/>
              <a:cxnLst/>
              <a:rect l="l" t="t" r="r" b="b"/>
              <a:pathLst>
                <a:path w="271779" h="79375">
                  <a:moveTo>
                    <a:pt x="271272" y="24383"/>
                  </a:moveTo>
                  <a:lnTo>
                    <a:pt x="38100" y="0"/>
                  </a:lnTo>
                  <a:lnTo>
                    <a:pt x="20574" y="26670"/>
                  </a:lnTo>
                  <a:lnTo>
                    <a:pt x="0" y="50292"/>
                  </a:lnTo>
                  <a:lnTo>
                    <a:pt x="247650" y="79247"/>
                  </a:lnTo>
                  <a:lnTo>
                    <a:pt x="259079" y="56387"/>
                  </a:lnTo>
                  <a:lnTo>
                    <a:pt x="271272" y="2438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7414400" y="2306450"/>
              <a:ext cx="271780" cy="79375"/>
            </a:xfrm>
            <a:custGeom>
              <a:avLst/>
              <a:gdLst/>
              <a:ahLst/>
              <a:cxnLst/>
              <a:rect l="l" t="t" r="r" b="b"/>
              <a:pathLst>
                <a:path w="271779" h="79375">
                  <a:moveTo>
                    <a:pt x="38100" y="0"/>
                  </a:moveTo>
                  <a:lnTo>
                    <a:pt x="20574" y="26670"/>
                  </a:lnTo>
                  <a:lnTo>
                    <a:pt x="0" y="50292"/>
                  </a:lnTo>
                  <a:lnTo>
                    <a:pt x="247650" y="79247"/>
                  </a:lnTo>
                  <a:lnTo>
                    <a:pt x="259079" y="56387"/>
                  </a:lnTo>
                  <a:lnTo>
                    <a:pt x="271272" y="24383"/>
                  </a:lnTo>
                  <a:lnTo>
                    <a:pt x="3810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3" name="object 703"/>
            <p:cNvPicPr/>
            <p:nvPr/>
          </p:nvPicPr>
          <p:blipFill>
            <a:blip r:embed="rId135" cstate="print"/>
            <a:stretch>
              <a:fillRect/>
            </a:stretch>
          </p:blipFill>
          <p:spPr>
            <a:xfrm>
              <a:off x="7413256" y="2292353"/>
              <a:ext cx="360438" cy="104393"/>
            </a:xfrm>
            <a:prstGeom prst="rect">
              <a:avLst/>
            </a:prstGeom>
          </p:spPr>
        </p:pic>
        <p:pic>
          <p:nvPicPr>
            <p:cNvPr id="704" name="object 704"/>
            <p:cNvPicPr/>
            <p:nvPr/>
          </p:nvPicPr>
          <p:blipFill>
            <a:blip r:embed="rId136" cstate="print"/>
            <a:stretch>
              <a:fillRect/>
            </a:stretch>
          </p:blipFill>
          <p:spPr>
            <a:xfrm>
              <a:off x="7530604" y="2122427"/>
              <a:ext cx="169164" cy="117347"/>
            </a:xfrm>
            <a:prstGeom prst="rect">
              <a:avLst/>
            </a:prstGeom>
          </p:spPr>
        </p:pic>
        <p:sp>
          <p:nvSpPr>
            <p:cNvPr id="705" name="object 705"/>
            <p:cNvSpPr/>
            <p:nvPr/>
          </p:nvSpPr>
          <p:spPr>
            <a:xfrm>
              <a:off x="7935607" y="4419488"/>
              <a:ext cx="600075" cy="60960"/>
            </a:xfrm>
            <a:custGeom>
              <a:avLst/>
              <a:gdLst/>
              <a:ahLst/>
              <a:cxnLst/>
              <a:rect l="l" t="t" r="r" b="b"/>
              <a:pathLst>
                <a:path w="600075" h="60960">
                  <a:moveTo>
                    <a:pt x="57150" y="0"/>
                  </a:moveTo>
                  <a:lnTo>
                    <a:pt x="48006" y="0"/>
                  </a:lnTo>
                  <a:lnTo>
                    <a:pt x="48006" y="39624"/>
                  </a:lnTo>
                  <a:lnTo>
                    <a:pt x="33528" y="39624"/>
                  </a:lnTo>
                  <a:lnTo>
                    <a:pt x="33528" y="0"/>
                  </a:lnTo>
                  <a:lnTo>
                    <a:pt x="23622" y="0"/>
                  </a:lnTo>
                  <a:lnTo>
                    <a:pt x="23622" y="39624"/>
                  </a:lnTo>
                  <a:lnTo>
                    <a:pt x="9906" y="39624"/>
                  </a:lnTo>
                  <a:lnTo>
                    <a:pt x="9906" y="0"/>
                  </a:lnTo>
                  <a:lnTo>
                    <a:pt x="0" y="0"/>
                  </a:lnTo>
                  <a:lnTo>
                    <a:pt x="0" y="48006"/>
                  </a:lnTo>
                  <a:lnTo>
                    <a:pt x="57150" y="48006"/>
                  </a:lnTo>
                  <a:lnTo>
                    <a:pt x="57150" y="0"/>
                  </a:lnTo>
                  <a:close/>
                </a:path>
                <a:path w="600075" h="60960">
                  <a:moveTo>
                    <a:pt x="99060" y="12954"/>
                  </a:moveTo>
                  <a:lnTo>
                    <a:pt x="89916" y="12954"/>
                  </a:lnTo>
                  <a:lnTo>
                    <a:pt x="86106" y="19050"/>
                  </a:lnTo>
                  <a:lnTo>
                    <a:pt x="79248" y="28956"/>
                  </a:lnTo>
                  <a:lnTo>
                    <a:pt x="76200" y="35052"/>
                  </a:lnTo>
                  <a:lnTo>
                    <a:pt x="76200" y="12954"/>
                  </a:lnTo>
                  <a:lnTo>
                    <a:pt x="67056" y="12954"/>
                  </a:lnTo>
                  <a:lnTo>
                    <a:pt x="67056" y="48006"/>
                  </a:lnTo>
                  <a:lnTo>
                    <a:pt x="76200" y="48006"/>
                  </a:lnTo>
                  <a:lnTo>
                    <a:pt x="80010" y="41910"/>
                  </a:lnTo>
                  <a:lnTo>
                    <a:pt x="86106" y="31242"/>
                  </a:lnTo>
                  <a:lnTo>
                    <a:pt x="89916" y="25908"/>
                  </a:lnTo>
                  <a:lnTo>
                    <a:pt x="89916" y="48006"/>
                  </a:lnTo>
                  <a:lnTo>
                    <a:pt x="99060" y="48006"/>
                  </a:lnTo>
                  <a:lnTo>
                    <a:pt x="99060" y="12954"/>
                  </a:lnTo>
                  <a:close/>
                </a:path>
                <a:path w="600075" h="60960">
                  <a:moveTo>
                    <a:pt x="139433" y="12954"/>
                  </a:moveTo>
                  <a:lnTo>
                    <a:pt x="130289" y="12954"/>
                  </a:lnTo>
                  <a:lnTo>
                    <a:pt x="130289" y="25908"/>
                  </a:lnTo>
                  <a:lnTo>
                    <a:pt x="117335" y="25908"/>
                  </a:lnTo>
                  <a:lnTo>
                    <a:pt x="117335" y="12954"/>
                  </a:lnTo>
                  <a:lnTo>
                    <a:pt x="108191" y="12954"/>
                  </a:lnTo>
                  <a:lnTo>
                    <a:pt x="108191" y="48006"/>
                  </a:lnTo>
                  <a:lnTo>
                    <a:pt x="117335" y="48006"/>
                  </a:lnTo>
                  <a:lnTo>
                    <a:pt x="117335" y="33528"/>
                  </a:lnTo>
                  <a:lnTo>
                    <a:pt x="130289" y="33528"/>
                  </a:lnTo>
                  <a:lnTo>
                    <a:pt x="130289" y="48006"/>
                  </a:lnTo>
                  <a:lnTo>
                    <a:pt x="139433" y="48006"/>
                  </a:lnTo>
                  <a:lnTo>
                    <a:pt x="139433" y="12954"/>
                  </a:lnTo>
                  <a:close/>
                </a:path>
                <a:path w="600075" h="60960">
                  <a:moveTo>
                    <a:pt x="178295" y="48006"/>
                  </a:moveTo>
                  <a:lnTo>
                    <a:pt x="176771" y="40386"/>
                  </a:lnTo>
                  <a:lnTo>
                    <a:pt x="176974" y="26441"/>
                  </a:lnTo>
                  <a:lnTo>
                    <a:pt x="174472" y="16725"/>
                  </a:lnTo>
                  <a:lnTo>
                    <a:pt x="166865" y="12382"/>
                  </a:lnTo>
                  <a:lnTo>
                    <a:pt x="166103" y="12458"/>
                  </a:lnTo>
                  <a:lnTo>
                    <a:pt x="151625" y="14478"/>
                  </a:lnTo>
                  <a:lnTo>
                    <a:pt x="147053" y="22098"/>
                  </a:lnTo>
                  <a:lnTo>
                    <a:pt x="154673" y="23622"/>
                  </a:lnTo>
                  <a:lnTo>
                    <a:pt x="159245" y="19812"/>
                  </a:lnTo>
                  <a:lnTo>
                    <a:pt x="166103" y="20574"/>
                  </a:lnTo>
                  <a:lnTo>
                    <a:pt x="167627" y="25146"/>
                  </a:lnTo>
                  <a:lnTo>
                    <a:pt x="167627" y="31242"/>
                  </a:lnTo>
                  <a:lnTo>
                    <a:pt x="167627" y="36576"/>
                  </a:lnTo>
                  <a:lnTo>
                    <a:pt x="166865" y="37338"/>
                  </a:lnTo>
                  <a:lnTo>
                    <a:pt x="166865" y="38862"/>
                  </a:lnTo>
                  <a:lnTo>
                    <a:pt x="166103" y="39624"/>
                  </a:lnTo>
                  <a:lnTo>
                    <a:pt x="160007" y="42672"/>
                  </a:lnTo>
                  <a:lnTo>
                    <a:pt x="159245" y="41910"/>
                  </a:lnTo>
                  <a:lnTo>
                    <a:pt x="157721" y="41910"/>
                  </a:lnTo>
                  <a:lnTo>
                    <a:pt x="156197" y="41148"/>
                  </a:lnTo>
                  <a:lnTo>
                    <a:pt x="155435" y="39624"/>
                  </a:lnTo>
                  <a:lnTo>
                    <a:pt x="155435" y="38862"/>
                  </a:lnTo>
                  <a:lnTo>
                    <a:pt x="154673" y="37338"/>
                  </a:lnTo>
                  <a:lnTo>
                    <a:pt x="155435" y="36576"/>
                  </a:lnTo>
                  <a:lnTo>
                    <a:pt x="156197" y="35052"/>
                  </a:lnTo>
                  <a:lnTo>
                    <a:pt x="157721" y="33528"/>
                  </a:lnTo>
                  <a:lnTo>
                    <a:pt x="159245" y="33528"/>
                  </a:lnTo>
                  <a:lnTo>
                    <a:pt x="161531" y="32766"/>
                  </a:lnTo>
                  <a:lnTo>
                    <a:pt x="164579" y="32004"/>
                  </a:lnTo>
                  <a:lnTo>
                    <a:pt x="166103" y="32004"/>
                  </a:lnTo>
                  <a:lnTo>
                    <a:pt x="167627" y="31242"/>
                  </a:lnTo>
                  <a:lnTo>
                    <a:pt x="167627" y="25146"/>
                  </a:lnTo>
                  <a:lnTo>
                    <a:pt x="151625" y="29718"/>
                  </a:lnTo>
                  <a:lnTo>
                    <a:pt x="146291" y="35814"/>
                  </a:lnTo>
                  <a:lnTo>
                    <a:pt x="147053" y="42672"/>
                  </a:lnTo>
                  <a:lnTo>
                    <a:pt x="153149" y="48006"/>
                  </a:lnTo>
                  <a:lnTo>
                    <a:pt x="154673" y="48171"/>
                  </a:lnTo>
                  <a:lnTo>
                    <a:pt x="160007" y="48768"/>
                  </a:lnTo>
                  <a:lnTo>
                    <a:pt x="167627" y="44602"/>
                  </a:lnTo>
                  <a:lnTo>
                    <a:pt x="168389" y="44196"/>
                  </a:lnTo>
                  <a:lnTo>
                    <a:pt x="169151" y="48006"/>
                  </a:lnTo>
                  <a:lnTo>
                    <a:pt x="176771" y="48006"/>
                  </a:lnTo>
                  <a:lnTo>
                    <a:pt x="178295" y="48006"/>
                  </a:lnTo>
                  <a:close/>
                </a:path>
                <a:path w="600075" h="60960">
                  <a:moveTo>
                    <a:pt x="231648" y="12954"/>
                  </a:moveTo>
                  <a:lnTo>
                    <a:pt x="200406" y="12954"/>
                  </a:lnTo>
                  <a:lnTo>
                    <a:pt x="200406" y="20574"/>
                  </a:lnTo>
                  <a:lnTo>
                    <a:pt x="211074" y="20574"/>
                  </a:lnTo>
                  <a:lnTo>
                    <a:pt x="211074" y="48006"/>
                  </a:lnTo>
                  <a:lnTo>
                    <a:pt x="220218" y="48006"/>
                  </a:lnTo>
                  <a:lnTo>
                    <a:pt x="220218" y="20574"/>
                  </a:lnTo>
                  <a:lnTo>
                    <a:pt x="231648" y="20574"/>
                  </a:lnTo>
                  <a:lnTo>
                    <a:pt x="231648" y="12954"/>
                  </a:lnTo>
                  <a:close/>
                </a:path>
                <a:path w="600075" h="60960">
                  <a:moveTo>
                    <a:pt x="266700" y="33528"/>
                  </a:moveTo>
                  <a:lnTo>
                    <a:pt x="265938" y="26670"/>
                  </a:lnTo>
                  <a:lnTo>
                    <a:pt x="264414" y="21336"/>
                  </a:lnTo>
                  <a:lnTo>
                    <a:pt x="257746" y="13830"/>
                  </a:lnTo>
                  <a:lnTo>
                    <a:pt x="257556" y="13804"/>
                  </a:lnTo>
                  <a:lnTo>
                    <a:pt x="257556" y="25146"/>
                  </a:lnTo>
                  <a:lnTo>
                    <a:pt x="257556" y="27432"/>
                  </a:lnTo>
                  <a:lnTo>
                    <a:pt x="243840" y="27432"/>
                  </a:lnTo>
                  <a:lnTo>
                    <a:pt x="243840" y="25146"/>
                  </a:lnTo>
                  <a:lnTo>
                    <a:pt x="245694" y="17792"/>
                  </a:lnTo>
                  <a:lnTo>
                    <a:pt x="255422" y="17119"/>
                  </a:lnTo>
                  <a:lnTo>
                    <a:pt x="257556" y="25146"/>
                  </a:lnTo>
                  <a:lnTo>
                    <a:pt x="257556" y="13804"/>
                  </a:lnTo>
                  <a:lnTo>
                    <a:pt x="248361" y="12433"/>
                  </a:lnTo>
                  <a:lnTo>
                    <a:pt x="239572" y="16433"/>
                  </a:lnTo>
                  <a:lnTo>
                    <a:pt x="234696" y="25146"/>
                  </a:lnTo>
                  <a:lnTo>
                    <a:pt x="233934" y="30480"/>
                  </a:lnTo>
                  <a:lnTo>
                    <a:pt x="234696" y="35052"/>
                  </a:lnTo>
                  <a:lnTo>
                    <a:pt x="237959" y="43497"/>
                  </a:lnTo>
                  <a:lnTo>
                    <a:pt x="243840" y="47053"/>
                  </a:lnTo>
                  <a:lnTo>
                    <a:pt x="245694" y="48183"/>
                  </a:lnTo>
                  <a:lnTo>
                    <a:pt x="247650" y="48298"/>
                  </a:lnTo>
                  <a:lnTo>
                    <a:pt x="255066" y="48628"/>
                  </a:lnTo>
                  <a:lnTo>
                    <a:pt x="262890" y="44196"/>
                  </a:lnTo>
                  <a:lnTo>
                    <a:pt x="264414" y="41148"/>
                  </a:lnTo>
                  <a:lnTo>
                    <a:pt x="265938" y="38862"/>
                  </a:lnTo>
                  <a:lnTo>
                    <a:pt x="263652" y="38100"/>
                  </a:lnTo>
                  <a:lnTo>
                    <a:pt x="259080" y="37338"/>
                  </a:lnTo>
                  <a:lnTo>
                    <a:pt x="256794" y="37338"/>
                  </a:lnTo>
                  <a:lnTo>
                    <a:pt x="256794" y="38100"/>
                  </a:lnTo>
                  <a:lnTo>
                    <a:pt x="256032" y="39624"/>
                  </a:lnTo>
                  <a:lnTo>
                    <a:pt x="254508" y="40386"/>
                  </a:lnTo>
                  <a:lnTo>
                    <a:pt x="252984" y="41910"/>
                  </a:lnTo>
                  <a:lnTo>
                    <a:pt x="249174" y="41910"/>
                  </a:lnTo>
                  <a:lnTo>
                    <a:pt x="247650" y="41148"/>
                  </a:lnTo>
                  <a:lnTo>
                    <a:pt x="244602" y="38100"/>
                  </a:lnTo>
                  <a:lnTo>
                    <a:pt x="243840" y="35814"/>
                  </a:lnTo>
                  <a:lnTo>
                    <a:pt x="243840" y="33528"/>
                  </a:lnTo>
                  <a:lnTo>
                    <a:pt x="257556" y="33528"/>
                  </a:lnTo>
                  <a:lnTo>
                    <a:pt x="266700" y="33528"/>
                  </a:lnTo>
                  <a:close/>
                </a:path>
                <a:path w="600075" h="60960">
                  <a:moveTo>
                    <a:pt x="307848" y="30480"/>
                  </a:moveTo>
                  <a:lnTo>
                    <a:pt x="297942" y="13335"/>
                  </a:lnTo>
                  <a:lnTo>
                    <a:pt x="297942" y="27432"/>
                  </a:lnTo>
                  <a:lnTo>
                    <a:pt x="297942" y="34290"/>
                  </a:lnTo>
                  <a:lnTo>
                    <a:pt x="296760" y="41922"/>
                  </a:lnTo>
                  <a:lnTo>
                    <a:pt x="288429" y="44996"/>
                  </a:lnTo>
                  <a:lnTo>
                    <a:pt x="284226" y="36576"/>
                  </a:lnTo>
                  <a:lnTo>
                    <a:pt x="283464" y="33528"/>
                  </a:lnTo>
                  <a:lnTo>
                    <a:pt x="283464" y="26670"/>
                  </a:lnTo>
                  <a:lnTo>
                    <a:pt x="284988" y="22098"/>
                  </a:lnTo>
                  <a:lnTo>
                    <a:pt x="286512" y="20574"/>
                  </a:lnTo>
                  <a:lnTo>
                    <a:pt x="288429" y="19926"/>
                  </a:lnTo>
                  <a:lnTo>
                    <a:pt x="292608" y="19812"/>
                  </a:lnTo>
                  <a:lnTo>
                    <a:pt x="294132" y="20574"/>
                  </a:lnTo>
                  <a:lnTo>
                    <a:pt x="295656" y="22098"/>
                  </a:lnTo>
                  <a:lnTo>
                    <a:pt x="297180" y="24384"/>
                  </a:lnTo>
                  <a:lnTo>
                    <a:pt x="297942" y="27432"/>
                  </a:lnTo>
                  <a:lnTo>
                    <a:pt x="297942" y="13335"/>
                  </a:lnTo>
                  <a:lnTo>
                    <a:pt x="297180" y="12954"/>
                  </a:lnTo>
                  <a:lnTo>
                    <a:pt x="293370" y="12192"/>
                  </a:lnTo>
                  <a:lnTo>
                    <a:pt x="291084" y="12192"/>
                  </a:lnTo>
                  <a:lnTo>
                    <a:pt x="282702" y="18288"/>
                  </a:lnTo>
                  <a:lnTo>
                    <a:pt x="282702" y="12954"/>
                  </a:lnTo>
                  <a:lnTo>
                    <a:pt x="274320" y="12954"/>
                  </a:lnTo>
                  <a:lnTo>
                    <a:pt x="274320" y="60960"/>
                  </a:lnTo>
                  <a:lnTo>
                    <a:pt x="283464" y="60960"/>
                  </a:lnTo>
                  <a:lnTo>
                    <a:pt x="283464" y="43434"/>
                  </a:lnTo>
                  <a:lnTo>
                    <a:pt x="288036" y="48006"/>
                  </a:lnTo>
                  <a:lnTo>
                    <a:pt x="289560" y="48006"/>
                  </a:lnTo>
                  <a:lnTo>
                    <a:pt x="291084" y="48768"/>
                  </a:lnTo>
                  <a:lnTo>
                    <a:pt x="293370" y="48768"/>
                  </a:lnTo>
                  <a:lnTo>
                    <a:pt x="296418" y="48006"/>
                  </a:lnTo>
                  <a:lnTo>
                    <a:pt x="297942" y="47396"/>
                  </a:lnTo>
                  <a:lnTo>
                    <a:pt x="300228" y="46482"/>
                  </a:lnTo>
                  <a:lnTo>
                    <a:pt x="303276" y="44196"/>
                  </a:lnTo>
                  <a:lnTo>
                    <a:pt x="305562" y="40386"/>
                  </a:lnTo>
                  <a:lnTo>
                    <a:pt x="307086" y="35814"/>
                  </a:lnTo>
                  <a:lnTo>
                    <a:pt x="307848" y="30480"/>
                  </a:lnTo>
                  <a:close/>
                </a:path>
                <a:path w="600075" h="60960">
                  <a:moveTo>
                    <a:pt x="355092" y="12954"/>
                  </a:moveTo>
                  <a:lnTo>
                    <a:pt x="343662" y="12954"/>
                  </a:lnTo>
                  <a:lnTo>
                    <a:pt x="337566" y="31242"/>
                  </a:lnTo>
                  <a:lnTo>
                    <a:pt x="335280" y="37338"/>
                  </a:lnTo>
                  <a:lnTo>
                    <a:pt x="332994" y="31242"/>
                  </a:lnTo>
                  <a:lnTo>
                    <a:pt x="328422" y="19812"/>
                  </a:lnTo>
                  <a:lnTo>
                    <a:pt x="326136" y="12954"/>
                  </a:lnTo>
                  <a:lnTo>
                    <a:pt x="315468" y="12954"/>
                  </a:lnTo>
                  <a:lnTo>
                    <a:pt x="315468" y="48006"/>
                  </a:lnTo>
                  <a:lnTo>
                    <a:pt x="323088" y="48006"/>
                  </a:lnTo>
                  <a:lnTo>
                    <a:pt x="323088" y="25146"/>
                  </a:lnTo>
                  <a:lnTo>
                    <a:pt x="325374" y="31242"/>
                  </a:lnTo>
                  <a:lnTo>
                    <a:pt x="329184" y="41910"/>
                  </a:lnTo>
                  <a:lnTo>
                    <a:pt x="330708" y="48006"/>
                  </a:lnTo>
                  <a:lnTo>
                    <a:pt x="339090" y="48006"/>
                  </a:lnTo>
                  <a:lnTo>
                    <a:pt x="341376" y="41910"/>
                  </a:lnTo>
                  <a:lnTo>
                    <a:pt x="345186" y="31242"/>
                  </a:lnTo>
                  <a:lnTo>
                    <a:pt x="347472" y="25146"/>
                  </a:lnTo>
                  <a:lnTo>
                    <a:pt x="347472" y="48006"/>
                  </a:lnTo>
                  <a:lnTo>
                    <a:pt x="355092" y="48006"/>
                  </a:lnTo>
                  <a:lnTo>
                    <a:pt x="355092" y="12954"/>
                  </a:lnTo>
                  <a:close/>
                </a:path>
                <a:path w="600075" h="60960">
                  <a:moveTo>
                    <a:pt x="396240" y="12954"/>
                  </a:moveTo>
                  <a:lnTo>
                    <a:pt x="387096" y="12954"/>
                  </a:lnTo>
                  <a:lnTo>
                    <a:pt x="383286" y="19050"/>
                  </a:lnTo>
                  <a:lnTo>
                    <a:pt x="376428" y="28956"/>
                  </a:lnTo>
                  <a:lnTo>
                    <a:pt x="372618" y="35052"/>
                  </a:lnTo>
                  <a:lnTo>
                    <a:pt x="372618" y="12954"/>
                  </a:lnTo>
                  <a:lnTo>
                    <a:pt x="363474" y="12954"/>
                  </a:lnTo>
                  <a:lnTo>
                    <a:pt x="363474" y="48006"/>
                  </a:lnTo>
                  <a:lnTo>
                    <a:pt x="372618" y="48006"/>
                  </a:lnTo>
                  <a:lnTo>
                    <a:pt x="376428" y="41910"/>
                  </a:lnTo>
                  <a:lnTo>
                    <a:pt x="383286" y="31242"/>
                  </a:lnTo>
                  <a:lnTo>
                    <a:pt x="387096" y="25908"/>
                  </a:lnTo>
                  <a:lnTo>
                    <a:pt x="387096" y="48006"/>
                  </a:lnTo>
                  <a:lnTo>
                    <a:pt x="396240" y="48006"/>
                  </a:lnTo>
                  <a:lnTo>
                    <a:pt x="396240" y="12954"/>
                  </a:lnTo>
                  <a:close/>
                </a:path>
                <a:path w="600075" h="60960">
                  <a:moveTo>
                    <a:pt x="436626" y="12954"/>
                  </a:moveTo>
                  <a:lnTo>
                    <a:pt x="427482" y="12954"/>
                  </a:lnTo>
                  <a:lnTo>
                    <a:pt x="427482" y="25908"/>
                  </a:lnTo>
                  <a:lnTo>
                    <a:pt x="414528" y="25908"/>
                  </a:lnTo>
                  <a:lnTo>
                    <a:pt x="414528" y="12954"/>
                  </a:lnTo>
                  <a:lnTo>
                    <a:pt x="404622" y="12954"/>
                  </a:lnTo>
                  <a:lnTo>
                    <a:pt x="404622" y="48006"/>
                  </a:lnTo>
                  <a:lnTo>
                    <a:pt x="414528" y="48006"/>
                  </a:lnTo>
                  <a:lnTo>
                    <a:pt x="414528" y="33528"/>
                  </a:lnTo>
                  <a:lnTo>
                    <a:pt x="427482" y="33528"/>
                  </a:lnTo>
                  <a:lnTo>
                    <a:pt x="427482" y="48006"/>
                  </a:lnTo>
                  <a:lnTo>
                    <a:pt x="436626" y="48006"/>
                  </a:lnTo>
                  <a:lnTo>
                    <a:pt x="436626" y="12954"/>
                  </a:lnTo>
                  <a:close/>
                </a:path>
                <a:path w="600075" h="60960">
                  <a:moveTo>
                    <a:pt x="476250" y="48006"/>
                  </a:moveTo>
                  <a:lnTo>
                    <a:pt x="473964" y="43434"/>
                  </a:lnTo>
                  <a:lnTo>
                    <a:pt x="474129" y="28422"/>
                  </a:lnTo>
                  <a:lnTo>
                    <a:pt x="472313" y="17551"/>
                  </a:lnTo>
                  <a:lnTo>
                    <a:pt x="465429" y="12661"/>
                  </a:lnTo>
                  <a:lnTo>
                    <a:pt x="465429" y="39878"/>
                  </a:lnTo>
                  <a:lnTo>
                    <a:pt x="458724" y="41910"/>
                  </a:lnTo>
                  <a:lnTo>
                    <a:pt x="457200" y="42672"/>
                  </a:lnTo>
                  <a:lnTo>
                    <a:pt x="456438" y="41910"/>
                  </a:lnTo>
                  <a:lnTo>
                    <a:pt x="454914" y="41910"/>
                  </a:lnTo>
                  <a:lnTo>
                    <a:pt x="452628" y="39624"/>
                  </a:lnTo>
                  <a:lnTo>
                    <a:pt x="452628" y="36576"/>
                  </a:lnTo>
                  <a:lnTo>
                    <a:pt x="453390" y="35052"/>
                  </a:lnTo>
                  <a:lnTo>
                    <a:pt x="454914" y="33528"/>
                  </a:lnTo>
                  <a:lnTo>
                    <a:pt x="457200" y="33528"/>
                  </a:lnTo>
                  <a:lnTo>
                    <a:pt x="461772" y="32004"/>
                  </a:lnTo>
                  <a:lnTo>
                    <a:pt x="463296" y="32004"/>
                  </a:lnTo>
                  <a:lnTo>
                    <a:pt x="464820" y="31242"/>
                  </a:lnTo>
                  <a:lnTo>
                    <a:pt x="464820" y="32004"/>
                  </a:lnTo>
                  <a:lnTo>
                    <a:pt x="464985" y="37871"/>
                  </a:lnTo>
                  <a:lnTo>
                    <a:pt x="465429" y="39878"/>
                  </a:lnTo>
                  <a:lnTo>
                    <a:pt x="465429" y="12661"/>
                  </a:lnTo>
                  <a:lnTo>
                    <a:pt x="465023" y="12369"/>
                  </a:lnTo>
                  <a:lnTo>
                    <a:pt x="448818" y="14478"/>
                  </a:lnTo>
                  <a:lnTo>
                    <a:pt x="444246" y="22098"/>
                  </a:lnTo>
                  <a:lnTo>
                    <a:pt x="452628" y="23622"/>
                  </a:lnTo>
                  <a:lnTo>
                    <a:pt x="456438" y="19812"/>
                  </a:lnTo>
                  <a:lnTo>
                    <a:pt x="463296" y="20574"/>
                  </a:lnTo>
                  <a:lnTo>
                    <a:pt x="464820" y="25146"/>
                  </a:lnTo>
                  <a:lnTo>
                    <a:pt x="455676" y="27432"/>
                  </a:lnTo>
                  <a:lnTo>
                    <a:pt x="446532" y="31242"/>
                  </a:lnTo>
                  <a:lnTo>
                    <a:pt x="443484" y="35814"/>
                  </a:lnTo>
                  <a:lnTo>
                    <a:pt x="444246" y="42672"/>
                  </a:lnTo>
                  <a:lnTo>
                    <a:pt x="450342" y="48006"/>
                  </a:lnTo>
                  <a:lnTo>
                    <a:pt x="452628" y="48387"/>
                  </a:lnTo>
                  <a:lnTo>
                    <a:pt x="454914" y="48768"/>
                  </a:lnTo>
                  <a:lnTo>
                    <a:pt x="460248" y="48006"/>
                  </a:lnTo>
                  <a:lnTo>
                    <a:pt x="465429" y="44297"/>
                  </a:lnTo>
                  <a:lnTo>
                    <a:pt x="465582" y="44196"/>
                  </a:lnTo>
                  <a:lnTo>
                    <a:pt x="467106" y="48006"/>
                  </a:lnTo>
                  <a:lnTo>
                    <a:pt x="473964" y="48006"/>
                  </a:lnTo>
                  <a:lnTo>
                    <a:pt x="476250" y="48006"/>
                  </a:lnTo>
                  <a:close/>
                </a:path>
                <a:path w="600075" h="60960">
                  <a:moveTo>
                    <a:pt x="515874" y="12954"/>
                  </a:moveTo>
                  <a:lnTo>
                    <a:pt x="485394" y="12954"/>
                  </a:lnTo>
                  <a:lnTo>
                    <a:pt x="485394" y="40386"/>
                  </a:lnTo>
                  <a:lnTo>
                    <a:pt x="484632" y="40386"/>
                  </a:lnTo>
                  <a:lnTo>
                    <a:pt x="483870" y="41148"/>
                  </a:lnTo>
                  <a:lnTo>
                    <a:pt x="479298" y="41148"/>
                  </a:lnTo>
                  <a:lnTo>
                    <a:pt x="479298" y="48006"/>
                  </a:lnTo>
                  <a:lnTo>
                    <a:pt x="480822" y="48006"/>
                  </a:lnTo>
                  <a:lnTo>
                    <a:pt x="483108" y="48768"/>
                  </a:lnTo>
                  <a:lnTo>
                    <a:pt x="485406" y="49072"/>
                  </a:lnTo>
                  <a:lnTo>
                    <a:pt x="489508" y="48234"/>
                  </a:lnTo>
                  <a:lnTo>
                    <a:pt x="491490" y="47244"/>
                  </a:lnTo>
                  <a:lnTo>
                    <a:pt x="492252" y="45720"/>
                  </a:lnTo>
                  <a:lnTo>
                    <a:pt x="493014" y="44958"/>
                  </a:lnTo>
                  <a:lnTo>
                    <a:pt x="493776" y="42672"/>
                  </a:lnTo>
                  <a:lnTo>
                    <a:pt x="494538" y="39624"/>
                  </a:lnTo>
                  <a:lnTo>
                    <a:pt x="494538" y="20574"/>
                  </a:lnTo>
                  <a:lnTo>
                    <a:pt x="506730" y="20574"/>
                  </a:lnTo>
                  <a:lnTo>
                    <a:pt x="506730" y="48006"/>
                  </a:lnTo>
                  <a:lnTo>
                    <a:pt x="515874" y="48006"/>
                  </a:lnTo>
                  <a:lnTo>
                    <a:pt x="515874" y="12954"/>
                  </a:lnTo>
                  <a:close/>
                </a:path>
                <a:path w="600075" h="60960">
                  <a:moveTo>
                    <a:pt x="559308" y="30480"/>
                  </a:moveTo>
                  <a:lnTo>
                    <a:pt x="558546" y="25908"/>
                  </a:lnTo>
                  <a:lnTo>
                    <a:pt x="552373" y="15925"/>
                  </a:lnTo>
                  <a:lnTo>
                    <a:pt x="549402" y="14973"/>
                  </a:lnTo>
                  <a:lnTo>
                    <a:pt x="549402" y="27432"/>
                  </a:lnTo>
                  <a:lnTo>
                    <a:pt x="549402" y="33528"/>
                  </a:lnTo>
                  <a:lnTo>
                    <a:pt x="548640" y="36576"/>
                  </a:lnTo>
                  <a:lnTo>
                    <a:pt x="547116" y="38862"/>
                  </a:lnTo>
                  <a:lnTo>
                    <a:pt x="545592" y="40386"/>
                  </a:lnTo>
                  <a:lnTo>
                    <a:pt x="543306" y="41148"/>
                  </a:lnTo>
                  <a:lnTo>
                    <a:pt x="538734" y="41148"/>
                  </a:lnTo>
                  <a:lnTo>
                    <a:pt x="536448" y="40386"/>
                  </a:lnTo>
                  <a:lnTo>
                    <a:pt x="534924" y="38862"/>
                  </a:lnTo>
                  <a:lnTo>
                    <a:pt x="533400" y="36576"/>
                  </a:lnTo>
                  <a:lnTo>
                    <a:pt x="532638" y="33528"/>
                  </a:lnTo>
                  <a:lnTo>
                    <a:pt x="532638" y="27432"/>
                  </a:lnTo>
                  <a:lnTo>
                    <a:pt x="533400" y="25146"/>
                  </a:lnTo>
                  <a:lnTo>
                    <a:pt x="537222" y="17233"/>
                  </a:lnTo>
                  <a:lnTo>
                    <a:pt x="547624" y="18910"/>
                  </a:lnTo>
                  <a:lnTo>
                    <a:pt x="549402" y="27432"/>
                  </a:lnTo>
                  <a:lnTo>
                    <a:pt x="549402" y="14973"/>
                  </a:lnTo>
                  <a:lnTo>
                    <a:pt x="522732" y="29718"/>
                  </a:lnTo>
                  <a:lnTo>
                    <a:pt x="524256" y="37338"/>
                  </a:lnTo>
                  <a:lnTo>
                    <a:pt x="531012" y="46139"/>
                  </a:lnTo>
                  <a:lnTo>
                    <a:pt x="532638" y="46532"/>
                  </a:lnTo>
                  <a:lnTo>
                    <a:pt x="541642" y="48666"/>
                  </a:lnTo>
                  <a:lnTo>
                    <a:pt x="549402" y="46062"/>
                  </a:lnTo>
                  <a:lnTo>
                    <a:pt x="552157" y="45135"/>
                  </a:lnTo>
                  <a:lnTo>
                    <a:pt x="558546" y="35814"/>
                  </a:lnTo>
                  <a:lnTo>
                    <a:pt x="559308" y="30480"/>
                  </a:lnTo>
                  <a:close/>
                </a:path>
                <a:path w="600075" h="60960">
                  <a:moveTo>
                    <a:pt x="599681" y="36576"/>
                  </a:moveTo>
                  <a:lnTo>
                    <a:pt x="598157" y="33528"/>
                  </a:lnTo>
                  <a:lnTo>
                    <a:pt x="596633" y="32004"/>
                  </a:lnTo>
                  <a:lnTo>
                    <a:pt x="595109" y="31242"/>
                  </a:lnTo>
                  <a:lnTo>
                    <a:pt x="592823" y="30480"/>
                  </a:lnTo>
                  <a:lnTo>
                    <a:pt x="594347" y="29718"/>
                  </a:lnTo>
                  <a:lnTo>
                    <a:pt x="595871" y="28194"/>
                  </a:lnTo>
                  <a:lnTo>
                    <a:pt x="598106" y="25552"/>
                  </a:lnTo>
                  <a:lnTo>
                    <a:pt x="598843" y="24688"/>
                  </a:lnTo>
                  <a:lnTo>
                    <a:pt x="598106" y="23964"/>
                  </a:lnTo>
                  <a:lnTo>
                    <a:pt x="598157" y="19812"/>
                  </a:lnTo>
                  <a:lnTo>
                    <a:pt x="597395" y="17526"/>
                  </a:lnTo>
                  <a:lnTo>
                    <a:pt x="595109" y="15240"/>
                  </a:lnTo>
                  <a:lnTo>
                    <a:pt x="592823" y="14478"/>
                  </a:lnTo>
                  <a:lnTo>
                    <a:pt x="589775" y="13716"/>
                  </a:lnTo>
                  <a:lnTo>
                    <a:pt x="589775" y="35814"/>
                  </a:lnTo>
                  <a:lnTo>
                    <a:pt x="589775" y="38862"/>
                  </a:lnTo>
                  <a:lnTo>
                    <a:pt x="588035" y="43434"/>
                  </a:lnTo>
                  <a:lnTo>
                    <a:pt x="584885" y="41529"/>
                  </a:lnTo>
                  <a:lnTo>
                    <a:pt x="580631" y="41910"/>
                  </a:lnTo>
                  <a:lnTo>
                    <a:pt x="575297" y="41910"/>
                  </a:lnTo>
                  <a:lnTo>
                    <a:pt x="575297" y="33528"/>
                  </a:lnTo>
                  <a:lnTo>
                    <a:pt x="578345" y="33528"/>
                  </a:lnTo>
                  <a:lnTo>
                    <a:pt x="583222" y="33959"/>
                  </a:lnTo>
                  <a:lnTo>
                    <a:pt x="587044" y="32143"/>
                  </a:lnTo>
                  <a:lnTo>
                    <a:pt x="589013" y="34785"/>
                  </a:lnTo>
                  <a:lnTo>
                    <a:pt x="589775" y="35814"/>
                  </a:lnTo>
                  <a:lnTo>
                    <a:pt x="589775" y="13716"/>
                  </a:lnTo>
                  <a:lnTo>
                    <a:pt x="589013" y="13563"/>
                  </a:lnTo>
                  <a:lnTo>
                    <a:pt x="589013" y="21336"/>
                  </a:lnTo>
                  <a:lnTo>
                    <a:pt x="589013" y="24384"/>
                  </a:lnTo>
                  <a:lnTo>
                    <a:pt x="587273" y="28956"/>
                  </a:lnTo>
                  <a:lnTo>
                    <a:pt x="584276" y="27139"/>
                  </a:lnTo>
                  <a:lnTo>
                    <a:pt x="583222" y="27127"/>
                  </a:lnTo>
                  <a:lnTo>
                    <a:pt x="580631" y="27355"/>
                  </a:lnTo>
                  <a:lnTo>
                    <a:pt x="575297" y="27432"/>
                  </a:lnTo>
                  <a:lnTo>
                    <a:pt x="575297" y="19050"/>
                  </a:lnTo>
                  <a:lnTo>
                    <a:pt x="580631" y="19113"/>
                  </a:lnTo>
                  <a:lnTo>
                    <a:pt x="584276" y="19469"/>
                  </a:lnTo>
                  <a:lnTo>
                    <a:pt x="585939" y="17602"/>
                  </a:lnTo>
                  <a:lnTo>
                    <a:pt x="589013" y="21336"/>
                  </a:lnTo>
                  <a:lnTo>
                    <a:pt x="589013" y="13563"/>
                  </a:lnTo>
                  <a:lnTo>
                    <a:pt x="585965" y="12954"/>
                  </a:lnTo>
                  <a:lnTo>
                    <a:pt x="566153" y="12954"/>
                  </a:lnTo>
                  <a:lnTo>
                    <a:pt x="566153" y="48006"/>
                  </a:lnTo>
                  <a:lnTo>
                    <a:pt x="575297" y="48006"/>
                  </a:lnTo>
                  <a:lnTo>
                    <a:pt x="587502" y="48120"/>
                  </a:lnTo>
                  <a:lnTo>
                    <a:pt x="589775" y="48348"/>
                  </a:lnTo>
                  <a:lnTo>
                    <a:pt x="592823" y="48653"/>
                  </a:lnTo>
                  <a:lnTo>
                    <a:pt x="595147" y="48895"/>
                  </a:lnTo>
                  <a:lnTo>
                    <a:pt x="598157" y="43434"/>
                  </a:lnTo>
                  <a:lnTo>
                    <a:pt x="599681" y="41148"/>
                  </a:lnTo>
                  <a:lnTo>
                    <a:pt x="599681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6" name="object 706"/>
            <p:cNvPicPr/>
            <p:nvPr/>
          </p:nvPicPr>
          <p:blipFill>
            <a:blip r:embed="rId137" cstate="print"/>
            <a:stretch>
              <a:fillRect/>
            </a:stretch>
          </p:blipFill>
          <p:spPr>
            <a:xfrm>
              <a:off x="5373014" y="3786254"/>
              <a:ext cx="57150" cy="901445"/>
            </a:xfrm>
            <a:prstGeom prst="rect">
              <a:avLst/>
            </a:prstGeom>
          </p:spPr>
        </p:pic>
        <p:pic>
          <p:nvPicPr>
            <p:cNvPr id="707" name="object 707"/>
            <p:cNvPicPr/>
            <p:nvPr/>
          </p:nvPicPr>
          <p:blipFill>
            <a:blip r:embed="rId138" cstate="print"/>
            <a:stretch>
              <a:fillRect/>
            </a:stretch>
          </p:blipFill>
          <p:spPr>
            <a:xfrm>
              <a:off x="7735976" y="5695420"/>
              <a:ext cx="615910" cy="52222"/>
            </a:xfrm>
            <a:prstGeom prst="rect">
              <a:avLst/>
            </a:prstGeom>
          </p:spPr>
        </p:pic>
        <p:pic>
          <p:nvPicPr>
            <p:cNvPr id="708" name="object 708"/>
            <p:cNvPicPr/>
            <p:nvPr/>
          </p:nvPicPr>
          <p:blipFill>
            <a:blip r:embed="rId139" cstate="print"/>
            <a:stretch>
              <a:fillRect/>
            </a:stretch>
          </p:blipFill>
          <p:spPr>
            <a:xfrm>
              <a:off x="7735976" y="5815460"/>
              <a:ext cx="1128717" cy="52578"/>
            </a:xfrm>
            <a:prstGeom prst="rect">
              <a:avLst/>
            </a:prstGeom>
          </p:spPr>
        </p:pic>
        <p:sp>
          <p:nvSpPr>
            <p:cNvPr id="709" name="object 709"/>
            <p:cNvSpPr/>
            <p:nvPr/>
          </p:nvSpPr>
          <p:spPr>
            <a:xfrm>
              <a:off x="717181" y="6147704"/>
              <a:ext cx="536575" cy="59690"/>
            </a:xfrm>
            <a:custGeom>
              <a:avLst/>
              <a:gdLst/>
              <a:ahLst/>
              <a:cxnLst/>
              <a:rect l="l" t="t" r="r" b="b"/>
              <a:pathLst>
                <a:path w="536575" h="59689">
                  <a:moveTo>
                    <a:pt x="36576" y="762"/>
                  </a:moveTo>
                  <a:lnTo>
                    <a:pt x="0" y="762"/>
                  </a:lnTo>
                  <a:lnTo>
                    <a:pt x="0" y="46482"/>
                  </a:lnTo>
                  <a:lnTo>
                    <a:pt x="6096" y="46482"/>
                  </a:lnTo>
                  <a:lnTo>
                    <a:pt x="6096" y="6096"/>
                  </a:lnTo>
                  <a:lnTo>
                    <a:pt x="30480" y="6096"/>
                  </a:lnTo>
                  <a:lnTo>
                    <a:pt x="30480" y="46482"/>
                  </a:lnTo>
                  <a:lnTo>
                    <a:pt x="36576" y="46482"/>
                  </a:lnTo>
                  <a:lnTo>
                    <a:pt x="36576" y="762"/>
                  </a:lnTo>
                  <a:close/>
                </a:path>
                <a:path w="536575" h="59689">
                  <a:moveTo>
                    <a:pt x="74676" y="26670"/>
                  </a:moveTo>
                  <a:lnTo>
                    <a:pt x="71945" y="19418"/>
                  </a:lnTo>
                  <a:lnTo>
                    <a:pt x="68580" y="16027"/>
                  </a:lnTo>
                  <a:lnTo>
                    <a:pt x="68580" y="25908"/>
                  </a:lnTo>
                  <a:lnTo>
                    <a:pt x="68580" y="33528"/>
                  </a:lnTo>
                  <a:lnTo>
                    <a:pt x="66662" y="39052"/>
                  </a:lnTo>
                  <a:lnTo>
                    <a:pt x="62217" y="42329"/>
                  </a:lnTo>
                  <a:lnTo>
                    <a:pt x="56769" y="42164"/>
                  </a:lnTo>
                  <a:lnTo>
                    <a:pt x="51816" y="37338"/>
                  </a:lnTo>
                  <a:lnTo>
                    <a:pt x="51054" y="34290"/>
                  </a:lnTo>
                  <a:lnTo>
                    <a:pt x="51054" y="26670"/>
                  </a:lnTo>
                  <a:lnTo>
                    <a:pt x="51816" y="23622"/>
                  </a:lnTo>
                  <a:lnTo>
                    <a:pt x="55994" y="18465"/>
                  </a:lnTo>
                  <a:lnTo>
                    <a:pt x="61290" y="17627"/>
                  </a:lnTo>
                  <a:lnTo>
                    <a:pt x="66040" y="20358"/>
                  </a:lnTo>
                  <a:lnTo>
                    <a:pt x="68580" y="25908"/>
                  </a:lnTo>
                  <a:lnTo>
                    <a:pt x="68580" y="16027"/>
                  </a:lnTo>
                  <a:lnTo>
                    <a:pt x="67081" y="14516"/>
                  </a:lnTo>
                  <a:lnTo>
                    <a:pt x="61290" y="12979"/>
                  </a:lnTo>
                  <a:lnTo>
                    <a:pt x="60350" y="12941"/>
                  </a:lnTo>
                  <a:lnTo>
                    <a:pt x="53340" y="15240"/>
                  </a:lnTo>
                  <a:lnTo>
                    <a:pt x="51816" y="16002"/>
                  </a:lnTo>
                  <a:lnTo>
                    <a:pt x="51054" y="18288"/>
                  </a:lnTo>
                  <a:lnTo>
                    <a:pt x="51054" y="13716"/>
                  </a:lnTo>
                  <a:lnTo>
                    <a:pt x="45720" y="13716"/>
                  </a:lnTo>
                  <a:lnTo>
                    <a:pt x="45720" y="59436"/>
                  </a:lnTo>
                  <a:lnTo>
                    <a:pt x="51054" y="59436"/>
                  </a:lnTo>
                  <a:lnTo>
                    <a:pt x="51054" y="43434"/>
                  </a:lnTo>
                  <a:lnTo>
                    <a:pt x="52578" y="44196"/>
                  </a:lnTo>
                  <a:lnTo>
                    <a:pt x="53340" y="45720"/>
                  </a:lnTo>
                  <a:lnTo>
                    <a:pt x="60350" y="47421"/>
                  </a:lnTo>
                  <a:lnTo>
                    <a:pt x="67081" y="45008"/>
                  </a:lnTo>
                  <a:lnTo>
                    <a:pt x="68580" y="43421"/>
                  </a:lnTo>
                  <a:lnTo>
                    <a:pt x="72097" y="39700"/>
                  </a:lnTo>
                  <a:lnTo>
                    <a:pt x="73914" y="32766"/>
                  </a:lnTo>
                  <a:lnTo>
                    <a:pt x="74676" y="30480"/>
                  </a:lnTo>
                  <a:lnTo>
                    <a:pt x="74676" y="26670"/>
                  </a:lnTo>
                  <a:close/>
                </a:path>
                <a:path w="536575" h="59689">
                  <a:moveTo>
                    <a:pt x="108966" y="13716"/>
                  </a:moveTo>
                  <a:lnTo>
                    <a:pt x="102870" y="13716"/>
                  </a:lnTo>
                  <a:lnTo>
                    <a:pt x="91440" y="32004"/>
                  </a:lnTo>
                  <a:lnTo>
                    <a:pt x="86868" y="38862"/>
                  </a:lnTo>
                  <a:lnTo>
                    <a:pt x="86868" y="13716"/>
                  </a:lnTo>
                  <a:lnTo>
                    <a:pt x="81534" y="13716"/>
                  </a:lnTo>
                  <a:lnTo>
                    <a:pt x="81534" y="46482"/>
                  </a:lnTo>
                  <a:lnTo>
                    <a:pt x="87630" y="46482"/>
                  </a:lnTo>
                  <a:lnTo>
                    <a:pt x="99060" y="28194"/>
                  </a:lnTo>
                  <a:lnTo>
                    <a:pt x="103632" y="22098"/>
                  </a:lnTo>
                  <a:lnTo>
                    <a:pt x="103632" y="46482"/>
                  </a:lnTo>
                  <a:lnTo>
                    <a:pt x="108966" y="46482"/>
                  </a:lnTo>
                  <a:lnTo>
                    <a:pt x="108966" y="13716"/>
                  </a:lnTo>
                  <a:close/>
                </a:path>
                <a:path w="536575" h="59689">
                  <a:moveTo>
                    <a:pt x="144780" y="37338"/>
                  </a:moveTo>
                  <a:lnTo>
                    <a:pt x="144018" y="35814"/>
                  </a:lnTo>
                  <a:lnTo>
                    <a:pt x="144018" y="33528"/>
                  </a:lnTo>
                  <a:lnTo>
                    <a:pt x="141732" y="31242"/>
                  </a:lnTo>
                  <a:lnTo>
                    <a:pt x="140208" y="30480"/>
                  </a:lnTo>
                  <a:lnTo>
                    <a:pt x="139446" y="29718"/>
                  </a:lnTo>
                  <a:lnTo>
                    <a:pt x="142494" y="26670"/>
                  </a:lnTo>
                  <a:lnTo>
                    <a:pt x="142494" y="24384"/>
                  </a:lnTo>
                  <a:lnTo>
                    <a:pt x="143256" y="22860"/>
                  </a:lnTo>
                  <a:lnTo>
                    <a:pt x="142494" y="20574"/>
                  </a:lnTo>
                  <a:lnTo>
                    <a:pt x="142494" y="19050"/>
                  </a:lnTo>
                  <a:lnTo>
                    <a:pt x="141732" y="17526"/>
                  </a:lnTo>
                  <a:lnTo>
                    <a:pt x="140208" y="16002"/>
                  </a:lnTo>
                  <a:lnTo>
                    <a:pt x="139344" y="15544"/>
                  </a:lnTo>
                  <a:lnTo>
                    <a:pt x="139344" y="43942"/>
                  </a:lnTo>
                  <a:lnTo>
                    <a:pt x="132588" y="41516"/>
                  </a:lnTo>
                  <a:lnTo>
                    <a:pt x="128778" y="41833"/>
                  </a:lnTo>
                  <a:lnTo>
                    <a:pt x="123444" y="41910"/>
                  </a:lnTo>
                  <a:lnTo>
                    <a:pt x="123444" y="32004"/>
                  </a:lnTo>
                  <a:lnTo>
                    <a:pt x="133350" y="32004"/>
                  </a:lnTo>
                  <a:lnTo>
                    <a:pt x="134874" y="32766"/>
                  </a:lnTo>
                  <a:lnTo>
                    <a:pt x="135826" y="32854"/>
                  </a:lnTo>
                  <a:lnTo>
                    <a:pt x="137160" y="33528"/>
                  </a:lnTo>
                  <a:lnTo>
                    <a:pt x="137922" y="34290"/>
                  </a:lnTo>
                  <a:lnTo>
                    <a:pt x="137922" y="35052"/>
                  </a:lnTo>
                  <a:lnTo>
                    <a:pt x="138684" y="35814"/>
                  </a:lnTo>
                  <a:lnTo>
                    <a:pt x="138684" y="36576"/>
                  </a:lnTo>
                  <a:lnTo>
                    <a:pt x="139344" y="43942"/>
                  </a:lnTo>
                  <a:lnTo>
                    <a:pt x="139344" y="15544"/>
                  </a:lnTo>
                  <a:lnTo>
                    <a:pt x="137160" y="14363"/>
                  </a:lnTo>
                  <a:lnTo>
                    <a:pt x="137160" y="21336"/>
                  </a:lnTo>
                  <a:lnTo>
                    <a:pt x="137160" y="24384"/>
                  </a:lnTo>
                  <a:lnTo>
                    <a:pt x="136398" y="25146"/>
                  </a:lnTo>
                  <a:lnTo>
                    <a:pt x="136398" y="25908"/>
                  </a:lnTo>
                  <a:lnTo>
                    <a:pt x="134874" y="27432"/>
                  </a:lnTo>
                  <a:lnTo>
                    <a:pt x="131064" y="27432"/>
                  </a:lnTo>
                  <a:lnTo>
                    <a:pt x="128778" y="28194"/>
                  </a:lnTo>
                  <a:lnTo>
                    <a:pt x="123444" y="28194"/>
                  </a:lnTo>
                  <a:lnTo>
                    <a:pt x="123444" y="18288"/>
                  </a:lnTo>
                  <a:lnTo>
                    <a:pt x="131826" y="18288"/>
                  </a:lnTo>
                  <a:lnTo>
                    <a:pt x="134112" y="19050"/>
                  </a:lnTo>
                  <a:lnTo>
                    <a:pt x="135636" y="19050"/>
                  </a:lnTo>
                  <a:lnTo>
                    <a:pt x="135915" y="19329"/>
                  </a:lnTo>
                  <a:lnTo>
                    <a:pt x="136398" y="19812"/>
                  </a:lnTo>
                  <a:lnTo>
                    <a:pt x="137160" y="21336"/>
                  </a:lnTo>
                  <a:lnTo>
                    <a:pt x="137160" y="14363"/>
                  </a:lnTo>
                  <a:lnTo>
                    <a:pt x="133286" y="12268"/>
                  </a:lnTo>
                  <a:lnTo>
                    <a:pt x="135915" y="14122"/>
                  </a:lnTo>
                  <a:lnTo>
                    <a:pt x="128778" y="13779"/>
                  </a:lnTo>
                  <a:lnTo>
                    <a:pt x="117348" y="13716"/>
                  </a:lnTo>
                  <a:lnTo>
                    <a:pt x="117348" y="46482"/>
                  </a:lnTo>
                  <a:lnTo>
                    <a:pt x="123444" y="46482"/>
                  </a:lnTo>
                  <a:lnTo>
                    <a:pt x="131064" y="46355"/>
                  </a:lnTo>
                  <a:lnTo>
                    <a:pt x="137083" y="46126"/>
                  </a:lnTo>
                  <a:lnTo>
                    <a:pt x="135826" y="48031"/>
                  </a:lnTo>
                  <a:lnTo>
                    <a:pt x="137083" y="47117"/>
                  </a:lnTo>
                  <a:lnTo>
                    <a:pt x="139344" y="45491"/>
                  </a:lnTo>
                  <a:lnTo>
                    <a:pt x="143256" y="42672"/>
                  </a:lnTo>
                  <a:lnTo>
                    <a:pt x="144018" y="40386"/>
                  </a:lnTo>
                  <a:lnTo>
                    <a:pt x="144780" y="37338"/>
                  </a:lnTo>
                  <a:close/>
                </a:path>
                <a:path w="536575" h="59689">
                  <a:moveTo>
                    <a:pt x="180594" y="29718"/>
                  </a:moveTo>
                  <a:lnTo>
                    <a:pt x="178269" y="19418"/>
                  </a:lnTo>
                  <a:lnTo>
                    <a:pt x="174498" y="16738"/>
                  </a:lnTo>
                  <a:lnTo>
                    <a:pt x="174498" y="26670"/>
                  </a:lnTo>
                  <a:lnTo>
                    <a:pt x="174498" y="33528"/>
                  </a:lnTo>
                  <a:lnTo>
                    <a:pt x="172123" y="39662"/>
                  </a:lnTo>
                  <a:lnTo>
                    <a:pt x="166941" y="42583"/>
                  </a:lnTo>
                  <a:lnTo>
                    <a:pt x="160972" y="41922"/>
                  </a:lnTo>
                  <a:lnTo>
                    <a:pt x="156210" y="37338"/>
                  </a:lnTo>
                  <a:lnTo>
                    <a:pt x="155448" y="34290"/>
                  </a:lnTo>
                  <a:lnTo>
                    <a:pt x="154686" y="30480"/>
                  </a:lnTo>
                  <a:lnTo>
                    <a:pt x="156210" y="22860"/>
                  </a:lnTo>
                  <a:lnTo>
                    <a:pt x="157734" y="20574"/>
                  </a:lnTo>
                  <a:lnTo>
                    <a:pt x="160020" y="19050"/>
                  </a:lnTo>
                  <a:lnTo>
                    <a:pt x="164592" y="17526"/>
                  </a:lnTo>
                  <a:lnTo>
                    <a:pt x="167640" y="18288"/>
                  </a:lnTo>
                  <a:lnTo>
                    <a:pt x="169926" y="19050"/>
                  </a:lnTo>
                  <a:lnTo>
                    <a:pt x="172212" y="20574"/>
                  </a:lnTo>
                  <a:lnTo>
                    <a:pt x="173736" y="22860"/>
                  </a:lnTo>
                  <a:lnTo>
                    <a:pt x="174498" y="26670"/>
                  </a:lnTo>
                  <a:lnTo>
                    <a:pt x="174498" y="16738"/>
                  </a:lnTo>
                  <a:lnTo>
                    <a:pt x="170078" y="13589"/>
                  </a:lnTo>
                  <a:lnTo>
                    <a:pt x="159905" y="13347"/>
                  </a:lnTo>
                  <a:lnTo>
                    <a:pt x="151638" y="19812"/>
                  </a:lnTo>
                  <a:lnTo>
                    <a:pt x="150114" y="24384"/>
                  </a:lnTo>
                  <a:lnTo>
                    <a:pt x="149352" y="30480"/>
                  </a:lnTo>
                  <a:lnTo>
                    <a:pt x="150876" y="39624"/>
                  </a:lnTo>
                  <a:lnTo>
                    <a:pt x="154686" y="43434"/>
                  </a:lnTo>
                  <a:lnTo>
                    <a:pt x="156972" y="45720"/>
                  </a:lnTo>
                  <a:lnTo>
                    <a:pt x="160782" y="47244"/>
                  </a:lnTo>
                  <a:lnTo>
                    <a:pt x="167640" y="47244"/>
                  </a:lnTo>
                  <a:lnTo>
                    <a:pt x="170688" y="46482"/>
                  </a:lnTo>
                  <a:lnTo>
                    <a:pt x="172974" y="44958"/>
                  </a:lnTo>
                  <a:lnTo>
                    <a:pt x="174498" y="44450"/>
                  </a:lnTo>
                  <a:lnTo>
                    <a:pt x="175260" y="44196"/>
                  </a:lnTo>
                  <a:lnTo>
                    <a:pt x="177546" y="41910"/>
                  </a:lnTo>
                  <a:lnTo>
                    <a:pt x="178308" y="39624"/>
                  </a:lnTo>
                  <a:lnTo>
                    <a:pt x="179832" y="36576"/>
                  </a:lnTo>
                  <a:lnTo>
                    <a:pt x="180594" y="33528"/>
                  </a:lnTo>
                  <a:lnTo>
                    <a:pt x="180594" y="29718"/>
                  </a:lnTo>
                  <a:close/>
                </a:path>
                <a:path w="536575" h="59689">
                  <a:moveTo>
                    <a:pt x="218694" y="41910"/>
                  </a:moveTo>
                  <a:lnTo>
                    <a:pt x="214884" y="41910"/>
                  </a:lnTo>
                  <a:lnTo>
                    <a:pt x="214884" y="13716"/>
                  </a:lnTo>
                  <a:lnTo>
                    <a:pt x="208788" y="13716"/>
                  </a:lnTo>
                  <a:lnTo>
                    <a:pt x="208788" y="18288"/>
                  </a:lnTo>
                  <a:lnTo>
                    <a:pt x="208788" y="41910"/>
                  </a:lnTo>
                  <a:lnTo>
                    <a:pt x="191262" y="41910"/>
                  </a:lnTo>
                  <a:lnTo>
                    <a:pt x="194310" y="35814"/>
                  </a:lnTo>
                  <a:lnTo>
                    <a:pt x="195072" y="28194"/>
                  </a:lnTo>
                  <a:lnTo>
                    <a:pt x="195834" y="18288"/>
                  </a:lnTo>
                  <a:lnTo>
                    <a:pt x="208788" y="18288"/>
                  </a:lnTo>
                  <a:lnTo>
                    <a:pt x="208788" y="13716"/>
                  </a:lnTo>
                  <a:lnTo>
                    <a:pt x="192024" y="13716"/>
                  </a:lnTo>
                  <a:lnTo>
                    <a:pt x="191262" y="25908"/>
                  </a:lnTo>
                  <a:lnTo>
                    <a:pt x="188976" y="35052"/>
                  </a:lnTo>
                  <a:lnTo>
                    <a:pt x="185928" y="41910"/>
                  </a:lnTo>
                  <a:lnTo>
                    <a:pt x="182880" y="41910"/>
                  </a:lnTo>
                  <a:lnTo>
                    <a:pt x="182880" y="56388"/>
                  </a:lnTo>
                  <a:lnTo>
                    <a:pt x="187452" y="56388"/>
                  </a:lnTo>
                  <a:lnTo>
                    <a:pt x="187452" y="46482"/>
                  </a:lnTo>
                  <a:lnTo>
                    <a:pt x="191262" y="46482"/>
                  </a:lnTo>
                  <a:lnTo>
                    <a:pt x="208788" y="46482"/>
                  </a:lnTo>
                  <a:lnTo>
                    <a:pt x="214122" y="46482"/>
                  </a:lnTo>
                  <a:lnTo>
                    <a:pt x="214122" y="56388"/>
                  </a:lnTo>
                  <a:lnTo>
                    <a:pt x="218694" y="56388"/>
                  </a:lnTo>
                  <a:lnTo>
                    <a:pt x="218694" y="41910"/>
                  </a:lnTo>
                  <a:close/>
                </a:path>
                <a:path w="536575" h="59689">
                  <a:moveTo>
                    <a:pt x="252653" y="37338"/>
                  </a:moveTo>
                  <a:lnTo>
                    <a:pt x="247789" y="29184"/>
                  </a:lnTo>
                  <a:lnTo>
                    <a:pt x="246888" y="29044"/>
                  </a:lnTo>
                  <a:lnTo>
                    <a:pt x="246888" y="36576"/>
                  </a:lnTo>
                  <a:lnTo>
                    <a:pt x="245364" y="39624"/>
                  </a:lnTo>
                  <a:lnTo>
                    <a:pt x="244602" y="40386"/>
                  </a:lnTo>
                  <a:lnTo>
                    <a:pt x="240030" y="41910"/>
                  </a:lnTo>
                  <a:lnTo>
                    <a:pt x="230886" y="41910"/>
                  </a:lnTo>
                  <a:lnTo>
                    <a:pt x="230886" y="31242"/>
                  </a:lnTo>
                  <a:lnTo>
                    <a:pt x="240792" y="31242"/>
                  </a:lnTo>
                  <a:lnTo>
                    <a:pt x="243078" y="32004"/>
                  </a:lnTo>
                  <a:lnTo>
                    <a:pt x="244602" y="32766"/>
                  </a:lnTo>
                  <a:lnTo>
                    <a:pt x="246126" y="34290"/>
                  </a:lnTo>
                  <a:lnTo>
                    <a:pt x="246126" y="35052"/>
                  </a:lnTo>
                  <a:lnTo>
                    <a:pt x="246888" y="36576"/>
                  </a:lnTo>
                  <a:lnTo>
                    <a:pt x="246888" y="29044"/>
                  </a:lnTo>
                  <a:lnTo>
                    <a:pt x="232410" y="26670"/>
                  </a:lnTo>
                  <a:lnTo>
                    <a:pt x="230886" y="26670"/>
                  </a:lnTo>
                  <a:lnTo>
                    <a:pt x="230886" y="13716"/>
                  </a:lnTo>
                  <a:lnTo>
                    <a:pt x="224790" y="13716"/>
                  </a:lnTo>
                  <a:lnTo>
                    <a:pt x="224790" y="46482"/>
                  </a:lnTo>
                  <a:lnTo>
                    <a:pt x="228600" y="46482"/>
                  </a:lnTo>
                  <a:lnTo>
                    <a:pt x="246456" y="45110"/>
                  </a:lnTo>
                  <a:lnTo>
                    <a:pt x="246888" y="44551"/>
                  </a:lnTo>
                  <a:lnTo>
                    <a:pt x="252653" y="37338"/>
                  </a:lnTo>
                  <a:close/>
                </a:path>
                <a:path w="536575" h="59689">
                  <a:moveTo>
                    <a:pt x="262140" y="13716"/>
                  </a:moveTo>
                  <a:lnTo>
                    <a:pt x="256794" y="13716"/>
                  </a:lnTo>
                  <a:lnTo>
                    <a:pt x="256794" y="46482"/>
                  </a:lnTo>
                  <a:lnTo>
                    <a:pt x="262140" y="46482"/>
                  </a:lnTo>
                  <a:lnTo>
                    <a:pt x="262140" y="13716"/>
                  </a:lnTo>
                  <a:close/>
                </a:path>
                <a:path w="536575" h="59689">
                  <a:moveTo>
                    <a:pt x="349758" y="24384"/>
                  </a:moveTo>
                  <a:lnTo>
                    <a:pt x="348996" y="19812"/>
                  </a:lnTo>
                  <a:lnTo>
                    <a:pt x="348145" y="12344"/>
                  </a:lnTo>
                  <a:lnTo>
                    <a:pt x="345630" y="7073"/>
                  </a:lnTo>
                  <a:lnTo>
                    <a:pt x="342900" y="5397"/>
                  </a:lnTo>
                  <a:lnTo>
                    <a:pt x="342900" y="20574"/>
                  </a:lnTo>
                  <a:lnTo>
                    <a:pt x="342900" y="24384"/>
                  </a:lnTo>
                  <a:lnTo>
                    <a:pt x="340461" y="35280"/>
                  </a:lnTo>
                  <a:lnTo>
                    <a:pt x="332016" y="41529"/>
                  </a:lnTo>
                  <a:lnTo>
                    <a:pt x="321767" y="41478"/>
                  </a:lnTo>
                  <a:lnTo>
                    <a:pt x="313944" y="33528"/>
                  </a:lnTo>
                  <a:lnTo>
                    <a:pt x="312420" y="29718"/>
                  </a:lnTo>
                  <a:lnTo>
                    <a:pt x="311658" y="25146"/>
                  </a:lnTo>
                  <a:lnTo>
                    <a:pt x="312420" y="18288"/>
                  </a:lnTo>
                  <a:lnTo>
                    <a:pt x="313944" y="12954"/>
                  </a:lnTo>
                  <a:lnTo>
                    <a:pt x="321360" y="6985"/>
                  </a:lnTo>
                  <a:lnTo>
                    <a:pt x="329831" y="5384"/>
                  </a:lnTo>
                  <a:lnTo>
                    <a:pt x="337426" y="8509"/>
                  </a:lnTo>
                  <a:lnTo>
                    <a:pt x="342138" y="16764"/>
                  </a:lnTo>
                  <a:lnTo>
                    <a:pt x="342900" y="20574"/>
                  </a:lnTo>
                  <a:lnTo>
                    <a:pt x="342900" y="5397"/>
                  </a:lnTo>
                  <a:lnTo>
                    <a:pt x="339090" y="3048"/>
                  </a:lnTo>
                  <a:lnTo>
                    <a:pt x="335280" y="1524"/>
                  </a:lnTo>
                  <a:lnTo>
                    <a:pt x="327660" y="0"/>
                  </a:lnTo>
                  <a:lnTo>
                    <a:pt x="321767" y="736"/>
                  </a:lnTo>
                  <a:lnTo>
                    <a:pt x="305562" y="24384"/>
                  </a:lnTo>
                  <a:lnTo>
                    <a:pt x="305562" y="28194"/>
                  </a:lnTo>
                  <a:lnTo>
                    <a:pt x="307086" y="32004"/>
                  </a:lnTo>
                  <a:lnTo>
                    <a:pt x="311658" y="38874"/>
                  </a:lnTo>
                  <a:lnTo>
                    <a:pt x="314858" y="43675"/>
                  </a:lnTo>
                  <a:lnTo>
                    <a:pt x="327240" y="47548"/>
                  </a:lnTo>
                  <a:lnTo>
                    <a:pt x="339839" y="43840"/>
                  </a:lnTo>
                  <a:lnTo>
                    <a:pt x="342900" y="39789"/>
                  </a:lnTo>
                  <a:lnTo>
                    <a:pt x="348234" y="32766"/>
                  </a:lnTo>
                  <a:lnTo>
                    <a:pt x="348996" y="28194"/>
                  </a:lnTo>
                  <a:lnTo>
                    <a:pt x="349758" y="24384"/>
                  </a:lnTo>
                  <a:close/>
                </a:path>
                <a:path w="536575" h="59689">
                  <a:moveTo>
                    <a:pt x="392430" y="9906"/>
                  </a:moveTo>
                  <a:lnTo>
                    <a:pt x="391668" y="7620"/>
                  </a:lnTo>
                  <a:lnTo>
                    <a:pt x="390144" y="6096"/>
                  </a:lnTo>
                  <a:lnTo>
                    <a:pt x="389382" y="4572"/>
                  </a:lnTo>
                  <a:lnTo>
                    <a:pt x="387858" y="3048"/>
                  </a:lnTo>
                  <a:lnTo>
                    <a:pt x="387057" y="2654"/>
                  </a:lnTo>
                  <a:lnTo>
                    <a:pt x="387057" y="22593"/>
                  </a:lnTo>
                  <a:lnTo>
                    <a:pt x="378764" y="23495"/>
                  </a:lnTo>
                  <a:lnTo>
                    <a:pt x="372618" y="22860"/>
                  </a:lnTo>
                  <a:lnTo>
                    <a:pt x="363474" y="22860"/>
                  </a:lnTo>
                  <a:lnTo>
                    <a:pt x="363474" y="6096"/>
                  </a:lnTo>
                  <a:lnTo>
                    <a:pt x="376720" y="6184"/>
                  </a:lnTo>
                  <a:lnTo>
                    <a:pt x="383501" y="4978"/>
                  </a:lnTo>
                  <a:lnTo>
                    <a:pt x="385572" y="10668"/>
                  </a:lnTo>
                  <a:lnTo>
                    <a:pt x="386334" y="12192"/>
                  </a:lnTo>
                  <a:lnTo>
                    <a:pt x="386334" y="14478"/>
                  </a:lnTo>
                  <a:lnTo>
                    <a:pt x="387057" y="22593"/>
                  </a:lnTo>
                  <a:lnTo>
                    <a:pt x="387057" y="2654"/>
                  </a:lnTo>
                  <a:lnTo>
                    <a:pt x="386334" y="2286"/>
                  </a:lnTo>
                  <a:lnTo>
                    <a:pt x="384048" y="1524"/>
                  </a:lnTo>
                  <a:lnTo>
                    <a:pt x="381762" y="1524"/>
                  </a:lnTo>
                  <a:lnTo>
                    <a:pt x="380238" y="762"/>
                  </a:lnTo>
                  <a:lnTo>
                    <a:pt x="357378" y="762"/>
                  </a:lnTo>
                  <a:lnTo>
                    <a:pt x="357378" y="46482"/>
                  </a:lnTo>
                  <a:lnTo>
                    <a:pt x="363474" y="46482"/>
                  </a:lnTo>
                  <a:lnTo>
                    <a:pt x="363474" y="28194"/>
                  </a:lnTo>
                  <a:lnTo>
                    <a:pt x="372618" y="28194"/>
                  </a:lnTo>
                  <a:lnTo>
                    <a:pt x="381901" y="27546"/>
                  </a:lnTo>
                  <a:lnTo>
                    <a:pt x="387057" y="25311"/>
                  </a:lnTo>
                  <a:lnTo>
                    <a:pt x="388315" y="24765"/>
                  </a:lnTo>
                  <a:lnTo>
                    <a:pt x="391845" y="19126"/>
                  </a:lnTo>
                  <a:lnTo>
                    <a:pt x="392430" y="9906"/>
                  </a:lnTo>
                  <a:close/>
                </a:path>
                <a:path w="536575" h="59689">
                  <a:moveTo>
                    <a:pt x="457200" y="32004"/>
                  </a:moveTo>
                  <a:lnTo>
                    <a:pt x="451104" y="30480"/>
                  </a:lnTo>
                  <a:lnTo>
                    <a:pt x="449580" y="35052"/>
                  </a:lnTo>
                  <a:lnTo>
                    <a:pt x="431660" y="41148"/>
                  </a:lnTo>
                  <a:lnTo>
                    <a:pt x="422986" y="26606"/>
                  </a:lnTo>
                  <a:lnTo>
                    <a:pt x="426669" y="9423"/>
                  </a:lnTo>
                  <a:lnTo>
                    <a:pt x="445770" y="7620"/>
                  </a:lnTo>
                  <a:lnTo>
                    <a:pt x="450342" y="15240"/>
                  </a:lnTo>
                  <a:lnTo>
                    <a:pt x="456438" y="13716"/>
                  </a:lnTo>
                  <a:lnTo>
                    <a:pt x="451866" y="5334"/>
                  </a:lnTo>
                  <a:lnTo>
                    <a:pt x="445008" y="762"/>
                  </a:lnTo>
                  <a:lnTo>
                    <a:pt x="438150" y="0"/>
                  </a:lnTo>
                  <a:lnTo>
                    <a:pt x="426720" y="3048"/>
                  </a:lnTo>
                  <a:lnTo>
                    <a:pt x="422148" y="6096"/>
                  </a:lnTo>
                  <a:lnTo>
                    <a:pt x="419100" y="11430"/>
                  </a:lnTo>
                  <a:lnTo>
                    <a:pt x="416814" y="16764"/>
                  </a:lnTo>
                  <a:lnTo>
                    <a:pt x="416052" y="23622"/>
                  </a:lnTo>
                  <a:lnTo>
                    <a:pt x="418338" y="35814"/>
                  </a:lnTo>
                  <a:lnTo>
                    <a:pt x="423252" y="42227"/>
                  </a:lnTo>
                  <a:lnTo>
                    <a:pt x="429602" y="45935"/>
                  </a:lnTo>
                  <a:lnTo>
                    <a:pt x="436994" y="47244"/>
                  </a:lnTo>
                  <a:lnTo>
                    <a:pt x="445008" y="46482"/>
                  </a:lnTo>
                  <a:lnTo>
                    <a:pt x="452628" y="41148"/>
                  </a:lnTo>
                  <a:lnTo>
                    <a:pt x="457200" y="32004"/>
                  </a:lnTo>
                  <a:close/>
                </a:path>
                <a:path w="536575" h="59689">
                  <a:moveTo>
                    <a:pt x="500634" y="762"/>
                  </a:moveTo>
                  <a:lnTo>
                    <a:pt x="494538" y="762"/>
                  </a:lnTo>
                  <a:lnTo>
                    <a:pt x="490728" y="8382"/>
                  </a:lnTo>
                  <a:lnTo>
                    <a:pt x="484632" y="22098"/>
                  </a:lnTo>
                  <a:lnTo>
                    <a:pt x="480822" y="29718"/>
                  </a:lnTo>
                  <a:lnTo>
                    <a:pt x="477012" y="22098"/>
                  </a:lnTo>
                  <a:lnTo>
                    <a:pt x="469392" y="8382"/>
                  </a:lnTo>
                  <a:lnTo>
                    <a:pt x="466344" y="762"/>
                  </a:lnTo>
                  <a:lnTo>
                    <a:pt x="460248" y="762"/>
                  </a:lnTo>
                  <a:lnTo>
                    <a:pt x="464820" y="9906"/>
                  </a:lnTo>
                  <a:lnTo>
                    <a:pt x="473202" y="25908"/>
                  </a:lnTo>
                  <a:lnTo>
                    <a:pt x="478536" y="34290"/>
                  </a:lnTo>
                  <a:lnTo>
                    <a:pt x="477012" y="37338"/>
                  </a:lnTo>
                  <a:lnTo>
                    <a:pt x="476250" y="39624"/>
                  </a:lnTo>
                  <a:lnTo>
                    <a:pt x="473964" y="41910"/>
                  </a:lnTo>
                  <a:lnTo>
                    <a:pt x="472440" y="42672"/>
                  </a:lnTo>
                  <a:lnTo>
                    <a:pt x="469392" y="42672"/>
                  </a:lnTo>
                  <a:lnTo>
                    <a:pt x="466344" y="41148"/>
                  </a:lnTo>
                  <a:lnTo>
                    <a:pt x="466344" y="46482"/>
                  </a:lnTo>
                  <a:lnTo>
                    <a:pt x="468630" y="47244"/>
                  </a:lnTo>
                  <a:lnTo>
                    <a:pt x="473964" y="47244"/>
                  </a:lnTo>
                  <a:lnTo>
                    <a:pt x="476250" y="46482"/>
                  </a:lnTo>
                  <a:lnTo>
                    <a:pt x="479298" y="43434"/>
                  </a:lnTo>
                  <a:lnTo>
                    <a:pt x="480822" y="40386"/>
                  </a:lnTo>
                  <a:lnTo>
                    <a:pt x="483108" y="36576"/>
                  </a:lnTo>
                  <a:lnTo>
                    <a:pt x="487680" y="27432"/>
                  </a:lnTo>
                  <a:lnTo>
                    <a:pt x="496062" y="9906"/>
                  </a:lnTo>
                  <a:lnTo>
                    <a:pt x="500634" y="762"/>
                  </a:lnTo>
                  <a:close/>
                </a:path>
                <a:path w="536575" h="59689">
                  <a:moveTo>
                    <a:pt x="536448" y="30480"/>
                  </a:moveTo>
                  <a:lnTo>
                    <a:pt x="534162" y="26670"/>
                  </a:lnTo>
                  <a:lnTo>
                    <a:pt x="528828" y="22860"/>
                  </a:lnTo>
                  <a:lnTo>
                    <a:pt x="533400" y="18288"/>
                  </a:lnTo>
                  <a:lnTo>
                    <a:pt x="534924" y="12954"/>
                  </a:lnTo>
                  <a:lnTo>
                    <a:pt x="533400" y="7620"/>
                  </a:lnTo>
                  <a:lnTo>
                    <a:pt x="528066" y="2286"/>
                  </a:lnTo>
                  <a:lnTo>
                    <a:pt x="520446" y="0"/>
                  </a:lnTo>
                  <a:lnTo>
                    <a:pt x="513588" y="762"/>
                  </a:lnTo>
                  <a:lnTo>
                    <a:pt x="507492" y="6096"/>
                  </a:lnTo>
                  <a:lnTo>
                    <a:pt x="503682" y="15240"/>
                  </a:lnTo>
                  <a:lnTo>
                    <a:pt x="509778" y="16002"/>
                  </a:lnTo>
                  <a:lnTo>
                    <a:pt x="509778" y="14478"/>
                  </a:lnTo>
                  <a:lnTo>
                    <a:pt x="514350" y="6858"/>
                  </a:lnTo>
                  <a:lnTo>
                    <a:pt x="520446" y="5334"/>
                  </a:lnTo>
                  <a:lnTo>
                    <a:pt x="525780" y="7620"/>
                  </a:lnTo>
                  <a:lnTo>
                    <a:pt x="528828" y="12954"/>
                  </a:lnTo>
                  <a:lnTo>
                    <a:pt x="528066" y="15240"/>
                  </a:lnTo>
                  <a:lnTo>
                    <a:pt x="525018" y="19050"/>
                  </a:lnTo>
                  <a:lnTo>
                    <a:pt x="516636" y="20574"/>
                  </a:lnTo>
                  <a:lnTo>
                    <a:pt x="516636" y="25908"/>
                  </a:lnTo>
                  <a:lnTo>
                    <a:pt x="523494" y="26670"/>
                  </a:lnTo>
                  <a:lnTo>
                    <a:pt x="528828" y="29718"/>
                  </a:lnTo>
                  <a:lnTo>
                    <a:pt x="530352" y="33528"/>
                  </a:lnTo>
                  <a:lnTo>
                    <a:pt x="529590" y="36576"/>
                  </a:lnTo>
                  <a:lnTo>
                    <a:pt x="524256" y="41148"/>
                  </a:lnTo>
                  <a:lnTo>
                    <a:pt x="518160" y="41910"/>
                  </a:lnTo>
                  <a:lnTo>
                    <a:pt x="512826" y="38862"/>
                  </a:lnTo>
                  <a:lnTo>
                    <a:pt x="509016" y="32004"/>
                  </a:lnTo>
                  <a:lnTo>
                    <a:pt x="502920" y="33528"/>
                  </a:lnTo>
                  <a:lnTo>
                    <a:pt x="507492" y="41910"/>
                  </a:lnTo>
                  <a:lnTo>
                    <a:pt x="514350" y="46482"/>
                  </a:lnTo>
                  <a:lnTo>
                    <a:pt x="523494" y="47244"/>
                  </a:lnTo>
                  <a:lnTo>
                    <a:pt x="531876" y="43434"/>
                  </a:lnTo>
                  <a:lnTo>
                    <a:pt x="536448" y="35814"/>
                  </a:lnTo>
                  <a:lnTo>
                    <a:pt x="536448" y="30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0" name="object 710"/>
            <p:cNvPicPr/>
            <p:nvPr/>
          </p:nvPicPr>
          <p:blipFill>
            <a:blip r:embed="rId140" cstate="print"/>
            <a:stretch>
              <a:fillRect/>
            </a:stretch>
          </p:blipFill>
          <p:spPr>
            <a:xfrm>
              <a:off x="7444190" y="1901975"/>
              <a:ext cx="389308" cy="66909"/>
            </a:xfrm>
            <a:prstGeom prst="rect">
              <a:avLst/>
            </a:prstGeom>
          </p:spPr>
        </p:pic>
        <p:sp>
          <p:nvSpPr>
            <p:cNvPr id="711" name="object 711"/>
            <p:cNvSpPr/>
            <p:nvPr/>
          </p:nvSpPr>
          <p:spPr>
            <a:xfrm>
              <a:off x="7494524" y="2000900"/>
              <a:ext cx="287655" cy="48895"/>
            </a:xfrm>
            <a:custGeom>
              <a:avLst/>
              <a:gdLst/>
              <a:ahLst/>
              <a:cxnLst/>
              <a:rect l="l" t="t" r="r" b="b"/>
              <a:pathLst>
                <a:path w="287654" h="48894">
                  <a:moveTo>
                    <a:pt x="34925" y="11430"/>
                  </a:moveTo>
                  <a:lnTo>
                    <a:pt x="30353" y="3810"/>
                  </a:lnTo>
                  <a:lnTo>
                    <a:pt x="6134" y="2540"/>
                  </a:lnTo>
                  <a:lnTo>
                    <a:pt x="0" y="21653"/>
                  </a:lnTo>
                  <a:lnTo>
                    <a:pt x="9626" y="38887"/>
                  </a:lnTo>
                  <a:lnTo>
                    <a:pt x="32639" y="32004"/>
                  </a:lnTo>
                  <a:lnTo>
                    <a:pt x="34925" y="25908"/>
                  </a:lnTo>
                  <a:lnTo>
                    <a:pt x="25019" y="23622"/>
                  </a:lnTo>
                  <a:lnTo>
                    <a:pt x="24257" y="27432"/>
                  </a:lnTo>
                  <a:lnTo>
                    <a:pt x="21209" y="31242"/>
                  </a:lnTo>
                  <a:lnTo>
                    <a:pt x="15113" y="30480"/>
                  </a:lnTo>
                  <a:lnTo>
                    <a:pt x="10541" y="26670"/>
                  </a:lnTo>
                  <a:lnTo>
                    <a:pt x="9779" y="19050"/>
                  </a:lnTo>
                  <a:lnTo>
                    <a:pt x="12065" y="9906"/>
                  </a:lnTo>
                  <a:lnTo>
                    <a:pt x="18161" y="7620"/>
                  </a:lnTo>
                  <a:lnTo>
                    <a:pt x="22733" y="8382"/>
                  </a:lnTo>
                  <a:lnTo>
                    <a:pt x="25019" y="12954"/>
                  </a:lnTo>
                  <a:lnTo>
                    <a:pt x="34925" y="11430"/>
                  </a:lnTo>
                  <a:close/>
                </a:path>
                <a:path w="287654" h="48894">
                  <a:moveTo>
                    <a:pt x="72263" y="0"/>
                  </a:moveTo>
                  <a:lnTo>
                    <a:pt x="37973" y="0"/>
                  </a:lnTo>
                  <a:lnTo>
                    <a:pt x="37973" y="8382"/>
                  </a:lnTo>
                  <a:lnTo>
                    <a:pt x="50165" y="8382"/>
                  </a:lnTo>
                  <a:lnTo>
                    <a:pt x="50165" y="38862"/>
                  </a:lnTo>
                  <a:lnTo>
                    <a:pt x="60071" y="38862"/>
                  </a:lnTo>
                  <a:lnTo>
                    <a:pt x="60071" y="8382"/>
                  </a:lnTo>
                  <a:lnTo>
                    <a:pt x="72263" y="8382"/>
                  </a:lnTo>
                  <a:lnTo>
                    <a:pt x="72263" y="0"/>
                  </a:lnTo>
                  <a:close/>
                </a:path>
                <a:path w="287654" h="48894">
                  <a:moveTo>
                    <a:pt x="111899" y="38862"/>
                  </a:moveTo>
                  <a:lnTo>
                    <a:pt x="110375" y="33528"/>
                  </a:lnTo>
                  <a:lnTo>
                    <a:pt x="109613" y="8382"/>
                  </a:lnTo>
                  <a:lnTo>
                    <a:pt x="106565" y="3048"/>
                  </a:lnTo>
                  <a:lnTo>
                    <a:pt x="99707" y="0"/>
                  </a:lnTo>
                  <a:lnTo>
                    <a:pt x="86753" y="0"/>
                  </a:lnTo>
                  <a:lnTo>
                    <a:pt x="82181" y="2286"/>
                  </a:lnTo>
                  <a:lnTo>
                    <a:pt x="76847" y="10668"/>
                  </a:lnTo>
                  <a:lnTo>
                    <a:pt x="85991" y="12192"/>
                  </a:lnTo>
                  <a:lnTo>
                    <a:pt x="86753" y="9906"/>
                  </a:lnTo>
                  <a:lnTo>
                    <a:pt x="90563" y="7620"/>
                  </a:lnTo>
                  <a:lnTo>
                    <a:pt x="98183" y="8382"/>
                  </a:lnTo>
                  <a:lnTo>
                    <a:pt x="99707" y="13716"/>
                  </a:lnTo>
                  <a:lnTo>
                    <a:pt x="99707" y="20574"/>
                  </a:lnTo>
                  <a:lnTo>
                    <a:pt x="99707" y="25908"/>
                  </a:lnTo>
                  <a:lnTo>
                    <a:pt x="98945" y="27432"/>
                  </a:lnTo>
                  <a:lnTo>
                    <a:pt x="98945" y="28194"/>
                  </a:lnTo>
                  <a:lnTo>
                    <a:pt x="98183" y="29718"/>
                  </a:lnTo>
                  <a:lnTo>
                    <a:pt x="93611" y="32004"/>
                  </a:lnTo>
                  <a:lnTo>
                    <a:pt x="91325" y="32766"/>
                  </a:lnTo>
                  <a:lnTo>
                    <a:pt x="88277" y="31242"/>
                  </a:lnTo>
                  <a:lnTo>
                    <a:pt x="86753" y="29718"/>
                  </a:lnTo>
                  <a:lnTo>
                    <a:pt x="85991" y="28194"/>
                  </a:lnTo>
                  <a:lnTo>
                    <a:pt x="85991" y="25908"/>
                  </a:lnTo>
                  <a:lnTo>
                    <a:pt x="86753" y="24384"/>
                  </a:lnTo>
                  <a:lnTo>
                    <a:pt x="88277" y="23622"/>
                  </a:lnTo>
                  <a:lnTo>
                    <a:pt x="89039" y="22860"/>
                  </a:lnTo>
                  <a:lnTo>
                    <a:pt x="91325" y="22098"/>
                  </a:lnTo>
                  <a:lnTo>
                    <a:pt x="93611" y="22098"/>
                  </a:lnTo>
                  <a:lnTo>
                    <a:pt x="98183" y="20574"/>
                  </a:lnTo>
                  <a:lnTo>
                    <a:pt x="99707" y="20574"/>
                  </a:lnTo>
                  <a:lnTo>
                    <a:pt x="99707" y="13716"/>
                  </a:lnTo>
                  <a:lnTo>
                    <a:pt x="79133" y="19812"/>
                  </a:lnTo>
                  <a:lnTo>
                    <a:pt x="76085" y="25146"/>
                  </a:lnTo>
                  <a:lnTo>
                    <a:pt x="76847" y="32766"/>
                  </a:lnTo>
                  <a:lnTo>
                    <a:pt x="79133" y="36576"/>
                  </a:lnTo>
                  <a:lnTo>
                    <a:pt x="83705" y="38862"/>
                  </a:lnTo>
                  <a:lnTo>
                    <a:pt x="85991" y="39065"/>
                  </a:lnTo>
                  <a:lnTo>
                    <a:pt x="92087" y="39624"/>
                  </a:lnTo>
                  <a:lnTo>
                    <a:pt x="99707" y="34772"/>
                  </a:lnTo>
                  <a:lnTo>
                    <a:pt x="100469" y="34290"/>
                  </a:lnTo>
                  <a:lnTo>
                    <a:pt x="101993" y="38862"/>
                  </a:lnTo>
                  <a:lnTo>
                    <a:pt x="111899" y="38862"/>
                  </a:lnTo>
                  <a:close/>
                </a:path>
                <a:path w="287654" h="48894">
                  <a:moveTo>
                    <a:pt x="153809" y="0"/>
                  </a:moveTo>
                  <a:lnTo>
                    <a:pt x="143903" y="0"/>
                  </a:lnTo>
                  <a:lnTo>
                    <a:pt x="143903" y="14478"/>
                  </a:lnTo>
                  <a:lnTo>
                    <a:pt x="129425" y="14478"/>
                  </a:lnTo>
                  <a:lnTo>
                    <a:pt x="129425" y="0"/>
                  </a:lnTo>
                  <a:lnTo>
                    <a:pt x="118757" y="0"/>
                  </a:lnTo>
                  <a:lnTo>
                    <a:pt x="118757" y="38862"/>
                  </a:lnTo>
                  <a:lnTo>
                    <a:pt x="129425" y="38862"/>
                  </a:lnTo>
                  <a:lnTo>
                    <a:pt x="129425" y="22098"/>
                  </a:lnTo>
                  <a:lnTo>
                    <a:pt x="143903" y="22098"/>
                  </a:lnTo>
                  <a:lnTo>
                    <a:pt x="143903" y="38862"/>
                  </a:lnTo>
                  <a:lnTo>
                    <a:pt x="153809" y="38862"/>
                  </a:lnTo>
                  <a:lnTo>
                    <a:pt x="153809" y="0"/>
                  </a:lnTo>
                  <a:close/>
                </a:path>
                <a:path w="287654" h="48894">
                  <a:moveTo>
                    <a:pt x="202577" y="30480"/>
                  </a:moveTo>
                  <a:lnTo>
                    <a:pt x="198767" y="30480"/>
                  </a:lnTo>
                  <a:lnTo>
                    <a:pt x="198767" y="0"/>
                  </a:lnTo>
                  <a:lnTo>
                    <a:pt x="188099" y="0"/>
                  </a:lnTo>
                  <a:lnTo>
                    <a:pt x="188099" y="30480"/>
                  </a:lnTo>
                  <a:lnTo>
                    <a:pt x="174383" y="30480"/>
                  </a:lnTo>
                  <a:lnTo>
                    <a:pt x="174383" y="0"/>
                  </a:lnTo>
                  <a:lnTo>
                    <a:pt x="163715" y="0"/>
                  </a:lnTo>
                  <a:lnTo>
                    <a:pt x="163715" y="38862"/>
                  </a:lnTo>
                  <a:lnTo>
                    <a:pt x="194195" y="38862"/>
                  </a:lnTo>
                  <a:lnTo>
                    <a:pt x="194195" y="48768"/>
                  </a:lnTo>
                  <a:lnTo>
                    <a:pt x="202577" y="48768"/>
                  </a:lnTo>
                  <a:lnTo>
                    <a:pt x="202577" y="30480"/>
                  </a:lnTo>
                  <a:close/>
                </a:path>
                <a:path w="287654" h="48894">
                  <a:moveTo>
                    <a:pt x="244475" y="0"/>
                  </a:moveTo>
                  <a:lnTo>
                    <a:pt x="234569" y="0"/>
                  </a:lnTo>
                  <a:lnTo>
                    <a:pt x="230759" y="6096"/>
                  </a:lnTo>
                  <a:lnTo>
                    <a:pt x="218567" y="24384"/>
                  </a:lnTo>
                  <a:lnTo>
                    <a:pt x="218567" y="0"/>
                  </a:lnTo>
                  <a:lnTo>
                    <a:pt x="209423" y="0"/>
                  </a:lnTo>
                  <a:lnTo>
                    <a:pt x="209423" y="38862"/>
                  </a:lnTo>
                  <a:lnTo>
                    <a:pt x="218567" y="38862"/>
                  </a:lnTo>
                  <a:lnTo>
                    <a:pt x="230759" y="20574"/>
                  </a:lnTo>
                  <a:lnTo>
                    <a:pt x="234569" y="13716"/>
                  </a:lnTo>
                  <a:lnTo>
                    <a:pt x="234569" y="38862"/>
                  </a:lnTo>
                  <a:lnTo>
                    <a:pt x="244475" y="38862"/>
                  </a:lnTo>
                  <a:lnTo>
                    <a:pt x="244475" y="0"/>
                  </a:lnTo>
                  <a:close/>
                </a:path>
                <a:path w="287654" h="48894">
                  <a:moveTo>
                    <a:pt x="287159" y="0"/>
                  </a:moveTo>
                  <a:lnTo>
                    <a:pt x="277253" y="0"/>
                  </a:lnTo>
                  <a:lnTo>
                    <a:pt x="277253" y="6858"/>
                  </a:lnTo>
                  <a:lnTo>
                    <a:pt x="277253" y="16764"/>
                  </a:lnTo>
                  <a:lnTo>
                    <a:pt x="270395" y="16764"/>
                  </a:lnTo>
                  <a:lnTo>
                    <a:pt x="268300" y="16065"/>
                  </a:lnTo>
                  <a:lnTo>
                    <a:pt x="265823" y="16002"/>
                  </a:lnTo>
                  <a:lnTo>
                    <a:pt x="264299" y="15240"/>
                  </a:lnTo>
                  <a:lnTo>
                    <a:pt x="263537" y="14478"/>
                  </a:lnTo>
                  <a:lnTo>
                    <a:pt x="262775" y="12954"/>
                  </a:lnTo>
                  <a:lnTo>
                    <a:pt x="262775" y="9906"/>
                  </a:lnTo>
                  <a:lnTo>
                    <a:pt x="264312" y="5334"/>
                  </a:lnTo>
                  <a:lnTo>
                    <a:pt x="268300" y="7264"/>
                  </a:lnTo>
                  <a:lnTo>
                    <a:pt x="271157" y="6934"/>
                  </a:lnTo>
                  <a:lnTo>
                    <a:pt x="277253" y="6858"/>
                  </a:lnTo>
                  <a:lnTo>
                    <a:pt x="277253" y="0"/>
                  </a:lnTo>
                  <a:lnTo>
                    <a:pt x="267347" y="0"/>
                  </a:lnTo>
                  <a:lnTo>
                    <a:pt x="258965" y="762"/>
                  </a:lnTo>
                  <a:lnTo>
                    <a:pt x="253631" y="4572"/>
                  </a:lnTo>
                  <a:lnTo>
                    <a:pt x="252869" y="11430"/>
                  </a:lnTo>
                  <a:lnTo>
                    <a:pt x="255155" y="19050"/>
                  </a:lnTo>
                  <a:lnTo>
                    <a:pt x="258203" y="21336"/>
                  </a:lnTo>
                  <a:lnTo>
                    <a:pt x="262013" y="22098"/>
                  </a:lnTo>
                  <a:lnTo>
                    <a:pt x="258965" y="23622"/>
                  </a:lnTo>
                  <a:lnTo>
                    <a:pt x="249059" y="38862"/>
                  </a:lnTo>
                  <a:lnTo>
                    <a:pt x="260489" y="38862"/>
                  </a:lnTo>
                  <a:lnTo>
                    <a:pt x="262013" y="36677"/>
                  </a:lnTo>
                  <a:lnTo>
                    <a:pt x="262775" y="35585"/>
                  </a:lnTo>
                  <a:lnTo>
                    <a:pt x="271157" y="23622"/>
                  </a:lnTo>
                  <a:lnTo>
                    <a:pt x="277253" y="22860"/>
                  </a:lnTo>
                  <a:lnTo>
                    <a:pt x="277253" y="38862"/>
                  </a:lnTo>
                  <a:lnTo>
                    <a:pt x="287159" y="38862"/>
                  </a:lnTo>
                  <a:lnTo>
                    <a:pt x="2871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6284366" y="2397128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192" y="0"/>
                  </a:moveTo>
                  <a:lnTo>
                    <a:pt x="0" y="0"/>
                  </a:lnTo>
                  <a:lnTo>
                    <a:pt x="1219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6284366" y="2397128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19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6284353" y="2397140"/>
              <a:ext cx="12700" cy="1529080"/>
            </a:xfrm>
            <a:custGeom>
              <a:avLst/>
              <a:gdLst/>
              <a:ahLst/>
              <a:cxnLst/>
              <a:rect l="l" t="t" r="r" b="b"/>
              <a:pathLst>
                <a:path w="12700" h="1529079">
                  <a:moveTo>
                    <a:pt x="12700" y="0"/>
                  </a:moveTo>
                  <a:lnTo>
                    <a:pt x="6350" y="0"/>
                  </a:lnTo>
                  <a:lnTo>
                    <a:pt x="0" y="0"/>
                  </a:lnTo>
                  <a:lnTo>
                    <a:pt x="0" y="1528572"/>
                  </a:lnTo>
                  <a:lnTo>
                    <a:pt x="6350" y="1528572"/>
                  </a:lnTo>
                  <a:lnTo>
                    <a:pt x="6350" y="1517142"/>
                  </a:lnTo>
                  <a:lnTo>
                    <a:pt x="12700" y="1517142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6284366" y="2397128"/>
              <a:ext cx="12700" cy="1529080"/>
            </a:xfrm>
            <a:custGeom>
              <a:avLst/>
              <a:gdLst/>
              <a:ahLst/>
              <a:cxnLst/>
              <a:rect l="l" t="t" r="r" b="b"/>
              <a:pathLst>
                <a:path w="12700" h="1529079">
                  <a:moveTo>
                    <a:pt x="6096" y="-380"/>
                  </a:moveTo>
                  <a:lnTo>
                    <a:pt x="6096" y="1528952"/>
                  </a:lnTo>
                </a:path>
              </a:pathLst>
            </a:custGeom>
            <a:ln w="12953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6290437" y="3914282"/>
              <a:ext cx="1666239" cy="11430"/>
            </a:xfrm>
            <a:custGeom>
              <a:avLst/>
              <a:gdLst/>
              <a:ahLst/>
              <a:cxnLst/>
              <a:rect l="l" t="t" r="r" b="b"/>
              <a:pathLst>
                <a:path w="1666240" h="11429">
                  <a:moveTo>
                    <a:pt x="1666240" y="0"/>
                  </a:moveTo>
                  <a:lnTo>
                    <a:pt x="1654810" y="0"/>
                  </a:lnTo>
                  <a:lnTo>
                    <a:pt x="0" y="0"/>
                  </a:lnTo>
                  <a:lnTo>
                    <a:pt x="0" y="11430"/>
                  </a:lnTo>
                  <a:lnTo>
                    <a:pt x="1654810" y="11430"/>
                  </a:lnTo>
                  <a:lnTo>
                    <a:pt x="1654810" y="6096"/>
                  </a:lnTo>
                  <a:lnTo>
                    <a:pt x="1666240" y="6096"/>
                  </a:lnTo>
                  <a:lnTo>
                    <a:pt x="166624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6290068" y="3913889"/>
              <a:ext cx="1666875" cy="12700"/>
            </a:xfrm>
            <a:custGeom>
              <a:avLst/>
              <a:gdLst/>
              <a:ahLst/>
              <a:cxnLst/>
              <a:rect l="l" t="t" r="r" b="b"/>
              <a:pathLst>
                <a:path w="1666875" h="12700">
                  <a:moveTo>
                    <a:pt x="0" y="12192"/>
                  </a:moveTo>
                  <a:lnTo>
                    <a:pt x="1666493" y="12192"/>
                  </a:lnTo>
                  <a:lnTo>
                    <a:pt x="1666493" y="0"/>
                  </a:lnTo>
                  <a:lnTo>
                    <a:pt x="0" y="0"/>
                  </a:lnTo>
                  <a:lnTo>
                    <a:pt x="0" y="1219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7944764" y="3920366"/>
              <a:ext cx="11430" cy="363220"/>
            </a:xfrm>
            <a:custGeom>
              <a:avLst/>
              <a:gdLst/>
              <a:ahLst/>
              <a:cxnLst/>
              <a:rect l="l" t="t" r="r" b="b"/>
              <a:pathLst>
                <a:path w="11429" h="363220">
                  <a:moveTo>
                    <a:pt x="0" y="362712"/>
                  </a:moveTo>
                  <a:lnTo>
                    <a:pt x="11430" y="362712"/>
                  </a:lnTo>
                  <a:lnTo>
                    <a:pt x="11430" y="0"/>
                  </a:lnTo>
                  <a:lnTo>
                    <a:pt x="0" y="0"/>
                  </a:lnTo>
                  <a:lnTo>
                    <a:pt x="0" y="36271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7950479" y="3919985"/>
              <a:ext cx="0" cy="363220"/>
            </a:xfrm>
            <a:custGeom>
              <a:avLst/>
              <a:gdLst/>
              <a:ahLst/>
              <a:cxnLst/>
              <a:rect l="l" t="t" r="r" b="b"/>
              <a:pathLst>
                <a:path h="363220">
                  <a:moveTo>
                    <a:pt x="0" y="0"/>
                  </a:moveTo>
                  <a:lnTo>
                    <a:pt x="0" y="363093"/>
                  </a:lnTo>
                </a:path>
              </a:pathLst>
            </a:custGeom>
            <a:ln w="12192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20" name="object 720"/>
            <p:cNvPicPr/>
            <p:nvPr/>
          </p:nvPicPr>
          <p:blipFill>
            <a:blip r:embed="rId141" cstate="print"/>
            <a:stretch>
              <a:fillRect/>
            </a:stretch>
          </p:blipFill>
          <p:spPr>
            <a:xfrm>
              <a:off x="7910842" y="4276601"/>
              <a:ext cx="65544" cy="64770"/>
            </a:xfrm>
            <a:prstGeom prst="rect">
              <a:avLst/>
            </a:prstGeom>
          </p:spPr>
        </p:pic>
        <p:sp>
          <p:nvSpPr>
            <p:cNvPr id="721" name="object 721"/>
            <p:cNvSpPr/>
            <p:nvPr/>
          </p:nvSpPr>
          <p:spPr>
            <a:xfrm>
              <a:off x="3115970" y="367652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3115970" y="367652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3115970" y="170828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3115970" y="170828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3115970" y="1708280"/>
              <a:ext cx="3810" cy="1968500"/>
            </a:xfrm>
            <a:custGeom>
              <a:avLst/>
              <a:gdLst/>
              <a:ahLst/>
              <a:cxnLst/>
              <a:rect l="l" t="t" r="r" b="b"/>
              <a:pathLst>
                <a:path w="3810" h="1968500">
                  <a:moveTo>
                    <a:pt x="3809" y="0"/>
                  </a:moveTo>
                  <a:lnTo>
                    <a:pt x="3809" y="1968245"/>
                  </a:lnTo>
                  <a:lnTo>
                    <a:pt x="0" y="1968245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3115970" y="1708280"/>
              <a:ext cx="3810" cy="1968500"/>
            </a:xfrm>
            <a:custGeom>
              <a:avLst/>
              <a:gdLst/>
              <a:ahLst/>
              <a:cxnLst/>
              <a:rect l="l" t="t" r="r" b="b"/>
              <a:pathLst>
                <a:path w="3810" h="1968500">
                  <a:moveTo>
                    <a:pt x="3809" y="0"/>
                  </a:moveTo>
                  <a:lnTo>
                    <a:pt x="3809" y="1968245"/>
                  </a:lnTo>
                  <a:lnTo>
                    <a:pt x="0" y="1968245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3096920" y="3634616"/>
              <a:ext cx="43180" cy="41910"/>
            </a:xfrm>
            <a:custGeom>
              <a:avLst/>
              <a:gdLst/>
              <a:ahLst/>
              <a:cxnLst/>
              <a:rect l="l" t="t" r="r" b="b"/>
              <a:pathLst>
                <a:path w="43180" h="41910">
                  <a:moveTo>
                    <a:pt x="42672" y="0"/>
                  </a:moveTo>
                  <a:lnTo>
                    <a:pt x="0" y="0"/>
                  </a:lnTo>
                  <a:lnTo>
                    <a:pt x="21336" y="41910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3096920" y="3634616"/>
              <a:ext cx="43180" cy="41910"/>
            </a:xfrm>
            <a:custGeom>
              <a:avLst/>
              <a:gdLst/>
              <a:ahLst/>
              <a:cxnLst/>
              <a:rect l="l" t="t" r="r" b="b"/>
              <a:pathLst>
                <a:path w="43180" h="41910">
                  <a:moveTo>
                    <a:pt x="0" y="0"/>
                  </a:moveTo>
                  <a:lnTo>
                    <a:pt x="21336" y="41910"/>
                  </a:lnTo>
                  <a:lnTo>
                    <a:pt x="4267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3095396" y="3633092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4" h="48260">
                  <a:moveTo>
                    <a:pt x="24384" y="44196"/>
                  </a:moveTo>
                  <a:lnTo>
                    <a:pt x="21336" y="42672"/>
                  </a:lnTo>
                  <a:lnTo>
                    <a:pt x="22860" y="39624"/>
                  </a:lnTo>
                  <a:lnTo>
                    <a:pt x="3810" y="0"/>
                  </a:lnTo>
                  <a:lnTo>
                    <a:pt x="0" y="2286"/>
                  </a:lnTo>
                  <a:lnTo>
                    <a:pt x="22860" y="48006"/>
                  </a:lnTo>
                  <a:lnTo>
                    <a:pt x="24384" y="441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3095396" y="3633092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4" h="48260">
                  <a:moveTo>
                    <a:pt x="0" y="2286"/>
                  </a:moveTo>
                  <a:lnTo>
                    <a:pt x="3810" y="0"/>
                  </a:lnTo>
                  <a:lnTo>
                    <a:pt x="22860" y="39624"/>
                  </a:lnTo>
                  <a:lnTo>
                    <a:pt x="21336" y="42672"/>
                  </a:lnTo>
                  <a:lnTo>
                    <a:pt x="24384" y="44196"/>
                  </a:lnTo>
                  <a:lnTo>
                    <a:pt x="22860" y="48006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3116732" y="3632330"/>
              <a:ext cx="26034" cy="45085"/>
            </a:xfrm>
            <a:custGeom>
              <a:avLst/>
              <a:gdLst/>
              <a:ahLst/>
              <a:cxnLst/>
              <a:rect l="l" t="t" r="r" b="b"/>
              <a:pathLst>
                <a:path w="26035" h="45085">
                  <a:moveTo>
                    <a:pt x="25908" y="0"/>
                  </a:moveTo>
                  <a:lnTo>
                    <a:pt x="22860" y="0"/>
                  </a:lnTo>
                  <a:lnTo>
                    <a:pt x="22860" y="3809"/>
                  </a:lnTo>
                  <a:lnTo>
                    <a:pt x="19812" y="3809"/>
                  </a:lnTo>
                  <a:lnTo>
                    <a:pt x="0" y="43433"/>
                  </a:lnTo>
                  <a:lnTo>
                    <a:pt x="3048" y="44957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3116732" y="3632330"/>
              <a:ext cx="26034" cy="45085"/>
            </a:xfrm>
            <a:custGeom>
              <a:avLst/>
              <a:gdLst/>
              <a:ahLst/>
              <a:cxnLst/>
              <a:rect l="l" t="t" r="r" b="b"/>
              <a:pathLst>
                <a:path w="26035" h="45085">
                  <a:moveTo>
                    <a:pt x="3048" y="44957"/>
                  </a:moveTo>
                  <a:lnTo>
                    <a:pt x="0" y="43433"/>
                  </a:lnTo>
                  <a:lnTo>
                    <a:pt x="19812" y="3809"/>
                  </a:lnTo>
                  <a:lnTo>
                    <a:pt x="22860" y="3809"/>
                  </a:lnTo>
                  <a:lnTo>
                    <a:pt x="22860" y="0"/>
                  </a:lnTo>
                  <a:lnTo>
                    <a:pt x="25908" y="0"/>
                  </a:lnTo>
                  <a:lnTo>
                    <a:pt x="3048" y="4495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3093872" y="3632330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3810"/>
                  </a:moveTo>
                  <a:lnTo>
                    <a:pt x="45719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5333" y="762"/>
                  </a:lnTo>
                  <a:lnTo>
                    <a:pt x="6095" y="3810"/>
                  </a:lnTo>
                  <a:lnTo>
                    <a:pt x="4571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3093872" y="3632330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0"/>
                  </a:moveTo>
                  <a:lnTo>
                    <a:pt x="45719" y="3810"/>
                  </a:lnTo>
                  <a:lnTo>
                    <a:pt x="6095" y="3810"/>
                  </a:lnTo>
                  <a:lnTo>
                    <a:pt x="5333" y="762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4571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3344570" y="361023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3344570" y="361023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3344570" y="169989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3344570" y="169989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3344570" y="1699898"/>
              <a:ext cx="3810" cy="1910714"/>
            </a:xfrm>
            <a:custGeom>
              <a:avLst/>
              <a:gdLst/>
              <a:ahLst/>
              <a:cxnLst/>
              <a:rect l="l" t="t" r="r" b="b"/>
              <a:pathLst>
                <a:path w="3810" h="1910714">
                  <a:moveTo>
                    <a:pt x="3809" y="0"/>
                  </a:moveTo>
                  <a:lnTo>
                    <a:pt x="3809" y="1910334"/>
                  </a:lnTo>
                  <a:lnTo>
                    <a:pt x="0" y="1910334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3344570" y="1699898"/>
              <a:ext cx="3810" cy="1910714"/>
            </a:xfrm>
            <a:custGeom>
              <a:avLst/>
              <a:gdLst/>
              <a:ahLst/>
              <a:cxnLst/>
              <a:rect l="l" t="t" r="r" b="b"/>
              <a:pathLst>
                <a:path w="3810" h="1910714">
                  <a:moveTo>
                    <a:pt x="3809" y="0"/>
                  </a:moveTo>
                  <a:lnTo>
                    <a:pt x="3809" y="1910334"/>
                  </a:lnTo>
                  <a:lnTo>
                    <a:pt x="0" y="1910334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3325520" y="3567560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2672" y="0"/>
                  </a:moveTo>
                  <a:lnTo>
                    <a:pt x="0" y="0"/>
                  </a:lnTo>
                  <a:lnTo>
                    <a:pt x="21336" y="42672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3325520" y="3567560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0" y="0"/>
                  </a:moveTo>
                  <a:lnTo>
                    <a:pt x="21336" y="42672"/>
                  </a:lnTo>
                  <a:lnTo>
                    <a:pt x="4267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3323996" y="3566798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25146" y="44196"/>
                  </a:moveTo>
                  <a:lnTo>
                    <a:pt x="21336" y="42672"/>
                  </a:lnTo>
                  <a:lnTo>
                    <a:pt x="22860" y="3962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2860" y="48006"/>
                  </a:lnTo>
                  <a:lnTo>
                    <a:pt x="25146" y="441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3323996" y="3566798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0" y="1524"/>
                  </a:moveTo>
                  <a:lnTo>
                    <a:pt x="3048" y="0"/>
                  </a:lnTo>
                  <a:lnTo>
                    <a:pt x="22860" y="39624"/>
                  </a:lnTo>
                  <a:lnTo>
                    <a:pt x="21336" y="42672"/>
                  </a:lnTo>
                  <a:lnTo>
                    <a:pt x="25146" y="44196"/>
                  </a:lnTo>
                  <a:lnTo>
                    <a:pt x="22860" y="4800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3345332" y="3565274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20">
                  <a:moveTo>
                    <a:pt x="25908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4196"/>
                  </a:lnTo>
                  <a:lnTo>
                    <a:pt x="3810" y="45720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3345332" y="3565274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20">
                  <a:moveTo>
                    <a:pt x="3810" y="45720"/>
                  </a:moveTo>
                  <a:lnTo>
                    <a:pt x="0" y="44196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5908" y="0"/>
                  </a:lnTo>
                  <a:lnTo>
                    <a:pt x="3810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3322472" y="3565274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20" h="3810">
                  <a:moveTo>
                    <a:pt x="45720" y="3810"/>
                  </a:moveTo>
                  <a:lnTo>
                    <a:pt x="45720" y="0"/>
                  </a:lnTo>
                  <a:lnTo>
                    <a:pt x="0" y="0"/>
                  </a:lnTo>
                  <a:lnTo>
                    <a:pt x="1524" y="3048"/>
                  </a:lnTo>
                  <a:lnTo>
                    <a:pt x="4572" y="1524"/>
                  </a:lnTo>
                  <a:lnTo>
                    <a:pt x="6096" y="3810"/>
                  </a:lnTo>
                  <a:lnTo>
                    <a:pt x="4572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3322472" y="3565274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20" h="3810">
                  <a:moveTo>
                    <a:pt x="45720" y="0"/>
                  </a:moveTo>
                  <a:lnTo>
                    <a:pt x="45720" y="3810"/>
                  </a:lnTo>
                  <a:lnTo>
                    <a:pt x="6096" y="3810"/>
                  </a:lnTo>
                  <a:lnTo>
                    <a:pt x="4572" y="1524"/>
                  </a:lnTo>
                  <a:lnTo>
                    <a:pt x="1524" y="3048"/>
                  </a:lnTo>
                  <a:lnTo>
                    <a:pt x="0" y="0"/>
                  </a:lnTo>
                  <a:lnTo>
                    <a:pt x="4572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3466490" y="356756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3466490" y="356756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3466490" y="170370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3466490" y="170370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3466490" y="1703708"/>
              <a:ext cx="3810" cy="1864360"/>
            </a:xfrm>
            <a:custGeom>
              <a:avLst/>
              <a:gdLst/>
              <a:ahLst/>
              <a:cxnLst/>
              <a:rect l="l" t="t" r="r" b="b"/>
              <a:pathLst>
                <a:path w="3810" h="1864360">
                  <a:moveTo>
                    <a:pt x="3810" y="0"/>
                  </a:moveTo>
                  <a:lnTo>
                    <a:pt x="3810" y="1863852"/>
                  </a:lnTo>
                  <a:lnTo>
                    <a:pt x="0" y="1863852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3466490" y="1703708"/>
              <a:ext cx="3810" cy="1864360"/>
            </a:xfrm>
            <a:custGeom>
              <a:avLst/>
              <a:gdLst/>
              <a:ahLst/>
              <a:cxnLst/>
              <a:rect l="l" t="t" r="r" b="b"/>
              <a:pathLst>
                <a:path w="3810" h="1864360">
                  <a:moveTo>
                    <a:pt x="3810" y="0"/>
                  </a:moveTo>
                  <a:lnTo>
                    <a:pt x="3810" y="1863852"/>
                  </a:lnTo>
                  <a:lnTo>
                    <a:pt x="0" y="1863852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3447440" y="3524888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2672" y="0"/>
                  </a:moveTo>
                  <a:lnTo>
                    <a:pt x="0" y="0"/>
                  </a:lnTo>
                  <a:lnTo>
                    <a:pt x="21336" y="42672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3447440" y="3524888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0" y="0"/>
                  </a:moveTo>
                  <a:lnTo>
                    <a:pt x="21336" y="42672"/>
                  </a:lnTo>
                  <a:lnTo>
                    <a:pt x="4267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3445154" y="3523364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25146" y="44958"/>
                  </a:moveTo>
                  <a:lnTo>
                    <a:pt x="22098" y="43434"/>
                  </a:lnTo>
                  <a:lnTo>
                    <a:pt x="23622" y="39624"/>
                  </a:lnTo>
                  <a:lnTo>
                    <a:pt x="3810" y="0"/>
                  </a:lnTo>
                  <a:lnTo>
                    <a:pt x="0" y="2286"/>
                  </a:lnTo>
                  <a:lnTo>
                    <a:pt x="23622" y="48006"/>
                  </a:lnTo>
                  <a:lnTo>
                    <a:pt x="25146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3445154" y="3523364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0" y="2286"/>
                  </a:moveTo>
                  <a:lnTo>
                    <a:pt x="3810" y="0"/>
                  </a:lnTo>
                  <a:lnTo>
                    <a:pt x="23622" y="39624"/>
                  </a:lnTo>
                  <a:lnTo>
                    <a:pt x="22098" y="43434"/>
                  </a:lnTo>
                  <a:lnTo>
                    <a:pt x="25146" y="44958"/>
                  </a:lnTo>
                  <a:lnTo>
                    <a:pt x="23622" y="48006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3467252" y="3522602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20">
                  <a:moveTo>
                    <a:pt x="25908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4196"/>
                  </a:lnTo>
                  <a:lnTo>
                    <a:pt x="3048" y="45720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3467252" y="3522602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20">
                  <a:moveTo>
                    <a:pt x="3048" y="45720"/>
                  </a:moveTo>
                  <a:lnTo>
                    <a:pt x="0" y="44196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5908" y="0"/>
                  </a:lnTo>
                  <a:lnTo>
                    <a:pt x="3048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3443630" y="3522602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2" y="3810"/>
                  </a:moveTo>
                  <a:lnTo>
                    <a:pt x="46482" y="0"/>
                  </a:lnTo>
                  <a:lnTo>
                    <a:pt x="0" y="0"/>
                  </a:lnTo>
                  <a:lnTo>
                    <a:pt x="1524" y="3048"/>
                  </a:lnTo>
                  <a:lnTo>
                    <a:pt x="5334" y="762"/>
                  </a:lnTo>
                  <a:lnTo>
                    <a:pt x="6858" y="3810"/>
                  </a:lnTo>
                  <a:lnTo>
                    <a:pt x="4648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3443630" y="3522602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2" y="0"/>
                  </a:moveTo>
                  <a:lnTo>
                    <a:pt x="46482" y="3810"/>
                  </a:lnTo>
                  <a:lnTo>
                    <a:pt x="6858" y="3810"/>
                  </a:lnTo>
                  <a:lnTo>
                    <a:pt x="5334" y="762"/>
                  </a:lnTo>
                  <a:lnTo>
                    <a:pt x="1524" y="3048"/>
                  </a:lnTo>
                  <a:lnTo>
                    <a:pt x="0" y="0"/>
                  </a:lnTo>
                  <a:lnTo>
                    <a:pt x="4648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3231794" y="364376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3231794" y="364376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3231794" y="170370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3231794" y="170370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3231794" y="1703708"/>
              <a:ext cx="3810" cy="1940560"/>
            </a:xfrm>
            <a:custGeom>
              <a:avLst/>
              <a:gdLst/>
              <a:ahLst/>
              <a:cxnLst/>
              <a:rect l="l" t="t" r="r" b="b"/>
              <a:pathLst>
                <a:path w="3810" h="1940560">
                  <a:moveTo>
                    <a:pt x="3809" y="0"/>
                  </a:moveTo>
                  <a:lnTo>
                    <a:pt x="3809" y="1940052"/>
                  </a:lnTo>
                  <a:lnTo>
                    <a:pt x="0" y="1940052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3231794" y="1703708"/>
              <a:ext cx="3810" cy="1940560"/>
            </a:xfrm>
            <a:custGeom>
              <a:avLst/>
              <a:gdLst/>
              <a:ahLst/>
              <a:cxnLst/>
              <a:rect l="l" t="t" r="r" b="b"/>
              <a:pathLst>
                <a:path w="3810" h="1940560">
                  <a:moveTo>
                    <a:pt x="3809" y="0"/>
                  </a:moveTo>
                  <a:lnTo>
                    <a:pt x="3809" y="1940052"/>
                  </a:lnTo>
                  <a:lnTo>
                    <a:pt x="0" y="1940052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3211982" y="3601088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2672" y="0"/>
                  </a:moveTo>
                  <a:lnTo>
                    <a:pt x="0" y="0"/>
                  </a:lnTo>
                  <a:lnTo>
                    <a:pt x="22098" y="42672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3211982" y="3601088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0" y="0"/>
                  </a:moveTo>
                  <a:lnTo>
                    <a:pt x="22098" y="42672"/>
                  </a:lnTo>
                  <a:lnTo>
                    <a:pt x="4267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3210458" y="3600326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25146" y="44196"/>
                  </a:moveTo>
                  <a:lnTo>
                    <a:pt x="21336" y="42672"/>
                  </a:lnTo>
                  <a:lnTo>
                    <a:pt x="23622" y="38862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3622" y="48006"/>
                  </a:lnTo>
                  <a:lnTo>
                    <a:pt x="25146" y="441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3210458" y="3600326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0" y="1524"/>
                  </a:moveTo>
                  <a:lnTo>
                    <a:pt x="3048" y="0"/>
                  </a:lnTo>
                  <a:lnTo>
                    <a:pt x="23622" y="38862"/>
                  </a:lnTo>
                  <a:lnTo>
                    <a:pt x="21336" y="42672"/>
                  </a:lnTo>
                  <a:lnTo>
                    <a:pt x="25146" y="44196"/>
                  </a:lnTo>
                  <a:lnTo>
                    <a:pt x="23622" y="4800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3231794" y="3598802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20">
                  <a:moveTo>
                    <a:pt x="25908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4196"/>
                  </a:lnTo>
                  <a:lnTo>
                    <a:pt x="3810" y="45720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3231794" y="3598802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20">
                  <a:moveTo>
                    <a:pt x="3810" y="45720"/>
                  </a:moveTo>
                  <a:lnTo>
                    <a:pt x="0" y="44196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5908" y="0"/>
                  </a:lnTo>
                  <a:lnTo>
                    <a:pt x="3810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3208934" y="3598802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20" h="3810">
                  <a:moveTo>
                    <a:pt x="45719" y="3810"/>
                  </a:moveTo>
                  <a:lnTo>
                    <a:pt x="45719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4571" y="1524"/>
                  </a:lnTo>
                  <a:lnTo>
                    <a:pt x="6095" y="3810"/>
                  </a:lnTo>
                  <a:lnTo>
                    <a:pt x="4571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3208934" y="3598802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20" h="3810">
                  <a:moveTo>
                    <a:pt x="45719" y="0"/>
                  </a:moveTo>
                  <a:lnTo>
                    <a:pt x="45719" y="3810"/>
                  </a:lnTo>
                  <a:lnTo>
                    <a:pt x="6095" y="3810"/>
                  </a:lnTo>
                  <a:lnTo>
                    <a:pt x="4571" y="1524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4571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2703728" y="440042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7619" y="0"/>
                  </a:moveTo>
                  <a:lnTo>
                    <a:pt x="0" y="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2703728" y="440042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0" y="0"/>
                  </a:moveTo>
                  <a:lnTo>
                    <a:pt x="761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2703728" y="422440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2703728" y="422440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2703728" y="4224404"/>
              <a:ext cx="7620" cy="176530"/>
            </a:xfrm>
            <a:custGeom>
              <a:avLst/>
              <a:gdLst/>
              <a:ahLst/>
              <a:cxnLst/>
              <a:rect l="l" t="t" r="r" b="b"/>
              <a:pathLst>
                <a:path w="7619" h="176529">
                  <a:moveTo>
                    <a:pt x="7620" y="0"/>
                  </a:moveTo>
                  <a:lnTo>
                    <a:pt x="7620" y="176022"/>
                  </a:lnTo>
                  <a:lnTo>
                    <a:pt x="0" y="176022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2703728" y="4224404"/>
              <a:ext cx="7620" cy="176530"/>
            </a:xfrm>
            <a:custGeom>
              <a:avLst/>
              <a:gdLst/>
              <a:ahLst/>
              <a:cxnLst/>
              <a:rect l="l" t="t" r="r" b="b"/>
              <a:pathLst>
                <a:path w="7619" h="176529">
                  <a:moveTo>
                    <a:pt x="7620" y="0"/>
                  </a:moveTo>
                  <a:lnTo>
                    <a:pt x="7620" y="176022"/>
                  </a:lnTo>
                  <a:lnTo>
                    <a:pt x="0" y="176022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2613812" y="444233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7619" y="0"/>
                  </a:moveTo>
                  <a:lnTo>
                    <a:pt x="0" y="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2613812" y="444233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0" y="0"/>
                  </a:moveTo>
                  <a:lnTo>
                    <a:pt x="761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2613812" y="428688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2613812" y="428688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2613812" y="4286888"/>
              <a:ext cx="7620" cy="155575"/>
            </a:xfrm>
            <a:custGeom>
              <a:avLst/>
              <a:gdLst/>
              <a:ahLst/>
              <a:cxnLst/>
              <a:rect l="l" t="t" r="r" b="b"/>
              <a:pathLst>
                <a:path w="7619" h="155575">
                  <a:moveTo>
                    <a:pt x="7620" y="0"/>
                  </a:moveTo>
                  <a:lnTo>
                    <a:pt x="7620" y="155448"/>
                  </a:lnTo>
                  <a:lnTo>
                    <a:pt x="0" y="155448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2613812" y="4286888"/>
              <a:ext cx="7620" cy="155575"/>
            </a:xfrm>
            <a:custGeom>
              <a:avLst/>
              <a:gdLst/>
              <a:ahLst/>
              <a:cxnLst/>
              <a:rect l="l" t="t" r="r" b="b"/>
              <a:pathLst>
                <a:path w="7619" h="155575">
                  <a:moveTo>
                    <a:pt x="7620" y="0"/>
                  </a:moveTo>
                  <a:lnTo>
                    <a:pt x="7620" y="155448"/>
                  </a:lnTo>
                  <a:lnTo>
                    <a:pt x="0" y="155448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9"/>
            <p:cNvSpPr/>
            <p:nvPr/>
          </p:nvSpPr>
          <p:spPr>
            <a:xfrm>
              <a:off x="2798978" y="436385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7619" y="0"/>
                  </a:moveTo>
                  <a:lnTo>
                    <a:pt x="0" y="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90"/>
            <p:cNvSpPr/>
            <p:nvPr/>
          </p:nvSpPr>
          <p:spPr>
            <a:xfrm>
              <a:off x="2798978" y="436385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0" y="0"/>
                  </a:moveTo>
                  <a:lnTo>
                    <a:pt x="761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91"/>
            <p:cNvSpPr/>
            <p:nvPr/>
          </p:nvSpPr>
          <p:spPr>
            <a:xfrm>
              <a:off x="2798978" y="418706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92"/>
            <p:cNvSpPr/>
            <p:nvPr/>
          </p:nvSpPr>
          <p:spPr>
            <a:xfrm>
              <a:off x="2798978" y="418706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3"/>
            <p:cNvSpPr/>
            <p:nvPr/>
          </p:nvSpPr>
          <p:spPr>
            <a:xfrm>
              <a:off x="2798978" y="4187066"/>
              <a:ext cx="7620" cy="177165"/>
            </a:xfrm>
            <a:custGeom>
              <a:avLst/>
              <a:gdLst/>
              <a:ahLst/>
              <a:cxnLst/>
              <a:rect l="l" t="t" r="r" b="b"/>
              <a:pathLst>
                <a:path w="7619" h="177164">
                  <a:moveTo>
                    <a:pt x="7620" y="0"/>
                  </a:moveTo>
                  <a:lnTo>
                    <a:pt x="7620" y="176784"/>
                  </a:lnTo>
                  <a:lnTo>
                    <a:pt x="0" y="176784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4"/>
            <p:cNvSpPr/>
            <p:nvPr/>
          </p:nvSpPr>
          <p:spPr>
            <a:xfrm>
              <a:off x="2798978" y="4187066"/>
              <a:ext cx="7620" cy="177165"/>
            </a:xfrm>
            <a:custGeom>
              <a:avLst/>
              <a:gdLst/>
              <a:ahLst/>
              <a:cxnLst/>
              <a:rect l="l" t="t" r="r" b="b"/>
              <a:pathLst>
                <a:path w="7619" h="177164">
                  <a:moveTo>
                    <a:pt x="7620" y="0"/>
                  </a:moveTo>
                  <a:lnTo>
                    <a:pt x="7620" y="176784"/>
                  </a:lnTo>
                  <a:lnTo>
                    <a:pt x="0" y="176784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95" name="object 795"/>
            <p:cNvPicPr/>
            <p:nvPr/>
          </p:nvPicPr>
          <p:blipFill>
            <a:blip r:embed="rId142" cstate="print"/>
            <a:stretch>
              <a:fillRect/>
            </a:stretch>
          </p:blipFill>
          <p:spPr>
            <a:xfrm>
              <a:off x="1992782" y="4027046"/>
              <a:ext cx="862583" cy="384810"/>
            </a:xfrm>
            <a:prstGeom prst="rect">
              <a:avLst/>
            </a:prstGeom>
          </p:spPr>
        </p:pic>
        <p:sp>
          <p:nvSpPr>
            <p:cNvPr id="796" name="object 796"/>
            <p:cNvSpPr/>
            <p:nvPr/>
          </p:nvSpPr>
          <p:spPr>
            <a:xfrm>
              <a:off x="2878988" y="420383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2"/>
                  </a:moveTo>
                  <a:lnTo>
                    <a:pt x="0" y="0"/>
                  </a:lnTo>
                  <a:lnTo>
                    <a:pt x="0" y="1600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797"/>
            <p:cNvSpPr/>
            <p:nvPr/>
          </p:nvSpPr>
          <p:spPr>
            <a:xfrm>
              <a:off x="2878607" y="420383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8"/>
            <p:cNvSpPr/>
            <p:nvPr/>
          </p:nvSpPr>
          <p:spPr>
            <a:xfrm>
              <a:off x="2571902" y="420383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9"/>
            <p:cNvSpPr/>
            <p:nvPr/>
          </p:nvSpPr>
          <p:spPr>
            <a:xfrm>
              <a:off x="2571521" y="420383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800"/>
            <p:cNvSpPr/>
            <p:nvPr/>
          </p:nvSpPr>
          <p:spPr>
            <a:xfrm>
              <a:off x="2571889" y="4203843"/>
              <a:ext cx="307340" cy="16510"/>
            </a:xfrm>
            <a:custGeom>
              <a:avLst/>
              <a:gdLst/>
              <a:ahLst/>
              <a:cxnLst/>
              <a:rect l="l" t="t" r="r" b="b"/>
              <a:pathLst>
                <a:path w="307339" h="16510">
                  <a:moveTo>
                    <a:pt x="307086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307086" y="16002"/>
                  </a:lnTo>
                  <a:lnTo>
                    <a:pt x="307086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801"/>
            <p:cNvSpPr/>
            <p:nvPr/>
          </p:nvSpPr>
          <p:spPr>
            <a:xfrm>
              <a:off x="2924327" y="416115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802"/>
            <p:cNvSpPr/>
            <p:nvPr/>
          </p:nvSpPr>
          <p:spPr>
            <a:xfrm>
              <a:off x="2667152" y="4161158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803"/>
            <p:cNvSpPr/>
            <p:nvPr/>
          </p:nvSpPr>
          <p:spPr>
            <a:xfrm>
              <a:off x="2666771" y="416115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4"/>
            <p:cNvSpPr/>
            <p:nvPr/>
          </p:nvSpPr>
          <p:spPr>
            <a:xfrm>
              <a:off x="2667139" y="4161171"/>
              <a:ext cx="257810" cy="16510"/>
            </a:xfrm>
            <a:custGeom>
              <a:avLst/>
              <a:gdLst/>
              <a:ahLst/>
              <a:cxnLst/>
              <a:rect l="l" t="t" r="r" b="b"/>
              <a:pathLst>
                <a:path w="257810" h="16510">
                  <a:moveTo>
                    <a:pt x="257556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257556" y="16002"/>
                  </a:lnTo>
                  <a:lnTo>
                    <a:pt x="257556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5"/>
            <p:cNvSpPr/>
            <p:nvPr/>
          </p:nvSpPr>
          <p:spPr>
            <a:xfrm>
              <a:off x="2970047" y="411543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806"/>
            <p:cNvSpPr/>
            <p:nvPr/>
          </p:nvSpPr>
          <p:spPr>
            <a:xfrm>
              <a:off x="2761640" y="4115438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807"/>
            <p:cNvSpPr/>
            <p:nvPr/>
          </p:nvSpPr>
          <p:spPr>
            <a:xfrm>
              <a:off x="2761259" y="411543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8"/>
            <p:cNvSpPr/>
            <p:nvPr/>
          </p:nvSpPr>
          <p:spPr>
            <a:xfrm>
              <a:off x="2761627" y="4115450"/>
              <a:ext cx="208915" cy="16510"/>
            </a:xfrm>
            <a:custGeom>
              <a:avLst/>
              <a:gdLst/>
              <a:ahLst/>
              <a:cxnLst/>
              <a:rect l="l" t="t" r="r" b="b"/>
              <a:pathLst>
                <a:path w="208914" h="16510">
                  <a:moveTo>
                    <a:pt x="208788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208788" y="16002"/>
                  </a:lnTo>
                  <a:lnTo>
                    <a:pt x="208788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9"/>
            <p:cNvSpPr/>
            <p:nvPr/>
          </p:nvSpPr>
          <p:spPr>
            <a:xfrm>
              <a:off x="3032531" y="4075052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10"/>
            <p:cNvSpPr/>
            <p:nvPr/>
          </p:nvSpPr>
          <p:spPr>
            <a:xfrm>
              <a:off x="2855366" y="4075052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11"/>
            <p:cNvSpPr/>
            <p:nvPr/>
          </p:nvSpPr>
          <p:spPr>
            <a:xfrm>
              <a:off x="2854985" y="4075052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12"/>
            <p:cNvSpPr/>
            <p:nvPr/>
          </p:nvSpPr>
          <p:spPr>
            <a:xfrm>
              <a:off x="2855366" y="4075052"/>
              <a:ext cx="177800" cy="16510"/>
            </a:xfrm>
            <a:custGeom>
              <a:avLst/>
              <a:gdLst/>
              <a:ahLst/>
              <a:cxnLst/>
              <a:rect l="l" t="t" r="r" b="b"/>
              <a:pathLst>
                <a:path w="177800" h="16510">
                  <a:moveTo>
                    <a:pt x="177546" y="16001"/>
                  </a:moveTo>
                  <a:lnTo>
                    <a:pt x="177546" y="0"/>
                  </a:lnTo>
                  <a:lnTo>
                    <a:pt x="0" y="0"/>
                  </a:lnTo>
                  <a:lnTo>
                    <a:pt x="0" y="16001"/>
                  </a:lnTo>
                  <a:lnTo>
                    <a:pt x="177546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3" name="object 813"/>
            <p:cNvPicPr/>
            <p:nvPr/>
          </p:nvPicPr>
          <p:blipFill>
            <a:blip r:embed="rId143" cstate="print"/>
            <a:stretch>
              <a:fillRect/>
            </a:stretch>
          </p:blipFill>
          <p:spPr>
            <a:xfrm>
              <a:off x="2085365" y="3997709"/>
              <a:ext cx="107442" cy="156972"/>
            </a:xfrm>
            <a:prstGeom prst="rect">
              <a:avLst/>
            </a:prstGeom>
          </p:spPr>
        </p:pic>
        <p:pic>
          <p:nvPicPr>
            <p:cNvPr id="814" name="object 814"/>
            <p:cNvPicPr/>
            <p:nvPr/>
          </p:nvPicPr>
          <p:blipFill>
            <a:blip r:embed="rId144" cstate="print"/>
            <a:stretch>
              <a:fillRect/>
            </a:stretch>
          </p:blipFill>
          <p:spPr>
            <a:xfrm>
              <a:off x="2562377" y="3918461"/>
              <a:ext cx="182880" cy="193548"/>
            </a:xfrm>
            <a:prstGeom prst="rect">
              <a:avLst/>
            </a:prstGeom>
          </p:spPr>
        </p:pic>
        <p:sp>
          <p:nvSpPr>
            <p:cNvPr id="815" name="object 815"/>
            <p:cNvSpPr/>
            <p:nvPr/>
          </p:nvSpPr>
          <p:spPr>
            <a:xfrm>
              <a:off x="2273198" y="415430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7619" y="0"/>
                  </a:moveTo>
                  <a:lnTo>
                    <a:pt x="0" y="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" name="object 816"/>
            <p:cNvSpPr/>
            <p:nvPr/>
          </p:nvSpPr>
          <p:spPr>
            <a:xfrm>
              <a:off x="2273198" y="415430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" name="object 817"/>
            <p:cNvSpPr/>
            <p:nvPr/>
          </p:nvSpPr>
          <p:spPr>
            <a:xfrm>
              <a:off x="2273198" y="4052192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" name="object 818"/>
            <p:cNvSpPr/>
            <p:nvPr/>
          </p:nvSpPr>
          <p:spPr>
            <a:xfrm>
              <a:off x="2273198" y="4052192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" name="object 819"/>
            <p:cNvSpPr/>
            <p:nvPr/>
          </p:nvSpPr>
          <p:spPr>
            <a:xfrm>
              <a:off x="2273198" y="4052192"/>
              <a:ext cx="7620" cy="102235"/>
            </a:xfrm>
            <a:custGeom>
              <a:avLst/>
              <a:gdLst/>
              <a:ahLst/>
              <a:cxnLst/>
              <a:rect l="l" t="t" r="r" b="b"/>
              <a:pathLst>
                <a:path w="7619" h="102235">
                  <a:moveTo>
                    <a:pt x="7619" y="0"/>
                  </a:moveTo>
                  <a:lnTo>
                    <a:pt x="7619" y="102108"/>
                  </a:lnTo>
                  <a:lnTo>
                    <a:pt x="0" y="102108"/>
                  </a:lnTo>
                  <a:lnTo>
                    <a:pt x="0" y="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" name="object 820"/>
            <p:cNvSpPr/>
            <p:nvPr/>
          </p:nvSpPr>
          <p:spPr>
            <a:xfrm>
              <a:off x="2273198" y="4052192"/>
              <a:ext cx="7620" cy="102235"/>
            </a:xfrm>
            <a:custGeom>
              <a:avLst/>
              <a:gdLst/>
              <a:ahLst/>
              <a:cxnLst/>
              <a:rect l="l" t="t" r="r" b="b"/>
              <a:pathLst>
                <a:path w="7619" h="102235">
                  <a:moveTo>
                    <a:pt x="7619" y="0"/>
                  </a:moveTo>
                  <a:lnTo>
                    <a:pt x="7619" y="102108"/>
                  </a:lnTo>
                  <a:lnTo>
                    <a:pt x="0" y="102108"/>
                  </a:lnTo>
                  <a:lnTo>
                    <a:pt x="0" y="0"/>
                  </a:lnTo>
                  <a:lnTo>
                    <a:pt x="7619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" name="object 821"/>
            <p:cNvSpPr/>
            <p:nvPr/>
          </p:nvSpPr>
          <p:spPr>
            <a:xfrm>
              <a:off x="2530754" y="4024760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1" y="0"/>
                  </a:move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" name="object 822"/>
            <p:cNvSpPr/>
            <p:nvPr/>
          </p:nvSpPr>
          <p:spPr>
            <a:xfrm>
              <a:off x="2530754" y="4024760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" name="object 823"/>
            <p:cNvSpPr/>
            <p:nvPr/>
          </p:nvSpPr>
          <p:spPr>
            <a:xfrm>
              <a:off x="2530754" y="391198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" name="object 824"/>
            <p:cNvSpPr/>
            <p:nvPr/>
          </p:nvSpPr>
          <p:spPr>
            <a:xfrm>
              <a:off x="2530754" y="391198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" name="object 825"/>
            <p:cNvSpPr/>
            <p:nvPr/>
          </p:nvSpPr>
          <p:spPr>
            <a:xfrm>
              <a:off x="2530754" y="3911984"/>
              <a:ext cx="8890" cy="113030"/>
            </a:xfrm>
            <a:custGeom>
              <a:avLst/>
              <a:gdLst/>
              <a:ahLst/>
              <a:cxnLst/>
              <a:rect l="l" t="t" r="r" b="b"/>
              <a:pathLst>
                <a:path w="8889" h="113029">
                  <a:moveTo>
                    <a:pt x="8381" y="0"/>
                  </a:moveTo>
                  <a:lnTo>
                    <a:pt x="8381" y="112775"/>
                  </a:lnTo>
                  <a:lnTo>
                    <a:pt x="0" y="112775"/>
                  </a:ln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" name="object 826"/>
            <p:cNvSpPr/>
            <p:nvPr/>
          </p:nvSpPr>
          <p:spPr>
            <a:xfrm>
              <a:off x="2530754" y="3911984"/>
              <a:ext cx="8890" cy="113030"/>
            </a:xfrm>
            <a:custGeom>
              <a:avLst/>
              <a:gdLst/>
              <a:ahLst/>
              <a:cxnLst/>
              <a:rect l="l" t="t" r="r" b="b"/>
              <a:pathLst>
                <a:path w="8889" h="113029">
                  <a:moveTo>
                    <a:pt x="8381" y="0"/>
                  </a:moveTo>
                  <a:lnTo>
                    <a:pt x="8381" y="112775"/>
                  </a:lnTo>
                  <a:lnTo>
                    <a:pt x="0" y="112775"/>
                  </a:ln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" name="object 827"/>
            <p:cNvSpPr/>
            <p:nvPr/>
          </p:nvSpPr>
          <p:spPr>
            <a:xfrm>
              <a:off x="2270912" y="4054478"/>
              <a:ext cx="3810" cy="6985"/>
            </a:xfrm>
            <a:custGeom>
              <a:avLst/>
              <a:gdLst/>
              <a:ahLst/>
              <a:cxnLst/>
              <a:rect l="l" t="t" r="r" b="b"/>
              <a:pathLst>
                <a:path w="3810" h="6985">
                  <a:moveTo>
                    <a:pt x="3810" y="6857"/>
                  </a:moveTo>
                  <a:lnTo>
                    <a:pt x="0" y="0"/>
                  </a:lnTo>
                  <a:lnTo>
                    <a:pt x="3810" y="6857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" name="object 828"/>
            <p:cNvSpPr/>
            <p:nvPr/>
          </p:nvSpPr>
          <p:spPr>
            <a:xfrm>
              <a:off x="2270912" y="4054478"/>
              <a:ext cx="3810" cy="6985"/>
            </a:xfrm>
            <a:custGeom>
              <a:avLst/>
              <a:gdLst/>
              <a:ahLst/>
              <a:cxnLst/>
              <a:rect l="l" t="t" r="r" b="b"/>
              <a:pathLst>
                <a:path w="3810" h="6985">
                  <a:moveTo>
                    <a:pt x="3810" y="6857"/>
                  </a:moveTo>
                  <a:lnTo>
                    <a:pt x="0" y="0"/>
                  </a:lnTo>
                  <a:lnTo>
                    <a:pt x="3810" y="6857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" name="object 829"/>
            <p:cNvSpPr/>
            <p:nvPr/>
          </p:nvSpPr>
          <p:spPr>
            <a:xfrm>
              <a:off x="2529992" y="3916556"/>
              <a:ext cx="3810" cy="6985"/>
            </a:xfrm>
            <a:custGeom>
              <a:avLst/>
              <a:gdLst/>
              <a:ahLst/>
              <a:cxnLst/>
              <a:rect l="l" t="t" r="r" b="b"/>
              <a:pathLst>
                <a:path w="3810" h="6985">
                  <a:moveTo>
                    <a:pt x="3810" y="6858"/>
                  </a:moveTo>
                  <a:lnTo>
                    <a:pt x="0" y="0"/>
                  </a:lnTo>
                  <a:lnTo>
                    <a:pt x="3810" y="6858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" name="object 830"/>
            <p:cNvSpPr/>
            <p:nvPr/>
          </p:nvSpPr>
          <p:spPr>
            <a:xfrm>
              <a:off x="2529992" y="3916556"/>
              <a:ext cx="3810" cy="6985"/>
            </a:xfrm>
            <a:custGeom>
              <a:avLst/>
              <a:gdLst/>
              <a:ahLst/>
              <a:cxnLst/>
              <a:rect l="l" t="t" r="r" b="b"/>
              <a:pathLst>
                <a:path w="3810" h="6985">
                  <a:moveTo>
                    <a:pt x="0" y="0"/>
                  </a:moveTo>
                  <a:lnTo>
                    <a:pt x="3810" y="685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" name="object 831"/>
            <p:cNvSpPr/>
            <p:nvPr/>
          </p:nvSpPr>
          <p:spPr>
            <a:xfrm>
              <a:off x="2270912" y="3916556"/>
              <a:ext cx="262890" cy="144780"/>
            </a:xfrm>
            <a:custGeom>
              <a:avLst/>
              <a:gdLst/>
              <a:ahLst/>
              <a:cxnLst/>
              <a:rect l="l" t="t" r="r" b="b"/>
              <a:pathLst>
                <a:path w="262889" h="144779">
                  <a:moveTo>
                    <a:pt x="262890" y="6857"/>
                  </a:moveTo>
                  <a:lnTo>
                    <a:pt x="259080" y="0"/>
                  </a:lnTo>
                  <a:lnTo>
                    <a:pt x="0" y="137921"/>
                  </a:lnTo>
                  <a:lnTo>
                    <a:pt x="3810" y="144779"/>
                  </a:lnTo>
                  <a:lnTo>
                    <a:pt x="262890" y="6857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" name="object 832"/>
            <p:cNvSpPr/>
            <p:nvPr/>
          </p:nvSpPr>
          <p:spPr>
            <a:xfrm>
              <a:off x="2270912" y="3916556"/>
              <a:ext cx="262890" cy="144780"/>
            </a:xfrm>
            <a:custGeom>
              <a:avLst/>
              <a:gdLst/>
              <a:ahLst/>
              <a:cxnLst/>
              <a:rect l="l" t="t" r="r" b="b"/>
              <a:pathLst>
                <a:path w="262889" h="144779">
                  <a:moveTo>
                    <a:pt x="3810" y="144779"/>
                  </a:moveTo>
                  <a:lnTo>
                    <a:pt x="0" y="137921"/>
                  </a:lnTo>
                  <a:lnTo>
                    <a:pt x="259080" y="0"/>
                  </a:lnTo>
                  <a:lnTo>
                    <a:pt x="262890" y="6857"/>
                  </a:lnTo>
                  <a:lnTo>
                    <a:pt x="3810" y="144779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33" name="object 833"/>
            <p:cNvPicPr/>
            <p:nvPr/>
          </p:nvPicPr>
          <p:blipFill>
            <a:blip r:embed="rId145" cstate="print"/>
            <a:stretch>
              <a:fillRect/>
            </a:stretch>
          </p:blipFill>
          <p:spPr>
            <a:xfrm>
              <a:off x="2213381" y="3955799"/>
              <a:ext cx="106680" cy="156972"/>
            </a:xfrm>
            <a:prstGeom prst="rect">
              <a:avLst/>
            </a:prstGeom>
          </p:spPr>
        </p:pic>
        <p:pic>
          <p:nvPicPr>
            <p:cNvPr id="834" name="object 834"/>
            <p:cNvPicPr/>
            <p:nvPr/>
          </p:nvPicPr>
          <p:blipFill>
            <a:blip r:embed="rId146" cstate="print"/>
            <a:stretch>
              <a:fillRect/>
            </a:stretch>
          </p:blipFill>
          <p:spPr>
            <a:xfrm>
              <a:off x="2366543" y="3915413"/>
              <a:ext cx="238505" cy="240792"/>
            </a:xfrm>
            <a:prstGeom prst="rect">
              <a:avLst/>
            </a:prstGeom>
          </p:spPr>
        </p:pic>
        <p:sp>
          <p:nvSpPr>
            <p:cNvPr id="835" name="object 835"/>
            <p:cNvSpPr/>
            <p:nvPr/>
          </p:nvSpPr>
          <p:spPr>
            <a:xfrm>
              <a:off x="2180221" y="4481972"/>
              <a:ext cx="179070" cy="48260"/>
            </a:xfrm>
            <a:custGeom>
              <a:avLst/>
              <a:gdLst/>
              <a:ahLst/>
              <a:cxnLst/>
              <a:rect l="l" t="t" r="r" b="b"/>
              <a:pathLst>
                <a:path w="179069" h="48260">
                  <a:moveTo>
                    <a:pt x="28194" y="11430"/>
                  </a:moveTo>
                  <a:lnTo>
                    <a:pt x="27432" y="6858"/>
                  </a:lnTo>
                  <a:lnTo>
                    <a:pt x="22860" y="1524"/>
                  </a:lnTo>
                  <a:lnTo>
                    <a:pt x="14478" y="0"/>
                  </a:lnTo>
                  <a:lnTo>
                    <a:pt x="9144" y="762"/>
                  </a:lnTo>
                  <a:lnTo>
                    <a:pt x="5334" y="3048"/>
                  </a:lnTo>
                  <a:lnTo>
                    <a:pt x="2286" y="6858"/>
                  </a:lnTo>
                  <a:lnTo>
                    <a:pt x="762" y="12192"/>
                  </a:lnTo>
                  <a:lnTo>
                    <a:pt x="6096" y="12192"/>
                  </a:lnTo>
                  <a:lnTo>
                    <a:pt x="8382" y="6096"/>
                  </a:lnTo>
                  <a:lnTo>
                    <a:pt x="14478" y="3810"/>
                  </a:lnTo>
                  <a:lnTo>
                    <a:pt x="20574" y="6096"/>
                  </a:lnTo>
                  <a:lnTo>
                    <a:pt x="22860" y="11430"/>
                  </a:lnTo>
                  <a:lnTo>
                    <a:pt x="20574" y="17526"/>
                  </a:lnTo>
                  <a:lnTo>
                    <a:pt x="6858" y="30480"/>
                  </a:lnTo>
                  <a:lnTo>
                    <a:pt x="0" y="38862"/>
                  </a:lnTo>
                  <a:lnTo>
                    <a:pt x="0" y="42672"/>
                  </a:lnTo>
                  <a:lnTo>
                    <a:pt x="28194" y="42672"/>
                  </a:lnTo>
                  <a:lnTo>
                    <a:pt x="28194" y="38100"/>
                  </a:lnTo>
                  <a:lnTo>
                    <a:pt x="6858" y="38100"/>
                  </a:lnTo>
                  <a:lnTo>
                    <a:pt x="25908" y="19050"/>
                  </a:lnTo>
                  <a:lnTo>
                    <a:pt x="28194" y="11430"/>
                  </a:lnTo>
                  <a:close/>
                </a:path>
                <a:path w="179069" h="48260">
                  <a:moveTo>
                    <a:pt x="60960" y="42672"/>
                  </a:moveTo>
                  <a:lnTo>
                    <a:pt x="57912" y="38862"/>
                  </a:lnTo>
                  <a:lnTo>
                    <a:pt x="52578" y="30480"/>
                  </a:lnTo>
                  <a:lnTo>
                    <a:pt x="49530" y="26670"/>
                  </a:lnTo>
                  <a:lnTo>
                    <a:pt x="51816" y="22860"/>
                  </a:lnTo>
                  <a:lnTo>
                    <a:pt x="57150" y="16002"/>
                  </a:lnTo>
                  <a:lnTo>
                    <a:pt x="60198" y="11430"/>
                  </a:lnTo>
                  <a:lnTo>
                    <a:pt x="53340" y="11430"/>
                  </a:lnTo>
                  <a:lnTo>
                    <a:pt x="51816" y="13716"/>
                  </a:lnTo>
                  <a:lnTo>
                    <a:pt x="49530" y="16764"/>
                  </a:lnTo>
                  <a:lnTo>
                    <a:pt x="48006" y="19050"/>
                  </a:lnTo>
                  <a:lnTo>
                    <a:pt x="47244" y="19812"/>
                  </a:lnTo>
                  <a:lnTo>
                    <a:pt x="46482" y="21336"/>
                  </a:lnTo>
                  <a:lnTo>
                    <a:pt x="45720" y="22098"/>
                  </a:lnTo>
                  <a:lnTo>
                    <a:pt x="45720" y="21336"/>
                  </a:lnTo>
                  <a:lnTo>
                    <a:pt x="43434" y="19050"/>
                  </a:lnTo>
                  <a:lnTo>
                    <a:pt x="42672" y="16764"/>
                  </a:lnTo>
                  <a:lnTo>
                    <a:pt x="40386" y="13716"/>
                  </a:lnTo>
                  <a:lnTo>
                    <a:pt x="38862" y="11430"/>
                  </a:lnTo>
                  <a:lnTo>
                    <a:pt x="32004" y="11430"/>
                  </a:lnTo>
                  <a:lnTo>
                    <a:pt x="35052" y="16002"/>
                  </a:lnTo>
                  <a:lnTo>
                    <a:pt x="40386" y="22860"/>
                  </a:lnTo>
                  <a:lnTo>
                    <a:pt x="42672" y="26670"/>
                  </a:lnTo>
                  <a:lnTo>
                    <a:pt x="39624" y="30480"/>
                  </a:lnTo>
                  <a:lnTo>
                    <a:pt x="34290" y="38862"/>
                  </a:lnTo>
                  <a:lnTo>
                    <a:pt x="31242" y="42672"/>
                  </a:lnTo>
                  <a:lnTo>
                    <a:pt x="38100" y="42672"/>
                  </a:lnTo>
                  <a:lnTo>
                    <a:pt x="40386" y="39624"/>
                  </a:lnTo>
                  <a:lnTo>
                    <a:pt x="44196" y="34290"/>
                  </a:lnTo>
                  <a:lnTo>
                    <a:pt x="46482" y="31242"/>
                  </a:lnTo>
                  <a:lnTo>
                    <a:pt x="46482" y="32004"/>
                  </a:lnTo>
                  <a:lnTo>
                    <a:pt x="48006" y="33528"/>
                  </a:lnTo>
                  <a:lnTo>
                    <a:pt x="54102" y="42672"/>
                  </a:lnTo>
                  <a:lnTo>
                    <a:pt x="60960" y="42672"/>
                  </a:lnTo>
                  <a:close/>
                </a:path>
                <a:path w="179069" h="48260">
                  <a:moveTo>
                    <a:pt x="147066" y="16764"/>
                  </a:moveTo>
                  <a:lnTo>
                    <a:pt x="146304" y="12192"/>
                  </a:lnTo>
                  <a:lnTo>
                    <a:pt x="143256" y="8382"/>
                  </a:lnTo>
                  <a:lnTo>
                    <a:pt x="136398" y="5334"/>
                  </a:lnTo>
                  <a:lnTo>
                    <a:pt x="128016" y="5334"/>
                  </a:lnTo>
                  <a:lnTo>
                    <a:pt x="123444" y="7620"/>
                  </a:lnTo>
                  <a:lnTo>
                    <a:pt x="121158" y="12192"/>
                  </a:lnTo>
                  <a:lnTo>
                    <a:pt x="119634" y="17526"/>
                  </a:lnTo>
                  <a:lnTo>
                    <a:pt x="124968" y="17526"/>
                  </a:lnTo>
                  <a:lnTo>
                    <a:pt x="127254" y="11430"/>
                  </a:lnTo>
                  <a:lnTo>
                    <a:pt x="133350" y="9144"/>
                  </a:lnTo>
                  <a:lnTo>
                    <a:pt x="139446" y="11430"/>
                  </a:lnTo>
                  <a:lnTo>
                    <a:pt x="141732" y="16764"/>
                  </a:lnTo>
                  <a:lnTo>
                    <a:pt x="138684" y="22860"/>
                  </a:lnTo>
                  <a:lnTo>
                    <a:pt x="125730" y="35814"/>
                  </a:lnTo>
                  <a:lnTo>
                    <a:pt x="118872" y="44196"/>
                  </a:lnTo>
                  <a:lnTo>
                    <a:pt x="118110" y="48006"/>
                  </a:lnTo>
                  <a:lnTo>
                    <a:pt x="147066" y="48006"/>
                  </a:lnTo>
                  <a:lnTo>
                    <a:pt x="147066" y="43434"/>
                  </a:lnTo>
                  <a:lnTo>
                    <a:pt x="125730" y="43434"/>
                  </a:lnTo>
                  <a:lnTo>
                    <a:pt x="144780" y="24384"/>
                  </a:lnTo>
                  <a:lnTo>
                    <a:pt x="147066" y="16764"/>
                  </a:lnTo>
                  <a:close/>
                </a:path>
                <a:path w="179069" h="48260">
                  <a:moveTo>
                    <a:pt x="179070" y="48006"/>
                  </a:moveTo>
                  <a:lnTo>
                    <a:pt x="176022" y="44196"/>
                  </a:lnTo>
                  <a:lnTo>
                    <a:pt x="170688" y="35814"/>
                  </a:lnTo>
                  <a:lnTo>
                    <a:pt x="168402" y="32004"/>
                  </a:lnTo>
                  <a:lnTo>
                    <a:pt x="175260" y="20574"/>
                  </a:lnTo>
                  <a:lnTo>
                    <a:pt x="178308" y="16764"/>
                  </a:lnTo>
                  <a:lnTo>
                    <a:pt x="171450" y="16764"/>
                  </a:lnTo>
                  <a:lnTo>
                    <a:pt x="170688" y="19050"/>
                  </a:lnTo>
                  <a:lnTo>
                    <a:pt x="168402" y="22098"/>
                  </a:lnTo>
                  <a:lnTo>
                    <a:pt x="167640" y="24384"/>
                  </a:lnTo>
                  <a:lnTo>
                    <a:pt x="166878" y="25146"/>
                  </a:lnTo>
                  <a:lnTo>
                    <a:pt x="166116" y="26670"/>
                  </a:lnTo>
                  <a:lnTo>
                    <a:pt x="165354" y="27432"/>
                  </a:lnTo>
                  <a:lnTo>
                    <a:pt x="163830" y="25908"/>
                  </a:lnTo>
                  <a:lnTo>
                    <a:pt x="163068" y="24384"/>
                  </a:lnTo>
                  <a:lnTo>
                    <a:pt x="161544" y="22098"/>
                  </a:lnTo>
                  <a:lnTo>
                    <a:pt x="159258" y="19050"/>
                  </a:lnTo>
                  <a:lnTo>
                    <a:pt x="157734" y="16764"/>
                  </a:lnTo>
                  <a:lnTo>
                    <a:pt x="151638" y="16764"/>
                  </a:lnTo>
                  <a:lnTo>
                    <a:pt x="153924" y="20574"/>
                  </a:lnTo>
                  <a:lnTo>
                    <a:pt x="159258" y="28194"/>
                  </a:lnTo>
                  <a:lnTo>
                    <a:pt x="162306" y="32004"/>
                  </a:lnTo>
                  <a:lnTo>
                    <a:pt x="159258" y="35814"/>
                  </a:lnTo>
                  <a:lnTo>
                    <a:pt x="153162" y="44196"/>
                  </a:lnTo>
                  <a:lnTo>
                    <a:pt x="150114" y="48006"/>
                  </a:lnTo>
                  <a:lnTo>
                    <a:pt x="156972" y="48006"/>
                  </a:lnTo>
                  <a:lnTo>
                    <a:pt x="158496" y="44958"/>
                  </a:lnTo>
                  <a:lnTo>
                    <a:pt x="163068" y="39624"/>
                  </a:lnTo>
                  <a:lnTo>
                    <a:pt x="165354" y="36576"/>
                  </a:lnTo>
                  <a:lnTo>
                    <a:pt x="165354" y="37338"/>
                  </a:lnTo>
                  <a:lnTo>
                    <a:pt x="166878" y="38862"/>
                  </a:lnTo>
                  <a:lnTo>
                    <a:pt x="167640" y="41148"/>
                  </a:lnTo>
                  <a:lnTo>
                    <a:pt x="172212" y="48006"/>
                  </a:lnTo>
                  <a:lnTo>
                    <a:pt x="179070" y="4800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36" name="object 836"/>
            <p:cNvPicPr/>
            <p:nvPr/>
          </p:nvPicPr>
          <p:blipFill>
            <a:blip r:embed="rId147" cstate="print"/>
            <a:stretch>
              <a:fillRect/>
            </a:stretch>
          </p:blipFill>
          <p:spPr>
            <a:xfrm>
              <a:off x="2038502" y="4239644"/>
              <a:ext cx="467105" cy="124206"/>
            </a:xfrm>
            <a:prstGeom prst="rect">
              <a:avLst/>
            </a:prstGeom>
          </p:spPr>
        </p:pic>
        <p:sp>
          <p:nvSpPr>
            <p:cNvPr id="837" name="object 837"/>
            <p:cNvSpPr/>
            <p:nvPr/>
          </p:nvSpPr>
          <p:spPr>
            <a:xfrm>
              <a:off x="3767480" y="440347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" name="object 838"/>
            <p:cNvSpPr/>
            <p:nvPr/>
          </p:nvSpPr>
          <p:spPr>
            <a:xfrm>
              <a:off x="3767480" y="440347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" name="object 839"/>
            <p:cNvSpPr/>
            <p:nvPr/>
          </p:nvSpPr>
          <p:spPr>
            <a:xfrm>
              <a:off x="3767480" y="4227452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" name="object 840"/>
            <p:cNvSpPr/>
            <p:nvPr/>
          </p:nvSpPr>
          <p:spPr>
            <a:xfrm>
              <a:off x="3767480" y="4227452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" name="object 841"/>
            <p:cNvSpPr/>
            <p:nvPr/>
          </p:nvSpPr>
          <p:spPr>
            <a:xfrm>
              <a:off x="3767480" y="4227452"/>
              <a:ext cx="8890" cy="176530"/>
            </a:xfrm>
            <a:custGeom>
              <a:avLst/>
              <a:gdLst/>
              <a:ahLst/>
              <a:cxnLst/>
              <a:rect l="l" t="t" r="r" b="b"/>
              <a:pathLst>
                <a:path w="8889" h="176529">
                  <a:moveTo>
                    <a:pt x="8382" y="0"/>
                  </a:moveTo>
                  <a:lnTo>
                    <a:pt x="8382" y="176022"/>
                  </a:lnTo>
                  <a:lnTo>
                    <a:pt x="0" y="176022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" name="object 842"/>
            <p:cNvSpPr/>
            <p:nvPr/>
          </p:nvSpPr>
          <p:spPr>
            <a:xfrm>
              <a:off x="3767480" y="4227452"/>
              <a:ext cx="8890" cy="176530"/>
            </a:xfrm>
            <a:custGeom>
              <a:avLst/>
              <a:gdLst/>
              <a:ahLst/>
              <a:cxnLst/>
              <a:rect l="l" t="t" r="r" b="b"/>
              <a:pathLst>
                <a:path w="8889" h="176529">
                  <a:moveTo>
                    <a:pt x="8382" y="0"/>
                  </a:moveTo>
                  <a:lnTo>
                    <a:pt x="8382" y="176022"/>
                  </a:lnTo>
                  <a:lnTo>
                    <a:pt x="0" y="176022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" name="object 843"/>
            <p:cNvSpPr/>
            <p:nvPr/>
          </p:nvSpPr>
          <p:spPr>
            <a:xfrm>
              <a:off x="3677564" y="444538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" name="object 844"/>
            <p:cNvSpPr/>
            <p:nvPr/>
          </p:nvSpPr>
          <p:spPr>
            <a:xfrm>
              <a:off x="3677564" y="444538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" name="object 845"/>
            <p:cNvSpPr/>
            <p:nvPr/>
          </p:nvSpPr>
          <p:spPr>
            <a:xfrm>
              <a:off x="3677564" y="428993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" name="object 846"/>
            <p:cNvSpPr/>
            <p:nvPr/>
          </p:nvSpPr>
          <p:spPr>
            <a:xfrm>
              <a:off x="3677564" y="428993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" name="object 847"/>
            <p:cNvSpPr/>
            <p:nvPr/>
          </p:nvSpPr>
          <p:spPr>
            <a:xfrm>
              <a:off x="3677564" y="4289936"/>
              <a:ext cx="7620" cy="155575"/>
            </a:xfrm>
            <a:custGeom>
              <a:avLst/>
              <a:gdLst/>
              <a:ahLst/>
              <a:cxnLst/>
              <a:rect l="l" t="t" r="r" b="b"/>
              <a:pathLst>
                <a:path w="7620" h="155575">
                  <a:moveTo>
                    <a:pt x="7620" y="0"/>
                  </a:moveTo>
                  <a:lnTo>
                    <a:pt x="7620" y="155448"/>
                  </a:lnTo>
                  <a:lnTo>
                    <a:pt x="0" y="155448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" name="object 848"/>
            <p:cNvSpPr/>
            <p:nvPr/>
          </p:nvSpPr>
          <p:spPr>
            <a:xfrm>
              <a:off x="3677564" y="4289936"/>
              <a:ext cx="7620" cy="155575"/>
            </a:xfrm>
            <a:custGeom>
              <a:avLst/>
              <a:gdLst/>
              <a:ahLst/>
              <a:cxnLst/>
              <a:rect l="l" t="t" r="r" b="b"/>
              <a:pathLst>
                <a:path w="7620" h="155575">
                  <a:moveTo>
                    <a:pt x="7620" y="0"/>
                  </a:moveTo>
                  <a:lnTo>
                    <a:pt x="7620" y="155448"/>
                  </a:lnTo>
                  <a:lnTo>
                    <a:pt x="0" y="155448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" name="object 849"/>
            <p:cNvSpPr/>
            <p:nvPr/>
          </p:nvSpPr>
          <p:spPr>
            <a:xfrm>
              <a:off x="3861968" y="436613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" name="object 850"/>
            <p:cNvSpPr/>
            <p:nvPr/>
          </p:nvSpPr>
          <p:spPr>
            <a:xfrm>
              <a:off x="3861968" y="436613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" name="object 851"/>
            <p:cNvSpPr/>
            <p:nvPr/>
          </p:nvSpPr>
          <p:spPr>
            <a:xfrm>
              <a:off x="3861968" y="419011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" name="object 852"/>
            <p:cNvSpPr/>
            <p:nvPr/>
          </p:nvSpPr>
          <p:spPr>
            <a:xfrm>
              <a:off x="3861968" y="419011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" name="object 853"/>
            <p:cNvSpPr/>
            <p:nvPr/>
          </p:nvSpPr>
          <p:spPr>
            <a:xfrm>
              <a:off x="3861968" y="4190114"/>
              <a:ext cx="8890" cy="176530"/>
            </a:xfrm>
            <a:custGeom>
              <a:avLst/>
              <a:gdLst/>
              <a:ahLst/>
              <a:cxnLst/>
              <a:rect l="l" t="t" r="r" b="b"/>
              <a:pathLst>
                <a:path w="8889" h="176529">
                  <a:moveTo>
                    <a:pt x="8382" y="0"/>
                  </a:moveTo>
                  <a:lnTo>
                    <a:pt x="8382" y="176022"/>
                  </a:lnTo>
                  <a:lnTo>
                    <a:pt x="0" y="176022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" name="object 854"/>
            <p:cNvSpPr/>
            <p:nvPr/>
          </p:nvSpPr>
          <p:spPr>
            <a:xfrm>
              <a:off x="3861968" y="4190114"/>
              <a:ext cx="8890" cy="176530"/>
            </a:xfrm>
            <a:custGeom>
              <a:avLst/>
              <a:gdLst/>
              <a:ahLst/>
              <a:cxnLst/>
              <a:rect l="l" t="t" r="r" b="b"/>
              <a:pathLst>
                <a:path w="8889" h="176529">
                  <a:moveTo>
                    <a:pt x="8382" y="0"/>
                  </a:moveTo>
                  <a:lnTo>
                    <a:pt x="8382" y="176022"/>
                  </a:lnTo>
                  <a:lnTo>
                    <a:pt x="0" y="176022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55" name="object 855"/>
            <p:cNvPicPr/>
            <p:nvPr/>
          </p:nvPicPr>
          <p:blipFill>
            <a:blip r:embed="rId148" cstate="print"/>
            <a:stretch>
              <a:fillRect/>
            </a:stretch>
          </p:blipFill>
          <p:spPr>
            <a:xfrm>
              <a:off x="3055772" y="4026284"/>
              <a:ext cx="859536" cy="384810"/>
            </a:xfrm>
            <a:prstGeom prst="rect">
              <a:avLst/>
            </a:prstGeom>
          </p:spPr>
        </p:pic>
        <p:pic>
          <p:nvPicPr>
            <p:cNvPr id="856" name="object 856"/>
            <p:cNvPicPr/>
            <p:nvPr/>
          </p:nvPicPr>
          <p:blipFill>
            <a:blip r:embed="rId149" cstate="print"/>
            <a:stretch>
              <a:fillRect/>
            </a:stretch>
          </p:blipFill>
          <p:spPr>
            <a:xfrm>
              <a:off x="3153689" y="3999995"/>
              <a:ext cx="106679" cy="156972"/>
            </a:xfrm>
            <a:prstGeom prst="rect">
              <a:avLst/>
            </a:prstGeom>
          </p:spPr>
        </p:pic>
        <p:pic>
          <p:nvPicPr>
            <p:cNvPr id="857" name="object 857"/>
            <p:cNvPicPr/>
            <p:nvPr/>
          </p:nvPicPr>
          <p:blipFill>
            <a:blip r:embed="rId150" cstate="print"/>
            <a:stretch>
              <a:fillRect/>
            </a:stretch>
          </p:blipFill>
          <p:spPr>
            <a:xfrm>
              <a:off x="3630701" y="3920747"/>
              <a:ext cx="182879" cy="193548"/>
            </a:xfrm>
            <a:prstGeom prst="rect">
              <a:avLst/>
            </a:prstGeom>
          </p:spPr>
        </p:pic>
        <p:sp>
          <p:nvSpPr>
            <p:cNvPr id="858" name="object 858"/>
            <p:cNvSpPr/>
            <p:nvPr/>
          </p:nvSpPr>
          <p:spPr>
            <a:xfrm>
              <a:off x="3341522" y="415658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" name="object 859"/>
            <p:cNvSpPr/>
            <p:nvPr/>
          </p:nvSpPr>
          <p:spPr>
            <a:xfrm>
              <a:off x="3341522" y="415658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" name="object 860"/>
            <p:cNvSpPr/>
            <p:nvPr/>
          </p:nvSpPr>
          <p:spPr>
            <a:xfrm>
              <a:off x="3341522" y="405447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" name="object 861"/>
            <p:cNvSpPr/>
            <p:nvPr/>
          </p:nvSpPr>
          <p:spPr>
            <a:xfrm>
              <a:off x="3341522" y="405447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" name="object 862"/>
            <p:cNvSpPr/>
            <p:nvPr/>
          </p:nvSpPr>
          <p:spPr>
            <a:xfrm>
              <a:off x="3341522" y="4054478"/>
              <a:ext cx="8890" cy="102235"/>
            </a:xfrm>
            <a:custGeom>
              <a:avLst/>
              <a:gdLst/>
              <a:ahLst/>
              <a:cxnLst/>
              <a:rect l="l" t="t" r="r" b="b"/>
              <a:pathLst>
                <a:path w="8889" h="102235">
                  <a:moveTo>
                    <a:pt x="8382" y="0"/>
                  </a:moveTo>
                  <a:lnTo>
                    <a:pt x="8382" y="102107"/>
                  </a:lnTo>
                  <a:lnTo>
                    <a:pt x="0" y="102107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" name="object 863"/>
            <p:cNvSpPr/>
            <p:nvPr/>
          </p:nvSpPr>
          <p:spPr>
            <a:xfrm>
              <a:off x="3341522" y="4054478"/>
              <a:ext cx="8890" cy="102235"/>
            </a:xfrm>
            <a:custGeom>
              <a:avLst/>
              <a:gdLst/>
              <a:ahLst/>
              <a:cxnLst/>
              <a:rect l="l" t="t" r="r" b="b"/>
              <a:pathLst>
                <a:path w="8889" h="102235">
                  <a:moveTo>
                    <a:pt x="8382" y="0"/>
                  </a:moveTo>
                  <a:lnTo>
                    <a:pt x="8382" y="102107"/>
                  </a:lnTo>
                  <a:lnTo>
                    <a:pt x="0" y="102107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" name="object 864"/>
            <p:cNvSpPr/>
            <p:nvPr/>
          </p:nvSpPr>
          <p:spPr>
            <a:xfrm>
              <a:off x="3598316" y="402704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" name="object 865"/>
            <p:cNvSpPr/>
            <p:nvPr/>
          </p:nvSpPr>
          <p:spPr>
            <a:xfrm>
              <a:off x="3598316" y="402704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" name="object 866"/>
            <p:cNvSpPr/>
            <p:nvPr/>
          </p:nvSpPr>
          <p:spPr>
            <a:xfrm>
              <a:off x="3598316" y="3915032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" name="object 867"/>
            <p:cNvSpPr/>
            <p:nvPr/>
          </p:nvSpPr>
          <p:spPr>
            <a:xfrm>
              <a:off x="3598316" y="3915032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" name="object 868"/>
            <p:cNvSpPr/>
            <p:nvPr/>
          </p:nvSpPr>
          <p:spPr>
            <a:xfrm>
              <a:off x="3598316" y="3915032"/>
              <a:ext cx="8890" cy="112395"/>
            </a:xfrm>
            <a:custGeom>
              <a:avLst/>
              <a:gdLst/>
              <a:ahLst/>
              <a:cxnLst/>
              <a:rect l="l" t="t" r="r" b="b"/>
              <a:pathLst>
                <a:path w="8889" h="112395">
                  <a:moveTo>
                    <a:pt x="8382" y="0"/>
                  </a:moveTo>
                  <a:lnTo>
                    <a:pt x="8382" y="112013"/>
                  </a:lnTo>
                  <a:lnTo>
                    <a:pt x="0" y="112013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" name="object 869"/>
            <p:cNvSpPr/>
            <p:nvPr/>
          </p:nvSpPr>
          <p:spPr>
            <a:xfrm>
              <a:off x="3598316" y="3915032"/>
              <a:ext cx="8890" cy="112395"/>
            </a:xfrm>
            <a:custGeom>
              <a:avLst/>
              <a:gdLst/>
              <a:ahLst/>
              <a:cxnLst/>
              <a:rect l="l" t="t" r="r" b="b"/>
              <a:pathLst>
                <a:path w="8889" h="112395">
                  <a:moveTo>
                    <a:pt x="8382" y="0"/>
                  </a:moveTo>
                  <a:lnTo>
                    <a:pt x="8382" y="112013"/>
                  </a:lnTo>
                  <a:lnTo>
                    <a:pt x="0" y="112013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" name="object 870"/>
            <p:cNvSpPr/>
            <p:nvPr/>
          </p:nvSpPr>
          <p:spPr>
            <a:xfrm>
              <a:off x="3338474" y="4056764"/>
              <a:ext cx="3810" cy="7620"/>
            </a:xfrm>
            <a:custGeom>
              <a:avLst/>
              <a:gdLst/>
              <a:ahLst/>
              <a:cxnLst/>
              <a:rect l="l" t="t" r="r" b="b"/>
              <a:pathLst>
                <a:path w="3810" h="7620">
                  <a:moveTo>
                    <a:pt x="3810" y="7619"/>
                  </a:moveTo>
                  <a:lnTo>
                    <a:pt x="0" y="0"/>
                  </a:lnTo>
                  <a:lnTo>
                    <a:pt x="3810" y="7619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" name="object 871"/>
            <p:cNvSpPr/>
            <p:nvPr/>
          </p:nvSpPr>
          <p:spPr>
            <a:xfrm>
              <a:off x="3338474" y="4056764"/>
              <a:ext cx="3810" cy="7620"/>
            </a:xfrm>
            <a:custGeom>
              <a:avLst/>
              <a:gdLst/>
              <a:ahLst/>
              <a:cxnLst/>
              <a:rect l="l" t="t" r="r" b="b"/>
              <a:pathLst>
                <a:path w="3810" h="7620">
                  <a:moveTo>
                    <a:pt x="3810" y="7619"/>
                  </a:moveTo>
                  <a:lnTo>
                    <a:pt x="0" y="0"/>
                  </a:lnTo>
                  <a:lnTo>
                    <a:pt x="3810" y="7619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" name="object 872"/>
            <p:cNvSpPr/>
            <p:nvPr/>
          </p:nvSpPr>
          <p:spPr>
            <a:xfrm>
              <a:off x="3598316" y="3918842"/>
              <a:ext cx="3810" cy="6985"/>
            </a:xfrm>
            <a:custGeom>
              <a:avLst/>
              <a:gdLst/>
              <a:ahLst/>
              <a:cxnLst/>
              <a:rect l="l" t="t" r="r" b="b"/>
              <a:pathLst>
                <a:path w="3810" h="6985">
                  <a:moveTo>
                    <a:pt x="3810" y="6858"/>
                  </a:moveTo>
                  <a:lnTo>
                    <a:pt x="0" y="0"/>
                  </a:lnTo>
                  <a:lnTo>
                    <a:pt x="3810" y="6858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" name="object 873"/>
            <p:cNvSpPr/>
            <p:nvPr/>
          </p:nvSpPr>
          <p:spPr>
            <a:xfrm>
              <a:off x="3598316" y="3918842"/>
              <a:ext cx="3810" cy="6985"/>
            </a:xfrm>
            <a:custGeom>
              <a:avLst/>
              <a:gdLst/>
              <a:ahLst/>
              <a:cxnLst/>
              <a:rect l="l" t="t" r="r" b="b"/>
              <a:pathLst>
                <a:path w="3810" h="6985">
                  <a:moveTo>
                    <a:pt x="0" y="0"/>
                  </a:moveTo>
                  <a:lnTo>
                    <a:pt x="3810" y="685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" name="object 874"/>
            <p:cNvSpPr/>
            <p:nvPr/>
          </p:nvSpPr>
          <p:spPr>
            <a:xfrm>
              <a:off x="3338474" y="3918842"/>
              <a:ext cx="264160" cy="146050"/>
            </a:xfrm>
            <a:custGeom>
              <a:avLst/>
              <a:gdLst/>
              <a:ahLst/>
              <a:cxnLst/>
              <a:rect l="l" t="t" r="r" b="b"/>
              <a:pathLst>
                <a:path w="264160" h="146050">
                  <a:moveTo>
                    <a:pt x="263652" y="6857"/>
                  </a:moveTo>
                  <a:lnTo>
                    <a:pt x="259842" y="0"/>
                  </a:lnTo>
                  <a:lnTo>
                    <a:pt x="0" y="137921"/>
                  </a:lnTo>
                  <a:lnTo>
                    <a:pt x="3810" y="145541"/>
                  </a:lnTo>
                  <a:lnTo>
                    <a:pt x="263652" y="6857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" name="object 875"/>
            <p:cNvSpPr/>
            <p:nvPr/>
          </p:nvSpPr>
          <p:spPr>
            <a:xfrm>
              <a:off x="3338474" y="3918842"/>
              <a:ext cx="264160" cy="146050"/>
            </a:xfrm>
            <a:custGeom>
              <a:avLst/>
              <a:gdLst/>
              <a:ahLst/>
              <a:cxnLst/>
              <a:rect l="l" t="t" r="r" b="b"/>
              <a:pathLst>
                <a:path w="264160" h="146050">
                  <a:moveTo>
                    <a:pt x="3810" y="145541"/>
                  </a:moveTo>
                  <a:lnTo>
                    <a:pt x="0" y="137921"/>
                  </a:lnTo>
                  <a:lnTo>
                    <a:pt x="259842" y="0"/>
                  </a:lnTo>
                  <a:lnTo>
                    <a:pt x="263652" y="6857"/>
                  </a:lnTo>
                  <a:lnTo>
                    <a:pt x="3810" y="145541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76" name="object 876"/>
            <p:cNvPicPr/>
            <p:nvPr/>
          </p:nvPicPr>
          <p:blipFill>
            <a:blip r:embed="rId151" cstate="print"/>
            <a:stretch>
              <a:fillRect/>
            </a:stretch>
          </p:blipFill>
          <p:spPr>
            <a:xfrm>
              <a:off x="3281705" y="3958085"/>
              <a:ext cx="106680" cy="156972"/>
            </a:xfrm>
            <a:prstGeom prst="rect">
              <a:avLst/>
            </a:prstGeom>
          </p:spPr>
        </p:pic>
        <p:pic>
          <p:nvPicPr>
            <p:cNvPr id="877" name="object 877"/>
            <p:cNvPicPr/>
            <p:nvPr/>
          </p:nvPicPr>
          <p:blipFill>
            <a:blip r:embed="rId152" cstate="print"/>
            <a:stretch>
              <a:fillRect/>
            </a:stretch>
          </p:blipFill>
          <p:spPr>
            <a:xfrm>
              <a:off x="3434867" y="3917699"/>
              <a:ext cx="237744" cy="240791"/>
            </a:xfrm>
            <a:prstGeom prst="rect">
              <a:avLst/>
            </a:prstGeom>
          </p:spPr>
        </p:pic>
        <p:sp>
          <p:nvSpPr>
            <p:cNvPr id="878" name="object 878"/>
            <p:cNvSpPr/>
            <p:nvPr/>
          </p:nvSpPr>
          <p:spPr>
            <a:xfrm>
              <a:off x="3949598" y="4184018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2"/>
                  </a:moveTo>
                  <a:lnTo>
                    <a:pt x="0" y="0"/>
                  </a:lnTo>
                  <a:lnTo>
                    <a:pt x="0" y="1600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" name="object 879"/>
            <p:cNvSpPr/>
            <p:nvPr/>
          </p:nvSpPr>
          <p:spPr>
            <a:xfrm>
              <a:off x="3949217" y="418401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" name="object 880"/>
            <p:cNvSpPr/>
            <p:nvPr/>
          </p:nvSpPr>
          <p:spPr>
            <a:xfrm>
              <a:off x="3642512" y="4184018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" name="object 881"/>
            <p:cNvSpPr/>
            <p:nvPr/>
          </p:nvSpPr>
          <p:spPr>
            <a:xfrm>
              <a:off x="3642131" y="418401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" name="object 882"/>
            <p:cNvSpPr/>
            <p:nvPr/>
          </p:nvSpPr>
          <p:spPr>
            <a:xfrm>
              <a:off x="3642500" y="4184031"/>
              <a:ext cx="307340" cy="16510"/>
            </a:xfrm>
            <a:custGeom>
              <a:avLst/>
              <a:gdLst/>
              <a:ahLst/>
              <a:cxnLst/>
              <a:rect l="l" t="t" r="r" b="b"/>
              <a:pathLst>
                <a:path w="307339" h="16510">
                  <a:moveTo>
                    <a:pt x="307086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307086" y="16002"/>
                  </a:lnTo>
                  <a:lnTo>
                    <a:pt x="307086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" name="object 883"/>
            <p:cNvSpPr/>
            <p:nvPr/>
          </p:nvSpPr>
          <p:spPr>
            <a:xfrm>
              <a:off x="3994937" y="4141346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" name="object 884"/>
            <p:cNvSpPr/>
            <p:nvPr/>
          </p:nvSpPr>
          <p:spPr>
            <a:xfrm>
              <a:off x="3737762" y="4141346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" name="object 885"/>
            <p:cNvSpPr/>
            <p:nvPr/>
          </p:nvSpPr>
          <p:spPr>
            <a:xfrm>
              <a:off x="3737381" y="4141346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" name="object 886"/>
            <p:cNvSpPr/>
            <p:nvPr/>
          </p:nvSpPr>
          <p:spPr>
            <a:xfrm>
              <a:off x="3737750" y="4141359"/>
              <a:ext cx="257810" cy="16510"/>
            </a:xfrm>
            <a:custGeom>
              <a:avLst/>
              <a:gdLst/>
              <a:ahLst/>
              <a:cxnLst/>
              <a:rect l="l" t="t" r="r" b="b"/>
              <a:pathLst>
                <a:path w="257810" h="16510">
                  <a:moveTo>
                    <a:pt x="257556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257556" y="16002"/>
                  </a:lnTo>
                  <a:lnTo>
                    <a:pt x="257556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" name="object 887"/>
            <p:cNvSpPr/>
            <p:nvPr/>
          </p:nvSpPr>
          <p:spPr>
            <a:xfrm>
              <a:off x="4037609" y="4096388"/>
              <a:ext cx="1270" cy="15240"/>
            </a:xfrm>
            <a:custGeom>
              <a:avLst/>
              <a:gdLst/>
              <a:ahLst/>
              <a:cxnLst/>
              <a:rect l="l" t="t" r="r" b="b"/>
              <a:pathLst>
                <a:path w="1270" h="15239">
                  <a:moveTo>
                    <a:pt x="0" y="15239"/>
                  </a:moveTo>
                  <a:lnTo>
                    <a:pt x="761" y="15239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" name="object 888"/>
            <p:cNvSpPr/>
            <p:nvPr/>
          </p:nvSpPr>
          <p:spPr>
            <a:xfrm>
              <a:off x="3829964" y="4096388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0" y="15239"/>
                  </a:move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" name="object 889"/>
            <p:cNvSpPr/>
            <p:nvPr/>
          </p:nvSpPr>
          <p:spPr>
            <a:xfrm>
              <a:off x="3829583" y="4096388"/>
              <a:ext cx="1270" cy="15240"/>
            </a:xfrm>
            <a:custGeom>
              <a:avLst/>
              <a:gdLst/>
              <a:ahLst/>
              <a:cxnLst/>
              <a:rect l="l" t="t" r="r" b="b"/>
              <a:pathLst>
                <a:path w="1270" h="15239">
                  <a:moveTo>
                    <a:pt x="0" y="15239"/>
                  </a:moveTo>
                  <a:lnTo>
                    <a:pt x="761" y="15239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" name="object 890"/>
            <p:cNvSpPr/>
            <p:nvPr/>
          </p:nvSpPr>
          <p:spPr>
            <a:xfrm>
              <a:off x="3829951" y="4096400"/>
              <a:ext cx="208279" cy="15240"/>
            </a:xfrm>
            <a:custGeom>
              <a:avLst/>
              <a:gdLst/>
              <a:ahLst/>
              <a:cxnLst/>
              <a:rect l="l" t="t" r="r" b="b"/>
              <a:pathLst>
                <a:path w="208279" h="15239">
                  <a:moveTo>
                    <a:pt x="208026" y="0"/>
                  </a:moveTo>
                  <a:lnTo>
                    <a:pt x="0" y="0"/>
                  </a:lnTo>
                  <a:lnTo>
                    <a:pt x="0" y="15240"/>
                  </a:lnTo>
                  <a:lnTo>
                    <a:pt x="208026" y="15240"/>
                  </a:lnTo>
                  <a:lnTo>
                    <a:pt x="208026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" name="object 891"/>
            <p:cNvSpPr/>
            <p:nvPr/>
          </p:nvSpPr>
          <p:spPr>
            <a:xfrm>
              <a:off x="4092473" y="405524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" name="object 892"/>
            <p:cNvSpPr/>
            <p:nvPr/>
          </p:nvSpPr>
          <p:spPr>
            <a:xfrm>
              <a:off x="3914546" y="405524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" name="object 893"/>
            <p:cNvSpPr/>
            <p:nvPr/>
          </p:nvSpPr>
          <p:spPr>
            <a:xfrm>
              <a:off x="3914165" y="405524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" name="object 894"/>
            <p:cNvSpPr/>
            <p:nvPr/>
          </p:nvSpPr>
          <p:spPr>
            <a:xfrm>
              <a:off x="3914546" y="4055240"/>
              <a:ext cx="178435" cy="16510"/>
            </a:xfrm>
            <a:custGeom>
              <a:avLst/>
              <a:gdLst/>
              <a:ahLst/>
              <a:cxnLst/>
              <a:rect l="l" t="t" r="r" b="b"/>
              <a:pathLst>
                <a:path w="178435" h="16510">
                  <a:moveTo>
                    <a:pt x="178308" y="16001"/>
                  </a:moveTo>
                  <a:lnTo>
                    <a:pt x="178308" y="0"/>
                  </a:lnTo>
                  <a:lnTo>
                    <a:pt x="0" y="0"/>
                  </a:lnTo>
                  <a:lnTo>
                    <a:pt x="0" y="16001"/>
                  </a:lnTo>
                  <a:lnTo>
                    <a:pt x="178308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" name="object 895"/>
            <p:cNvSpPr/>
            <p:nvPr/>
          </p:nvSpPr>
          <p:spPr>
            <a:xfrm>
              <a:off x="5193944" y="179743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" name="object 896"/>
            <p:cNvSpPr/>
            <p:nvPr/>
          </p:nvSpPr>
          <p:spPr>
            <a:xfrm>
              <a:off x="5193944" y="179743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" name="object 897"/>
            <p:cNvSpPr/>
            <p:nvPr/>
          </p:nvSpPr>
          <p:spPr>
            <a:xfrm>
              <a:off x="5193944" y="179819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762" y="0"/>
                  </a:moveTo>
                  <a:lnTo>
                    <a:pt x="0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" name="object 898"/>
            <p:cNvSpPr/>
            <p:nvPr/>
          </p:nvSpPr>
          <p:spPr>
            <a:xfrm>
              <a:off x="5193944" y="179819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" name="object 899"/>
            <p:cNvSpPr/>
            <p:nvPr/>
          </p:nvSpPr>
          <p:spPr>
            <a:xfrm>
              <a:off x="5193944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" name="object 900"/>
            <p:cNvSpPr/>
            <p:nvPr/>
          </p:nvSpPr>
          <p:spPr>
            <a:xfrm>
              <a:off x="5196992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" name="object 901"/>
            <p:cNvSpPr/>
            <p:nvPr/>
          </p:nvSpPr>
          <p:spPr>
            <a:xfrm>
              <a:off x="5198516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" name="object 902"/>
            <p:cNvSpPr/>
            <p:nvPr/>
          </p:nvSpPr>
          <p:spPr>
            <a:xfrm>
              <a:off x="5200040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" name="object 903"/>
            <p:cNvSpPr/>
            <p:nvPr/>
          </p:nvSpPr>
          <p:spPr>
            <a:xfrm>
              <a:off x="5202326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" name="object 904"/>
            <p:cNvSpPr/>
            <p:nvPr/>
          </p:nvSpPr>
          <p:spPr>
            <a:xfrm>
              <a:off x="5205374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" name="object 905"/>
            <p:cNvSpPr/>
            <p:nvPr/>
          </p:nvSpPr>
          <p:spPr>
            <a:xfrm>
              <a:off x="5208422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" name="object 906"/>
            <p:cNvSpPr/>
            <p:nvPr/>
          </p:nvSpPr>
          <p:spPr>
            <a:xfrm>
              <a:off x="5209946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" name="object 907"/>
            <p:cNvSpPr/>
            <p:nvPr/>
          </p:nvSpPr>
          <p:spPr>
            <a:xfrm>
              <a:off x="5211470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" name="object 908"/>
            <p:cNvSpPr/>
            <p:nvPr/>
          </p:nvSpPr>
          <p:spPr>
            <a:xfrm>
              <a:off x="5213756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" name="object 909"/>
            <p:cNvSpPr/>
            <p:nvPr/>
          </p:nvSpPr>
          <p:spPr>
            <a:xfrm>
              <a:off x="5215280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" name="object 910"/>
            <p:cNvSpPr/>
            <p:nvPr/>
          </p:nvSpPr>
          <p:spPr>
            <a:xfrm>
              <a:off x="5216804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" name="object 911"/>
            <p:cNvSpPr/>
            <p:nvPr/>
          </p:nvSpPr>
          <p:spPr>
            <a:xfrm>
              <a:off x="5219090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" name="object 912"/>
            <p:cNvSpPr/>
            <p:nvPr/>
          </p:nvSpPr>
          <p:spPr>
            <a:xfrm>
              <a:off x="5222138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" name="object 913"/>
            <p:cNvSpPr/>
            <p:nvPr/>
          </p:nvSpPr>
          <p:spPr>
            <a:xfrm>
              <a:off x="5225186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" name="object 914"/>
            <p:cNvSpPr/>
            <p:nvPr/>
          </p:nvSpPr>
          <p:spPr>
            <a:xfrm>
              <a:off x="5226710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" name="object 915"/>
            <p:cNvSpPr/>
            <p:nvPr/>
          </p:nvSpPr>
          <p:spPr>
            <a:xfrm>
              <a:off x="5228234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" name="object 916"/>
            <p:cNvSpPr/>
            <p:nvPr/>
          </p:nvSpPr>
          <p:spPr>
            <a:xfrm>
              <a:off x="5230520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" name="object 917"/>
            <p:cNvSpPr/>
            <p:nvPr/>
          </p:nvSpPr>
          <p:spPr>
            <a:xfrm>
              <a:off x="5233568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" name="object 918"/>
            <p:cNvSpPr/>
            <p:nvPr/>
          </p:nvSpPr>
          <p:spPr>
            <a:xfrm>
              <a:off x="5236616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" name="object 919"/>
            <p:cNvSpPr/>
            <p:nvPr/>
          </p:nvSpPr>
          <p:spPr>
            <a:xfrm>
              <a:off x="5238140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" name="object 920"/>
            <p:cNvSpPr/>
            <p:nvPr/>
          </p:nvSpPr>
          <p:spPr>
            <a:xfrm>
              <a:off x="5239664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" name="object 921"/>
            <p:cNvSpPr/>
            <p:nvPr/>
          </p:nvSpPr>
          <p:spPr>
            <a:xfrm>
              <a:off x="5241950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" name="object 922"/>
            <p:cNvSpPr/>
            <p:nvPr/>
          </p:nvSpPr>
          <p:spPr>
            <a:xfrm>
              <a:off x="5244998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" name="object 923"/>
            <p:cNvSpPr/>
            <p:nvPr/>
          </p:nvSpPr>
          <p:spPr>
            <a:xfrm>
              <a:off x="5248046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" name="object 924"/>
            <p:cNvSpPr/>
            <p:nvPr/>
          </p:nvSpPr>
          <p:spPr>
            <a:xfrm>
              <a:off x="5249570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" name="object 925"/>
            <p:cNvSpPr/>
            <p:nvPr/>
          </p:nvSpPr>
          <p:spPr>
            <a:xfrm>
              <a:off x="5251094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" name="object 926"/>
            <p:cNvSpPr/>
            <p:nvPr/>
          </p:nvSpPr>
          <p:spPr>
            <a:xfrm>
              <a:off x="5253380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" name="object 927"/>
            <p:cNvSpPr/>
            <p:nvPr/>
          </p:nvSpPr>
          <p:spPr>
            <a:xfrm>
              <a:off x="5256428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" name="object 928"/>
            <p:cNvSpPr/>
            <p:nvPr/>
          </p:nvSpPr>
          <p:spPr>
            <a:xfrm>
              <a:off x="5259476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" name="object 929"/>
            <p:cNvSpPr/>
            <p:nvPr/>
          </p:nvSpPr>
          <p:spPr>
            <a:xfrm>
              <a:off x="5261000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" name="object 930"/>
            <p:cNvSpPr/>
            <p:nvPr/>
          </p:nvSpPr>
          <p:spPr>
            <a:xfrm>
              <a:off x="5262524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" name="object 931"/>
            <p:cNvSpPr/>
            <p:nvPr/>
          </p:nvSpPr>
          <p:spPr>
            <a:xfrm>
              <a:off x="5264810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" name="object 932"/>
            <p:cNvSpPr/>
            <p:nvPr/>
          </p:nvSpPr>
          <p:spPr>
            <a:xfrm>
              <a:off x="5267858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" name="object 933"/>
            <p:cNvSpPr/>
            <p:nvPr/>
          </p:nvSpPr>
          <p:spPr>
            <a:xfrm>
              <a:off x="5270906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" name="object 934"/>
            <p:cNvSpPr/>
            <p:nvPr/>
          </p:nvSpPr>
          <p:spPr>
            <a:xfrm>
              <a:off x="5272430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" name="object 935"/>
            <p:cNvSpPr/>
            <p:nvPr/>
          </p:nvSpPr>
          <p:spPr>
            <a:xfrm>
              <a:off x="5273954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" name="object 936"/>
            <p:cNvSpPr/>
            <p:nvPr/>
          </p:nvSpPr>
          <p:spPr>
            <a:xfrm>
              <a:off x="5276240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" name="object 937"/>
            <p:cNvSpPr/>
            <p:nvPr/>
          </p:nvSpPr>
          <p:spPr>
            <a:xfrm>
              <a:off x="5279288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" name="object 938"/>
            <p:cNvSpPr/>
            <p:nvPr/>
          </p:nvSpPr>
          <p:spPr>
            <a:xfrm>
              <a:off x="5282336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" name="object 939"/>
            <p:cNvSpPr/>
            <p:nvPr/>
          </p:nvSpPr>
          <p:spPr>
            <a:xfrm>
              <a:off x="5283098" y="179819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" name="object 940"/>
            <p:cNvSpPr/>
            <p:nvPr/>
          </p:nvSpPr>
          <p:spPr>
            <a:xfrm>
              <a:off x="5284622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" name="object 941"/>
            <p:cNvSpPr/>
            <p:nvPr/>
          </p:nvSpPr>
          <p:spPr>
            <a:xfrm>
              <a:off x="5287670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" name="object 942"/>
            <p:cNvSpPr/>
            <p:nvPr/>
          </p:nvSpPr>
          <p:spPr>
            <a:xfrm>
              <a:off x="5289194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" name="object 943"/>
            <p:cNvSpPr/>
            <p:nvPr/>
          </p:nvSpPr>
          <p:spPr>
            <a:xfrm>
              <a:off x="5290718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" name="object 944"/>
            <p:cNvSpPr/>
            <p:nvPr/>
          </p:nvSpPr>
          <p:spPr>
            <a:xfrm>
              <a:off x="5293004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" name="object 945"/>
            <p:cNvSpPr/>
            <p:nvPr/>
          </p:nvSpPr>
          <p:spPr>
            <a:xfrm>
              <a:off x="5296052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" name="object 946"/>
            <p:cNvSpPr/>
            <p:nvPr/>
          </p:nvSpPr>
          <p:spPr>
            <a:xfrm>
              <a:off x="5299100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" name="object 947"/>
            <p:cNvSpPr/>
            <p:nvPr/>
          </p:nvSpPr>
          <p:spPr>
            <a:xfrm>
              <a:off x="5300624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" name="object 948"/>
            <p:cNvSpPr/>
            <p:nvPr/>
          </p:nvSpPr>
          <p:spPr>
            <a:xfrm>
              <a:off x="5302148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" name="object 949"/>
            <p:cNvSpPr/>
            <p:nvPr/>
          </p:nvSpPr>
          <p:spPr>
            <a:xfrm>
              <a:off x="5304434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" name="object 950"/>
            <p:cNvSpPr/>
            <p:nvPr/>
          </p:nvSpPr>
          <p:spPr>
            <a:xfrm>
              <a:off x="5307482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" name="object 951"/>
            <p:cNvSpPr/>
            <p:nvPr/>
          </p:nvSpPr>
          <p:spPr>
            <a:xfrm>
              <a:off x="5310530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" name="object 952"/>
            <p:cNvSpPr/>
            <p:nvPr/>
          </p:nvSpPr>
          <p:spPr>
            <a:xfrm>
              <a:off x="5312054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" name="object 953"/>
            <p:cNvSpPr/>
            <p:nvPr/>
          </p:nvSpPr>
          <p:spPr>
            <a:xfrm>
              <a:off x="5313578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" name="object 954"/>
            <p:cNvSpPr/>
            <p:nvPr/>
          </p:nvSpPr>
          <p:spPr>
            <a:xfrm>
              <a:off x="5315864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" name="object 955"/>
            <p:cNvSpPr/>
            <p:nvPr/>
          </p:nvSpPr>
          <p:spPr>
            <a:xfrm>
              <a:off x="5318912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" name="object 956"/>
            <p:cNvSpPr/>
            <p:nvPr/>
          </p:nvSpPr>
          <p:spPr>
            <a:xfrm>
              <a:off x="5321960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" name="object 957"/>
            <p:cNvSpPr/>
            <p:nvPr/>
          </p:nvSpPr>
          <p:spPr>
            <a:xfrm>
              <a:off x="5323484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" name="object 958"/>
            <p:cNvSpPr/>
            <p:nvPr/>
          </p:nvSpPr>
          <p:spPr>
            <a:xfrm>
              <a:off x="5325008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" name="object 959"/>
            <p:cNvSpPr/>
            <p:nvPr/>
          </p:nvSpPr>
          <p:spPr>
            <a:xfrm>
              <a:off x="5327294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" name="object 960"/>
            <p:cNvSpPr/>
            <p:nvPr/>
          </p:nvSpPr>
          <p:spPr>
            <a:xfrm>
              <a:off x="5330342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" name="object 961"/>
            <p:cNvSpPr/>
            <p:nvPr/>
          </p:nvSpPr>
          <p:spPr>
            <a:xfrm>
              <a:off x="5333390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" name="object 962"/>
            <p:cNvSpPr/>
            <p:nvPr/>
          </p:nvSpPr>
          <p:spPr>
            <a:xfrm>
              <a:off x="5334914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" name="object 963"/>
            <p:cNvSpPr/>
            <p:nvPr/>
          </p:nvSpPr>
          <p:spPr>
            <a:xfrm>
              <a:off x="5336438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" name="object 964"/>
            <p:cNvSpPr/>
            <p:nvPr/>
          </p:nvSpPr>
          <p:spPr>
            <a:xfrm>
              <a:off x="5338724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" name="object 965"/>
            <p:cNvSpPr/>
            <p:nvPr/>
          </p:nvSpPr>
          <p:spPr>
            <a:xfrm>
              <a:off x="5341772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" name="object 966"/>
            <p:cNvSpPr/>
            <p:nvPr/>
          </p:nvSpPr>
          <p:spPr>
            <a:xfrm>
              <a:off x="5344820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" name="object 967"/>
            <p:cNvSpPr/>
            <p:nvPr/>
          </p:nvSpPr>
          <p:spPr>
            <a:xfrm>
              <a:off x="5346344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" name="object 968"/>
            <p:cNvSpPr/>
            <p:nvPr/>
          </p:nvSpPr>
          <p:spPr>
            <a:xfrm>
              <a:off x="5347868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" name="object 969"/>
            <p:cNvSpPr/>
            <p:nvPr/>
          </p:nvSpPr>
          <p:spPr>
            <a:xfrm>
              <a:off x="5350154" y="179819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" name="object 970"/>
            <p:cNvSpPr/>
            <p:nvPr/>
          </p:nvSpPr>
          <p:spPr>
            <a:xfrm>
              <a:off x="5351678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" name="object 971"/>
            <p:cNvSpPr/>
            <p:nvPr/>
          </p:nvSpPr>
          <p:spPr>
            <a:xfrm>
              <a:off x="5353202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" name="object 972"/>
            <p:cNvSpPr/>
            <p:nvPr/>
          </p:nvSpPr>
          <p:spPr>
            <a:xfrm>
              <a:off x="5355488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" name="object 973"/>
            <p:cNvSpPr/>
            <p:nvPr/>
          </p:nvSpPr>
          <p:spPr>
            <a:xfrm>
              <a:off x="5358536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" name="object 974"/>
            <p:cNvSpPr/>
            <p:nvPr/>
          </p:nvSpPr>
          <p:spPr>
            <a:xfrm>
              <a:off x="5361584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" name="object 975"/>
            <p:cNvSpPr/>
            <p:nvPr/>
          </p:nvSpPr>
          <p:spPr>
            <a:xfrm>
              <a:off x="5363108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" name="object 976"/>
            <p:cNvSpPr/>
            <p:nvPr/>
          </p:nvSpPr>
          <p:spPr>
            <a:xfrm>
              <a:off x="5364632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" name="object 977"/>
            <p:cNvSpPr/>
            <p:nvPr/>
          </p:nvSpPr>
          <p:spPr>
            <a:xfrm>
              <a:off x="5366918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" name="object 978"/>
            <p:cNvSpPr/>
            <p:nvPr/>
          </p:nvSpPr>
          <p:spPr>
            <a:xfrm>
              <a:off x="5369966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" name="object 979"/>
            <p:cNvSpPr/>
            <p:nvPr/>
          </p:nvSpPr>
          <p:spPr>
            <a:xfrm>
              <a:off x="5373014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" name="object 980"/>
            <p:cNvSpPr/>
            <p:nvPr/>
          </p:nvSpPr>
          <p:spPr>
            <a:xfrm>
              <a:off x="5374538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" name="object 981"/>
            <p:cNvSpPr/>
            <p:nvPr/>
          </p:nvSpPr>
          <p:spPr>
            <a:xfrm>
              <a:off x="5376062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" name="object 982"/>
            <p:cNvSpPr/>
            <p:nvPr/>
          </p:nvSpPr>
          <p:spPr>
            <a:xfrm>
              <a:off x="5378348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" name="object 983"/>
            <p:cNvSpPr/>
            <p:nvPr/>
          </p:nvSpPr>
          <p:spPr>
            <a:xfrm>
              <a:off x="5381396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" name="object 984"/>
            <p:cNvSpPr/>
            <p:nvPr/>
          </p:nvSpPr>
          <p:spPr>
            <a:xfrm>
              <a:off x="5384444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" name="object 985"/>
            <p:cNvSpPr/>
            <p:nvPr/>
          </p:nvSpPr>
          <p:spPr>
            <a:xfrm>
              <a:off x="5385968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" name="object 986"/>
            <p:cNvSpPr/>
            <p:nvPr/>
          </p:nvSpPr>
          <p:spPr>
            <a:xfrm>
              <a:off x="5387492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" name="object 987"/>
            <p:cNvSpPr/>
            <p:nvPr/>
          </p:nvSpPr>
          <p:spPr>
            <a:xfrm>
              <a:off x="5389778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" name="object 988"/>
            <p:cNvSpPr/>
            <p:nvPr/>
          </p:nvSpPr>
          <p:spPr>
            <a:xfrm>
              <a:off x="5392826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" name="object 989"/>
            <p:cNvSpPr/>
            <p:nvPr/>
          </p:nvSpPr>
          <p:spPr>
            <a:xfrm>
              <a:off x="5395874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" name="object 990"/>
            <p:cNvSpPr/>
            <p:nvPr/>
          </p:nvSpPr>
          <p:spPr>
            <a:xfrm>
              <a:off x="5397398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" name="object 991"/>
            <p:cNvSpPr/>
            <p:nvPr/>
          </p:nvSpPr>
          <p:spPr>
            <a:xfrm>
              <a:off x="5398922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" name="object 992"/>
            <p:cNvSpPr/>
            <p:nvPr/>
          </p:nvSpPr>
          <p:spPr>
            <a:xfrm>
              <a:off x="5401208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" name="object 993"/>
            <p:cNvSpPr/>
            <p:nvPr/>
          </p:nvSpPr>
          <p:spPr>
            <a:xfrm>
              <a:off x="5404256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" name="object 994"/>
            <p:cNvSpPr/>
            <p:nvPr/>
          </p:nvSpPr>
          <p:spPr>
            <a:xfrm>
              <a:off x="5407304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" name="object 995"/>
            <p:cNvSpPr/>
            <p:nvPr/>
          </p:nvSpPr>
          <p:spPr>
            <a:xfrm>
              <a:off x="5408828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" name="object 996"/>
            <p:cNvSpPr/>
            <p:nvPr/>
          </p:nvSpPr>
          <p:spPr>
            <a:xfrm>
              <a:off x="5410352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" name="object 997"/>
            <p:cNvSpPr/>
            <p:nvPr/>
          </p:nvSpPr>
          <p:spPr>
            <a:xfrm>
              <a:off x="5412638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" name="object 998"/>
            <p:cNvSpPr/>
            <p:nvPr/>
          </p:nvSpPr>
          <p:spPr>
            <a:xfrm>
              <a:off x="5415686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" name="object 999"/>
            <p:cNvSpPr/>
            <p:nvPr/>
          </p:nvSpPr>
          <p:spPr>
            <a:xfrm>
              <a:off x="5418734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" name="object 1000"/>
            <p:cNvSpPr/>
            <p:nvPr/>
          </p:nvSpPr>
          <p:spPr>
            <a:xfrm>
              <a:off x="5419496" y="179819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" name="object 1001"/>
            <p:cNvSpPr/>
            <p:nvPr/>
          </p:nvSpPr>
          <p:spPr>
            <a:xfrm>
              <a:off x="5421020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" name="object 1002"/>
            <p:cNvSpPr/>
            <p:nvPr/>
          </p:nvSpPr>
          <p:spPr>
            <a:xfrm>
              <a:off x="5424068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" name="object 1003"/>
            <p:cNvSpPr/>
            <p:nvPr/>
          </p:nvSpPr>
          <p:spPr>
            <a:xfrm>
              <a:off x="5425592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" name="object 1004"/>
            <p:cNvSpPr/>
            <p:nvPr/>
          </p:nvSpPr>
          <p:spPr>
            <a:xfrm>
              <a:off x="5427116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" name="object 1005"/>
            <p:cNvSpPr/>
            <p:nvPr/>
          </p:nvSpPr>
          <p:spPr>
            <a:xfrm>
              <a:off x="5429402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" name="object 1006"/>
            <p:cNvSpPr/>
            <p:nvPr/>
          </p:nvSpPr>
          <p:spPr>
            <a:xfrm>
              <a:off x="5432450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" name="object 1007"/>
            <p:cNvSpPr/>
            <p:nvPr/>
          </p:nvSpPr>
          <p:spPr>
            <a:xfrm>
              <a:off x="5435498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" name="object 1008"/>
            <p:cNvSpPr/>
            <p:nvPr/>
          </p:nvSpPr>
          <p:spPr>
            <a:xfrm>
              <a:off x="5437022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" name="object 1009"/>
            <p:cNvSpPr/>
            <p:nvPr/>
          </p:nvSpPr>
          <p:spPr>
            <a:xfrm>
              <a:off x="5438546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" name="object 1010"/>
            <p:cNvSpPr/>
            <p:nvPr/>
          </p:nvSpPr>
          <p:spPr>
            <a:xfrm>
              <a:off x="5440832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" name="object 1011"/>
            <p:cNvSpPr/>
            <p:nvPr/>
          </p:nvSpPr>
          <p:spPr>
            <a:xfrm>
              <a:off x="5443880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" name="object 1012"/>
            <p:cNvSpPr/>
            <p:nvPr/>
          </p:nvSpPr>
          <p:spPr>
            <a:xfrm>
              <a:off x="5446928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" name="object 1013"/>
            <p:cNvSpPr/>
            <p:nvPr/>
          </p:nvSpPr>
          <p:spPr>
            <a:xfrm>
              <a:off x="5448452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" name="object 1014"/>
            <p:cNvSpPr/>
            <p:nvPr/>
          </p:nvSpPr>
          <p:spPr>
            <a:xfrm>
              <a:off x="5449976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" name="object 1015"/>
            <p:cNvSpPr/>
            <p:nvPr/>
          </p:nvSpPr>
          <p:spPr>
            <a:xfrm>
              <a:off x="5452262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" name="object 1016"/>
            <p:cNvSpPr/>
            <p:nvPr/>
          </p:nvSpPr>
          <p:spPr>
            <a:xfrm>
              <a:off x="5455310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" name="object 1017"/>
            <p:cNvSpPr/>
            <p:nvPr/>
          </p:nvSpPr>
          <p:spPr>
            <a:xfrm>
              <a:off x="5458358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" name="object 1018"/>
            <p:cNvSpPr/>
            <p:nvPr/>
          </p:nvSpPr>
          <p:spPr>
            <a:xfrm>
              <a:off x="5459882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" name="object 1019"/>
            <p:cNvSpPr/>
            <p:nvPr/>
          </p:nvSpPr>
          <p:spPr>
            <a:xfrm>
              <a:off x="5461406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" name="object 1020"/>
            <p:cNvSpPr/>
            <p:nvPr/>
          </p:nvSpPr>
          <p:spPr>
            <a:xfrm>
              <a:off x="5463692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" name="object 1021"/>
            <p:cNvSpPr/>
            <p:nvPr/>
          </p:nvSpPr>
          <p:spPr>
            <a:xfrm>
              <a:off x="5466740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" name="object 1022"/>
            <p:cNvSpPr/>
            <p:nvPr/>
          </p:nvSpPr>
          <p:spPr>
            <a:xfrm>
              <a:off x="5469788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" name="object 1023"/>
            <p:cNvSpPr/>
            <p:nvPr/>
          </p:nvSpPr>
          <p:spPr>
            <a:xfrm>
              <a:off x="5471312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" name="object 1024"/>
            <p:cNvSpPr/>
            <p:nvPr/>
          </p:nvSpPr>
          <p:spPr>
            <a:xfrm>
              <a:off x="5472836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" name="object 1025"/>
            <p:cNvSpPr/>
            <p:nvPr/>
          </p:nvSpPr>
          <p:spPr>
            <a:xfrm>
              <a:off x="5475122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" name="object 1026"/>
            <p:cNvSpPr/>
            <p:nvPr/>
          </p:nvSpPr>
          <p:spPr>
            <a:xfrm>
              <a:off x="5478170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" name="object 1027"/>
            <p:cNvSpPr/>
            <p:nvPr/>
          </p:nvSpPr>
          <p:spPr>
            <a:xfrm>
              <a:off x="5481218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" name="object 1028"/>
            <p:cNvSpPr/>
            <p:nvPr/>
          </p:nvSpPr>
          <p:spPr>
            <a:xfrm>
              <a:off x="5482742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" name="object 1029"/>
            <p:cNvSpPr/>
            <p:nvPr/>
          </p:nvSpPr>
          <p:spPr>
            <a:xfrm>
              <a:off x="5484266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" name="object 1030"/>
            <p:cNvSpPr/>
            <p:nvPr/>
          </p:nvSpPr>
          <p:spPr>
            <a:xfrm>
              <a:off x="5486552" y="179819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" name="object 1031"/>
            <p:cNvSpPr/>
            <p:nvPr/>
          </p:nvSpPr>
          <p:spPr>
            <a:xfrm>
              <a:off x="5488076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" name="object 1032"/>
            <p:cNvSpPr/>
            <p:nvPr/>
          </p:nvSpPr>
          <p:spPr>
            <a:xfrm>
              <a:off x="5489600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" name="object 1033"/>
            <p:cNvSpPr/>
            <p:nvPr/>
          </p:nvSpPr>
          <p:spPr>
            <a:xfrm>
              <a:off x="5491886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" name="object 1034"/>
            <p:cNvSpPr/>
            <p:nvPr/>
          </p:nvSpPr>
          <p:spPr>
            <a:xfrm>
              <a:off x="5494934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" name="object 1035"/>
            <p:cNvSpPr/>
            <p:nvPr/>
          </p:nvSpPr>
          <p:spPr>
            <a:xfrm>
              <a:off x="5497982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" name="object 1036"/>
            <p:cNvSpPr/>
            <p:nvPr/>
          </p:nvSpPr>
          <p:spPr>
            <a:xfrm>
              <a:off x="5499506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" name="object 1037"/>
            <p:cNvSpPr/>
            <p:nvPr/>
          </p:nvSpPr>
          <p:spPr>
            <a:xfrm>
              <a:off x="5501030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" name="object 1038"/>
            <p:cNvSpPr/>
            <p:nvPr/>
          </p:nvSpPr>
          <p:spPr>
            <a:xfrm>
              <a:off x="5503316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" name="object 1039"/>
            <p:cNvSpPr/>
            <p:nvPr/>
          </p:nvSpPr>
          <p:spPr>
            <a:xfrm>
              <a:off x="5506364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" name="object 1040"/>
            <p:cNvSpPr/>
            <p:nvPr/>
          </p:nvSpPr>
          <p:spPr>
            <a:xfrm>
              <a:off x="5509412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" name="object 1041"/>
            <p:cNvSpPr/>
            <p:nvPr/>
          </p:nvSpPr>
          <p:spPr>
            <a:xfrm>
              <a:off x="5510936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" name="object 1042"/>
            <p:cNvSpPr/>
            <p:nvPr/>
          </p:nvSpPr>
          <p:spPr>
            <a:xfrm>
              <a:off x="5512460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" name="object 1043"/>
            <p:cNvSpPr/>
            <p:nvPr/>
          </p:nvSpPr>
          <p:spPr>
            <a:xfrm>
              <a:off x="5514746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" name="object 1044"/>
            <p:cNvSpPr/>
            <p:nvPr/>
          </p:nvSpPr>
          <p:spPr>
            <a:xfrm>
              <a:off x="5517794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" name="object 1045"/>
            <p:cNvSpPr/>
            <p:nvPr/>
          </p:nvSpPr>
          <p:spPr>
            <a:xfrm>
              <a:off x="5520842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" name="object 1046"/>
            <p:cNvSpPr/>
            <p:nvPr/>
          </p:nvSpPr>
          <p:spPr>
            <a:xfrm>
              <a:off x="5522366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" name="object 1047"/>
            <p:cNvSpPr/>
            <p:nvPr/>
          </p:nvSpPr>
          <p:spPr>
            <a:xfrm>
              <a:off x="5523890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" name="object 1048"/>
            <p:cNvSpPr/>
            <p:nvPr/>
          </p:nvSpPr>
          <p:spPr>
            <a:xfrm>
              <a:off x="5526176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" name="object 1049"/>
            <p:cNvSpPr/>
            <p:nvPr/>
          </p:nvSpPr>
          <p:spPr>
            <a:xfrm>
              <a:off x="5529224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" name="object 1050"/>
            <p:cNvSpPr/>
            <p:nvPr/>
          </p:nvSpPr>
          <p:spPr>
            <a:xfrm>
              <a:off x="5532272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" name="object 1051"/>
            <p:cNvSpPr/>
            <p:nvPr/>
          </p:nvSpPr>
          <p:spPr>
            <a:xfrm>
              <a:off x="5533796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" name="object 1052"/>
            <p:cNvSpPr/>
            <p:nvPr/>
          </p:nvSpPr>
          <p:spPr>
            <a:xfrm>
              <a:off x="5535320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" name="object 1053"/>
            <p:cNvSpPr/>
            <p:nvPr/>
          </p:nvSpPr>
          <p:spPr>
            <a:xfrm>
              <a:off x="5537606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" name="object 1054"/>
            <p:cNvSpPr/>
            <p:nvPr/>
          </p:nvSpPr>
          <p:spPr>
            <a:xfrm>
              <a:off x="5540654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" name="object 1055"/>
            <p:cNvSpPr/>
            <p:nvPr/>
          </p:nvSpPr>
          <p:spPr>
            <a:xfrm>
              <a:off x="5543702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" name="object 1056"/>
            <p:cNvSpPr/>
            <p:nvPr/>
          </p:nvSpPr>
          <p:spPr>
            <a:xfrm>
              <a:off x="5545226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" name="object 1057"/>
            <p:cNvSpPr/>
            <p:nvPr/>
          </p:nvSpPr>
          <p:spPr>
            <a:xfrm>
              <a:off x="5546750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" name="object 1058"/>
            <p:cNvSpPr/>
            <p:nvPr/>
          </p:nvSpPr>
          <p:spPr>
            <a:xfrm>
              <a:off x="5549036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" name="object 1059"/>
            <p:cNvSpPr/>
            <p:nvPr/>
          </p:nvSpPr>
          <p:spPr>
            <a:xfrm>
              <a:off x="5552084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" name="object 1060"/>
            <p:cNvSpPr/>
            <p:nvPr/>
          </p:nvSpPr>
          <p:spPr>
            <a:xfrm>
              <a:off x="5555132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" name="object 1061"/>
            <p:cNvSpPr/>
            <p:nvPr/>
          </p:nvSpPr>
          <p:spPr>
            <a:xfrm>
              <a:off x="5555894" y="179819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" name="object 1062"/>
            <p:cNvSpPr/>
            <p:nvPr/>
          </p:nvSpPr>
          <p:spPr>
            <a:xfrm>
              <a:off x="5557418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" name="object 1063"/>
            <p:cNvSpPr/>
            <p:nvPr/>
          </p:nvSpPr>
          <p:spPr>
            <a:xfrm>
              <a:off x="5560466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" name="object 1064"/>
            <p:cNvSpPr/>
            <p:nvPr/>
          </p:nvSpPr>
          <p:spPr>
            <a:xfrm>
              <a:off x="5561990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" name="object 1065"/>
            <p:cNvSpPr/>
            <p:nvPr/>
          </p:nvSpPr>
          <p:spPr>
            <a:xfrm>
              <a:off x="5563514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" name="object 1066"/>
            <p:cNvSpPr/>
            <p:nvPr/>
          </p:nvSpPr>
          <p:spPr>
            <a:xfrm>
              <a:off x="5565800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" name="object 1067"/>
            <p:cNvSpPr/>
            <p:nvPr/>
          </p:nvSpPr>
          <p:spPr>
            <a:xfrm>
              <a:off x="5568848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" name="object 1068"/>
            <p:cNvSpPr/>
            <p:nvPr/>
          </p:nvSpPr>
          <p:spPr>
            <a:xfrm>
              <a:off x="5571896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" name="object 1069"/>
            <p:cNvSpPr/>
            <p:nvPr/>
          </p:nvSpPr>
          <p:spPr>
            <a:xfrm>
              <a:off x="5573420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" name="object 1070"/>
            <p:cNvSpPr/>
            <p:nvPr/>
          </p:nvSpPr>
          <p:spPr>
            <a:xfrm>
              <a:off x="5574944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" name="object 1071"/>
            <p:cNvSpPr/>
            <p:nvPr/>
          </p:nvSpPr>
          <p:spPr>
            <a:xfrm>
              <a:off x="5577230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" name="object 1072"/>
            <p:cNvSpPr/>
            <p:nvPr/>
          </p:nvSpPr>
          <p:spPr>
            <a:xfrm>
              <a:off x="5580278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" name="object 1073"/>
            <p:cNvSpPr/>
            <p:nvPr/>
          </p:nvSpPr>
          <p:spPr>
            <a:xfrm>
              <a:off x="5583326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" name="object 1074"/>
            <p:cNvSpPr/>
            <p:nvPr/>
          </p:nvSpPr>
          <p:spPr>
            <a:xfrm>
              <a:off x="5584850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" name="object 1075"/>
            <p:cNvSpPr/>
            <p:nvPr/>
          </p:nvSpPr>
          <p:spPr>
            <a:xfrm>
              <a:off x="5586374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" name="object 1076"/>
            <p:cNvSpPr/>
            <p:nvPr/>
          </p:nvSpPr>
          <p:spPr>
            <a:xfrm>
              <a:off x="5588660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" name="object 1077"/>
            <p:cNvSpPr/>
            <p:nvPr/>
          </p:nvSpPr>
          <p:spPr>
            <a:xfrm>
              <a:off x="5591708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" name="object 1078"/>
            <p:cNvSpPr/>
            <p:nvPr/>
          </p:nvSpPr>
          <p:spPr>
            <a:xfrm>
              <a:off x="5594756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" name="object 1079"/>
            <p:cNvSpPr/>
            <p:nvPr/>
          </p:nvSpPr>
          <p:spPr>
            <a:xfrm>
              <a:off x="5596280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" name="object 1080"/>
            <p:cNvSpPr/>
            <p:nvPr/>
          </p:nvSpPr>
          <p:spPr>
            <a:xfrm>
              <a:off x="5597804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" name="object 1081"/>
            <p:cNvSpPr/>
            <p:nvPr/>
          </p:nvSpPr>
          <p:spPr>
            <a:xfrm>
              <a:off x="5600090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" name="object 1082"/>
            <p:cNvSpPr/>
            <p:nvPr/>
          </p:nvSpPr>
          <p:spPr>
            <a:xfrm>
              <a:off x="5603138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" name="object 1083"/>
            <p:cNvSpPr/>
            <p:nvPr/>
          </p:nvSpPr>
          <p:spPr>
            <a:xfrm>
              <a:off x="5606186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" name="object 1084"/>
            <p:cNvSpPr/>
            <p:nvPr/>
          </p:nvSpPr>
          <p:spPr>
            <a:xfrm>
              <a:off x="5607710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" name="object 1085"/>
            <p:cNvSpPr/>
            <p:nvPr/>
          </p:nvSpPr>
          <p:spPr>
            <a:xfrm>
              <a:off x="5609234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" name="object 1086"/>
            <p:cNvSpPr/>
            <p:nvPr/>
          </p:nvSpPr>
          <p:spPr>
            <a:xfrm>
              <a:off x="5611520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" name="object 1087"/>
            <p:cNvSpPr/>
            <p:nvPr/>
          </p:nvSpPr>
          <p:spPr>
            <a:xfrm>
              <a:off x="5614568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" name="object 1088"/>
            <p:cNvSpPr/>
            <p:nvPr/>
          </p:nvSpPr>
          <p:spPr>
            <a:xfrm>
              <a:off x="5617616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" name="object 1089"/>
            <p:cNvSpPr/>
            <p:nvPr/>
          </p:nvSpPr>
          <p:spPr>
            <a:xfrm>
              <a:off x="5619140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" name="object 1090"/>
            <p:cNvSpPr/>
            <p:nvPr/>
          </p:nvSpPr>
          <p:spPr>
            <a:xfrm>
              <a:off x="5620664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" name="object 1091"/>
            <p:cNvSpPr/>
            <p:nvPr/>
          </p:nvSpPr>
          <p:spPr>
            <a:xfrm>
              <a:off x="5622950" y="179819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" name="object 1092"/>
            <p:cNvSpPr/>
            <p:nvPr/>
          </p:nvSpPr>
          <p:spPr>
            <a:xfrm>
              <a:off x="5624474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" name="object 1093"/>
            <p:cNvSpPr/>
            <p:nvPr/>
          </p:nvSpPr>
          <p:spPr>
            <a:xfrm>
              <a:off x="5625998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" name="object 1094"/>
            <p:cNvSpPr/>
            <p:nvPr/>
          </p:nvSpPr>
          <p:spPr>
            <a:xfrm>
              <a:off x="5628284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" name="object 1095"/>
            <p:cNvSpPr/>
            <p:nvPr/>
          </p:nvSpPr>
          <p:spPr>
            <a:xfrm>
              <a:off x="5631332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" name="object 1096"/>
            <p:cNvSpPr/>
            <p:nvPr/>
          </p:nvSpPr>
          <p:spPr>
            <a:xfrm>
              <a:off x="5634380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" name="object 1097"/>
            <p:cNvSpPr/>
            <p:nvPr/>
          </p:nvSpPr>
          <p:spPr>
            <a:xfrm>
              <a:off x="5635904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" name="object 1098"/>
            <p:cNvSpPr/>
            <p:nvPr/>
          </p:nvSpPr>
          <p:spPr>
            <a:xfrm>
              <a:off x="5637428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" name="object 1099"/>
            <p:cNvSpPr/>
            <p:nvPr/>
          </p:nvSpPr>
          <p:spPr>
            <a:xfrm>
              <a:off x="5639714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" name="object 1100"/>
            <p:cNvSpPr/>
            <p:nvPr/>
          </p:nvSpPr>
          <p:spPr>
            <a:xfrm>
              <a:off x="5642762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" name="object 1101"/>
            <p:cNvSpPr/>
            <p:nvPr/>
          </p:nvSpPr>
          <p:spPr>
            <a:xfrm>
              <a:off x="5645810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" name="object 1102"/>
            <p:cNvSpPr/>
            <p:nvPr/>
          </p:nvSpPr>
          <p:spPr>
            <a:xfrm>
              <a:off x="5647334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" name="object 1103"/>
            <p:cNvSpPr/>
            <p:nvPr/>
          </p:nvSpPr>
          <p:spPr>
            <a:xfrm>
              <a:off x="5648858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" name="object 1104"/>
            <p:cNvSpPr/>
            <p:nvPr/>
          </p:nvSpPr>
          <p:spPr>
            <a:xfrm>
              <a:off x="5651144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" name="object 1105"/>
            <p:cNvSpPr/>
            <p:nvPr/>
          </p:nvSpPr>
          <p:spPr>
            <a:xfrm>
              <a:off x="5654192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" name="object 1106"/>
            <p:cNvSpPr/>
            <p:nvPr/>
          </p:nvSpPr>
          <p:spPr>
            <a:xfrm>
              <a:off x="5657240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" name="object 1107"/>
            <p:cNvSpPr/>
            <p:nvPr/>
          </p:nvSpPr>
          <p:spPr>
            <a:xfrm>
              <a:off x="5658764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" name="object 1108"/>
            <p:cNvSpPr/>
            <p:nvPr/>
          </p:nvSpPr>
          <p:spPr>
            <a:xfrm>
              <a:off x="5660288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" name="object 1109"/>
            <p:cNvSpPr/>
            <p:nvPr/>
          </p:nvSpPr>
          <p:spPr>
            <a:xfrm>
              <a:off x="5662574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" name="object 1110"/>
            <p:cNvSpPr/>
            <p:nvPr/>
          </p:nvSpPr>
          <p:spPr>
            <a:xfrm>
              <a:off x="5665622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" name="object 1111"/>
            <p:cNvSpPr/>
            <p:nvPr/>
          </p:nvSpPr>
          <p:spPr>
            <a:xfrm>
              <a:off x="5668670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" name="object 1112"/>
            <p:cNvSpPr/>
            <p:nvPr/>
          </p:nvSpPr>
          <p:spPr>
            <a:xfrm>
              <a:off x="5670194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" name="object 1113"/>
            <p:cNvSpPr/>
            <p:nvPr/>
          </p:nvSpPr>
          <p:spPr>
            <a:xfrm>
              <a:off x="5671718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" name="object 1114"/>
            <p:cNvSpPr/>
            <p:nvPr/>
          </p:nvSpPr>
          <p:spPr>
            <a:xfrm>
              <a:off x="5674004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" name="object 1115"/>
            <p:cNvSpPr/>
            <p:nvPr/>
          </p:nvSpPr>
          <p:spPr>
            <a:xfrm>
              <a:off x="5677052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" name="object 1116"/>
            <p:cNvSpPr/>
            <p:nvPr/>
          </p:nvSpPr>
          <p:spPr>
            <a:xfrm>
              <a:off x="5680100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" name="object 1117"/>
            <p:cNvSpPr/>
            <p:nvPr/>
          </p:nvSpPr>
          <p:spPr>
            <a:xfrm>
              <a:off x="5681624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" name="object 1118"/>
            <p:cNvSpPr/>
            <p:nvPr/>
          </p:nvSpPr>
          <p:spPr>
            <a:xfrm>
              <a:off x="5683148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" name="object 1119"/>
            <p:cNvSpPr/>
            <p:nvPr/>
          </p:nvSpPr>
          <p:spPr>
            <a:xfrm>
              <a:off x="5685434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" name="object 1120"/>
            <p:cNvSpPr/>
            <p:nvPr/>
          </p:nvSpPr>
          <p:spPr>
            <a:xfrm>
              <a:off x="5688482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" name="object 1121"/>
            <p:cNvSpPr/>
            <p:nvPr/>
          </p:nvSpPr>
          <p:spPr>
            <a:xfrm>
              <a:off x="5691530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" name="object 1122"/>
            <p:cNvSpPr/>
            <p:nvPr/>
          </p:nvSpPr>
          <p:spPr>
            <a:xfrm>
              <a:off x="5692292" y="179819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" name="object 1123"/>
            <p:cNvSpPr/>
            <p:nvPr/>
          </p:nvSpPr>
          <p:spPr>
            <a:xfrm>
              <a:off x="5693816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" name="object 1124"/>
            <p:cNvSpPr/>
            <p:nvPr/>
          </p:nvSpPr>
          <p:spPr>
            <a:xfrm>
              <a:off x="5696864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" name="object 1125"/>
            <p:cNvSpPr/>
            <p:nvPr/>
          </p:nvSpPr>
          <p:spPr>
            <a:xfrm>
              <a:off x="5698388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" name="object 1126"/>
            <p:cNvSpPr/>
            <p:nvPr/>
          </p:nvSpPr>
          <p:spPr>
            <a:xfrm>
              <a:off x="5699912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" name="object 1127"/>
            <p:cNvSpPr/>
            <p:nvPr/>
          </p:nvSpPr>
          <p:spPr>
            <a:xfrm>
              <a:off x="5702198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" name="object 1128"/>
            <p:cNvSpPr/>
            <p:nvPr/>
          </p:nvSpPr>
          <p:spPr>
            <a:xfrm>
              <a:off x="5705246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" name="object 1129"/>
            <p:cNvSpPr/>
            <p:nvPr/>
          </p:nvSpPr>
          <p:spPr>
            <a:xfrm>
              <a:off x="5708294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" name="object 1130"/>
            <p:cNvSpPr/>
            <p:nvPr/>
          </p:nvSpPr>
          <p:spPr>
            <a:xfrm>
              <a:off x="5709818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" name="object 1131"/>
            <p:cNvSpPr/>
            <p:nvPr/>
          </p:nvSpPr>
          <p:spPr>
            <a:xfrm>
              <a:off x="5711342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" name="object 1132"/>
            <p:cNvSpPr/>
            <p:nvPr/>
          </p:nvSpPr>
          <p:spPr>
            <a:xfrm>
              <a:off x="5713628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" name="object 1133"/>
            <p:cNvSpPr/>
            <p:nvPr/>
          </p:nvSpPr>
          <p:spPr>
            <a:xfrm>
              <a:off x="5716676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" name="object 1134"/>
            <p:cNvSpPr/>
            <p:nvPr/>
          </p:nvSpPr>
          <p:spPr>
            <a:xfrm>
              <a:off x="5719724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" name="object 1135"/>
            <p:cNvSpPr/>
            <p:nvPr/>
          </p:nvSpPr>
          <p:spPr>
            <a:xfrm>
              <a:off x="5721248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" name="object 1136"/>
            <p:cNvSpPr/>
            <p:nvPr/>
          </p:nvSpPr>
          <p:spPr>
            <a:xfrm>
              <a:off x="5722772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" name="object 1137"/>
            <p:cNvSpPr/>
            <p:nvPr/>
          </p:nvSpPr>
          <p:spPr>
            <a:xfrm>
              <a:off x="5725058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" name="object 1138"/>
            <p:cNvSpPr/>
            <p:nvPr/>
          </p:nvSpPr>
          <p:spPr>
            <a:xfrm>
              <a:off x="5728106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" name="object 1139"/>
            <p:cNvSpPr/>
            <p:nvPr/>
          </p:nvSpPr>
          <p:spPr>
            <a:xfrm>
              <a:off x="5731154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" name="object 1140"/>
            <p:cNvSpPr/>
            <p:nvPr/>
          </p:nvSpPr>
          <p:spPr>
            <a:xfrm>
              <a:off x="5732678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" name="object 1141"/>
            <p:cNvSpPr/>
            <p:nvPr/>
          </p:nvSpPr>
          <p:spPr>
            <a:xfrm>
              <a:off x="5734202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" name="object 1142"/>
            <p:cNvSpPr/>
            <p:nvPr/>
          </p:nvSpPr>
          <p:spPr>
            <a:xfrm>
              <a:off x="5736488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" name="object 1143"/>
            <p:cNvSpPr/>
            <p:nvPr/>
          </p:nvSpPr>
          <p:spPr>
            <a:xfrm>
              <a:off x="5739536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" name="object 1144"/>
            <p:cNvSpPr/>
            <p:nvPr/>
          </p:nvSpPr>
          <p:spPr>
            <a:xfrm>
              <a:off x="5742584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" name="object 1145"/>
            <p:cNvSpPr/>
            <p:nvPr/>
          </p:nvSpPr>
          <p:spPr>
            <a:xfrm>
              <a:off x="5744108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" name="object 1146"/>
            <p:cNvSpPr/>
            <p:nvPr/>
          </p:nvSpPr>
          <p:spPr>
            <a:xfrm>
              <a:off x="5745632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" name="object 1147"/>
            <p:cNvSpPr/>
            <p:nvPr/>
          </p:nvSpPr>
          <p:spPr>
            <a:xfrm>
              <a:off x="5747918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" name="object 1148"/>
            <p:cNvSpPr/>
            <p:nvPr/>
          </p:nvSpPr>
          <p:spPr>
            <a:xfrm>
              <a:off x="5750966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" name="object 1149"/>
            <p:cNvSpPr/>
            <p:nvPr/>
          </p:nvSpPr>
          <p:spPr>
            <a:xfrm>
              <a:off x="5754014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" name="object 1150"/>
            <p:cNvSpPr/>
            <p:nvPr/>
          </p:nvSpPr>
          <p:spPr>
            <a:xfrm>
              <a:off x="5755538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" name="object 1151"/>
            <p:cNvSpPr/>
            <p:nvPr/>
          </p:nvSpPr>
          <p:spPr>
            <a:xfrm>
              <a:off x="5757062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" name="object 1152"/>
            <p:cNvSpPr/>
            <p:nvPr/>
          </p:nvSpPr>
          <p:spPr>
            <a:xfrm>
              <a:off x="5759348" y="179819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" name="object 1153"/>
            <p:cNvSpPr/>
            <p:nvPr/>
          </p:nvSpPr>
          <p:spPr>
            <a:xfrm>
              <a:off x="5760872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" name="object 1154"/>
            <p:cNvSpPr/>
            <p:nvPr/>
          </p:nvSpPr>
          <p:spPr>
            <a:xfrm>
              <a:off x="5762396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" name="object 1155"/>
            <p:cNvSpPr/>
            <p:nvPr/>
          </p:nvSpPr>
          <p:spPr>
            <a:xfrm>
              <a:off x="5764682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" name="object 1156"/>
            <p:cNvSpPr/>
            <p:nvPr/>
          </p:nvSpPr>
          <p:spPr>
            <a:xfrm>
              <a:off x="5767730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" name="object 1157"/>
            <p:cNvSpPr/>
            <p:nvPr/>
          </p:nvSpPr>
          <p:spPr>
            <a:xfrm>
              <a:off x="5770778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" name="object 1158"/>
            <p:cNvSpPr/>
            <p:nvPr/>
          </p:nvSpPr>
          <p:spPr>
            <a:xfrm>
              <a:off x="5772302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" name="object 1159"/>
            <p:cNvSpPr/>
            <p:nvPr/>
          </p:nvSpPr>
          <p:spPr>
            <a:xfrm>
              <a:off x="5773826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" name="object 1160"/>
            <p:cNvSpPr/>
            <p:nvPr/>
          </p:nvSpPr>
          <p:spPr>
            <a:xfrm>
              <a:off x="5776112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" name="object 1161"/>
            <p:cNvSpPr/>
            <p:nvPr/>
          </p:nvSpPr>
          <p:spPr>
            <a:xfrm>
              <a:off x="5779160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" name="object 1162"/>
            <p:cNvSpPr/>
            <p:nvPr/>
          </p:nvSpPr>
          <p:spPr>
            <a:xfrm>
              <a:off x="5782208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" name="object 1163"/>
            <p:cNvSpPr/>
            <p:nvPr/>
          </p:nvSpPr>
          <p:spPr>
            <a:xfrm>
              <a:off x="5783732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" name="object 1164"/>
            <p:cNvSpPr/>
            <p:nvPr/>
          </p:nvSpPr>
          <p:spPr>
            <a:xfrm>
              <a:off x="5785256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" name="object 1165"/>
            <p:cNvSpPr/>
            <p:nvPr/>
          </p:nvSpPr>
          <p:spPr>
            <a:xfrm>
              <a:off x="5787542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" name="object 1166"/>
            <p:cNvSpPr/>
            <p:nvPr/>
          </p:nvSpPr>
          <p:spPr>
            <a:xfrm>
              <a:off x="5790590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" name="object 1167"/>
            <p:cNvSpPr/>
            <p:nvPr/>
          </p:nvSpPr>
          <p:spPr>
            <a:xfrm>
              <a:off x="5793638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" name="object 1168"/>
            <p:cNvSpPr/>
            <p:nvPr/>
          </p:nvSpPr>
          <p:spPr>
            <a:xfrm>
              <a:off x="5795162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" name="object 1169"/>
            <p:cNvSpPr/>
            <p:nvPr/>
          </p:nvSpPr>
          <p:spPr>
            <a:xfrm>
              <a:off x="5796686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" name="object 1170"/>
            <p:cNvSpPr/>
            <p:nvPr/>
          </p:nvSpPr>
          <p:spPr>
            <a:xfrm>
              <a:off x="5798972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" name="object 1171"/>
            <p:cNvSpPr/>
            <p:nvPr/>
          </p:nvSpPr>
          <p:spPr>
            <a:xfrm>
              <a:off x="5802020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" name="object 1172"/>
            <p:cNvSpPr/>
            <p:nvPr/>
          </p:nvSpPr>
          <p:spPr>
            <a:xfrm>
              <a:off x="5805068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" name="object 1173"/>
            <p:cNvSpPr/>
            <p:nvPr/>
          </p:nvSpPr>
          <p:spPr>
            <a:xfrm>
              <a:off x="5806592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" name="object 1174"/>
            <p:cNvSpPr/>
            <p:nvPr/>
          </p:nvSpPr>
          <p:spPr>
            <a:xfrm>
              <a:off x="5808116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" name="object 1175"/>
            <p:cNvSpPr/>
            <p:nvPr/>
          </p:nvSpPr>
          <p:spPr>
            <a:xfrm>
              <a:off x="5810402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" name="object 1176"/>
            <p:cNvSpPr/>
            <p:nvPr/>
          </p:nvSpPr>
          <p:spPr>
            <a:xfrm>
              <a:off x="5813450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" name="object 1177"/>
            <p:cNvSpPr/>
            <p:nvPr/>
          </p:nvSpPr>
          <p:spPr>
            <a:xfrm>
              <a:off x="5816498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" name="object 1178"/>
            <p:cNvSpPr/>
            <p:nvPr/>
          </p:nvSpPr>
          <p:spPr>
            <a:xfrm>
              <a:off x="5818022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" name="object 1179"/>
            <p:cNvSpPr/>
            <p:nvPr/>
          </p:nvSpPr>
          <p:spPr>
            <a:xfrm>
              <a:off x="5819546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" name="object 1180"/>
            <p:cNvSpPr/>
            <p:nvPr/>
          </p:nvSpPr>
          <p:spPr>
            <a:xfrm>
              <a:off x="5821832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" name="object 1181"/>
            <p:cNvSpPr/>
            <p:nvPr/>
          </p:nvSpPr>
          <p:spPr>
            <a:xfrm>
              <a:off x="5824880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" name="object 1182"/>
            <p:cNvSpPr/>
            <p:nvPr/>
          </p:nvSpPr>
          <p:spPr>
            <a:xfrm>
              <a:off x="5827928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" name="object 1183"/>
            <p:cNvSpPr/>
            <p:nvPr/>
          </p:nvSpPr>
          <p:spPr>
            <a:xfrm>
              <a:off x="5829452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" name="object 1184"/>
            <p:cNvSpPr/>
            <p:nvPr/>
          </p:nvSpPr>
          <p:spPr>
            <a:xfrm>
              <a:off x="5830214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" name="object 1185"/>
            <p:cNvSpPr/>
            <p:nvPr/>
          </p:nvSpPr>
          <p:spPr>
            <a:xfrm>
              <a:off x="5833262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" name="object 1186"/>
            <p:cNvSpPr/>
            <p:nvPr/>
          </p:nvSpPr>
          <p:spPr>
            <a:xfrm>
              <a:off x="5834786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" name="object 1187"/>
            <p:cNvSpPr/>
            <p:nvPr/>
          </p:nvSpPr>
          <p:spPr>
            <a:xfrm>
              <a:off x="5836310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" name="object 1188"/>
            <p:cNvSpPr/>
            <p:nvPr/>
          </p:nvSpPr>
          <p:spPr>
            <a:xfrm>
              <a:off x="5838596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" name="object 1189"/>
            <p:cNvSpPr/>
            <p:nvPr/>
          </p:nvSpPr>
          <p:spPr>
            <a:xfrm>
              <a:off x="5841644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" name="object 1190"/>
            <p:cNvSpPr/>
            <p:nvPr/>
          </p:nvSpPr>
          <p:spPr>
            <a:xfrm>
              <a:off x="5844692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" name="object 1191"/>
            <p:cNvSpPr/>
            <p:nvPr/>
          </p:nvSpPr>
          <p:spPr>
            <a:xfrm>
              <a:off x="5846216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" name="object 1192"/>
            <p:cNvSpPr/>
            <p:nvPr/>
          </p:nvSpPr>
          <p:spPr>
            <a:xfrm>
              <a:off x="5847740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" name="object 1193"/>
            <p:cNvSpPr/>
            <p:nvPr/>
          </p:nvSpPr>
          <p:spPr>
            <a:xfrm>
              <a:off x="5850026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" name="object 1194"/>
            <p:cNvSpPr/>
            <p:nvPr/>
          </p:nvSpPr>
          <p:spPr>
            <a:xfrm>
              <a:off x="5853074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" name="object 1195"/>
            <p:cNvSpPr/>
            <p:nvPr/>
          </p:nvSpPr>
          <p:spPr>
            <a:xfrm>
              <a:off x="5856122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" name="object 1196"/>
            <p:cNvSpPr/>
            <p:nvPr/>
          </p:nvSpPr>
          <p:spPr>
            <a:xfrm>
              <a:off x="5857646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" name="object 1197"/>
            <p:cNvSpPr/>
            <p:nvPr/>
          </p:nvSpPr>
          <p:spPr>
            <a:xfrm>
              <a:off x="5859170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" name="object 1198"/>
            <p:cNvSpPr/>
            <p:nvPr/>
          </p:nvSpPr>
          <p:spPr>
            <a:xfrm>
              <a:off x="5861456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" name="object 1199"/>
            <p:cNvSpPr/>
            <p:nvPr/>
          </p:nvSpPr>
          <p:spPr>
            <a:xfrm>
              <a:off x="5864504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" name="object 1200"/>
            <p:cNvSpPr/>
            <p:nvPr/>
          </p:nvSpPr>
          <p:spPr>
            <a:xfrm>
              <a:off x="5867552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" name="object 1201"/>
            <p:cNvSpPr/>
            <p:nvPr/>
          </p:nvSpPr>
          <p:spPr>
            <a:xfrm>
              <a:off x="5869076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" name="object 1202"/>
            <p:cNvSpPr/>
            <p:nvPr/>
          </p:nvSpPr>
          <p:spPr>
            <a:xfrm>
              <a:off x="5870600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" name="object 1203"/>
            <p:cNvSpPr/>
            <p:nvPr/>
          </p:nvSpPr>
          <p:spPr>
            <a:xfrm>
              <a:off x="5872886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" name="object 1204"/>
            <p:cNvSpPr/>
            <p:nvPr/>
          </p:nvSpPr>
          <p:spPr>
            <a:xfrm>
              <a:off x="5875934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" name="object 1205"/>
            <p:cNvSpPr/>
            <p:nvPr/>
          </p:nvSpPr>
          <p:spPr>
            <a:xfrm>
              <a:off x="5878982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" name="object 1206"/>
            <p:cNvSpPr/>
            <p:nvPr/>
          </p:nvSpPr>
          <p:spPr>
            <a:xfrm>
              <a:off x="5880506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" name="object 1207"/>
            <p:cNvSpPr/>
            <p:nvPr/>
          </p:nvSpPr>
          <p:spPr>
            <a:xfrm>
              <a:off x="5882030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" name="object 1208"/>
            <p:cNvSpPr/>
            <p:nvPr/>
          </p:nvSpPr>
          <p:spPr>
            <a:xfrm>
              <a:off x="5884316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" name="object 1209"/>
            <p:cNvSpPr/>
            <p:nvPr/>
          </p:nvSpPr>
          <p:spPr>
            <a:xfrm>
              <a:off x="5887364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" name="object 1210"/>
            <p:cNvSpPr/>
            <p:nvPr/>
          </p:nvSpPr>
          <p:spPr>
            <a:xfrm>
              <a:off x="5890412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" name="object 1211"/>
            <p:cNvSpPr/>
            <p:nvPr/>
          </p:nvSpPr>
          <p:spPr>
            <a:xfrm>
              <a:off x="5891936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" name="object 1212"/>
            <p:cNvSpPr/>
            <p:nvPr/>
          </p:nvSpPr>
          <p:spPr>
            <a:xfrm>
              <a:off x="5893460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" name="object 1213"/>
            <p:cNvSpPr/>
            <p:nvPr/>
          </p:nvSpPr>
          <p:spPr>
            <a:xfrm>
              <a:off x="5895746" y="179819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" name="object 1214"/>
            <p:cNvSpPr/>
            <p:nvPr/>
          </p:nvSpPr>
          <p:spPr>
            <a:xfrm>
              <a:off x="5897270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" name="object 1215"/>
            <p:cNvSpPr/>
            <p:nvPr/>
          </p:nvSpPr>
          <p:spPr>
            <a:xfrm>
              <a:off x="5898794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" name="object 1216"/>
            <p:cNvSpPr/>
            <p:nvPr/>
          </p:nvSpPr>
          <p:spPr>
            <a:xfrm>
              <a:off x="5901080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" name="object 1217"/>
            <p:cNvSpPr/>
            <p:nvPr/>
          </p:nvSpPr>
          <p:spPr>
            <a:xfrm>
              <a:off x="5904128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" name="object 1218"/>
            <p:cNvSpPr/>
            <p:nvPr/>
          </p:nvSpPr>
          <p:spPr>
            <a:xfrm>
              <a:off x="5907176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" name="object 1219"/>
            <p:cNvSpPr/>
            <p:nvPr/>
          </p:nvSpPr>
          <p:spPr>
            <a:xfrm>
              <a:off x="5908700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" name="object 1220"/>
            <p:cNvSpPr/>
            <p:nvPr/>
          </p:nvSpPr>
          <p:spPr>
            <a:xfrm>
              <a:off x="5910224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" name="object 1221"/>
            <p:cNvSpPr/>
            <p:nvPr/>
          </p:nvSpPr>
          <p:spPr>
            <a:xfrm>
              <a:off x="5912510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" name="object 1222"/>
            <p:cNvSpPr/>
            <p:nvPr/>
          </p:nvSpPr>
          <p:spPr>
            <a:xfrm>
              <a:off x="5915558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" name="object 1223"/>
            <p:cNvSpPr/>
            <p:nvPr/>
          </p:nvSpPr>
          <p:spPr>
            <a:xfrm>
              <a:off x="5918606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" name="object 1224"/>
            <p:cNvSpPr/>
            <p:nvPr/>
          </p:nvSpPr>
          <p:spPr>
            <a:xfrm>
              <a:off x="5920130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" name="object 1225"/>
            <p:cNvSpPr/>
            <p:nvPr/>
          </p:nvSpPr>
          <p:spPr>
            <a:xfrm>
              <a:off x="5921654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" name="object 1226"/>
            <p:cNvSpPr/>
            <p:nvPr/>
          </p:nvSpPr>
          <p:spPr>
            <a:xfrm>
              <a:off x="5923940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" name="object 1227"/>
            <p:cNvSpPr/>
            <p:nvPr/>
          </p:nvSpPr>
          <p:spPr>
            <a:xfrm>
              <a:off x="5926988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" name="object 1228"/>
            <p:cNvSpPr/>
            <p:nvPr/>
          </p:nvSpPr>
          <p:spPr>
            <a:xfrm>
              <a:off x="5930036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" name="object 1229"/>
            <p:cNvSpPr/>
            <p:nvPr/>
          </p:nvSpPr>
          <p:spPr>
            <a:xfrm>
              <a:off x="5931560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" name="object 1230"/>
            <p:cNvSpPr/>
            <p:nvPr/>
          </p:nvSpPr>
          <p:spPr>
            <a:xfrm>
              <a:off x="5933084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" name="object 1231"/>
            <p:cNvSpPr/>
            <p:nvPr/>
          </p:nvSpPr>
          <p:spPr>
            <a:xfrm>
              <a:off x="5935370" y="179819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" name="object 1232"/>
            <p:cNvSpPr/>
            <p:nvPr/>
          </p:nvSpPr>
          <p:spPr>
            <a:xfrm>
              <a:off x="5938418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" name="object 1233"/>
            <p:cNvSpPr/>
            <p:nvPr/>
          </p:nvSpPr>
          <p:spPr>
            <a:xfrm>
              <a:off x="5941466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" name="object 1234"/>
            <p:cNvSpPr/>
            <p:nvPr/>
          </p:nvSpPr>
          <p:spPr>
            <a:xfrm>
              <a:off x="5942990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" name="object 1235"/>
            <p:cNvSpPr/>
            <p:nvPr/>
          </p:nvSpPr>
          <p:spPr>
            <a:xfrm>
              <a:off x="5944514" y="17981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" name="object 1236"/>
            <p:cNvSpPr/>
            <p:nvPr/>
          </p:nvSpPr>
          <p:spPr>
            <a:xfrm>
              <a:off x="5946800" y="179819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" name="object 1237"/>
            <p:cNvSpPr/>
            <p:nvPr/>
          </p:nvSpPr>
          <p:spPr>
            <a:xfrm>
              <a:off x="5948324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" name="object 1238"/>
            <p:cNvSpPr/>
            <p:nvPr/>
          </p:nvSpPr>
          <p:spPr>
            <a:xfrm>
              <a:off x="5948324" y="179972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0"/>
                  </a:lnTo>
                </a:path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" name="object 1239"/>
            <p:cNvSpPr/>
            <p:nvPr/>
          </p:nvSpPr>
          <p:spPr>
            <a:xfrm>
              <a:off x="5948311" y="180276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" name="object 1240"/>
            <p:cNvSpPr/>
            <p:nvPr/>
          </p:nvSpPr>
          <p:spPr>
            <a:xfrm>
              <a:off x="5948311" y="180429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" name="object 1241"/>
            <p:cNvSpPr/>
            <p:nvPr/>
          </p:nvSpPr>
          <p:spPr>
            <a:xfrm>
              <a:off x="5948311" y="180581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" name="object 1242"/>
            <p:cNvSpPr/>
            <p:nvPr/>
          </p:nvSpPr>
          <p:spPr>
            <a:xfrm>
              <a:off x="5948311" y="180810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" name="object 1243"/>
            <p:cNvSpPr/>
            <p:nvPr/>
          </p:nvSpPr>
          <p:spPr>
            <a:xfrm>
              <a:off x="5948311" y="180962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" name="object 1244"/>
            <p:cNvSpPr/>
            <p:nvPr/>
          </p:nvSpPr>
          <p:spPr>
            <a:xfrm>
              <a:off x="5948311" y="181115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" name="object 1245"/>
            <p:cNvSpPr/>
            <p:nvPr/>
          </p:nvSpPr>
          <p:spPr>
            <a:xfrm>
              <a:off x="5948311" y="18141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" name="object 1246"/>
            <p:cNvSpPr/>
            <p:nvPr/>
          </p:nvSpPr>
          <p:spPr>
            <a:xfrm>
              <a:off x="5948311" y="181572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" name="object 1247"/>
            <p:cNvSpPr/>
            <p:nvPr/>
          </p:nvSpPr>
          <p:spPr>
            <a:xfrm>
              <a:off x="5948311" y="181648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" name="object 1248"/>
            <p:cNvSpPr/>
            <p:nvPr/>
          </p:nvSpPr>
          <p:spPr>
            <a:xfrm>
              <a:off x="5948311" y="181953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" name="object 1249"/>
            <p:cNvSpPr/>
            <p:nvPr/>
          </p:nvSpPr>
          <p:spPr>
            <a:xfrm>
              <a:off x="5948311" y="18210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" name="object 1250"/>
            <p:cNvSpPr/>
            <p:nvPr/>
          </p:nvSpPr>
          <p:spPr>
            <a:xfrm>
              <a:off x="5948311" y="182258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" name="object 1251"/>
            <p:cNvSpPr/>
            <p:nvPr/>
          </p:nvSpPr>
          <p:spPr>
            <a:xfrm>
              <a:off x="5948311" y="182486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" name="object 1252"/>
            <p:cNvSpPr/>
            <p:nvPr/>
          </p:nvSpPr>
          <p:spPr>
            <a:xfrm>
              <a:off x="5948311" y="182639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" name="object 1253"/>
            <p:cNvSpPr/>
            <p:nvPr/>
          </p:nvSpPr>
          <p:spPr>
            <a:xfrm>
              <a:off x="5948311" y="182791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" name="object 1254"/>
            <p:cNvSpPr/>
            <p:nvPr/>
          </p:nvSpPr>
          <p:spPr>
            <a:xfrm>
              <a:off x="5948311" y="183096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" name="object 1255"/>
            <p:cNvSpPr/>
            <p:nvPr/>
          </p:nvSpPr>
          <p:spPr>
            <a:xfrm>
              <a:off x="5948311" y="183248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" name="object 1256"/>
            <p:cNvSpPr/>
            <p:nvPr/>
          </p:nvSpPr>
          <p:spPr>
            <a:xfrm>
              <a:off x="5948311" y="183401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" name="object 1257"/>
            <p:cNvSpPr/>
            <p:nvPr/>
          </p:nvSpPr>
          <p:spPr>
            <a:xfrm>
              <a:off x="5948311" y="183629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" name="object 1258"/>
            <p:cNvSpPr/>
            <p:nvPr/>
          </p:nvSpPr>
          <p:spPr>
            <a:xfrm>
              <a:off x="5948311" y="183782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" name="object 1259"/>
            <p:cNvSpPr/>
            <p:nvPr/>
          </p:nvSpPr>
          <p:spPr>
            <a:xfrm>
              <a:off x="5948311" y="183934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" name="object 1260"/>
            <p:cNvSpPr/>
            <p:nvPr/>
          </p:nvSpPr>
          <p:spPr>
            <a:xfrm>
              <a:off x="5948311" y="184239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" name="object 1261"/>
            <p:cNvSpPr/>
            <p:nvPr/>
          </p:nvSpPr>
          <p:spPr>
            <a:xfrm>
              <a:off x="5948311" y="184391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" name="object 1262"/>
            <p:cNvSpPr/>
            <p:nvPr/>
          </p:nvSpPr>
          <p:spPr>
            <a:xfrm>
              <a:off x="5948311" y="184544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" name="object 1263"/>
            <p:cNvSpPr/>
            <p:nvPr/>
          </p:nvSpPr>
          <p:spPr>
            <a:xfrm>
              <a:off x="5948311" y="184772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" name="object 1264"/>
            <p:cNvSpPr/>
            <p:nvPr/>
          </p:nvSpPr>
          <p:spPr>
            <a:xfrm>
              <a:off x="5948311" y="18492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" name="object 1265"/>
            <p:cNvSpPr/>
            <p:nvPr/>
          </p:nvSpPr>
          <p:spPr>
            <a:xfrm>
              <a:off x="5948311" y="185077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" name="object 1266"/>
            <p:cNvSpPr/>
            <p:nvPr/>
          </p:nvSpPr>
          <p:spPr>
            <a:xfrm>
              <a:off x="5948311" y="185382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" name="object 1267"/>
            <p:cNvSpPr/>
            <p:nvPr/>
          </p:nvSpPr>
          <p:spPr>
            <a:xfrm>
              <a:off x="5948311" y="185534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" name="object 1268"/>
            <p:cNvSpPr/>
            <p:nvPr/>
          </p:nvSpPr>
          <p:spPr>
            <a:xfrm>
              <a:off x="5948311" y="185687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" name="object 1269"/>
            <p:cNvSpPr/>
            <p:nvPr/>
          </p:nvSpPr>
          <p:spPr>
            <a:xfrm>
              <a:off x="5948311" y="185915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" name="object 1270"/>
            <p:cNvSpPr/>
            <p:nvPr/>
          </p:nvSpPr>
          <p:spPr>
            <a:xfrm>
              <a:off x="5948311" y="186068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" name="object 1271"/>
            <p:cNvSpPr/>
            <p:nvPr/>
          </p:nvSpPr>
          <p:spPr>
            <a:xfrm>
              <a:off x="5948311" y="186220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" name="object 1272"/>
            <p:cNvSpPr/>
            <p:nvPr/>
          </p:nvSpPr>
          <p:spPr>
            <a:xfrm>
              <a:off x="5948311" y="186525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" name="object 1273"/>
            <p:cNvSpPr/>
            <p:nvPr/>
          </p:nvSpPr>
          <p:spPr>
            <a:xfrm>
              <a:off x="5948311" y="186677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" name="object 1274"/>
            <p:cNvSpPr/>
            <p:nvPr/>
          </p:nvSpPr>
          <p:spPr>
            <a:xfrm>
              <a:off x="5948311" y="186830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" name="object 1275"/>
            <p:cNvSpPr/>
            <p:nvPr/>
          </p:nvSpPr>
          <p:spPr>
            <a:xfrm>
              <a:off x="5948311" y="18705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" name="object 1276"/>
            <p:cNvSpPr/>
            <p:nvPr/>
          </p:nvSpPr>
          <p:spPr>
            <a:xfrm>
              <a:off x="5948311" y="187211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" name="object 1277"/>
            <p:cNvSpPr/>
            <p:nvPr/>
          </p:nvSpPr>
          <p:spPr>
            <a:xfrm>
              <a:off x="5948311" y="187363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" name="object 1278"/>
            <p:cNvSpPr/>
            <p:nvPr/>
          </p:nvSpPr>
          <p:spPr>
            <a:xfrm>
              <a:off x="5948311" y="18766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" name="object 1279"/>
            <p:cNvSpPr/>
            <p:nvPr/>
          </p:nvSpPr>
          <p:spPr>
            <a:xfrm>
              <a:off x="5948311" y="187820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" name="object 1280"/>
            <p:cNvSpPr/>
            <p:nvPr/>
          </p:nvSpPr>
          <p:spPr>
            <a:xfrm>
              <a:off x="5948311" y="187973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" name="object 1281"/>
            <p:cNvSpPr/>
            <p:nvPr/>
          </p:nvSpPr>
          <p:spPr>
            <a:xfrm>
              <a:off x="5948311" y="18820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" name="object 1282"/>
            <p:cNvSpPr/>
            <p:nvPr/>
          </p:nvSpPr>
          <p:spPr>
            <a:xfrm>
              <a:off x="5948311" y="188354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" name="object 1283"/>
            <p:cNvSpPr/>
            <p:nvPr/>
          </p:nvSpPr>
          <p:spPr>
            <a:xfrm>
              <a:off x="5948311" y="188506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" name="object 1284"/>
            <p:cNvSpPr/>
            <p:nvPr/>
          </p:nvSpPr>
          <p:spPr>
            <a:xfrm>
              <a:off x="5948311" y="188811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" name="object 1285"/>
            <p:cNvSpPr/>
            <p:nvPr/>
          </p:nvSpPr>
          <p:spPr>
            <a:xfrm>
              <a:off x="5948311" y="188963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" name="object 1286"/>
            <p:cNvSpPr/>
            <p:nvPr/>
          </p:nvSpPr>
          <p:spPr>
            <a:xfrm>
              <a:off x="5948311" y="189039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" name="object 1287"/>
            <p:cNvSpPr/>
            <p:nvPr/>
          </p:nvSpPr>
          <p:spPr>
            <a:xfrm>
              <a:off x="5948311" y="189344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" name="object 1288"/>
            <p:cNvSpPr/>
            <p:nvPr/>
          </p:nvSpPr>
          <p:spPr>
            <a:xfrm>
              <a:off x="5948311" y="189497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" name="object 1289"/>
            <p:cNvSpPr/>
            <p:nvPr/>
          </p:nvSpPr>
          <p:spPr>
            <a:xfrm>
              <a:off x="5948311" y="189649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" name="object 1290"/>
            <p:cNvSpPr/>
            <p:nvPr/>
          </p:nvSpPr>
          <p:spPr>
            <a:xfrm>
              <a:off x="5948311" y="189878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" name="object 1291"/>
            <p:cNvSpPr/>
            <p:nvPr/>
          </p:nvSpPr>
          <p:spPr>
            <a:xfrm>
              <a:off x="5948311" y="190030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" name="object 1292"/>
            <p:cNvSpPr/>
            <p:nvPr/>
          </p:nvSpPr>
          <p:spPr>
            <a:xfrm>
              <a:off x="5948311" y="190182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" name="object 1293"/>
            <p:cNvSpPr/>
            <p:nvPr/>
          </p:nvSpPr>
          <p:spPr>
            <a:xfrm>
              <a:off x="5948311" y="190487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" name="object 1294"/>
            <p:cNvSpPr/>
            <p:nvPr/>
          </p:nvSpPr>
          <p:spPr>
            <a:xfrm>
              <a:off x="5948311" y="190640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" name="object 1295"/>
            <p:cNvSpPr/>
            <p:nvPr/>
          </p:nvSpPr>
          <p:spPr>
            <a:xfrm>
              <a:off x="5948311" y="190792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" name="object 1296"/>
            <p:cNvSpPr/>
            <p:nvPr/>
          </p:nvSpPr>
          <p:spPr>
            <a:xfrm>
              <a:off x="5948311" y="191021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" name="object 1297"/>
            <p:cNvSpPr/>
            <p:nvPr/>
          </p:nvSpPr>
          <p:spPr>
            <a:xfrm>
              <a:off x="5948311" y="191173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" name="object 1298"/>
            <p:cNvSpPr/>
            <p:nvPr/>
          </p:nvSpPr>
          <p:spPr>
            <a:xfrm>
              <a:off x="5948311" y="191325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" name="object 1299"/>
            <p:cNvSpPr/>
            <p:nvPr/>
          </p:nvSpPr>
          <p:spPr>
            <a:xfrm>
              <a:off x="5948311" y="191630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" name="object 1300"/>
            <p:cNvSpPr/>
            <p:nvPr/>
          </p:nvSpPr>
          <p:spPr>
            <a:xfrm>
              <a:off x="5948311" y="191783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" name="object 1301"/>
            <p:cNvSpPr/>
            <p:nvPr/>
          </p:nvSpPr>
          <p:spPr>
            <a:xfrm>
              <a:off x="5948311" y="191935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" name="object 1302"/>
            <p:cNvSpPr/>
            <p:nvPr/>
          </p:nvSpPr>
          <p:spPr>
            <a:xfrm>
              <a:off x="5948311" y="192164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" name="object 1303"/>
            <p:cNvSpPr/>
            <p:nvPr/>
          </p:nvSpPr>
          <p:spPr>
            <a:xfrm>
              <a:off x="5948311" y="192316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" name="object 1304"/>
            <p:cNvSpPr/>
            <p:nvPr/>
          </p:nvSpPr>
          <p:spPr>
            <a:xfrm>
              <a:off x="5948311" y="192468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" name="object 1305"/>
            <p:cNvSpPr/>
            <p:nvPr/>
          </p:nvSpPr>
          <p:spPr>
            <a:xfrm>
              <a:off x="5948311" y="192773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" name="object 1306"/>
            <p:cNvSpPr/>
            <p:nvPr/>
          </p:nvSpPr>
          <p:spPr>
            <a:xfrm>
              <a:off x="5948311" y="192926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" name="object 1307"/>
            <p:cNvSpPr/>
            <p:nvPr/>
          </p:nvSpPr>
          <p:spPr>
            <a:xfrm>
              <a:off x="5948311" y="193078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" name="object 1308"/>
            <p:cNvSpPr/>
            <p:nvPr/>
          </p:nvSpPr>
          <p:spPr>
            <a:xfrm>
              <a:off x="5948311" y="19330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" name="object 1309"/>
            <p:cNvSpPr/>
            <p:nvPr/>
          </p:nvSpPr>
          <p:spPr>
            <a:xfrm>
              <a:off x="5948311" y="193459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" name="object 1310"/>
            <p:cNvSpPr/>
            <p:nvPr/>
          </p:nvSpPr>
          <p:spPr>
            <a:xfrm>
              <a:off x="5948311" y="193611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" name="object 1311"/>
            <p:cNvSpPr/>
            <p:nvPr/>
          </p:nvSpPr>
          <p:spPr>
            <a:xfrm>
              <a:off x="5948311" y="193916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" name="object 1312"/>
            <p:cNvSpPr/>
            <p:nvPr/>
          </p:nvSpPr>
          <p:spPr>
            <a:xfrm>
              <a:off x="5948311" y="194069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" name="object 1313"/>
            <p:cNvSpPr/>
            <p:nvPr/>
          </p:nvSpPr>
          <p:spPr>
            <a:xfrm>
              <a:off x="5948311" y="194221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" name="object 1314"/>
            <p:cNvSpPr/>
            <p:nvPr/>
          </p:nvSpPr>
          <p:spPr>
            <a:xfrm>
              <a:off x="5948311" y="194450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" name="object 1315"/>
            <p:cNvSpPr/>
            <p:nvPr/>
          </p:nvSpPr>
          <p:spPr>
            <a:xfrm>
              <a:off x="5948311" y="194602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" name="object 1316"/>
            <p:cNvSpPr/>
            <p:nvPr/>
          </p:nvSpPr>
          <p:spPr>
            <a:xfrm>
              <a:off x="5948311" y="194754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" name="object 1317"/>
            <p:cNvSpPr/>
            <p:nvPr/>
          </p:nvSpPr>
          <p:spPr>
            <a:xfrm>
              <a:off x="5948311" y="19505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" name="object 1318"/>
            <p:cNvSpPr/>
            <p:nvPr/>
          </p:nvSpPr>
          <p:spPr>
            <a:xfrm>
              <a:off x="5948311" y="195212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" name="object 1319"/>
            <p:cNvSpPr/>
            <p:nvPr/>
          </p:nvSpPr>
          <p:spPr>
            <a:xfrm>
              <a:off x="5948311" y="195364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" name="object 1320"/>
            <p:cNvSpPr/>
            <p:nvPr/>
          </p:nvSpPr>
          <p:spPr>
            <a:xfrm>
              <a:off x="5948311" y="195593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" name="object 1321"/>
            <p:cNvSpPr/>
            <p:nvPr/>
          </p:nvSpPr>
          <p:spPr>
            <a:xfrm>
              <a:off x="5948311" y="195745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" name="object 1322"/>
            <p:cNvSpPr/>
            <p:nvPr/>
          </p:nvSpPr>
          <p:spPr>
            <a:xfrm>
              <a:off x="5948311" y="195897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" name="object 1323"/>
            <p:cNvSpPr/>
            <p:nvPr/>
          </p:nvSpPr>
          <p:spPr>
            <a:xfrm>
              <a:off x="5948311" y="196202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" name="object 1324"/>
            <p:cNvSpPr/>
            <p:nvPr/>
          </p:nvSpPr>
          <p:spPr>
            <a:xfrm>
              <a:off x="5948311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" name="object 1325"/>
            <p:cNvSpPr/>
            <p:nvPr/>
          </p:nvSpPr>
          <p:spPr>
            <a:xfrm>
              <a:off x="5948311" y="196431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" name="object 1326"/>
            <p:cNvSpPr/>
            <p:nvPr/>
          </p:nvSpPr>
          <p:spPr>
            <a:xfrm>
              <a:off x="5948311" y="196736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" name="object 1327"/>
            <p:cNvSpPr/>
            <p:nvPr/>
          </p:nvSpPr>
          <p:spPr>
            <a:xfrm>
              <a:off x="5948311" y="196888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" name="object 1328"/>
            <p:cNvSpPr/>
            <p:nvPr/>
          </p:nvSpPr>
          <p:spPr>
            <a:xfrm>
              <a:off x="5948311" y="197040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" name="object 1329"/>
            <p:cNvSpPr/>
            <p:nvPr/>
          </p:nvSpPr>
          <p:spPr>
            <a:xfrm>
              <a:off x="5948311" y="197269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" name="object 1330"/>
            <p:cNvSpPr/>
            <p:nvPr/>
          </p:nvSpPr>
          <p:spPr>
            <a:xfrm>
              <a:off x="5948311" y="197421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" name="object 1331"/>
            <p:cNvSpPr/>
            <p:nvPr/>
          </p:nvSpPr>
          <p:spPr>
            <a:xfrm>
              <a:off x="5948311" y="197574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" name="object 1332"/>
            <p:cNvSpPr/>
            <p:nvPr/>
          </p:nvSpPr>
          <p:spPr>
            <a:xfrm>
              <a:off x="5948311" y="197879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" name="object 1333"/>
            <p:cNvSpPr/>
            <p:nvPr/>
          </p:nvSpPr>
          <p:spPr>
            <a:xfrm>
              <a:off x="5948311" y="198031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" name="object 1334"/>
            <p:cNvSpPr/>
            <p:nvPr/>
          </p:nvSpPr>
          <p:spPr>
            <a:xfrm>
              <a:off x="5948311" y="198183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" name="object 1335"/>
            <p:cNvSpPr/>
            <p:nvPr/>
          </p:nvSpPr>
          <p:spPr>
            <a:xfrm>
              <a:off x="5948311" y="198412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" name="object 1336"/>
            <p:cNvSpPr/>
            <p:nvPr/>
          </p:nvSpPr>
          <p:spPr>
            <a:xfrm>
              <a:off x="5948311" y="198564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" name="object 1337"/>
            <p:cNvSpPr/>
            <p:nvPr/>
          </p:nvSpPr>
          <p:spPr>
            <a:xfrm>
              <a:off x="5948311" y="198717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" name="object 1338"/>
            <p:cNvSpPr/>
            <p:nvPr/>
          </p:nvSpPr>
          <p:spPr>
            <a:xfrm>
              <a:off x="5948311" y="199022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" name="object 1339"/>
            <p:cNvSpPr/>
            <p:nvPr/>
          </p:nvSpPr>
          <p:spPr>
            <a:xfrm>
              <a:off x="5948311" y="199174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" name="object 1340"/>
            <p:cNvSpPr/>
            <p:nvPr/>
          </p:nvSpPr>
          <p:spPr>
            <a:xfrm>
              <a:off x="5948311" y="199326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" name="object 1341"/>
            <p:cNvSpPr/>
            <p:nvPr/>
          </p:nvSpPr>
          <p:spPr>
            <a:xfrm>
              <a:off x="5948311" y="199555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" name="object 1342"/>
            <p:cNvSpPr/>
            <p:nvPr/>
          </p:nvSpPr>
          <p:spPr>
            <a:xfrm>
              <a:off x="5948311" y="19970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3" name="object 1343"/>
            <p:cNvSpPr/>
            <p:nvPr/>
          </p:nvSpPr>
          <p:spPr>
            <a:xfrm>
              <a:off x="5948311" y="199860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4" name="object 1344"/>
            <p:cNvSpPr/>
            <p:nvPr/>
          </p:nvSpPr>
          <p:spPr>
            <a:xfrm>
              <a:off x="5948311" y="20016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5" name="object 1345"/>
            <p:cNvSpPr/>
            <p:nvPr/>
          </p:nvSpPr>
          <p:spPr>
            <a:xfrm>
              <a:off x="5948311" y="200317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6" name="object 1346"/>
            <p:cNvSpPr/>
            <p:nvPr/>
          </p:nvSpPr>
          <p:spPr>
            <a:xfrm>
              <a:off x="5948311" y="200469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7" name="object 1347"/>
            <p:cNvSpPr/>
            <p:nvPr/>
          </p:nvSpPr>
          <p:spPr>
            <a:xfrm>
              <a:off x="5948311" y="200698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8" name="object 1348"/>
            <p:cNvSpPr/>
            <p:nvPr/>
          </p:nvSpPr>
          <p:spPr>
            <a:xfrm>
              <a:off x="5948311" y="20085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9" name="object 1349"/>
            <p:cNvSpPr/>
            <p:nvPr/>
          </p:nvSpPr>
          <p:spPr>
            <a:xfrm>
              <a:off x="5948311" y="201003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0" name="object 1350"/>
            <p:cNvSpPr/>
            <p:nvPr/>
          </p:nvSpPr>
          <p:spPr>
            <a:xfrm>
              <a:off x="5948311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1" name="object 1351"/>
            <p:cNvSpPr/>
            <p:nvPr/>
          </p:nvSpPr>
          <p:spPr>
            <a:xfrm>
              <a:off x="5940691" y="201308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096" y="0"/>
                  </a:moveTo>
                  <a:lnTo>
                    <a:pt x="6857" y="0"/>
                  </a:lnTo>
                </a:path>
                <a:path w="6985">
                  <a:moveTo>
                    <a:pt x="3048" y="0"/>
                  </a:moveTo>
                  <a:lnTo>
                    <a:pt x="5334" y="0"/>
                  </a:lnTo>
                </a:path>
                <a:path w="6985">
                  <a:moveTo>
                    <a:pt x="1524" y="0"/>
                  </a:moveTo>
                  <a:lnTo>
                    <a:pt x="2285" y="0"/>
                  </a:lnTo>
                </a:path>
                <a:path w="6985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2" name="object 1352"/>
            <p:cNvSpPr/>
            <p:nvPr/>
          </p:nvSpPr>
          <p:spPr>
            <a:xfrm>
              <a:off x="5938405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3" name="object 1353"/>
            <p:cNvSpPr/>
            <p:nvPr/>
          </p:nvSpPr>
          <p:spPr>
            <a:xfrm>
              <a:off x="5936881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4" name="object 1354"/>
            <p:cNvSpPr/>
            <p:nvPr/>
          </p:nvSpPr>
          <p:spPr>
            <a:xfrm>
              <a:off x="5935357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5" name="object 1355"/>
            <p:cNvSpPr/>
            <p:nvPr/>
          </p:nvSpPr>
          <p:spPr>
            <a:xfrm>
              <a:off x="5932309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6" name="object 1356"/>
            <p:cNvSpPr/>
            <p:nvPr/>
          </p:nvSpPr>
          <p:spPr>
            <a:xfrm>
              <a:off x="5929261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7" name="object 1357"/>
            <p:cNvSpPr/>
            <p:nvPr/>
          </p:nvSpPr>
          <p:spPr>
            <a:xfrm>
              <a:off x="5926975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8" name="object 1358"/>
            <p:cNvSpPr/>
            <p:nvPr/>
          </p:nvSpPr>
          <p:spPr>
            <a:xfrm>
              <a:off x="5925451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9" name="object 1359"/>
            <p:cNvSpPr/>
            <p:nvPr/>
          </p:nvSpPr>
          <p:spPr>
            <a:xfrm>
              <a:off x="5923927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0" name="object 1360"/>
            <p:cNvSpPr/>
            <p:nvPr/>
          </p:nvSpPr>
          <p:spPr>
            <a:xfrm>
              <a:off x="5920879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1" name="object 1361"/>
            <p:cNvSpPr/>
            <p:nvPr/>
          </p:nvSpPr>
          <p:spPr>
            <a:xfrm>
              <a:off x="5917831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2" name="object 1362"/>
            <p:cNvSpPr/>
            <p:nvPr/>
          </p:nvSpPr>
          <p:spPr>
            <a:xfrm>
              <a:off x="5915545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3" name="object 1363"/>
            <p:cNvSpPr/>
            <p:nvPr/>
          </p:nvSpPr>
          <p:spPr>
            <a:xfrm>
              <a:off x="5914021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4" name="object 1364"/>
            <p:cNvSpPr/>
            <p:nvPr/>
          </p:nvSpPr>
          <p:spPr>
            <a:xfrm>
              <a:off x="5912497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5" name="object 1365"/>
            <p:cNvSpPr/>
            <p:nvPr/>
          </p:nvSpPr>
          <p:spPr>
            <a:xfrm>
              <a:off x="5909449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6" name="object 1366"/>
            <p:cNvSpPr/>
            <p:nvPr/>
          </p:nvSpPr>
          <p:spPr>
            <a:xfrm>
              <a:off x="5906401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7" name="object 1367"/>
            <p:cNvSpPr/>
            <p:nvPr/>
          </p:nvSpPr>
          <p:spPr>
            <a:xfrm>
              <a:off x="5904115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8" name="object 1368"/>
            <p:cNvSpPr/>
            <p:nvPr/>
          </p:nvSpPr>
          <p:spPr>
            <a:xfrm>
              <a:off x="5902591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9" name="object 1369"/>
            <p:cNvSpPr/>
            <p:nvPr/>
          </p:nvSpPr>
          <p:spPr>
            <a:xfrm>
              <a:off x="5901067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0" name="object 1370"/>
            <p:cNvSpPr/>
            <p:nvPr/>
          </p:nvSpPr>
          <p:spPr>
            <a:xfrm>
              <a:off x="5898019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1" name="object 1371"/>
            <p:cNvSpPr/>
            <p:nvPr/>
          </p:nvSpPr>
          <p:spPr>
            <a:xfrm>
              <a:off x="5897257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2" name="object 1372"/>
            <p:cNvSpPr/>
            <p:nvPr/>
          </p:nvSpPr>
          <p:spPr>
            <a:xfrm>
              <a:off x="5895733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3" name="object 1373"/>
            <p:cNvSpPr/>
            <p:nvPr/>
          </p:nvSpPr>
          <p:spPr>
            <a:xfrm>
              <a:off x="5892685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4" name="object 1374"/>
            <p:cNvSpPr/>
            <p:nvPr/>
          </p:nvSpPr>
          <p:spPr>
            <a:xfrm>
              <a:off x="5889637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5" name="object 1375"/>
            <p:cNvSpPr/>
            <p:nvPr/>
          </p:nvSpPr>
          <p:spPr>
            <a:xfrm>
              <a:off x="5887351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6" name="object 1376"/>
            <p:cNvSpPr/>
            <p:nvPr/>
          </p:nvSpPr>
          <p:spPr>
            <a:xfrm>
              <a:off x="5885827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7" name="object 1377"/>
            <p:cNvSpPr/>
            <p:nvPr/>
          </p:nvSpPr>
          <p:spPr>
            <a:xfrm>
              <a:off x="5884303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8" name="object 1378"/>
            <p:cNvSpPr/>
            <p:nvPr/>
          </p:nvSpPr>
          <p:spPr>
            <a:xfrm>
              <a:off x="5881255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9" name="object 1379"/>
            <p:cNvSpPr/>
            <p:nvPr/>
          </p:nvSpPr>
          <p:spPr>
            <a:xfrm>
              <a:off x="5878207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0" name="object 1380"/>
            <p:cNvSpPr/>
            <p:nvPr/>
          </p:nvSpPr>
          <p:spPr>
            <a:xfrm>
              <a:off x="5875921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1" name="object 1381"/>
            <p:cNvSpPr/>
            <p:nvPr/>
          </p:nvSpPr>
          <p:spPr>
            <a:xfrm>
              <a:off x="5874397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2" name="object 1382"/>
            <p:cNvSpPr/>
            <p:nvPr/>
          </p:nvSpPr>
          <p:spPr>
            <a:xfrm>
              <a:off x="5872873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3" name="object 1383"/>
            <p:cNvSpPr/>
            <p:nvPr/>
          </p:nvSpPr>
          <p:spPr>
            <a:xfrm>
              <a:off x="5869825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4" name="object 1384"/>
            <p:cNvSpPr/>
            <p:nvPr/>
          </p:nvSpPr>
          <p:spPr>
            <a:xfrm>
              <a:off x="5866777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5" name="object 1385"/>
            <p:cNvSpPr/>
            <p:nvPr/>
          </p:nvSpPr>
          <p:spPr>
            <a:xfrm>
              <a:off x="5864491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6" name="object 1386"/>
            <p:cNvSpPr/>
            <p:nvPr/>
          </p:nvSpPr>
          <p:spPr>
            <a:xfrm>
              <a:off x="5862967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7" name="object 1387"/>
            <p:cNvSpPr/>
            <p:nvPr/>
          </p:nvSpPr>
          <p:spPr>
            <a:xfrm>
              <a:off x="5861443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8" name="object 1388"/>
            <p:cNvSpPr/>
            <p:nvPr/>
          </p:nvSpPr>
          <p:spPr>
            <a:xfrm>
              <a:off x="5858395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9" name="object 1389"/>
            <p:cNvSpPr/>
            <p:nvPr/>
          </p:nvSpPr>
          <p:spPr>
            <a:xfrm>
              <a:off x="5855347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0" name="object 1390"/>
            <p:cNvSpPr/>
            <p:nvPr/>
          </p:nvSpPr>
          <p:spPr>
            <a:xfrm>
              <a:off x="5853061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1" name="object 1391"/>
            <p:cNvSpPr/>
            <p:nvPr/>
          </p:nvSpPr>
          <p:spPr>
            <a:xfrm>
              <a:off x="5851537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2" name="object 1392"/>
            <p:cNvSpPr/>
            <p:nvPr/>
          </p:nvSpPr>
          <p:spPr>
            <a:xfrm>
              <a:off x="5850013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3" name="object 1393"/>
            <p:cNvSpPr/>
            <p:nvPr/>
          </p:nvSpPr>
          <p:spPr>
            <a:xfrm>
              <a:off x="5846965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4" name="object 1394"/>
            <p:cNvSpPr/>
            <p:nvPr/>
          </p:nvSpPr>
          <p:spPr>
            <a:xfrm>
              <a:off x="5843917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5" name="object 1395"/>
            <p:cNvSpPr/>
            <p:nvPr/>
          </p:nvSpPr>
          <p:spPr>
            <a:xfrm>
              <a:off x="5841631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6" name="object 1396"/>
            <p:cNvSpPr/>
            <p:nvPr/>
          </p:nvSpPr>
          <p:spPr>
            <a:xfrm>
              <a:off x="5840107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7" name="object 1397"/>
            <p:cNvSpPr/>
            <p:nvPr/>
          </p:nvSpPr>
          <p:spPr>
            <a:xfrm>
              <a:off x="5838583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8" name="object 1398"/>
            <p:cNvSpPr/>
            <p:nvPr/>
          </p:nvSpPr>
          <p:spPr>
            <a:xfrm>
              <a:off x="5835535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9" name="object 1399"/>
            <p:cNvSpPr/>
            <p:nvPr/>
          </p:nvSpPr>
          <p:spPr>
            <a:xfrm>
              <a:off x="5832487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0" name="object 1400"/>
            <p:cNvSpPr/>
            <p:nvPr/>
          </p:nvSpPr>
          <p:spPr>
            <a:xfrm>
              <a:off x="5830201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1" name="object 1401"/>
            <p:cNvSpPr/>
            <p:nvPr/>
          </p:nvSpPr>
          <p:spPr>
            <a:xfrm>
              <a:off x="5827153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2" name="object 1402"/>
            <p:cNvSpPr/>
            <p:nvPr/>
          </p:nvSpPr>
          <p:spPr>
            <a:xfrm>
              <a:off x="5824867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3" name="object 1403"/>
            <p:cNvSpPr/>
            <p:nvPr/>
          </p:nvSpPr>
          <p:spPr>
            <a:xfrm>
              <a:off x="5823343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4" name="object 1404"/>
            <p:cNvSpPr/>
            <p:nvPr/>
          </p:nvSpPr>
          <p:spPr>
            <a:xfrm>
              <a:off x="5821819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5" name="object 1405"/>
            <p:cNvSpPr/>
            <p:nvPr/>
          </p:nvSpPr>
          <p:spPr>
            <a:xfrm>
              <a:off x="5818771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6" name="object 1406"/>
            <p:cNvSpPr/>
            <p:nvPr/>
          </p:nvSpPr>
          <p:spPr>
            <a:xfrm>
              <a:off x="5815723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7" name="object 1407"/>
            <p:cNvSpPr/>
            <p:nvPr/>
          </p:nvSpPr>
          <p:spPr>
            <a:xfrm>
              <a:off x="5813437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8" name="object 1408"/>
            <p:cNvSpPr/>
            <p:nvPr/>
          </p:nvSpPr>
          <p:spPr>
            <a:xfrm>
              <a:off x="5811913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9" name="object 1409"/>
            <p:cNvSpPr/>
            <p:nvPr/>
          </p:nvSpPr>
          <p:spPr>
            <a:xfrm>
              <a:off x="5810389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0" name="object 1410"/>
            <p:cNvSpPr/>
            <p:nvPr/>
          </p:nvSpPr>
          <p:spPr>
            <a:xfrm>
              <a:off x="5807341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1" name="object 1411"/>
            <p:cNvSpPr/>
            <p:nvPr/>
          </p:nvSpPr>
          <p:spPr>
            <a:xfrm>
              <a:off x="5804293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2" name="object 1412"/>
            <p:cNvSpPr/>
            <p:nvPr/>
          </p:nvSpPr>
          <p:spPr>
            <a:xfrm>
              <a:off x="5802007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3" name="object 1413"/>
            <p:cNvSpPr/>
            <p:nvPr/>
          </p:nvSpPr>
          <p:spPr>
            <a:xfrm>
              <a:off x="5800483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4" name="object 1414"/>
            <p:cNvSpPr/>
            <p:nvPr/>
          </p:nvSpPr>
          <p:spPr>
            <a:xfrm>
              <a:off x="5798959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5" name="object 1415"/>
            <p:cNvSpPr/>
            <p:nvPr/>
          </p:nvSpPr>
          <p:spPr>
            <a:xfrm>
              <a:off x="5795911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6" name="object 1416"/>
            <p:cNvSpPr/>
            <p:nvPr/>
          </p:nvSpPr>
          <p:spPr>
            <a:xfrm>
              <a:off x="5792863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7" name="object 1417"/>
            <p:cNvSpPr/>
            <p:nvPr/>
          </p:nvSpPr>
          <p:spPr>
            <a:xfrm>
              <a:off x="5790577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8" name="object 1418"/>
            <p:cNvSpPr/>
            <p:nvPr/>
          </p:nvSpPr>
          <p:spPr>
            <a:xfrm>
              <a:off x="5789053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9" name="object 1419"/>
            <p:cNvSpPr/>
            <p:nvPr/>
          </p:nvSpPr>
          <p:spPr>
            <a:xfrm>
              <a:off x="5787529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0" name="object 1420"/>
            <p:cNvSpPr/>
            <p:nvPr/>
          </p:nvSpPr>
          <p:spPr>
            <a:xfrm>
              <a:off x="5784494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1" name="object 1421"/>
            <p:cNvSpPr/>
            <p:nvPr/>
          </p:nvSpPr>
          <p:spPr>
            <a:xfrm>
              <a:off x="5781446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2" name="object 1422"/>
            <p:cNvSpPr/>
            <p:nvPr/>
          </p:nvSpPr>
          <p:spPr>
            <a:xfrm>
              <a:off x="5779160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3" name="object 1423"/>
            <p:cNvSpPr/>
            <p:nvPr/>
          </p:nvSpPr>
          <p:spPr>
            <a:xfrm>
              <a:off x="5777636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4" name="object 1424"/>
            <p:cNvSpPr/>
            <p:nvPr/>
          </p:nvSpPr>
          <p:spPr>
            <a:xfrm>
              <a:off x="5776112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5" name="object 1425"/>
            <p:cNvSpPr/>
            <p:nvPr/>
          </p:nvSpPr>
          <p:spPr>
            <a:xfrm>
              <a:off x="5773064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6" name="object 1426"/>
            <p:cNvSpPr/>
            <p:nvPr/>
          </p:nvSpPr>
          <p:spPr>
            <a:xfrm>
              <a:off x="5770016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7" name="object 1427"/>
            <p:cNvSpPr/>
            <p:nvPr/>
          </p:nvSpPr>
          <p:spPr>
            <a:xfrm>
              <a:off x="5767730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8" name="object 1428"/>
            <p:cNvSpPr/>
            <p:nvPr/>
          </p:nvSpPr>
          <p:spPr>
            <a:xfrm>
              <a:off x="5766206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9" name="object 1429"/>
            <p:cNvSpPr/>
            <p:nvPr/>
          </p:nvSpPr>
          <p:spPr>
            <a:xfrm>
              <a:off x="5764682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0" name="object 1430"/>
            <p:cNvSpPr/>
            <p:nvPr/>
          </p:nvSpPr>
          <p:spPr>
            <a:xfrm>
              <a:off x="5761634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1" name="object 1431"/>
            <p:cNvSpPr/>
            <p:nvPr/>
          </p:nvSpPr>
          <p:spPr>
            <a:xfrm>
              <a:off x="5760872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2" name="object 1432"/>
            <p:cNvSpPr/>
            <p:nvPr/>
          </p:nvSpPr>
          <p:spPr>
            <a:xfrm>
              <a:off x="5759348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3" name="object 1433"/>
            <p:cNvSpPr/>
            <p:nvPr/>
          </p:nvSpPr>
          <p:spPr>
            <a:xfrm>
              <a:off x="5756300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4" name="object 1434"/>
            <p:cNvSpPr/>
            <p:nvPr/>
          </p:nvSpPr>
          <p:spPr>
            <a:xfrm>
              <a:off x="5753252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5" name="object 1435"/>
            <p:cNvSpPr/>
            <p:nvPr/>
          </p:nvSpPr>
          <p:spPr>
            <a:xfrm>
              <a:off x="5750966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6" name="object 1436"/>
            <p:cNvSpPr/>
            <p:nvPr/>
          </p:nvSpPr>
          <p:spPr>
            <a:xfrm>
              <a:off x="5749442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7" name="object 1437"/>
            <p:cNvSpPr/>
            <p:nvPr/>
          </p:nvSpPr>
          <p:spPr>
            <a:xfrm>
              <a:off x="5747918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8" name="object 1438"/>
            <p:cNvSpPr/>
            <p:nvPr/>
          </p:nvSpPr>
          <p:spPr>
            <a:xfrm>
              <a:off x="5744870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9" name="object 1439"/>
            <p:cNvSpPr/>
            <p:nvPr/>
          </p:nvSpPr>
          <p:spPr>
            <a:xfrm>
              <a:off x="5741822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0" name="object 1440"/>
            <p:cNvSpPr/>
            <p:nvPr/>
          </p:nvSpPr>
          <p:spPr>
            <a:xfrm>
              <a:off x="5739536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1" name="object 1441"/>
            <p:cNvSpPr/>
            <p:nvPr/>
          </p:nvSpPr>
          <p:spPr>
            <a:xfrm>
              <a:off x="5738012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2" name="object 1442"/>
            <p:cNvSpPr/>
            <p:nvPr/>
          </p:nvSpPr>
          <p:spPr>
            <a:xfrm>
              <a:off x="5736488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3" name="object 1443"/>
            <p:cNvSpPr/>
            <p:nvPr/>
          </p:nvSpPr>
          <p:spPr>
            <a:xfrm>
              <a:off x="5733440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4" name="object 1444"/>
            <p:cNvSpPr/>
            <p:nvPr/>
          </p:nvSpPr>
          <p:spPr>
            <a:xfrm>
              <a:off x="5730392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5" name="object 1445"/>
            <p:cNvSpPr/>
            <p:nvPr/>
          </p:nvSpPr>
          <p:spPr>
            <a:xfrm>
              <a:off x="5728106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6" name="object 1446"/>
            <p:cNvSpPr/>
            <p:nvPr/>
          </p:nvSpPr>
          <p:spPr>
            <a:xfrm>
              <a:off x="5726582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7" name="object 1447"/>
            <p:cNvSpPr/>
            <p:nvPr/>
          </p:nvSpPr>
          <p:spPr>
            <a:xfrm>
              <a:off x="5725058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8" name="object 1448"/>
            <p:cNvSpPr/>
            <p:nvPr/>
          </p:nvSpPr>
          <p:spPr>
            <a:xfrm>
              <a:off x="5722010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9" name="object 1449"/>
            <p:cNvSpPr/>
            <p:nvPr/>
          </p:nvSpPr>
          <p:spPr>
            <a:xfrm>
              <a:off x="5718962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0" name="object 1450"/>
            <p:cNvSpPr/>
            <p:nvPr/>
          </p:nvSpPr>
          <p:spPr>
            <a:xfrm>
              <a:off x="5716676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1" name="object 1451"/>
            <p:cNvSpPr/>
            <p:nvPr/>
          </p:nvSpPr>
          <p:spPr>
            <a:xfrm>
              <a:off x="5715152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2" name="object 1452"/>
            <p:cNvSpPr/>
            <p:nvPr/>
          </p:nvSpPr>
          <p:spPr>
            <a:xfrm>
              <a:off x="5713628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3" name="object 1453"/>
            <p:cNvSpPr/>
            <p:nvPr/>
          </p:nvSpPr>
          <p:spPr>
            <a:xfrm>
              <a:off x="5710580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4" name="object 1454"/>
            <p:cNvSpPr/>
            <p:nvPr/>
          </p:nvSpPr>
          <p:spPr>
            <a:xfrm>
              <a:off x="5707532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5" name="object 1455"/>
            <p:cNvSpPr/>
            <p:nvPr/>
          </p:nvSpPr>
          <p:spPr>
            <a:xfrm>
              <a:off x="5705246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6" name="object 1456"/>
            <p:cNvSpPr/>
            <p:nvPr/>
          </p:nvSpPr>
          <p:spPr>
            <a:xfrm>
              <a:off x="5703722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7" name="object 1457"/>
            <p:cNvSpPr/>
            <p:nvPr/>
          </p:nvSpPr>
          <p:spPr>
            <a:xfrm>
              <a:off x="5702198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8" name="object 1458"/>
            <p:cNvSpPr/>
            <p:nvPr/>
          </p:nvSpPr>
          <p:spPr>
            <a:xfrm>
              <a:off x="5699150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9" name="object 1459"/>
            <p:cNvSpPr/>
            <p:nvPr/>
          </p:nvSpPr>
          <p:spPr>
            <a:xfrm>
              <a:off x="5696102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0" name="object 1460"/>
            <p:cNvSpPr/>
            <p:nvPr/>
          </p:nvSpPr>
          <p:spPr>
            <a:xfrm>
              <a:off x="5693816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1" name="object 1461"/>
            <p:cNvSpPr/>
            <p:nvPr/>
          </p:nvSpPr>
          <p:spPr>
            <a:xfrm>
              <a:off x="5692292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2" name="object 1462"/>
            <p:cNvSpPr/>
            <p:nvPr/>
          </p:nvSpPr>
          <p:spPr>
            <a:xfrm>
              <a:off x="5690768" y="201308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3" name="object 1463"/>
            <p:cNvSpPr/>
            <p:nvPr/>
          </p:nvSpPr>
          <p:spPr>
            <a:xfrm>
              <a:off x="5688482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4" name="object 1464"/>
            <p:cNvSpPr/>
            <p:nvPr/>
          </p:nvSpPr>
          <p:spPr>
            <a:xfrm>
              <a:off x="5686958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5" name="object 1465"/>
            <p:cNvSpPr/>
            <p:nvPr/>
          </p:nvSpPr>
          <p:spPr>
            <a:xfrm>
              <a:off x="5685434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6" name="object 1466"/>
            <p:cNvSpPr/>
            <p:nvPr/>
          </p:nvSpPr>
          <p:spPr>
            <a:xfrm>
              <a:off x="5682386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7" name="object 1467"/>
            <p:cNvSpPr/>
            <p:nvPr/>
          </p:nvSpPr>
          <p:spPr>
            <a:xfrm>
              <a:off x="5679338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8" name="object 1468"/>
            <p:cNvSpPr/>
            <p:nvPr/>
          </p:nvSpPr>
          <p:spPr>
            <a:xfrm>
              <a:off x="5677052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9" name="object 1469"/>
            <p:cNvSpPr/>
            <p:nvPr/>
          </p:nvSpPr>
          <p:spPr>
            <a:xfrm>
              <a:off x="5675528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0" name="object 1470"/>
            <p:cNvSpPr/>
            <p:nvPr/>
          </p:nvSpPr>
          <p:spPr>
            <a:xfrm>
              <a:off x="5674004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1" name="object 1471"/>
            <p:cNvSpPr/>
            <p:nvPr/>
          </p:nvSpPr>
          <p:spPr>
            <a:xfrm>
              <a:off x="5670956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2" name="object 1472"/>
            <p:cNvSpPr/>
            <p:nvPr/>
          </p:nvSpPr>
          <p:spPr>
            <a:xfrm>
              <a:off x="5667908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3" name="object 1473"/>
            <p:cNvSpPr/>
            <p:nvPr/>
          </p:nvSpPr>
          <p:spPr>
            <a:xfrm>
              <a:off x="5665622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4" name="object 1474"/>
            <p:cNvSpPr/>
            <p:nvPr/>
          </p:nvSpPr>
          <p:spPr>
            <a:xfrm>
              <a:off x="5664098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5" name="object 1475"/>
            <p:cNvSpPr/>
            <p:nvPr/>
          </p:nvSpPr>
          <p:spPr>
            <a:xfrm>
              <a:off x="5662574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6" name="object 1476"/>
            <p:cNvSpPr/>
            <p:nvPr/>
          </p:nvSpPr>
          <p:spPr>
            <a:xfrm>
              <a:off x="5659526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7" name="object 1477"/>
            <p:cNvSpPr/>
            <p:nvPr/>
          </p:nvSpPr>
          <p:spPr>
            <a:xfrm>
              <a:off x="5656478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8" name="object 1478"/>
            <p:cNvSpPr/>
            <p:nvPr/>
          </p:nvSpPr>
          <p:spPr>
            <a:xfrm>
              <a:off x="5654192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9" name="object 1479"/>
            <p:cNvSpPr/>
            <p:nvPr/>
          </p:nvSpPr>
          <p:spPr>
            <a:xfrm>
              <a:off x="5652668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0" name="object 1480"/>
            <p:cNvSpPr/>
            <p:nvPr/>
          </p:nvSpPr>
          <p:spPr>
            <a:xfrm>
              <a:off x="5651144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1" name="object 1481"/>
            <p:cNvSpPr/>
            <p:nvPr/>
          </p:nvSpPr>
          <p:spPr>
            <a:xfrm>
              <a:off x="5648096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2" name="object 1482"/>
            <p:cNvSpPr/>
            <p:nvPr/>
          </p:nvSpPr>
          <p:spPr>
            <a:xfrm>
              <a:off x="5645048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3" name="object 1483"/>
            <p:cNvSpPr/>
            <p:nvPr/>
          </p:nvSpPr>
          <p:spPr>
            <a:xfrm>
              <a:off x="5642762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4" name="object 1484"/>
            <p:cNvSpPr/>
            <p:nvPr/>
          </p:nvSpPr>
          <p:spPr>
            <a:xfrm>
              <a:off x="5641238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5" name="object 1485"/>
            <p:cNvSpPr/>
            <p:nvPr/>
          </p:nvSpPr>
          <p:spPr>
            <a:xfrm>
              <a:off x="5639714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6" name="object 1486"/>
            <p:cNvSpPr/>
            <p:nvPr/>
          </p:nvSpPr>
          <p:spPr>
            <a:xfrm>
              <a:off x="5636666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7" name="object 1487"/>
            <p:cNvSpPr/>
            <p:nvPr/>
          </p:nvSpPr>
          <p:spPr>
            <a:xfrm>
              <a:off x="5633618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8" name="object 1488"/>
            <p:cNvSpPr/>
            <p:nvPr/>
          </p:nvSpPr>
          <p:spPr>
            <a:xfrm>
              <a:off x="5631332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9" name="object 1489"/>
            <p:cNvSpPr/>
            <p:nvPr/>
          </p:nvSpPr>
          <p:spPr>
            <a:xfrm>
              <a:off x="5629808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0" name="object 1490"/>
            <p:cNvSpPr/>
            <p:nvPr/>
          </p:nvSpPr>
          <p:spPr>
            <a:xfrm>
              <a:off x="5628284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1" name="object 1491"/>
            <p:cNvSpPr/>
            <p:nvPr/>
          </p:nvSpPr>
          <p:spPr>
            <a:xfrm>
              <a:off x="5625236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2" name="object 1492"/>
            <p:cNvSpPr/>
            <p:nvPr/>
          </p:nvSpPr>
          <p:spPr>
            <a:xfrm>
              <a:off x="5624474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3" name="object 1493"/>
            <p:cNvSpPr/>
            <p:nvPr/>
          </p:nvSpPr>
          <p:spPr>
            <a:xfrm>
              <a:off x="5622950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4" name="object 1494"/>
            <p:cNvSpPr/>
            <p:nvPr/>
          </p:nvSpPr>
          <p:spPr>
            <a:xfrm>
              <a:off x="5619902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5" name="object 1495"/>
            <p:cNvSpPr/>
            <p:nvPr/>
          </p:nvSpPr>
          <p:spPr>
            <a:xfrm>
              <a:off x="5616854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6" name="object 1496"/>
            <p:cNvSpPr/>
            <p:nvPr/>
          </p:nvSpPr>
          <p:spPr>
            <a:xfrm>
              <a:off x="5614568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7" name="object 1497"/>
            <p:cNvSpPr/>
            <p:nvPr/>
          </p:nvSpPr>
          <p:spPr>
            <a:xfrm>
              <a:off x="5613044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8" name="object 1498"/>
            <p:cNvSpPr/>
            <p:nvPr/>
          </p:nvSpPr>
          <p:spPr>
            <a:xfrm>
              <a:off x="5611520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9" name="object 1499"/>
            <p:cNvSpPr/>
            <p:nvPr/>
          </p:nvSpPr>
          <p:spPr>
            <a:xfrm>
              <a:off x="5608472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0" name="object 1500"/>
            <p:cNvSpPr/>
            <p:nvPr/>
          </p:nvSpPr>
          <p:spPr>
            <a:xfrm>
              <a:off x="5605424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1" name="object 1501"/>
            <p:cNvSpPr/>
            <p:nvPr/>
          </p:nvSpPr>
          <p:spPr>
            <a:xfrm>
              <a:off x="5603138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2" name="object 1502"/>
            <p:cNvSpPr/>
            <p:nvPr/>
          </p:nvSpPr>
          <p:spPr>
            <a:xfrm>
              <a:off x="5601614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3" name="object 1503"/>
            <p:cNvSpPr/>
            <p:nvPr/>
          </p:nvSpPr>
          <p:spPr>
            <a:xfrm>
              <a:off x="5600090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4" name="object 1504"/>
            <p:cNvSpPr/>
            <p:nvPr/>
          </p:nvSpPr>
          <p:spPr>
            <a:xfrm>
              <a:off x="5597042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5" name="object 1505"/>
            <p:cNvSpPr/>
            <p:nvPr/>
          </p:nvSpPr>
          <p:spPr>
            <a:xfrm>
              <a:off x="5593994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6" name="object 1506"/>
            <p:cNvSpPr/>
            <p:nvPr/>
          </p:nvSpPr>
          <p:spPr>
            <a:xfrm>
              <a:off x="5591708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7" name="object 1507"/>
            <p:cNvSpPr/>
            <p:nvPr/>
          </p:nvSpPr>
          <p:spPr>
            <a:xfrm>
              <a:off x="5590184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8" name="object 1508"/>
            <p:cNvSpPr/>
            <p:nvPr/>
          </p:nvSpPr>
          <p:spPr>
            <a:xfrm>
              <a:off x="5588660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9" name="object 1509"/>
            <p:cNvSpPr/>
            <p:nvPr/>
          </p:nvSpPr>
          <p:spPr>
            <a:xfrm>
              <a:off x="5585612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0" name="object 1510"/>
            <p:cNvSpPr/>
            <p:nvPr/>
          </p:nvSpPr>
          <p:spPr>
            <a:xfrm>
              <a:off x="5582564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1" name="object 1511"/>
            <p:cNvSpPr/>
            <p:nvPr/>
          </p:nvSpPr>
          <p:spPr>
            <a:xfrm>
              <a:off x="5580278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2" name="object 1512"/>
            <p:cNvSpPr/>
            <p:nvPr/>
          </p:nvSpPr>
          <p:spPr>
            <a:xfrm>
              <a:off x="5578754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3" name="object 1513"/>
            <p:cNvSpPr/>
            <p:nvPr/>
          </p:nvSpPr>
          <p:spPr>
            <a:xfrm>
              <a:off x="5577230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4" name="object 1514"/>
            <p:cNvSpPr/>
            <p:nvPr/>
          </p:nvSpPr>
          <p:spPr>
            <a:xfrm>
              <a:off x="5574182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5" name="object 1515"/>
            <p:cNvSpPr/>
            <p:nvPr/>
          </p:nvSpPr>
          <p:spPr>
            <a:xfrm>
              <a:off x="5571134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6" name="object 1516"/>
            <p:cNvSpPr/>
            <p:nvPr/>
          </p:nvSpPr>
          <p:spPr>
            <a:xfrm>
              <a:off x="5568848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7" name="object 1517"/>
            <p:cNvSpPr/>
            <p:nvPr/>
          </p:nvSpPr>
          <p:spPr>
            <a:xfrm>
              <a:off x="5567324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8" name="object 1518"/>
            <p:cNvSpPr/>
            <p:nvPr/>
          </p:nvSpPr>
          <p:spPr>
            <a:xfrm>
              <a:off x="5565800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9" name="object 1519"/>
            <p:cNvSpPr/>
            <p:nvPr/>
          </p:nvSpPr>
          <p:spPr>
            <a:xfrm>
              <a:off x="5562752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0" name="object 1520"/>
            <p:cNvSpPr/>
            <p:nvPr/>
          </p:nvSpPr>
          <p:spPr>
            <a:xfrm>
              <a:off x="5559704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1" name="object 1521"/>
            <p:cNvSpPr/>
            <p:nvPr/>
          </p:nvSpPr>
          <p:spPr>
            <a:xfrm>
              <a:off x="5557418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2" name="object 1522"/>
            <p:cNvSpPr/>
            <p:nvPr/>
          </p:nvSpPr>
          <p:spPr>
            <a:xfrm>
              <a:off x="5555894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3" name="object 1523"/>
            <p:cNvSpPr/>
            <p:nvPr/>
          </p:nvSpPr>
          <p:spPr>
            <a:xfrm>
              <a:off x="5554370" y="201308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4" name="object 1524"/>
            <p:cNvSpPr/>
            <p:nvPr/>
          </p:nvSpPr>
          <p:spPr>
            <a:xfrm>
              <a:off x="5552084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5" name="object 1525"/>
            <p:cNvSpPr/>
            <p:nvPr/>
          </p:nvSpPr>
          <p:spPr>
            <a:xfrm>
              <a:off x="5550560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6" name="object 1526"/>
            <p:cNvSpPr/>
            <p:nvPr/>
          </p:nvSpPr>
          <p:spPr>
            <a:xfrm>
              <a:off x="5549036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7" name="object 1527"/>
            <p:cNvSpPr/>
            <p:nvPr/>
          </p:nvSpPr>
          <p:spPr>
            <a:xfrm>
              <a:off x="5545988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8" name="object 1528"/>
            <p:cNvSpPr/>
            <p:nvPr/>
          </p:nvSpPr>
          <p:spPr>
            <a:xfrm>
              <a:off x="5542940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9" name="object 1529"/>
            <p:cNvSpPr/>
            <p:nvPr/>
          </p:nvSpPr>
          <p:spPr>
            <a:xfrm>
              <a:off x="5540654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0" name="object 1530"/>
            <p:cNvSpPr/>
            <p:nvPr/>
          </p:nvSpPr>
          <p:spPr>
            <a:xfrm>
              <a:off x="5539130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1" name="object 1531"/>
            <p:cNvSpPr/>
            <p:nvPr/>
          </p:nvSpPr>
          <p:spPr>
            <a:xfrm>
              <a:off x="5537606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2" name="object 1532"/>
            <p:cNvSpPr/>
            <p:nvPr/>
          </p:nvSpPr>
          <p:spPr>
            <a:xfrm>
              <a:off x="5534558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3" name="object 1533"/>
            <p:cNvSpPr/>
            <p:nvPr/>
          </p:nvSpPr>
          <p:spPr>
            <a:xfrm>
              <a:off x="5531510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4" name="object 1534"/>
            <p:cNvSpPr/>
            <p:nvPr/>
          </p:nvSpPr>
          <p:spPr>
            <a:xfrm>
              <a:off x="5529224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5" name="object 1535"/>
            <p:cNvSpPr/>
            <p:nvPr/>
          </p:nvSpPr>
          <p:spPr>
            <a:xfrm>
              <a:off x="5527700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6" name="object 1536"/>
            <p:cNvSpPr/>
            <p:nvPr/>
          </p:nvSpPr>
          <p:spPr>
            <a:xfrm>
              <a:off x="5526176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7" name="object 1537"/>
            <p:cNvSpPr/>
            <p:nvPr/>
          </p:nvSpPr>
          <p:spPr>
            <a:xfrm>
              <a:off x="5523128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8" name="object 1538"/>
            <p:cNvSpPr/>
            <p:nvPr/>
          </p:nvSpPr>
          <p:spPr>
            <a:xfrm>
              <a:off x="5520080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9" name="object 1539"/>
            <p:cNvSpPr/>
            <p:nvPr/>
          </p:nvSpPr>
          <p:spPr>
            <a:xfrm>
              <a:off x="5517794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0" name="object 1540"/>
            <p:cNvSpPr/>
            <p:nvPr/>
          </p:nvSpPr>
          <p:spPr>
            <a:xfrm>
              <a:off x="5516270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1" name="object 1541"/>
            <p:cNvSpPr/>
            <p:nvPr/>
          </p:nvSpPr>
          <p:spPr>
            <a:xfrm>
              <a:off x="5514746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2" name="object 1542"/>
            <p:cNvSpPr/>
            <p:nvPr/>
          </p:nvSpPr>
          <p:spPr>
            <a:xfrm>
              <a:off x="5511698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3" name="object 1543"/>
            <p:cNvSpPr/>
            <p:nvPr/>
          </p:nvSpPr>
          <p:spPr>
            <a:xfrm>
              <a:off x="5508650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4" name="object 1544"/>
            <p:cNvSpPr/>
            <p:nvPr/>
          </p:nvSpPr>
          <p:spPr>
            <a:xfrm>
              <a:off x="5506364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5" name="object 1545"/>
            <p:cNvSpPr/>
            <p:nvPr/>
          </p:nvSpPr>
          <p:spPr>
            <a:xfrm>
              <a:off x="5504840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6" name="object 1546"/>
            <p:cNvSpPr/>
            <p:nvPr/>
          </p:nvSpPr>
          <p:spPr>
            <a:xfrm>
              <a:off x="5503316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7" name="object 1547"/>
            <p:cNvSpPr/>
            <p:nvPr/>
          </p:nvSpPr>
          <p:spPr>
            <a:xfrm>
              <a:off x="5500268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8" name="object 1548"/>
            <p:cNvSpPr/>
            <p:nvPr/>
          </p:nvSpPr>
          <p:spPr>
            <a:xfrm>
              <a:off x="5497220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9" name="object 1549"/>
            <p:cNvSpPr/>
            <p:nvPr/>
          </p:nvSpPr>
          <p:spPr>
            <a:xfrm>
              <a:off x="5494934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0" name="object 1550"/>
            <p:cNvSpPr/>
            <p:nvPr/>
          </p:nvSpPr>
          <p:spPr>
            <a:xfrm>
              <a:off x="5493410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1" name="object 1551"/>
            <p:cNvSpPr/>
            <p:nvPr/>
          </p:nvSpPr>
          <p:spPr>
            <a:xfrm>
              <a:off x="5491886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2" name="object 1552"/>
            <p:cNvSpPr/>
            <p:nvPr/>
          </p:nvSpPr>
          <p:spPr>
            <a:xfrm>
              <a:off x="5488838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3" name="object 1553"/>
            <p:cNvSpPr/>
            <p:nvPr/>
          </p:nvSpPr>
          <p:spPr>
            <a:xfrm>
              <a:off x="5487314" y="201308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4" name="object 1554"/>
            <p:cNvSpPr/>
            <p:nvPr/>
          </p:nvSpPr>
          <p:spPr>
            <a:xfrm>
              <a:off x="5486552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5" name="object 1555"/>
            <p:cNvSpPr/>
            <p:nvPr/>
          </p:nvSpPr>
          <p:spPr>
            <a:xfrm>
              <a:off x="5483504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6" name="object 1556"/>
            <p:cNvSpPr/>
            <p:nvPr/>
          </p:nvSpPr>
          <p:spPr>
            <a:xfrm>
              <a:off x="5480456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7" name="object 1557"/>
            <p:cNvSpPr/>
            <p:nvPr/>
          </p:nvSpPr>
          <p:spPr>
            <a:xfrm>
              <a:off x="5478170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8" name="object 1558"/>
            <p:cNvSpPr/>
            <p:nvPr/>
          </p:nvSpPr>
          <p:spPr>
            <a:xfrm>
              <a:off x="5476646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9" name="object 1559"/>
            <p:cNvSpPr/>
            <p:nvPr/>
          </p:nvSpPr>
          <p:spPr>
            <a:xfrm>
              <a:off x="5475122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0" name="object 1560"/>
            <p:cNvSpPr/>
            <p:nvPr/>
          </p:nvSpPr>
          <p:spPr>
            <a:xfrm>
              <a:off x="5472074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1" name="object 1561"/>
            <p:cNvSpPr/>
            <p:nvPr/>
          </p:nvSpPr>
          <p:spPr>
            <a:xfrm>
              <a:off x="5469026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2" name="object 1562"/>
            <p:cNvSpPr/>
            <p:nvPr/>
          </p:nvSpPr>
          <p:spPr>
            <a:xfrm>
              <a:off x="5466740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3" name="object 1563"/>
            <p:cNvSpPr/>
            <p:nvPr/>
          </p:nvSpPr>
          <p:spPr>
            <a:xfrm>
              <a:off x="5465216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4" name="object 1564"/>
            <p:cNvSpPr/>
            <p:nvPr/>
          </p:nvSpPr>
          <p:spPr>
            <a:xfrm>
              <a:off x="5463692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5" name="object 1565"/>
            <p:cNvSpPr/>
            <p:nvPr/>
          </p:nvSpPr>
          <p:spPr>
            <a:xfrm>
              <a:off x="5460644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6" name="object 1566"/>
            <p:cNvSpPr/>
            <p:nvPr/>
          </p:nvSpPr>
          <p:spPr>
            <a:xfrm>
              <a:off x="5457596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7" name="object 1567"/>
            <p:cNvSpPr/>
            <p:nvPr/>
          </p:nvSpPr>
          <p:spPr>
            <a:xfrm>
              <a:off x="5455310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8" name="object 1568"/>
            <p:cNvSpPr/>
            <p:nvPr/>
          </p:nvSpPr>
          <p:spPr>
            <a:xfrm>
              <a:off x="5453786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9" name="object 1569"/>
            <p:cNvSpPr/>
            <p:nvPr/>
          </p:nvSpPr>
          <p:spPr>
            <a:xfrm>
              <a:off x="5452262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0" name="object 1570"/>
            <p:cNvSpPr/>
            <p:nvPr/>
          </p:nvSpPr>
          <p:spPr>
            <a:xfrm>
              <a:off x="5449214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1" name="object 1571"/>
            <p:cNvSpPr/>
            <p:nvPr/>
          </p:nvSpPr>
          <p:spPr>
            <a:xfrm>
              <a:off x="5446166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2" name="object 1572"/>
            <p:cNvSpPr/>
            <p:nvPr/>
          </p:nvSpPr>
          <p:spPr>
            <a:xfrm>
              <a:off x="5443880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3" name="object 1573"/>
            <p:cNvSpPr/>
            <p:nvPr/>
          </p:nvSpPr>
          <p:spPr>
            <a:xfrm>
              <a:off x="5442356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4" name="object 1574"/>
            <p:cNvSpPr/>
            <p:nvPr/>
          </p:nvSpPr>
          <p:spPr>
            <a:xfrm>
              <a:off x="5440832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5" name="object 1575"/>
            <p:cNvSpPr/>
            <p:nvPr/>
          </p:nvSpPr>
          <p:spPr>
            <a:xfrm>
              <a:off x="5437784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6" name="object 1576"/>
            <p:cNvSpPr/>
            <p:nvPr/>
          </p:nvSpPr>
          <p:spPr>
            <a:xfrm>
              <a:off x="5434736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7" name="object 1577"/>
            <p:cNvSpPr/>
            <p:nvPr/>
          </p:nvSpPr>
          <p:spPr>
            <a:xfrm>
              <a:off x="5432450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8" name="object 1578"/>
            <p:cNvSpPr/>
            <p:nvPr/>
          </p:nvSpPr>
          <p:spPr>
            <a:xfrm>
              <a:off x="5430926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9" name="object 1579"/>
            <p:cNvSpPr/>
            <p:nvPr/>
          </p:nvSpPr>
          <p:spPr>
            <a:xfrm>
              <a:off x="5429402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0" name="object 1580"/>
            <p:cNvSpPr/>
            <p:nvPr/>
          </p:nvSpPr>
          <p:spPr>
            <a:xfrm>
              <a:off x="5426354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1" name="object 1581"/>
            <p:cNvSpPr/>
            <p:nvPr/>
          </p:nvSpPr>
          <p:spPr>
            <a:xfrm>
              <a:off x="5423306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2" name="object 1582"/>
            <p:cNvSpPr/>
            <p:nvPr/>
          </p:nvSpPr>
          <p:spPr>
            <a:xfrm>
              <a:off x="5421020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3" name="object 1583"/>
            <p:cNvSpPr/>
            <p:nvPr/>
          </p:nvSpPr>
          <p:spPr>
            <a:xfrm>
              <a:off x="5419496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4" name="object 1584"/>
            <p:cNvSpPr/>
            <p:nvPr/>
          </p:nvSpPr>
          <p:spPr>
            <a:xfrm>
              <a:off x="5417972" y="201308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5" name="object 1585"/>
            <p:cNvSpPr/>
            <p:nvPr/>
          </p:nvSpPr>
          <p:spPr>
            <a:xfrm>
              <a:off x="5415686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6" name="object 1586"/>
            <p:cNvSpPr/>
            <p:nvPr/>
          </p:nvSpPr>
          <p:spPr>
            <a:xfrm>
              <a:off x="5414162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7" name="object 1587"/>
            <p:cNvSpPr/>
            <p:nvPr/>
          </p:nvSpPr>
          <p:spPr>
            <a:xfrm>
              <a:off x="5412638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8" name="object 1588"/>
            <p:cNvSpPr/>
            <p:nvPr/>
          </p:nvSpPr>
          <p:spPr>
            <a:xfrm>
              <a:off x="5409590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9" name="object 1589"/>
            <p:cNvSpPr/>
            <p:nvPr/>
          </p:nvSpPr>
          <p:spPr>
            <a:xfrm>
              <a:off x="5406542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3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0" name="object 1590"/>
            <p:cNvSpPr/>
            <p:nvPr/>
          </p:nvSpPr>
          <p:spPr>
            <a:xfrm>
              <a:off x="5404256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1" name="object 1591"/>
            <p:cNvSpPr/>
            <p:nvPr/>
          </p:nvSpPr>
          <p:spPr>
            <a:xfrm>
              <a:off x="5402732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2" name="object 1592"/>
            <p:cNvSpPr/>
            <p:nvPr/>
          </p:nvSpPr>
          <p:spPr>
            <a:xfrm>
              <a:off x="5401208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3" name="object 1593"/>
            <p:cNvSpPr/>
            <p:nvPr/>
          </p:nvSpPr>
          <p:spPr>
            <a:xfrm>
              <a:off x="5398160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4" name="object 1594"/>
            <p:cNvSpPr/>
            <p:nvPr/>
          </p:nvSpPr>
          <p:spPr>
            <a:xfrm>
              <a:off x="5395112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5" name="object 1595"/>
            <p:cNvSpPr/>
            <p:nvPr/>
          </p:nvSpPr>
          <p:spPr>
            <a:xfrm>
              <a:off x="5392826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6" name="object 1596"/>
            <p:cNvSpPr/>
            <p:nvPr/>
          </p:nvSpPr>
          <p:spPr>
            <a:xfrm>
              <a:off x="5391302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7" name="object 1597"/>
            <p:cNvSpPr/>
            <p:nvPr/>
          </p:nvSpPr>
          <p:spPr>
            <a:xfrm>
              <a:off x="5389778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8" name="object 1598"/>
            <p:cNvSpPr/>
            <p:nvPr/>
          </p:nvSpPr>
          <p:spPr>
            <a:xfrm>
              <a:off x="5386730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9" name="object 1599"/>
            <p:cNvSpPr/>
            <p:nvPr/>
          </p:nvSpPr>
          <p:spPr>
            <a:xfrm>
              <a:off x="5383682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0" name="object 1600"/>
            <p:cNvSpPr/>
            <p:nvPr/>
          </p:nvSpPr>
          <p:spPr>
            <a:xfrm>
              <a:off x="5381396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1" name="object 1601"/>
            <p:cNvSpPr/>
            <p:nvPr/>
          </p:nvSpPr>
          <p:spPr>
            <a:xfrm>
              <a:off x="5379872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2" name="object 1602"/>
            <p:cNvSpPr/>
            <p:nvPr/>
          </p:nvSpPr>
          <p:spPr>
            <a:xfrm>
              <a:off x="5378348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3" name="object 1603"/>
            <p:cNvSpPr/>
            <p:nvPr/>
          </p:nvSpPr>
          <p:spPr>
            <a:xfrm>
              <a:off x="5375300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4" name="object 1604"/>
            <p:cNvSpPr/>
            <p:nvPr/>
          </p:nvSpPr>
          <p:spPr>
            <a:xfrm>
              <a:off x="5372252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5" name="object 1605"/>
            <p:cNvSpPr/>
            <p:nvPr/>
          </p:nvSpPr>
          <p:spPr>
            <a:xfrm>
              <a:off x="5369966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6" name="object 1606"/>
            <p:cNvSpPr/>
            <p:nvPr/>
          </p:nvSpPr>
          <p:spPr>
            <a:xfrm>
              <a:off x="5368442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7" name="object 1607"/>
            <p:cNvSpPr/>
            <p:nvPr/>
          </p:nvSpPr>
          <p:spPr>
            <a:xfrm>
              <a:off x="5366918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8" name="object 1608"/>
            <p:cNvSpPr/>
            <p:nvPr/>
          </p:nvSpPr>
          <p:spPr>
            <a:xfrm>
              <a:off x="5363870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9" name="object 1609"/>
            <p:cNvSpPr/>
            <p:nvPr/>
          </p:nvSpPr>
          <p:spPr>
            <a:xfrm>
              <a:off x="5360822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0" name="object 1610"/>
            <p:cNvSpPr/>
            <p:nvPr/>
          </p:nvSpPr>
          <p:spPr>
            <a:xfrm>
              <a:off x="5358536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1" name="object 1611"/>
            <p:cNvSpPr/>
            <p:nvPr/>
          </p:nvSpPr>
          <p:spPr>
            <a:xfrm>
              <a:off x="5357012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2" name="object 1612"/>
            <p:cNvSpPr/>
            <p:nvPr/>
          </p:nvSpPr>
          <p:spPr>
            <a:xfrm>
              <a:off x="5355488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3" name="object 1613"/>
            <p:cNvSpPr/>
            <p:nvPr/>
          </p:nvSpPr>
          <p:spPr>
            <a:xfrm>
              <a:off x="5352440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4" name="object 1614"/>
            <p:cNvSpPr/>
            <p:nvPr/>
          </p:nvSpPr>
          <p:spPr>
            <a:xfrm>
              <a:off x="5350916" y="201308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5" name="object 1615"/>
            <p:cNvSpPr/>
            <p:nvPr/>
          </p:nvSpPr>
          <p:spPr>
            <a:xfrm>
              <a:off x="5350154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6" name="object 1616"/>
            <p:cNvSpPr/>
            <p:nvPr/>
          </p:nvSpPr>
          <p:spPr>
            <a:xfrm>
              <a:off x="5347106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7" name="object 1617"/>
            <p:cNvSpPr/>
            <p:nvPr/>
          </p:nvSpPr>
          <p:spPr>
            <a:xfrm>
              <a:off x="5344058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8" name="object 1618"/>
            <p:cNvSpPr/>
            <p:nvPr/>
          </p:nvSpPr>
          <p:spPr>
            <a:xfrm>
              <a:off x="5341772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9" name="object 1619"/>
            <p:cNvSpPr/>
            <p:nvPr/>
          </p:nvSpPr>
          <p:spPr>
            <a:xfrm>
              <a:off x="5340248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0" name="object 1620"/>
            <p:cNvSpPr/>
            <p:nvPr/>
          </p:nvSpPr>
          <p:spPr>
            <a:xfrm>
              <a:off x="5338724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1" name="object 1621"/>
            <p:cNvSpPr/>
            <p:nvPr/>
          </p:nvSpPr>
          <p:spPr>
            <a:xfrm>
              <a:off x="5335676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2" name="object 1622"/>
            <p:cNvSpPr/>
            <p:nvPr/>
          </p:nvSpPr>
          <p:spPr>
            <a:xfrm>
              <a:off x="5332628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3" name="object 1623"/>
            <p:cNvSpPr/>
            <p:nvPr/>
          </p:nvSpPr>
          <p:spPr>
            <a:xfrm>
              <a:off x="5330342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4" name="object 1624"/>
            <p:cNvSpPr/>
            <p:nvPr/>
          </p:nvSpPr>
          <p:spPr>
            <a:xfrm>
              <a:off x="5328818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5" name="object 1625"/>
            <p:cNvSpPr/>
            <p:nvPr/>
          </p:nvSpPr>
          <p:spPr>
            <a:xfrm>
              <a:off x="5327294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6" name="object 1626"/>
            <p:cNvSpPr/>
            <p:nvPr/>
          </p:nvSpPr>
          <p:spPr>
            <a:xfrm>
              <a:off x="5324246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7" name="object 1627"/>
            <p:cNvSpPr/>
            <p:nvPr/>
          </p:nvSpPr>
          <p:spPr>
            <a:xfrm>
              <a:off x="5321198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8" name="object 1628"/>
            <p:cNvSpPr/>
            <p:nvPr/>
          </p:nvSpPr>
          <p:spPr>
            <a:xfrm>
              <a:off x="5318912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9" name="object 1629"/>
            <p:cNvSpPr/>
            <p:nvPr/>
          </p:nvSpPr>
          <p:spPr>
            <a:xfrm>
              <a:off x="5317388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0" name="object 1630"/>
            <p:cNvSpPr/>
            <p:nvPr/>
          </p:nvSpPr>
          <p:spPr>
            <a:xfrm>
              <a:off x="5315864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1" name="object 1631"/>
            <p:cNvSpPr/>
            <p:nvPr/>
          </p:nvSpPr>
          <p:spPr>
            <a:xfrm>
              <a:off x="5312816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2" name="object 1632"/>
            <p:cNvSpPr/>
            <p:nvPr/>
          </p:nvSpPr>
          <p:spPr>
            <a:xfrm>
              <a:off x="5309768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3" name="object 1633"/>
            <p:cNvSpPr/>
            <p:nvPr/>
          </p:nvSpPr>
          <p:spPr>
            <a:xfrm>
              <a:off x="5307482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4" name="object 1634"/>
            <p:cNvSpPr/>
            <p:nvPr/>
          </p:nvSpPr>
          <p:spPr>
            <a:xfrm>
              <a:off x="5305958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5" name="object 1635"/>
            <p:cNvSpPr/>
            <p:nvPr/>
          </p:nvSpPr>
          <p:spPr>
            <a:xfrm>
              <a:off x="5304434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6" name="object 1636"/>
            <p:cNvSpPr/>
            <p:nvPr/>
          </p:nvSpPr>
          <p:spPr>
            <a:xfrm>
              <a:off x="5301386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7" name="object 1637"/>
            <p:cNvSpPr/>
            <p:nvPr/>
          </p:nvSpPr>
          <p:spPr>
            <a:xfrm>
              <a:off x="5298338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8" name="object 1638"/>
            <p:cNvSpPr/>
            <p:nvPr/>
          </p:nvSpPr>
          <p:spPr>
            <a:xfrm>
              <a:off x="5296052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9" name="object 1639"/>
            <p:cNvSpPr/>
            <p:nvPr/>
          </p:nvSpPr>
          <p:spPr>
            <a:xfrm>
              <a:off x="5294528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0" name="object 1640"/>
            <p:cNvSpPr/>
            <p:nvPr/>
          </p:nvSpPr>
          <p:spPr>
            <a:xfrm>
              <a:off x="5293004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1" name="object 1641"/>
            <p:cNvSpPr/>
            <p:nvPr/>
          </p:nvSpPr>
          <p:spPr>
            <a:xfrm>
              <a:off x="5289956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2" name="object 1642"/>
            <p:cNvSpPr/>
            <p:nvPr/>
          </p:nvSpPr>
          <p:spPr>
            <a:xfrm>
              <a:off x="5286908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3" name="object 1643"/>
            <p:cNvSpPr/>
            <p:nvPr/>
          </p:nvSpPr>
          <p:spPr>
            <a:xfrm>
              <a:off x="5284622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4" name="object 1644"/>
            <p:cNvSpPr/>
            <p:nvPr/>
          </p:nvSpPr>
          <p:spPr>
            <a:xfrm>
              <a:off x="5283098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5" name="object 1645"/>
            <p:cNvSpPr/>
            <p:nvPr/>
          </p:nvSpPr>
          <p:spPr>
            <a:xfrm>
              <a:off x="5281574" y="201308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6" name="object 1646"/>
            <p:cNvSpPr/>
            <p:nvPr/>
          </p:nvSpPr>
          <p:spPr>
            <a:xfrm>
              <a:off x="5279288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7" name="object 1647"/>
            <p:cNvSpPr/>
            <p:nvPr/>
          </p:nvSpPr>
          <p:spPr>
            <a:xfrm>
              <a:off x="5277764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8" name="object 1648"/>
            <p:cNvSpPr/>
            <p:nvPr/>
          </p:nvSpPr>
          <p:spPr>
            <a:xfrm>
              <a:off x="5276240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9" name="object 1649"/>
            <p:cNvSpPr/>
            <p:nvPr/>
          </p:nvSpPr>
          <p:spPr>
            <a:xfrm>
              <a:off x="5273192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0" name="object 1650"/>
            <p:cNvSpPr/>
            <p:nvPr/>
          </p:nvSpPr>
          <p:spPr>
            <a:xfrm>
              <a:off x="5270144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1" name="object 1651"/>
            <p:cNvSpPr/>
            <p:nvPr/>
          </p:nvSpPr>
          <p:spPr>
            <a:xfrm>
              <a:off x="5267858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2" name="object 1652"/>
            <p:cNvSpPr/>
            <p:nvPr/>
          </p:nvSpPr>
          <p:spPr>
            <a:xfrm>
              <a:off x="5266334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3" name="object 1653"/>
            <p:cNvSpPr/>
            <p:nvPr/>
          </p:nvSpPr>
          <p:spPr>
            <a:xfrm>
              <a:off x="5264810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4" name="object 1654"/>
            <p:cNvSpPr/>
            <p:nvPr/>
          </p:nvSpPr>
          <p:spPr>
            <a:xfrm>
              <a:off x="5261762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5" name="object 1655"/>
            <p:cNvSpPr/>
            <p:nvPr/>
          </p:nvSpPr>
          <p:spPr>
            <a:xfrm>
              <a:off x="5258714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6" name="object 1656"/>
            <p:cNvSpPr/>
            <p:nvPr/>
          </p:nvSpPr>
          <p:spPr>
            <a:xfrm>
              <a:off x="5256428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7" name="object 1657"/>
            <p:cNvSpPr/>
            <p:nvPr/>
          </p:nvSpPr>
          <p:spPr>
            <a:xfrm>
              <a:off x="5254904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8" name="object 1658"/>
            <p:cNvSpPr/>
            <p:nvPr/>
          </p:nvSpPr>
          <p:spPr>
            <a:xfrm>
              <a:off x="5253380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9" name="object 1659"/>
            <p:cNvSpPr/>
            <p:nvPr/>
          </p:nvSpPr>
          <p:spPr>
            <a:xfrm>
              <a:off x="5250332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0" name="object 1660"/>
            <p:cNvSpPr/>
            <p:nvPr/>
          </p:nvSpPr>
          <p:spPr>
            <a:xfrm>
              <a:off x="5247284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1" name="object 1661"/>
            <p:cNvSpPr/>
            <p:nvPr/>
          </p:nvSpPr>
          <p:spPr>
            <a:xfrm>
              <a:off x="5244998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2" name="object 1662"/>
            <p:cNvSpPr/>
            <p:nvPr/>
          </p:nvSpPr>
          <p:spPr>
            <a:xfrm>
              <a:off x="5243474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3" name="object 1663"/>
            <p:cNvSpPr/>
            <p:nvPr/>
          </p:nvSpPr>
          <p:spPr>
            <a:xfrm>
              <a:off x="5241950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4" name="object 1664"/>
            <p:cNvSpPr/>
            <p:nvPr/>
          </p:nvSpPr>
          <p:spPr>
            <a:xfrm>
              <a:off x="5238902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5" name="object 1665"/>
            <p:cNvSpPr/>
            <p:nvPr/>
          </p:nvSpPr>
          <p:spPr>
            <a:xfrm>
              <a:off x="5235854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6" name="object 1666"/>
            <p:cNvSpPr/>
            <p:nvPr/>
          </p:nvSpPr>
          <p:spPr>
            <a:xfrm>
              <a:off x="5233568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7" name="object 1667"/>
            <p:cNvSpPr/>
            <p:nvPr/>
          </p:nvSpPr>
          <p:spPr>
            <a:xfrm>
              <a:off x="5232044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8" name="object 1668"/>
            <p:cNvSpPr/>
            <p:nvPr/>
          </p:nvSpPr>
          <p:spPr>
            <a:xfrm>
              <a:off x="5230520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9" name="object 1669"/>
            <p:cNvSpPr/>
            <p:nvPr/>
          </p:nvSpPr>
          <p:spPr>
            <a:xfrm>
              <a:off x="5227472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0" name="object 1670"/>
            <p:cNvSpPr/>
            <p:nvPr/>
          </p:nvSpPr>
          <p:spPr>
            <a:xfrm>
              <a:off x="5224424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1" name="object 1671"/>
            <p:cNvSpPr/>
            <p:nvPr/>
          </p:nvSpPr>
          <p:spPr>
            <a:xfrm>
              <a:off x="5222138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2" name="object 1672"/>
            <p:cNvSpPr/>
            <p:nvPr/>
          </p:nvSpPr>
          <p:spPr>
            <a:xfrm>
              <a:off x="5220614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3" name="object 1673"/>
            <p:cNvSpPr/>
            <p:nvPr/>
          </p:nvSpPr>
          <p:spPr>
            <a:xfrm>
              <a:off x="5219090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4" name="object 1674"/>
            <p:cNvSpPr/>
            <p:nvPr/>
          </p:nvSpPr>
          <p:spPr>
            <a:xfrm>
              <a:off x="5216042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5" name="object 1675"/>
            <p:cNvSpPr/>
            <p:nvPr/>
          </p:nvSpPr>
          <p:spPr>
            <a:xfrm>
              <a:off x="5214518" y="201308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6" name="object 1676"/>
            <p:cNvSpPr/>
            <p:nvPr/>
          </p:nvSpPr>
          <p:spPr>
            <a:xfrm>
              <a:off x="5213756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7" name="object 1677"/>
            <p:cNvSpPr/>
            <p:nvPr/>
          </p:nvSpPr>
          <p:spPr>
            <a:xfrm>
              <a:off x="5210708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8" name="object 1678"/>
            <p:cNvSpPr/>
            <p:nvPr/>
          </p:nvSpPr>
          <p:spPr>
            <a:xfrm>
              <a:off x="5207660" y="201308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9" name="object 1679"/>
            <p:cNvSpPr/>
            <p:nvPr/>
          </p:nvSpPr>
          <p:spPr>
            <a:xfrm>
              <a:off x="5205374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0" name="object 1680"/>
            <p:cNvSpPr/>
            <p:nvPr/>
          </p:nvSpPr>
          <p:spPr>
            <a:xfrm>
              <a:off x="5203850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1" name="object 1681"/>
            <p:cNvSpPr/>
            <p:nvPr/>
          </p:nvSpPr>
          <p:spPr>
            <a:xfrm>
              <a:off x="5202326" y="20130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2" name="object 1682"/>
            <p:cNvSpPr/>
            <p:nvPr/>
          </p:nvSpPr>
          <p:spPr>
            <a:xfrm>
              <a:off x="5199278" y="20130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3" name="object 1683"/>
            <p:cNvSpPr/>
            <p:nvPr/>
          </p:nvSpPr>
          <p:spPr>
            <a:xfrm>
              <a:off x="5193944" y="201308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3810" y="0"/>
                  </a:moveTo>
                  <a:lnTo>
                    <a:pt x="4572" y="0"/>
                  </a:lnTo>
                </a:path>
                <a:path w="5079">
                  <a:moveTo>
                    <a:pt x="2286" y="0"/>
                  </a:moveTo>
                  <a:lnTo>
                    <a:pt x="3048" y="0"/>
                  </a:lnTo>
                </a:path>
                <a:path w="5079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4" name="object 1684"/>
            <p:cNvSpPr/>
            <p:nvPr/>
          </p:nvSpPr>
          <p:spPr>
            <a:xfrm>
              <a:off x="5193944" y="20115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5" name="object 1685"/>
            <p:cNvSpPr/>
            <p:nvPr/>
          </p:nvSpPr>
          <p:spPr>
            <a:xfrm>
              <a:off x="5193944" y="201003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6" name="object 1686"/>
            <p:cNvSpPr/>
            <p:nvPr/>
          </p:nvSpPr>
          <p:spPr>
            <a:xfrm>
              <a:off x="5193944" y="200698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380" y="762"/>
                  </a:moveTo>
                  <a:lnTo>
                    <a:pt x="38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7" name="object 1687"/>
            <p:cNvSpPr/>
            <p:nvPr/>
          </p:nvSpPr>
          <p:spPr>
            <a:xfrm>
              <a:off x="5193944" y="200546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8" name="object 1688"/>
            <p:cNvSpPr/>
            <p:nvPr/>
          </p:nvSpPr>
          <p:spPr>
            <a:xfrm>
              <a:off x="5193944" y="200393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9" name="object 1689"/>
            <p:cNvSpPr/>
            <p:nvPr/>
          </p:nvSpPr>
          <p:spPr>
            <a:xfrm>
              <a:off x="5193944" y="200088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0" name="object 1690"/>
            <p:cNvSpPr/>
            <p:nvPr/>
          </p:nvSpPr>
          <p:spPr>
            <a:xfrm>
              <a:off x="5193944" y="199936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1" name="object 1691"/>
            <p:cNvSpPr/>
            <p:nvPr/>
          </p:nvSpPr>
          <p:spPr>
            <a:xfrm>
              <a:off x="5193944" y="199784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2" name="object 1692"/>
            <p:cNvSpPr/>
            <p:nvPr/>
          </p:nvSpPr>
          <p:spPr>
            <a:xfrm>
              <a:off x="5193944" y="199555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3" name="object 1693"/>
            <p:cNvSpPr/>
            <p:nvPr/>
          </p:nvSpPr>
          <p:spPr>
            <a:xfrm>
              <a:off x="5193944" y="199403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4" name="object 1694"/>
            <p:cNvSpPr/>
            <p:nvPr/>
          </p:nvSpPr>
          <p:spPr>
            <a:xfrm>
              <a:off x="5193944" y="199250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5" name="object 1695"/>
            <p:cNvSpPr/>
            <p:nvPr/>
          </p:nvSpPr>
          <p:spPr>
            <a:xfrm>
              <a:off x="5193944" y="198945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6" name="object 1696"/>
            <p:cNvSpPr/>
            <p:nvPr/>
          </p:nvSpPr>
          <p:spPr>
            <a:xfrm>
              <a:off x="5193944" y="198793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7" name="object 1697"/>
            <p:cNvSpPr/>
            <p:nvPr/>
          </p:nvSpPr>
          <p:spPr>
            <a:xfrm>
              <a:off x="5193944" y="198641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8" name="object 1698"/>
            <p:cNvSpPr/>
            <p:nvPr/>
          </p:nvSpPr>
          <p:spPr>
            <a:xfrm>
              <a:off x="5193944" y="198412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9" name="object 1699"/>
            <p:cNvSpPr/>
            <p:nvPr/>
          </p:nvSpPr>
          <p:spPr>
            <a:xfrm>
              <a:off x="5193944" y="198260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0" name="object 1700"/>
            <p:cNvSpPr/>
            <p:nvPr/>
          </p:nvSpPr>
          <p:spPr>
            <a:xfrm>
              <a:off x="5193944" y="198107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1" name="object 1701"/>
            <p:cNvSpPr/>
            <p:nvPr/>
          </p:nvSpPr>
          <p:spPr>
            <a:xfrm>
              <a:off x="5193944" y="197802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2" name="object 1702"/>
            <p:cNvSpPr/>
            <p:nvPr/>
          </p:nvSpPr>
          <p:spPr>
            <a:xfrm>
              <a:off x="5193944" y="197650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3" name="object 1703"/>
            <p:cNvSpPr/>
            <p:nvPr/>
          </p:nvSpPr>
          <p:spPr>
            <a:xfrm>
              <a:off x="5193944" y="197498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4" name="object 1704"/>
            <p:cNvSpPr/>
            <p:nvPr/>
          </p:nvSpPr>
          <p:spPr>
            <a:xfrm>
              <a:off x="5193944" y="197269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5" name="object 1705"/>
            <p:cNvSpPr/>
            <p:nvPr/>
          </p:nvSpPr>
          <p:spPr>
            <a:xfrm>
              <a:off x="5193944" y="197117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6" name="object 1706"/>
            <p:cNvSpPr/>
            <p:nvPr/>
          </p:nvSpPr>
          <p:spPr>
            <a:xfrm>
              <a:off x="5193944" y="196964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7" name="object 1707"/>
            <p:cNvSpPr/>
            <p:nvPr/>
          </p:nvSpPr>
          <p:spPr>
            <a:xfrm>
              <a:off x="5193944" y="196659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8" name="object 1708"/>
            <p:cNvSpPr/>
            <p:nvPr/>
          </p:nvSpPr>
          <p:spPr>
            <a:xfrm>
              <a:off x="5193944" y="19650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9" name="object 1709"/>
            <p:cNvSpPr/>
            <p:nvPr/>
          </p:nvSpPr>
          <p:spPr>
            <a:xfrm>
              <a:off x="5193944" y="196431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0" name="object 1710"/>
            <p:cNvSpPr/>
            <p:nvPr/>
          </p:nvSpPr>
          <p:spPr>
            <a:xfrm>
              <a:off x="5193944" y="196126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1" name="object 1711"/>
            <p:cNvSpPr/>
            <p:nvPr/>
          </p:nvSpPr>
          <p:spPr>
            <a:xfrm>
              <a:off x="5193944" y="195974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2" name="object 1712"/>
            <p:cNvSpPr/>
            <p:nvPr/>
          </p:nvSpPr>
          <p:spPr>
            <a:xfrm>
              <a:off x="5193944" y="19582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3" name="object 1713"/>
            <p:cNvSpPr/>
            <p:nvPr/>
          </p:nvSpPr>
          <p:spPr>
            <a:xfrm>
              <a:off x="5193944" y="195593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4" name="object 1714"/>
            <p:cNvSpPr/>
            <p:nvPr/>
          </p:nvSpPr>
          <p:spPr>
            <a:xfrm>
              <a:off x="5193944" y="195440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5" name="object 1715"/>
            <p:cNvSpPr/>
            <p:nvPr/>
          </p:nvSpPr>
          <p:spPr>
            <a:xfrm>
              <a:off x="5193944" y="19528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6" name="object 1716"/>
            <p:cNvSpPr/>
            <p:nvPr/>
          </p:nvSpPr>
          <p:spPr>
            <a:xfrm>
              <a:off x="5193944" y="194983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7" name="object 1717"/>
            <p:cNvSpPr/>
            <p:nvPr/>
          </p:nvSpPr>
          <p:spPr>
            <a:xfrm>
              <a:off x="5193944" y="194831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8" name="object 1718"/>
            <p:cNvSpPr/>
            <p:nvPr/>
          </p:nvSpPr>
          <p:spPr>
            <a:xfrm>
              <a:off x="5193944" y="19467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9" name="object 1719"/>
            <p:cNvSpPr/>
            <p:nvPr/>
          </p:nvSpPr>
          <p:spPr>
            <a:xfrm>
              <a:off x="5193944" y="194450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0" name="object 1720"/>
            <p:cNvSpPr/>
            <p:nvPr/>
          </p:nvSpPr>
          <p:spPr>
            <a:xfrm>
              <a:off x="5193944" y="194297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1" name="object 1721"/>
            <p:cNvSpPr/>
            <p:nvPr/>
          </p:nvSpPr>
          <p:spPr>
            <a:xfrm>
              <a:off x="5193944" y="194145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2" name="object 1722"/>
            <p:cNvSpPr/>
            <p:nvPr/>
          </p:nvSpPr>
          <p:spPr>
            <a:xfrm>
              <a:off x="5193944" y="193840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3" name="object 1723"/>
            <p:cNvSpPr/>
            <p:nvPr/>
          </p:nvSpPr>
          <p:spPr>
            <a:xfrm>
              <a:off x="5193944" y="193688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4" name="object 1724"/>
            <p:cNvSpPr/>
            <p:nvPr/>
          </p:nvSpPr>
          <p:spPr>
            <a:xfrm>
              <a:off x="5193944" y="193535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5" name="object 1725"/>
            <p:cNvSpPr/>
            <p:nvPr/>
          </p:nvSpPr>
          <p:spPr>
            <a:xfrm>
              <a:off x="5193944" y="193307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6" name="object 1726"/>
            <p:cNvSpPr/>
            <p:nvPr/>
          </p:nvSpPr>
          <p:spPr>
            <a:xfrm>
              <a:off x="5193944" y="193154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7" name="object 1727"/>
            <p:cNvSpPr/>
            <p:nvPr/>
          </p:nvSpPr>
          <p:spPr>
            <a:xfrm>
              <a:off x="5193944" y="193002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8" name="object 1728"/>
            <p:cNvSpPr/>
            <p:nvPr/>
          </p:nvSpPr>
          <p:spPr>
            <a:xfrm>
              <a:off x="5193944" y="192697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9" name="object 1729"/>
            <p:cNvSpPr/>
            <p:nvPr/>
          </p:nvSpPr>
          <p:spPr>
            <a:xfrm>
              <a:off x="5193944" y="19254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0" name="object 1730"/>
            <p:cNvSpPr/>
            <p:nvPr/>
          </p:nvSpPr>
          <p:spPr>
            <a:xfrm>
              <a:off x="5193944" y="192392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1" name="object 1731"/>
            <p:cNvSpPr/>
            <p:nvPr/>
          </p:nvSpPr>
          <p:spPr>
            <a:xfrm>
              <a:off x="5193944" y="192164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2" name="object 1732"/>
            <p:cNvSpPr/>
            <p:nvPr/>
          </p:nvSpPr>
          <p:spPr>
            <a:xfrm>
              <a:off x="5193944" y="192011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3" name="object 1733"/>
            <p:cNvSpPr/>
            <p:nvPr/>
          </p:nvSpPr>
          <p:spPr>
            <a:xfrm>
              <a:off x="5193944" y="191859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4" name="object 1734"/>
            <p:cNvSpPr/>
            <p:nvPr/>
          </p:nvSpPr>
          <p:spPr>
            <a:xfrm>
              <a:off x="5193944" y="191554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5" name="object 1735"/>
            <p:cNvSpPr/>
            <p:nvPr/>
          </p:nvSpPr>
          <p:spPr>
            <a:xfrm>
              <a:off x="5193944" y="191402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6" name="object 1736"/>
            <p:cNvSpPr/>
            <p:nvPr/>
          </p:nvSpPr>
          <p:spPr>
            <a:xfrm>
              <a:off x="5193944" y="191249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7" name="object 1737"/>
            <p:cNvSpPr/>
            <p:nvPr/>
          </p:nvSpPr>
          <p:spPr>
            <a:xfrm>
              <a:off x="5193944" y="191021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8" name="object 1738"/>
            <p:cNvSpPr/>
            <p:nvPr/>
          </p:nvSpPr>
          <p:spPr>
            <a:xfrm>
              <a:off x="5193944" y="190868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9" name="object 1739"/>
            <p:cNvSpPr/>
            <p:nvPr/>
          </p:nvSpPr>
          <p:spPr>
            <a:xfrm>
              <a:off x="5193944" y="190716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0" name="object 1740"/>
            <p:cNvSpPr/>
            <p:nvPr/>
          </p:nvSpPr>
          <p:spPr>
            <a:xfrm>
              <a:off x="5193944" y="190411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1" name="object 1741"/>
            <p:cNvSpPr/>
            <p:nvPr/>
          </p:nvSpPr>
          <p:spPr>
            <a:xfrm>
              <a:off x="5193944" y="190259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2" name="object 1742"/>
            <p:cNvSpPr/>
            <p:nvPr/>
          </p:nvSpPr>
          <p:spPr>
            <a:xfrm>
              <a:off x="5193944" y="190106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3" name="object 1743"/>
            <p:cNvSpPr/>
            <p:nvPr/>
          </p:nvSpPr>
          <p:spPr>
            <a:xfrm>
              <a:off x="5193944" y="189878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4" name="object 1744"/>
            <p:cNvSpPr/>
            <p:nvPr/>
          </p:nvSpPr>
          <p:spPr>
            <a:xfrm>
              <a:off x="5193944" y="18972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5" name="object 1745"/>
            <p:cNvSpPr/>
            <p:nvPr/>
          </p:nvSpPr>
          <p:spPr>
            <a:xfrm>
              <a:off x="5193944" y="189573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6" name="object 1746"/>
            <p:cNvSpPr/>
            <p:nvPr/>
          </p:nvSpPr>
          <p:spPr>
            <a:xfrm>
              <a:off x="5193944" y="189268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7" name="object 1747"/>
            <p:cNvSpPr/>
            <p:nvPr/>
          </p:nvSpPr>
          <p:spPr>
            <a:xfrm>
              <a:off x="5193944" y="189116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8" name="object 1748"/>
            <p:cNvSpPr/>
            <p:nvPr/>
          </p:nvSpPr>
          <p:spPr>
            <a:xfrm>
              <a:off x="5193944" y="18903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9" name="object 1749"/>
            <p:cNvSpPr/>
            <p:nvPr/>
          </p:nvSpPr>
          <p:spPr>
            <a:xfrm>
              <a:off x="5193944" y="188735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0" name="object 1750"/>
            <p:cNvSpPr/>
            <p:nvPr/>
          </p:nvSpPr>
          <p:spPr>
            <a:xfrm>
              <a:off x="5193944" y="188582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1" name="object 1751"/>
            <p:cNvSpPr/>
            <p:nvPr/>
          </p:nvSpPr>
          <p:spPr>
            <a:xfrm>
              <a:off x="5193944" y="188430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2" name="object 1752"/>
            <p:cNvSpPr/>
            <p:nvPr/>
          </p:nvSpPr>
          <p:spPr>
            <a:xfrm>
              <a:off x="5193944" y="188201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3" name="object 1753"/>
            <p:cNvSpPr/>
            <p:nvPr/>
          </p:nvSpPr>
          <p:spPr>
            <a:xfrm>
              <a:off x="5193944" y="188049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4" name="object 1754"/>
            <p:cNvSpPr/>
            <p:nvPr/>
          </p:nvSpPr>
          <p:spPr>
            <a:xfrm>
              <a:off x="5193944" y="187896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5" name="object 1755"/>
            <p:cNvSpPr/>
            <p:nvPr/>
          </p:nvSpPr>
          <p:spPr>
            <a:xfrm>
              <a:off x="5193944" y="187592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6" name="object 1756"/>
            <p:cNvSpPr/>
            <p:nvPr/>
          </p:nvSpPr>
          <p:spPr>
            <a:xfrm>
              <a:off x="5193944" y="187439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7" name="object 1757"/>
            <p:cNvSpPr/>
            <p:nvPr/>
          </p:nvSpPr>
          <p:spPr>
            <a:xfrm>
              <a:off x="5193944" y="187287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8" name="object 1758"/>
            <p:cNvSpPr/>
            <p:nvPr/>
          </p:nvSpPr>
          <p:spPr>
            <a:xfrm>
              <a:off x="5193944" y="187058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9" name="object 1759"/>
            <p:cNvSpPr/>
            <p:nvPr/>
          </p:nvSpPr>
          <p:spPr>
            <a:xfrm>
              <a:off x="5193944" y="186906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0" name="object 1760"/>
            <p:cNvSpPr/>
            <p:nvPr/>
          </p:nvSpPr>
          <p:spPr>
            <a:xfrm>
              <a:off x="5193944" y="186753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1" name="object 1761"/>
            <p:cNvSpPr/>
            <p:nvPr/>
          </p:nvSpPr>
          <p:spPr>
            <a:xfrm>
              <a:off x="5193944" y="186449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2" name="object 1762"/>
            <p:cNvSpPr/>
            <p:nvPr/>
          </p:nvSpPr>
          <p:spPr>
            <a:xfrm>
              <a:off x="5193944" y="186296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3" name="object 1763"/>
            <p:cNvSpPr/>
            <p:nvPr/>
          </p:nvSpPr>
          <p:spPr>
            <a:xfrm>
              <a:off x="5193944" y="186144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4" name="object 1764"/>
            <p:cNvSpPr/>
            <p:nvPr/>
          </p:nvSpPr>
          <p:spPr>
            <a:xfrm>
              <a:off x="5193944" y="185915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5" name="object 1765"/>
            <p:cNvSpPr/>
            <p:nvPr/>
          </p:nvSpPr>
          <p:spPr>
            <a:xfrm>
              <a:off x="5193944" y="185763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6" name="object 1766"/>
            <p:cNvSpPr/>
            <p:nvPr/>
          </p:nvSpPr>
          <p:spPr>
            <a:xfrm>
              <a:off x="5193944" y="185610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7" name="object 1767"/>
            <p:cNvSpPr/>
            <p:nvPr/>
          </p:nvSpPr>
          <p:spPr>
            <a:xfrm>
              <a:off x="5193944" y="185306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8" name="object 1768"/>
            <p:cNvSpPr/>
            <p:nvPr/>
          </p:nvSpPr>
          <p:spPr>
            <a:xfrm>
              <a:off x="5193944" y="18515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9" name="object 1769"/>
            <p:cNvSpPr/>
            <p:nvPr/>
          </p:nvSpPr>
          <p:spPr>
            <a:xfrm>
              <a:off x="5193944" y="18500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0" name="object 1770"/>
            <p:cNvSpPr/>
            <p:nvPr/>
          </p:nvSpPr>
          <p:spPr>
            <a:xfrm>
              <a:off x="5193944" y="184772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1" name="object 1771"/>
            <p:cNvSpPr/>
            <p:nvPr/>
          </p:nvSpPr>
          <p:spPr>
            <a:xfrm>
              <a:off x="5193944" y="184620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2" name="object 1772"/>
            <p:cNvSpPr/>
            <p:nvPr/>
          </p:nvSpPr>
          <p:spPr>
            <a:xfrm>
              <a:off x="5193944" y="184467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3" name="object 1773"/>
            <p:cNvSpPr/>
            <p:nvPr/>
          </p:nvSpPr>
          <p:spPr>
            <a:xfrm>
              <a:off x="5193944" y="184163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4" name="object 1774"/>
            <p:cNvSpPr/>
            <p:nvPr/>
          </p:nvSpPr>
          <p:spPr>
            <a:xfrm>
              <a:off x="5193944" y="184010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5" name="object 1775"/>
            <p:cNvSpPr/>
            <p:nvPr/>
          </p:nvSpPr>
          <p:spPr>
            <a:xfrm>
              <a:off x="5193944" y="183858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6" name="object 1776"/>
            <p:cNvSpPr/>
            <p:nvPr/>
          </p:nvSpPr>
          <p:spPr>
            <a:xfrm>
              <a:off x="5193944" y="183629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7" name="object 1777"/>
            <p:cNvSpPr/>
            <p:nvPr/>
          </p:nvSpPr>
          <p:spPr>
            <a:xfrm>
              <a:off x="5193944" y="183477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8" name="object 1778"/>
            <p:cNvSpPr/>
            <p:nvPr/>
          </p:nvSpPr>
          <p:spPr>
            <a:xfrm>
              <a:off x="5193944" y="18332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9" name="object 1779"/>
            <p:cNvSpPr/>
            <p:nvPr/>
          </p:nvSpPr>
          <p:spPr>
            <a:xfrm>
              <a:off x="5193944" y="183020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0" name="object 1780"/>
            <p:cNvSpPr/>
            <p:nvPr/>
          </p:nvSpPr>
          <p:spPr>
            <a:xfrm>
              <a:off x="5193944" y="18286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1" name="object 1781"/>
            <p:cNvSpPr/>
            <p:nvPr/>
          </p:nvSpPr>
          <p:spPr>
            <a:xfrm>
              <a:off x="5193944" y="18271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2" name="object 1782"/>
            <p:cNvSpPr/>
            <p:nvPr/>
          </p:nvSpPr>
          <p:spPr>
            <a:xfrm>
              <a:off x="5193944" y="182486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3" name="object 1783"/>
            <p:cNvSpPr/>
            <p:nvPr/>
          </p:nvSpPr>
          <p:spPr>
            <a:xfrm>
              <a:off x="5193944" y="182334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4" name="object 1784"/>
            <p:cNvSpPr/>
            <p:nvPr/>
          </p:nvSpPr>
          <p:spPr>
            <a:xfrm>
              <a:off x="5193944" y="182181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5" name="object 1785"/>
            <p:cNvSpPr/>
            <p:nvPr/>
          </p:nvSpPr>
          <p:spPr>
            <a:xfrm>
              <a:off x="5193944" y="181877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6" name="object 1786"/>
            <p:cNvSpPr/>
            <p:nvPr/>
          </p:nvSpPr>
          <p:spPr>
            <a:xfrm>
              <a:off x="5193944" y="181724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7" name="object 1787"/>
            <p:cNvSpPr/>
            <p:nvPr/>
          </p:nvSpPr>
          <p:spPr>
            <a:xfrm>
              <a:off x="5193944" y="181648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8" name="object 1788"/>
            <p:cNvSpPr/>
            <p:nvPr/>
          </p:nvSpPr>
          <p:spPr>
            <a:xfrm>
              <a:off x="5193944" y="181343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9" name="object 1789"/>
            <p:cNvSpPr/>
            <p:nvPr/>
          </p:nvSpPr>
          <p:spPr>
            <a:xfrm>
              <a:off x="5193944" y="18119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0" name="object 1790"/>
            <p:cNvSpPr/>
            <p:nvPr/>
          </p:nvSpPr>
          <p:spPr>
            <a:xfrm>
              <a:off x="5193944" y="18103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1" name="object 1791"/>
            <p:cNvSpPr/>
            <p:nvPr/>
          </p:nvSpPr>
          <p:spPr>
            <a:xfrm>
              <a:off x="5193944" y="180810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2" name="object 1792"/>
            <p:cNvSpPr/>
            <p:nvPr/>
          </p:nvSpPr>
          <p:spPr>
            <a:xfrm>
              <a:off x="5193944" y="180657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3" name="object 1793"/>
            <p:cNvSpPr/>
            <p:nvPr/>
          </p:nvSpPr>
          <p:spPr>
            <a:xfrm>
              <a:off x="5193944" y="18050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4" name="object 1794"/>
            <p:cNvSpPr/>
            <p:nvPr/>
          </p:nvSpPr>
          <p:spPr>
            <a:xfrm>
              <a:off x="5193944" y="180200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5" name="object 1795"/>
            <p:cNvSpPr/>
            <p:nvPr/>
          </p:nvSpPr>
          <p:spPr>
            <a:xfrm>
              <a:off x="5193944" y="180048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6" name="object 1796"/>
            <p:cNvSpPr/>
            <p:nvPr/>
          </p:nvSpPr>
          <p:spPr>
            <a:xfrm>
              <a:off x="5193944" y="179895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7" name="object 1797"/>
            <p:cNvSpPr/>
            <p:nvPr/>
          </p:nvSpPr>
          <p:spPr>
            <a:xfrm>
              <a:off x="5426341" y="1949084"/>
              <a:ext cx="4445" cy="92710"/>
            </a:xfrm>
            <a:custGeom>
              <a:avLst/>
              <a:gdLst/>
              <a:ahLst/>
              <a:cxnLst/>
              <a:rect l="l" t="t" r="r" b="b"/>
              <a:pathLst>
                <a:path w="4445" h="92710">
                  <a:moveTo>
                    <a:pt x="3822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0" y="89916"/>
                  </a:lnTo>
                  <a:lnTo>
                    <a:pt x="0" y="92202"/>
                  </a:lnTo>
                  <a:lnTo>
                    <a:pt x="3810" y="92202"/>
                  </a:lnTo>
                  <a:lnTo>
                    <a:pt x="3810" y="89916"/>
                  </a:lnTo>
                  <a:lnTo>
                    <a:pt x="3810" y="2286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8" name="object 1798"/>
            <p:cNvSpPr/>
            <p:nvPr/>
          </p:nvSpPr>
          <p:spPr>
            <a:xfrm>
              <a:off x="5426353" y="1951358"/>
              <a:ext cx="3810" cy="87630"/>
            </a:xfrm>
            <a:custGeom>
              <a:avLst/>
              <a:gdLst/>
              <a:ahLst/>
              <a:cxnLst/>
              <a:rect l="l" t="t" r="r" b="b"/>
              <a:pathLst>
                <a:path w="3810" h="87630">
                  <a:moveTo>
                    <a:pt x="3810" y="0"/>
                  </a:moveTo>
                  <a:lnTo>
                    <a:pt x="3810" y="87629"/>
                  </a:lnTo>
                  <a:lnTo>
                    <a:pt x="0" y="87629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9" name="object 1799"/>
            <p:cNvSpPr/>
            <p:nvPr/>
          </p:nvSpPr>
          <p:spPr>
            <a:xfrm>
              <a:off x="5393588" y="2038007"/>
              <a:ext cx="71755" cy="70485"/>
            </a:xfrm>
            <a:custGeom>
              <a:avLst/>
              <a:gdLst/>
              <a:ahLst/>
              <a:cxnLst/>
              <a:rect l="l" t="t" r="r" b="b"/>
              <a:pathLst>
                <a:path w="71754" h="70485">
                  <a:moveTo>
                    <a:pt x="71627" y="40605"/>
                  </a:moveTo>
                  <a:lnTo>
                    <a:pt x="71627" y="35271"/>
                  </a:lnTo>
                  <a:lnTo>
                    <a:pt x="71627" y="29937"/>
                  </a:lnTo>
                  <a:lnTo>
                    <a:pt x="70103" y="24603"/>
                  </a:lnTo>
                  <a:lnTo>
                    <a:pt x="55583" y="5644"/>
                  </a:lnTo>
                  <a:lnTo>
                    <a:pt x="34166" y="0"/>
                  </a:lnTo>
                  <a:lnTo>
                    <a:pt x="13382" y="7418"/>
                  </a:lnTo>
                  <a:lnTo>
                    <a:pt x="761" y="27651"/>
                  </a:lnTo>
                  <a:lnTo>
                    <a:pt x="0" y="32985"/>
                  </a:lnTo>
                  <a:lnTo>
                    <a:pt x="0" y="37557"/>
                  </a:lnTo>
                  <a:lnTo>
                    <a:pt x="10653" y="60891"/>
                  </a:lnTo>
                  <a:lnTo>
                    <a:pt x="31918" y="70480"/>
                  </a:lnTo>
                  <a:lnTo>
                    <a:pt x="54749" y="65512"/>
                  </a:lnTo>
                  <a:lnTo>
                    <a:pt x="70103" y="45177"/>
                  </a:lnTo>
                  <a:lnTo>
                    <a:pt x="71627" y="4060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0" name="object 1800"/>
            <p:cNvSpPr/>
            <p:nvPr/>
          </p:nvSpPr>
          <p:spPr>
            <a:xfrm>
              <a:off x="5393588" y="2038007"/>
              <a:ext cx="71755" cy="70485"/>
            </a:xfrm>
            <a:custGeom>
              <a:avLst/>
              <a:gdLst/>
              <a:ahLst/>
              <a:cxnLst/>
              <a:rect l="l" t="t" r="r" b="b"/>
              <a:pathLst>
                <a:path w="71754" h="70485">
                  <a:moveTo>
                    <a:pt x="71627" y="35271"/>
                  </a:moveTo>
                  <a:lnTo>
                    <a:pt x="71627" y="29937"/>
                  </a:lnTo>
                  <a:lnTo>
                    <a:pt x="70103" y="24603"/>
                  </a:lnTo>
                  <a:lnTo>
                    <a:pt x="55583" y="5644"/>
                  </a:lnTo>
                  <a:lnTo>
                    <a:pt x="34166" y="0"/>
                  </a:lnTo>
                  <a:lnTo>
                    <a:pt x="13382" y="7418"/>
                  </a:lnTo>
                  <a:lnTo>
                    <a:pt x="761" y="27651"/>
                  </a:lnTo>
                  <a:lnTo>
                    <a:pt x="0" y="32985"/>
                  </a:lnTo>
                  <a:lnTo>
                    <a:pt x="0" y="37557"/>
                  </a:lnTo>
                  <a:lnTo>
                    <a:pt x="10653" y="60891"/>
                  </a:lnTo>
                  <a:lnTo>
                    <a:pt x="31918" y="70480"/>
                  </a:lnTo>
                  <a:lnTo>
                    <a:pt x="54749" y="65512"/>
                  </a:lnTo>
                  <a:lnTo>
                    <a:pt x="70103" y="45177"/>
                  </a:lnTo>
                  <a:lnTo>
                    <a:pt x="71627" y="40605"/>
                  </a:lnTo>
                  <a:lnTo>
                    <a:pt x="71627" y="3527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1" name="object 1801"/>
            <p:cNvSpPr/>
            <p:nvPr/>
          </p:nvSpPr>
          <p:spPr>
            <a:xfrm>
              <a:off x="5421770" y="1968134"/>
              <a:ext cx="187960" cy="120650"/>
            </a:xfrm>
            <a:custGeom>
              <a:avLst/>
              <a:gdLst/>
              <a:ahLst/>
              <a:cxnLst/>
              <a:rect l="l" t="t" r="r" b="b"/>
              <a:pathLst>
                <a:path w="187960" h="120650">
                  <a:moveTo>
                    <a:pt x="11430" y="88392"/>
                  </a:moveTo>
                  <a:lnTo>
                    <a:pt x="9144" y="88392"/>
                  </a:lnTo>
                  <a:lnTo>
                    <a:pt x="7620" y="89916"/>
                  </a:lnTo>
                  <a:lnTo>
                    <a:pt x="6858" y="91440"/>
                  </a:lnTo>
                  <a:lnTo>
                    <a:pt x="3810" y="94488"/>
                  </a:lnTo>
                  <a:lnTo>
                    <a:pt x="2286" y="95250"/>
                  </a:lnTo>
                  <a:lnTo>
                    <a:pt x="0" y="96012"/>
                  </a:lnTo>
                  <a:lnTo>
                    <a:pt x="0" y="99822"/>
                  </a:lnTo>
                  <a:lnTo>
                    <a:pt x="1524" y="99822"/>
                  </a:lnTo>
                  <a:lnTo>
                    <a:pt x="2286" y="99060"/>
                  </a:lnTo>
                  <a:lnTo>
                    <a:pt x="6858" y="96774"/>
                  </a:lnTo>
                  <a:lnTo>
                    <a:pt x="7620" y="95250"/>
                  </a:lnTo>
                  <a:lnTo>
                    <a:pt x="7620" y="120396"/>
                  </a:lnTo>
                  <a:lnTo>
                    <a:pt x="11430" y="120396"/>
                  </a:lnTo>
                  <a:lnTo>
                    <a:pt x="11430" y="88392"/>
                  </a:lnTo>
                  <a:close/>
                </a:path>
                <a:path w="187960" h="120650">
                  <a:moveTo>
                    <a:pt x="187439" y="0"/>
                  </a:moveTo>
                  <a:lnTo>
                    <a:pt x="183629" y="0"/>
                  </a:lnTo>
                  <a:lnTo>
                    <a:pt x="183629" y="93726"/>
                  </a:lnTo>
                  <a:lnTo>
                    <a:pt x="183642" y="95250"/>
                  </a:lnTo>
                  <a:lnTo>
                    <a:pt x="187439" y="95250"/>
                  </a:lnTo>
                  <a:lnTo>
                    <a:pt x="187439" y="93726"/>
                  </a:lnTo>
                  <a:lnTo>
                    <a:pt x="1874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2" name="object 1802"/>
            <p:cNvSpPr/>
            <p:nvPr/>
          </p:nvSpPr>
          <p:spPr>
            <a:xfrm>
              <a:off x="5607316" y="1968122"/>
              <a:ext cx="0" cy="94615"/>
            </a:xfrm>
            <a:custGeom>
              <a:avLst/>
              <a:gdLst/>
              <a:ahLst/>
              <a:cxnLst/>
              <a:rect l="l" t="t" r="r" b="b"/>
              <a:pathLst>
                <a:path h="94614">
                  <a:moveTo>
                    <a:pt x="0" y="0"/>
                  </a:moveTo>
                  <a:lnTo>
                    <a:pt x="0" y="94106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3" name="object 1803"/>
            <p:cNvSpPr/>
            <p:nvPr/>
          </p:nvSpPr>
          <p:spPr>
            <a:xfrm>
              <a:off x="5569610" y="2037998"/>
              <a:ext cx="72390" cy="71120"/>
            </a:xfrm>
            <a:custGeom>
              <a:avLst/>
              <a:gdLst/>
              <a:ahLst/>
              <a:cxnLst/>
              <a:rect l="l" t="t" r="r" b="b"/>
              <a:pathLst>
                <a:path w="72389" h="71119">
                  <a:moveTo>
                    <a:pt x="72389" y="35280"/>
                  </a:moveTo>
                  <a:lnTo>
                    <a:pt x="70865" y="24612"/>
                  </a:lnTo>
                  <a:lnTo>
                    <a:pt x="55327" y="5297"/>
                  </a:lnTo>
                  <a:lnTo>
                    <a:pt x="33799" y="0"/>
                  </a:lnTo>
                  <a:lnTo>
                    <a:pt x="13278" y="7771"/>
                  </a:lnTo>
                  <a:lnTo>
                    <a:pt x="761" y="27660"/>
                  </a:lnTo>
                  <a:lnTo>
                    <a:pt x="0" y="32994"/>
                  </a:lnTo>
                  <a:lnTo>
                    <a:pt x="0" y="37566"/>
                  </a:lnTo>
                  <a:lnTo>
                    <a:pt x="10854" y="60890"/>
                  </a:lnTo>
                  <a:lnTo>
                    <a:pt x="32175" y="70585"/>
                  </a:lnTo>
                  <a:lnTo>
                    <a:pt x="55124" y="65675"/>
                  </a:lnTo>
                  <a:lnTo>
                    <a:pt x="70865" y="45186"/>
                  </a:lnTo>
                  <a:lnTo>
                    <a:pt x="72389" y="3528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4" name="object 1804"/>
            <p:cNvSpPr/>
            <p:nvPr/>
          </p:nvSpPr>
          <p:spPr>
            <a:xfrm>
              <a:off x="5569610" y="2037998"/>
              <a:ext cx="72390" cy="71120"/>
            </a:xfrm>
            <a:custGeom>
              <a:avLst/>
              <a:gdLst/>
              <a:ahLst/>
              <a:cxnLst/>
              <a:rect l="l" t="t" r="r" b="b"/>
              <a:pathLst>
                <a:path w="72389" h="71119">
                  <a:moveTo>
                    <a:pt x="72389" y="35280"/>
                  </a:moveTo>
                  <a:lnTo>
                    <a:pt x="70865" y="24612"/>
                  </a:lnTo>
                  <a:lnTo>
                    <a:pt x="55327" y="5297"/>
                  </a:lnTo>
                  <a:lnTo>
                    <a:pt x="33799" y="0"/>
                  </a:lnTo>
                  <a:lnTo>
                    <a:pt x="13278" y="7771"/>
                  </a:lnTo>
                  <a:lnTo>
                    <a:pt x="761" y="27660"/>
                  </a:lnTo>
                  <a:lnTo>
                    <a:pt x="0" y="32994"/>
                  </a:lnTo>
                  <a:lnTo>
                    <a:pt x="0" y="37566"/>
                  </a:lnTo>
                  <a:lnTo>
                    <a:pt x="10854" y="60890"/>
                  </a:lnTo>
                  <a:lnTo>
                    <a:pt x="32175" y="70585"/>
                  </a:lnTo>
                  <a:lnTo>
                    <a:pt x="55124" y="65675"/>
                  </a:lnTo>
                  <a:lnTo>
                    <a:pt x="70865" y="45186"/>
                  </a:lnTo>
                  <a:lnTo>
                    <a:pt x="71627" y="40614"/>
                  </a:lnTo>
                  <a:lnTo>
                    <a:pt x="72389" y="3528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5" name="object 1805"/>
            <p:cNvSpPr/>
            <p:nvPr/>
          </p:nvSpPr>
          <p:spPr>
            <a:xfrm>
              <a:off x="5277751" y="1950608"/>
              <a:ext cx="338455" cy="220979"/>
            </a:xfrm>
            <a:custGeom>
              <a:avLst/>
              <a:gdLst/>
              <a:ahLst/>
              <a:cxnLst/>
              <a:rect l="l" t="t" r="r" b="b"/>
              <a:pathLst>
                <a:path w="338454" h="220980">
                  <a:moveTo>
                    <a:pt x="4572" y="218694"/>
                  </a:moveTo>
                  <a:lnTo>
                    <a:pt x="3810" y="2286"/>
                  </a:lnTo>
                  <a:lnTo>
                    <a:pt x="3810" y="0"/>
                  </a:lnTo>
                  <a:lnTo>
                    <a:pt x="0" y="0"/>
                  </a:lnTo>
                  <a:lnTo>
                    <a:pt x="0" y="2286"/>
                  </a:lnTo>
                  <a:lnTo>
                    <a:pt x="762" y="218694"/>
                  </a:lnTo>
                  <a:lnTo>
                    <a:pt x="774" y="220980"/>
                  </a:lnTo>
                  <a:lnTo>
                    <a:pt x="4572" y="220980"/>
                  </a:lnTo>
                  <a:lnTo>
                    <a:pt x="4572" y="218694"/>
                  </a:lnTo>
                  <a:close/>
                </a:path>
                <a:path w="338454" h="220980">
                  <a:moveTo>
                    <a:pt x="338315" y="115062"/>
                  </a:moveTo>
                  <a:lnTo>
                    <a:pt x="337553" y="111252"/>
                  </a:lnTo>
                  <a:lnTo>
                    <a:pt x="335267" y="108204"/>
                  </a:lnTo>
                  <a:lnTo>
                    <a:pt x="328409" y="105918"/>
                  </a:lnTo>
                  <a:lnTo>
                    <a:pt x="324599" y="106680"/>
                  </a:lnTo>
                  <a:lnTo>
                    <a:pt x="319265" y="111252"/>
                  </a:lnTo>
                  <a:lnTo>
                    <a:pt x="317741" y="115062"/>
                  </a:lnTo>
                  <a:lnTo>
                    <a:pt x="322313" y="115062"/>
                  </a:lnTo>
                  <a:lnTo>
                    <a:pt x="322313" y="112776"/>
                  </a:lnTo>
                  <a:lnTo>
                    <a:pt x="325361" y="109728"/>
                  </a:lnTo>
                  <a:lnTo>
                    <a:pt x="330695" y="109728"/>
                  </a:lnTo>
                  <a:lnTo>
                    <a:pt x="333743" y="112776"/>
                  </a:lnTo>
                  <a:lnTo>
                    <a:pt x="333743" y="116586"/>
                  </a:lnTo>
                  <a:lnTo>
                    <a:pt x="320027" y="131064"/>
                  </a:lnTo>
                  <a:lnTo>
                    <a:pt x="316979" y="137922"/>
                  </a:lnTo>
                  <a:lnTo>
                    <a:pt x="338315" y="137922"/>
                  </a:lnTo>
                  <a:lnTo>
                    <a:pt x="338315" y="134112"/>
                  </a:lnTo>
                  <a:lnTo>
                    <a:pt x="323075" y="134112"/>
                  </a:lnTo>
                  <a:lnTo>
                    <a:pt x="335267" y="121920"/>
                  </a:lnTo>
                  <a:lnTo>
                    <a:pt x="338315" y="1150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6" name="object 1806"/>
            <p:cNvSpPr/>
            <p:nvPr/>
          </p:nvSpPr>
          <p:spPr>
            <a:xfrm>
              <a:off x="5277764" y="1952882"/>
              <a:ext cx="5080" cy="216535"/>
            </a:xfrm>
            <a:custGeom>
              <a:avLst/>
              <a:gdLst/>
              <a:ahLst/>
              <a:cxnLst/>
              <a:rect l="l" t="t" r="r" b="b"/>
              <a:pathLst>
                <a:path w="5079" h="216535">
                  <a:moveTo>
                    <a:pt x="4572" y="216408"/>
                  </a:moveTo>
                  <a:lnTo>
                    <a:pt x="762" y="216408"/>
                  </a:lnTo>
                  <a:lnTo>
                    <a:pt x="0" y="0"/>
                  </a:lnTo>
                  <a:lnTo>
                    <a:pt x="3810" y="0"/>
                  </a:lnTo>
                  <a:lnTo>
                    <a:pt x="4572" y="21640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7" name="object 1807"/>
            <p:cNvSpPr/>
            <p:nvPr/>
          </p:nvSpPr>
          <p:spPr>
            <a:xfrm>
              <a:off x="5230520" y="1862985"/>
              <a:ext cx="97790" cy="96520"/>
            </a:xfrm>
            <a:custGeom>
              <a:avLst/>
              <a:gdLst/>
              <a:ahLst/>
              <a:cxnLst/>
              <a:rect l="l" t="t" r="r" b="b"/>
              <a:pathLst>
                <a:path w="97789" h="96519">
                  <a:moveTo>
                    <a:pt x="97536" y="54082"/>
                  </a:moveTo>
                  <a:lnTo>
                    <a:pt x="97536" y="47986"/>
                  </a:lnTo>
                  <a:lnTo>
                    <a:pt x="97536" y="41890"/>
                  </a:lnTo>
                  <a:lnTo>
                    <a:pt x="96012" y="35794"/>
                  </a:lnTo>
                  <a:lnTo>
                    <a:pt x="75994" y="7747"/>
                  </a:lnTo>
                  <a:lnTo>
                    <a:pt x="45686" y="0"/>
                  </a:lnTo>
                  <a:lnTo>
                    <a:pt x="16728" y="11674"/>
                  </a:lnTo>
                  <a:lnTo>
                    <a:pt x="762" y="41890"/>
                  </a:lnTo>
                  <a:lnTo>
                    <a:pt x="0" y="47986"/>
                  </a:lnTo>
                  <a:lnTo>
                    <a:pt x="762" y="54082"/>
                  </a:lnTo>
                  <a:lnTo>
                    <a:pt x="16607" y="84683"/>
                  </a:lnTo>
                  <a:lnTo>
                    <a:pt x="46048" y="96493"/>
                  </a:lnTo>
                  <a:lnTo>
                    <a:pt x="76658" y="88621"/>
                  </a:lnTo>
                  <a:lnTo>
                    <a:pt x="96012" y="60178"/>
                  </a:lnTo>
                  <a:lnTo>
                    <a:pt x="97536" y="540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8" name="object 1808"/>
            <p:cNvSpPr/>
            <p:nvPr/>
          </p:nvSpPr>
          <p:spPr>
            <a:xfrm>
              <a:off x="5230520" y="1862985"/>
              <a:ext cx="97790" cy="96520"/>
            </a:xfrm>
            <a:custGeom>
              <a:avLst/>
              <a:gdLst/>
              <a:ahLst/>
              <a:cxnLst/>
              <a:rect l="l" t="t" r="r" b="b"/>
              <a:pathLst>
                <a:path w="97789" h="96519">
                  <a:moveTo>
                    <a:pt x="97536" y="47986"/>
                  </a:moveTo>
                  <a:lnTo>
                    <a:pt x="97536" y="41890"/>
                  </a:lnTo>
                  <a:lnTo>
                    <a:pt x="96012" y="35794"/>
                  </a:lnTo>
                  <a:lnTo>
                    <a:pt x="75994" y="7747"/>
                  </a:lnTo>
                  <a:lnTo>
                    <a:pt x="45686" y="0"/>
                  </a:lnTo>
                  <a:lnTo>
                    <a:pt x="16728" y="11674"/>
                  </a:lnTo>
                  <a:lnTo>
                    <a:pt x="762" y="41890"/>
                  </a:lnTo>
                  <a:lnTo>
                    <a:pt x="0" y="47986"/>
                  </a:lnTo>
                  <a:lnTo>
                    <a:pt x="762" y="54082"/>
                  </a:lnTo>
                  <a:lnTo>
                    <a:pt x="16607" y="84683"/>
                  </a:lnTo>
                  <a:lnTo>
                    <a:pt x="46048" y="96493"/>
                  </a:lnTo>
                  <a:lnTo>
                    <a:pt x="76658" y="88621"/>
                  </a:lnTo>
                  <a:lnTo>
                    <a:pt x="96012" y="60178"/>
                  </a:lnTo>
                  <a:lnTo>
                    <a:pt x="97536" y="54082"/>
                  </a:lnTo>
                  <a:lnTo>
                    <a:pt x="97536" y="479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9" name="object 1809"/>
            <p:cNvSpPr/>
            <p:nvPr/>
          </p:nvSpPr>
          <p:spPr>
            <a:xfrm>
              <a:off x="5245747" y="1861962"/>
              <a:ext cx="68580" cy="98425"/>
            </a:xfrm>
            <a:custGeom>
              <a:avLst/>
              <a:gdLst/>
              <a:ahLst/>
              <a:cxnLst/>
              <a:rect l="l" t="t" r="r" b="b"/>
              <a:pathLst>
                <a:path w="68579" h="98425">
                  <a:moveTo>
                    <a:pt x="68580" y="84074"/>
                  </a:moveTo>
                  <a:lnTo>
                    <a:pt x="35052" y="49784"/>
                  </a:lnTo>
                  <a:lnTo>
                    <a:pt x="34290" y="49784"/>
                  </a:lnTo>
                  <a:lnTo>
                    <a:pt x="0" y="84074"/>
                  </a:lnTo>
                  <a:lnTo>
                    <a:pt x="3048" y="87122"/>
                  </a:lnTo>
                  <a:lnTo>
                    <a:pt x="17132" y="95326"/>
                  </a:lnTo>
                  <a:lnTo>
                    <a:pt x="34137" y="98018"/>
                  </a:lnTo>
                  <a:lnTo>
                    <a:pt x="51041" y="95059"/>
                  </a:lnTo>
                  <a:lnTo>
                    <a:pt x="64770" y="86360"/>
                  </a:lnTo>
                  <a:lnTo>
                    <a:pt x="68580" y="84074"/>
                  </a:lnTo>
                  <a:close/>
                </a:path>
                <a:path w="68579" h="98425">
                  <a:moveTo>
                    <a:pt x="68580" y="13970"/>
                  </a:moveTo>
                  <a:lnTo>
                    <a:pt x="64770" y="10922"/>
                  </a:lnTo>
                  <a:lnTo>
                    <a:pt x="50863" y="2425"/>
                  </a:lnTo>
                  <a:lnTo>
                    <a:pt x="33997" y="0"/>
                  </a:lnTo>
                  <a:lnTo>
                    <a:pt x="17094" y="3225"/>
                  </a:lnTo>
                  <a:lnTo>
                    <a:pt x="3048" y="11684"/>
                  </a:lnTo>
                  <a:lnTo>
                    <a:pt x="0" y="14732"/>
                  </a:lnTo>
                  <a:lnTo>
                    <a:pt x="34290" y="48260"/>
                  </a:lnTo>
                  <a:lnTo>
                    <a:pt x="35052" y="48260"/>
                  </a:lnTo>
                  <a:lnTo>
                    <a:pt x="68580" y="139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0" name="object 1810"/>
            <p:cNvSpPr/>
            <p:nvPr/>
          </p:nvSpPr>
          <p:spPr>
            <a:xfrm>
              <a:off x="5230520" y="1862985"/>
              <a:ext cx="97790" cy="96520"/>
            </a:xfrm>
            <a:custGeom>
              <a:avLst/>
              <a:gdLst/>
              <a:ahLst/>
              <a:cxnLst/>
              <a:rect l="l" t="t" r="r" b="b"/>
              <a:pathLst>
                <a:path w="97789" h="96519">
                  <a:moveTo>
                    <a:pt x="97536" y="47986"/>
                  </a:moveTo>
                  <a:lnTo>
                    <a:pt x="97536" y="41890"/>
                  </a:lnTo>
                  <a:lnTo>
                    <a:pt x="96012" y="35794"/>
                  </a:lnTo>
                  <a:lnTo>
                    <a:pt x="75994" y="7747"/>
                  </a:lnTo>
                  <a:lnTo>
                    <a:pt x="45686" y="0"/>
                  </a:lnTo>
                  <a:lnTo>
                    <a:pt x="16728" y="11674"/>
                  </a:lnTo>
                  <a:lnTo>
                    <a:pt x="762" y="41890"/>
                  </a:lnTo>
                  <a:lnTo>
                    <a:pt x="0" y="47986"/>
                  </a:lnTo>
                  <a:lnTo>
                    <a:pt x="762" y="54082"/>
                  </a:lnTo>
                  <a:lnTo>
                    <a:pt x="16607" y="84683"/>
                  </a:lnTo>
                  <a:lnTo>
                    <a:pt x="46048" y="96493"/>
                  </a:lnTo>
                  <a:lnTo>
                    <a:pt x="76658" y="88621"/>
                  </a:lnTo>
                  <a:lnTo>
                    <a:pt x="96012" y="60178"/>
                  </a:lnTo>
                  <a:lnTo>
                    <a:pt x="97536" y="54082"/>
                  </a:lnTo>
                  <a:lnTo>
                    <a:pt x="97536" y="47986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1" name="object 1811"/>
            <p:cNvSpPr/>
            <p:nvPr/>
          </p:nvSpPr>
          <p:spPr>
            <a:xfrm>
              <a:off x="5325770" y="1904114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4572" y="6858"/>
                  </a:moveTo>
                  <a:lnTo>
                    <a:pt x="4572" y="0"/>
                  </a:lnTo>
                  <a:lnTo>
                    <a:pt x="0" y="1524"/>
                  </a:lnTo>
                  <a:lnTo>
                    <a:pt x="0" y="6858"/>
                  </a:lnTo>
                  <a:lnTo>
                    <a:pt x="4572" y="68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2" name="object 1812"/>
            <p:cNvSpPr/>
            <p:nvPr/>
          </p:nvSpPr>
          <p:spPr>
            <a:xfrm>
              <a:off x="5325770" y="1904114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4572" y="6858"/>
                  </a:moveTo>
                  <a:lnTo>
                    <a:pt x="0" y="6858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4572" y="0"/>
                  </a:lnTo>
                  <a:lnTo>
                    <a:pt x="4572" y="68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3" name="object 1813"/>
            <p:cNvSpPr/>
            <p:nvPr/>
          </p:nvSpPr>
          <p:spPr>
            <a:xfrm>
              <a:off x="5324246" y="1898018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19">
                  <a:moveTo>
                    <a:pt x="6096" y="6096"/>
                  </a:moveTo>
                  <a:lnTo>
                    <a:pt x="4572" y="0"/>
                  </a:lnTo>
                  <a:lnTo>
                    <a:pt x="762" y="1524"/>
                  </a:lnTo>
                  <a:lnTo>
                    <a:pt x="0" y="1524"/>
                  </a:lnTo>
                  <a:lnTo>
                    <a:pt x="1524" y="7620"/>
                  </a:lnTo>
                  <a:lnTo>
                    <a:pt x="6096" y="60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4" name="object 1814"/>
            <p:cNvSpPr/>
            <p:nvPr/>
          </p:nvSpPr>
          <p:spPr>
            <a:xfrm>
              <a:off x="5324246" y="1898018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19">
                  <a:moveTo>
                    <a:pt x="6096" y="6096"/>
                  </a:moveTo>
                  <a:lnTo>
                    <a:pt x="1524" y="7620"/>
                  </a:lnTo>
                  <a:lnTo>
                    <a:pt x="0" y="1524"/>
                  </a:lnTo>
                  <a:lnTo>
                    <a:pt x="762" y="1524"/>
                  </a:lnTo>
                  <a:lnTo>
                    <a:pt x="4572" y="0"/>
                  </a:lnTo>
                  <a:lnTo>
                    <a:pt x="6096" y="60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5" name="object 1815"/>
            <p:cNvSpPr/>
            <p:nvPr/>
          </p:nvSpPr>
          <p:spPr>
            <a:xfrm>
              <a:off x="5322722" y="1892684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5">
                  <a:moveTo>
                    <a:pt x="6096" y="5334"/>
                  </a:moveTo>
                  <a:lnTo>
                    <a:pt x="4572" y="0"/>
                  </a:lnTo>
                  <a:lnTo>
                    <a:pt x="0" y="1524"/>
                  </a:lnTo>
                  <a:lnTo>
                    <a:pt x="2286" y="6858"/>
                  </a:lnTo>
                  <a:lnTo>
                    <a:pt x="6096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6" name="object 1816"/>
            <p:cNvSpPr/>
            <p:nvPr/>
          </p:nvSpPr>
          <p:spPr>
            <a:xfrm>
              <a:off x="5322722" y="1892684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5">
                  <a:moveTo>
                    <a:pt x="6096" y="5334"/>
                  </a:moveTo>
                  <a:lnTo>
                    <a:pt x="2286" y="6858"/>
                  </a:lnTo>
                  <a:lnTo>
                    <a:pt x="0" y="1524"/>
                  </a:lnTo>
                  <a:lnTo>
                    <a:pt x="4572" y="0"/>
                  </a:lnTo>
                  <a:lnTo>
                    <a:pt x="6096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7" name="object 1817"/>
            <p:cNvSpPr/>
            <p:nvPr/>
          </p:nvSpPr>
          <p:spPr>
            <a:xfrm>
              <a:off x="5320436" y="1886588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19">
                  <a:moveTo>
                    <a:pt x="6858" y="6096"/>
                  </a:moveTo>
                  <a:lnTo>
                    <a:pt x="3810" y="0"/>
                  </a:lnTo>
                  <a:lnTo>
                    <a:pt x="0" y="2286"/>
                  </a:lnTo>
                  <a:lnTo>
                    <a:pt x="2286" y="7620"/>
                  </a:lnTo>
                  <a:lnTo>
                    <a:pt x="6858" y="60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8" name="object 1818"/>
            <p:cNvSpPr/>
            <p:nvPr/>
          </p:nvSpPr>
          <p:spPr>
            <a:xfrm>
              <a:off x="5320436" y="1886588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19">
                  <a:moveTo>
                    <a:pt x="6858" y="6096"/>
                  </a:moveTo>
                  <a:lnTo>
                    <a:pt x="2286" y="7620"/>
                  </a:lnTo>
                  <a:lnTo>
                    <a:pt x="0" y="2286"/>
                  </a:lnTo>
                  <a:lnTo>
                    <a:pt x="3810" y="0"/>
                  </a:lnTo>
                  <a:lnTo>
                    <a:pt x="6858" y="60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9" name="object 1819"/>
            <p:cNvSpPr/>
            <p:nvPr/>
          </p:nvSpPr>
          <p:spPr>
            <a:xfrm>
              <a:off x="5317388" y="1881254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19">
                  <a:moveTo>
                    <a:pt x="6858" y="5334"/>
                  </a:moveTo>
                  <a:lnTo>
                    <a:pt x="3810" y="0"/>
                  </a:lnTo>
                  <a:lnTo>
                    <a:pt x="3048" y="0"/>
                  </a:lnTo>
                  <a:lnTo>
                    <a:pt x="0" y="3048"/>
                  </a:lnTo>
                  <a:lnTo>
                    <a:pt x="3048" y="7620"/>
                  </a:lnTo>
                  <a:lnTo>
                    <a:pt x="6858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0" name="object 1820"/>
            <p:cNvSpPr/>
            <p:nvPr/>
          </p:nvSpPr>
          <p:spPr>
            <a:xfrm>
              <a:off x="5317388" y="1881254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19">
                  <a:moveTo>
                    <a:pt x="6858" y="5334"/>
                  </a:moveTo>
                  <a:lnTo>
                    <a:pt x="3048" y="7620"/>
                  </a:lnTo>
                  <a:lnTo>
                    <a:pt x="0" y="3048"/>
                  </a:lnTo>
                  <a:lnTo>
                    <a:pt x="3048" y="0"/>
                  </a:lnTo>
                  <a:lnTo>
                    <a:pt x="3810" y="0"/>
                  </a:lnTo>
                  <a:lnTo>
                    <a:pt x="6858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1" name="object 1821"/>
            <p:cNvSpPr/>
            <p:nvPr/>
          </p:nvSpPr>
          <p:spPr>
            <a:xfrm>
              <a:off x="5313578" y="1875920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6858" y="5334"/>
                  </a:moveTo>
                  <a:lnTo>
                    <a:pt x="3048" y="762"/>
                  </a:lnTo>
                  <a:lnTo>
                    <a:pt x="3048" y="0"/>
                  </a:lnTo>
                  <a:lnTo>
                    <a:pt x="0" y="3810"/>
                  </a:lnTo>
                  <a:lnTo>
                    <a:pt x="3810" y="8382"/>
                  </a:lnTo>
                  <a:lnTo>
                    <a:pt x="6858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2" name="object 1822"/>
            <p:cNvSpPr/>
            <p:nvPr/>
          </p:nvSpPr>
          <p:spPr>
            <a:xfrm>
              <a:off x="5313578" y="1875920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6858" y="5334"/>
                  </a:moveTo>
                  <a:lnTo>
                    <a:pt x="3810" y="8382"/>
                  </a:lnTo>
                  <a:lnTo>
                    <a:pt x="0" y="3810"/>
                  </a:lnTo>
                  <a:lnTo>
                    <a:pt x="3048" y="0"/>
                  </a:lnTo>
                  <a:lnTo>
                    <a:pt x="3048" y="762"/>
                  </a:lnTo>
                  <a:lnTo>
                    <a:pt x="6858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3" name="object 1823"/>
            <p:cNvSpPr/>
            <p:nvPr/>
          </p:nvSpPr>
          <p:spPr>
            <a:xfrm>
              <a:off x="5309006" y="187211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338" y="3386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338" y="3386"/>
                  </a:lnTo>
                  <a:close/>
                </a:path>
                <a:path w="7620" h="7619">
                  <a:moveTo>
                    <a:pt x="7620" y="3810"/>
                  </a:moveTo>
                  <a:lnTo>
                    <a:pt x="3048" y="0"/>
                  </a:lnTo>
                  <a:lnTo>
                    <a:pt x="338" y="3386"/>
                  </a:lnTo>
                  <a:lnTo>
                    <a:pt x="4572" y="7620"/>
                  </a:lnTo>
                  <a:lnTo>
                    <a:pt x="762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4" name="object 1824"/>
            <p:cNvSpPr/>
            <p:nvPr/>
          </p:nvSpPr>
          <p:spPr>
            <a:xfrm>
              <a:off x="5309006" y="187211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20" y="3810"/>
                  </a:moveTo>
                  <a:lnTo>
                    <a:pt x="4572" y="7620"/>
                  </a:lnTo>
                  <a:lnTo>
                    <a:pt x="0" y="3048"/>
                  </a:lnTo>
                  <a:lnTo>
                    <a:pt x="0" y="3810"/>
                  </a:lnTo>
                  <a:lnTo>
                    <a:pt x="3048" y="0"/>
                  </a:lnTo>
                  <a:lnTo>
                    <a:pt x="762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5" name="object 1825"/>
            <p:cNvSpPr/>
            <p:nvPr/>
          </p:nvSpPr>
          <p:spPr>
            <a:xfrm>
              <a:off x="5304434" y="186830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20" y="3810"/>
                  </a:moveTo>
                  <a:lnTo>
                    <a:pt x="2286" y="0"/>
                  </a:lnTo>
                  <a:lnTo>
                    <a:pt x="0" y="3810"/>
                  </a:lnTo>
                  <a:lnTo>
                    <a:pt x="4572" y="7620"/>
                  </a:lnTo>
                  <a:lnTo>
                    <a:pt x="762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6" name="object 1826"/>
            <p:cNvSpPr/>
            <p:nvPr/>
          </p:nvSpPr>
          <p:spPr>
            <a:xfrm>
              <a:off x="5304434" y="186830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20" y="3810"/>
                  </a:moveTo>
                  <a:lnTo>
                    <a:pt x="4572" y="7620"/>
                  </a:lnTo>
                  <a:lnTo>
                    <a:pt x="0" y="3810"/>
                  </a:lnTo>
                  <a:lnTo>
                    <a:pt x="2286" y="0"/>
                  </a:lnTo>
                  <a:lnTo>
                    <a:pt x="762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7" name="object 1827"/>
            <p:cNvSpPr/>
            <p:nvPr/>
          </p:nvSpPr>
          <p:spPr>
            <a:xfrm>
              <a:off x="5299100" y="1865252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620" y="3048"/>
                  </a:moveTo>
                  <a:lnTo>
                    <a:pt x="2286" y="0"/>
                  </a:lnTo>
                  <a:lnTo>
                    <a:pt x="1524" y="0"/>
                  </a:lnTo>
                  <a:lnTo>
                    <a:pt x="0" y="3810"/>
                  </a:lnTo>
                  <a:lnTo>
                    <a:pt x="5334" y="6858"/>
                  </a:lnTo>
                  <a:lnTo>
                    <a:pt x="7620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8" name="object 1828"/>
            <p:cNvSpPr/>
            <p:nvPr/>
          </p:nvSpPr>
          <p:spPr>
            <a:xfrm>
              <a:off x="5299100" y="1865252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620" y="3048"/>
                  </a:moveTo>
                  <a:lnTo>
                    <a:pt x="5334" y="6858"/>
                  </a:lnTo>
                  <a:lnTo>
                    <a:pt x="0" y="3810"/>
                  </a:lnTo>
                  <a:lnTo>
                    <a:pt x="1524" y="0"/>
                  </a:lnTo>
                  <a:lnTo>
                    <a:pt x="2286" y="0"/>
                  </a:lnTo>
                  <a:lnTo>
                    <a:pt x="7620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9" name="object 1829"/>
            <p:cNvSpPr/>
            <p:nvPr/>
          </p:nvSpPr>
          <p:spPr>
            <a:xfrm>
              <a:off x="5293766" y="1862966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858" y="2286"/>
                  </a:moveTo>
                  <a:lnTo>
                    <a:pt x="1524" y="0"/>
                  </a:lnTo>
                  <a:lnTo>
                    <a:pt x="0" y="3810"/>
                  </a:lnTo>
                  <a:lnTo>
                    <a:pt x="5334" y="6096"/>
                  </a:lnTo>
                  <a:lnTo>
                    <a:pt x="6858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0" name="object 1830"/>
            <p:cNvSpPr/>
            <p:nvPr/>
          </p:nvSpPr>
          <p:spPr>
            <a:xfrm>
              <a:off x="5293766" y="1862966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858" y="2286"/>
                  </a:moveTo>
                  <a:lnTo>
                    <a:pt x="5334" y="6096"/>
                  </a:lnTo>
                  <a:lnTo>
                    <a:pt x="0" y="3810"/>
                  </a:lnTo>
                  <a:lnTo>
                    <a:pt x="1524" y="0"/>
                  </a:lnTo>
                  <a:lnTo>
                    <a:pt x="6858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1" name="object 1831"/>
            <p:cNvSpPr/>
            <p:nvPr/>
          </p:nvSpPr>
          <p:spPr>
            <a:xfrm>
              <a:off x="5287670" y="1861442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7620" y="1524"/>
                  </a:moveTo>
                  <a:lnTo>
                    <a:pt x="1524" y="0"/>
                  </a:lnTo>
                  <a:lnTo>
                    <a:pt x="762" y="0"/>
                  </a:lnTo>
                  <a:lnTo>
                    <a:pt x="762" y="3810"/>
                  </a:lnTo>
                  <a:lnTo>
                    <a:pt x="0" y="3810"/>
                  </a:lnTo>
                  <a:lnTo>
                    <a:pt x="6096" y="5334"/>
                  </a:lnTo>
                  <a:lnTo>
                    <a:pt x="7620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2" name="object 1832"/>
            <p:cNvSpPr/>
            <p:nvPr/>
          </p:nvSpPr>
          <p:spPr>
            <a:xfrm>
              <a:off x="5287670" y="1861442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7620" y="1524"/>
                  </a:moveTo>
                  <a:lnTo>
                    <a:pt x="6096" y="5334"/>
                  </a:lnTo>
                  <a:lnTo>
                    <a:pt x="0" y="3810"/>
                  </a:lnTo>
                  <a:lnTo>
                    <a:pt x="762" y="3810"/>
                  </a:lnTo>
                  <a:lnTo>
                    <a:pt x="762" y="0"/>
                  </a:lnTo>
                  <a:lnTo>
                    <a:pt x="1524" y="0"/>
                  </a:lnTo>
                  <a:lnTo>
                    <a:pt x="762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3" name="object 1833"/>
            <p:cNvSpPr/>
            <p:nvPr/>
          </p:nvSpPr>
          <p:spPr>
            <a:xfrm>
              <a:off x="5283098" y="1860680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4" y="4572"/>
                  </a:moveTo>
                  <a:lnTo>
                    <a:pt x="5334" y="762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5334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4" name="object 1834"/>
            <p:cNvSpPr/>
            <p:nvPr/>
          </p:nvSpPr>
          <p:spPr>
            <a:xfrm>
              <a:off x="5282336" y="1860680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6096" y="762"/>
                  </a:moveTo>
                  <a:lnTo>
                    <a:pt x="6096" y="4572"/>
                  </a:lnTo>
                  <a:lnTo>
                    <a:pt x="0" y="4572"/>
                  </a:lnTo>
                  <a:lnTo>
                    <a:pt x="762" y="4572"/>
                  </a:lnTo>
                  <a:lnTo>
                    <a:pt x="762" y="0"/>
                  </a:lnTo>
                  <a:lnTo>
                    <a:pt x="6096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5" name="object 1835"/>
            <p:cNvSpPr/>
            <p:nvPr/>
          </p:nvSpPr>
          <p:spPr>
            <a:xfrm>
              <a:off x="5276240" y="1860680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858" y="4572"/>
                  </a:moveTo>
                  <a:lnTo>
                    <a:pt x="6858" y="0"/>
                  </a:lnTo>
                  <a:lnTo>
                    <a:pt x="0" y="0"/>
                  </a:lnTo>
                  <a:lnTo>
                    <a:pt x="762" y="4572"/>
                  </a:lnTo>
                  <a:lnTo>
                    <a:pt x="6858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6" name="object 1836"/>
            <p:cNvSpPr/>
            <p:nvPr/>
          </p:nvSpPr>
          <p:spPr>
            <a:xfrm>
              <a:off x="5276240" y="1860680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858" y="0"/>
                  </a:moveTo>
                  <a:lnTo>
                    <a:pt x="6858" y="4572"/>
                  </a:lnTo>
                  <a:lnTo>
                    <a:pt x="762" y="4572"/>
                  </a:lnTo>
                  <a:lnTo>
                    <a:pt x="0" y="0"/>
                  </a:lnTo>
                  <a:lnTo>
                    <a:pt x="685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7" name="object 1837"/>
            <p:cNvSpPr/>
            <p:nvPr/>
          </p:nvSpPr>
          <p:spPr>
            <a:xfrm>
              <a:off x="5270144" y="1860680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858" y="4572"/>
                  </a:moveTo>
                  <a:lnTo>
                    <a:pt x="6096" y="0"/>
                  </a:lnTo>
                  <a:lnTo>
                    <a:pt x="0" y="762"/>
                  </a:lnTo>
                  <a:lnTo>
                    <a:pt x="762" y="4572"/>
                  </a:lnTo>
                  <a:lnTo>
                    <a:pt x="6858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8" name="object 1838"/>
            <p:cNvSpPr/>
            <p:nvPr/>
          </p:nvSpPr>
          <p:spPr>
            <a:xfrm>
              <a:off x="5270144" y="1860680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096" y="0"/>
                  </a:moveTo>
                  <a:lnTo>
                    <a:pt x="6858" y="4572"/>
                  </a:lnTo>
                  <a:lnTo>
                    <a:pt x="762" y="4572"/>
                  </a:lnTo>
                  <a:lnTo>
                    <a:pt x="0" y="762"/>
                  </a:lnTo>
                  <a:lnTo>
                    <a:pt x="609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9" name="object 1839"/>
            <p:cNvSpPr/>
            <p:nvPr/>
          </p:nvSpPr>
          <p:spPr>
            <a:xfrm>
              <a:off x="5263286" y="1861442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7620" y="3810"/>
                  </a:moveTo>
                  <a:lnTo>
                    <a:pt x="6858" y="0"/>
                  </a:lnTo>
                  <a:lnTo>
                    <a:pt x="762" y="1524"/>
                  </a:lnTo>
                  <a:lnTo>
                    <a:pt x="0" y="1524"/>
                  </a:lnTo>
                  <a:lnTo>
                    <a:pt x="2286" y="5334"/>
                  </a:lnTo>
                  <a:lnTo>
                    <a:pt x="762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0" name="object 1840"/>
            <p:cNvSpPr/>
            <p:nvPr/>
          </p:nvSpPr>
          <p:spPr>
            <a:xfrm>
              <a:off x="5263286" y="1861442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6858" y="0"/>
                  </a:moveTo>
                  <a:lnTo>
                    <a:pt x="7620" y="3810"/>
                  </a:lnTo>
                  <a:lnTo>
                    <a:pt x="2286" y="5334"/>
                  </a:lnTo>
                  <a:lnTo>
                    <a:pt x="0" y="1524"/>
                  </a:lnTo>
                  <a:lnTo>
                    <a:pt x="762" y="1524"/>
                  </a:lnTo>
                  <a:lnTo>
                    <a:pt x="685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1" name="object 1841"/>
            <p:cNvSpPr/>
            <p:nvPr/>
          </p:nvSpPr>
          <p:spPr>
            <a:xfrm>
              <a:off x="5257952" y="1862966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620" y="3810"/>
                  </a:moveTo>
                  <a:lnTo>
                    <a:pt x="5334" y="0"/>
                  </a:lnTo>
                  <a:lnTo>
                    <a:pt x="0" y="2286"/>
                  </a:lnTo>
                  <a:lnTo>
                    <a:pt x="2146" y="5862"/>
                  </a:lnTo>
                  <a:lnTo>
                    <a:pt x="7620" y="3810"/>
                  </a:lnTo>
                  <a:close/>
                </a:path>
                <a:path w="7620" h="6350">
                  <a:moveTo>
                    <a:pt x="2286" y="6096"/>
                  </a:moveTo>
                  <a:lnTo>
                    <a:pt x="2146" y="5862"/>
                  </a:lnTo>
                  <a:lnTo>
                    <a:pt x="1524" y="6096"/>
                  </a:lnTo>
                  <a:lnTo>
                    <a:pt x="2286" y="60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2" name="object 1842"/>
            <p:cNvSpPr/>
            <p:nvPr/>
          </p:nvSpPr>
          <p:spPr>
            <a:xfrm>
              <a:off x="5257952" y="1862966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5334" y="0"/>
                  </a:moveTo>
                  <a:lnTo>
                    <a:pt x="7620" y="3810"/>
                  </a:lnTo>
                  <a:lnTo>
                    <a:pt x="1524" y="6096"/>
                  </a:lnTo>
                  <a:lnTo>
                    <a:pt x="2286" y="6096"/>
                  </a:lnTo>
                  <a:lnTo>
                    <a:pt x="0" y="2286"/>
                  </a:lnTo>
                  <a:lnTo>
                    <a:pt x="533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3" name="object 1843"/>
            <p:cNvSpPr/>
            <p:nvPr/>
          </p:nvSpPr>
          <p:spPr>
            <a:xfrm>
              <a:off x="5251856" y="1865252"/>
              <a:ext cx="8890" cy="6985"/>
            </a:xfrm>
            <a:custGeom>
              <a:avLst/>
              <a:gdLst/>
              <a:ahLst/>
              <a:cxnLst/>
              <a:rect l="l" t="t" r="r" b="b"/>
              <a:pathLst>
                <a:path w="8889" h="6985">
                  <a:moveTo>
                    <a:pt x="8382" y="3810"/>
                  </a:moveTo>
                  <a:lnTo>
                    <a:pt x="6096" y="0"/>
                  </a:lnTo>
                  <a:lnTo>
                    <a:pt x="0" y="3048"/>
                  </a:lnTo>
                  <a:lnTo>
                    <a:pt x="3048" y="6858"/>
                  </a:lnTo>
                  <a:lnTo>
                    <a:pt x="838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4" name="object 1844"/>
            <p:cNvSpPr/>
            <p:nvPr/>
          </p:nvSpPr>
          <p:spPr>
            <a:xfrm>
              <a:off x="5251856" y="1865252"/>
              <a:ext cx="8890" cy="6985"/>
            </a:xfrm>
            <a:custGeom>
              <a:avLst/>
              <a:gdLst/>
              <a:ahLst/>
              <a:cxnLst/>
              <a:rect l="l" t="t" r="r" b="b"/>
              <a:pathLst>
                <a:path w="8889" h="6985">
                  <a:moveTo>
                    <a:pt x="6096" y="0"/>
                  </a:moveTo>
                  <a:lnTo>
                    <a:pt x="8382" y="3810"/>
                  </a:lnTo>
                  <a:lnTo>
                    <a:pt x="3048" y="6858"/>
                  </a:lnTo>
                  <a:lnTo>
                    <a:pt x="0" y="3048"/>
                  </a:lnTo>
                  <a:lnTo>
                    <a:pt x="609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5" name="object 1845"/>
            <p:cNvSpPr/>
            <p:nvPr/>
          </p:nvSpPr>
          <p:spPr>
            <a:xfrm>
              <a:off x="5246522" y="1868300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19">
                  <a:moveTo>
                    <a:pt x="8382" y="3810"/>
                  </a:moveTo>
                  <a:lnTo>
                    <a:pt x="5334" y="0"/>
                  </a:lnTo>
                  <a:lnTo>
                    <a:pt x="762" y="3810"/>
                  </a:lnTo>
                  <a:lnTo>
                    <a:pt x="0" y="3810"/>
                  </a:lnTo>
                  <a:lnTo>
                    <a:pt x="3810" y="6858"/>
                  </a:lnTo>
                  <a:lnTo>
                    <a:pt x="3048" y="7620"/>
                  </a:lnTo>
                  <a:lnTo>
                    <a:pt x="838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6" name="object 1846"/>
            <p:cNvSpPr/>
            <p:nvPr/>
          </p:nvSpPr>
          <p:spPr>
            <a:xfrm>
              <a:off x="5246522" y="1868300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19">
                  <a:moveTo>
                    <a:pt x="5334" y="0"/>
                  </a:moveTo>
                  <a:lnTo>
                    <a:pt x="8382" y="3810"/>
                  </a:lnTo>
                  <a:lnTo>
                    <a:pt x="3048" y="7620"/>
                  </a:lnTo>
                  <a:lnTo>
                    <a:pt x="3810" y="6858"/>
                  </a:lnTo>
                  <a:lnTo>
                    <a:pt x="0" y="3810"/>
                  </a:lnTo>
                  <a:lnTo>
                    <a:pt x="762" y="3810"/>
                  </a:lnTo>
                  <a:lnTo>
                    <a:pt x="533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7" name="object 1847"/>
            <p:cNvSpPr/>
            <p:nvPr/>
          </p:nvSpPr>
          <p:spPr>
            <a:xfrm>
              <a:off x="5241950" y="1872110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19">
                  <a:moveTo>
                    <a:pt x="8382" y="3047"/>
                  </a:moveTo>
                  <a:lnTo>
                    <a:pt x="4572" y="0"/>
                  </a:lnTo>
                  <a:lnTo>
                    <a:pt x="0" y="4572"/>
                  </a:lnTo>
                  <a:lnTo>
                    <a:pt x="3810" y="7620"/>
                  </a:lnTo>
                  <a:lnTo>
                    <a:pt x="8382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8" name="object 1848"/>
            <p:cNvSpPr/>
            <p:nvPr/>
          </p:nvSpPr>
          <p:spPr>
            <a:xfrm>
              <a:off x="5241950" y="1872110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19">
                  <a:moveTo>
                    <a:pt x="4572" y="0"/>
                  </a:moveTo>
                  <a:lnTo>
                    <a:pt x="8382" y="3047"/>
                  </a:lnTo>
                  <a:lnTo>
                    <a:pt x="3810" y="7620"/>
                  </a:lnTo>
                  <a:lnTo>
                    <a:pt x="0" y="4572"/>
                  </a:lnTo>
                  <a:lnTo>
                    <a:pt x="457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9" name="object 1849"/>
            <p:cNvSpPr/>
            <p:nvPr/>
          </p:nvSpPr>
          <p:spPr>
            <a:xfrm>
              <a:off x="5238140" y="1876682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20" y="3047"/>
                  </a:moveTo>
                  <a:lnTo>
                    <a:pt x="3810" y="0"/>
                  </a:lnTo>
                  <a:lnTo>
                    <a:pt x="0" y="4572"/>
                  </a:lnTo>
                  <a:lnTo>
                    <a:pt x="3810" y="7620"/>
                  </a:lnTo>
                  <a:lnTo>
                    <a:pt x="7620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0" name="object 1850"/>
            <p:cNvSpPr/>
            <p:nvPr/>
          </p:nvSpPr>
          <p:spPr>
            <a:xfrm>
              <a:off x="5238140" y="1876682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3810" y="0"/>
                  </a:moveTo>
                  <a:lnTo>
                    <a:pt x="7620" y="3047"/>
                  </a:lnTo>
                  <a:lnTo>
                    <a:pt x="3810" y="7620"/>
                  </a:lnTo>
                  <a:lnTo>
                    <a:pt x="0" y="4572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1" name="object 1851"/>
            <p:cNvSpPr/>
            <p:nvPr/>
          </p:nvSpPr>
          <p:spPr>
            <a:xfrm>
              <a:off x="5234330" y="188125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20" y="3047"/>
                  </a:moveTo>
                  <a:lnTo>
                    <a:pt x="3810" y="0"/>
                  </a:lnTo>
                  <a:lnTo>
                    <a:pt x="0" y="5334"/>
                  </a:lnTo>
                  <a:lnTo>
                    <a:pt x="4572" y="7620"/>
                  </a:lnTo>
                  <a:lnTo>
                    <a:pt x="7620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2" name="object 1852"/>
            <p:cNvSpPr/>
            <p:nvPr/>
          </p:nvSpPr>
          <p:spPr>
            <a:xfrm>
              <a:off x="5234330" y="188125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3810" y="0"/>
                  </a:moveTo>
                  <a:lnTo>
                    <a:pt x="7620" y="3047"/>
                  </a:lnTo>
                  <a:lnTo>
                    <a:pt x="4572" y="7620"/>
                  </a:lnTo>
                  <a:lnTo>
                    <a:pt x="0" y="5334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3" name="object 1853"/>
            <p:cNvSpPr/>
            <p:nvPr/>
          </p:nvSpPr>
          <p:spPr>
            <a:xfrm>
              <a:off x="5232044" y="1886588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19">
                  <a:moveTo>
                    <a:pt x="6858" y="2285"/>
                  </a:moveTo>
                  <a:lnTo>
                    <a:pt x="2286" y="0"/>
                  </a:lnTo>
                  <a:lnTo>
                    <a:pt x="0" y="6096"/>
                  </a:lnTo>
                  <a:lnTo>
                    <a:pt x="3931" y="7406"/>
                  </a:lnTo>
                  <a:lnTo>
                    <a:pt x="6858" y="2285"/>
                  </a:lnTo>
                  <a:close/>
                </a:path>
                <a:path w="6985" h="7619">
                  <a:moveTo>
                    <a:pt x="4572" y="7620"/>
                  </a:moveTo>
                  <a:lnTo>
                    <a:pt x="3931" y="7406"/>
                  </a:lnTo>
                  <a:lnTo>
                    <a:pt x="3810" y="7620"/>
                  </a:lnTo>
                  <a:lnTo>
                    <a:pt x="4572" y="76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4" name="object 1854"/>
            <p:cNvSpPr/>
            <p:nvPr/>
          </p:nvSpPr>
          <p:spPr>
            <a:xfrm>
              <a:off x="5232044" y="1886588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19">
                  <a:moveTo>
                    <a:pt x="2286" y="0"/>
                  </a:moveTo>
                  <a:lnTo>
                    <a:pt x="6858" y="2285"/>
                  </a:lnTo>
                  <a:lnTo>
                    <a:pt x="3810" y="7620"/>
                  </a:lnTo>
                  <a:lnTo>
                    <a:pt x="4572" y="7620"/>
                  </a:lnTo>
                  <a:lnTo>
                    <a:pt x="0" y="6096"/>
                  </a:lnTo>
                  <a:lnTo>
                    <a:pt x="228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5" name="object 1855"/>
            <p:cNvSpPr/>
            <p:nvPr/>
          </p:nvSpPr>
          <p:spPr>
            <a:xfrm>
              <a:off x="5229758" y="1892684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6858" y="1523"/>
                  </a:moveTo>
                  <a:lnTo>
                    <a:pt x="2286" y="0"/>
                  </a:lnTo>
                  <a:lnTo>
                    <a:pt x="0" y="6096"/>
                  </a:lnTo>
                  <a:lnTo>
                    <a:pt x="4572" y="6858"/>
                  </a:lnTo>
                  <a:lnTo>
                    <a:pt x="6858" y="15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6" name="object 1856"/>
            <p:cNvSpPr/>
            <p:nvPr/>
          </p:nvSpPr>
          <p:spPr>
            <a:xfrm>
              <a:off x="5229758" y="1892684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2286" y="0"/>
                  </a:moveTo>
                  <a:lnTo>
                    <a:pt x="6858" y="1523"/>
                  </a:lnTo>
                  <a:lnTo>
                    <a:pt x="4572" y="6858"/>
                  </a:lnTo>
                  <a:lnTo>
                    <a:pt x="0" y="6096"/>
                  </a:lnTo>
                  <a:lnTo>
                    <a:pt x="228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7" name="object 1857"/>
            <p:cNvSpPr/>
            <p:nvPr/>
          </p:nvSpPr>
          <p:spPr>
            <a:xfrm>
              <a:off x="5228996" y="1898780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5334" y="761"/>
                  </a:moveTo>
                  <a:lnTo>
                    <a:pt x="762" y="0"/>
                  </a:lnTo>
                  <a:lnTo>
                    <a:pt x="0" y="6096"/>
                  </a:lnTo>
                  <a:lnTo>
                    <a:pt x="4572" y="6096"/>
                  </a:lnTo>
                  <a:lnTo>
                    <a:pt x="4572" y="6858"/>
                  </a:lnTo>
                  <a:lnTo>
                    <a:pt x="5334" y="7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8" name="object 1858"/>
            <p:cNvSpPr/>
            <p:nvPr/>
          </p:nvSpPr>
          <p:spPr>
            <a:xfrm>
              <a:off x="5228996" y="1898780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762" y="0"/>
                  </a:moveTo>
                  <a:lnTo>
                    <a:pt x="5334" y="761"/>
                  </a:lnTo>
                  <a:lnTo>
                    <a:pt x="4572" y="6858"/>
                  </a:lnTo>
                  <a:lnTo>
                    <a:pt x="4572" y="6096"/>
                  </a:lnTo>
                  <a:lnTo>
                    <a:pt x="0" y="6096"/>
                  </a:lnTo>
                  <a:lnTo>
                    <a:pt x="76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9" name="object 1859"/>
            <p:cNvSpPr/>
            <p:nvPr/>
          </p:nvSpPr>
          <p:spPr>
            <a:xfrm>
              <a:off x="5228234" y="1904876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5334" y="0"/>
                  </a:moveTo>
                  <a:lnTo>
                    <a:pt x="762" y="0"/>
                  </a:lnTo>
                  <a:lnTo>
                    <a:pt x="0" y="6096"/>
                  </a:lnTo>
                  <a:lnTo>
                    <a:pt x="4572" y="6096"/>
                  </a:lnTo>
                  <a:lnTo>
                    <a:pt x="53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0" name="object 1860"/>
            <p:cNvSpPr/>
            <p:nvPr/>
          </p:nvSpPr>
          <p:spPr>
            <a:xfrm>
              <a:off x="5228234" y="1904876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762" y="0"/>
                  </a:moveTo>
                  <a:lnTo>
                    <a:pt x="5334" y="0"/>
                  </a:lnTo>
                  <a:lnTo>
                    <a:pt x="4572" y="6096"/>
                  </a:lnTo>
                  <a:lnTo>
                    <a:pt x="0" y="6096"/>
                  </a:lnTo>
                  <a:lnTo>
                    <a:pt x="76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1" name="object 1861"/>
            <p:cNvSpPr/>
            <p:nvPr/>
          </p:nvSpPr>
          <p:spPr>
            <a:xfrm>
              <a:off x="5228234" y="1910972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5334" y="6096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762" y="6858"/>
                  </a:lnTo>
                  <a:lnTo>
                    <a:pt x="5334" y="60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2" name="object 1862"/>
            <p:cNvSpPr/>
            <p:nvPr/>
          </p:nvSpPr>
          <p:spPr>
            <a:xfrm>
              <a:off x="5228234" y="1910972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4572" y="0"/>
                  </a:lnTo>
                  <a:lnTo>
                    <a:pt x="5334" y="6096"/>
                  </a:lnTo>
                  <a:lnTo>
                    <a:pt x="762" y="685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3" name="object 1863"/>
            <p:cNvSpPr/>
            <p:nvPr/>
          </p:nvSpPr>
          <p:spPr>
            <a:xfrm>
              <a:off x="5228996" y="1917068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5334" y="5334"/>
                  </a:moveTo>
                  <a:lnTo>
                    <a:pt x="4572" y="0"/>
                  </a:lnTo>
                  <a:lnTo>
                    <a:pt x="0" y="762"/>
                  </a:lnTo>
                  <a:lnTo>
                    <a:pt x="762" y="6858"/>
                  </a:lnTo>
                  <a:lnTo>
                    <a:pt x="5334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4" name="object 1864"/>
            <p:cNvSpPr/>
            <p:nvPr/>
          </p:nvSpPr>
          <p:spPr>
            <a:xfrm>
              <a:off x="5228996" y="1917068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762"/>
                  </a:moveTo>
                  <a:lnTo>
                    <a:pt x="4572" y="0"/>
                  </a:lnTo>
                  <a:lnTo>
                    <a:pt x="5334" y="5334"/>
                  </a:lnTo>
                  <a:lnTo>
                    <a:pt x="762" y="6858"/>
                  </a:lnTo>
                  <a:lnTo>
                    <a:pt x="0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5" name="object 1865"/>
            <p:cNvSpPr/>
            <p:nvPr/>
          </p:nvSpPr>
          <p:spPr>
            <a:xfrm>
              <a:off x="5229758" y="1922402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19">
                  <a:moveTo>
                    <a:pt x="6858" y="6096"/>
                  </a:moveTo>
                  <a:lnTo>
                    <a:pt x="4572" y="0"/>
                  </a:lnTo>
                  <a:lnTo>
                    <a:pt x="0" y="1524"/>
                  </a:lnTo>
                  <a:lnTo>
                    <a:pt x="2286" y="7620"/>
                  </a:lnTo>
                  <a:lnTo>
                    <a:pt x="6096" y="6096"/>
                  </a:lnTo>
                  <a:lnTo>
                    <a:pt x="6858" y="60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6" name="object 1866"/>
            <p:cNvSpPr/>
            <p:nvPr/>
          </p:nvSpPr>
          <p:spPr>
            <a:xfrm>
              <a:off x="5229758" y="1922402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19">
                  <a:moveTo>
                    <a:pt x="0" y="1524"/>
                  </a:moveTo>
                  <a:lnTo>
                    <a:pt x="4572" y="0"/>
                  </a:lnTo>
                  <a:lnTo>
                    <a:pt x="6858" y="6096"/>
                  </a:lnTo>
                  <a:lnTo>
                    <a:pt x="6096" y="6096"/>
                  </a:lnTo>
                  <a:lnTo>
                    <a:pt x="2286" y="762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7" name="object 1867"/>
            <p:cNvSpPr/>
            <p:nvPr/>
          </p:nvSpPr>
          <p:spPr>
            <a:xfrm>
              <a:off x="5232044" y="1928498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19">
                  <a:moveTo>
                    <a:pt x="6858" y="5334"/>
                  </a:moveTo>
                  <a:lnTo>
                    <a:pt x="3810" y="0"/>
                  </a:lnTo>
                  <a:lnTo>
                    <a:pt x="0" y="1524"/>
                  </a:lnTo>
                  <a:lnTo>
                    <a:pt x="3048" y="7620"/>
                  </a:lnTo>
                  <a:lnTo>
                    <a:pt x="6858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8" name="object 1868"/>
            <p:cNvSpPr/>
            <p:nvPr/>
          </p:nvSpPr>
          <p:spPr>
            <a:xfrm>
              <a:off x="5232044" y="1928498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19">
                  <a:moveTo>
                    <a:pt x="0" y="1524"/>
                  </a:moveTo>
                  <a:lnTo>
                    <a:pt x="3810" y="0"/>
                  </a:lnTo>
                  <a:lnTo>
                    <a:pt x="6858" y="5334"/>
                  </a:lnTo>
                  <a:lnTo>
                    <a:pt x="3048" y="762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9" name="object 1869"/>
            <p:cNvSpPr/>
            <p:nvPr/>
          </p:nvSpPr>
          <p:spPr>
            <a:xfrm>
              <a:off x="5235092" y="1933832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19">
                  <a:moveTo>
                    <a:pt x="6858" y="4572"/>
                  </a:moveTo>
                  <a:lnTo>
                    <a:pt x="3810" y="0"/>
                  </a:lnTo>
                  <a:lnTo>
                    <a:pt x="0" y="2286"/>
                  </a:lnTo>
                  <a:lnTo>
                    <a:pt x="3048" y="7620"/>
                  </a:lnTo>
                  <a:lnTo>
                    <a:pt x="6858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0" name="object 1870"/>
            <p:cNvSpPr/>
            <p:nvPr/>
          </p:nvSpPr>
          <p:spPr>
            <a:xfrm>
              <a:off x="5235092" y="1933832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19">
                  <a:moveTo>
                    <a:pt x="0" y="2286"/>
                  </a:moveTo>
                  <a:lnTo>
                    <a:pt x="3810" y="0"/>
                  </a:lnTo>
                  <a:lnTo>
                    <a:pt x="6858" y="4572"/>
                  </a:lnTo>
                  <a:lnTo>
                    <a:pt x="3048" y="7620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1" name="object 1871"/>
            <p:cNvSpPr/>
            <p:nvPr/>
          </p:nvSpPr>
          <p:spPr>
            <a:xfrm>
              <a:off x="5238140" y="193840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20" y="4572"/>
                  </a:moveTo>
                  <a:lnTo>
                    <a:pt x="3810" y="0"/>
                  </a:lnTo>
                  <a:lnTo>
                    <a:pt x="0" y="3048"/>
                  </a:lnTo>
                  <a:lnTo>
                    <a:pt x="4572" y="7620"/>
                  </a:lnTo>
                  <a:lnTo>
                    <a:pt x="762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2" name="object 1872"/>
            <p:cNvSpPr/>
            <p:nvPr/>
          </p:nvSpPr>
          <p:spPr>
            <a:xfrm>
              <a:off x="5238140" y="193840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0" y="3048"/>
                  </a:moveTo>
                  <a:lnTo>
                    <a:pt x="3810" y="0"/>
                  </a:lnTo>
                  <a:lnTo>
                    <a:pt x="7620" y="4572"/>
                  </a:lnTo>
                  <a:lnTo>
                    <a:pt x="4572" y="7620"/>
                  </a:lnTo>
                  <a:lnTo>
                    <a:pt x="0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3" name="object 1873"/>
            <p:cNvSpPr/>
            <p:nvPr/>
          </p:nvSpPr>
          <p:spPr>
            <a:xfrm>
              <a:off x="5242712" y="1942976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20" y="3810"/>
                  </a:moveTo>
                  <a:lnTo>
                    <a:pt x="3047" y="0"/>
                  </a:lnTo>
                  <a:lnTo>
                    <a:pt x="0" y="3048"/>
                  </a:lnTo>
                  <a:lnTo>
                    <a:pt x="4572" y="7620"/>
                  </a:lnTo>
                  <a:lnTo>
                    <a:pt x="6858" y="3810"/>
                  </a:lnTo>
                  <a:lnTo>
                    <a:pt x="762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4" name="object 1874"/>
            <p:cNvSpPr/>
            <p:nvPr/>
          </p:nvSpPr>
          <p:spPr>
            <a:xfrm>
              <a:off x="5242712" y="1942976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0" y="3048"/>
                  </a:moveTo>
                  <a:lnTo>
                    <a:pt x="3047" y="0"/>
                  </a:lnTo>
                  <a:lnTo>
                    <a:pt x="7620" y="3810"/>
                  </a:lnTo>
                  <a:lnTo>
                    <a:pt x="6858" y="3810"/>
                  </a:lnTo>
                  <a:lnTo>
                    <a:pt x="4572" y="7620"/>
                  </a:lnTo>
                  <a:lnTo>
                    <a:pt x="0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5" name="object 1875"/>
            <p:cNvSpPr/>
            <p:nvPr/>
          </p:nvSpPr>
          <p:spPr>
            <a:xfrm>
              <a:off x="5247284" y="1946786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20" y="3810"/>
                  </a:moveTo>
                  <a:lnTo>
                    <a:pt x="2285" y="0"/>
                  </a:lnTo>
                  <a:lnTo>
                    <a:pt x="0" y="3810"/>
                  </a:lnTo>
                  <a:lnTo>
                    <a:pt x="5334" y="7620"/>
                  </a:lnTo>
                  <a:lnTo>
                    <a:pt x="762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6" name="object 1876"/>
            <p:cNvSpPr/>
            <p:nvPr/>
          </p:nvSpPr>
          <p:spPr>
            <a:xfrm>
              <a:off x="5247284" y="1946786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0" y="3810"/>
                  </a:moveTo>
                  <a:lnTo>
                    <a:pt x="2285" y="0"/>
                  </a:lnTo>
                  <a:lnTo>
                    <a:pt x="7620" y="3810"/>
                  </a:lnTo>
                  <a:lnTo>
                    <a:pt x="5334" y="7620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7" name="object 1877"/>
            <p:cNvSpPr/>
            <p:nvPr/>
          </p:nvSpPr>
          <p:spPr>
            <a:xfrm>
              <a:off x="5252618" y="1950596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620" y="3048"/>
                  </a:moveTo>
                  <a:lnTo>
                    <a:pt x="2285" y="0"/>
                  </a:lnTo>
                  <a:lnTo>
                    <a:pt x="0" y="3810"/>
                  </a:lnTo>
                  <a:lnTo>
                    <a:pt x="5334" y="6858"/>
                  </a:lnTo>
                  <a:lnTo>
                    <a:pt x="6858" y="3048"/>
                  </a:lnTo>
                  <a:lnTo>
                    <a:pt x="7620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8" name="object 1878"/>
            <p:cNvSpPr/>
            <p:nvPr/>
          </p:nvSpPr>
          <p:spPr>
            <a:xfrm>
              <a:off x="5252618" y="1950596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0" y="3810"/>
                  </a:moveTo>
                  <a:lnTo>
                    <a:pt x="2285" y="0"/>
                  </a:lnTo>
                  <a:lnTo>
                    <a:pt x="7620" y="3048"/>
                  </a:lnTo>
                  <a:lnTo>
                    <a:pt x="6858" y="3048"/>
                  </a:lnTo>
                  <a:lnTo>
                    <a:pt x="5334" y="6858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9" name="object 1879"/>
            <p:cNvSpPr/>
            <p:nvPr/>
          </p:nvSpPr>
          <p:spPr>
            <a:xfrm>
              <a:off x="5257952" y="1953644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620" y="1524"/>
                  </a:moveTo>
                  <a:lnTo>
                    <a:pt x="1523" y="0"/>
                  </a:lnTo>
                  <a:lnTo>
                    <a:pt x="0" y="3810"/>
                  </a:lnTo>
                  <a:lnTo>
                    <a:pt x="6096" y="6096"/>
                  </a:lnTo>
                  <a:lnTo>
                    <a:pt x="6858" y="1524"/>
                  </a:lnTo>
                  <a:lnTo>
                    <a:pt x="7620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0" name="object 1880"/>
            <p:cNvSpPr/>
            <p:nvPr/>
          </p:nvSpPr>
          <p:spPr>
            <a:xfrm>
              <a:off x="5257952" y="1953644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3810"/>
                  </a:moveTo>
                  <a:lnTo>
                    <a:pt x="1523" y="0"/>
                  </a:lnTo>
                  <a:lnTo>
                    <a:pt x="7620" y="1524"/>
                  </a:lnTo>
                  <a:lnTo>
                    <a:pt x="6858" y="1524"/>
                  </a:lnTo>
                  <a:lnTo>
                    <a:pt x="6096" y="6096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1" name="object 1881"/>
            <p:cNvSpPr/>
            <p:nvPr/>
          </p:nvSpPr>
          <p:spPr>
            <a:xfrm>
              <a:off x="5264048" y="1955168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858" y="1524"/>
                  </a:moveTo>
                  <a:lnTo>
                    <a:pt x="761" y="0"/>
                  </a:lnTo>
                  <a:lnTo>
                    <a:pt x="0" y="4572"/>
                  </a:lnTo>
                  <a:lnTo>
                    <a:pt x="6096" y="6096"/>
                  </a:lnTo>
                  <a:lnTo>
                    <a:pt x="6858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2" name="object 1882"/>
            <p:cNvSpPr/>
            <p:nvPr/>
          </p:nvSpPr>
          <p:spPr>
            <a:xfrm>
              <a:off x="5264048" y="1955168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0" y="4572"/>
                  </a:moveTo>
                  <a:lnTo>
                    <a:pt x="761" y="0"/>
                  </a:lnTo>
                  <a:lnTo>
                    <a:pt x="6858" y="1524"/>
                  </a:lnTo>
                  <a:lnTo>
                    <a:pt x="6096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3" name="object 1883"/>
            <p:cNvSpPr/>
            <p:nvPr/>
          </p:nvSpPr>
          <p:spPr>
            <a:xfrm>
              <a:off x="5270144" y="1956692"/>
              <a:ext cx="6985" cy="5715"/>
            </a:xfrm>
            <a:custGeom>
              <a:avLst/>
              <a:gdLst/>
              <a:ahLst/>
              <a:cxnLst/>
              <a:rect l="l" t="t" r="r" b="b"/>
              <a:pathLst>
                <a:path w="6985" h="5714">
                  <a:moveTo>
                    <a:pt x="6858" y="5334"/>
                  </a:moveTo>
                  <a:lnTo>
                    <a:pt x="6858" y="762"/>
                  </a:lnTo>
                  <a:lnTo>
                    <a:pt x="761" y="0"/>
                  </a:lnTo>
                  <a:lnTo>
                    <a:pt x="0" y="4572"/>
                  </a:lnTo>
                  <a:lnTo>
                    <a:pt x="6096" y="5334"/>
                  </a:lnTo>
                  <a:lnTo>
                    <a:pt x="6858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4" name="object 1884"/>
            <p:cNvSpPr/>
            <p:nvPr/>
          </p:nvSpPr>
          <p:spPr>
            <a:xfrm>
              <a:off x="5270144" y="1956692"/>
              <a:ext cx="6985" cy="5715"/>
            </a:xfrm>
            <a:custGeom>
              <a:avLst/>
              <a:gdLst/>
              <a:ahLst/>
              <a:cxnLst/>
              <a:rect l="l" t="t" r="r" b="b"/>
              <a:pathLst>
                <a:path w="6985" h="5714">
                  <a:moveTo>
                    <a:pt x="0" y="4572"/>
                  </a:moveTo>
                  <a:lnTo>
                    <a:pt x="761" y="0"/>
                  </a:lnTo>
                  <a:lnTo>
                    <a:pt x="6858" y="762"/>
                  </a:lnTo>
                  <a:lnTo>
                    <a:pt x="6858" y="5334"/>
                  </a:lnTo>
                  <a:lnTo>
                    <a:pt x="6096" y="533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5" name="object 1885"/>
            <p:cNvSpPr/>
            <p:nvPr/>
          </p:nvSpPr>
          <p:spPr>
            <a:xfrm>
              <a:off x="5277002" y="1957454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6096" y="4572"/>
                  </a:moveTo>
                  <a:lnTo>
                    <a:pt x="5334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6096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6" name="object 1886"/>
            <p:cNvSpPr/>
            <p:nvPr/>
          </p:nvSpPr>
          <p:spPr>
            <a:xfrm>
              <a:off x="5277002" y="1957454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0" y="4572"/>
                  </a:moveTo>
                  <a:lnTo>
                    <a:pt x="0" y="0"/>
                  </a:lnTo>
                  <a:lnTo>
                    <a:pt x="5334" y="0"/>
                  </a:lnTo>
                  <a:lnTo>
                    <a:pt x="6096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7" name="object 1887"/>
            <p:cNvSpPr/>
            <p:nvPr/>
          </p:nvSpPr>
          <p:spPr>
            <a:xfrm>
              <a:off x="5282336" y="1956784"/>
              <a:ext cx="6985" cy="5715"/>
            </a:xfrm>
            <a:custGeom>
              <a:avLst/>
              <a:gdLst/>
              <a:ahLst/>
              <a:cxnLst/>
              <a:rect l="l" t="t" r="r" b="b"/>
              <a:pathLst>
                <a:path w="6985" h="5714">
                  <a:moveTo>
                    <a:pt x="6858" y="4480"/>
                  </a:moveTo>
                  <a:lnTo>
                    <a:pt x="5364" y="0"/>
                  </a:lnTo>
                  <a:lnTo>
                    <a:pt x="0" y="670"/>
                  </a:lnTo>
                  <a:lnTo>
                    <a:pt x="762" y="5242"/>
                  </a:lnTo>
                  <a:lnTo>
                    <a:pt x="6858" y="4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8" name="object 1888"/>
            <p:cNvSpPr/>
            <p:nvPr/>
          </p:nvSpPr>
          <p:spPr>
            <a:xfrm>
              <a:off x="5282336" y="1956692"/>
              <a:ext cx="6985" cy="5715"/>
            </a:xfrm>
            <a:custGeom>
              <a:avLst/>
              <a:gdLst/>
              <a:ahLst/>
              <a:cxnLst/>
              <a:rect l="l" t="t" r="r" b="b"/>
              <a:pathLst>
                <a:path w="6985" h="5714">
                  <a:moveTo>
                    <a:pt x="762" y="5334"/>
                  </a:moveTo>
                  <a:lnTo>
                    <a:pt x="0" y="762"/>
                  </a:lnTo>
                  <a:lnTo>
                    <a:pt x="6096" y="0"/>
                  </a:lnTo>
                  <a:lnTo>
                    <a:pt x="5334" y="0"/>
                  </a:lnTo>
                  <a:lnTo>
                    <a:pt x="6858" y="4572"/>
                  </a:lnTo>
                  <a:lnTo>
                    <a:pt x="762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9" name="object 1889"/>
            <p:cNvSpPr/>
            <p:nvPr/>
          </p:nvSpPr>
          <p:spPr>
            <a:xfrm>
              <a:off x="5287670" y="1955168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620" y="4572"/>
                  </a:moveTo>
                  <a:lnTo>
                    <a:pt x="6096" y="0"/>
                  </a:lnTo>
                  <a:lnTo>
                    <a:pt x="0" y="1524"/>
                  </a:lnTo>
                  <a:lnTo>
                    <a:pt x="1524" y="6096"/>
                  </a:lnTo>
                  <a:lnTo>
                    <a:pt x="762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0" name="object 1890"/>
            <p:cNvSpPr/>
            <p:nvPr/>
          </p:nvSpPr>
          <p:spPr>
            <a:xfrm>
              <a:off x="5287670" y="1955168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1524" y="6096"/>
                  </a:moveTo>
                  <a:lnTo>
                    <a:pt x="0" y="1524"/>
                  </a:lnTo>
                  <a:lnTo>
                    <a:pt x="6096" y="0"/>
                  </a:lnTo>
                  <a:lnTo>
                    <a:pt x="7620" y="4572"/>
                  </a:lnTo>
                  <a:lnTo>
                    <a:pt x="1524" y="60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1" name="object 1891"/>
            <p:cNvSpPr/>
            <p:nvPr/>
          </p:nvSpPr>
          <p:spPr>
            <a:xfrm>
              <a:off x="5293766" y="1953644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620" y="3810"/>
                  </a:moveTo>
                  <a:lnTo>
                    <a:pt x="5334" y="0"/>
                  </a:lnTo>
                  <a:lnTo>
                    <a:pt x="0" y="1524"/>
                  </a:lnTo>
                  <a:lnTo>
                    <a:pt x="1524" y="6096"/>
                  </a:lnTo>
                  <a:lnTo>
                    <a:pt x="762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2" name="object 1892"/>
            <p:cNvSpPr/>
            <p:nvPr/>
          </p:nvSpPr>
          <p:spPr>
            <a:xfrm>
              <a:off x="5293766" y="1953644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1524" y="6096"/>
                  </a:moveTo>
                  <a:lnTo>
                    <a:pt x="0" y="1524"/>
                  </a:lnTo>
                  <a:lnTo>
                    <a:pt x="5334" y="0"/>
                  </a:lnTo>
                  <a:lnTo>
                    <a:pt x="7620" y="3810"/>
                  </a:lnTo>
                  <a:lnTo>
                    <a:pt x="1524" y="60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3" name="object 1893"/>
            <p:cNvSpPr/>
            <p:nvPr/>
          </p:nvSpPr>
          <p:spPr>
            <a:xfrm>
              <a:off x="5299100" y="1950596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620" y="3810"/>
                  </a:moveTo>
                  <a:lnTo>
                    <a:pt x="5334" y="0"/>
                  </a:lnTo>
                  <a:lnTo>
                    <a:pt x="0" y="3048"/>
                  </a:lnTo>
                  <a:lnTo>
                    <a:pt x="2286" y="6858"/>
                  </a:lnTo>
                  <a:lnTo>
                    <a:pt x="762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4" name="object 1894"/>
            <p:cNvSpPr/>
            <p:nvPr/>
          </p:nvSpPr>
          <p:spPr>
            <a:xfrm>
              <a:off x="5299100" y="1950596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2286" y="6858"/>
                  </a:moveTo>
                  <a:lnTo>
                    <a:pt x="0" y="3048"/>
                  </a:lnTo>
                  <a:lnTo>
                    <a:pt x="5334" y="0"/>
                  </a:lnTo>
                  <a:lnTo>
                    <a:pt x="7620" y="3810"/>
                  </a:lnTo>
                  <a:lnTo>
                    <a:pt x="2286" y="68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5" name="object 1895"/>
            <p:cNvSpPr/>
            <p:nvPr/>
          </p:nvSpPr>
          <p:spPr>
            <a:xfrm>
              <a:off x="5304434" y="1946786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20" y="3810"/>
                  </a:moveTo>
                  <a:lnTo>
                    <a:pt x="4572" y="0"/>
                  </a:lnTo>
                  <a:lnTo>
                    <a:pt x="0" y="3810"/>
                  </a:lnTo>
                  <a:lnTo>
                    <a:pt x="2286" y="7620"/>
                  </a:lnTo>
                  <a:lnTo>
                    <a:pt x="762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6" name="object 1896"/>
            <p:cNvSpPr/>
            <p:nvPr/>
          </p:nvSpPr>
          <p:spPr>
            <a:xfrm>
              <a:off x="5304434" y="1946786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2286" y="7620"/>
                  </a:moveTo>
                  <a:lnTo>
                    <a:pt x="0" y="3810"/>
                  </a:lnTo>
                  <a:lnTo>
                    <a:pt x="4572" y="0"/>
                  </a:lnTo>
                  <a:lnTo>
                    <a:pt x="7620" y="3810"/>
                  </a:lnTo>
                  <a:lnTo>
                    <a:pt x="2286" y="76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7" name="object 1897"/>
            <p:cNvSpPr/>
            <p:nvPr/>
          </p:nvSpPr>
          <p:spPr>
            <a:xfrm>
              <a:off x="5309006" y="1942976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20" y="3048"/>
                  </a:moveTo>
                  <a:lnTo>
                    <a:pt x="4572" y="0"/>
                  </a:lnTo>
                  <a:lnTo>
                    <a:pt x="0" y="3810"/>
                  </a:lnTo>
                  <a:lnTo>
                    <a:pt x="3048" y="7620"/>
                  </a:lnTo>
                  <a:lnTo>
                    <a:pt x="7620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8" name="object 1898"/>
            <p:cNvSpPr/>
            <p:nvPr/>
          </p:nvSpPr>
          <p:spPr>
            <a:xfrm>
              <a:off x="5309006" y="1942976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3048" y="7620"/>
                  </a:moveTo>
                  <a:lnTo>
                    <a:pt x="0" y="3810"/>
                  </a:lnTo>
                  <a:lnTo>
                    <a:pt x="4572" y="0"/>
                  </a:lnTo>
                  <a:lnTo>
                    <a:pt x="7620" y="3048"/>
                  </a:lnTo>
                  <a:lnTo>
                    <a:pt x="3048" y="76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9" name="object 1899"/>
            <p:cNvSpPr/>
            <p:nvPr/>
          </p:nvSpPr>
          <p:spPr>
            <a:xfrm>
              <a:off x="5313578" y="193840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20" y="3048"/>
                  </a:moveTo>
                  <a:lnTo>
                    <a:pt x="7620" y="2286"/>
                  </a:lnTo>
                  <a:lnTo>
                    <a:pt x="3810" y="0"/>
                  </a:lnTo>
                  <a:lnTo>
                    <a:pt x="0" y="4572"/>
                  </a:lnTo>
                  <a:lnTo>
                    <a:pt x="3048" y="7620"/>
                  </a:lnTo>
                  <a:lnTo>
                    <a:pt x="7620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0" name="object 1900"/>
            <p:cNvSpPr/>
            <p:nvPr/>
          </p:nvSpPr>
          <p:spPr>
            <a:xfrm>
              <a:off x="5313578" y="193840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3048" y="7620"/>
                  </a:moveTo>
                  <a:lnTo>
                    <a:pt x="0" y="4572"/>
                  </a:lnTo>
                  <a:lnTo>
                    <a:pt x="3810" y="0"/>
                  </a:lnTo>
                  <a:lnTo>
                    <a:pt x="7620" y="2286"/>
                  </a:lnTo>
                  <a:lnTo>
                    <a:pt x="7620" y="3048"/>
                  </a:lnTo>
                  <a:lnTo>
                    <a:pt x="3048" y="76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1" name="object 1901"/>
            <p:cNvSpPr/>
            <p:nvPr/>
          </p:nvSpPr>
          <p:spPr>
            <a:xfrm>
              <a:off x="5317388" y="1933832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6858" y="2286"/>
                  </a:moveTo>
                  <a:lnTo>
                    <a:pt x="6858" y="1524"/>
                  </a:lnTo>
                  <a:lnTo>
                    <a:pt x="3048" y="0"/>
                  </a:lnTo>
                  <a:lnTo>
                    <a:pt x="0" y="4572"/>
                  </a:lnTo>
                  <a:lnTo>
                    <a:pt x="3810" y="6858"/>
                  </a:lnTo>
                  <a:lnTo>
                    <a:pt x="6858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2" name="object 1902"/>
            <p:cNvSpPr/>
            <p:nvPr/>
          </p:nvSpPr>
          <p:spPr>
            <a:xfrm>
              <a:off x="5317388" y="1933832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3810" y="6858"/>
                  </a:moveTo>
                  <a:lnTo>
                    <a:pt x="0" y="4572"/>
                  </a:lnTo>
                  <a:lnTo>
                    <a:pt x="3048" y="0"/>
                  </a:lnTo>
                  <a:lnTo>
                    <a:pt x="6858" y="1524"/>
                  </a:lnTo>
                  <a:lnTo>
                    <a:pt x="6858" y="2286"/>
                  </a:lnTo>
                  <a:lnTo>
                    <a:pt x="3810" y="68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3" name="object 1903"/>
            <p:cNvSpPr/>
            <p:nvPr/>
          </p:nvSpPr>
          <p:spPr>
            <a:xfrm>
              <a:off x="5320436" y="1928498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6858" y="1524"/>
                  </a:moveTo>
                  <a:lnTo>
                    <a:pt x="2286" y="0"/>
                  </a:lnTo>
                  <a:lnTo>
                    <a:pt x="0" y="5334"/>
                  </a:lnTo>
                  <a:lnTo>
                    <a:pt x="3810" y="6858"/>
                  </a:lnTo>
                  <a:lnTo>
                    <a:pt x="6858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4" name="object 1904"/>
            <p:cNvSpPr/>
            <p:nvPr/>
          </p:nvSpPr>
          <p:spPr>
            <a:xfrm>
              <a:off x="5320436" y="1928498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3810" y="6858"/>
                  </a:moveTo>
                  <a:lnTo>
                    <a:pt x="0" y="5334"/>
                  </a:lnTo>
                  <a:lnTo>
                    <a:pt x="2286" y="0"/>
                  </a:lnTo>
                  <a:lnTo>
                    <a:pt x="6858" y="1524"/>
                  </a:lnTo>
                  <a:lnTo>
                    <a:pt x="3810" y="68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5" name="object 1905"/>
            <p:cNvSpPr/>
            <p:nvPr/>
          </p:nvSpPr>
          <p:spPr>
            <a:xfrm>
              <a:off x="5322722" y="1922402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19">
                  <a:moveTo>
                    <a:pt x="6096" y="1524"/>
                  </a:moveTo>
                  <a:lnTo>
                    <a:pt x="1972" y="836"/>
                  </a:lnTo>
                  <a:lnTo>
                    <a:pt x="0" y="6096"/>
                  </a:lnTo>
                  <a:lnTo>
                    <a:pt x="4572" y="7620"/>
                  </a:lnTo>
                  <a:lnTo>
                    <a:pt x="6096" y="1524"/>
                  </a:lnTo>
                  <a:close/>
                </a:path>
                <a:path w="6350" h="7619">
                  <a:moveTo>
                    <a:pt x="2286" y="0"/>
                  </a:moveTo>
                  <a:lnTo>
                    <a:pt x="1524" y="762"/>
                  </a:lnTo>
                  <a:lnTo>
                    <a:pt x="1972" y="836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6" name="object 1906"/>
            <p:cNvSpPr/>
            <p:nvPr/>
          </p:nvSpPr>
          <p:spPr>
            <a:xfrm>
              <a:off x="5322722" y="1922402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19">
                  <a:moveTo>
                    <a:pt x="4572" y="7620"/>
                  </a:moveTo>
                  <a:lnTo>
                    <a:pt x="0" y="6096"/>
                  </a:lnTo>
                  <a:lnTo>
                    <a:pt x="2286" y="0"/>
                  </a:lnTo>
                  <a:lnTo>
                    <a:pt x="1524" y="762"/>
                  </a:lnTo>
                  <a:lnTo>
                    <a:pt x="6096" y="1524"/>
                  </a:lnTo>
                  <a:lnTo>
                    <a:pt x="4572" y="76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7" name="object 1907"/>
            <p:cNvSpPr/>
            <p:nvPr/>
          </p:nvSpPr>
          <p:spPr>
            <a:xfrm>
              <a:off x="5324246" y="1917068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5">
                  <a:moveTo>
                    <a:pt x="6096" y="762"/>
                  </a:moveTo>
                  <a:lnTo>
                    <a:pt x="6096" y="0"/>
                  </a:lnTo>
                  <a:lnTo>
                    <a:pt x="1524" y="0"/>
                  </a:lnTo>
                  <a:lnTo>
                    <a:pt x="0" y="6096"/>
                  </a:lnTo>
                  <a:lnTo>
                    <a:pt x="4572" y="6858"/>
                  </a:lnTo>
                  <a:lnTo>
                    <a:pt x="6096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8" name="object 1908"/>
            <p:cNvSpPr/>
            <p:nvPr/>
          </p:nvSpPr>
          <p:spPr>
            <a:xfrm>
              <a:off x="5324246" y="1917068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5">
                  <a:moveTo>
                    <a:pt x="4572" y="6858"/>
                  </a:moveTo>
                  <a:lnTo>
                    <a:pt x="0" y="6096"/>
                  </a:lnTo>
                  <a:lnTo>
                    <a:pt x="1524" y="0"/>
                  </a:lnTo>
                  <a:lnTo>
                    <a:pt x="6096" y="0"/>
                  </a:lnTo>
                  <a:lnTo>
                    <a:pt x="6096" y="762"/>
                  </a:lnTo>
                  <a:lnTo>
                    <a:pt x="4572" y="68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9" name="object 1909"/>
            <p:cNvSpPr/>
            <p:nvPr/>
          </p:nvSpPr>
          <p:spPr>
            <a:xfrm>
              <a:off x="5325770" y="1910972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1" y="0"/>
                  </a:moveTo>
                  <a:lnTo>
                    <a:pt x="4571" y="6096"/>
                  </a:lnTo>
                  <a:lnTo>
                    <a:pt x="0" y="6096"/>
                  </a:lnTo>
                  <a:lnTo>
                    <a:pt x="0" y="0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0" name="object 1910"/>
            <p:cNvSpPr/>
            <p:nvPr/>
          </p:nvSpPr>
          <p:spPr>
            <a:xfrm>
              <a:off x="5325770" y="1910972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1" y="0"/>
                  </a:moveTo>
                  <a:lnTo>
                    <a:pt x="4571" y="6096"/>
                  </a:lnTo>
                  <a:lnTo>
                    <a:pt x="0" y="6096"/>
                  </a:lnTo>
                  <a:lnTo>
                    <a:pt x="0" y="0"/>
                  </a:lnTo>
                  <a:lnTo>
                    <a:pt x="457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1" name="object 1911"/>
            <p:cNvSpPr/>
            <p:nvPr/>
          </p:nvSpPr>
          <p:spPr>
            <a:xfrm>
              <a:off x="5325770" y="1910972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572" y="0"/>
                  </a:move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2" name="object 1912"/>
            <p:cNvSpPr/>
            <p:nvPr/>
          </p:nvSpPr>
          <p:spPr>
            <a:xfrm>
              <a:off x="5325770" y="1910972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3" name="object 1913"/>
            <p:cNvSpPr/>
            <p:nvPr/>
          </p:nvSpPr>
          <p:spPr>
            <a:xfrm>
              <a:off x="5499493" y="1859918"/>
              <a:ext cx="201295" cy="108585"/>
            </a:xfrm>
            <a:custGeom>
              <a:avLst/>
              <a:gdLst/>
              <a:ahLst/>
              <a:cxnLst/>
              <a:rect l="l" t="t" r="r" b="b"/>
              <a:pathLst>
                <a:path w="201295" h="108585">
                  <a:moveTo>
                    <a:pt x="0" y="108204"/>
                  </a:moveTo>
                  <a:lnTo>
                    <a:pt x="0" y="0"/>
                  </a:lnTo>
                  <a:lnTo>
                    <a:pt x="201168" y="0"/>
                  </a:lnTo>
                  <a:lnTo>
                    <a:pt x="201168" y="108203"/>
                  </a:lnTo>
                  <a:lnTo>
                    <a:pt x="0" y="10820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4" name="object 1914"/>
            <p:cNvSpPr/>
            <p:nvPr/>
          </p:nvSpPr>
          <p:spPr>
            <a:xfrm>
              <a:off x="5499493" y="1859918"/>
              <a:ext cx="201295" cy="108585"/>
            </a:xfrm>
            <a:custGeom>
              <a:avLst/>
              <a:gdLst/>
              <a:ahLst/>
              <a:cxnLst/>
              <a:rect l="l" t="t" r="r" b="b"/>
              <a:pathLst>
                <a:path w="201295" h="108585">
                  <a:moveTo>
                    <a:pt x="0" y="108204"/>
                  </a:moveTo>
                  <a:lnTo>
                    <a:pt x="0" y="0"/>
                  </a:lnTo>
                  <a:lnTo>
                    <a:pt x="201168" y="0"/>
                  </a:lnTo>
                  <a:lnTo>
                    <a:pt x="201168" y="108203"/>
                  </a:lnTo>
                  <a:lnTo>
                    <a:pt x="0" y="108204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5" name="object 1915"/>
            <p:cNvSpPr/>
            <p:nvPr/>
          </p:nvSpPr>
          <p:spPr>
            <a:xfrm>
              <a:off x="5499481" y="1857644"/>
              <a:ext cx="203200" cy="5080"/>
            </a:xfrm>
            <a:custGeom>
              <a:avLst/>
              <a:gdLst/>
              <a:ahLst/>
              <a:cxnLst/>
              <a:rect l="l" t="t" r="r" b="b"/>
              <a:pathLst>
                <a:path w="203200" h="5080">
                  <a:moveTo>
                    <a:pt x="203200" y="0"/>
                  </a:moveTo>
                  <a:lnTo>
                    <a:pt x="19939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199390" y="4572"/>
                  </a:lnTo>
                  <a:lnTo>
                    <a:pt x="199390" y="2286"/>
                  </a:lnTo>
                  <a:lnTo>
                    <a:pt x="203200" y="2286"/>
                  </a:lnTo>
                  <a:lnTo>
                    <a:pt x="2032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6" name="object 1916"/>
            <p:cNvSpPr/>
            <p:nvPr/>
          </p:nvSpPr>
          <p:spPr>
            <a:xfrm>
              <a:off x="5499493" y="1857632"/>
              <a:ext cx="203835" cy="5080"/>
            </a:xfrm>
            <a:custGeom>
              <a:avLst/>
              <a:gdLst/>
              <a:ahLst/>
              <a:cxnLst/>
              <a:rect l="l" t="t" r="r" b="b"/>
              <a:pathLst>
                <a:path w="203835" h="5080">
                  <a:moveTo>
                    <a:pt x="0" y="4572"/>
                  </a:moveTo>
                  <a:lnTo>
                    <a:pt x="0" y="0"/>
                  </a:lnTo>
                  <a:lnTo>
                    <a:pt x="203454" y="0"/>
                  </a:lnTo>
                  <a:lnTo>
                    <a:pt x="203454" y="2286"/>
                  </a:lnTo>
                  <a:lnTo>
                    <a:pt x="198882" y="2286"/>
                  </a:lnTo>
                  <a:lnTo>
                    <a:pt x="198882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7" name="object 1917"/>
            <p:cNvSpPr/>
            <p:nvPr/>
          </p:nvSpPr>
          <p:spPr>
            <a:xfrm>
              <a:off x="5698376" y="1859930"/>
              <a:ext cx="5080" cy="110489"/>
            </a:xfrm>
            <a:custGeom>
              <a:avLst/>
              <a:gdLst/>
              <a:ahLst/>
              <a:cxnLst/>
              <a:rect l="l" t="t" r="r" b="b"/>
              <a:pathLst>
                <a:path w="5079" h="110489">
                  <a:moveTo>
                    <a:pt x="508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105918"/>
                  </a:lnTo>
                  <a:lnTo>
                    <a:pt x="2540" y="105918"/>
                  </a:lnTo>
                  <a:lnTo>
                    <a:pt x="2540" y="110490"/>
                  </a:lnTo>
                  <a:lnTo>
                    <a:pt x="5080" y="11049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8" name="object 1918"/>
            <p:cNvSpPr/>
            <p:nvPr/>
          </p:nvSpPr>
          <p:spPr>
            <a:xfrm>
              <a:off x="5698388" y="1859918"/>
              <a:ext cx="5080" cy="110489"/>
            </a:xfrm>
            <a:custGeom>
              <a:avLst/>
              <a:gdLst/>
              <a:ahLst/>
              <a:cxnLst/>
              <a:rect l="l" t="t" r="r" b="b"/>
              <a:pathLst>
                <a:path w="5079" h="110489">
                  <a:moveTo>
                    <a:pt x="0" y="0"/>
                  </a:moveTo>
                  <a:lnTo>
                    <a:pt x="4572" y="0"/>
                  </a:lnTo>
                  <a:lnTo>
                    <a:pt x="4572" y="110489"/>
                  </a:lnTo>
                  <a:lnTo>
                    <a:pt x="2286" y="110489"/>
                  </a:lnTo>
                  <a:lnTo>
                    <a:pt x="2286" y="105918"/>
                  </a:lnTo>
                  <a:lnTo>
                    <a:pt x="0" y="10591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9" name="object 1919"/>
            <p:cNvSpPr/>
            <p:nvPr/>
          </p:nvSpPr>
          <p:spPr>
            <a:xfrm>
              <a:off x="5497449" y="1965848"/>
              <a:ext cx="203200" cy="5080"/>
            </a:xfrm>
            <a:custGeom>
              <a:avLst/>
              <a:gdLst/>
              <a:ahLst/>
              <a:cxnLst/>
              <a:rect l="l" t="t" r="r" b="b"/>
              <a:pathLst>
                <a:path w="203200" h="5080">
                  <a:moveTo>
                    <a:pt x="203200" y="0"/>
                  </a:moveTo>
                  <a:lnTo>
                    <a:pt x="3810" y="0"/>
                  </a:lnTo>
                  <a:lnTo>
                    <a:pt x="3810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3810" y="4572"/>
                  </a:lnTo>
                  <a:lnTo>
                    <a:pt x="203200" y="4572"/>
                  </a:lnTo>
                  <a:lnTo>
                    <a:pt x="2032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0" name="object 1920"/>
            <p:cNvSpPr/>
            <p:nvPr/>
          </p:nvSpPr>
          <p:spPr>
            <a:xfrm>
              <a:off x="5497207" y="1965836"/>
              <a:ext cx="203835" cy="5080"/>
            </a:xfrm>
            <a:custGeom>
              <a:avLst/>
              <a:gdLst/>
              <a:ahLst/>
              <a:cxnLst/>
              <a:rect l="l" t="t" r="r" b="b"/>
              <a:pathLst>
                <a:path w="203835" h="5080">
                  <a:moveTo>
                    <a:pt x="203453" y="0"/>
                  </a:moveTo>
                  <a:lnTo>
                    <a:pt x="203453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1" y="2286"/>
                  </a:lnTo>
                  <a:lnTo>
                    <a:pt x="4571" y="0"/>
                  </a:lnTo>
                  <a:lnTo>
                    <a:pt x="20345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1" name="object 1921"/>
            <p:cNvSpPr/>
            <p:nvPr/>
          </p:nvSpPr>
          <p:spPr>
            <a:xfrm>
              <a:off x="5496687" y="1857644"/>
              <a:ext cx="5080" cy="110489"/>
            </a:xfrm>
            <a:custGeom>
              <a:avLst/>
              <a:gdLst/>
              <a:ahLst/>
              <a:cxnLst/>
              <a:rect l="l" t="t" r="r" b="b"/>
              <a:pathLst>
                <a:path w="5079" h="110489">
                  <a:moveTo>
                    <a:pt x="5080" y="4572"/>
                  </a:moveTo>
                  <a:lnTo>
                    <a:pt x="2540" y="4572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10490"/>
                  </a:lnTo>
                  <a:lnTo>
                    <a:pt x="2540" y="110490"/>
                  </a:lnTo>
                  <a:lnTo>
                    <a:pt x="5080" y="110490"/>
                  </a:lnTo>
                  <a:lnTo>
                    <a:pt x="508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2" name="object 1922"/>
            <p:cNvSpPr/>
            <p:nvPr/>
          </p:nvSpPr>
          <p:spPr>
            <a:xfrm>
              <a:off x="5497207" y="1857632"/>
              <a:ext cx="5080" cy="110489"/>
            </a:xfrm>
            <a:custGeom>
              <a:avLst/>
              <a:gdLst/>
              <a:ahLst/>
              <a:cxnLst/>
              <a:rect l="l" t="t" r="r" b="b"/>
              <a:pathLst>
                <a:path w="5079" h="110489">
                  <a:moveTo>
                    <a:pt x="4572" y="110489"/>
                  </a:moveTo>
                  <a:lnTo>
                    <a:pt x="0" y="110489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1048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3" name="object 1923"/>
            <p:cNvSpPr/>
            <p:nvPr/>
          </p:nvSpPr>
          <p:spPr>
            <a:xfrm>
              <a:off x="5663323" y="1888874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761"/>
                  </a:moveTo>
                  <a:lnTo>
                    <a:pt x="2286" y="0"/>
                  </a:lnTo>
                  <a:lnTo>
                    <a:pt x="0" y="4572"/>
                  </a:lnTo>
                  <a:lnTo>
                    <a:pt x="2286" y="5334"/>
                  </a:lnTo>
                  <a:lnTo>
                    <a:pt x="3810" y="7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4" name="object 1924"/>
            <p:cNvSpPr/>
            <p:nvPr/>
          </p:nvSpPr>
          <p:spPr>
            <a:xfrm>
              <a:off x="5663323" y="1888874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2286" y="0"/>
                  </a:moveTo>
                  <a:lnTo>
                    <a:pt x="3810" y="761"/>
                  </a:lnTo>
                  <a:lnTo>
                    <a:pt x="2286" y="5334"/>
                  </a:lnTo>
                  <a:lnTo>
                    <a:pt x="0" y="4572"/>
                  </a:lnTo>
                  <a:lnTo>
                    <a:pt x="228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5" name="object 1925"/>
            <p:cNvSpPr/>
            <p:nvPr/>
          </p:nvSpPr>
          <p:spPr>
            <a:xfrm>
              <a:off x="5658764" y="1886588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762"/>
                  </a:moveTo>
                  <a:lnTo>
                    <a:pt x="1524" y="0"/>
                  </a:lnTo>
                  <a:lnTo>
                    <a:pt x="0" y="4572"/>
                  </a:lnTo>
                  <a:lnTo>
                    <a:pt x="1524" y="5334"/>
                  </a:lnTo>
                  <a:lnTo>
                    <a:pt x="3810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6" name="object 1926"/>
            <p:cNvSpPr/>
            <p:nvPr/>
          </p:nvSpPr>
          <p:spPr>
            <a:xfrm>
              <a:off x="5658764" y="1886588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1524" y="5334"/>
                  </a:moveTo>
                  <a:lnTo>
                    <a:pt x="0" y="4572"/>
                  </a:lnTo>
                  <a:lnTo>
                    <a:pt x="1524" y="0"/>
                  </a:lnTo>
                  <a:lnTo>
                    <a:pt x="3810" y="762"/>
                  </a:lnTo>
                  <a:lnTo>
                    <a:pt x="1524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7" name="object 1927"/>
            <p:cNvSpPr/>
            <p:nvPr/>
          </p:nvSpPr>
          <p:spPr>
            <a:xfrm>
              <a:off x="5662561" y="1888874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80">
                  <a:moveTo>
                    <a:pt x="3048" y="0"/>
                  </a:moveTo>
                  <a:lnTo>
                    <a:pt x="2286" y="0"/>
                  </a:lnTo>
                  <a:lnTo>
                    <a:pt x="0" y="3810"/>
                  </a:lnTo>
                  <a:lnTo>
                    <a:pt x="762" y="4572"/>
                  </a:lnTo>
                  <a:lnTo>
                    <a:pt x="30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8" name="object 1928"/>
            <p:cNvSpPr/>
            <p:nvPr/>
          </p:nvSpPr>
          <p:spPr>
            <a:xfrm>
              <a:off x="5662561" y="1888874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80">
                  <a:moveTo>
                    <a:pt x="3048" y="0"/>
                  </a:moveTo>
                  <a:lnTo>
                    <a:pt x="762" y="4572"/>
                  </a:lnTo>
                  <a:lnTo>
                    <a:pt x="0" y="3810"/>
                  </a:lnTo>
                  <a:lnTo>
                    <a:pt x="2286" y="0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9" name="object 1929"/>
            <p:cNvSpPr/>
            <p:nvPr/>
          </p:nvSpPr>
          <p:spPr>
            <a:xfrm>
              <a:off x="5661799" y="1888112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80">
                  <a:moveTo>
                    <a:pt x="3048" y="762"/>
                  </a:moveTo>
                  <a:lnTo>
                    <a:pt x="1524" y="0"/>
                  </a:lnTo>
                  <a:lnTo>
                    <a:pt x="0" y="3810"/>
                  </a:lnTo>
                  <a:lnTo>
                    <a:pt x="762" y="4572"/>
                  </a:lnTo>
                  <a:lnTo>
                    <a:pt x="3048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0" name="object 1930"/>
            <p:cNvSpPr/>
            <p:nvPr/>
          </p:nvSpPr>
          <p:spPr>
            <a:xfrm>
              <a:off x="5661799" y="1888112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80">
                  <a:moveTo>
                    <a:pt x="3048" y="762"/>
                  </a:moveTo>
                  <a:lnTo>
                    <a:pt x="762" y="4572"/>
                  </a:lnTo>
                  <a:lnTo>
                    <a:pt x="0" y="3810"/>
                  </a:lnTo>
                  <a:lnTo>
                    <a:pt x="1524" y="0"/>
                  </a:lnTo>
                  <a:lnTo>
                    <a:pt x="3048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1" name="object 1931"/>
            <p:cNvSpPr/>
            <p:nvPr/>
          </p:nvSpPr>
          <p:spPr>
            <a:xfrm>
              <a:off x="5660275" y="1887350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80">
                  <a:moveTo>
                    <a:pt x="3048" y="762"/>
                  </a:moveTo>
                  <a:lnTo>
                    <a:pt x="2286" y="0"/>
                  </a:lnTo>
                  <a:lnTo>
                    <a:pt x="0" y="4572"/>
                  </a:lnTo>
                  <a:lnTo>
                    <a:pt x="1524" y="4572"/>
                  </a:lnTo>
                  <a:lnTo>
                    <a:pt x="3048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2" name="object 1932"/>
            <p:cNvSpPr/>
            <p:nvPr/>
          </p:nvSpPr>
          <p:spPr>
            <a:xfrm>
              <a:off x="5660275" y="1887350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80">
                  <a:moveTo>
                    <a:pt x="3048" y="762"/>
                  </a:moveTo>
                  <a:lnTo>
                    <a:pt x="1524" y="4572"/>
                  </a:lnTo>
                  <a:lnTo>
                    <a:pt x="0" y="4572"/>
                  </a:lnTo>
                  <a:lnTo>
                    <a:pt x="2286" y="0"/>
                  </a:lnTo>
                  <a:lnTo>
                    <a:pt x="3048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3" name="object 1933"/>
            <p:cNvSpPr/>
            <p:nvPr/>
          </p:nvSpPr>
          <p:spPr>
            <a:xfrm>
              <a:off x="5661037" y="1887350"/>
              <a:ext cx="3175" cy="5715"/>
            </a:xfrm>
            <a:custGeom>
              <a:avLst/>
              <a:gdLst/>
              <a:ahLst/>
              <a:cxnLst/>
              <a:rect l="l" t="t" r="r" b="b"/>
              <a:pathLst>
                <a:path w="3175" h="5714">
                  <a:moveTo>
                    <a:pt x="3048" y="761"/>
                  </a:moveTo>
                  <a:lnTo>
                    <a:pt x="762" y="0"/>
                  </a:lnTo>
                  <a:lnTo>
                    <a:pt x="0" y="4572"/>
                  </a:lnTo>
                  <a:lnTo>
                    <a:pt x="2286" y="5334"/>
                  </a:lnTo>
                  <a:lnTo>
                    <a:pt x="3048" y="7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4" name="object 1934"/>
            <p:cNvSpPr/>
            <p:nvPr/>
          </p:nvSpPr>
          <p:spPr>
            <a:xfrm>
              <a:off x="5661037" y="1887350"/>
              <a:ext cx="3175" cy="5715"/>
            </a:xfrm>
            <a:custGeom>
              <a:avLst/>
              <a:gdLst/>
              <a:ahLst/>
              <a:cxnLst/>
              <a:rect l="l" t="t" r="r" b="b"/>
              <a:pathLst>
                <a:path w="3175" h="5714">
                  <a:moveTo>
                    <a:pt x="762" y="0"/>
                  </a:moveTo>
                  <a:lnTo>
                    <a:pt x="3048" y="761"/>
                  </a:lnTo>
                  <a:lnTo>
                    <a:pt x="2286" y="5334"/>
                  </a:lnTo>
                  <a:lnTo>
                    <a:pt x="0" y="4572"/>
                  </a:lnTo>
                  <a:lnTo>
                    <a:pt x="76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5" name="object 1935"/>
            <p:cNvSpPr/>
            <p:nvPr/>
          </p:nvSpPr>
          <p:spPr>
            <a:xfrm>
              <a:off x="5533783" y="194221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4" y="2286"/>
                  </a:moveTo>
                  <a:lnTo>
                    <a:pt x="1524" y="0"/>
                  </a:lnTo>
                  <a:lnTo>
                    <a:pt x="0" y="1524"/>
                  </a:lnTo>
                  <a:lnTo>
                    <a:pt x="3810" y="4572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6" name="object 1936"/>
            <p:cNvSpPr/>
            <p:nvPr/>
          </p:nvSpPr>
          <p:spPr>
            <a:xfrm>
              <a:off x="5533783" y="194221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4" y="2286"/>
                  </a:moveTo>
                  <a:lnTo>
                    <a:pt x="3810" y="4572"/>
                  </a:lnTo>
                  <a:lnTo>
                    <a:pt x="0" y="1524"/>
                  </a:lnTo>
                  <a:lnTo>
                    <a:pt x="1524" y="0"/>
                  </a:lnTo>
                  <a:lnTo>
                    <a:pt x="5334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7" name="object 1937"/>
            <p:cNvSpPr/>
            <p:nvPr/>
          </p:nvSpPr>
          <p:spPr>
            <a:xfrm>
              <a:off x="5607697" y="1882778"/>
              <a:ext cx="54610" cy="9525"/>
            </a:xfrm>
            <a:custGeom>
              <a:avLst/>
              <a:gdLst/>
              <a:ahLst/>
              <a:cxnLst/>
              <a:rect l="l" t="t" r="r" b="b"/>
              <a:pathLst>
                <a:path w="54610" h="9525">
                  <a:moveTo>
                    <a:pt x="54101" y="4572"/>
                  </a:moveTo>
                  <a:lnTo>
                    <a:pt x="761" y="0"/>
                  </a:lnTo>
                  <a:lnTo>
                    <a:pt x="0" y="762"/>
                  </a:lnTo>
                  <a:lnTo>
                    <a:pt x="2285" y="4572"/>
                  </a:lnTo>
                  <a:lnTo>
                    <a:pt x="1523" y="4572"/>
                  </a:lnTo>
                  <a:lnTo>
                    <a:pt x="53339" y="9144"/>
                  </a:lnTo>
                  <a:lnTo>
                    <a:pt x="54101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8" name="object 1938"/>
            <p:cNvSpPr/>
            <p:nvPr/>
          </p:nvSpPr>
          <p:spPr>
            <a:xfrm>
              <a:off x="5607697" y="1882778"/>
              <a:ext cx="54610" cy="9525"/>
            </a:xfrm>
            <a:custGeom>
              <a:avLst/>
              <a:gdLst/>
              <a:ahLst/>
              <a:cxnLst/>
              <a:rect l="l" t="t" r="r" b="b"/>
              <a:pathLst>
                <a:path w="54610" h="9525">
                  <a:moveTo>
                    <a:pt x="54101" y="4572"/>
                  </a:moveTo>
                  <a:lnTo>
                    <a:pt x="53339" y="9144"/>
                  </a:lnTo>
                  <a:lnTo>
                    <a:pt x="1523" y="4572"/>
                  </a:lnTo>
                  <a:lnTo>
                    <a:pt x="2285" y="4572"/>
                  </a:lnTo>
                  <a:lnTo>
                    <a:pt x="0" y="762"/>
                  </a:lnTo>
                  <a:lnTo>
                    <a:pt x="761" y="0"/>
                  </a:lnTo>
                  <a:lnTo>
                    <a:pt x="54101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9" name="object 1939"/>
            <p:cNvSpPr/>
            <p:nvPr/>
          </p:nvSpPr>
          <p:spPr>
            <a:xfrm>
              <a:off x="5561977" y="1883540"/>
              <a:ext cx="48260" cy="22860"/>
            </a:xfrm>
            <a:custGeom>
              <a:avLst/>
              <a:gdLst/>
              <a:ahLst/>
              <a:cxnLst/>
              <a:rect l="l" t="t" r="r" b="b"/>
              <a:pathLst>
                <a:path w="48260" h="22860">
                  <a:moveTo>
                    <a:pt x="48006" y="3810"/>
                  </a:moveTo>
                  <a:lnTo>
                    <a:pt x="45720" y="0"/>
                  </a:lnTo>
                  <a:lnTo>
                    <a:pt x="762" y="19050"/>
                  </a:lnTo>
                  <a:lnTo>
                    <a:pt x="0" y="19812"/>
                  </a:lnTo>
                  <a:lnTo>
                    <a:pt x="3810" y="22098"/>
                  </a:lnTo>
                  <a:lnTo>
                    <a:pt x="3810" y="22860"/>
                  </a:lnTo>
                  <a:lnTo>
                    <a:pt x="48006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0" name="object 1940"/>
            <p:cNvSpPr/>
            <p:nvPr/>
          </p:nvSpPr>
          <p:spPr>
            <a:xfrm>
              <a:off x="5561977" y="1883540"/>
              <a:ext cx="48260" cy="22860"/>
            </a:xfrm>
            <a:custGeom>
              <a:avLst/>
              <a:gdLst/>
              <a:ahLst/>
              <a:cxnLst/>
              <a:rect l="l" t="t" r="r" b="b"/>
              <a:pathLst>
                <a:path w="48260" h="22860">
                  <a:moveTo>
                    <a:pt x="45720" y="0"/>
                  </a:moveTo>
                  <a:lnTo>
                    <a:pt x="48006" y="3810"/>
                  </a:lnTo>
                  <a:lnTo>
                    <a:pt x="3810" y="22860"/>
                  </a:lnTo>
                  <a:lnTo>
                    <a:pt x="3810" y="22098"/>
                  </a:lnTo>
                  <a:lnTo>
                    <a:pt x="0" y="19812"/>
                  </a:lnTo>
                  <a:lnTo>
                    <a:pt x="762" y="19050"/>
                  </a:lnTo>
                  <a:lnTo>
                    <a:pt x="4572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1" name="object 1941"/>
            <p:cNvSpPr/>
            <p:nvPr/>
          </p:nvSpPr>
          <p:spPr>
            <a:xfrm>
              <a:off x="5535320" y="1903352"/>
              <a:ext cx="30480" cy="41275"/>
            </a:xfrm>
            <a:custGeom>
              <a:avLst/>
              <a:gdLst/>
              <a:ahLst/>
              <a:cxnLst/>
              <a:rect l="l" t="t" r="r" b="b"/>
              <a:pathLst>
                <a:path w="30479" h="41275">
                  <a:moveTo>
                    <a:pt x="30480" y="2285"/>
                  </a:moveTo>
                  <a:lnTo>
                    <a:pt x="26670" y="0"/>
                  </a:lnTo>
                  <a:lnTo>
                    <a:pt x="0" y="38862"/>
                  </a:lnTo>
                  <a:lnTo>
                    <a:pt x="3810" y="41148"/>
                  </a:lnTo>
                  <a:lnTo>
                    <a:pt x="30480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2" name="object 1942"/>
            <p:cNvSpPr/>
            <p:nvPr/>
          </p:nvSpPr>
          <p:spPr>
            <a:xfrm>
              <a:off x="5535320" y="1903352"/>
              <a:ext cx="30480" cy="41275"/>
            </a:xfrm>
            <a:custGeom>
              <a:avLst/>
              <a:gdLst/>
              <a:ahLst/>
              <a:cxnLst/>
              <a:rect l="l" t="t" r="r" b="b"/>
              <a:pathLst>
                <a:path w="30479" h="41275">
                  <a:moveTo>
                    <a:pt x="26670" y="0"/>
                  </a:moveTo>
                  <a:lnTo>
                    <a:pt x="30480" y="2285"/>
                  </a:lnTo>
                  <a:lnTo>
                    <a:pt x="3810" y="41148"/>
                  </a:lnTo>
                  <a:lnTo>
                    <a:pt x="0" y="38862"/>
                  </a:lnTo>
                  <a:lnTo>
                    <a:pt x="2667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3" name="object 1943"/>
            <p:cNvSpPr/>
            <p:nvPr/>
          </p:nvSpPr>
          <p:spPr>
            <a:xfrm>
              <a:off x="5536844" y="1941452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0" y="4572"/>
                  </a:moveTo>
                  <a:lnTo>
                    <a:pt x="0" y="0"/>
                  </a:lnTo>
                  <a:lnTo>
                    <a:pt x="2285" y="0"/>
                  </a:lnTo>
                  <a:lnTo>
                    <a:pt x="2285" y="4572"/>
                  </a:lnTo>
                  <a:lnTo>
                    <a:pt x="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4" name="object 1944"/>
            <p:cNvSpPr/>
            <p:nvPr/>
          </p:nvSpPr>
          <p:spPr>
            <a:xfrm>
              <a:off x="5536844" y="1941452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0" y="4572"/>
                  </a:moveTo>
                  <a:lnTo>
                    <a:pt x="0" y="0"/>
                  </a:lnTo>
                  <a:lnTo>
                    <a:pt x="2285" y="0"/>
                  </a:lnTo>
                  <a:lnTo>
                    <a:pt x="2285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5" name="object 1945"/>
            <p:cNvSpPr/>
            <p:nvPr/>
          </p:nvSpPr>
          <p:spPr>
            <a:xfrm>
              <a:off x="5534558" y="1941452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285" y="0"/>
                  </a:moveTo>
                  <a:lnTo>
                    <a:pt x="2285" y="4572"/>
                  </a:lnTo>
                  <a:lnTo>
                    <a:pt x="0" y="4572"/>
                  </a:lnTo>
                  <a:lnTo>
                    <a:pt x="0" y="0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6" name="object 1946"/>
            <p:cNvSpPr/>
            <p:nvPr/>
          </p:nvSpPr>
          <p:spPr>
            <a:xfrm>
              <a:off x="5534558" y="1941452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285" y="0"/>
                  </a:moveTo>
                  <a:lnTo>
                    <a:pt x="2285" y="4572"/>
                  </a:lnTo>
                  <a:lnTo>
                    <a:pt x="0" y="4572"/>
                  </a:lnTo>
                  <a:lnTo>
                    <a:pt x="0" y="0"/>
                  </a:lnTo>
                  <a:lnTo>
                    <a:pt x="228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7" name="object 1947"/>
            <p:cNvSpPr/>
            <p:nvPr/>
          </p:nvSpPr>
          <p:spPr>
            <a:xfrm>
              <a:off x="5536844" y="194145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0" y="4572"/>
                  </a:moveTo>
                  <a:lnTo>
                    <a:pt x="0" y="0"/>
                  </a:lnTo>
                  <a:lnTo>
                    <a:pt x="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8" name="object 1948"/>
            <p:cNvSpPr/>
            <p:nvPr/>
          </p:nvSpPr>
          <p:spPr>
            <a:xfrm>
              <a:off x="5536844" y="194145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380" y="2286"/>
                  </a:moveTo>
                  <a:lnTo>
                    <a:pt x="380" y="228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9" name="object 1949"/>
            <p:cNvSpPr/>
            <p:nvPr/>
          </p:nvSpPr>
          <p:spPr>
            <a:xfrm>
              <a:off x="5536844" y="194145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0" y="4572"/>
                  </a:moveTo>
                  <a:lnTo>
                    <a:pt x="0" y="0"/>
                  </a:lnTo>
                  <a:lnTo>
                    <a:pt x="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0" name="object 1950"/>
            <p:cNvSpPr/>
            <p:nvPr/>
          </p:nvSpPr>
          <p:spPr>
            <a:xfrm>
              <a:off x="5536844" y="194145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380" y="2286"/>
                  </a:moveTo>
                  <a:lnTo>
                    <a:pt x="380" y="228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1" name="object 1951"/>
            <p:cNvSpPr/>
            <p:nvPr/>
          </p:nvSpPr>
          <p:spPr>
            <a:xfrm>
              <a:off x="5536844" y="194145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0" y="4572"/>
                  </a:moveTo>
                  <a:lnTo>
                    <a:pt x="0" y="0"/>
                  </a:lnTo>
                  <a:lnTo>
                    <a:pt x="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2" name="object 1952"/>
            <p:cNvSpPr/>
            <p:nvPr/>
          </p:nvSpPr>
          <p:spPr>
            <a:xfrm>
              <a:off x="5536844" y="194145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380" y="2286"/>
                  </a:moveTo>
                  <a:lnTo>
                    <a:pt x="380" y="228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3" name="object 1953"/>
            <p:cNvSpPr/>
            <p:nvPr/>
          </p:nvSpPr>
          <p:spPr>
            <a:xfrm>
              <a:off x="5622937" y="192773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2" y="761"/>
                  </a:moveTo>
                  <a:lnTo>
                    <a:pt x="2286" y="0"/>
                  </a:lnTo>
                  <a:lnTo>
                    <a:pt x="0" y="3810"/>
                  </a:lnTo>
                  <a:lnTo>
                    <a:pt x="2286" y="4572"/>
                  </a:lnTo>
                  <a:lnTo>
                    <a:pt x="4572" y="7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4" name="object 1954"/>
            <p:cNvSpPr/>
            <p:nvPr/>
          </p:nvSpPr>
          <p:spPr>
            <a:xfrm>
              <a:off x="5622937" y="192773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2286" y="0"/>
                  </a:moveTo>
                  <a:lnTo>
                    <a:pt x="4572" y="761"/>
                  </a:lnTo>
                  <a:lnTo>
                    <a:pt x="2286" y="4572"/>
                  </a:lnTo>
                  <a:lnTo>
                    <a:pt x="0" y="3810"/>
                  </a:lnTo>
                  <a:lnTo>
                    <a:pt x="228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5" name="object 1955"/>
            <p:cNvSpPr/>
            <p:nvPr/>
          </p:nvSpPr>
          <p:spPr>
            <a:xfrm>
              <a:off x="5580278" y="190106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2" y="762"/>
                  </a:moveTo>
                  <a:lnTo>
                    <a:pt x="2286" y="0"/>
                  </a:lnTo>
                  <a:lnTo>
                    <a:pt x="0" y="3810"/>
                  </a:lnTo>
                  <a:lnTo>
                    <a:pt x="2286" y="4572"/>
                  </a:lnTo>
                  <a:lnTo>
                    <a:pt x="4572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6" name="object 1956"/>
            <p:cNvSpPr/>
            <p:nvPr/>
          </p:nvSpPr>
          <p:spPr>
            <a:xfrm>
              <a:off x="5580278" y="190106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2286" y="4572"/>
                  </a:moveTo>
                  <a:lnTo>
                    <a:pt x="0" y="3810"/>
                  </a:lnTo>
                  <a:lnTo>
                    <a:pt x="2286" y="0"/>
                  </a:lnTo>
                  <a:lnTo>
                    <a:pt x="4572" y="762"/>
                  </a:lnTo>
                  <a:lnTo>
                    <a:pt x="2286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7" name="object 1957"/>
            <p:cNvSpPr/>
            <p:nvPr/>
          </p:nvSpPr>
          <p:spPr>
            <a:xfrm>
              <a:off x="5582551" y="1901828"/>
              <a:ext cx="43180" cy="29845"/>
            </a:xfrm>
            <a:custGeom>
              <a:avLst/>
              <a:gdLst/>
              <a:ahLst/>
              <a:cxnLst/>
              <a:rect l="l" t="t" r="r" b="b"/>
              <a:pathLst>
                <a:path w="43179" h="29844">
                  <a:moveTo>
                    <a:pt x="42672" y="25908"/>
                  </a:moveTo>
                  <a:lnTo>
                    <a:pt x="2286" y="0"/>
                  </a:lnTo>
                  <a:lnTo>
                    <a:pt x="0" y="3810"/>
                  </a:lnTo>
                  <a:lnTo>
                    <a:pt x="40386" y="29718"/>
                  </a:lnTo>
                  <a:lnTo>
                    <a:pt x="42672" y="2590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8" name="object 1958"/>
            <p:cNvSpPr/>
            <p:nvPr/>
          </p:nvSpPr>
          <p:spPr>
            <a:xfrm>
              <a:off x="5582551" y="1901828"/>
              <a:ext cx="43180" cy="29845"/>
            </a:xfrm>
            <a:custGeom>
              <a:avLst/>
              <a:gdLst/>
              <a:ahLst/>
              <a:cxnLst/>
              <a:rect l="l" t="t" r="r" b="b"/>
              <a:pathLst>
                <a:path w="43179" h="29844">
                  <a:moveTo>
                    <a:pt x="42672" y="25908"/>
                  </a:moveTo>
                  <a:lnTo>
                    <a:pt x="40386" y="29718"/>
                  </a:lnTo>
                  <a:lnTo>
                    <a:pt x="0" y="3810"/>
                  </a:lnTo>
                  <a:lnTo>
                    <a:pt x="2286" y="0"/>
                  </a:lnTo>
                  <a:lnTo>
                    <a:pt x="42672" y="2590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9" name="object 1959"/>
            <p:cNvSpPr/>
            <p:nvPr/>
          </p:nvSpPr>
          <p:spPr>
            <a:xfrm>
              <a:off x="5573407" y="1895732"/>
              <a:ext cx="17145" cy="17780"/>
            </a:xfrm>
            <a:custGeom>
              <a:avLst/>
              <a:gdLst/>
              <a:ahLst/>
              <a:cxnLst/>
              <a:rect l="l" t="t" r="r" b="b"/>
              <a:pathLst>
                <a:path w="17145" h="17780">
                  <a:moveTo>
                    <a:pt x="16763" y="2286"/>
                  </a:moveTo>
                  <a:lnTo>
                    <a:pt x="16763" y="1524"/>
                  </a:lnTo>
                  <a:lnTo>
                    <a:pt x="761" y="0"/>
                  </a:lnTo>
                  <a:lnTo>
                    <a:pt x="0" y="762"/>
                  </a:lnTo>
                  <a:lnTo>
                    <a:pt x="3809" y="16764"/>
                  </a:lnTo>
                  <a:lnTo>
                    <a:pt x="3809" y="17526"/>
                  </a:lnTo>
                  <a:lnTo>
                    <a:pt x="16763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0" name="object 1960"/>
            <p:cNvSpPr/>
            <p:nvPr/>
          </p:nvSpPr>
          <p:spPr>
            <a:xfrm>
              <a:off x="5573407" y="1895732"/>
              <a:ext cx="17145" cy="17780"/>
            </a:xfrm>
            <a:custGeom>
              <a:avLst/>
              <a:gdLst/>
              <a:ahLst/>
              <a:cxnLst/>
              <a:rect l="l" t="t" r="r" b="b"/>
              <a:pathLst>
                <a:path w="17145" h="17780">
                  <a:moveTo>
                    <a:pt x="16763" y="1524"/>
                  </a:moveTo>
                  <a:lnTo>
                    <a:pt x="761" y="0"/>
                  </a:lnTo>
                  <a:lnTo>
                    <a:pt x="0" y="762"/>
                  </a:lnTo>
                  <a:lnTo>
                    <a:pt x="3809" y="16764"/>
                  </a:lnTo>
                  <a:lnTo>
                    <a:pt x="3809" y="17526"/>
                  </a:lnTo>
                  <a:lnTo>
                    <a:pt x="16763" y="2286"/>
                  </a:lnTo>
                  <a:lnTo>
                    <a:pt x="16763" y="1524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1" name="object 1961"/>
            <p:cNvSpPr/>
            <p:nvPr/>
          </p:nvSpPr>
          <p:spPr>
            <a:xfrm>
              <a:off x="5572658" y="1893446"/>
              <a:ext cx="18415" cy="6350"/>
            </a:xfrm>
            <a:custGeom>
              <a:avLst/>
              <a:gdLst/>
              <a:ahLst/>
              <a:cxnLst/>
              <a:rect l="l" t="t" r="r" b="b"/>
              <a:pathLst>
                <a:path w="18414" h="6350">
                  <a:moveTo>
                    <a:pt x="18287" y="1524"/>
                  </a:moveTo>
                  <a:lnTo>
                    <a:pt x="761" y="0"/>
                  </a:lnTo>
                  <a:lnTo>
                    <a:pt x="0" y="762"/>
                  </a:lnTo>
                  <a:lnTo>
                    <a:pt x="3047" y="3810"/>
                  </a:lnTo>
                  <a:lnTo>
                    <a:pt x="2285" y="4572"/>
                  </a:lnTo>
                  <a:lnTo>
                    <a:pt x="17525" y="6096"/>
                  </a:lnTo>
                  <a:lnTo>
                    <a:pt x="18287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2" name="object 1962"/>
            <p:cNvSpPr/>
            <p:nvPr/>
          </p:nvSpPr>
          <p:spPr>
            <a:xfrm>
              <a:off x="5572658" y="1893446"/>
              <a:ext cx="18415" cy="6350"/>
            </a:xfrm>
            <a:custGeom>
              <a:avLst/>
              <a:gdLst/>
              <a:ahLst/>
              <a:cxnLst/>
              <a:rect l="l" t="t" r="r" b="b"/>
              <a:pathLst>
                <a:path w="18414" h="6350">
                  <a:moveTo>
                    <a:pt x="18287" y="1524"/>
                  </a:moveTo>
                  <a:lnTo>
                    <a:pt x="17525" y="6096"/>
                  </a:lnTo>
                  <a:lnTo>
                    <a:pt x="2285" y="4572"/>
                  </a:lnTo>
                  <a:lnTo>
                    <a:pt x="3047" y="3810"/>
                  </a:lnTo>
                  <a:lnTo>
                    <a:pt x="0" y="762"/>
                  </a:lnTo>
                  <a:lnTo>
                    <a:pt x="761" y="0"/>
                  </a:lnTo>
                  <a:lnTo>
                    <a:pt x="18287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3" name="object 1963"/>
            <p:cNvSpPr/>
            <p:nvPr/>
          </p:nvSpPr>
          <p:spPr>
            <a:xfrm>
              <a:off x="5571134" y="189420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3265" y="1741"/>
                  </a:moveTo>
                  <a:lnTo>
                    <a:pt x="1524" y="0"/>
                  </a:lnTo>
                  <a:lnTo>
                    <a:pt x="0" y="1524"/>
                  </a:lnTo>
                  <a:lnTo>
                    <a:pt x="0" y="2286"/>
                  </a:lnTo>
                  <a:lnTo>
                    <a:pt x="3265" y="1741"/>
                  </a:lnTo>
                  <a:close/>
                </a:path>
                <a:path w="5714" h="3175">
                  <a:moveTo>
                    <a:pt x="5334" y="3047"/>
                  </a:moveTo>
                  <a:lnTo>
                    <a:pt x="4572" y="1523"/>
                  </a:lnTo>
                  <a:lnTo>
                    <a:pt x="3265" y="1741"/>
                  </a:lnTo>
                  <a:lnTo>
                    <a:pt x="4572" y="3047"/>
                  </a:lnTo>
                  <a:lnTo>
                    <a:pt x="5334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4" name="object 1964"/>
            <p:cNvSpPr/>
            <p:nvPr/>
          </p:nvSpPr>
          <p:spPr>
            <a:xfrm>
              <a:off x="5571134" y="189420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1524" y="0"/>
                  </a:moveTo>
                  <a:lnTo>
                    <a:pt x="4572" y="3047"/>
                  </a:lnTo>
                  <a:lnTo>
                    <a:pt x="5334" y="3047"/>
                  </a:lnTo>
                  <a:lnTo>
                    <a:pt x="4572" y="1523"/>
                  </a:lnTo>
                  <a:lnTo>
                    <a:pt x="0" y="2286"/>
                  </a:lnTo>
                  <a:lnTo>
                    <a:pt x="0" y="1524"/>
                  </a:lnTo>
                  <a:lnTo>
                    <a:pt x="152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5" name="object 1965"/>
            <p:cNvSpPr/>
            <p:nvPr/>
          </p:nvSpPr>
          <p:spPr>
            <a:xfrm>
              <a:off x="5571121" y="1895732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8382" y="16764"/>
                  </a:moveTo>
                  <a:lnTo>
                    <a:pt x="8382" y="16002"/>
                  </a:lnTo>
                  <a:lnTo>
                    <a:pt x="4572" y="0"/>
                  </a:lnTo>
                  <a:lnTo>
                    <a:pt x="0" y="762"/>
                  </a:lnTo>
                  <a:lnTo>
                    <a:pt x="3810" y="16764"/>
                  </a:lnTo>
                  <a:lnTo>
                    <a:pt x="8382" y="167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6" name="object 1966"/>
            <p:cNvSpPr/>
            <p:nvPr/>
          </p:nvSpPr>
          <p:spPr>
            <a:xfrm>
              <a:off x="5571121" y="1895732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0" y="762"/>
                  </a:moveTo>
                  <a:lnTo>
                    <a:pt x="4572" y="0"/>
                  </a:lnTo>
                  <a:lnTo>
                    <a:pt x="8382" y="16002"/>
                  </a:lnTo>
                  <a:lnTo>
                    <a:pt x="8382" y="16764"/>
                  </a:lnTo>
                  <a:lnTo>
                    <a:pt x="3810" y="16764"/>
                  </a:lnTo>
                  <a:lnTo>
                    <a:pt x="0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7" name="object 1967"/>
            <p:cNvSpPr/>
            <p:nvPr/>
          </p:nvSpPr>
          <p:spPr>
            <a:xfrm>
              <a:off x="5574944" y="1907162"/>
              <a:ext cx="5080" cy="12700"/>
            </a:xfrm>
            <a:custGeom>
              <a:avLst/>
              <a:gdLst/>
              <a:ahLst/>
              <a:cxnLst/>
              <a:rect l="l" t="t" r="r" b="b"/>
              <a:pathLst>
                <a:path w="5079" h="12700">
                  <a:moveTo>
                    <a:pt x="4572" y="5334"/>
                  </a:moveTo>
                  <a:lnTo>
                    <a:pt x="4572" y="0"/>
                  </a:lnTo>
                  <a:lnTo>
                    <a:pt x="0" y="4572"/>
                  </a:lnTo>
                  <a:lnTo>
                    <a:pt x="952" y="5334"/>
                  </a:lnTo>
                  <a:lnTo>
                    <a:pt x="4572" y="5334"/>
                  </a:lnTo>
                  <a:close/>
                </a:path>
                <a:path w="5079" h="12700">
                  <a:moveTo>
                    <a:pt x="3810" y="7620"/>
                  </a:moveTo>
                  <a:lnTo>
                    <a:pt x="952" y="5334"/>
                  </a:lnTo>
                  <a:lnTo>
                    <a:pt x="0" y="5334"/>
                  </a:lnTo>
                  <a:lnTo>
                    <a:pt x="0" y="12192"/>
                  </a:lnTo>
                  <a:lnTo>
                    <a:pt x="3810" y="76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8" name="object 1968"/>
            <p:cNvSpPr/>
            <p:nvPr/>
          </p:nvSpPr>
          <p:spPr>
            <a:xfrm>
              <a:off x="5574944" y="1907162"/>
              <a:ext cx="5080" cy="12700"/>
            </a:xfrm>
            <a:custGeom>
              <a:avLst/>
              <a:gdLst/>
              <a:ahLst/>
              <a:cxnLst/>
              <a:rect l="l" t="t" r="r" b="b"/>
              <a:pathLst>
                <a:path w="5079" h="12700">
                  <a:moveTo>
                    <a:pt x="0" y="5334"/>
                  </a:moveTo>
                  <a:lnTo>
                    <a:pt x="4572" y="5334"/>
                  </a:lnTo>
                  <a:lnTo>
                    <a:pt x="4572" y="0"/>
                  </a:lnTo>
                  <a:lnTo>
                    <a:pt x="0" y="4572"/>
                  </a:lnTo>
                  <a:lnTo>
                    <a:pt x="3810" y="7620"/>
                  </a:lnTo>
                  <a:lnTo>
                    <a:pt x="0" y="12192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9" name="object 1969"/>
            <p:cNvSpPr/>
            <p:nvPr/>
          </p:nvSpPr>
          <p:spPr>
            <a:xfrm>
              <a:off x="5574944" y="1897256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80">
                  <a:moveTo>
                    <a:pt x="17526" y="1523"/>
                  </a:moveTo>
                  <a:lnTo>
                    <a:pt x="17526" y="761"/>
                  </a:lnTo>
                  <a:lnTo>
                    <a:pt x="12954" y="761"/>
                  </a:lnTo>
                  <a:lnTo>
                    <a:pt x="12954" y="0"/>
                  </a:lnTo>
                  <a:lnTo>
                    <a:pt x="0" y="14477"/>
                  </a:lnTo>
                  <a:lnTo>
                    <a:pt x="3810" y="17525"/>
                  </a:lnTo>
                  <a:lnTo>
                    <a:pt x="17526" y="15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0" name="object 1970"/>
            <p:cNvSpPr/>
            <p:nvPr/>
          </p:nvSpPr>
          <p:spPr>
            <a:xfrm>
              <a:off x="5574944" y="1897256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80">
                  <a:moveTo>
                    <a:pt x="3810" y="17525"/>
                  </a:moveTo>
                  <a:lnTo>
                    <a:pt x="0" y="14477"/>
                  </a:lnTo>
                  <a:lnTo>
                    <a:pt x="12954" y="0"/>
                  </a:lnTo>
                  <a:lnTo>
                    <a:pt x="12954" y="761"/>
                  </a:lnTo>
                  <a:lnTo>
                    <a:pt x="17526" y="761"/>
                  </a:lnTo>
                  <a:lnTo>
                    <a:pt x="17526" y="1523"/>
                  </a:lnTo>
                  <a:lnTo>
                    <a:pt x="3810" y="1752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1" name="object 1971"/>
            <p:cNvSpPr/>
            <p:nvPr/>
          </p:nvSpPr>
          <p:spPr>
            <a:xfrm>
              <a:off x="5587898" y="189497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254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286" y="4572"/>
                  </a:lnTo>
                  <a:lnTo>
                    <a:pt x="2540" y="3048"/>
                  </a:lnTo>
                  <a:close/>
                </a:path>
                <a:path w="5079" h="5080">
                  <a:moveTo>
                    <a:pt x="4572" y="3048"/>
                  </a:moveTo>
                  <a:lnTo>
                    <a:pt x="4572" y="0"/>
                  </a:lnTo>
                  <a:lnTo>
                    <a:pt x="3048" y="0"/>
                  </a:lnTo>
                  <a:lnTo>
                    <a:pt x="2540" y="3048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2" name="object 1972"/>
            <p:cNvSpPr/>
            <p:nvPr/>
          </p:nvSpPr>
          <p:spPr>
            <a:xfrm>
              <a:off x="5587898" y="189497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286" y="4572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4572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3" name="object 1973"/>
            <p:cNvSpPr/>
            <p:nvPr/>
          </p:nvSpPr>
          <p:spPr>
            <a:xfrm>
              <a:off x="5740285" y="1856108"/>
              <a:ext cx="177165" cy="109855"/>
            </a:xfrm>
            <a:custGeom>
              <a:avLst/>
              <a:gdLst/>
              <a:ahLst/>
              <a:cxnLst/>
              <a:rect l="l" t="t" r="r" b="b"/>
              <a:pathLst>
                <a:path w="177164" h="109855">
                  <a:moveTo>
                    <a:pt x="0" y="109728"/>
                  </a:moveTo>
                  <a:lnTo>
                    <a:pt x="0" y="0"/>
                  </a:lnTo>
                  <a:lnTo>
                    <a:pt x="176784" y="0"/>
                  </a:lnTo>
                  <a:lnTo>
                    <a:pt x="176784" y="109728"/>
                  </a:lnTo>
                  <a:lnTo>
                    <a:pt x="0" y="109728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4" name="object 1974"/>
            <p:cNvSpPr/>
            <p:nvPr/>
          </p:nvSpPr>
          <p:spPr>
            <a:xfrm>
              <a:off x="5740273" y="1853834"/>
              <a:ext cx="179070" cy="5080"/>
            </a:xfrm>
            <a:custGeom>
              <a:avLst/>
              <a:gdLst/>
              <a:ahLst/>
              <a:cxnLst/>
              <a:rect l="l" t="t" r="r" b="b"/>
              <a:pathLst>
                <a:path w="179070" h="5080">
                  <a:moveTo>
                    <a:pt x="179070" y="0"/>
                  </a:moveTo>
                  <a:lnTo>
                    <a:pt x="17399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173990" y="4572"/>
                  </a:lnTo>
                  <a:lnTo>
                    <a:pt x="173990" y="2286"/>
                  </a:lnTo>
                  <a:lnTo>
                    <a:pt x="179070" y="2286"/>
                  </a:lnTo>
                  <a:lnTo>
                    <a:pt x="1790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5" name="object 1975"/>
            <p:cNvSpPr/>
            <p:nvPr/>
          </p:nvSpPr>
          <p:spPr>
            <a:xfrm>
              <a:off x="5740285" y="1853822"/>
              <a:ext cx="179070" cy="5080"/>
            </a:xfrm>
            <a:custGeom>
              <a:avLst/>
              <a:gdLst/>
              <a:ahLst/>
              <a:cxnLst/>
              <a:rect l="l" t="t" r="r" b="b"/>
              <a:pathLst>
                <a:path w="179070" h="5080">
                  <a:moveTo>
                    <a:pt x="0" y="4572"/>
                  </a:moveTo>
                  <a:lnTo>
                    <a:pt x="0" y="0"/>
                  </a:lnTo>
                  <a:lnTo>
                    <a:pt x="179070" y="0"/>
                  </a:lnTo>
                  <a:lnTo>
                    <a:pt x="179070" y="2286"/>
                  </a:lnTo>
                  <a:lnTo>
                    <a:pt x="174498" y="2286"/>
                  </a:lnTo>
                  <a:lnTo>
                    <a:pt x="174498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6" name="object 1976"/>
            <p:cNvSpPr/>
            <p:nvPr/>
          </p:nvSpPr>
          <p:spPr>
            <a:xfrm>
              <a:off x="5914771" y="1856120"/>
              <a:ext cx="5080" cy="112395"/>
            </a:xfrm>
            <a:custGeom>
              <a:avLst/>
              <a:gdLst/>
              <a:ahLst/>
              <a:cxnLst/>
              <a:rect l="l" t="t" r="r" b="b"/>
              <a:pathLst>
                <a:path w="5079" h="112394">
                  <a:moveTo>
                    <a:pt x="508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107442"/>
                  </a:lnTo>
                  <a:lnTo>
                    <a:pt x="2540" y="107442"/>
                  </a:lnTo>
                  <a:lnTo>
                    <a:pt x="2540" y="112014"/>
                  </a:lnTo>
                  <a:lnTo>
                    <a:pt x="5080" y="112014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7" name="object 1977"/>
            <p:cNvSpPr/>
            <p:nvPr/>
          </p:nvSpPr>
          <p:spPr>
            <a:xfrm>
              <a:off x="5914783" y="1856108"/>
              <a:ext cx="5080" cy="112395"/>
            </a:xfrm>
            <a:custGeom>
              <a:avLst/>
              <a:gdLst/>
              <a:ahLst/>
              <a:cxnLst/>
              <a:rect l="l" t="t" r="r" b="b"/>
              <a:pathLst>
                <a:path w="5079" h="112394">
                  <a:moveTo>
                    <a:pt x="0" y="0"/>
                  </a:moveTo>
                  <a:lnTo>
                    <a:pt x="4572" y="0"/>
                  </a:lnTo>
                  <a:lnTo>
                    <a:pt x="4572" y="112014"/>
                  </a:lnTo>
                  <a:lnTo>
                    <a:pt x="2286" y="112014"/>
                  </a:lnTo>
                  <a:lnTo>
                    <a:pt x="2286" y="107442"/>
                  </a:lnTo>
                  <a:lnTo>
                    <a:pt x="0" y="10744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8" name="object 1978"/>
            <p:cNvSpPr/>
            <p:nvPr/>
          </p:nvSpPr>
          <p:spPr>
            <a:xfrm>
              <a:off x="5737987" y="1963562"/>
              <a:ext cx="179070" cy="5080"/>
            </a:xfrm>
            <a:custGeom>
              <a:avLst/>
              <a:gdLst/>
              <a:ahLst/>
              <a:cxnLst/>
              <a:rect l="l" t="t" r="r" b="b"/>
              <a:pathLst>
                <a:path w="179070" h="5080">
                  <a:moveTo>
                    <a:pt x="179070" y="0"/>
                  </a:moveTo>
                  <a:lnTo>
                    <a:pt x="5080" y="0"/>
                  </a:lnTo>
                  <a:lnTo>
                    <a:pt x="5080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5080" y="4572"/>
                  </a:lnTo>
                  <a:lnTo>
                    <a:pt x="179070" y="4572"/>
                  </a:lnTo>
                  <a:lnTo>
                    <a:pt x="1790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9" name="object 1979"/>
            <p:cNvSpPr/>
            <p:nvPr/>
          </p:nvSpPr>
          <p:spPr>
            <a:xfrm>
              <a:off x="5737999" y="1963550"/>
              <a:ext cx="179070" cy="5080"/>
            </a:xfrm>
            <a:custGeom>
              <a:avLst/>
              <a:gdLst/>
              <a:ahLst/>
              <a:cxnLst/>
              <a:rect l="l" t="t" r="r" b="b"/>
              <a:pathLst>
                <a:path w="179070" h="5080">
                  <a:moveTo>
                    <a:pt x="179070" y="0"/>
                  </a:moveTo>
                  <a:lnTo>
                    <a:pt x="179070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2" y="2286"/>
                  </a:lnTo>
                  <a:lnTo>
                    <a:pt x="4572" y="0"/>
                  </a:lnTo>
                  <a:lnTo>
                    <a:pt x="17907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0" name="object 1980"/>
            <p:cNvSpPr/>
            <p:nvPr/>
          </p:nvSpPr>
          <p:spPr>
            <a:xfrm>
              <a:off x="5737479" y="1853834"/>
              <a:ext cx="5080" cy="112395"/>
            </a:xfrm>
            <a:custGeom>
              <a:avLst/>
              <a:gdLst/>
              <a:ahLst/>
              <a:cxnLst/>
              <a:rect l="l" t="t" r="r" b="b"/>
              <a:pathLst>
                <a:path w="5079" h="112394">
                  <a:moveTo>
                    <a:pt x="5080" y="4572"/>
                  </a:moveTo>
                  <a:lnTo>
                    <a:pt x="2540" y="4572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12014"/>
                  </a:lnTo>
                  <a:lnTo>
                    <a:pt x="2540" y="112014"/>
                  </a:lnTo>
                  <a:lnTo>
                    <a:pt x="5080" y="112014"/>
                  </a:lnTo>
                  <a:lnTo>
                    <a:pt x="508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1" name="object 1981"/>
            <p:cNvSpPr/>
            <p:nvPr/>
          </p:nvSpPr>
          <p:spPr>
            <a:xfrm>
              <a:off x="5737999" y="1853822"/>
              <a:ext cx="5080" cy="112395"/>
            </a:xfrm>
            <a:custGeom>
              <a:avLst/>
              <a:gdLst/>
              <a:ahLst/>
              <a:cxnLst/>
              <a:rect l="l" t="t" r="r" b="b"/>
              <a:pathLst>
                <a:path w="5079" h="112394">
                  <a:moveTo>
                    <a:pt x="4572" y="112013"/>
                  </a:moveTo>
                  <a:lnTo>
                    <a:pt x="0" y="112013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1201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2" name="object 1982"/>
            <p:cNvSpPr/>
            <p:nvPr/>
          </p:nvSpPr>
          <p:spPr>
            <a:xfrm>
              <a:off x="5817260" y="1864771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26670" y="11911"/>
                  </a:moveTo>
                  <a:lnTo>
                    <a:pt x="26670" y="8863"/>
                  </a:lnTo>
                  <a:lnTo>
                    <a:pt x="25146" y="6577"/>
                  </a:lnTo>
                  <a:lnTo>
                    <a:pt x="20212" y="1727"/>
                  </a:lnTo>
                  <a:lnTo>
                    <a:pt x="12920" y="0"/>
                  </a:lnTo>
                  <a:lnTo>
                    <a:pt x="5645" y="1942"/>
                  </a:lnTo>
                  <a:lnTo>
                    <a:pt x="762" y="8101"/>
                  </a:lnTo>
                  <a:lnTo>
                    <a:pt x="0" y="10387"/>
                  </a:lnTo>
                  <a:lnTo>
                    <a:pt x="0" y="13435"/>
                  </a:lnTo>
                  <a:lnTo>
                    <a:pt x="4459" y="20584"/>
                  </a:lnTo>
                  <a:lnTo>
                    <a:pt x="11615" y="23455"/>
                  </a:lnTo>
                  <a:lnTo>
                    <a:pt x="19250" y="22268"/>
                  </a:lnTo>
                  <a:lnTo>
                    <a:pt x="25146" y="17245"/>
                  </a:lnTo>
                  <a:lnTo>
                    <a:pt x="26670" y="14197"/>
                  </a:lnTo>
                  <a:lnTo>
                    <a:pt x="26670" y="11911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3" name="object 1983"/>
            <p:cNvSpPr/>
            <p:nvPr/>
          </p:nvSpPr>
          <p:spPr>
            <a:xfrm>
              <a:off x="5841644" y="1872872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572" y="3048"/>
                  </a:moveTo>
                  <a:lnTo>
                    <a:pt x="3810" y="0"/>
                  </a:lnTo>
                  <a:lnTo>
                    <a:pt x="0" y="1524"/>
                  </a:lnTo>
                  <a:lnTo>
                    <a:pt x="0" y="3810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4" name="object 1984"/>
            <p:cNvSpPr/>
            <p:nvPr/>
          </p:nvSpPr>
          <p:spPr>
            <a:xfrm>
              <a:off x="5841644" y="1872872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572" y="3048"/>
                  </a:moveTo>
                  <a:lnTo>
                    <a:pt x="0" y="3810"/>
                  </a:lnTo>
                  <a:lnTo>
                    <a:pt x="0" y="1524"/>
                  </a:lnTo>
                  <a:lnTo>
                    <a:pt x="3810" y="0"/>
                  </a:lnTo>
                  <a:lnTo>
                    <a:pt x="4572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5" name="object 1985"/>
            <p:cNvSpPr/>
            <p:nvPr/>
          </p:nvSpPr>
          <p:spPr>
            <a:xfrm>
              <a:off x="5840882" y="186982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190" y="2857"/>
                  </a:moveTo>
                  <a:lnTo>
                    <a:pt x="0" y="2286"/>
                  </a:lnTo>
                  <a:lnTo>
                    <a:pt x="0" y="3048"/>
                  </a:lnTo>
                  <a:lnTo>
                    <a:pt x="190" y="2857"/>
                  </a:lnTo>
                  <a:close/>
                </a:path>
                <a:path w="5079" h="5080">
                  <a:moveTo>
                    <a:pt x="4572" y="3048"/>
                  </a:moveTo>
                  <a:lnTo>
                    <a:pt x="3810" y="0"/>
                  </a:lnTo>
                  <a:lnTo>
                    <a:pt x="3048" y="0"/>
                  </a:lnTo>
                  <a:lnTo>
                    <a:pt x="190" y="2857"/>
                  </a:lnTo>
                  <a:lnTo>
                    <a:pt x="762" y="4572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6" name="object 1986"/>
            <p:cNvSpPr/>
            <p:nvPr/>
          </p:nvSpPr>
          <p:spPr>
            <a:xfrm>
              <a:off x="5840882" y="186982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2" y="3048"/>
                  </a:moveTo>
                  <a:lnTo>
                    <a:pt x="762" y="4572"/>
                  </a:lnTo>
                  <a:lnTo>
                    <a:pt x="0" y="2286"/>
                  </a:lnTo>
                  <a:lnTo>
                    <a:pt x="0" y="3048"/>
                  </a:lnTo>
                  <a:lnTo>
                    <a:pt x="3048" y="0"/>
                  </a:lnTo>
                  <a:lnTo>
                    <a:pt x="3810" y="0"/>
                  </a:lnTo>
                  <a:lnTo>
                    <a:pt x="4572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7" name="object 1987"/>
            <p:cNvSpPr/>
            <p:nvPr/>
          </p:nvSpPr>
          <p:spPr>
            <a:xfrm>
              <a:off x="5839358" y="1867538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2286"/>
                  </a:moveTo>
                  <a:lnTo>
                    <a:pt x="3048" y="0"/>
                  </a:lnTo>
                  <a:lnTo>
                    <a:pt x="0" y="3048"/>
                  </a:lnTo>
                  <a:lnTo>
                    <a:pt x="1524" y="5334"/>
                  </a:lnTo>
                  <a:lnTo>
                    <a:pt x="4572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8" name="object 1988"/>
            <p:cNvSpPr/>
            <p:nvPr/>
          </p:nvSpPr>
          <p:spPr>
            <a:xfrm>
              <a:off x="5839358" y="1867538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2286"/>
                  </a:moveTo>
                  <a:lnTo>
                    <a:pt x="1524" y="5334"/>
                  </a:lnTo>
                  <a:lnTo>
                    <a:pt x="0" y="3048"/>
                  </a:lnTo>
                  <a:lnTo>
                    <a:pt x="3048" y="0"/>
                  </a:lnTo>
                  <a:lnTo>
                    <a:pt x="4572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9" name="object 1989"/>
            <p:cNvSpPr/>
            <p:nvPr/>
          </p:nvSpPr>
          <p:spPr>
            <a:xfrm>
              <a:off x="5837059" y="186525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2286"/>
                  </a:moveTo>
                  <a:lnTo>
                    <a:pt x="2286" y="0"/>
                  </a:lnTo>
                  <a:lnTo>
                    <a:pt x="0" y="3810"/>
                  </a:lnTo>
                  <a:lnTo>
                    <a:pt x="2286" y="5334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0" name="object 1990"/>
            <p:cNvSpPr/>
            <p:nvPr/>
          </p:nvSpPr>
          <p:spPr>
            <a:xfrm>
              <a:off x="5837059" y="186525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2286"/>
                  </a:moveTo>
                  <a:lnTo>
                    <a:pt x="2286" y="5334"/>
                  </a:lnTo>
                  <a:lnTo>
                    <a:pt x="0" y="3810"/>
                  </a:lnTo>
                  <a:lnTo>
                    <a:pt x="2286" y="0"/>
                  </a:lnTo>
                  <a:lnTo>
                    <a:pt x="5334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1" name="object 1991"/>
            <p:cNvSpPr/>
            <p:nvPr/>
          </p:nvSpPr>
          <p:spPr>
            <a:xfrm>
              <a:off x="5834773" y="1863728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207" y="3948"/>
                  </a:moveTo>
                  <a:lnTo>
                    <a:pt x="0" y="3810"/>
                  </a:lnTo>
                  <a:lnTo>
                    <a:pt x="0" y="4572"/>
                  </a:lnTo>
                  <a:lnTo>
                    <a:pt x="207" y="3948"/>
                  </a:lnTo>
                  <a:close/>
                </a:path>
                <a:path w="5079" h="5714">
                  <a:moveTo>
                    <a:pt x="4572" y="1524"/>
                  </a:moveTo>
                  <a:lnTo>
                    <a:pt x="1524" y="0"/>
                  </a:lnTo>
                  <a:lnTo>
                    <a:pt x="207" y="3948"/>
                  </a:lnTo>
                  <a:lnTo>
                    <a:pt x="2286" y="5334"/>
                  </a:lnTo>
                  <a:lnTo>
                    <a:pt x="4572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2" name="object 1992"/>
            <p:cNvSpPr/>
            <p:nvPr/>
          </p:nvSpPr>
          <p:spPr>
            <a:xfrm>
              <a:off x="5834773" y="1863728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1524"/>
                  </a:moveTo>
                  <a:lnTo>
                    <a:pt x="2286" y="5334"/>
                  </a:lnTo>
                  <a:lnTo>
                    <a:pt x="0" y="3810"/>
                  </a:lnTo>
                  <a:lnTo>
                    <a:pt x="0" y="4572"/>
                  </a:lnTo>
                  <a:lnTo>
                    <a:pt x="1524" y="0"/>
                  </a:lnTo>
                  <a:lnTo>
                    <a:pt x="4572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3" name="object 1993"/>
            <p:cNvSpPr/>
            <p:nvPr/>
          </p:nvSpPr>
          <p:spPr>
            <a:xfrm>
              <a:off x="5832487" y="1862966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762"/>
                  </a:moveTo>
                  <a:lnTo>
                    <a:pt x="762" y="0"/>
                  </a:lnTo>
                  <a:lnTo>
                    <a:pt x="762" y="4572"/>
                  </a:lnTo>
                  <a:lnTo>
                    <a:pt x="0" y="4572"/>
                  </a:lnTo>
                  <a:lnTo>
                    <a:pt x="2286" y="5334"/>
                  </a:lnTo>
                  <a:lnTo>
                    <a:pt x="3810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4" name="object 1994"/>
            <p:cNvSpPr/>
            <p:nvPr/>
          </p:nvSpPr>
          <p:spPr>
            <a:xfrm>
              <a:off x="5832487" y="1862966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762"/>
                  </a:moveTo>
                  <a:lnTo>
                    <a:pt x="2286" y="5334"/>
                  </a:lnTo>
                  <a:lnTo>
                    <a:pt x="0" y="4572"/>
                  </a:lnTo>
                  <a:lnTo>
                    <a:pt x="762" y="4572"/>
                  </a:lnTo>
                  <a:lnTo>
                    <a:pt x="762" y="0"/>
                  </a:lnTo>
                  <a:lnTo>
                    <a:pt x="3810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5" name="object 1995"/>
            <p:cNvSpPr/>
            <p:nvPr/>
          </p:nvSpPr>
          <p:spPr>
            <a:xfrm>
              <a:off x="5829439" y="1862204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5334"/>
                  </a:moveTo>
                  <a:lnTo>
                    <a:pt x="3810" y="762"/>
                  </a:lnTo>
                  <a:lnTo>
                    <a:pt x="0" y="0"/>
                  </a:lnTo>
                  <a:lnTo>
                    <a:pt x="762" y="4572"/>
                  </a:lnTo>
                  <a:lnTo>
                    <a:pt x="3810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6" name="object 1996"/>
            <p:cNvSpPr/>
            <p:nvPr/>
          </p:nvSpPr>
          <p:spPr>
            <a:xfrm>
              <a:off x="5829439" y="1862204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762"/>
                  </a:moveTo>
                  <a:lnTo>
                    <a:pt x="3810" y="5334"/>
                  </a:lnTo>
                  <a:lnTo>
                    <a:pt x="762" y="4572"/>
                  </a:lnTo>
                  <a:lnTo>
                    <a:pt x="0" y="0"/>
                  </a:lnTo>
                  <a:lnTo>
                    <a:pt x="3810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7" name="object 1997"/>
            <p:cNvSpPr/>
            <p:nvPr/>
          </p:nvSpPr>
          <p:spPr>
            <a:xfrm>
              <a:off x="5825642" y="186220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4572"/>
                  </a:moveTo>
                  <a:lnTo>
                    <a:pt x="3810" y="0"/>
                  </a:lnTo>
                  <a:lnTo>
                    <a:pt x="762" y="762"/>
                  </a:lnTo>
                  <a:lnTo>
                    <a:pt x="0" y="762"/>
                  </a:lnTo>
                  <a:lnTo>
                    <a:pt x="1524" y="5334"/>
                  </a:lnTo>
                  <a:lnTo>
                    <a:pt x="4572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8" name="object 1998"/>
            <p:cNvSpPr/>
            <p:nvPr/>
          </p:nvSpPr>
          <p:spPr>
            <a:xfrm>
              <a:off x="5825642" y="186220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3810" y="0"/>
                  </a:moveTo>
                  <a:lnTo>
                    <a:pt x="4572" y="4572"/>
                  </a:lnTo>
                  <a:lnTo>
                    <a:pt x="1524" y="5334"/>
                  </a:lnTo>
                  <a:lnTo>
                    <a:pt x="0" y="762"/>
                  </a:lnTo>
                  <a:lnTo>
                    <a:pt x="762" y="762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9" name="object 1999"/>
            <p:cNvSpPr/>
            <p:nvPr/>
          </p:nvSpPr>
          <p:spPr>
            <a:xfrm>
              <a:off x="5822594" y="186296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4572"/>
                  </a:moveTo>
                  <a:lnTo>
                    <a:pt x="3048" y="0"/>
                  </a:lnTo>
                  <a:lnTo>
                    <a:pt x="0" y="1524"/>
                  </a:lnTo>
                  <a:lnTo>
                    <a:pt x="2286" y="5334"/>
                  </a:lnTo>
                  <a:lnTo>
                    <a:pt x="4572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0" name="object 2000"/>
            <p:cNvSpPr/>
            <p:nvPr/>
          </p:nvSpPr>
          <p:spPr>
            <a:xfrm>
              <a:off x="5822594" y="186296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3048" y="0"/>
                  </a:moveTo>
                  <a:lnTo>
                    <a:pt x="4572" y="4572"/>
                  </a:lnTo>
                  <a:lnTo>
                    <a:pt x="2286" y="5334"/>
                  </a:lnTo>
                  <a:lnTo>
                    <a:pt x="0" y="1524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1" name="object 2001"/>
            <p:cNvSpPr/>
            <p:nvPr/>
          </p:nvSpPr>
          <p:spPr>
            <a:xfrm>
              <a:off x="5819546" y="186449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810"/>
                  </a:moveTo>
                  <a:lnTo>
                    <a:pt x="3048" y="0"/>
                  </a:lnTo>
                  <a:lnTo>
                    <a:pt x="0" y="1524"/>
                  </a:lnTo>
                  <a:lnTo>
                    <a:pt x="0" y="2286"/>
                  </a:lnTo>
                  <a:lnTo>
                    <a:pt x="3048" y="5334"/>
                  </a:lnTo>
                  <a:lnTo>
                    <a:pt x="5334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2" name="object 2002"/>
            <p:cNvSpPr/>
            <p:nvPr/>
          </p:nvSpPr>
          <p:spPr>
            <a:xfrm>
              <a:off x="5819546" y="186449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3048" y="0"/>
                  </a:moveTo>
                  <a:lnTo>
                    <a:pt x="5334" y="3810"/>
                  </a:lnTo>
                  <a:lnTo>
                    <a:pt x="3048" y="5334"/>
                  </a:lnTo>
                  <a:lnTo>
                    <a:pt x="0" y="2286"/>
                  </a:lnTo>
                  <a:lnTo>
                    <a:pt x="0" y="1524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3" name="object 2003"/>
            <p:cNvSpPr/>
            <p:nvPr/>
          </p:nvSpPr>
          <p:spPr>
            <a:xfrm>
              <a:off x="5817247" y="186677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4" y="3047"/>
                  </a:moveTo>
                  <a:lnTo>
                    <a:pt x="2286" y="0"/>
                  </a:lnTo>
                  <a:lnTo>
                    <a:pt x="0" y="2286"/>
                  </a:lnTo>
                  <a:lnTo>
                    <a:pt x="3810" y="4572"/>
                  </a:lnTo>
                  <a:lnTo>
                    <a:pt x="5334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4" name="object 2004"/>
            <p:cNvSpPr/>
            <p:nvPr/>
          </p:nvSpPr>
          <p:spPr>
            <a:xfrm>
              <a:off x="5817247" y="186677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2286" y="0"/>
                  </a:moveTo>
                  <a:lnTo>
                    <a:pt x="5334" y="3047"/>
                  </a:lnTo>
                  <a:lnTo>
                    <a:pt x="3810" y="4572"/>
                  </a:lnTo>
                  <a:lnTo>
                    <a:pt x="0" y="2286"/>
                  </a:lnTo>
                  <a:lnTo>
                    <a:pt x="228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5" name="object 2005"/>
            <p:cNvSpPr/>
            <p:nvPr/>
          </p:nvSpPr>
          <p:spPr>
            <a:xfrm>
              <a:off x="5815723" y="1869062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4" y="2285"/>
                  </a:moveTo>
                  <a:lnTo>
                    <a:pt x="1524" y="0"/>
                  </a:lnTo>
                  <a:lnTo>
                    <a:pt x="0" y="2286"/>
                  </a:lnTo>
                  <a:lnTo>
                    <a:pt x="0" y="3048"/>
                  </a:lnTo>
                  <a:lnTo>
                    <a:pt x="4343" y="3771"/>
                  </a:lnTo>
                  <a:lnTo>
                    <a:pt x="5334" y="2285"/>
                  </a:lnTo>
                  <a:close/>
                </a:path>
                <a:path w="5714" h="5080">
                  <a:moveTo>
                    <a:pt x="4572" y="3810"/>
                  </a:moveTo>
                  <a:lnTo>
                    <a:pt x="4343" y="3771"/>
                  </a:lnTo>
                  <a:lnTo>
                    <a:pt x="3810" y="4572"/>
                  </a:lnTo>
                  <a:lnTo>
                    <a:pt x="457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6" name="object 2006"/>
            <p:cNvSpPr/>
            <p:nvPr/>
          </p:nvSpPr>
          <p:spPr>
            <a:xfrm>
              <a:off x="5815723" y="1869062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1524" y="0"/>
                  </a:moveTo>
                  <a:lnTo>
                    <a:pt x="5334" y="2285"/>
                  </a:lnTo>
                  <a:lnTo>
                    <a:pt x="3810" y="4572"/>
                  </a:lnTo>
                  <a:lnTo>
                    <a:pt x="4572" y="3810"/>
                  </a:lnTo>
                  <a:lnTo>
                    <a:pt x="0" y="3048"/>
                  </a:lnTo>
                  <a:lnTo>
                    <a:pt x="0" y="2286"/>
                  </a:lnTo>
                  <a:lnTo>
                    <a:pt x="152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7" name="object 2007"/>
            <p:cNvSpPr/>
            <p:nvPr/>
          </p:nvSpPr>
          <p:spPr>
            <a:xfrm>
              <a:off x="5814961" y="1872110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5334" y="761"/>
                  </a:moveTo>
                  <a:lnTo>
                    <a:pt x="762" y="0"/>
                  </a:lnTo>
                  <a:lnTo>
                    <a:pt x="0" y="3048"/>
                  </a:lnTo>
                  <a:lnTo>
                    <a:pt x="4572" y="3047"/>
                  </a:lnTo>
                  <a:lnTo>
                    <a:pt x="5334" y="7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8" name="object 2008"/>
            <p:cNvSpPr/>
            <p:nvPr/>
          </p:nvSpPr>
          <p:spPr>
            <a:xfrm>
              <a:off x="5814961" y="1872110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762" y="0"/>
                  </a:moveTo>
                  <a:lnTo>
                    <a:pt x="5334" y="761"/>
                  </a:lnTo>
                  <a:lnTo>
                    <a:pt x="4572" y="3047"/>
                  </a:lnTo>
                  <a:lnTo>
                    <a:pt x="0" y="3048"/>
                  </a:lnTo>
                  <a:lnTo>
                    <a:pt x="76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9" name="object 2009"/>
            <p:cNvSpPr/>
            <p:nvPr/>
          </p:nvSpPr>
          <p:spPr>
            <a:xfrm>
              <a:off x="5814961" y="1875158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572" y="2285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3048"/>
                  </a:lnTo>
                  <a:lnTo>
                    <a:pt x="4572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0" name="object 2010"/>
            <p:cNvSpPr/>
            <p:nvPr/>
          </p:nvSpPr>
          <p:spPr>
            <a:xfrm>
              <a:off x="5814961" y="1875158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0" y="0"/>
                  </a:moveTo>
                  <a:lnTo>
                    <a:pt x="4572" y="0"/>
                  </a:lnTo>
                  <a:lnTo>
                    <a:pt x="4572" y="2285"/>
                  </a:lnTo>
                  <a:lnTo>
                    <a:pt x="0" y="304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1" name="object 2011"/>
            <p:cNvSpPr/>
            <p:nvPr/>
          </p:nvSpPr>
          <p:spPr>
            <a:xfrm>
              <a:off x="5814961" y="187744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2" y="2286"/>
                  </a:moveTo>
                  <a:lnTo>
                    <a:pt x="4572" y="0"/>
                  </a:lnTo>
                  <a:lnTo>
                    <a:pt x="0" y="762"/>
                  </a:lnTo>
                  <a:lnTo>
                    <a:pt x="762" y="3810"/>
                  </a:lnTo>
                  <a:lnTo>
                    <a:pt x="762" y="4572"/>
                  </a:lnTo>
                  <a:lnTo>
                    <a:pt x="4572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2" name="object 2012"/>
            <p:cNvSpPr/>
            <p:nvPr/>
          </p:nvSpPr>
          <p:spPr>
            <a:xfrm>
              <a:off x="5814961" y="187744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0" y="762"/>
                  </a:moveTo>
                  <a:lnTo>
                    <a:pt x="4572" y="0"/>
                  </a:lnTo>
                  <a:lnTo>
                    <a:pt x="4572" y="2286"/>
                  </a:lnTo>
                  <a:lnTo>
                    <a:pt x="762" y="4572"/>
                  </a:lnTo>
                  <a:lnTo>
                    <a:pt x="762" y="3810"/>
                  </a:lnTo>
                  <a:lnTo>
                    <a:pt x="0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3" name="object 2013"/>
            <p:cNvSpPr/>
            <p:nvPr/>
          </p:nvSpPr>
          <p:spPr>
            <a:xfrm>
              <a:off x="5815723" y="1879730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4" y="1524"/>
                  </a:moveTo>
                  <a:lnTo>
                    <a:pt x="3810" y="0"/>
                  </a:lnTo>
                  <a:lnTo>
                    <a:pt x="0" y="2286"/>
                  </a:lnTo>
                  <a:lnTo>
                    <a:pt x="1524" y="4572"/>
                  </a:lnTo>
                  <a:lnTo>
                    <a:pt x="5334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4" name="object 2014"/>
            <p:cNvSpPr/>
            <p:nvPr/>
          </p:nvSpPr>
          <p:spPr>
            <a:xfrm>
              <a:off x="5815723" y="1879730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0" y="2286"/>
                  </a:moveTo>
                  <a:lnTo>
                    <a:pt x="3810" y="0"/>
                  </a:lnTo>
                  <a:lnTo>
                    <a:pt x="5334" y="1524"/>
                  </a:lnTo>
                  <a:lnTo>
                    <a:pt x="1524" y="4572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5" name="object 2015"/>
            <p:cNvSpPr/>
            <p:nvPr/>
          </p:nvSpPr>
          <p:spPr>
            <a:xfrm>
              <a:off x="5817247" y="1881254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5334" y="2286"/>
                  </a:moveTo>
                  <a:lnTo>
                    <a:pt x="3810" y="0"/>
                  </a:lnTo>
                  <a:lnTo>
                    <a:pt x="0" y="3048"/>
                  </a:lnTo>
                  <a:lnTo>
                    <a:pt x="3048" y="6096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6" name="object 2016"/>
            <p:cNvSpPr/>
            <p:nvPr/>
          </p:nvSpPr>
          <p:spPr>
            <a:xfrm>
              <a:off x="5817247" y="1881254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0" y="3048"/>
                  </a:moveTo>
                  <a:lnTo>
                    <a:pt x="3810" y="0"/>
                  </a:lnTo>
                  <a:lnTo>
                    <a:pt x="5334" y="2286"/>
                  </a:lnTo>
                  <a:lnTo>
                    <a:pt x="3048" y="6096"/>
                  </a:lnTo>
                  <a:lnTo>
                    <a:pt x="0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7" name="object 2017"/>
            <p:cNvSpPr/>
            <p:nvPr/>
          </p:nvSpPr>
          <p:spPr>
            <a:xfrm>
              <a:off x="5820295" y="188354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364" y="1385"/>
                  </a:moveTo>
                  <a:lnTo>
                    <a:pt x="2285" y="0"/>
                  </a:lnTo>
                  <a:lnTo>
                    <a:pt x="0" y="3810"/>
                  </a:lnTo>
                  <a:lnTo>
                    <a:pt x="2286" y="5334"/>
                  </a:lnTo>
                  <a:lnTo>
                    <a:pt x="3048" y="5334"/>
                  </a:lnTo>
                  <a:lnTo>
                    <a:pt x="4364" y="1385"/>
                  </a:lnTo>
                  <a:close/>
                </a:path>
                <a:path w="5079" h="5714">
                  <a:moveTo>
                    <a:pt x="4572" y="1524"/>
                  </a:moveTo>
                  <a:lnTo>
                    <a:pt x="4572" y="762"/>
                  </a:lnTo>
                  <a:lnTo>
                    <a:pt x="4364" y="1385"/>
                  </a:lnTo>
                  <a:lnTo>
                    <a:pt x="4572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8" name="object 2018"/>
            <p:cNvSpPr/>
            <p:nvPr/>
          </p:nvSpPr>
          <p:spPr>
            <a:xfrm>
              <a:off x="5820295" y="188354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3810"/>
                  </a:moveTo>
                  <a:lnTo>
                    <a:pt x="2285" y="0"/>
                  </a:lnTo>
                  <a:lnTo>
                    <a:pt x="4572" y="1524"/>
                  </a:lnTo>
                  <a:lnTo>
                    <a:pt x="4572" y="762"/>
                  </a:lnTo>
                  <a:lnTo>
                    <a:pt x="3048" y="5334"/>
                  </a:lnTo>
                  <a:lnTo>
                    <a:pt x="2286" y="5334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9" name="object 2019"/>
            <p:cNvSpPr/>
            <p:nvPr/>
          </p:nvSpPr>
          <p:spPr>
            <a:xfrm>
              <a:off x="5823343" y="1884302"/>
              <a:ext cx="3810" cy="6350"/>
            </a:xfrm>
            <a:custGeom>
              <a:avLst/>
              <a:gdLst/>
              <a:ahLst/>
              <a:cxnLst/>
              <a:rect l="l" t="t" r="r" b="b"/>
              <a:pathLst>
                <a:path w="3810" h="6350">
                  <a:moveTo>
                    <a:pt x="3810" y="1524"/>
                  </a:moveTo>
                  <a:lnTo>
                    <a:pt x="1523" y="0"/>
                  </a:lnTo>
                  <a:lnTo>
                    <a:pt x="0" y="4572"/>
                  </a:lnTo>
                  <a:lnTo>
                    <a:pt x="3048" y="6096"/>
                  </a:lnTo>
                  <a:lnTo>
                    <a:pt x="3810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0" name="object 2020"/>
            <p:cNvSpPr/>
            <p:nvPr/>
          </p:nvSpPr>
          <p:spPr>
            <a:xfrm>
              <a:off x="5823343" y="1884302"/>
              <a:ext cx="3810" cy="6350"/>
            </a:xfrm>
            <a:custGeom>
              <a:avLst/>
              <a:gdLst/>
              <a:ahLst/>
              <a:cxnLst/>
              <a:rect l="l" t="t" r="r" b="b"/>
              <a:pathLst>
                <a:path w="3810" h="6350">
                  <a:moveTo>
                    <a:pt x="0" y="4572"/>
                  </a:moveTo>
                  <a:lnTo>
                    <a:pt x="1523" y="0"/>
                  </a:lnTo>
                  <a:lnTo>
                    <a:pt x="3810" y="1524"/>
                  </a:lnTo>
                  <a:lnTo>
                    <a:pt x="3048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1" name="object 2021"/>
            <p:cNvSpPr/>
            <p:nvPr/>
          </p:nvSpPr>
          <p:spPr>
            <a:xfrm>
              <a:off x="5826404" y="1885826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3810" y="4572"/>
                  </a:moveTo>
                  <a:lnTo>
                    <a:pt x="3047" y="0"/>
                  </a:lnTo>
                  <a:lnTo>
                    <a:pt x="761" y="0"/>
                  </a:lnTo>
                  <a:lnTo>
                    <a:pt x="0" y="4572"/>
                  </a:lnTo>
                  <a:lnTo>
                    <a:pt x="381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2" name="object 2022"/>
            <p:cNvSpPr/>
            <p:nvPr/>
          </p:nvSpPr>
          <p:spPr>
            <a:xfrm>
              <a:off x="5826404" y="1885826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0" y="4572"/>
                  </a:moveTo>
                  <a:lnTo>
                    <a:pt x="761" y="0"/>
                  </a:lnTo>
                  <a:lnTo>
                    <a:pt x="3810" y="0"/>
                  </a:lnTo>
                  <a:lnTo>
                    <a:pt x="3047" y="0"/>
                  </a:lnTo>
                  <a:lnTo>
                    <a:pt x="3810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3" name="object 2023"/>
            <p:cNvSpPr/>
            <p:nvPr/>
          </p:nvSpPr>
          <p:spPr>
            <a:xfrm>
              <a:off x="5829452" y="1885826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3810" y="4572"/>
                  </a:moveTo>
                  <a:lnTo>
                    <a:pt x="3048" y="0"/>
                  </a:lnTo>
                  <a:lnTo>
                    <a:pt x="0" y="0"/>
                  </a:lnTo>
                  <a:lnTo>
                    <a:pt x="762" y="4572"/>
                  </a:lnTo>
                  <a:lnTo>
                    <a:pt x="381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4" name="object 2024"/>
            <p:cNvSpPr/>
            <p:nvPr/>
          </p:nvSpPr>
          <p:spPr>
            <a:xfrm>
              <a:off x="5829452" y="1885826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762" y="4572"/>
                  </a:moveTo>
                  <a:lnTo>
                    <a:pt x="0" y="0"/>
                  </a:lnTo>
                  <a:lnTo>
                    <a:pt x="3048" y="0"/>
                  </a:lnTo>
                  <a:lnTo>
                    <a:pt x="3810" y="4572"/>
                  </a:lnTo>
                  <a:lnTo>
                    <a:pt x="762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5" name="object 2025"/>
            <p:cNvSpPr/>
            <p:nvPr/>
          </p:nvSpPr>
          <p:spPr>
            <a:xfrm>
              <a:off x="5832487" y="188506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4572"/>
                  </a:moveTo>
                  <a:lnTo>
                    <a:pt x="2286" y="0"/>
                  </a:lnTo>
                  <a:lnTo>
                    <a:pt x="0" y="762"/>
                  </a:lnTo>
                  <a:lnTo>
                    <a:pt x="762" y="5334"/>
                  </a:lnTo>
                  <a:lnTo>
                    <a:pt x="3810" y="4572"/>
                  </a:lnTo>
                  <a:lnTo>
                    <a:pt x="4572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6" name="object 2026"/>
            <p:cNvSpPr/>
            <p:nvPr/>
          </p:nvSpPr>
          <p:spPr>
            <a:xfrm>
              <a:off x="5832487" y="188506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762" y="5334"/>
                  </a:moveTo>
                  <a:lnTo>
                    <a:pt x="0" y="762"/>
                  </a:lnTo>
                  <a:lnTo>
                    <a:pt x="2286" y="0"/>
                  </a:lnTo>
                  <a:lnTo>
                    <a:pt x="4572" y="4572"/>
                  </a:lnTo>
                  <a:lnTo>
                    <a:pt x="3810" y="4572"/>
                  </a:lnTo>
                  <a:lnTo>
                    <a:pt x="762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7" name="object 2027"/>
            <p:cNvSpPr/>
            <p:nvPr/>
          </p:nvSpPr>
          <p:spPr>
            <a:xfrm>
              <a:off x="5834773" y="188430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810"/>
                  </a:moveTo>
                  <a:lnTo>
                    <a:pt x="2286" y="0"/>
                  </a:lnTo>
                  <a:lnTo>
                    <a:pt x="0" y="762"/>
                  </a:lnTo>
                  <a:lnTo>
                    <a:pt x="2286" y="5334"/>
                  </a:lnTo>
                  <a:lnTo>
                    <a:pt x="4572" y="3810"/>
                  </a:lnTo>
                  <a:lnTo>
                    <a:pt x="5334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8" name="object 2028"/>
            <p:cNvSpPr/>
            <p:nvPr/>
          </p:nvSpPr>
          <p:spPr>
            <a:xfrm>
              <a:off x="5834773" y="188430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2286" y="5334"/>
                  </a:moveTo>
                  <a:lnTo>
                    <a:pt x="0" y="762"/>
                  </a:lnTo>
                  <a:lnTo>
                    <a:pt x="2286" y="0"/>
                  </a:lnTo>
                  <a:lnTo>
                    <a:pt x="5334" y="3810"/>
                  </a:lnTo>
                  <a:lnTo>
                    <a:pt x="4572" y="3810"/>
                  </a:lnTo>
                  <a:lnTo>
                    <a:pt x="2286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9" name="object 2029"/>
            <p:cNvSpPr/>
            <p:nvPr/>
          </p:nvSpPr>
          <p:spPr>
            <a:xfrm>
              <a:off x="5837059" y="188277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048"/>
                  </a:moveTo>
                  <a:lnTo>
                    <a:pt x="1870" y="277"/>
                  </a:lnTo>
                  <a:lnTo>
                    <a:pt x="0" y="1524"/>
                  </a:lnTo>
                  <a:lnTo>
                    <a:pt x="3048" y="5334"/>
                  </a:lnTo>
                  <a:lnTo>
                    <a:pt x="5334" y="3048"/>
                  </a:lnTo>
                  <a:close/>
                </a:path>
                <a:path w="5714" h="5714">
                  <a:moveTo>
                    <a:pt x="2286" y="0"/>
                  </a:moveTo>
                  <a:lnTo>
                    <a:pt x="1524" y="0"/>
                  </a:lnTo>
                  <a:lnTo>
                    <a:pt x="1870" y="277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0" name="object 2030"/>
            <p:cNvSpPr/>
            <p:nvPr/>
          </p:nvSpPr>
          <p:spPr>
            <a:xfrm>
              <a:off x="5837059" y="188277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3048" y="5334"/>
                  </a:moveTo>
                  <a:lnTo>
                    <a:pt x="0" y="1524"/>
                  </a:lnTo>
                  <a:lnTo>
                    <a:pt x="2286" y="0"/>
                  </a:lnTo>
                  <a:lnTo>
                    <a:pt x="1524" y="0"/>
                  </a:lnTo>
                  <a:lnTo>
                    <a:pt x="5334" y="3048"/>
                  </a:lnTo>
                  <a:lnTo>
                    <a:pt x="3048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1" name="object 2031"/>
            <p:cNvSpPr/>
            <p:nvPr/>
          </p:nvSpPr>
          <p:spPr>
            <a:xfrm>
              <a:off x="5838583" y="1881254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6096" y="1524"/>
                  </a:moveTo>
                  <a:lnTo>
                    <a:pt x="1524" y="0"/>
                  </a:lnTo>
                  <a:lnTo>
                    <a:pt x="0" y="1524"/>
                  </a:lnTo>
                  <a:lnTo>
                    <a:pt x="3810" y="4572"/>
                  </a:lnTo>
                  <a:lnTo>
                    <a:pt x="6096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2" name="object 2032"/>
            <p:cNvSpPr/>
            <p:nvPr/>
          </p:nvSpPr>
          <p:spPr>
            <a:xfrm>
              <a:off x="5838583" y="1880492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3810" y="5334"/>
                  </a:moveTo>
                  <a:lnTo>
                    <a:pt x="0" y="2286"/>
                  </a:lnTo>
                  <a:lnTo>
                    <a:pt x="2286" y="0"/>
                  </a:lnTo>
                  <a:lnTo>
                    <a:pt x="1524" y="762"/>
                  </a:lnTo>
                  <a:lnTo>
                    <a:pt x="6096" y="2286"/>
                  </a:lnTo>
                  <a:lnTo>
                    <a:pt x="381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3" name="object 2033"/>
            <p:cNvSpPr/>
            <p:nvPr/>
          </p:nvSpPr>
          <p:spPr>
            <a:xfrm>
              <a:off x="5840120" y="1878968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10">
                  <a:moveTo>
                    <a:pt x="6096" y="762"/>
                  </a:moveTo>
                  <a:lnTo>
                    <a:pt x="1524" y="0"/>
                  </a:lnTo>
                  <a:lnTo>
                    <a:pt x="0" y="2286"/>
                  </a:lnTo>
                  <a:lnTo>
                    <a:pt x="4572" y="3810"/>
                  </a:lnTo>
                  <a:lnTo>
                    <a:pt x="5334" y="762"/>
                  </a:lnTo>
                  <a:lnTo>
                    <a:pt x="6096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4" name="object 2034"/>
            <p:cNvSpPr/>
            <p:nvPr/>
          </p:nvSpPr>
          <p:spPr>
            <a:xfrm>
              <a:off x="5840120" y="1878968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10">
                  <a:moveTo>
                    <a:pt x="4572" y="3810"/>
                  </a:moveTo>
                  <a:lnTo>
                    <a:pt x="0" y="2286"/>
                  </a:lnTo>
                  <a:lnTo>
                    <a:pt x="1524" y="0"/>
                  </a:lnTo>
                  <a:lnTo>
                    <a:pt x="6096" y="762"/>
                  </a:lnTo>
                  <a:lnTo>
                    <a:pt x="5334" y="762"/>
                  </a:lnTo>
                  <a:lnTo>
                    <a:pt x="4572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5" name="object 2035"/>
            <p:cNvSpPr/>
            <p:nvPr/>
          </p:nvSpPr>
          <p:spPr>
            <a:xfrm>
              <a:off x="5841644" y="1876682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572" y="3048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2286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6" name="object 2036"/>
            <p:cNvSpPr/>
            <p:nvPr/>
          </p:nvSpPr>
          <p:spPr>
            <a:xfrm>
              <a:off x="5841644" y="1876682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572" y="3048"/>
                  </a:moveTo>
                  <a:lnTo>
                    <a:pt x="0" y="2286"/>
                  </a:lnTo>
                  <a:lnTo>
                    <a:pt x="0" y="0"/>
                  </a:lnTo>
                  <a:lnTo>
                    <a:pt x="4572" y="0"/>
                  </a:lnTo>
                  <a:lnTo>
                    <a:pt x="4572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7" name="object 2037"/>
            <p:cNvSpPr/>
            <p:nvPr/>
          </p:nvSpPr>
          <p:spPr>
            <a:xfrm>
              <a:off x="5841644" y="1875920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4572" y="762"/>
                  </a:moveTo>
                  <a:lnTo>
                    <a:pt x="4572" y="0"/>
                  </a:lnTo>
                  <a:lnTo>
                    <a:pt x="0" y="762"/>
                  </a:lnTo>
                  <a:lnTo>
                    <a:pt x="4572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8" name="object 2038"/>
            <p:cNvSpPr/>
            <p:nvPr/>
          </p:nvSpPr>
          <p:spPr>
            <a:xfrm>
              <a:off x="5841644" y="1875920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4572" y="762"/>
                  </a:moveTo>
                  <a:lnTo>
                    <a:pt x="0" y="762"/>
                  </a:lnTo>
                  <a:lnTo>
                    <a:pt x="4572" y="0"/>
                  </a:lnTo>
                  <a:lnTo>
                    <a:pt x="4572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9" name="object 2039"/>
            <p:cNvSpPr/>
            <p:nvPr/>
          </p:nvSpPr>
          <p:spPr>
            <a:xfrm>
              <a:off x="5753239" y="1936880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26670" y="11429"/>
                  </a:moveTo>
                  <a:lnTo>
                    <a:pt x="26670" y="8381"/>
                  </a:lnTo>
                  <a:lnTo>
                    <a:pt x="23622" y="3809"/>
                  </a:lnTo>
                  <a:lnTo>
                    <a:pt x="21336" y="2285"/>
                  </a:lnTo>
                  <a:lnTo>
                    <a:pt x="18288" y="761"/>
                  </a:lnTo>
                  <a:lnTo>
                    <a:pt x="15240" y="0"/>
                  </a:lnTo>
                  <a:lnTo>
                    <a:pt x="9906" y="0"/>
                  </a:lnTo>
                  <a:lnTo>
                    <a:pt x="3810" y="3047"/>
                  </a:lnTo>
                  <a:lnTo>
                    <a:pt x="762" y="7619"/>
                  </a:lnTo>
                  <a:lnTo>
                    <a:pt x="0" y="9905"/>
                  </a:lnTo>
                  <a:lnTo>
                    <a:pt x="0" y="12953"/>
                  </a:lnTo>
                  <a:lnTo>
                    <a:pt x="4396" y="20012"/>
                  </a:lnTo>
                  <a:lnTo>
                    <a:pt x="11582" y="22902"/>
                  </a:lnTo>
                  <a:lnTo>
                    <a:pt x="19263" y="21771"/>
                  </a:lnTo>
                  <a:lnTo>
                    <a:pt x="25146" y="16763"/>
                  </a:lnTo>
                  <a:lnTo>
                    <a:pt x="26670" y="14477"/>
                  </a:lnTo>
                  <a:lnTo>
                    <a:pt x="26670" y="11429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0" name="object 2040"/>
            <p:cNvSpPr/>
            <p:nvPr/>
          </p:nvSpPr>
          <p:spPr>
            <a:xfrm>
              <a:off x="5777623" y="1944500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572" y="3810"/>
                  </a:moveTo>
                  <a:lnTo>
                    <a:pt x="4572" y="762"/>
                  </a:lnTo>
                  <a:lnTo>
                    <a:pt x="3810" y="0"/>
                  </a:lnTo>
                  <a:lnTo>
                    <a:pt x="0" y="2286"/>
                  </a:lnTo>
                  <a:lnTo>
                    <a:pt x="0" y="3810"/>
                  </a:lnTo>
                  <a:lnTo>
                    <a:pt x="457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1" name="object 2041"/>
            <p:cNvSpPr/>
            <p:nvPr/>
          </p:nvSpPr>
          <p:spPr>
            <a:xfrm>
              <a:off x="5777623" y="1944500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572" y="3810"/>
                  </a:moveTo>
                  <a:lnTo>
                    <a:pt x="0" y="3810"/>
                  </a:lnTo>
                  <a:lnTo>
                    <a:pt x="0" y="1524"/>
                  </a:lnTo>
                  <a:lnTo>
                    <a:pt x="0" y="2286"/>
                  </a:lnTo>
                  <a:lnTo>
                    <a:pt x="3810" y="0"/>
                  </a:lnTo>
                  <a:lnTo>
                    <a:pt x="4572" y="762"/>
                  </a:lnTo>
                  <a:lnTo>
                    <a:pt x="4572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2" name="object 2042"/>
            <p:cNvSpPr/>
            <p:nvPr/>
          </p:nvSpPr>
          <p:spPr>
            <a:xfrm>
              <a:off x="5776861" y="194145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3048"/>
                  </a:moveTo>
                  <a:lnTo>
                    <a:pt x="3810" y="762"/>
                  </a:lnTo>
                  <a:lnTo>
                    <a:pt x="3810" y="0"/>
                  </a:lnTo>
                  <a:lnTo>
                    <a:pt x="0" y="3048"/>
                  </a:lnTo>
                  <a:lnTo>
                    <a:pt x="762" y="5334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3" name="object 2043"/>
            <p:cNvSpPr/>
            <p:nvPr/>
          </p:nvSpPr>
          <p:spPr>
            <a:xfrm>
              <a:off x="5776861" y="194145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3048"/>
                  </a:moveTo>
                  <a:lnTo>
                    <a:pt x="762" y="5334"/>
                  </a:lnTo>
                  <a:lnTo>
                    <a:pt x="0" y="3048"/>
                  </a:lnTo>
                  <a:lnTo>
                    <a:pt x="3810" y="0"/>
                  </a:lnTo>
                  <a:lnTo>
                    <a:pt x="3810" y="762"/>
                  </a:lnTo>
                  <a:lnTo>
                    <a:pt x="4572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4" name="object 2044"/>
            <p:cNvSpPr/>
            <p:nvPr/>
          </p:nvSpPr>
          <p:spPr>
            <a:xfrm>
              <a:off x="5775337" y="193916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2286"/>
                  </a:moveTo>
                  <a:lnTo>
                    <a:pt x="3048" y="0"/>
                  </a:lnTo>
                  <a:lnTo>
                    <a:pt x="0" y="3048"/>
                  </a:lnTo>
                  <a:lnTo>
                    <a:pt x="1524" y="5334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5" name="object 2045"/>
            <p:cNvSpPr/>
            <p:nvPr/>
          </p:nvSpPr>
          <p:spPr>
            <a:xfrm>
              <a:off x="5775337" y="193916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2286"/>
                  </a:moveTo>
                  <a:lnTo>
                    <a:pt x="1524" y="5334"/>
                  </a:lnTo>
                  <a:lnTo>
                    <a:pt x="0" y="3048"/>
                  </a:lnTo>
                  <a:lnTo>
                    <a:pt x="3048" y="0"/>
                  </a:lnTo>
                  <a:lnTo>
                    <a:pt x="5334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6" name="object 2046"/>
            <p:cNvSpPr/>
            <p:nvPr/>
          </p:nvSpPr>
          <p:spPr>
            <a:xfrm>
              <a:off x="5773051" y="193688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2286"/>
                  </a:moveTo>
                  <a:lnTo>
                    <a:pt x="3048" y="0"/>
                  </a:lnTo>
                  <a:lnTo>
                    <a:pt x="2286" y="0"/>
                  </a:lnTo>
                  <a:lnTo>
                    <a:pt x="762" y="3810"/>
                  </a:lnTo>
                  <a:lnTo>
                    <a:pt x="0" y="3810"/>
                  </a:lnTo>
                  <a:lnTo>
                    <a:pt x="2286" y="5334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7" name="object 2047"/>
            <p:cNvSpPr/>
            <p:nvPr/>
          </p:nvSpPr>
          <p:spPr>
            <a:xfrm>
              <a:off x="5773051" y="193688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2286"/>
                  </a:moveTo>
                  <a:lnTo>
                    <a:pt x="2286" y="5334"/>
                  </a:lnTo>
                  <a:lnTo>
                    <a:pt x="0" y="3810"/>
                  </a:lnTo>
                  <a:lnTo>
                    <a:pt x="762" y="3810"/>
                  </a:lnTo>
                  <a:lnTo>
                    <a:pt x="2286" y="0"/>
                  </a:lnTo>
                  <a:lnTo>
                    <a:pt x="3048" y="0"/>
                  </a:lnTo>
                  <a:lnTo>
                    <a:pt x="5334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8" name="object 2048"/>
            <p:cNvSpPr/>
            <p:nvPr/>
          </p:nvSpPr>
          <p:spPr>
            <a:xfrm>
              <a:off x="5770778" y="193535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1524"/>
                  </a:moveTo>
                  <a:lnTo>
                    <a:pt x="1524" y="0"/>
                  </a:lnTo>
                  <a:lnTo>
                    <a:pt x="762" y="4572"/>
                  </a:lnTo>
                  <a:lnTo>
                    <a:pt x="0" y="4572"/>
                  </a:lnTo>
                  <a:lnTo>
                    <a:pt x="3048" y="5334"/>
                  </a:lnTo>
                  <a:lnTo>
                    <a:pt x="4572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9" name="object 2049"/>
            <p:cNvSpPr/>
            <p:nvPr/>
          </p:nvSpPr>
          <p:spPr>
            <a:xfrm>
              <a:off x="5770778" y="193535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1524"/>
                  </a:moveTo>
                  <a:lnTo>
                    <a:pt x="3048" y="5334"/>
                  </a:lnTo>
                  <a:lnTo>
                    <a:pt x="0" y="4572"/>
                  </a:lnTo>
                  <a:lnTo>
                    <a:pt x="762" y="4572"/>
                  </a:lnTo>
                  <a:lnTo>
                    <a:pt x="1524" y="0"/>
                  </a:lnTo>
                  <a:lnTo>
                    <a:pt x="4572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0" name="object 2050"/>
            <p:cNvSpPr/>
            <p:nvPr/>
          </p:nvSpPr>
          <p:spPr>
            <a:xfrm>
              <a:off x="5768492" y="1934594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762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3048" y="5334"/>
                  </a:lnTo>
                  <a:lnTo>
                    <a:pt x="3810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1" name="object 2051"/>
            <p:cNvSpPr/>
            <p:nvPr/>
          </p:nvSpPr>
          <p:spPr>
            <a:xfrm>
              <a:off x="5768492" y="1934594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762"/>
                  </a:moveTo>
                  <a:lnTo>
                    <a:pt x="3048" y="5334"/>
                  </a:lnTo>
                  <a:lnTo>
                    <a:pt x="0" y="4572"/>
                  </a:lnTo>
                  <a:lnTo>
                    <a:pt x="0" y="0"/>
                  </a:lnTo>
                  <a:lnTo>
                    <a:pt x="762" y="0"/>
                  </a:lnTo>
                  <a:lnTo>
                    <a:pt x="3810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2" name="object 2052"/>
            <p:cNvSpPr/>
            <p:nvPr/>
          </p:nvSpPr>
          <p:spPr>
            <a:xfrm>
              <a:off x="5765444" y="1934594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80">
                  <a:moveTo>
                    <a:pt x="3048" y="4572"/>
                  </a:moveTo>
                  <a:lnTo>
                    <a:pt x="3048" y="0"/>
                  </a:lnTo>
                  <a:lnTo>
                    <a:pt x="0" y="0"/>
                  </a:lnTo>
                  <a:lnTo>
                    <a:pt x="762" y="4572"/>
                  </a:lnTo>
                  <a:lnTo>
                    <a:pt x="3048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3" name="object 2053"/>
            <p:cNvSpPr/>
            <p:nvPr/>
          </p:nvSpPr>
          <p:spPr>
            <a:xfrm>
              <a:off x="5765444" y="1934594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80">
                  <a:moveTo>
                    <a:pt x="3048" y="0"/>
                  </a:moveTo>
                  <a:lnTo>
                    <a:pt x="3048" y="4572"/>
                  </a:lnTo>
                  <a:lnTo>
                    <a:pt x="0" y="4572"/>
                  </a:lnTo>
                  <a:lnTo>
                    <a:pt x="762" y="4572"/>
                  </a:lnTo>
                  <a:lnTo>
                    <a:pt x="0" y="0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4" name="object 2054"/>
            <p:cNvSpPr/>
            <p:nvPr/>
          </p:nvSpPr>
          <p:spPr>
            <a:xfrm>
              <a:off x="5762396" y="1934594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3810" y="4572"/>
                  </a:moveTo>
                  <a:lnTo>
                    <a:pt x="3048" y="0"/>
                  </a:lnTo>
                  <a:lnTo>
                    <a:pt x="0" y="0"/>
                  </a:lnTo>
                  <a:lnTo>
                    <a:pt x="1524" y="4572"/>
                  </a:lnTo>
                  <a:lnTo>
                    <a:pt x="381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5" name="object 2055"/>
            <p:cNvSpPr/>
            <p:nvPr/>
          </p:nvSpPr>
          <p:spPr>
            <a:xfrm>
              <a:off x="5762396" y="1934594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3048" y="0"/>
                  </a:moveTo>
                  <a:lnTo>
                    <a:pt x="3810" y="4572"/>
                  </a:lnTo>
                  <a:lnTo>
                    <a:pt x="762" y="4572"/>
                  </a:lnTo>
                  <a:lnTo>
                    <a:pt x="1524" y="4572"/>
                  </a:lnTo>
                  <a:lnTo>
                    <a:pt x="0" y="0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6" name="object 2056"/>
            <p:cNvSpPr/>
            <p:nvPr/>
          </p:nvSpPr>
          <p:spPr>
            <a:xfrm>
              <a:off x="5758573" y="19345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4572"/>
                  </a:moveTo>
                  <a:lnTo>
                    <a:pt x="3810" y="0"/>
                  </a:lnTo>
                  <a:lnTo>
                    <a:pt x="0" y="1524"/>
                  </a:lnTo>
                  <a:lnTo>
                    <a:pt x="2286" y="5334"/>
                  </a:lnTo>
                  <a:lnTo>
                    <a:pt x="5334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7" name="object 2057"/>
            <p:cNvSpPr/>
            <p:nvPr/>
          </p:nvSpPr>
          <p:spPr>
            <a:xfrm>
              <a:off x="5758573" y="19345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3810" y="0"/>
                  </a:moveTo>
                  <a:lnTo>
                    <a:pt x="5334" y="4572"/>
                  </a:lnTo>
                  <a:lnTo>
                    <a:pt x="2286" y="5334"/>
                  </a:lnTo>
                  <a:lnTo>
                    <a:pt x="0" y="1524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8" name="object 2058"/>
            <p:cNvSpPr/>
            <p:nvPr/>
          </p:nvSpPr>
          <p:spPr>
            <a:xfrm>
              <a:off x="5755525" y="193611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810"/>
                  </a:moveTo>
                  <a:lnTo>
                    <a:pt x="3048" y="0"/>
                  </a:lnTo>
                  <a:lnTo>
                    <a:pt x="0" y="1524"/>
                  </a:lnTo>
                  <a:lnTo>
                    <a:pt x="0" y="2286"/>
                  </a:lnTo>
                  <a:lnTo>
                    <a:pt x="3463" y="5056"/>
                  </a:lnTo>
                  <a:lnTo>
                    <a:pt x="5334" y="3810"/>
                  </a:lnTo>
                  <a:close/>
                </a:path>
                <a:path w="5714" h="5714">
                  <a:moveTo>
                    <a:pt x="3810" y="5334"/>
                  </a:moveTo>
                  <a:lnTo>
                    <a:pt x="3463" y="5056"/>
                  </a:lnTo>
                  <a:lnTo>
                    <a:pt x="3048" y="5334"/>
                  </a:lnTo>
                  <a:lnTo>
                    <a:pt x="3810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9" name="object 2059"/>
            <p:cNvSpPr/>
            <p:nvPr/>
          </p:nvSpPr>
          <p:spPr>
            <a:xfrm>
              <a:off x="5755525" y="193611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3048" y="0"/>
                  </a:moveTo>
                  <a:lnTo>
                    <a:pt x="5334" y="3810"/>
                  </a:lnTo>
                  <a:lnTo>
                    <a:pt x="3048" y="5334"/>
                  </a:lnTo>
                  <a:lnTo>
                    <a:pt x="3810" y="5334"/>
                  </a:lnTo>
                  <a:lnTo>
                    <a:pt x="0" y="2286"/>
                  </a:lnTo>
                  <a:lnTo>
                    <a:pt x="0" y="1524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0" name="object 2060"/>
            <p:cNvSpPr/>
            <p:nvPr/>
          </p:nvSpPr>
          <p:spPr>
            <a:xfrm>
              <a:off x="5753252" y="1938404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6096" y="3047"/>
                  </a:moveTo>
                  <a:lnTo>
                    <a:pt x="2286" y="0"/>
                  </a:lnTo>
                  <a:lnTo>
                    <a:pt x="0" y="2286"/>
                  </a:lnTo>
                  <a:lnTo>
                    <a:pt x="3810" y="4572"/>
                  </a:lnTo>
                  <a:lnTo>
                    <a:pt x="6096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1" name="object 2061"/>
            <p:cNvSpPr/>
            <p:nvPr/>
          </p:nvSpPr>
          <p:spPr>
            <a:xfrm>
              <a:off x="5753252" y="1938404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2286" y="0"/>
                  </a:moveTo>
                  <a:lnTo>
                    <a:pt x="6096" y="3047"/>
                  </a:lnTo>
                  <a:lnTo>
                    <a:pt x="3810" y="4572"/>
                  </a:lnTo>
                  <a:lnTo>
                    <a:pt x="0" y="2286"/>
                  </a:lnTo>
                  <a:lnTo>
                    <a:pt x="228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2" name="object 2062"/>
            <p:cNvSpPr/>
            <p:nvPr/>
          </p:nvSpPr>
          <p:spPr>
            <a:xfrm>
              <a:off x="5751728" y="1940690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4" y="2285"/>
                  </a:moveTo>
                  <a:lnTo>
                    <a:pt x="1524" y="0"/>
                  </a:lnTo>
                  <a:lnTo>
                    <a:pt x="0" y="3048"/>
                  </a:lnTo>
                  <a:lnTo>
                    <a:pt x="4572" y="4572"/>
                  </a:lnTo>
                  <a:lnTo>
                    <a:pt x="5334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3" name="object 2063"/>
            <p:cNvSpPr/>
            <p:nvPr/>
          </p:nvSpPr>
          <p:spPr>
            <a:xfrm>
              <a:off x="5751728" y="1940690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1524" y="0"/>
                  </a:moveTo>
                  <a:lnTo>
                    <a:pt x="5334" y="2285"/>
                  </a:lnTo>
                  <a:lnTo>
                    <a:pt x="4572" y="4572"/>
                  </a:lnTo>
                  <a:lnTo>
                    <a:pt x="0" y="3048"/>
                  </a:lnTo>
                  <a:lnTo>
                    <a:pt x="152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4" name="object 2064"/>
            <p:cNvSpPr/>
            <p:nvPr/>
          </p:nvSpPr>
          <p:spPr>
            <a:xfrm>
              <a:off x="5750966" y="1943738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5334" y="1523"/>
                  </a:moveTo>
                  <a:lnTo>
                    <a:pt x="762" y="0"/>
                  </a:lnTo>
                  <a:lnTo>
                    <a:pt x="0" y="3048"/>
                  </a:lnTo>
                  <a:lnTo>
                    <a:pt x="4572" y="3047"/>
                  </a:lnTo>
                  <a:lnTo>
                    <a:pt x="4572" y="3810"/>
                  </a:lnTo>
                  <a:lnTo>
                    <a:pt x="5334" y="15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5" name="object 2065"/>
            <p:cNvSpPr/>
            <p:nvPr/>
          </p:nvSpPr>
          <p:spPr>
            <a:xfrm>
              <a:off x="5750966" y="1943738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762" y="0"/>
                  </a:moveTo>
                  <a:lnTo>
                    <a:pt x="5334" y="1523"/>
                  </a:lnTo>
                  <a:lnTo>
                    <a:pt x="4572" y="3810"/>
                  </a:lnTo>
                  <a:lnTo>
                    <a:pt x="4572" y="3047"/>
                  </a:lnTo>
                  <a:lnTo>
                    <a:pt x="0" y="3048"/>
                  </a:lnTo>
                  <a:lnTo>
                    <a:pt x="76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6" name="object 2066"/>
            <p:cNvSpPr/>
            <p:nvPr/>
          </p:nvSpPr>
          <p:spPr>
            <a:xfrm>
              <a:off x="5750966" y="1946786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572" y="2285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4572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7" name="object 2067"/>
            <p:cNvSpPr/>
            <p:nvPr/>
          </p:nvSpPr>
          <p:spPr>
            <a:xfrm>
              <a:off x="5750966" y="1946786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4572" y="0"/>
                  </a:lnTo>
                  <a:lnTo>
                    <a:pt x="4572" y="2285"/>
                  </a:lnTo>
                  <a:lnTo>
                    <a:pt x="0" y="381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8" name="object 2068"/>
            <p:cNvSpPr/>
            <p:nvPr/>
          </p:nvSpPr>
          <p:spPr>
            <a:xfrm>
              <a:off x="5750966" y="1949072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4" y="2286"/>
                  </a:moveTo>
                  <a:lnTo>
                    <a:pt x="4572" y="0"/>
                  </a:lnTo>
                  <a:lnTo>
                    <a:pt x="0" y="1524"/>
                  </a:lnTo>
                  <a:lnTo>
                    <a:pt x="762" y="3810"/>
                  </a:lnTo>
                  <a:lnTo>
                    <a:pt x="762" y="4572"/>
                  </a:lnTo>
                  <a:lnTo>
                    <a:pt x="4572" y="2286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9" name="object 2069"/>
            <p:cNvSpPr/>
            <p:nvPr/>
          </p:nvSpPr>
          <p:spPr>
            <a:xfrm>
              <a:off x="5750966" y="1949072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0" y="1524"/>
                  </a:moveTo>
                  <a:lnTo>
                    <a:pt x="4572" y="0"/>
                  </a:lnTo>
                  <a:lnTo>
                    <a:pt x="5334" y="2286"/>
                  </a:lnTo>
                  <a:lnTo>
                    <a:pt x="4572" y="2286"/>
                  </a:lnTo>
                  <a:lnTo>
                    <a:pt x="762" y="4572"/>
                  </a:lnTo>
                  <a:lnTo>
                    <a:pt x="762" y="381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0" name="object 2070"/>
            <p:cNvSpPr/>
            <p:nvPr/>
          </p:nvSpPr>
          <p:spPr>
            <a:xfrm>
              <a:off x="5751728" y="195135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056" y="1870"/>
                  </a:moveTo>
                  <a:lnTo>
                    <a:pt x="3810" y="0"/>
                  </a:lnTo>
                  <a:lnTo>
                    <a:pt x="0" y="2286"/>
                  </a:lnTo>
                  <a:lnTo>
                    <a:pt x="1524" y="4572"/>
                  </a:lnTo>
                  <a:lnTo>
                    <a:pt x="2286" y="5334"/>
                  </a:lnTo>
                  <a:lnTo>
                    <a:pt x="5056" y="1870"/>
                  </a:lnTo>
                  <a:close/>
                </a:path>
                <a:path w="5714" h="5714">
                  <a:moveTo>
                    <a:pt x="5334" y="2286"/>
                  </a:moveTo>
                  <a:lnTo>
                    <a:pt x="5334" y="1524"/>
                  </a:lnTo>
                  <a:lnTo>
                    <a:pt x="5056" y="1870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1" name="object 2071"/>
            <p:cNvSpPr/>
            <p:nvPr/>
          </p:nvSpPr>
          <p:spPr>
            <a:xfrm>
              <a:off x="5751728" y="195135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2286"/>
                  </a:moveTo>
                  <a:lnTo>
                    <a:pt x="3810" y="0"/>
                  </a:lnTo>
                  <a:lnTo>
                    <a:pt x="5334" y="2286"/>
                  </a:lnTo>
                  <a:lnTo>
                    <a:pt x="5334" y="1524"/>
                  </a:lnTo>
                  <a:lnTo>
                    <a:pt x="2286" y="5334"/>
                  </a:lnTo>
                  <a:lnTo>
                    <a:pt x="1524" y="4572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2" name="object 2072"/>
            <p:cNvSpPr/>
            <p:nvPr/>
          </p:nvSpPr>
          <p:spPr>
            <a:xfrm>
              <a:off x="5754014" y="1952882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2" y="2286"/>
                  </a:moveTo>
                  <a:lnTo>
                    <a:pt x="3047" y="0"/>
                  </a:lnTo>
                  <a:lnTo>
                    <a:pt x="0" y="3810"/>
                  </a:lnTo>
                  <a:lnTo>
                    <a:pt x="2286" y="6096"/>
                  </a:lnTo>
                  <a:lnTo>
                    <a:pt x="4572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3" name="object 2073"/>
            <p:cNvSpPr/>
            <p:nvPr/>
          </p:nvSpPr>
          <p:spPr>
            <a:xfrm>
              <a:off x="5754014" y="1952882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0" y="3810"/>
                  </a:moveTo>
                  <a:lnTo>
                    <a:pt x="3047" y="0"/>
                  </a:lnTo>
                  <a:lnTo>
                    <a:pt x="4572" y="2286"/>
                  </a:lnTo>
                  <a:lnTo>
                    <a:pt x="2286" y="6096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4" name="object 2074"/>
            <p:cNvSpPr/>
            <p:nvPr/>
          </p:nvSpPr>
          <p:spPr>
            <a:xfrm>
              <a:off x="5756300" y="1955168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1524"/>
                  </a:moveTo>
                  <a:lnTo>
                    <a:pt x="2285" y="0"/>
                  </a:lnTo>
                  <a:lnTo>
                    <a:pt x="0" y="3810"/>
                  </a:lnTo>
                  <a:lnTo>
                    <a:pt x="2286" y="5334"/>
                  </a:lnTo>
                  <a:lnTo>
                    <a:pt x="3048" y="5334"/>
                  </a:lnTo>
                  <a:lnTo>
                    <a:pt x="4572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5" name="object 2075"/>
            <p:cNvSpPr/>
            <p:nvPr/>
          </p:nvSpPr>
          <p:spPr>
            <a:xfrm>
              <a:off x="5756300" y="1955168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3810"/>
                  </a:moveTo>
                  <a:lnTo>
                    <a:pt x="2285" y="0"/>
                  </a:lnTo>
                  <a:lnTo>
                    <a:pt x="4572" y="1524"/>
                  </a:lnTo>
                  <a:lnTo>
                    <a:pt x="3048" y="5334"/>
                  </a:lnTo>
                  <a:lnTo>
                    <a:pt x="2286" y="5334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6" name="object 2076"/>
            <p:cNvSpPr/>
            <p:nvPr/>
          </p:nvSpPr>
          <p:spPr>
            <a:xfrm>
              <a:off x="5759335" y="1956692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762"/>
                  </a:moveTo>
                  <a:lnTo>
                    <a:pt x="1523" y="0"/>
                  </a:lnTo>
                  <a:lnTo>
                    <a:pt x="0" y="3810"/>
                  </a:lnTo>
                  <a:lnTo>
                    <a:pt x="3048" y="5334"/>
                  </a:lnTo>
                  <a:lnTo>
                    <a:pt x="3810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7" name="object 2077"/>
            <p:cNvSpPr/>
            <p:nvPr/>
          </p:nvSpPr>
          <p:spPr>
            <a:xfrm>
              <a:off x="5759335" y="1956692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0" y="3810"/>
                  </a:moveTo>
                  <a:lnTo>
                    <a:pt x="1523" y="0"/>
                  </a:lnTo>
                  <a:lnTo>
                    <a:pt x="3810" y="762"/>
                  </a:lnTo>
                  <a:lnTo>
                    <a:pt x="3048" y="5334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8" name="object 2078"/>
            <p:cNvSpPr/>
            <p:nvPr/>
          </p:nvSpPr>
          <p:spPr>
            <a:xfrm>
              <a:off x="5762383" y="1957454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80">
                  <a:moveTo>
                    <a:pt x="3048" y="4572"/>
                  </a:moveTo>
                  <a:lnTo>
                    <a:pt x="3047" y="0"/>
                  </a:lnTo>
                  <a:lnTo>
                    <a:pt x="761" y="0"/>
                  </a:lnTo>
                  <a:lnTo>
                    <a:pt x="0" y="4572"/>
                  </a:lnTo>
                  <a:lnTo>
                    <a:pt x="3048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9" name="object 2079"/>
            <p:cNvSpPr/>
            <p:nvPr/>
          </p:nvSpPr>
          <p:spPr>
            <a:xfrm>
              <a:off x="5762383" y="1957454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80">
                  <a:moveTo>
                    <a:pt x="0" y="4572"/>
                  </a:moveTo>
                  <a:lnTo>
                    <a:pt x="761" y="0"/>
                  </a:lnTo>
                  <a:lnTo>
                    <a:pt x="3047" y="0"/>
                  </a:lnTo>
                  <a:lnTo>
                    <a:pt x="3048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0" name="object 2080"/>
            <p:cNvSpPr/>
            <p:nvPr/>
          </p:nvSpPr>
          <p:spPr>
            <a:xfrm>
              <a:off x="5765444" y="1957454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3810" y="4572"/>
                  </a:moveTo>
                  <a:lnTo>
                    <a:pt x="3047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381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1" name="object 2081"/>
            <p:cNvSpPr/>
            <p:nvPr/>
          </p:nvSpPr>
          <p:spPr>
            <a:xfrm>
              <a:off x="5765444" y="1957454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0" y="4572"/>
                  </a:moveTo>
                  <a:lnTo>
                    <a:pt x="0" y="0"/>
                  </a:lnTo>
                  <a:lnTo>
                    <a:pt x="3047" y="0"/>
                  </a:lnTo>
                  <a:lnTo>
                    <a:pt x="3810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2" name="object 2082"/>
            <p:cNvSpPr/>
            <p:nvPr/>
          </p:nvSpPr>
          <p:spPr>
            <a:xfrm>
              <a:off x="5768492" y="195669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4572"/>
                  </a:moveTo>
                  <a:lnTo>
                    <a:pt x="2286" y="0"/>
                  </a:lnTo>
                  <a:lnTo>
                    <a:pt x="0" y="762"/>
                  </a:lnTo>
                  <a:lnTo>
                    <a:pt x="762" y="5334"/>
                  </a:lnTo>
                  <a:lnTo>
                    <a:pt x="3810" y="4572"/>
                  </a:lnTo>
                  <a:lnTo>
                    <a:pt x="4572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3" name="object 2083"/>
            <p:cNvSpPr/>
            <p:nvPr/>
          </p:nvSpPr>
          <p:spPr>
            <a:xfrm>
              <a:off x="5768492" y="195669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762" y="5334"/>
                  </a:moveTo>
                  <a:lnTo>
                    <a:pt x="0" y="762"/>
                  </a:lnTo>
                  <a:lnTo>
                    <a:pt x="2286" y="0"/>
                  </a:lnTo>
                  <a:lnTo>
                    <a:pt x="4572" y="4572"/>
                  </a:lnTo>
                  <a:lnTo>
                    <a:pt x="3810" y="4572"/>
                  </a:lnTo>
                  <a:lnTo>
                    <a:pt x="762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4" name="object 2084"/>
            <p:cNvSpPr/>
            <p:nvPr/>
          </p:nvSpPr>
          <p:spPr>
            <a:xfrm>
              <a:off x="5770778" y="195593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810"/>
                  </a:moveTo>
                  <a:lnTo>
                    <a:pt x="2286" y="0"/>
                  </a:lnTo>
                  <a:lnTo>
                    <a:pt x="0" y="762"/>
                  </a:lnTo>
                  <a:lnTo>
                    <a:pt x="2286" y="5334"/>
                  </a:lnTo>
                  <a:lnTo>
                    <a:pt x="5334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5" name="object 2085"/>
            <p:cNvSpPr/>
            <p:nvPr/>
          </p:nvSpPr>
          <p:spPr>
            <a:xfrm>
              <a:off x="5770778" y="195593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2286" y="5334"/>
                  </a:moveTo>
                  <a:lnTo>
                    <a:pt x="0" y="762"/>
                  </a:lnTo>
                  <a:lnTo>
                    <a:pt x="2286" y="0"/>
                  </a:lnTo>
                  <a:lnTo>
                    <a:pt x="5334" y="3810"/>
                  </a:lnTo>
                  <a:lnTo>
                    <a:pt x="2286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6" name="object 2086"/>
            <p:cNvSpPr/>
            <p:nvPr/>
          </p:nvSpPr>
          <p:spPr>
            <a:xfrm>
              <a:off x="5773051" y="195440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048"/>
                  </a:moveTo>
                  <a:lnTo>
                    <a:pt x="2286" y="0"/>
                  </a:lnTo>
                  <a:lnTo>
                    <a:pt x="0" y="1524"/>
                  </a:lnTo>
                  <a:lnTo>
                    <a:pt x="3048" y="5334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7" name="object 2087"/>
            <p:cNvSpPr/>
            <p:nvPr/>
          </p:nvSpPr>
          <p:spPr>
            <a:xfrm>
              <a:off x="5773051" y="195440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3048" y="5334"/>
                  </a:moveTo>
                  <a:lnTo>
                    <a:pt x="0" y="1524"/>
                  </a:lnTo>
                  <a:lnTo>
                    <a:pt x="2286" y="0"/>
                  </a:lnTo>
                  <a:lnTo>
                    <a:pt x="5334" y="3048"/>
                  </a:lnTo>
                  <a:lnTo>
                    <a:pt x="3048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8" name="object 2088"/>
            <p:cNvSpPr/>
            <p:nvPr/>
          </p:nvSpPr>
          <p:spPr>
            <a:xfrm>
              <a:off x="5775337" y="195212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2286"/>
                  </a:moveTo>
                  <a:lnTo>
                    <a:pt x="1524" y="762"/>
                  </a:lnTo>
                  <a:lnTo>
                    <a:pt x="1524" y="0"/>
                  </a:lnTo>
                  <a:lnTo>
                    <a:pt x="0" y="2286"/>
                  </a:lnTo>
                  <a:lnTo>
                    <a:pt x="3048" y="5334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9" name="object 2089"/>
            <p:cNvSpPr/>
            <p:nvPr/>
          </p:nvSpPr>
          <p:spPr>
            <a:xfrm>
              <a:off x="5775337" y="195212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3048" y="5334"/>
                  </a:moveTo>
                  <a:lnTo>
                    <a:pt x="0" y="2286"/>
                  </a:lnTo>
                  <a:lnTo>
                    <a:pt x="1524" y="0"/>
                  </a:lnTo>
                  <a:lnTo>
                    <a:pt x="1524" y="762"/>
                  </a:lnTo>
                  <a:lnTo>
                    <a:pt x="5334" y="2286"/>
                  </a:lnTo>
                  <a:lnTo>
                    <a:pt x="3048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0" name="object 2090"/>
            <p:cNvSpPr/>
            <p:nvPr/>
          </p:nvSpPr>
          <p:spPr>
            <a:xfrm>
              <a:off x="5776861" y="1950596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5334" y="762"/>
                  </a:moveTo>
                  <a:lnTo>
                    <a:pt x="762" y="0"/>
                  </a:lnTo>
                  <a:lnTo>
                    <a:pt x="0" y="2286"/>
                  </a:lnTo>
                  <a:lnTo>
                    <a:pt x="3810" y="3810"/>
                  </a:lnTo>
                  <a:lnTo>
                    <a:pt x="5334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1" name="object 2091"/>
            <p:cNvSpPr/>
            <p:nvPr/>
          </p:nvSpPr>
          <p:spPr>
            <a:xfrm>
              <a:off x="5776861" y="1950596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3810" y="3810"/>
                  </a:moveTo>
                  <a:lnTo>
                    <a:pt x="0" y="2286"/>
                  </a:lnTo>
                  <a:lnTo>
                    <a:pt x="762" y="0"/>
                  </a:lnTo>
                  <a:lnTo>
                    <a:pt x="5334" y="762"/>
                  </a:lnTo>
                  <a:lnTo>
                    <a:pt x="381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2" name="object 2092"/>
            <p:cNvSpPr/>
            <p:nvPr/>
          </p:nvSpPr>
          <p:spPr>
            <a:xfrm>
              <a:off x="5777623" y="1948310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572" y="3048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2286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3" name="object 2093"/>
            <p:cNvSpPr/>
            <p:nvPr/>
          </p:nvSpPr>
          <p:spPr>
            <a:xfrm>
              <a:off x="5777623" y="1948310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572" y="3048"/>
                  </a:moveTo>
                  <a:lnTo>
                    <a:pt x="0" y="2286"/>
                  </a:lnTo>
                  <a:lnTo>
                    <a:pt x="0" y="0"/>
                  </a:lnTo>
                  <a:lnTo>
                    <a:pt x="4572" y="0"/>
                  </a:lnTo>
                  <a:lnTo>
                    <a:pt x="4572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4" name="object 2094"/>
            <p:cNvSpPr/>
            <p:nvPr/>
          </p:nvSpPr>
          <p:spPr>
            <a:xfrm>
              <a:off x="5777623" y="194831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572" y="0"/>
                  </a:move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5" name="object 2095"/>
            <p:cNvSpPr/>
            <p:nvPr/>
          </p:nvSpPr>
          <p:spPr>
            <a:xfrm>
              <a:off x="5777623" y="194831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6" name="object 2096"/>
            <p:cNvSpPr/>
            <p:nvPr/>
          </p:nvSpPr>
          <p:spPr>
            <a:xfrm>
              <a:off x="5875934" y="1935947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26670" y="11601"/>
                  </a:moveTo>
                  <a:lnTo>
                    <a:pt x="26670" y="8553"/>
                  </a:lnTo>
                  <a:lnTo>
                    <a:pt x="25908" y="6267"/>
                  </a:lnTo>
                  <a:lnTo>
                    <a:pt x="20523" y="1501"/>
                  </a:lnTo>
                  <a:lnTo>
                    <a:pt x="13358" y="0"/>
                  </a:lnTo>
                  <a:lnTo>
                    <a:pt x="6182" y="2013"/>
                  </a:lnTo>
                  <a:lnTo>
                    <a:pt x="762" y="7791"/>
                  </a:lnTo>
                  <a:lnTo>
                    <a:pt x="0" y="10077"/>
                  </a:lnTo>
                  <a:lnTo>
                    <a:pt x="0" y="13125"/>
                  </a:lnTo>
                  <a:lnTo>
                    <a:pt x="4648" y="20166"/>
                  </a:lnTo>
                  <a:lnTo>
                    <a:pt x="12030" y="23102"/>
                  </a:lnTo>
                  <a:lnTo>
                    <a:pt x="19873" y="22003"/>
                  </a:lnTo>
                  <a:lnTo>
                    <a:pt x="25908" y="16935"/>
                  </a:lnTo>
                  <a:lnTo>
                    <a:pt x="26670" y="14649"/>
                  </a:lnTo>
                  <a:lnTo>
                    <a:pt x="26670" y="11601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7" name="object 2097"/>
            <p:cNvSpPr/>
            <p:nvPr/>
          </p:nvSpPr>
          <p:spPr>
            <a:xfrm>
              <a:off x="5900318" y="1943738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572" y="3810"/>
                  </a:moveTo>
                  <a:lnTo>
                    <a:pt x="4572" y="0"/>
                  </a:lnTo>
                  <a:lnTo>
                    <a:pt x="762" y="2286"/>
                  </a:lnTo>
                  <a:lnTo>
                    <a:pt x="0" y="1524"/>
                  </a:lnTo>
                  <a:lnTo>
                    <a:pt x="762" y="3810"/>
                  </a:lnTo>
                  <a:lnTo>
                    <a:pt x="457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8" name="object 2098"/>
            <p:cNvSpPr/>
            <p:nvPr/>
          </p:nvSpPr>
          <p:spPr>
            <a:xfrm>
              <a:off x="5900318" y="1943738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572" y="3810"/>
                  </a:moveTo>
                  <a:lnTo>
                    <a:pt x="762" y="3810"/>
                  </a:lnTo>
                  <a:lnTo>
                    <a:pt x="0" y="1524"/>
                  </a:lnTo>
                  <a:lnTo>
                    <a:pt x="762" y="2286"/>
                  </a:lnTo>
                  <a:lnTo>
                    <a:pt x="4572" y="0"/>
                  </a:lnTo>
                  <a:lnTo>
                    <a:pt x="4572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9" name="object 2099"/>
            <p:cNvSpPr/>
            <p:nvPr/>
          </p:nvSpPr>
          <p:spPr>
            <a:xfrm>
              <a:off x="5899556" y="194069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048"/>
                  </a:moveTo>
                  <a:lnTo>
                    <a:pt x="3810" y="762"/>
                  </a:lnTo>
                  <a:lnTo>
                    <a:pt x="3810" y="0"/>
                  </a:lnTo>
                  <a:lnTo>
                    <a:pt x="762" y="3048"/>
                  </a:lnTo>
                  <a:lnTo>
                    <a:pt x="0" y="3048"/>
                  </a:lnTo>
                  <a:lnTo>
                    <a:pt x="1524" y="5334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0" name="object 2100"/>
            <p:cNvSpPr/>
            <p:nvPr/>
          </p:nvSpPr>
          <p:spPr>
            <a:xfrm>
              <a:off x="5899556" y="194069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048"/>
                  </a:moveTo>
                  <a:lnTo>
                    <a:pt x="1524" y="5334"/>
                  </a:lnTo>
                  <a:lnTo>
                    <a:pt x="0" y="3048"/>
                  </a:lnTo>
                  <a:lnTo>
                    <a:pt x="762" y="3048"/>
                  </a:lnTo>
                  <a:lnTo>
                    <a:pt x="3810" y="0"/>
                  </a:lnTo>
                  <a:lnTo>
                    <a:pt x="3810" y="762"/>
                  </a:lnTo>
                  <a:lnTo>
                    <a:pt x="5334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1" name="object 2101"/>
            <p:cNvSpPr/>
            <p:nvPr/>
          </p:nvSpPr>
          <p:spPr>
            <a:xfrm>
              <a:off x="5898032" y="193840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2286"/>
                  </a:moveTo>
                  <a:lnTo>
                    <a:pt x="3810" y="0"/>
                  </a:lnTo>
                  <a:lnTo>
                    <a:pt x="762" y="3048"/>
                  </a:lnTo>
                  <a:lnTo>
                    <a:pt x="0" y="3048"/>
                  </a:lnTo>
                  <a:lnTo>
                    <a:pt x="2286" y="5334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2" name="object 2102"/>
            <p:cNvSpPr/>
            <p:nvPr/>
          </p:nvSpPr>
          <p:spPr>
            <a:xfrm>
              <a:off x="5898032" y="193840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2286"/>
                  </a:moveTo>
                  <a:lnTo>
                    <a:pt x="2286" y="5334"/>
                  </a:lnTo>
                  <a:lnTo>
                    <a:pt x="0" y="3048"/>
                  </a:lnTo>
                  <a:lnTo>
                    <a:pt x="762" y="3048"/>
                  </a:lnTo>
                  <a:lnTo>
                    <a:pt x="3810" y="0"/>
                  </a:lnTo>
                  <a:lnTo>
                    <a:pt x="5334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3" name="object 2103"/>
            <p:cNvSpPr/>
            <p:nvPr/>
          </p:nvSpPr>
          <p:spPr>
            <a:xfrm>
              <a:off x="5896508" y="193611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2286"/>
                  </a:moveTo>
                  <a:lnTo>
                    <a:pt x="2286" y="0"/>
                  </a:lnTo>
                  <a:lnTo>
                    <a:pt x="0" y="3810"/>
                  </a:lnTo>
                  <a:lnTo>
                    <a:pt x="2286" y="5334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4" name="object 2104"/>
            <p:cNvSpPr/>
            <p:nvPr/>
          </p:nvSpPr>
          <p:spPr>
            <a:xfrm>
              <a:off x="5896508" y="193611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2286"/>
                  </a:moveTo>
                  <a:lnTo>
                    <a:pt x="2286" y="5334"/>
                  </a:lnTo>
                  <a:lnTo>
                    <a:pt x="0" y="3810"/>
                  </a:lnTo>
                  <a:lnTo>
                    <a:pt x="2286" y="0"/>
                  </a:lnTo>
                  <a:lnTo>
                    <a:pt x="5334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5" name="object 2105"/>
            <p:cNvSpPr/>
            <p:nvPr/>
          </p:nvSpPr>
          <p:spPr>
            <a:xfrm>
              <a:off x="5894222" y="193459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1524"/>
                  </a:moveTo>
                  <a:lnTo>
                    <a:pt x="1524" y="0"/>
                  </a:lnTo>
                  <a:lnTo>
                    <a:pt x="0" y="4572"/>
                  </a:lnTo>
                  <a:lnTo>
                    <a:pt x="2286" y="5334"/>
                  </a:lnTo>
                  <a:lnTo>
                    <a:pt x="4572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6" name="object 2106"/>
            <p:cNvSpPr/>
            <p:nvPr/>
          </p:nvSpPr>
          <p:spPr>
            <a:xfrm>
              <a:off x="5894222" y="193459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1524"/>
                  </a:moveTo>
                  <a:lnTo>
                    <a:pt x="2286" y="5334"/>
                  </a:lnTo>
                  <a:lnTo>
                    <a:pt x="0" y="4572"/>
                  </a:lnTo>
                  <a:lnTo>
                    <a:pt x="1524" y="0"/>
                  </a:lnTo>
                  <a:lnTo>
                    <a:pt x="4572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7" name="object 2107"/>
            <p:cNvSpPr/>
            <p:nvPr/>
          </p:nvSpPr>
          <p:spPr>
            <a:xfrm>
              <a:off x="5891923" y="1933832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762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286" y="5334"/>
                  </a:lnTo>
                  <a:lnTo>
                    <a:pt x="3810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8" name="object 2108"/>
            <p:cNvSpPr/>
            <p:nvPr/>
          </p:nvSpPr>
          <p:spPr>
            <a:xfrm>
              <a:off x="5891923" y="1933832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762"/>
                  </a:moveTo>
                  <a:lnTo>
                    <a:pt x="2286" y="5334"/>
                  </a:lnTo>
                  <a:lnTo>
                    <a:pt x="0" y="4572"/>
                  </a:lnTo>
                  <a:lnTo>
                    <a:pt x="0" y="0"/>
                  </a:lnTo>
                  <a:lnTo>
                    <a:pt x="3810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9" name="object 2109"/>
            <p:cNvSpPr/>
            <p:nvPr/>
          </p:nvSpPr>
          <p:spPr>
            <a:xfrm>
              <a:off x="5888113" y="1933832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3810" y="4572"/>
                  </a:moveTo>
                  <a:lnTo>
                    <a:pt x="3810" y="0"/>
                  </a:lnTo>
                  <a:lnTo>
                    <a:pt x="0" y="0"/>
                  </a:lnTo>
                  <a:lnTo>
                    <a:pt x="762" y="4572"/>
                  </a:lnTo>
                  <a:lnTo>
                    <a:pt x="381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0" name="object 2110"/>
            <p:cNvSpPr/>
            <p:nvPr/>
          </p:nvSpPr>
          <p:spPr>
            <a:xfrm>
              <a:off x="5888113" y="1933832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3810" y="0"/>
                  </a:moveTo>
                  <a:lnTo>
                    <a:pt x="3810" y="4572"/>
                  </a:lnTo>
                  <a:lnTo>
                    <a:pt x="762" y="4572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1" name="object 2111"/>
            <p:cNvSpPr/>
            <p:nvPr/>
          </p:nvSpPr>
          <p:spPr>
            <a:xfrm>
              <a:off x="5885078" y="1933832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3810" y="4572"/>
                  </a:moveTo>
                  <a:lnTo>
                    <a:pt x="3048" y="0"/>
                  </a:lnTo>
                  <a:lnTo>
                    <a:pt x="0" y="0"/>
                  </a:lnTo>
                  <a:lnTo>
                    <a:pt x="1524" y="4572"/>
                  </a:lnTo>
                  <a:lnTo>
                    <a:pt x="381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2" name="object 2112"/>
            <p:cNvSpPr/>
            <p:nvPr/>
          </p:nvSpPr>
          <p:spPr>
            <a:xfrm>
              <a:off x="5885078" y="1933832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3048" y="0"/>
                  </a:moveTo>
                  <a:lnTo>
                    <a:pt x="3810" y="4572"/>
                  </a:lnTo>
                  <a:lnTo>
                    <a:pt x="1524" y="4572"/>
                  </a:lnTo>
                  <a:lnTo>
                    <a:pt x="0" y="0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3" name="object 2113"/>
            <p:cNvSpPr/>
            <p:nvPr/>
          </p:nvSpPr>
          <p:spPr>
            <a:xfrm>
              <a:off x="5881268" y="193383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4572"/>
                  </a:moveTo>
                  <a:lnTo>
                    <a:pt x="3810" y="0"/>
                  </a:lnTo>
                  <a:lnTo>
                    <a:pt x="762" y="1524"/>
                  </a:lnTo>
                  <a:lnTo>
                    <a:pt x="0" y="1524"/>
                  </a:lnTo>
                  <a:lnTo>
                    <a:pt x="2921" y="5175"/>
                  </a:lnTo>
                  <a:lnTo>
                    <a:pt x="5334" y="4572"/>
                  </a:lnTo>
                  <a:close/>
                </a:path>
                <a:path w="5714" h="5714">
                  <a:moveTo>
                    <a:pt x="3048" y="5334"/>
                  </a:moveTo>
                  <a:lnTo>
                    <a:pt x="2921" y="5175"/>
                  </a:lnTo>
                  <a:lnTo>
                    <a:pt x="2286" y="5334"/>
                  </a:lnTo>
                  <a:lnTo>
                    <a:pt x="3048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4" name="object 2114"/>
            <p:cNvSpPr/>
            <p:nvPr/>
          </p:nvSpPr>
          <p:spPr>
            <a:xfrm>
              <a:off x="5881268" y="193383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3810" y="0"/>
                  </a:moveTo>
                  <a:lnTo>
                    <a:pt x="5334" y="4572"/>
                  </a:lnTo>
                  <a:lnTo>
                    <a:pt x="2286" y="5334"/>
                  </a:lnTo>
                  <a:lnTo>
                    <a:pt x="3048" y="5334"/>
                  </a:lnTo>
                  <a:lnTo>
                    <a:pt x="0" y="1524"/>
                  </a:lnTo>
                  <a:lnTo>
                    <a:pt x="762" y="1524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5" name="object 2115"/>
            <p:cNvSpPr/>
            <p:nvPr/>
          </p:nvSpPr>
          <p:spPr>
            <a:xfrm>
              <a:off x="5878220" y="1935356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6096" y="3810"/>
                  </a:moveTo>
                  <a:lnTo>
                    <a:pt x="3048" y="0"/>
                  </a:lnTo>
                  <a:lnTo>
                    <a:pt x="762" y="1524"/>
                  </a:lnTo>
                  <a:lnTo>
                    <a:pt x="0" y="2286"/>
                  </a:lnTo>
                  <a:lnTo>
                    <a:pt x="3516" y="5099"/>
                  </a:lnTo>
                  <a:lnTo>
                    <a:pt x="6096" y="3810"/>
                  </a:lnTo>
                  <a:close/>
                </a:path>
                <a:path w="6350" h="5714">
                  <a:moveTo>
                    <a:pt x="3810" y="5334"/>
                  </a:moveTo>
                  <a:lnTo>
                    <a:pt x="3516" y="5099"/>
                  </a:lnTo>
                  <a:lnTo>
                    <a:pt x="3048" y="5334"/>
                  </a:lnTo>
                  <a:lnTo>
                    <a:pt x="3810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6" name="object 2116"/>
            <p:cNvSpPr/>
            <p:nvPr/>
          </p:nvSpPr>
          <p:spPr>
            <a:xfrm>
              <a:off x="5878220" y="1935356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3048" y="0"/>
                  </a:moveTo>
                  <a:lnTo>
                    <a:pt x="6096" y="3810"/>
                  </a:lnTo>
                  <a:lnTo>
                    <a:pt x="3048" y="5334"/>
                  </a:lnTo>
                  <a:lnTo>
                    <a:pt x="3810" y="5334"/>
                  </a:lnTo>
                  <a:lnTo>
                    <a:pt x="0" y="2286"/>
                  </a:lnTo>
                  <a:lnTo>
                    <a:pt x="762" y="1524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7" name="object 2117"/>
            <p:cNvSpPr/>
            <p:nvPr/>
          </p:nvSpPr>
          <p:spPr>
            <a:xfrm>
              <a:off x="5875921" y="1937642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6096" y="3047"/>
                  </a:moveTo>
                  <a:lnTo>
                    <a:pt x="2286" y="0"/>
                  </a:lnTo>
                  <a:lnTo>
                    <a:pt x="0" y="2286"/>
                  </a:lnTo>
                  <a:lnTo>
                    <a:pt x="3810" y="4572"/>
                  </a:lnTo>
                  <a:lnTo>
                    <a:pt x="6096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8" name="object 2118"/>
            <p:cNvSpPr/>
            <p:nvPr/>
          </p:nvSpPr>
          <p:spPr>
            <a:xfrm>
              <a:off x="5875921" y="1937642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2286" y="0"/>
                  </a:moveTo>
                  <a:lnTo>
                    <a:pt x="6096" y="3047"/>
                  </a:lnTo>
                  <a:lnTo>
                    <a:pt x="3810" y="4572"/>
                  </a:lnTo>
                  <a:lnTo>
                    <a:pt x="0" y="2286"/>
                  </a:lnTo>
                  <a:lnTo>
                    <a:pt x="228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9" name="object 2119"/>
            <p:cNvSpPr/>
            <p:nvPr/>
          </p:nvSpPr>
          <p:spPr>
            <a:xfrm>
              <a:off x="5874397" y="193992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4" y="2285"/>
                  </a:moveTo>
                  <a:lnTo>
                    <a:pt x="1524" y="0"/>
                  </a:lnTo>
                  <a:lnTo>
                    <a:pt x="0" y="3048"/>
                  </a:lnTo>
                  <a:lnTo>
                    <a:pt x="4572" y="4572"/>
                  </a:lnTo>
                  <a:lnTo>
                    <a:pt x="5334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0" name="object 2120"/>
            <p:cNvSpPr/>
            <p:nvPr/>
          </p:nvSpPr>
          <p:spPr>
            <a:xfrm>
              <a:off x="5874397" y="193992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1524" y="0"/>
                  </a:moveTo>
                  <a:lnTo>
                    <a:pt x="5334" y="2285"/>
                  </a:lnTo>
                  <a:lnTo>
                    <a:pt x="4572" y="4572"/>
                  </a:lnTo>
                  <a:lnTo>
                    <a:pt x="0" y="3048"/>
                  </a:lnTo>
                  <a:lnTo>
                    <a:pt x="152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1" name="object 2121"/>
            <p:cNvSpPr/>
            <p:nvPr/>
          </p:nvSpPr>
          <p:spPr>
            <a:xfrm>
              <a:off x="5873635" y="1942976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5334" y="1523"/>
                  </a:moveTo>
                  <a:lnTo>
                    <a:pt x="762" y="0"/>
                  </a:lnTo>
                  <a:lnTo>
                    <a:pt x="0" y="3048"/>
                  </a:lnTo>
                  <a:lnTo>
                    <a:pt x="4572" y="3047"/>
                  </a:lnTo>
                  <a:lnTo>
                    <a:pt x="4572" y="3810"/>
                  </a:lnTo>
                  <a:lnTo>
                    <a:pt x="5334" y="15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2" name="object 2122"/>
            <p:cNvSpPr/>
            <p:nvPr/>
          </p:nvSpPr>
          <p:spPr>
            <a:xfrm>
              <a:off x="5873635" y="1942976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762" y="0"/>
                  </a:moveTo>
                  <a:lnTo>
                    <a:pt x="5334" y="1523"/>
                  </a:lnTo>
                  <a:lnTo>
                    <a:pt x="4572" y="3810"/>
                  </a:lnTo>
                  <a:lnTo>
                    <a:pt x="4572" y="3047"/>
                  </a:lnTo>
                  <a:lnTo>
                    <a:pt x="0" y="3048"/>
                  </a:lnTo>
                  <a:lnTo>
                    <a:pt x="76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3" name="object 2123"/>
            <p:cNvSpPr/>
            <p:nvPr/>
          </p:nvSpPr>
          <p:spPr>
            <a:xfrm>
              <a:off x="5873635" y="1946024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572" y="2285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4572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4" name="object 2124"/>
            <p:cNvSpPr/>
            <p:nvPr/>
          </p:nvSpPr>
          <p:spPr>
            <a:xfrm>
              <a:off x="5873635" y="1946024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4572" y="0"/>
                  </a:lnTo>
                  <a:lnTo>
                    <a:pt x="4572" y="2285"/>
                  </a:lnTo>
                  <a:lnTo>
                    <a:pt x="0" y="381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5" name="object 2125"/>
            <p:cNvSpPr/>
            <p:nvPr/>
          </p:nvSpPr>
          <p:spPr>
            <a:xfrm>
              <a:off x="5873635" y="1948310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4" y="2286"/>
                  </a:moveTo>
                  <a:lnTo>
                    <a:pt x="4572" y="0"/>
                  </a:lnTo>
                  <a:lnTo>
                    <a:pt x="0" y="1524"/>
                  </a:lnTo>
                  <a:lnTo>
                    <a:pt x="762" y="3810"/>
                  </a:lnTo>
                  <a:lnTo>
                    <a:pt x="762" y="4572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6" name="object 2126"/>
            <p:cNvSpPr/>
            <p:nvPr/>
          </p:nvSpPr>
          <p:spPr>
            <a:xfrm>
              <a:off x="5873635" y="1948310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0" y="1524"/>
                  </a:moveTo>
                  <a:lnTo>
                    <a:pt x="4572" y="0"/>
                  </a:lnTo>
                  <a:lnTo>
                    <a:pt x="5334" y="2286"/>
                  </a:lnTo>
                  <a:lnTo>
                    <a:pt x="762" y="4572"/>
                  </a:lnTo>
                  <a:lnTo>
                    <a:pt x="762" y="381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7" name="object 2127"/>
            <p:cNvSpPr/>
            <p:nvPr/>
          </p:nvSpPr>
          <p:spPr>
            <a:xfrm>
              <a:off x="5874397" y="195059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154" y="1748"/>
                  </a:moveTo>
                  <a:lnTo>
                    <a:pt x="4572" y="0"/>
                  </a:lnTo>
                  <a:lnTo>
                    <a:pt x="0" y="2286"/>
                  </a:lnTo>
                  <a:lnTo>
                    <a:pt x="2286" y="4572"/>
                  </a:lnTo>
                  <a:lnTo>
                    <a:pt x="2286" y="5334"/>
                  </a:lnTo>
                  <a:lnTo>
                    <a:pt x="5154" y="1748"/>
                  </a:lnTo>
                  <a:close/>
                </a:path>
                <a:path w="5714" h="5714">
                  <a:moveTo>
                    <a:pt x="5334" y="2286"/>
                  </a:moveTo>
                  <a:lnTo>
                    <a:pt x="5334" y="1524"/>
                  </a:lnTo>
                  <a:lnTo>
                    <a:pt x="5154" y="1748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8" name="object 2128"/>
            <p:cNvSpPr/>
            <p:nvPr/>
          </p:nvSpPr>
          <p:spPr>
            <a:xfrm>
              <a:off x="5874397" y="195059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2286"/>
                  </a:moveTo>
                  <a:lnTo>
                    <a:pt x="4572" y="0"/>
                  </a:lnTo>
                  <a:lnTo>
                    <a:pt x="5334" y="2286"/>
                  </a:lnTo>
                  <a:lnTo>
                    <a:pt x="5334" y="1524"/>
                  </a:lnTo>
                  <a:lnTo>
                    <a:pt x="2286" y="5334"/>
                  </a:lnTo>
                  <a:lnTo>
                    <a:pt x="2286" y="4572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9" name="object 2129"/>
            <p:cNvSpPr/>
            <p:nvPr/>
          </p:nvSpPr>
          <p:spPr>
            <a:xfrm>
              <a:off x="5876683" y="1952120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5334" y="2286"/>
                  </a:moveTo>
                  <a:lnTo>
                    <a:pt x="3047" y="0"/>
                  </a:lnTo>
                  <a:lnTo>
                    <a:pt x="0" y="3810"/>
                  </a:lnTo>
                  <a:lnTo>
                    <a:pt x="2286" y="6096"/>
                  </a:lnTo>
                  <a:lnTo>
                    <a:pt x="4572" y="2286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0" name="object 2130"/>
            <p:cNvSpPr/>
            <p:nvPr/>
          </p:nvSpPr>
          <p:spPr>
            <a:xfrm>
              <a:off x="5876683" y="1952120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0" y="3810"/>
                  </a:moveTo>
                  <a:lnTo>
                    <a:pt x="3047" y="0"/>
                  </a:lnTo>
                  <a:lnTo>
                    <a:pt x="5334" y="2286"/>
                  </a:lnTo>
                  <a:lnTo>
                    <a:pt x="4572" y="2286"/>
                  </a:lnTo>
                  <a:lnTo>
                    <a:pt x="2286" y="6096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1" name="object 2131"/>
            <p:cNvSpPr/>
            <p:nvPr/>
          </p:nvSpPr>
          <p:spPr>
            <a:xfrm>
              <a:off x="5878969" y="195440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1524"/>
                  </a:moveTo>
                  <a:lnTo>
                    <a:pt x="2285" y="0"/>
                  </a:lnTo>
                  <a:lnTo>
                    <a:pt x="0" y="3810"/>
                  </a:lnTo>
                  <a:lnTo>
                    <a:pt x="3048" y="5334"/>
                  </a:lnTo>
                  <a:lnTo>
                    <a:pt x="4572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2" name="object 2132"/>
            <p:cNvSpPr/>
            <p:nvPr/>
          </p:nvSpPr>
          <p:spPr>
            <a:xfrm>
              <a:off x="5878969" y="195440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3810"/>
                  </a:moveTo>
                  <a:lnTo>
                    <a:pt x="2285" y="0"/>
                  </a:lnTo>
                  <a:lnTo>
                    <a:pt x="4572" y="1524"/>
                  </a:lnTo>
                  <a:lnTo>
                    <a:pt x="3048" y="5334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3" name="object 2133"/>
            <p:cNvSpPr/>
            <p:nvPr/>
          </p:nvSpPr>
          <p:spPr>
            <a:xfrm>
              <a:off x="5882030" y="195593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762"/>
                  </a:moveTo>
                  <a:lnTo>
                    <a:pt x="1523" y="0"/>
                  </a:lnTo>
                  <a:lnTo>
                    <a:pt x="0" y="3810"/>
                  </a:lnTo>
                  <a:lnTo>
                    <a:pt x="3048" y="5334"/>
                  </a:lnTo>
                  <a:lnTo>
                    <a:pt x="3810" y="762"/>
                  </a:lnTo>
                  <a:lnTo>
                    <a:pt x="4572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4" name="object 2134"/>
            <p:cNvSpPr/>
            <p:nvPr/>
          </p:nvSpPr>
          <p:spPr>
            <a:xfrm>
              <a:off x="5882030" y="195593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3810"/>
                  </a:moveTo>
                  <a:lnTo>
                    <a:pt x="1523" y="0"/>
                  </a:lnTo>
                  <a:lnTo>
                    <a:pt x="4572" y="762"/>
                  </a:lnTo>
                  <a:lnTo>
                    <a:pt x="3810" y="762"/>
                  </a:lnTo>
                  <a:lnTo>
                    <a:pt x="3048" y="5334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5" name="object 2135"/>
            <p:cNvSpPr/>
            <p:nvPr/>
          </p:nvSpPr>
          <p:spPr>
            <a:xfrm>
              <a:off x="5885078" y="1956692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3810" y="4572"/>
                  </a:moveTo>
                  <a:lnTo>
                    <a:pt x="3810" y="0"/>
                  </a:lnTo>
                  <a:lnTo>
                    <a:pt x="761" y="0"/>
                  </a:lnTo>
                  <a:lnTo>
                    <a:pt x="0" y="4572"/>
                  </a:lnTo>
                  <a:lnTo>
                    <a:pt x="381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6" name="object 2136"/>
            <p:cNvSpPr/>
            <p:nvPr/>
          </p:nvSpPr>
          <p:spPr>
            <a:xfrm>
              <a:off x="5885078" y="1956692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0" y="4572"/>
                  </a:moveTo>
                  <a:lnTo>
                    <a:pt x="761" y="0"/>
                  </a:lnTo>
                  <a:lnTo>
                    <a:pt x="3810" y="0"/>
                  </a:lnTo>
                  <a:lnTo>
                    <a:pt x="3810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7" name="object 2137"/>
            <p:cNvSpPr/>
            <p:nvPr/>
          </p:nvSpPr>
          <p:spPr>
            <a:xfrm>
              <a:off x="5888888" y="1956692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3810" y="4572"/>
                  </a:moveTo>
                  <a:lnTo>
                    <a:pt x="2285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381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8" name="object 2138"/>
            <p:cNvSpPr/>
            <p:nvPr/>
          </p:nvSpPr>
          <p:spPr>
            <a:xfrm>
              <a:off x="5888888" y="1956692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0" y="4572"/>
                  </a:moveTo>
                  <a:lnTo>
                    <a:pt x="0" y="0"/>
                  </a:lnTo>
                  <a:lnTo>
                    <a:pt x="3047" y="0"/>
                  </a:lnTo>
                  <a:lnTo>
                    <a:pt x="2285" y="0"/>
                  </a:lnTo>
                  <a:lnTo>
                    <a:pt x="3810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9" name="object 2139"/>
            <p:cNvSpPr/>
            <p:nvPr/>
          </p:nvSpPr>
          <p:spPr>
            <a:xfrm>
              <a:off x="5891161" y="195593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4572"/>
                  </a:moveTo>
                  <a:lnTo>
                    <a:pt x="3048" y="0"/>
                  </a:lnTo>
                  <a:lnTo>
                    <a:pt x="0" y="762"/>
                  </a:lnTo>
                  <a:lnTo>
                    <a:pt x="1524" y="5334"/>
                  </a:lnTo>
                  <a:lnTo>
                    <a:pt x="4572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0" name="object 2140"/>
            <p:cNvSpPr/>
            <p:nvPr/>
          </p:nvSpPr>
          <p:spPr>
            <a:xfrm>
              <a:off x="5891161" y="195593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1524" y="5334"/>
                  </a:moveTo>
                  <a:lnTo>
                    <a:pt x="0" y="762"/>
                  </a:lnTo>
                  <a:lnTo>
                    <a:pt x="3048" y="0"/>
                  </a:lnTo>
                  <a:lnTo>
                    <a:pt x="4572" y="4572"/>
                  </a:lnTo>
                  <a:lnTo>
                    <a:pt x="1524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1" name="object 2141"/>
            <p:cNvSpPr/>
            <p:nvPr/>
          </p:nvSpPr>
          <p:spPr>
            <a:xfrm>
              <a:off x="5894209" y="195516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810"/>
                  </a:moveTo>
                  <a:lnTo>
                    <a:pt x="2286" y="0"/>
                  </a:lnTo>
                  <a:lnTo>
                    <a:pt x="0" y="762"/>
                  </a:lnTo>
                  <a:lnTo>
                    <a:pt x="1524" y="5334"/>
                  </a:lnTo>
                  <a:lnTo>
                    <a:pt x="4572" y="3810"/>
                  </a:lnTo>
                  <a:lnTo>
                    <a:pt x="5334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2" name="object 2142"/>
            <p:cNvSpPr/>
            <p:nvPr/>
          </p:nvSpPr>
          <p:spPr>
            <a:xfrm>
              <a:off x="5894209" y="195516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1524" y="5334"/>
                  </a:moveTo>
                  <a:lnTo>
                    <a:pt x="0" y="762"/>
                  </a:lnTo>
                  <a:lnTo>
                    <a:pt x="2286" y="0"/>
                  </a:lnTo>
                  <a:lnTo>
                    <a:pt x="5334" y="3810"/>
                  </a:lnTo>
                  <a:lnTo>
                    <a:pt x="4572" y="3810"/>
                  </a:lnTo>
                  <a:lnTo>
                    <a:pt x="1524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3" name="object 2143"/>
            <p:cNvSpPr/>
            <p:nvPr/>
          </p:nvSpPr>
          <p:spPr>
            <a:xfrm>
              <a:off x="5896495" y="195364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048"/>
                  </a:moveTo>
                  <a:lnTo>
                    <a:pt x="1870" y="277"/>
                  </a:lnTo>
                  <a:lnTo>
                    <a:pt x="0" y="1524"/>
                  </a:lnTo>
                  <a:lnTo>
                    <a:pt x="3048" y="5334"/>
                  </a:lnTo>
                  <a:lnTo>
                    <a:pt x="5334" y="3048"/>
                  </a:lnTo>
                  <a:close/>
                </a:path>
                <a:path w="5714" h="5714">
                  <a:moveTo>
                    <a:pt x="2286" y="0"/>
                  </a:moveTo>
                  <a:lnTo>
                    <a:pt x="1524" y="0"/>
                  </a:lnTo>
                  <a:lnTo>
                    <a:pt x="1870" y="277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4" name="object 2144"/>
            <p:cNvSpPr/>
            <p:nvPr/>
          </p:nvSpPr>
          <p:spPr>
            <a:xfrm>
              <a:off x="5896495" y="195364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3048" y="5334"/>
                  </a:moveTo>
                  <a:lnTo>
                    <a:pt x="0" y="1524"/>
                  </a:lnTo>
                  <a:lnTo>
                    <a:pt x="2286" y="0"/>
                  </a:lnTo>
                  <a:lnTo>
                    <a:pt x="1524" y="0"/>
                  </a:lnTo>
                  <a:lnTo>
                    <a:pt x="5334" y="3048"/>
                  </a:lnTo>
                  <a:lnTo>
                    <a:pt x="3048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5" name="object 2145"/>
            <p:cNvSpPr/>
            <p:nvPr/>
          </p:nvSpPr>
          <p:spPr>
            <a:xfrm>
              <a:off x="5898032" y="195135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2286"/>
                  </a:moveTo>
                  <a:lnTo>
                    <a:pt x="1524" y="762"/>
                  </a:lnTo>
                  <a:lnTo>
                    <a:pt x="1524" y="0"/>
                  </a:lnTo>
                  <a:lnTo>
                    <a:pt x="0" y="2286"/>
                  </a:lnTo>
                  <a:lnTo>
                    <a:pt x="3810" y="5334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6" name="object 2146"/>
            <p:cNvSpPr/>
            <p:nvPr/>
          </p:nvSpPr>
          <p:spPr>
            <a:xfrm>
              <a:off x="5898032" y="195135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3810" y="5334"/>
                  </a:moveTo>
                  <a:lnTo>
                    <a:pt x="0" y="2286"/>
                  </a:lnTo>
                  <a:lnTo>
                    <a:pt x="1524" y="0"/>
                  </a:lnTo>
                  <a:lnTo>
                    <a:pt x="1524" y="762"/>
                  </a:lnTo>
                  <a:lnTo>
                    <a:pt x="5334" y="2286"/>
                  </a:lnTo>
                  <a:lnTo>
                    <a:pt x="381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7" name="object 2147"/>
            <p:cNvSpPr/>
            <p:nvPr/>
          </p:nvSpPr>
          <p:spPr>
            <a:xfrm>
              <a:off x="5899556" y="1949834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5334" y="762"/>
                  </a:moveTo>
                  <a:lnTo>
                    <a:pt x="762" y="0"/>
                  </a:lnTo>
                  <a:lnTo>
                    <a:pt x="0" y="2286"/>
                  </a:lnTo>
                  <a:lnTo>
                    <a:pt x="3810" y="3810"/>
                  </a:lnTo>
                  <a:lnTo>
                    <a:pt x="5334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8" name="object 2148"/>
            <p:cNvSpPr/>
            <p:nvPr/>
          </p:nvSpPr>
          <p:spPr>
            <a:xfrm>
              <a:off x="5899556" y="1949834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3810" y="3810"/>
                  </a:moveTo>
                  <a:lnTo>
                    <a:pt x="0" y="2286"/>
                  </a:lnTo>
                  <a:lnTo>
                    <a:pt x="762" y="0"/>
                  </a:lnTo>
                  <a:lnTo>
                    <a:pt x="5334" y="762"/>
                  </a:lnTo>
                  <a:lnTo>
                    <a:pt x="381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9" name="object 2149"/>
            <p:cNvSpPr/>
            <p:nvPr/>
          </p:nvSpPr>
          <p:spPr>
            <a:xfrm>
              <a:off x="5900318" y="1947548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572" y="3048"/>
                  </a:moveTo>
                  <a:lnTo>
                    <a:pt x="4572" y="0"/>
                  </a:lnTo>
                  <a:lnTo>
                    <a:pt x="762" y="0"/>
                  </a:lnTo>
                  <a:lnTo>
                    <a:pt x="0" y="2286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0" name="object 2150"/>
            <p:cNvSpPr/>
            <p:nvPr/>
          </p:nvSpPr>
          <p:spPr>
            <a:xfrm>
              <a:off x="5900318" y="1947548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572" y="3048"/>
                  </a:moveTo>
                  <a:lnTo>
                    <a:pt x="0" y="2286"/>
                  </a:lnTo>
                  <a:lnTo>
                    <a:pt x="762" y="0"/>
                  </a:lnTo>
                  <a:lnTo>
                    <a:pt x="4572" y="0"/>
                  </a:lnTo>
                  <a:lnTo>
                    <a:pt x="4572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1" name="object 2151"/>
            <p:cNvSpPr/>
            <p:nvPr/>
          </p:nvSpPr>
          <p:spPr>
            <a:xfrm>
              <a:off x="5901080" y="194754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2" name="object 2152"/>
            <p:cNvSpPr/>
            <p:nvPr/>
          </p:nvSpPr>
          <p:spPr>
            <a:xfrm>
              <a:off x="5901080" y="194754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3" name="object 2153"/>
            <p:cNvSpPr/>
            <p:nvPr/>
          </p:nvSpPr>
          <p:spPr>
            <a:xfrm>
              <a:off x="5755538" y="1895732"/>
              <a:ext cx="147955" cy="33020"/>
            </a:xfrm>
            <a:custGeom>
              <a:avLst/>
              <a:gdLst/>
              <a:ahLst/>
              <a:cxnLst/>
              <a:rect l="l" t="t" r="r" b="b"/>
              <a:pathLst>
                <a:path w="147954" h="33019">
                  <a:moveTo>
                    <a:pt x="0" y="32766"/>
                  </a:moveTo>
                  <a:lnTo>
                    <a:pt x="0" y="0"/>
                  </a:lnTo>
                  <a:lnTo>
                    <a:pt x="147828" y="0"/>
                  </a:lnTo>
                  <a:lnTo>
                    <a:pt x="147828" y="32765"/>
                  </a:lnTo>
                  <a:lnTo>
                    <a:pt x="0" y="327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4" name="object 2154"/>
            <p:cNvSpPr/>
            <p:nvPr/>
          </p:nvSpPr>
          <p:spPr>
            <a:xfrm>
              <a:off x="5755538" y="1895732"/>
              <a:ext cx="147955" cy="33020"/>
            </a:xfrm>
            <a:custGeom>
              <a:avLst/>
              <a:gdLst/>
              <a:ahLst/>
              <a:cxnLst/>
              <a:rect l="l" t="t" r="r" b="b"/>
              <a:pathLst>
                <a:path w="147954" h="33019">
                  <a:moveTo>
                    <a:pt x="0" y="32766"/>
                  </a:moveTo>
                  <a:lnTo>
                    <a:pt x="0" y="0"/>
                  </a:lnTo>
                  <a:lnTo>
                    <a:pt x="147828" y="0"/>
                  </a:lnTo>
                  <a:lnTo>
                    <a:pt x="147828" y="32765"/>
                  </a:lnTo>
                  <a:lnTo>
                    <a:pt x="0" y="32766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5" name="object 2155"/>
            <p:cNvSpPr/>
            <p:nvPr/>
          </p:nvSpPr>
          <p:spPr>
            <a:xfrm>
              <a:off x="5755526" y="1893458"/>
              <a:ext cx="149860" cy="5080"/>
            </a:xfrm>
            <a:custGeom>
              <a:avLst/>
              <a:gdLst/>
              <a:ahLst/>
              <a:cxnLst/>
              <a:rect l="l" t="t" r="r" b="b"/>
              <a:pathLst>
                <a:path w="149860" h="5080">
                  <a:moveTo>
                    <a:pt x="149860" y="0"/>
                  </a:moveTo>
                  <a:lnTo>
                    <a:pt x="14605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146050" y="4572"/>
                  </a:lnTo>
                  <a:lnTo>
                    <a:pt x="146050" y="2286"/>
                  </a:lnTo>
                  <a:lnTo>
                    <a:pt x="149860" y="2286"/>
                  </a:lnTo>
                  <a:lnTo>
                    <a:pt x="149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6" name="object 2156"/>
            <p:cNvSpPr/>
            <p:nvPr/>
          </p:nvSpPr>
          <p:spPr>
            <a:xfrm>
              <a:off x="5755538" y="1893446"/>
              <a:ext cx="150495" cy="5080"/>
            </a:xfrm>
            <a:custGeom>
              <a:avLst/>
              <a:gdLst/>
              <a:ahLst/>
              <a:cxnLst/>
              <a:rect l="l" t="t" r="r" b="b"/>
              <a:pathLst>
                <a:path w="150495" h="5080">
                  <a:moveTo>
                    <a:pt x="0" y="4572"/>
                  </a:moveTo>
                  <a:lnTo>
                    <a:pt x="0" y="0"/>
                  </a:lnTo>
                  <a:lnTo>
                    <a:pt x="150114" y="0"/>
                  </a:lnTo>
                  <a:lnTo>
                    <a:pt x="150114" y="2286"/>
                  </a:lnTo>
                  <a:lnTo>
                    <a:pt x="146304" y="2286"/>
                  </a:lnTo>
                  <a:lnTo>
                    <a:pt x="146304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7" name="object 2157"/>
            <p:cNvSpPr/>
            <p:nvPr/>
          </p:nvSpPr>
          <p:spPr>
            <a:xfrm>
              <a:off x="5901842" y="1895732"/>
              <a:ext cx="3810" cy="35560"/>
            </a:xfrm>
            <a:custGeom>
              <a:avLst/>
              <a:gdLst/>
              <a:ahLst/>
              <a:cxnLst/>
              <a:rect l="l" t="t" r="r" b="b"/>
              <a:pathLst>
                <a:path w="3810" h="35560">
                  <a:moveTo>
                    <a:pt x="3810" y="35052"/>
                  </a:moveTo>
                  <a:lnTo>
                    <a:pt x="3810" y="0"/>
                  </a:lnTo>
                  <a:lnTo>
                    <a:pt x="0" y="0"/>
                  </a:lnTo>
                  <a:lnTo>
                    <a:pt x="0" y="30480"/>
                  </a:lnTo>
                  <a:lnTo>
                    <a:pt x="1524" y="30480"/>
                  </a:lnTo>
                  <a:lnTo>
                    <a:pt x="1524" y="35052"/>
                  </a:lnTo>
                  <a:lnTo>
                    <a:pt x="3810" y="3505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8" name="object 2158"/>
            <p:cNvSpPr/>
            <p:nvPr/>
          </p:nvSpPr>
          <p:spPr>
            <a:xfrm>
              <a:off x="5901842" y="1895732"/>
              <a:ext cx="3810" cy="35560"/>
            </a:xfrm>
            <a:custGeom>
              <a:avLst/>
              <a:gdLst/>
              <a:ahLst/>
              <a:cxnLst/>
              <a:rect l="l" t="t" r="r" b="b"/>
              <a:pathLst>
                <a:path w="3810" h="35560">
                  <a:moveTo>
                    <a:pt x="0" y="0"/>
                  </a:moveTo>
                  <a:lnTo>
                    <a:pt x="3810" y="0"/>
                  </a:lnTo>
                  <a:lnTo>
                    <a:pt x="3810" y="35052"/>
                  </a:lnTo>
                  <a:lnTo>
                    <a:pt x="1524" y="35052"/>
                  </a:lnTo>
                  <a:lnTo>
                    <a:pt x="1524" y="30480"/>
                  </a:lnTo>
                  <a:lnTo>
                    <a:pt x="0" y="3048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9" name="object 2159"/>
            <p:cNvSpPr/>
            <p:nvPr/>
          </p:nvSpPr>
          <p:spPr>
            <a:xfrm>
              <a:off x="5753494" y="1926224"/>
              <a:ext cx="149860" cy="5080"/>
            </a:xfrm>
            <a:custGeom>
              <a:avLst/>
              <a:gdLst/>
              <a:ahLst/>
              <a:cxnLst/>
              <a:rect l="l" t="t" r="r" b="b"/>
              <a:pathLst>
                <a:path w="149860" h="5080">
                  <a:moveTo>
                    <a:pt x="149860" y="0"/>
                  </a:moveTo>
                  <a:lnTo>
                    <a:pt x="3810" y="0"/>
                  </a:lnTo>
                  <a:lnTo>
                    <a:pt x="3810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3810" y="4572"/>
                  </a:lnTo>
                  <a:lnTo>
                    <a:pt x="149860" y="4572"/>
                  </a:lnTo>
                  <a:lnTo>
                    <a:pt x="149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0" name="object 2160"/>
            <p:cNvSpPr/>
            <p:nvPr/>
          </p:nvSpPr>
          <p:spPr>
            <a:xfrm>
              <a:off x="5753252" y="1926212"/>
              <a:ext cx="150495" cy="5080"/>
            </a:xfrm>
            <a:custGeom>
              <a:avLst/>
              <a:gdLst/>
              <a:ahLst/>
              <a:cxnLst/>
              <a:rect l="l" t="t" r="r" b="b"/>
              <a:pathLst>
                <a:path w="150495" h="5080">
                  <a:moveTo>
                    <a:pt x="150113" y="0"/>
                  </a:moveTo>
                  <a:lnTo>
                    <a:pt x="150113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1" y="2286"/>
                  </a:lnTo>
                  <a:lnTo>
                    <a:pt x="4571" y="0"/>
                  </a:lnTo>
                  <a:lnTo>
                    <a:pt x="15011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1" name="object 2161"/>
            <p:cNvSpPr/>
            <p:nvPr/>
          </p:nvSpPr>
          <p:spPr>
            <a:xfrm>
              <a:off x="5753239" y="1893446"/>
              <a:ext cx="5080" cy="35560"/>
            </a:xfrm>
            <a:custGeom>
              <a:avLst/>
              <a:gdLst/>
              <a:ahLst/>
              <a:cxnLst/>
              <a:rect l="l" t="t" r="r" b="b"/>
              <a:pathLst>
                <a:path w="5079" h="35560">
                  <a:moveTo>
                    <a:pt x="4572" y="35051"/>
                  </a:moveTo>
                  <a:lnTo>
                    <a:pt x="4572" y="4571"/>
                  </a:lnTo>
                  <a:lnTo>
                    <a:pt x="2286" y="4571"/>
                  </a:lnTo>
                  <a:lnTo>
                    <a:pt x="2286" y="0"/>
                  </a:lnTo>
                  <a:lnTo>
                    <a:pt x="0" y="0"/>
                  </a:lnTo>
                  <a:lnTo>
                    <a:pt x="0" y="35051"/>
                  </a:lnTo>
                  <a:lnTo>
                    <a:pt x="4572" y="3505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2" name="object 2162"/>
            <p:cNvSpPr/>
            <p:nvPr/>
          </p:nvSpPr>
          <p:spPr>
            <a:xfrm>
              <a:off x="5753239" y="1893446"/>
              <a:ext cx="5080" cy="35560"/>
            </a:xfrm>
            <a:custGeom>
              <a:avLst/>
              <a:gdLst/>
              <a:ahLst/>
              <a:cxnLst/>
              <a:rect l="l" t="t" r="r" b="b"/>
              <a:pathLst>
                <a:path w="5079" h="35560">
                  <a:moveTo>
                    <a:pt x="4572" y="35051"/>
                  </a:moveTo>
                  <a:lnTo>
                    <a:pt x="0" y="35051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3505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3" name="object 2163"/>
            <p:cNvSpPr/>
            <p:nvPr/>
          </p:nvSpPr>
          <p:spPr>
            <a:xfrm>
              <a:off x="5754776" y="1873634"/>
              <a:ext cx="24130" cy="15240"/>
            </a:xfrm>
            <a:custGeom>
              <a:avLst/>
              <a:gdLst/>
              <a:ahLst/>
              <a:cxnLst/>
              <a:rect l="l" t="t" r="r" b="b"/>
              <a:pathLst>
                <a:path w="24129" h="15239">
                  <a:moveTo>
                    <a:pt x="0" y="15240"/>
                  </a:moveTo>
                  <a:lnTo>
                    <a:pt x="0" y="0"/>
                  </a:lnTo>
                  <a:lnTo>
                    <a:pt x="23622" y="0"/>
                  </a:lnTo>
                  <a:lnTo>
                    <a:pt x="23622" y="15239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4" name="object 2164"/>
            <p:cNvSpPr/>
            <p:nvPr/>
          </p:nvSpPr>
          <p:spPr>
            <a:xfrm>
              <a:off x="5754776" y="1873634"/>
              <a:ext cx="24130" cy="15240"/>
            </a:xfrm>
            <a:custGeom>
              <a:avLst/>
              <a:gdLst/>
              <a:ahLst/>
              <a:cxnLst/>
              <a:rect l="l" t="t" r="r" b="b"/>
              <a:pathLst>
                <a:path w="24129" h="15239">
                  <a:moveTo>
                    <a:pt x="0" y="15240"/>
                  </a:moveTo>
                  <a:lnTo>
                    <a:pt x="0" y="0"/>
                  </a:lnTo>
                  <a:lnTo>
                    <a:pt x="23622" y="0"/>
                  </a:lnTo>
                  <a:lnTo>
                    <a:pt x="23622" y="15239"/>
                  </a:lnTo>
                  <a:lnTo>
                    <a:pt x="0" y="15240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5" name="object 2165"/>
            <p:cNvSpPr/>
            <p:nvPr/>
          </p:nvSpPr>
          <p:spPr>
            <a:xfrm>
              <a:off x="5754776" y="1871348"/>
              <a:ext cx="26034" cy="5080"/>
            </a:xfrm>
            <a:custGeom>
              <a:avLst/>
              <a:gdLst/>
              <a:ahLst/>
              <a:cxnLst/>
              <a:rect l="l" t="t" r="r" b="b"/>
              <a:pathLst>
                <a:path w="26035" h="5080">
                  <a:moveTo>
                    <a:pt x="25908" y="2286"/>
                  </a:moveTo>
                  <a:lnTo>
                    <a:pt x="25908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21336" y="4572"/>
                  </a:lnTo>
                  <a:lnTo>
                    <a:pt x="21336" y="2286"/>
                  </a:lnTo>
                  <a:lnTo>
                    <a:pt x="25908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6" name="object 2166"/>
            <p:cNvSpPr/>
            <p:nvPr/>
          </p:nvSpPr>
          <p:spPr>
            <a:xfrm>
              <a:off x="5754776" y="1871348"/>
              <a:ext cx="26034" cy="5080"/>
            </a:xfrm>
            <a:custGeom>
              <a:avLst/>
              <a:gdLst/>
              <a:ahLst/>
              <a:cxnLst/>
              <a:rect l="l" t="t" r="r" b="b"/>
              <a:pathLst>
                <a:path w="26035" h="5080">
                  <a:moveTo>
                    <a:pt x="0" y="4572"/>
                  </a:moveTo>
                  <a:lnTo>
                    <a:pt x="0" y="0"/>
                  </a:lnTo>
                  <a:lnTo>
                    <a:pt x="25908" y="0"/>
                  </a:lnTo>
                  <a:lnTo>
                    <a:pt x="25908" y="2286"/>
                  </a:lnTo>
                  <a:lnTo>
                    <a:pt x="21336" y="2286"/>
                  </a:lnTo>
                  <a:lnTo>
                    <a:pt x="21336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7" name="object 2167"/>
            <p:cNvSpPr/>
            <p:nvPr/>
          </p:nvSpPr>
          <p:spPr>
            <a:xfrm>
              <a:off x="5776099" y="1873634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80">
                  <a:moveTo>
                    <a:pt x="4572" y="17526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12954"/>
                  </a:lnTo>
                  <a:lnTo>
                    <a:pt x="2286" y="12954"/>
                  </a:lnTo>
                  <a:lnTo>
                    <a:pt x="2286" y="17526"/>
                  </a:lnTo>
                  <a:lnTo>
                    <a:pt x="4572" y="175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8" name="object 2168"/>
            <p:cNvSpPr/>
            <p:nvPr/>
          </p:nvSpPr>
          <p:spPr>
            <a:xfrm>
              <a:off x="5776099" y="1873634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80">
                  <a:moveTo>
                    <a:pt x="0" y="0"/>
                  </a:moveTo>
                  <a:lnTo>
                    <a:pt x="4572" y="0"/>
                  </a:lnTo>
                  <a:lnTo>
                    <a:pt x="4572" y="17526"/>
                  </a:lnTo>
                  <a:lnTo>
                    <a:pt x="2286" y="17526"/>
                  </a:lnTo>
                  <a:lnTo>
                    <a:pt x="2286" y="12954"/>
                  </a:lnTo>
                  <a:lnTo>
                    <a:pt x="0" y="1295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9" name="object 2169"/>
            <p:cNvSpPr/>
            <p:nvPr/>
          </p:nvSpPr>
          <p:spPr>
            <a:xfrm>
              <a:off x="5752477" y="1886588"/>
              <a:ext cx="26034" cy="5080"/>
            </a:xfrm>
            <a:custGeom>
              <a:avLst/>
              <a:gdLst/>
              <a:ahLst/>
              <a:cxnLst/>
              <a:rect l="l" t="t" r="r" b="b"/>
              <a:pathLst>
                <a:path w="26035" h="5080">
                  <a:moveTo>
                    <a:pt x="25908" y="4572"/>
                  </a:moveTo>
                  <a:lnTo>
                    <a:pt x="25908" y="0"/>
                  </a:lnTo>
                  <a:lnTo>
                    <a:pt x="4572" y="0"/>
                  </a:lnTo>
                  <a:lnTo>
                    <a:pt x="4572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25908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0" name="object 2170"/>
            <p:cNvSpPr/>
            <p:nvPr/>
          </p:nvSpPr>
          <p:spPr>
            <a:xfrm>
              <a:off x="5752477" y="1886588"/>
              <a:ext cx="26034" cy="5080"/>
            </a:xfrm>
            <a:custGeom>
              <a:avLst/>
              <a:gdLst/>
              <a:ahLst/>
              <a:cxnLst/>
              <a:rect l="l" t="t" r="r" b="b"/>
              <a:pathLst>
                <a:path w="26035" h="5080">
                  <a:moveTo>
                    <a:pt x="25908" y="0"/>
                  </a:moveTo>
                  <a:lnTo>
                    <a:pt x="25908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2" y="2286"/>
                  </a:lnTo>
                  <a:lnTo>
                    <a:pt x="4572" y="0"/>
                  </a:lnTo>
                  <a:lnTo>
                    <a:pt x="2590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1" name="object 2171"/>
            <p:cNvSpPr/>
            <p:nvPr/>
          </p:nvSpPr>
          <p:spPr>
            <a:xfrm>
              <a:off x="5752477" y="1871348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80">
                  <a:moveTo>
                    <a:pt x="4572" y="17525"/>
                  </a:moveTo>
                  <a:lnTo>
                    <a:pt x="4572" y="4571"/>
                  </a:lnTo>
                  <a:lnTo>
                    <a:pt x="2286" y="4571"/>
                  </a:lnTo>
                  <a:lnTo>
                    <a:pt x="2286" y="0"/>
                  </a:lnTo>
                  <a:lnTo>
                    <a:pt x="0" y="0"/>
                  </a:lnTo>
                  <a:lnTo>
                    <a:pt x="0" y="17525"/>
                  </a:lnTo>
                  <a:lnTo>
                    <a:pt x="4572" y="1752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2" name="object 2172"/>
            <p:cNvSpPr/>
            <p:nvPr/>
          </p:nvSpPr>
          <p:spPr>
            <a:xfrm>
              <a:off x="5752477" y="1871348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80">
                  <a:moveTo>
                    <a:pt x="4572" y="17525"/>
                  </a:moveTo>
                  <a:lnTo>
                    <a:pt x="0" y="17525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752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3" name="object 2173"/>
            <p:cNvSpPr/>
            <p:nvPr/>
          </p:nvSpPr>
          <p:spPr>
            <a:xfrm>
              <a:off x="5880493" y="1873634"/>
              <a:ext cx="22860" cy="15240"/>
            </a:xfrm>
            <a:custGeom>
              <a:avLst/>
              <a:gdLst/>
              <a:ahLst/>
              <a:cxnLst/>
              <a:rect l="l" t="t" r="r" b="b"/>
              <a:pathLst>
                <a:path w="22860" h="15239">
                  <a:moveTo>
                    <a:pt x="0" y="15240"/>
                  </a:moveTo>
                  <a:lnTo>
                    <a:pt x="0" y="0"/>
                  </a:lnTo>
                  <a:lnTo>
                    <a:pt x="22860" y="0"/>
                  </a:lnTo>
                  <a:lnTo>
                    <a:pt x="22860" y="1524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4" name="object 2174"/>
            <p:cNvSpPr/>
            <p:nvPr/>
          </p:nvSpPr>
          <p:spPr>
            <a:xfrm>
              <a:off x="5880493" y="1873634"/>
              <a:ext cx="22860" cy="15240"/>
            </a:xfrm>
            <a:custGeom>
              <a:avLst/>
              <a:gdLst/>
              <a:ahLst/>
              <a:cxnLst/>
              <a:rect l="l" t="t" r="r" b="b"/>
              <a:pathLst>
                <a:path w="22860" h="15239">
                  <a:moveTo>
                    <a:pt x="0" y="15240"/>
                  </a:moveTo>
                  <a:lnTo>
                    <a:pt x="0" y="0"/>
                  </a:lnTo>
                  <a:lnTo>
                    <a:pt x="22860" y="0"/>
                  </a:lnTo>
                  <a:lnTo>
                    <a:pt x="22860" y="15240"/>
                  </a:lnTo>
                  <a:lnTo>
                    <a:pt x="0" y="15240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5" name="object 2175"/>
            <p:cNvSpPr/>
            <p:nvPr/>
          </p:nvSpPr>
          <p:spPr>
            <a:xfrm>
              <a:off x="5880493" y="1871348"/>
              <a:ext cx="25400" cy="5080"/>
            </a:xfrm>
            <a:custGeom>
              <a:avLst/>
              <a:gdLst/>
              <a:ahLst/>
              <a:cxnLst/>
              <a:rect l="l" t="t" r="r" b="b"/>
              <a:pathLst>
                <a:path w="25400" h="5080">
                  <a:moveTo>
                    <a:pt x="25146" y="2286"/>
                  </a:moveTo>
                  <a:lnTo>
                    <a:pt x="25146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21336" y="4572"/>
                  </a:lnTo>
                  <a:lnTo>
                    <a:pt x="21336" y="2286"/>
                  </a:lnTo>
                  <a:lnTo>
                    <a:pt x="25146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6" name="object 2176"/>
            <p:cNvSpPr/>
            <p:nvPr/>
          </p:nvSpPr>
          <p:spPr>
            <a:xfrm>
              <a:off x="5880493" y="1871348"/>
              <a:ext cx="25400" cy="5080"/>
            </a:xfrm>
            <a:custGeom>
              <a:avLst/>
              <a:gdLst/>
              <a:ahLst/>
              <a:cxnLst/>
              <a:rect l="l" t="t" r="r" b="b"/>
              <a:pathLst>
                <a:path w="25400" h="5080">
                  <a:moveTo>
                    <a:pt x="0" y="4572"/>
                  </a:moveTo>
                  <a:lnTo>
                    <a:pt x="0" y="0"/>
                  </a:lnTo>
                  <a:lnTo>
                    <a:pt x="25146" y="0"/>
                  </a:lnTo>
                  <a:lnTo>
                    <a:pt x="25146" y="2286"/>
                  </a:lnTo>
                  <a:lnTo>
                    <a:pt x="21336" y="2286"/>
                  </a:lnTo>
                  <a:lnTo>
                    <a:pt x="21336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7" name="object 2177"/>
            <p:cNvSpPr/>
            <p:nvPr/>
          </p:nvSpPr>
          <p:spPr>
            <a:xfrm>
              <a:off x="5901842" y="1873634"/>
              <a:ext cx="3810" cy="17780"/>
            </a:xfrm>
            <a:custGeom>
              <a:avLst/>
              <a:gdLst/>
              <a:ahLst/>
              <a:cxnLst/>
              <a:rect l="l" t="t" r="r" b="b"/>
              <a:pathLst>
                <a:path w="3810" h="17780">
                  <a:moveTo>
                    <a:pt x="3810" y="17526"/>
                  </a:moveTo>
                  <a:lnTo>
                    <a:pt x="3810" y="0"/>
                  </a:lnTo>
                  <a:lnTo>
                    <a:pt x="0" y="0"/>
                  </a:lnTo>
                  <a:lnTo>
                    <a:pt x="0" y="12954"/>
                  </a:lnTo>
                  <a:lnTo>
                    <a:pt x="1524" y="12954"/>
                  </a:lnTo>
                  <a:lnTo>
                    <a:pt x="1524" y="17526"/>
                  </a:lnTo>
                  <a:lnTo>
                    <a:pt x="3810" y="175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8" name="object 2178"/>
            <p:cNvSpPr/>
            <p:nvPr/>
          </p:nvSpPr>
          <p:spPr>
            <a:xfrm>
              <a:off x="5901842" y="1873634"/>
              <a:ext cx="3810" cy="17780"/>
            </a:xfrm>
            <a:custGeom>
              <a:avLst/>
              <a:gdLst/>
              <a:ahLst/>
              <a:cxnLst/>
              <a:rect l="l" t="t" r="r" b="b"/>
              <a:pathLst>
                <a:path w="3810" h="17780">
                  <a:moveTo>
                    <a:pt x="0" y="0"/>
                  </a:moveTo>
                  <a:lnTo>
                    <a:pt x="3810" y="0"/>
                  </a:lnTo>
                  <a:lnTo>
                    <a:pt x="3810" y="17526"/>
                  </a:lnTo>
                  <a:lnTo>
                    <a:pt x="1524" y="17526"/>
                  </a:lnTo>
                  <a:lnTo>
                    <a:pt x="1524" y="12954"/>
                  </a:lnTo>
                  <a:lnTo>
                    <a:pt x="0" y="1295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9" name="object 2179"/>
            <p:cNvSpPr/>
            <p:nvPr/>
          </p:nvSpPr>
          <p:spPr>
            <a:xfrm>
              <a:off x="5878220" y="1886588"/>
              <a:ext cx="25400" cy="5080"/>
            </a:xfrm>
            <a:custGeom>
              <a:avLst/>
              <a:gdLst/>
              <a:ahLst/>
              <a:cxnLst/>
              <a:rect l="l" t="t" r="r" b="b"/>
              <a:pathLst>
                <a:path w="25400" h="5080">
                  <a:moveTo>
                    <a:pt x="25146" y="4572"/>
                  </a:moveTo>
                  <a:lnTo>
                    <a:pt x="25146" y="0"/>
                  </a:lnTo>
                  <a:lnTo>
                    <a:pt x="4572" y="0"/>
                  </a:lnTo>
                  <a:lnTo>
                    <a:pt x="4572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25146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0" name="object 2180"/>
            <p:cNvSpPr/>
            <p:nvPr/>
          </p:nvSpPr>
          <p:spPr>
            <a:xfrm>
              <a:off x="5878220" y="1886588"/>
              <a:ext cx="25400" cy="5080"/>
            </a:xfrm>
            <a:custGeom>
              <a:avLst/>
              <a:gdLst/>
              <a:ahLst/>
              <a:cxnLst/>
              <a:rect l="l" t="t" r="r" b="b"/>
              <a:pathLst>
                <a:path w="25400" h="5080">
                  <a:moveTo>
                    <a:pt x="25146" y="0"/>
                  </a:moveTo>
                  <a:lnTo>
                    <a:pt x="25146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2" y="2286"/>
                  </a:lnTo>
                  <a:lnTo>
                    <a:pt x="4572" y="0"/>
                  </a:lnTo>
                  <a:lnTo>
                    <a:pt x="2514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1" name="object 2181"/>
            <p:cNvSpPr/>
            <p:nvPr/>
          </p:nvSpPr>
          <p:spPr>
            <a:xfrm>
              <a:off x="5878220" y="1871348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80">
                  <a:moveTo>
                    <a:pt x="4572" y="17525"/>
                  </a:moveTo>
                  <a:lnTo>
                    <a:pt x="4572" y="4571"/>
                  </a:lnTo>
                  <a:lnTo>
                    <a:pt x="2286" y="4571"/>
                  </a:lnTo>
                  <a:lnTo>
                    <a:pt x="2286" y="0"/>
                  </a:lnTo>
                  <a:lnTo>
                    <a:pt x="0" y="0"/>
                  </a:lnTo>
                  <a:lnTo>
                    <a:pt x="0" y="17525"/>
                  </a:lnTo>
                  <a:lnTo>
                    <a:pt x="4572" y="1752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2" name="object 2182"/>
            <p:cNvSpPr/>
            <p:nvPr/>
          </p:nvSpPr>
          <p:spPr>
            <a:xfrm>
              <a:off x="5878220" y="1871348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80">
                  <a:moveTo>
                    <a:pt x="4572" y="17525"/>
                  </a:moveTo>
                  <a:lnTo>
                    <a:pt x="0" y="17525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752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3" name="object 2183"/>
            <p:cNvSpPr/>
            <p:nvPr/>
          </p:nvSpPr>
          <p:spPr>
            <a:xfrm>
              <a:off x="5378348" y="1861123"/>
              <a:ext cx="101600" cy="100330"/>
            </a:xfrm>
            <a:custGeom>
              <a:avLst/>
              <a:gdLst/>
              <a:ahLst/>
              <a:cxnLst/>
              <a:rect l="l" t="t" r="r" b="b"/>
              <a:pathLst>
                <a:path w="101600" h="100330">
                  <a:moveTo>
                    <a:pt x="101346" y="49849"/>
                  </a:moveTo>
                  <a:lnTo>
                    <a:pt x="100584" y="43753"/>
                  </a:lnTo>
                  <a:lnTo>
                    <a:pt x="99060" y="37657"/>
                  </a:lnTo>
                  <a:lnTo>
                    <a:pt x="79473" y="8713"/>
                  </a:lnTo>
                  <a:lnTo>
                    <a:pt x="49048" y="0"/>
                  </a:lnTo>
                  <a:lnTo>
                    <a:pt x="19055" y="10876"/>
                  </a:lnTo>
                  <a:lnTo>
                    <a:pt x="762" y="40705"/>
                  </a:lnTo>
                  <a:lnTo>
                    <a:pt x="0" y="46801"/>
                  </a:lnTo>
                  <a:lnTo>
                    <a:pt x="0" y="52897"/>
                  </a:lnTo>
                  <a:lnTo>
                    <a:pt x="15722" y="86490"/>
                  </a:lnTo>
                  <a:lnTo>
                    <a:pt x="45662" y="100074"/>
                  </a:lnTo>
                  <a:lnTo>
                    <a:pt x="77727" y="92355"/>
                  </a:lnTo>
                  <a:lnTo>
                    <a:pt x="99822" y="62041"/>
                  </a:lnTo>
                  <a:lnTo>
                    <a:pt x="101346" y="4984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4" name="object 2184"/>
            <p:cNvSpPr/>
            <p:nvPr/>
          </p:nvSpPr>
          <p:spPr>
            <a:xfrm>
              <a:off x="5378348" y="1861123"/>
              <a:ext cx="101600" cy="100330"/>
            </a:xfrm>
            <a:custGeom>
              <a:avLst/>
              <a:gdLst/>
              <a:ahLst/>
              <a:cxnLst/>
              <a:rect l="l" t="t" r="r" b="b"/>
              <a:pathLst>
                <a:path w="101600" h="100330">
                  <a:moveTo>
                    <a:pt x="101346" y="49849"/>
                  </a:moveTo>
                  <a:lnTo>
                    <a:pt x="100584" y="43753"/>
                  </a:lnTo>
                  <a:lnTo>
                    <a:pt x="99060" y="37657"/>
                  </a:lnTo>
                  <a:lnTo>
                    <a:pt x="79473" y="8713"/>
                  </a:lnTo>
                  <a:lnTo>
                    <a:pt x="49048" y="0"/>
                  </a:lnTo>
                  <a:lnTo>
                    <a:pt x="19055" y="10876"/>
                  </a:lnTo>
                  <a:lnTo>
                    <a:pt x="762" y="40705"/>
                  </a:lnTo>
                  <a:lnTo>
                    <a:pt x="0" y="46801"/>
                  </a:lnTo>
                  <a:lnTo>
                    <a:pt x="0" y="52897"/>
                  </a:lnTo>
                  <a:lnTo>
                    <a:pt x="15722" y="86490"/>
                  </a:lnTo>
                  <a:lnTo>
                    <a:pt x="45662" y="100074"/>
                  </a:lnTo>
                  <a:lnTo>
                    <a:pt x="77727" y="92355"/>
                  </a:lnTo>
                  <a:lnTo>
                    <a:pt x="99822" y="62041"/>
                  </a:lnTo>
                  <a:lnTo>
                    <a:pt x="101346" y="498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5" name="object 2185"/>
            <p:cNvSpPr/>
            <p:nvPr/>
          </p:nvSpPr>
          <p:spPr>
            <a:xfrm>
              <a:off x="5392826" y="1875511"/>
              <a:ext cx="72390" cy="71755"/>
            </a:xfrm>
            <a:custGeom>
              <a:avLst/>
              <a:gdLst/>
              <a:ahLst/>
              <a:cxnLst/>
              <a:rect l="l" t="t" r="r" b="b"/>
              <a:pathLst>
                <a:path w="72389" h="71755">
                  <a:moveTo>
                    <a:pt x="72389" y="35461"/>
                  </a:moveTo>
                  <a:lnTo>
                    <a:pt x="70865" y="24793"/>
                  </a:lnTo>
                  <a:lnTo>
                    <a:pt x="55599" y="5656"/>
                  </a:lnTo>
                  <a:lnTo>
                    <a:pt x="34599" y="0"/>
                  </a:lnTo>
                  <a:lnTo>
                    <a:pt x="14207" y="7502"/>
                  </a:lnTo>
                  <a:lnTo>
                    <a:pt x="761" y="27841"/>
                  </a:lnTo>
                  <a:lnTo>
                    <a:pt x="0" y="33175"/>
                  </a:lnTo>
                  <a:lnTo>
                    <a:pt x="0" y="38509"/>
                  </a:lnTo>
                  <a:lnTo>
                    <a:pt x="11112" y="61499"/>
                  </a:lnTo>
                  <a:lnTo>
                    <a:pt x="32175" y="71323"/>
                  </a:lnTo>
                  <a:lnTo>
                    <a:pt x="54867" y="66645"/>
                  </a:lnTo>
                  <a:lnTo>
                    <a:pt x="70865" y="46129"/>
                  </a:lnTo>
                  <a:lnTo>
                    <a:pt x="72389" y="35461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6" name="object 2186"/>
            <p:cNvSpPr/>
            <p:nvPr/>
          </p:nvSpPr>
          <p:spPr>
            <a:xfrm>
              <a:off x="5392826" y="1875511"/>
              <a:ext cx="72390" cy="71755"/>
            </a:xfrm>
            <a:custGeom>
              <a:avLst/>
              <a:gdLst/>
              <a:ahLst/>
              <a:cxnLst/>
              <a:rect l="l" t="t" r="r" b="b"/>
              <a:pathLst>
                <a:path w="72389" h="71755">
                  <a:moveTo>
                    <a:pt x="72389" y="35461"/>
                  </a:moveTo>
                  <a:lnTo>
                    <a:pt x="70865" y="24793"/>
                  </a:lnTo>
                  <a:lnTo>
                    <a:pt x="55599" y="5656"/>
                  </a:lnTo>
                  <a:lnTo>
                    <a:pt x="34599" y="0"/>
                  </a:lnTo>
                  <a:lnTo>
                    <a:pt x="14207" y="7502"/>
                  </a:lnTo>
                  <a:lnTo>
                    <a:pt x="761" y="27841"/>
                  </a:lnTo>
                  <a:lnTo>
                    <a:pt x="0" y="33175"/>
                  </a:lnTo>
                  <a:lnTo>
                    <a:pt x="0" y="38509"/>
                  </a:lnTo>
                  <a:lnTo>
                    <a:pt x="11112" y="61499"/>
                  </a:lnTo>
                  <a:lnTo>
                    <a:pt x="32175" y="71323"/>
                  </a:lnTo>
                  <a:lnTo>
                    <a:pt x="54867" y="66645"/>
                  </a:lnTo>
                  <a:lnTo>
                    <a:pt x="70865" y="46129"/>
                  </a:lnTo>
                  <a:lnTo>
                    <a:pt x="72389" y="3546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7" name="object 2187"/>
            <p:cNvSpPr/>
            <p:nvPr/>
          </p:nvSpPr>
          <p:spPr>
            <a:xfrm>
              <a:off x="4979047" y="1550558"/>
              <a:ext cx="1271905" cy="239395"/>
            </a:xfrm>
            <a:custGeom>
              <a:avLst/>
              <a:gdLst/>
              <a:ahLst/>
              <a:cxnLst/>
              <a:rect l="l" t="t" r="r" b="b"/>
              <a:pathLst>
                <a:path w="1271904" h="239394">
                  <a:moveTo>
                    <a:pt x="38100" y="185166"/>
                  </a:moveTo>
                  <a:lnTo>
                    <a:pt x="31242" y="185166"/>
                  </a:lnTo>
                  <a:lnTo>
                    <a:pt x="19812" y="215646"/>
                  </a:lnTo>
                  <a:lnTo>
                    <a:pt x="7620" y="185166"/>
                  </a:lnTo>
                  <a:lnTo>
                    <a:pt x="0" y="185166"/>
                  </a:lnTo>
                  <a:lnTo>
                    <a:pt x="16002" y="223266"/>
                  </a:lnTo>
                  <a:lnTo>
                    <a:pt x="12954" y="230124"/>
                  </a:lnTo>
                  <a:lnTo>
                    <a:pt x="9144" y="232410"/>
                  </a:lnTo>
                  <a:lnTo>
                    <a:pt x="3048" y="232410"/>
                  </a:lnTo>
                  <a:lnTo>
                    <a:pt x="3810" y="237744"/>
                  </a:lnTo>
                  <a:lnTo>
                    <a:pt x="8382" y="239268"/>
                  </a:lnTo>
                  <a:lnTo>
                    <a:pt x="14478" y="237744"/>
                  </a:lnTo>
                  <a:lnTo>
                    <a:pt x="19050" y="232410"/>
                  </a:lnTo>
                  <a:lnTo>
                    <a:pt x="38100" y="185166"/>
                  </a:lnTo>
                  <a:close/>
                </a:path>
                <a:path w="1271904" h="239394">
                  <a:moveTo>
                    <a:pt x="76962" y="185166"/>
                  </a:moveTo>
                  <a:lnTo>
                    <a:pt x="44196" y="185166"/>
                  </a:lnTo>
                  <a:lnTo>
                    <a:pt x="44196" y="223266"/>
                  </a:lnTo>
                  <a:lnTo>
                    <a:pt x="51054" y="223266"/>
                  </a:lnTo>
                  <a:lnTo>
                    <a:pt x="51054" y="190500"/>
                  </a:lnTo>
                  <a:lnTo>
                    <a:pt x="70104" y="190500"/>
                  </a:lnTo>
                  <a:lnTo>
                    <a:pt x="70104" y="223266"/>
                  </a:lnTo>
                  <a:lnTo>
                    <a:pt x="76962" y="223266"/>
                  </a:lnTo>
                  <a:lnTo>
                    <a:pt x="76962" y="185166"/>
                  </a:lnTo>
                  <a:close/>
                </a:path>
                <a:path w="1271904" h="239394">
                  <a:moveTo>
                    <a:pt x="123444" y="200406"/>
                  </a:moveTo>
                  <a:lnTo>
                    <a:pt x="122682" y="196596"/>
                  </a:lnTo>
                  <a:lnTo>
                    <a:pt x="121920" y="193548"/>
                  </a:lnTo>
                  <a:lnTo>
                    <a:pt x="119634" y="191262"/>
                  </a:lnTo>
                  <a:lnTo>
                    <a:pt x="118110" y="188976"/>
                  </a:lnTo>
                  <a:lnTo>
                    <a:pt x="116586" y="187452"/>
                  </a:lnTo>
                  <a:lnTo>
                    <a:pt x="116586" y="203454"/>
                  </a:lnTo>
                  <a:lnTo>
                    <a:pt x="115824" y="208026"/>
                  </a:lnTo>
                  <a:lnTo>
                    <a:pt x="113144" y="214693"/>
                  </a:lnTo>
                  <a:lnTo>
                    <a:pt x="107848" y="218198"/>
                  </a:lnTo>
                  <a:lnTo>
                    <a:pt x="101396" y="217754"/>
                  </a:lnTo>
                  <a:lnTo>
                    <a:pt x="95250" y="212598"/>
                  </a:lnTo>
                  <a:lnTo>
                    <a:pt x="94488" y="208788"/>
                  </a:lnTo>
                  <a:lnTo>
                    <a:pt x="94488" y="199644"/>
                  </a:lnTo>
                  <a:lnTo>
                    <a:pt x="105156" y="188976"/>
                  </a:lnTo>
                  <a:lnTo>
                    <a:pt x="108204" y="189738"/>
                  </a:lnTo>
                  <a:lnTo>
                    <a:pt x="110490" y="191262"/>
                  </a:lnTo>
                  <a:lnTo>
                    <a:pt x="113538" y="192786"/>
                  </a:lnTo>
                  <a:lnTo>
                    <a:pt x="115062" y="195834"/>
                  </a:lnTo>
                  <a:lnTo>
                    <a:pt x="115824" y="198882"/>
                  </a:lnTo>
                  <a:lnTo>
                    <a:pt x="116586" y="203454"/>
                  </a:lnTo>
                  <a:lnTo>
                    <a:pt x="116586" y="187452"/>
                  </a:lnTo>
                  <a:lnTo>
                    <a:pt x="115824" y="186690"/>
                  </a:lnTo>
                  <a:lnTo>
                    <a:pt x="112776" y="185166"/>
                  </a:lnTo>
                  <a:lnTo>
                    <a:pt x="109728" y="184404"/>
                  </a:lnTo>
                  <a:lnTo>
                    <a:pt x="103632" y="184404"/>
                  </a:lnTo>
                  <a:lnTo>
                    <a:pt x="101396" y="185153"/>
                  </a:lnTo>
                  <a:lnTo>
                    <a:pt x="99060" y="185166"/>
                  </a:lnTo>
                  <a:lnTo>
                    <a:pt x="94488" y="189738"/>
                  </a:lnTo>
                  <a:lnTo>
                    <a:pt x="94488" y="185166"/>
                  </a:lnTo>
                  <a:lnTo>
                    <a:pt x="87630" y="185166"/>
                  </a:lnTo>
                  <a:lnTo>
                    <a:pt x="87630" y="237744"/>
                  </a:lnTo>
                  <a:lnTo>
                    <a:pt x="95250" y="237744"/>
                  </a:lnTo>
                  <a:lnTo>
                    <a:pt x="95250" y="219456"/>
                  </a:lnTo>
                  <a:lnTo>
                    <a:pt x="97536" y="221742"/>
                  </a:lnTo>
                  <a:lnTo>
                    <a:pt x="106629" y="224167"/>
                  </a:lnTo>
                  <a:lnTo>
                    <a:pt x="114401" y="222021"/>
                  </a:lnTo>
                  <a:lnTo>
                    <a:pt x="116586" y="219786"/>
                  </a:lnTo>
                  <a:lnTo>
                    <a:pt x="120218" y="216103"/>
                  </a:lnTo>
                  <a:lnTo>
                    <a:pt x="123444" y="207264"/>
                  </a:lnTo>
                  <a:lnTo>
                    <a:pt x="123444" y="200406"/>
                  </a:lnTo>
                  <a:close/>
                </a:path>
                <a:path w="1271904" h="239394">
                  <a:moveTo>
                    <a:pt x="167640" y="223266"/>
                  </a:moveTo>
                  <a:lnTo>
                    <a:pt x="166116" y="218694"/>
                  </a:lnTo>
                  <a:lnTo>
                    <a:pt x="166116" y="198120"/>
                  </a:lnTo>
                  <a:lnTo>
                    <a:pt x="164592" y="189738"/>
                  </a:lnTo>
                  <a:lnTo>
                    <a:pt x="161544" y="186690"/>
                  </a:lnTo>
                  <a:lnTo>
                    <a:pt x="149352" y="184404"/>
                  </a:lnTo>
                  <a:lnTo>
                    <a:pt x="140208" y="185166"/>
                  </a:lnTo>
                  <a:lnTo>
                    <a:pt x="134112" y="188976"/>
                  </a:lnTo>
                  <a:lnTo>
                    <a:pt x="131064" y="195834"/>
                  </a:lnTo>
                  <a:lnTo>
                    <a:pt x="137922" y="196596"/>
                  </a:lnTo>
                  <a:lnTo>
                    <a:pt x="139446" y="193548"/>
                  </a:lnTo>
                  <a:lnTo>
                    <a:pt x="144018" y="189738"/>
                  </a:lnTo>
                  <a:lnTo>
                    <a:pt x="153162" y="190500"/>
                  </a:lnTo>
                  <a:lnTo>
                    <a:pt x="158496" y="193548"/>
                  </a:lnTo>
                  <a:lnTo>
                    <a:pt x="158496" y="198882"/>
                  </a:lnTo>
                  <a:lnTo>
                    <a:pt x="158496" y="203454"/>
                  </a:lnTo>
                  <a:lnTo>
                    <a:pt x="158496" y="211074"/>
                  </a:lnTo>
                  <a:lnTo>
                    <a:pt x="157734" y="212598"/>
                  </a:lnTo>
                  <a:lnTo>
                    <a:pt x="156210" y="214884"/>
                  </a:lnTo>
                  <a:lnTo>
                    <a:pt x="154686" y="216408"/>
                  </a:lnTo>
                  <a:lnTo>
                    <a:pt x="152400" y="217170"/>
                  </a:lnTo>
                  <a:lnTo>
                    <a:pt x="150876" y="217932"/>
                  </a:lnTo>
                  <a:lnTo>
                    <a:pt x="147828" y="218694"/>
                  </a:lnTo>
                  <a:lnTo>
                    <a:pt x="143256" y="218694"/>
                  </a:lnTo>
                  <a:lnTo>
                    <a:pt x="140970" y="217932"/>
                  </a:lnTo>
                  <a:lnTo>
                    <a:pt x="139446" y="217170"/>
                  </a:lnTo>
                  <a:lnTo>
                    <a:pt x="137922" y="215646"/>
                  </a:lnTo>
                  <a:lnTo>
                    <a:pt x="137160" y="214122"/>
                  </a:lnTo>
                  <a:lnTo>
                    <a:pt x="137160" y="211836"/>
                  </a:lnTo>
                  <a:lnTo>
                    <a:pt x="137922" y="211074"/>
                  </a:lnTo>
                  <a:lnTo>
                    <a:pt x="137922" y="209550"/>
                  </a:lnTo>
                  <a:lnTo>
                    <a:pt x="138684" y="208788"/>
                  </a:lnTo>
                  <a:lnTo>
                    <a:pt x="140208" y="208026"/>
                  </a:lnTo>
                  <a:lnTo>
                    <a:pt x="140970" y="207264"/>
                  </a:lnTo>
                  <a:lnTo>
                    <a:pt x="142494" y="207264"/>
                  </a:lnTo>
                  <a:lnTo>
                    <a:pt x="144780" y="206502"/>
                  </a:lnTo>
                  <a:lnTo>
                    <a:pt x="147066" y="206502"/>
                  </a:lnTo>
                  <a:lnTo>
                    <a:pt x="151638" y="205740"/>
                  </a:lnTo>
                  <a:lnTo>
                    <a:pt x="155448" y="204978"/>
                  </a:lnTo>
                  <a:lnTo>
                    <a:pt x="158496" y="203454"/>
                  </a:lnTo>
                  <a:lnTo>
                    <a:pt x="158496" y="198882"/>
                  </a:lnTo>
                  <a:lnTo>
                    <a:pt x="142494" y="201168"/>
                  </a:lnTo>
                  <a:lnTo>
                    <a:pt x="134874" y="204216"/>
                  </a:lnTo>
                  <a:lnTo>
                    <a:pt x="130302" y="210312"/>
                  </a:lnTo>
                  <a:lnTo>
                    <a:pt x="130302" y="217170"/>
                  </a:lnTo>
                  <a:lnTo>
                    <a:pt x="135636" y="222504"/>
                  </a:lnTo>
                  <a:lnTo>
                    <a:pt x="137160" y="222770"/>
                  </a:lnTo>
                  <a:lnTo>
                    <a:pt x="144018" y="224028"/>
                  </a:lnTo>
                  <a:lnTo>
                    <a:pt x="151638" y="222504"/>
                  </a:lnTo>
                  <a:lnTo>
                    <a:pt x="158496" y="218389"/>
                  </a:lnTo>
                  <a:lnTo>
                    <a:pt x="159258" y="217932"/>
                  </a:lnTo>
                  <a:lnTo>
                    <a:pt x="160782" y="223266"/>
                  </a:lnTo>
                  <a:lnTo>
                    <a:pt x="167640" y="223266"/>
                  </a:lnTo>
                  <a:close/>
                </a:path>
                <a:path w="1271904" h="239394">
                  <a:moveTo>
                    <a:pt x="210312" y="210312"/>
                  </a:moveTo>
                  <a:lnTo>
                    <a:pt x="209550" y="208026"/>
                  </a:lnTo>
                  <a:lnTo>
                    <a:pt x="208788" y="206502"/>
                  </a:lnTo>
                  <a:lnTo>
                    <a:pt x="207264" y="204978"/>
                  </a:lnTo>
                  <a:lnTo>
                    <a:pt x="205740" y="204216"/>
                  </a:lnTo>
                  <a:lnTo>
                    <a:pt x="203454" y="202692"/>
                  </a:lnTo>
                  <a:lnTo>
                    <a:pt x="203454" y="211074"/>
                  </a:lnTo>
                  <a:lnTo>
                    <a:pt x="203454" y="211836"/>
                  </a:lnTo>
                  <a:lnTo>
                    <a:pt x="202692" y="214122"/>
                  </a:lnTo>
                  <a:lnTo>
                    <a:pt x="201930" y="215646"/>
                  </a:lnTo>
                  <a:lnTo>
                    <a:pt x="201168" y="216408"/>
                  </a:lnTo>
                  <a:lnTo>
                    <a:pt x="196773" y="217868"/>
                  </a:lnTo>
                  <a:lnTo>
                    <a:pt x="183642" y="217932"/>
                  </a:lnTo>
                  <a:lnTo>
                    <a:pt x="183642" y="206502"/>
                  </a:lnTo>
                  <a:lnTo>
                    <a:pt x="190500" y="206552"/>
                  </a:lnTo>
                  <a:lnTo>
                    <a:pt x="196773" y="207022"/>
                  </a:lnTo>
                  <a:lnTo>
                    <a:pt x="198107" y="204711"/>
                  </a:lnTo>
                  <a:lnTo>
                    <a:pt x="202323" y="209156"/>
                  </a:lnTo>
                  <a:lnTo>
                    <a:pt x="202692" y="209550"/>
                  </a:lnTo>
                  <a:lnTo>
                    <a:pt x="203454" y="211074"/>
                  </a:lnTo>
                  <a:lnTo>
                    <a:pt x="203454" y="202692"/>
                  </a:lnTo>
                  <a:lnTo>
                    <a:pt x="206502" y="201168"/>
                  </a:lnTo>
                  <a:lnTo>
                    <a:pt x="208407" y="197446"/>
                  </a:lnTo>
                  <a:lnTo>
                    <a:pt x="208026" y="191262"/>
                  </a:lnTo>
                  <a:lnTo>
                    <a:pt x="206502" y="188976"/>
                  </a:lnTo>
                  <a:lnTo>
                    <a:pt x="204978" y="188214"/>
                  </a:lnTo>
                  <a:lnTo>
                    <a:pt x="202323" y="185204"/>
                  </a:lnTo>
                  <a:lnTo>
                    <a:pt x="202323" y="189509"/>
                  </a:lnTo>
                  <a:lnTo>
                    <a:pt x="201168" y="196596"/>
                  </a:lnTo>
                  <a:lnTo>
                    <a:pt x="201168" y="198120"/>
                  </a:lnTo>
                  <a:lnTo>
                    <a:pt x="200406" y="198882"/>
                  </a:lnTo>
                  <a:lnTo>
                    <a:pt x="198882" y="199644"/>
                  </a:lnTo>
                  <a:lnTo>
                    <a:pt x="198120" y="200406"/>
                  </a:lnTo>
                  <a:lnTo>
                    <a:pt x="195834" y="200406"/>
                  </a:lnTo>
                  <a:lnTo>
                    <a:pt x="193649" y="201129"/>
                  </a:lnTo>
                  <a:lnTo>
                    <a:pt x="183642" y="201168"/>
                  </a:lnTo>
                  <a:lnTo>
                    <a:pt x="183642" y="190500"/>
                  </a:lnTo>
                  <a:lnTo>
                    <a:pt x="190500" y="190550"/>
                  </a:lnTo>
                  <a:lnTo>
                    <a:pt x="193649" y="190614"/>
                  </a:lnTo>
                  <a:lnTo>
                    <a:pt x="202323" y="189509"/>
                  </a:lnTo>
                  <a:lnTo>
                    <a:pt x="202323" y="185204"/>
                  </a:lnTo>
                  <a:lnTo>
                    <a:pt x="200837" y="183515"/>
                  </a:lnTo>
                  <a:lnTo>
                    <a:pt x="193649" y="185699"/>
                  </a:lnTo>
                  <a:lnTo>
                    <a:pt x="188976" y="185229"/>
                  </a:lnTo>
                  <a:lnTo>
                    <a:pt x="176022" y="185166"/>
                  </a:lnTo>
                  <a:lnTo>
                    <a:pt x="176022" y="223266"/>
                  </a:lnTo>
                  <a:lnTo>
                    <a:pt x="183642" y="223266"/>
                  </a:lnTo>
                  <a:lnTo>
                    <a:pt x="190500" y="223266"/>
                  </a:lnTo>
                  <a:lnTo>
                    <a:pt x="193433" y="223405"/>
                  </a:lnTo>
                  <a:lnTo>
                    <a:pt x="196773" y="223443"/>
                  </a:lnTo>
                  <a:lnTo>
                    <a:pt x="204368" y="222567"/>
                  </a:lnTo>
                  <a:lnTo>
                    <a:pt x="208788" y="218694"/>
                  </a:lnTo>
                  <a:lnTo>
                    <a:pt x="210312" y="212598"/>
                  </a:lnTo>
                  <a:lnTo>
                    <a:pt x="210312" y="210312"/>
                  </a:lnTo>
                  <a:close/>
                </a:path>
                <a:path w="1271904" h="239394">
                  <a:moveTo>
                    <a:pt x="210540" y="193268"/>
                  </a:moveTo>
                  <a:lnTo>
                    <a:pt x="208407" y="197446"/>
                  </a:lnTo>
                  <a:lnTo>
                    <a:pt x="208432" y="198005"/>
                  </a:lnTo>
                  <a:lnTo>
                    <a:pt x="210540" y="193268"/>
                  </a:lnTo>
                  <a:close/>
                </a:path>
                <a:path w="1271904" h="239394">
                  <a:moveTo>
                    <a:pt x="214884" y="99822"/>
                  </a:moveTo>
                  <a:lnTo>
                    <a:pt x="181356" y="99822"/>
                  </a:lnTo>
                  <a:lnTo>
                    <a:pt x="181356" y="137922"/>
                  </a:lnTo>
                  <a:lnTo>
                    <a:pt x="188976" y="137922"/>
                  </a:lnTo>
                  <a:lnTo>
                    <a:pt x="188976" y="105156"/>
                  </a:lnTo>
                  <a:lnTo>
                    <a:pt x="207264" y="105156"/>
                  </a:lnTo>
                  <a:lnTo>
                    <a:pt x="207264" y="137922"/>
                  </a:lnTo>
                  <a:lnTo>
                    <a:pt x="214884" y="137922"/>
                  </a:lnTo>
                  <a:lnTo>
                    <a:pt x="214884" y="99822"/>
                  </a:lnTo>
                  <a:close/>
                </a:path>
                <a:path w="1271904" h="239394">
                  <a:moveTo>
                    <a:pt x="255270" y="185166"/>
                  </a:moveTo>
                  <a:lnTo>
                    <a:pt x="222504" y="185166"/>
                  </a:lnTo>
                  <a:lnTo>
                    <a:pt x="222504" y="215646"/>
                  </a:lnTo>
                  <a:lnTo>
                    <a:pt x="221742" y="216408"/>
                  </a:lnTo>
                  <a:lnTo>
                    <a:pt x="221742" y="217170"/>
                  </a:lnTo>
                  <a:lnTo>
                    <a:pt x="220218" y="217170"/>
                  </a:lnTo>
                  <a:lnTo>
                    <a:pt x="219456" y="217932"/>
                  </a:lnTo>
                  <a:lnTo>
                    <a:pt x="214884" y="217932"/>
                  </a:lnTo>
                  <a:lnTo>
                    <a:pt x="214884" y="223266"/>
                  </a:lnTo>
                  <a:lnTo>
                    <a:pt x="218694" y="223266"/>
                  </a:lnTo>
                  <a:lnTo>
                    <a:pt x="223799" y="223481"/>
                  </a:lnTo>
                  <a:lnTo>
                    <a:pt x="223469" y="223126"/>
                  </a:lnTo>
                  <a:lnTo>
                    <a:pt x="227838" y="220980"/>
                  </a:lnTo>
                  <a:lnTo>
                    <a:pt x="229362" y="217932"/>
                  </a:lnTo>
                  <a:lnTo>
                    <a:pt x="229362" y="190500"/>
                  </a:lnTo>
                  <a:lnTo>
                    <a:pt x="248412" y="190500"/>
                  </a:lnTo>
                  <a:lnTo>
                    <a:pt x="248412" y="223266"/>
                  </a:lnTo>
                  <a:lnTo>
                    <a:pt x="255270" y="223266"/>
                  </a:lnTo>
                  <a:lnTo>
                    <a:pt x="255270" y="185166"/>
                  </a:lnTo>
                  <a:close/>
                </a:path>
                <a:path w="1271904" h="239394">
                  <a:moveTo>
                    <a:pt x="261366" y="137922"/>
                  </a:moveTo>
                  <a:lnTo>
                    <a:pt x="259080" y="133350"/>
                  </a:lnTo>
                  <a:lnTo>
                    <a:pt x="258318" y="107442"/>
                  </a:lnTo>
                  <a:lnTo>
                    <a:pt x="254508" y="101346"/>
                  </a:lnTo>
                  <a:lnTo>
                    <a:pt x="242316" y="99060"/>
                  </a:lnTo>
                  <a:lnTo>
                    <a:pt x="233172" y="100584"/>
                  </a:lnTo>
                  <a:lnTo>
                    <a:pt x="227076" y="104394"/>
                  </a:lnTo>
                  <a:lnTo>
                    <a:pt x="224028" y="111252"/>
                  </a:lnTo>
                  <a:lnTo>
                    <a:pt x="230886" y="112014"/>
                  </a:lnTo>
                  <a:lnTo>
                    <a:pt x="234696" y="105918"/>
                  </a:lnTo>
                  <a:lnTo>
                    <a:pt x="241554" y="104394"/>
                  </a:lnTo>
                  <a:lnTo>
                    <a:pt x="249936" y="106680"/>
                  </a:lnTo>
                  <a:lnTo>
                    <a:pt x="251460" y="108966"/>
                  </a:lnTo>
                  <a:lnTo>
                    <a:pt x="251460" y="114300"/>
                  </a:lnTo>
                  <a:lnTo>
                    <a:pt x="251460" y="118872"/>
                  </a:lnTo>
                  <a:lnTo>
                    <a:pt x="251460" y="125730"/>
                  </a:lnTo>
                  <a:lnTo>
                    <a:pt x="250698" y="128016"/>
                  </a:lnTo>
                  <a:lnTo>
                    <a:pt x="246126" y="132588"/>
                  </a:lnTo>
                  <a:lnTo>
                    <a:pt x="243840" y="133350"/>
                  </a:lnTo>
                  <a:lnTo>
                    <a:pt x="240792" y="134112"/>
                  </a:lnTo>
                  <a:lnTo>
                    <a:pt x="238506" y="134112"/>
                  </a:lnTo>
                  <a:lnTo>
                    <a:pt x="236220" y="133350"/>
                  </a:lnTo>
                  <a:lnTo>
                    <a:pt x="233934" y="133350"/>
                  </a:lnTo>
                  <a:lnTo>
                    <a:pt x="231648" y="131064"/>
                  </a:lnTo>
                  <a:lnTo>
                    <a:pt x="230124" y="128016"/>
                  </a:lnTo>
                  <a:lnTo>
                    <a:pt x="230124" y="126492"/>
                  </a:lnTo>
                  <a:lnTo>
                    <a:pt x="233934" y="122682"/>
                  </a:lnTo>
                  <a:lnTo>
                    <a:pt x="235458" y="122682"/>
                  </a:lnTo>
                  <a:lnTo>
                    <a:pt x="237744" y="121920"/>
                  </a:lnTo>
                  <a:lnTo>
                    <a:pt x="240030" y="121920"/>
                  </a:lnTo>
                  <a:lnTo>
                    <a:pt x="244602" y="121158"/>
                  </a:lnTo>
                  <a:lnTo>
                    <a:pt x="248412" y="120396"/>
                  </a:lnTo>
                  <a:lnTo>
                    <a:pt x="251460" y="118872"/>
                  </a:lnTo>
                  <a:lnTo>
                    <a:pt x="251460" y="114300"/>
                  </a:lnTo>
                  <a:lnTo>
                    <a:pt x="233172" y="117348"/>
                  </a:lnTo>
                  <a:lnTo>
                    <a:pt x="225552" y="121158"/>
                  </a:lnTo>
                  <a:lnTo>
                    <a:pt x="222504" y="128016"/>
                  </a:lnTo>
                  <a:lnTo>
                    <a:pt x="223266" y="132588"/>
                  </a:lnTo>
                  <a:lnTo>
                    <a:pt x="230124" y="138074"/>
                  </a:lnTo>
                  <a:lnTo>
                    <a:pt x="230886" y="138684"/>
                  </a:lnTo>
                  <a:lnTo>
                    <a:pt x="236982" y="139446"/>
                  </a:lnTo>
                  <a:lnTo>
                    <a:pt x="244602" y="137922"/>
                  </a:lnTo>
                  <a:lnTo>
                    <a:pt x="251460" y="133807"/>
                  </a:lnTo>
                  <a:lnTo>
                    <a:pt x="252222" y="133350"/>
                  </a:lnTo>
                  <a:lnTo>
                    <a:pt x="253746" y="137922"/>
                  </a:lnTo>
                  <a:lnTo>
                    <a:pt x="261366" y="137922"/>
                  </a:lnTo>
                  <a:close/>
                </a:path>
                <a:path w="1271904" h="239394">
                  <a:moveTo>
                    <a:pt x="268986" y="0"/>
                  </a:moveTo>
                  <a:lnTo>
                    <a:pt x="261366" y="0"/>
                  </a:lnTo>
                  <a:lnTo>
                    <a:pt x="238506" y="31242"/>
                  </a:lnTo>
                  <a:lnTo>
                    <a:pt x="230886" y="42672"/>
                  </a:lnTo>
                  <a:lnTo>
                    <a:pt x="230886" y="0"/>
                  </a:lnTo>
                  <a:lnTo>
                    <a:pt x="224028" y="0"/>
                  </a:lnTo>
                  <a:lnTo>
                    <a:pt x="224028" y="53340"/>
                  </a:lnTo>
                  <a:lnTo>
                    <a:pt x="231648" y="53340"/>
                  </a:lnTo>
                  <a:lnTo>
                    <a:pt x="239268" y="42672"/>
                  </a:lnTo>
                  <a:lnTo>
                    <a:pt x="253746" y="22860"/>
                  </a:lnTo>
                  <a:lnTo>
                    <a:pt x="261366" y="11430"/>
                  </a:lnTo>
                  <a:lnTo>
                    <a:pt x="261366" y="53340"/>
                  </a:lnTo>
                  <a:lnTo>
                    <a:pt x="268986" y="53340"/>
                  </a:lnTo>
                  <a:lnTo>
                    <a:pt x="268986" y="0"/>
                  </a:lnTo>
                  <a:close/>
                </a:path>
                <a:path w="1271904" h="239394">
                  <a:moveTo>
                    <a:pt x="301752" y="204216"/>
                  </a:moveTo>
                  <a:lnTo>
                    <a:pt x="297789" y="190906"/>
                  </a:lnTo>
                  <a:lnTo>
                    <a:pt x="294132" y="188760"/>
                  </a:lnTo>
                  <a:lnTo>
                    <a:pt x="294132" y="200406"/>
                  </a:lnTo>
                  <a:lnTo>
                    <a:pt x="271272" y="200406"/>
                  </a:lnTo>
                  <a:lnTo>
                    <a:pt x="271272" y="197358"/>
                  </a:lnTo>
                  <a:lnTo>
                    <a:pt x="272796" y="195072"/>
                  </a:lnTo>
                  <a:lnTo>
                    <a:pt x="275082" y="192786"/>
                  </a:lnTo>
                  <a:lnTo>
                    <a:pt x="279654" y="189738"/>
                  </a:lnTo>
                  <a:lnTo>
                    <a:pt x="286512" y="189738"/>
                  </a:lnTo>
                  <a:lnTo>
                    <a:pt x="294132" y="200406"/>
                  </a:lnTo>
                  <a:lnTo>
                    <a:pt x="294132" y="188760"/>
                  </a:lnTo>
                  <a:lnTo>
                    <a:pt x="287489" y="184861"/>
                  </a:lnTo>
                  <a:lnTo>
                    <a:pt x="286512" y="184899"/>
                  </a:lnTo>
                  <a:lnTo>
                    <a:pt x="275297" y="185775"/>
                  </a:lnTo>
                  <a:lnTo>
                    <a:pt x="265938" y="193548"/>
                  </a:lnTo>
                  <a:lnTo>
                    <a:pt x="263652" y="198120"/>
                  </a:lnTo>
                  <a:lnTo>
                    <a:pt x="263652" y="204216"/>
                  </a:lnTo>
                  <a:lnTo>
                    <a:pt x="266331" y="215849"/>
                  </a:lnTo>
                  <a:lnTo>
                    <a:pt x="270510" y="218935"/>
                  </a:lnTo>
                  <a:lnTo>
                    <a:pt x="275615" y="222707"/>
                  </a:lnTo>
                  <a:lnTo>
                    <a:pt x="287489" y="223926"/>
                  </a:lnTo>
                  <a:lnTo>
                    <a:pt x="297942" y="218694"/>
                  </a:lnTo>
                  <a:lnTo>
                    <a:pt x="300228" y="215646"/>
                  </a:lnTo>
                  <a:lnTo>
                    <a:pt x="301752" y="211836"/>
                  </a:lnTo>
                  <a:lnTo>
                    <a:pt x="299466" y="211074"/>
                  </a:lnTo>
                  <a:lnTo>
                    <a:pt x="296418" y="211074"/>
                  </a:lnTo>
                  <a:lnTo>
                    <a:pt x="294132" y="210312"/>
                  </a:lnTo>
                  <a:lnTo>
                    <a:pt x="291846" y="214884"/>
                  </a:lnTo>
                  <a:lnTo>
                    <a:pt x="290322" y="216408"/>
                  </a:lnTo>
                  <a:lnTo>
                    <a:pt x="288036" y="217932"/>
                  </a:lnTo>
                  <a:lnTo>
                    <a:pt x="285750" y="218694"/>
                  </a:lnTo>
                  <a:lnTo>
                    <a:pt x="283464" y="218694"/>
                  </a:lnTo>
                  <a:lnTo>
                    <a:pt x="270510" y="205740"/>
                  </a:lnTo>
                  <a:lnTo>
                    <a:pt x="271272" y="205740"/>
                  </a:lnTo>
                  <a:lnTo>
                    <a:pt x="294132" y="205740"/>
                  </a:lnTo>
                  <a:lnTo>
                    <a:pt x="301752" y="205740"/>
                  </a:lnTo>
                  <a:lnTo>
                    <a:pt x="301752" y="204216"/>
                  </a:lnTo>
                  <a:close/>
                </a:path>
                <a:path w="1271904" h="239394">
                  <a:moveTo>
                    <a:pt x="306324" y="118872"/>
                  </a:moveTo>
                  <a:lnTo>
                    <a:pt x="305562" y="115062"/>
                  </a:lnTo>
                  <a:lnTo>
                    <a:pt x="302221" y="106006"/>
                  </a:lnTo>
                  <a:lnTo>
                    <a:pt x="298704" y="103212"/>
                  </a:lnTo>
                  <a:lnTo>
                    <a:pt x="298704" y="114300"/>
                  </a:lnTo>
                  <a:lnTo>
                    <a:pt x="298704" y="123444"/>
                  </a:lnTo>
                  <a:lnTo>
                    <a:pt x="297180" y="127254"/>
                  </a:lnTo>
                  <a:lnTo>
                    <a:pt x="295656" y="130302"/>
                  </a:lnTo>
                  <a:lnTo>
                    <a:pt x="292608" y="131826"/>
                  </a:lnTo>
                  <a:lnTo>
                    <a:pt x="290322" y="133350"/>
                  </a:lnTo>
                  <a:lnTo>
                    <a:pt x="284226" y="133350"/>
                  </a:lnTo>
                  <a:lnTo>
                    <a:pt x="281178" y="131826"/>
                  </a:lnTo>
                  <a:lnTo>
                    <a:pt x="279654" y="130302"/>
                  </a:lnTo>
                  <a:lnTo>
                    <a:pt x="277368" y="127254"/>
                  </a:lnTo>
                  <a:lnTo>
                    <a:pt x="275844" y="119634"/>
                  </a:lnTo>
                  <a:lnTo>
                    <a:pt x="276606" y="115062"/>
                  </a:lnTo>
                  <a:lnTo>
                    <a:pt x="277368" y="111252"/>
                  </a:lnTo>
                  <a:lnTo>
                    <a:pt x="282981" y="105244"/>
                  </a:lnTo>
                  <a:lnTo>
                    <a:pt x="289331" y="104330"/>
                  </a:lnTo>
                  <a:lnTo>
                    <a:pt x="295033" y="107645"/>
                  </a:lnTo>
                  <a:lnTo>
                    <a:pt x="298704" y="114300"/>
                  </a:lnTo>
                  <a:lnTo>
                    <a:pt x="298704" y="103212"/>
                  </a:lnTo>
                  <a:lnTo>
                    <a:pt x="295478" y="100634"/>
                  </a:lnTo>
                  <a:lnTo>
                    <a:pt x="287312" y="99250"/>
                  </a:lnTo>
                  <a:lnTo>
                    <a:pt x="279654" y="102108"/>
                  </a:lnTo>
                  <a:lnTo>
                    <a:pt x="277368" y="103632"/>
                  </a:lnTo>
                  <a:lnTo>
                    <a:pt x="275844" y="105156"/>
                  </a:lnTo>
                  <a:lnTo>
                    <a:pt x="275844" y="99822"/>
                  </a:lnTo>
                  <a:lnTo>
                    <a:pt x="269748" y="99822"/>
                  </a:lnTo>
                  <a:lnTo>
                    <a:pt x="269748" y="153162"/>
                  </a:lnTo>
                  <a:lnTo>
                    <a:pt x="276606" y="153162"/>
                  </a:lnTo>
                  <a:lnTo>
                    <a:pt x="276606" y="134112"/>
                  </a:lnTo>
                  <a:lnTo>
                    <a:pt x="278130" y="135636"/>
                  </a:lnTo>
                  <a:lnTo>
                    <a:pt x="279654" y="136398"/>
                  </a:lnTo>
                  <a:lnTo>
                    <a:pt x="287743" y="139293"/>
                  </a:lnTo>
                  <a:lnTo>
                    <a:pt x="295973" y="137007"/>
                  </a:lnTo>
                  <a:lnTo>
                    <a:pt x="298704" y="134480"/>
                  </a:lnTo>
                  <a:lnTo>
                    <a:pt x="302514" y="130975"/>
                  </a:lnTo>
                  <a:lnTo>
                    <a:pt x="305562" y="122682"/>
                  </a:lnTo>
                  <a:lnTo>
                    <a:pt x="306324" y="118872"/>
                  </a:lnTo>
                  <a:close/>
                </a:path>
                <a:path w="1271904" h="239394">
                  <a:moveTo>
                    <a:pt x="313944" y="15240"/>
                  </a:moveTo>
                  <a:lnTo>
                    <a:pt x="307086" y="15240"/>
                  </a:lnTo>
                  <a:lnTo>
                    <a:pt x="307086" y="31242"/>
                  </a:lnTo>
                  <a:lnTo>
                    <a:pt x="287274" y="31242"/>
                  </a:lnTo>
                  <a:lnTo>
                    <a:pt x="287274" y="15240"/>
                  </a:lnTo>
                  <a:lnTo>
                    <a:pt x="280416" y="15240"/>
                  </a:lnTo>
                  <a:lnTo>
                    <a:pt x="280416" y="53340"/>
                  </a:lnTo>
                  <a:lnTo>
                    <a:pt x="287274" y="53340"/>
                  </a:lnTo>
                  <a:lnTo>
                    <a:pt x="287274" y="36576"/>
                  </a:lnTo>
                  <a:lnTo>
                    <a:pt x="307086" y="36576"/>
                  </a:lnTo>
                  <a:lnTo>
                    <a:pt x="307086" y="53340"/>
                  </a:lnTo>
                  <a:lnTo>
                    <a:pt x="313944" y="53340"/>
                  </a:lnTo>
                  <a:lnTo>
                    <a:pt x="313944" y="15240"/>
                  </a:lnTo>
                  <a:close/>
                </a:path>
                <a:path w="1271904" h="239394">
                  <a:moveTo>
                    <a:pt x="343662" y="185166"/>
                  </a:moveTo>
                  <a:lnTo>
                    <a:pt x="336804" y="185166"/>
                  </a:lnTo>
                  <a:lnTo>
                    <a:pt x="336804" y="200406"/>
                  </a:lnTo>
                  <a:lnTo>
                    <a:pt x="316992" y="200406"/>
                  </a:lnTo>
                  <a:lnTo>
                    <a:pt x="316992" y="185166"/>
                  </a:lnTo>
                  <a:lnTo>
                    <a:pt x="310134" y="185166"/>
                  </a:lnTo>
                  <a:lnTo>
                    <a:pt x="310134" y="223266"/>
                  </a:lnTo>
                  <a:lnTo>
                    <a:pt x="316992" y="223266"/>
                  </a:lnTo>
                  <a:lnTo>
                    <a:pt x="316992" y="205740"/>
                  </a:lnTo>
                  <a:lnTo>
                    <a:pt x="336804" y="205740"/>
                  </a:lnTo>
                  <a:lnTo>
                    <a:pt x="336804" y="223266"/>
                  </a:lnTo>
                  <a:lnTo>
                    <a:pt x="343662" y="223266"/>
                  </a:lnTo>
                  <a:lnTo>
                    <a:pt x="343662" y="185166"/>
                  </a:lnTo>
                  <a:close/>
                </a:path>
                <a:path w="1271904" h="239394">
                  <a:moveTo>
                    <a:pt x="349758" y="137922"/>
                  </a:moveTo>
                  <a:lnTo>
                    <a:pt x="348234" y="133350"/>
                  </a:lnTo>
                  <a:lnTo>
                    <a:pt x="347472" y="107442"/>
                  </a:lnTo>
                  <a:lnTo>
                    <a:pt x="342900" y="101346"/>
                  </a:lnTo>
                  <a:lnTo>
                    <a:pt x="331470" y="99060"/>
                  </a:lnTo>
                  <a:lnTo>
                    <a:pt x="322326" y="100584"/>
                  </a:lnTo>
                  <a:lnTo>
                    <a:pt x="316230" y="104394"/>
                  </a:lnTo>
                  <a:lnTo>
                    <a:pt x="312420" y="111252"/>
                  </a:lnTo>
                  <a:lnTo>
                    <a:pt x="320040" y="112014"/>
                  </a:lnTo>
                  <a:lnTo>
                    <a:pt x="323088" y="105918"/>
                  </a:lnTo>
                  <a:lnTo>
                    <a:pt x="330708" y="104394"/>
                  </a:lnTo>
                  <a:lnTo>
                    <a:pt x="338328" y="106680"/>
                  </a:lnTo>
                  <a:lnTo>
                    <a:pt x="339852" y="108966"/>
                  </a:lnTo>
                  <a:lnTo>
                    <a:pt x="340614" y="114300"/>
                  </a:lnTo>
                  <a:lnTo>
                    <a:pt x="340614" y="118872"/>
                  </a:lnTo>
                  <a:lnTo>
                    <a:pt x="340614" y="124206"/>
                  </a:lnTo>
                  <a:lnTo>
                    <a:pt x="339852" y="125730"/>
                  </a:lnTo>
                  <a:lnTo>
                    <a:pt x="339090" y="128016"/>
                  </a:lnTo>
                  <a:lnTo>
                    <a:pt x="338328" y="129540"/>
                  </a:lnTo>
                  <a:lnTo>
                    <a:pt x="336804" y="131064"/>
                  </a:lnTo>
                  <a:lnTo>
                    <a:pt x="334518" y="132588"/>
                  </a:lnTo>
                  <a:lnTo>
                    <a:pt x="329946" y="134112"/>
                  </a:lnTo>
                  <a:lnTo>
                    <a:pt x="327660" y="134112"/>
                  </a:lnTo>
                  <a:lnTo>
                    <a:pt x="324612" y="133350"/>
                  </a:lnTo>
                  <a:lnTo>
                    <a:pt x="323088" y="133350"/>
                  </a:lnTo>
                  <a:lnTo>
                    <a:pt x="321564" y="131826"/>
                  </a:lnTo>
                  <a:lnTo>
                    <a:pt x="320040" y="131064"/>
                  </a:lnTo>
                  <a:lnTo>
                    <a:pt x="319278" y="129540"/>
                  </a:lnTo>
                  <a:lnTo>
                    <a:pt x="319278" y="125730"/>
                  </a:lnTo>
                  <a:lnTo>
                    <a:pt x="321564" y="123444"/>
                  </a:lnTo>
                  <a:lnTo>
                    <a:pt x="323088" y="122682"/>
                  </a:lnTo>
                  <a:lnTo>
                    <a:pt x="323850" y="122682"/>
                  </a:lnTo>
                  <a:lnTo>
                    <a:pt x="326136" y="121920"/>
                  </a:lnTo>
                  <a:lnTo>
                    <a:pt x="329184" y="121920"/>
                  </a:lnTo>
                  <a:lnTo>
                    <a:pt x="333756" y="121158"/>
                  </a:lnTo>
                  <a:lnTo>
                    <a:pt x="337566" y="120396"/>
                  </a:lnTo>
                  <a:lnTo>
                    <a:pt x="340614" y="118872"/>
                  </a:lnTo>
                  <a:lnTo>
                    <a:pt x="340614" y="114300"/>
                  </a:lnTo>
                  <a:lnTo>
                    <a:pt x="321564" y="117348"/>
                  </a:lnTo>
                  <a:lnTo>
                    <a:pt x="314706" y="121158"/>
                  </a:lnTo>
                  <a:lnTo>
                    <a:pt x="311658" y="128016"/>
                  </a:lnTo>
                  <a:lnTo>
                    <a:pt x="312420" y="132588"/>
                  </a:lnTo>
                  <a:lnTo>
                    <a:pt x="319278" y="138074"/>
                  </a:lnTo>
                  <a:lnTo>
                    <a:pt x="320040" y="138684"/>
                  </a:lnTo>
                  <a:lnTo>
                    <a:pt x="325374" y="139446"/>
                  </a:lnTo>
                  <a:lnTo>
                    <a:pt x="333756" y="137922"/>
                  </a:lnTo>
                  <a:lnTo>
                    <a:pt x="340614" y="133807"/>
                  </a:lnTo>
                  <a:lnTo>
                    <a:pt x="341376" y="133350"/>
                  </a:lnTo>
                  <a:lnTo>
                    <a:pt x="342138" y="137922"/>
                  </a:lnTo>
                  <a:lnTo>
                    <a:pt x="349758" y="137922"/>
                  </a:lnTo>
                  <a:close/>
                </a:path>
                <a:path w="1271904" h="239394">
                  <a:moveTo>
                    <a:pt x="381762" y="34290"/>
                  </a:moveTo>
                  <a:lnTo>
                    <a:pt x="380238" y="26670"/>
                  </a:lnTo>
                  <a:lnTo>
                    <a:pt x="375666" y="17526"/>
                  </a:lnTo>
                  <a:lnTo>
                    <a:pt x="374904" y="17145"/>
                  </a:lnTo>
                  <a:lnTo>
                    <a:pt x="374904" y="29718"/>
                  </a:lnTo>
                  <a:lnTo>
                    <a:pt x="374904" y="34290"/>
                  </a:lnTo>
                  <a:lnTo>
                    <a:pt x="364236" y="49530"/>
                  </a:lnTo>
                  <a:lnTo>
                    <a:pt x="359664" y="48006"/>
                  </a:lnTo>
                  <a:lnTo>
                    <a:pt x="358140" y="46482"/>
                  </a:lnTo>
                  <a:lnTo>
                    <a:pt x="356616" y="43434"/>
                  </a:lnTo>
                  <a:lnTo>
                    <a:pt x="355854" y="39624"/>
                  </a:lnTo>
                  <a:lnTo>
                    <a:pt x="355092" y="34290"/>
                  </a:lnTo>
                  <a:lnTo>
                    <a:pt x="355854" y="29718"/>
                  </a:lnTo>
                  <a:lnTo>
                    <a:pt x="356616" y="25908"/>
                  </a:lnTo>
                  <a:lnTo>
                    <a:pt x="357378" y="23622"/>
                  </a:lnTo>
                  <a:lnTo>
                    <a:pt x="359664" y="21336"/>
                  </a:lnTo>
                  <a:lnTo>
                    <a:pt x="361950" y="19812"/>
                  </a:lnTo>
                  <a:lnTo>
                    <a:pt x="368046" y="19812"/>
                  </a:lnTo>
                  <a:lnTo>
                    <a:pt x="370332" y="21336"/>
                  </a:lnTo>
                  <a:lnTo>
                    <a:pt x="371856" y="22860"/>
                  </a:lnTo>
                  <a:lnTo>
                    <a:pt x="373380" y="25908"/>
                  </a:lnTo>
                  <a:lnTo>
                    <a:pt x="374904" y="29718"/>
                  </a:lnTo>
                  <a:lnTo>
                    <a:pt x="374904" y="17145"/>
                  </a:lnTo>
                  <a:lnTo>
                    <a:pt x="369570" y="14478"/>
                  </a:lnTo>
                  <a:lnTo>
                    <a:pt x="362712" y="14478"/>
                  </a:lnTo>
                  <a:lnTo>
                    <a:pt x="355092" y="19050"/>
                  </a:lnTo>
                  <a:lnTo>
                    <a:pt x="355092" y="0"/>
                  </a:lnTo>
                  <a:lnTo>
                    <a:pt x="348234" y="0"/>
                  </a:lnTo>
                  <a:lnTo>
                    <a:pt x="348234" y="19050"/>
                  </a:lnTo>
                  <a:lnTo>
                    <a:pt x="348234" y="30480"/>
                  </a:lnTo>
                  <a:lnTo>
                    <a:pt x="348234" y="38862"/>
                  </a:lnTo>
                  <a:lnTo>
                    <a:pt x="347472" y="42672"/>
                  </a:lnTo>
                  <a:lnTo>
                    <a:pt x="345935" y="45732"/>
                  </a:lnTo>
                  <a:lnTo>
                    <a:pt x="344424" y="47244"/>
                  </a:lnTo>
                  <a:lnTo>
                    <a:pt x="342138" y="48768"/>
                  </a:lnTo>
                  <a:lnTo>
                    <a:pt x="336804" y="48768"/>
                  </a:lnTo>
                  <a:lnTo>
                    <a:pt x="328422" y="33528"/>
                  </a:lnTo>
                  <a:lnTo>
                    <a:pt x="329946" y="25908"/>
                  </a:lnTo>
                  <a:lnTo>
                    <a:pt x="335051" y="20485"/>
                  </a:lnTo>
                  <a:lnTo>
                    <a:pt x="340956" y="19786"/>
                  </a:lnTo>
                  <a:lnTo>
                    <a:pt x="345935" y="23304"/>
                  </a:lnTo>
                  <a:lnTo>
                    <a:pt x="348234" y="30480"/>
                  </a:lnTo>
                  <a:lnTo>
                    <a:pt x="348234" y="19050"/>
                  </a:lnTo>
                  <a:lnTo>
                    <a:pt x="345935" y="16751"/>
                  </a:lnTo>
                  <a:lnTo>
                    <a:pt x="338328" y="14478"/>
                  </a:lnTo>
                  <a:lnTo>
                    <a:pt x="331470" y="16002"/>
                  </a:lnTo>
                  <a:lnTo>
                    <a:pt x="326136" y="19812"/>
                  </a:lnTo>
                  <a:lnTo>
                    <a:pt x="322326" y="29718"/>
                  </a:lnTo>
                  <a:lnTo>
                    <a:pt x="322326" y="38862"/>
                  </a:lnTo>
                  <a:lnTo>
                    <a:pt x="326136" y="49530"/>
                  </a:lnTo>
                  <a:lnTo>
                    <a:pt x="328422" y="50774"/>
                  </a:lnTo>
                  <a:lnTo>
                    <a:pt x="334518" y="54102"/>
                  </a:lnTo>
                  <a:lnTo>
                    <a:pt x="340614" y="54102"/>
                  </a:lnTo>
                  <a:lnTo>
                    <a:pt x="348234" y="49530"/>
                  </a:lnTo>
                  <a:lnTo>
                    <a:pt x="348234" y="68580"/>
                  </a:lnTo>
                  <a:lnTo>
                    <a:pt x="355092" y="68580"/>
                  </a:lnTo>
                  <a:lnTo>
                    <a:pt x="355092" y="49530"/>
                  </a:lnTo>
                  <a:lnTo>
                    <a:pt x="358140" y="52578"/>
                  </a:lnTo>
                  <a:lnTo>
                    <a:pt x="365760" y="54102"/>
                  </a:lnTo>
                  <a:lnTo>
                    <a:pt x="368808" y="54102"/>
                  </a:lnTo>
                  <a:lnTo>
                    <a:pt x="374904" y="51054"/>
                  </a:lnTo>
                  <a:lnTo>
                    <a:pt x="380238" y="42672"/>
                  </a:lnTo>
                  <a:lnTo>
                    <a:pt x="381762" y="34290"/>
                  </a:lnTo>
                  <a:close/>
                </a:path>
                <a:path w="1271904" h="239394">
                  <a:moveTo>
                    <a:pt x="388620" y="185166"/>
                  </a:moveTo>
                  <a:lnTo>
                    <a:pt x="381000" y="185166"/>
                  </a:lnTo>
                  <a:lnTo>
                    <a:pt x="375666" y="192786"/>
                  </a:lnTo>
                  <a:lnTo>
                    <a:pt x="366522" y="206502"/>
                  </a:lnTo>
                  <a:lnTo>
                    <a:pt x="361188" y="214122"/>
                  </a:lnTo>
                  <a:lnTo>
                    <a:pt x="361188" y="185166"/>
                  </a:lnTo>
                  <a:lnTo>
                    <a:pt x="354330" y="185166"/>
                  </a:lnTo>
                  <a:lnTo>
                    <a:pt x="354330" y="223266"/>
                  </a:lnTo>
                  <a:lnTo>
                    <a:pt x="361950" y="223266"/>
                  </a:lnTo>
                  <a:lnTo>
                    <a:pt x="367284" y="215646"/>
                  </a:lnTo>
                  <a:lnTo>
                    <a:pt x="376428" y="201168"/>
                  </a:lnTo>
                  <a:lnTo>
                    <a:pt x="381000" y="194310"/>
                  </a:lnTo>
                  <a:lnTo>
                    <a:pt x="381000" y="223266"/>
                  </a:lnTo>
                  <a:lnTo>
                    <a:pt x="388620" y="223266"/>
                  </a:lnTo>
                  <a:lnTo>
                    <a:pt x="388620" y="185166"/>
                  </a:lnTo>
                  <a:close/>
                </a:path>
                <a:path w="1271904" h="239394">
                  <a:moveTo>
                    <a:pt x="403098" y="99822"/>
                  </a:moveTo>
                  <a:lnTo>
                    <a:pt x="392430" y="99822"/>
                  </a:lnTo>
                  <a:lnTo>
                    <a:pt x="389382" y="108204"/>
                  </a:lnTo>
                  <a:lnTo>
                    <a:pt x="383286" y="122682"/>
                  </a:lnTo>
                  <a:lnTo>
                    <a:pt x="380238" y="130302"/>
                  </a:lnTo>
                  <a:lnTo>
                    <a:pt x="377952" y="122682"/>
                  </a:lnTo>
                  <a:lnTo>
                    <a:pt x="369570" y="99822"/>
                  </a:lnTo>
                  <a:lnTo>
                    <a:pt x="358902" y="99822"/>
                  </a:lnTo>
                  <a:lnTo>
                    <a:pt x="358902" y="137922"/>
                  </a:lnTo>
                  <a:lnTo>
                    <a:pt x="365760" y="137922"/>
                  </a:lnTo>
                  <a:lnTo>
                    <a:pt x="365760" y="105918"/>
                  </a:lnTo>
                  <a:lnTo>
                    <a:pt x="368808" y="114300"/>
                  </a:lnTo>
                  <a:lnTo>
                    <a:pt x="374142" y="129540"/>
                  </a:lnTo>
                  <a:lnTo>
                    <a:pt x="377190" y="137922"/>
                  </a:lnTo>
                  <a:lnTo>
                    <a:pt x="383286" y="137922"/>
                  </a:lnTo>
                  <a:lnTo>
                    <a:pt x="386334" y="130302"/>
                  </a:lnTo>
                  <a:lnTo>
                    <a:pt x="392430" y="115824"/>
                  </a:lnTo>
                  <a:lnTo>
                    <a:pt x="395478" y="107442"/>
                  </a:lnTo>
                  <a:lnTo>
                    <a:pt x="395478" y="137922"/>
                  </a:lnTo>
                  <a:lnTo>
                    <a:pt x="403098" y="137922"/>
                  </a:lnTo>
                  <a:lnTo>
                    <a:pt x="403098" y="99822"/>
                  </a:lnTo>
                  <a:close/>
                </a:path>
                <a:path w="1271904" h="239394">
                  <a:moveTo>
                    <a:pt x="426720" y="33528"/>
                  </a:moveTo>
                  <a:lnTo>
                    <a:pt x="425958" y="28194"/>
                  </a:lnTo>
                  <a:lnTo>
                    <a:pt x="423672" y="23622"/>
                  </a:lnTo>
                  <a:lnTo>
                    <a:pt x="420624" y="19050"/>
                  </a:lnTo>
                  <a:lnTo>
                    <a:pt x="419100" y="18135"/>
                  </a:lnTo>
                  <a:lnTo>
                    <a:pt x="419100" y="29718"/>
                  </a:lnTo>
                  <a:lnTo>
                    <a:pt x="419100" y="38862"/>
                  </a:lnTo>
                  <a:lnTo>
                    <a:pt x="417576" y="42672"/>
                  </a:lnTo>
                  <a:lnTo>
                    <a:pt x="415290" y="45720"/>
                  </a:lnTo>
                  <a:lnTo>
                    <a:pt x="413004" y="47244"/>
                  </a:lnTo>
                  <a:lnTo>
                    <a:pt x="409956" y="48768"/>
                  </a:lnTo>
                  <a:lnTo>
                    <a:pt x="403098" y="48768"/>
                  </a:lnTo>
                  <a:lnTo>
                    <a:pt x="400812" y="47244"/>
                  </a:lnTo>
                  <a:lnTo>
                    <a:pt x="397764" y="45720"/>
                  </a:lnTo>
                  <a:lnTo>
                    <a:pt x="396240" y="42672"/>
                  </a:lnTo>
                  <a:lnTo>
                    <a:pt x="394716" y="38862"/>
                  </a:lnTo>
                  <a:lnTo>
                    <a:pt x="394716" y="29718"/>
                  </a:lnTo>
                  <a:lnTo>
                    <a:pt x="396240" y="25908"/>
                  </a:lnTo>
                  <a:lnTo>
                    <a:pt x="401967" y="20497"/>
                  </a:lnTo>
                  <a:lnTo>
                    <a:pt x="408800" y="19748"/>
                  </a:lnTo>
                  <a:lnTo>
                    <a:pt x="415074" y="23037"/>
                  </a:lnTo>
                  <a:lnTo>
                    <a:pt x="419100" y="29718"/>
                  </a:lnTo>
                  <a:lnTo>
                    <a:pt x="419100" y="18135"/>
                  </a:lnTo>
                  <a:lnTo>
                    <a:pt x="416814" y="16764"/>
                  </a:lnTo>
                  <a:lnTo>
                    <a:pt x="412242" y="14478"/>
                  </a:lnTo>
                  <a:lnTo>
                    <a:pt x="401574" y="14478"/>
                  </a:lnTo>
                  <a:lnTo>
                    <a:pt x="387096" y="34290"/>
                  </a:lnTo>
                  <a:lnTo>
                    <a:pt x="387858" y="40386"/>
                  </a:lnTo>
                  <a:lnTo>
                    <a:pt x="389382" y="44958"/>
                  </a:lnTo>
                  <a:lnTo>
                    <a:pt x="394716" y="49949"/>
                  </a:lnTo>
                  <a:lnTo>
                    <a:pt x="397167" y="52235"/>
                  </a:lnTo>
                  <a:lnTo>
                    <a:pt x="408292" y="54114"/>
                  </a:lnTo>
                  <a:lnTo>
                    <a:pt x="418909" y="50634"/>
                  </a:lnTo>
                  <a:lnTo>
                    <a:pt x="419100" y="50368"/>
                  </a:lnTo>
                  <a:lnTo>
                    <a:pt x="425196" y="41910"/>
                  </a:lnTo>
                  <a:lnTo>
                    <a:pt x="425958" y="38100"/>
                  </a:lnTo>
                  <a:lnTo>
                    <a:pt x="426720" y="33528"/>
                  </a:lnTo>
                  <a:close/>
                </a:path>
                <a:path w="1271904" h="239394">
                  <a:moveTo>
                    <a:pt x="435102" y="204216"/>
                  </a:moveTo>
                  <a:lnTo>
                    <a:pt x="431038" y="190728"/>
                  </a:lnTo>
                  <a:lnTo>
                    <a:pt x="427482" y="188734"/>
                  </a:lnTo>
                  <a:lnTo>
                    <a:pt x="427482" y="200406"/>
                  </a:lnTo>
                  <a:lnTo>
                    <a:pt x="403860" y="200406"/>
                  </a:lnTo>
                  <a:lnTo>
                    <a:pt x="404622" y="197358"/>
                  </a:lnTo>
                  <a:lnTo>
                    <a:pt x="407670" y="192786"/>
                  </a:lnTo>
                  <a:lnTo>
                    <a:pt x="409956" y="191262"/>
                  </a:lnTo>
                  <a:lnTo>
                    <a:pt x="413004" y="189738"/>
                  </a:lnTo>
                  <a:lnTo>
                    <a:pt x="419100" y="189738"/>
                  </a:lnTo>
                  <a:lnTo>
                    <a:pt x="422148" y="191262"/>
                  </a:lnTo>
                  <a:lnTo>
                    <a:pt x="425958" y="195072"/>
                  </a:lnTo>
                  <a:lnTo>
                    <a:pt x="426720" y="197358"/>
                  </a:lnTo>
                  <a:lnTo>
                    <a:pt x="427482" y="200406"/>
                  </a:lnTo>
                  <a:lnTo>
                    <a:pt x="427482" y="188734"/>
                  </a:lnTo>
                  <a:lnTo>
                    <a:pt x="420624" y="184861"/>
                  </a:lnTo>
                  <a:lnTo>
                    <a:pt x="419100" y="184924"/>
                  </a:lnTo>
                  <a:lnTo>
                    <a:pt x="408152" y="185902"/>
                  </a:lnTo>
                  <a:lnTo>
                    <a:pt x="398526" y="193548"/>
                  </a:lnTo>
                  <a:lnTo>
                    <a:pt x="397002" y="198120"/>
                  </a:lnTo>
                  <a:lnTo>
                    <a:pt x="396240" y="204216"/>
                  </a:lnTo>
                  <a:lnTo>
                    <a:pt x="397002" y="210312"/>
                  </a:lnTo>
                  <a:lnTo>
                    <a:pt x="398526" y="214884"/>
                  </a:lnTo>
                  <a:lnTo>
                    <a:pt x="401574" y="218694"/>
                  </a:lnTo>
                  <a:lnTo>
                    <a:pt x="403860" y="220218"/>
                  </a:lnTo>
                  <a:lnTo>
                    <a:pt x="406146" y="221742"/>
                  </a:lnTo>
                  <a:lnTo>
                    <a:pt x="410718" y="223266"/>
                  </a:lnTo>
                  <a:lnTo>
                    <a:pt x="416052" y="224028"/>
                  </a:lnTo>
                  <a:lnTo>
                    <a:pt x="420966" y="223913"/>
                  </a:lnTo>
                  <a:lnTo>
                    <a:pt x="435102" y="211836"/>
                  </a:lnTo>
                  <a:lnTo>
                    <a:pt x="432816" y="211074"/>
                  </a:lnTo>
                  <a:lnTo>
                    <a:pt x="429006" y="211074"/>
                  </a:lnTo>
                  <a:lnTo>
                    <a:pt x="427482" y="210312"/>
                  </a:lnTo>
                  <a:lnTo>
                    <a:pt x="425958" y="213360"/>
                  </a:lnTo>
                  <a:lnTo>
                    <a:pt x="420966" y="217944"/>
                  </a:lnTo>
                  <a:lnTo>
                    <a:pt x="414172" y="218440"/>
                  </a:lnTo>
                  <a:lnTo>
                    <a:pt x="407936" y="215455"/>
                  </a:lnTo>
                  <a:lnTo>
                    <a:pt x="404622" y="209550"/>
                  </a:lnTo>
                  <a:lnTo>
                    <a:pt x="403860" y="205740"/>
                  </a:lnTo>
                  <a:lnTo>
                    <a:pt x="427482" y="205740"/>
                  </a:lnTo>
                  <a:lnTo>
                    <a:pt x="435102" y="205740"/>
                  </a:lnTo>
                  <a:lnTo>
                    <a:pt x="435102" y="204216"/>
                  </a:lnTo>
                  <a:close/>
                </a:path>
                <a:path w="1271904" h="239394">
                  <a:moveTo>
                    <a:pt x="449580" y="119634"/>
                  </a:moveTo>
                  <a:lnTo>
                    <a:pt x="444931" y="105600"/>
                  </a:lnTo>
                  <a:lnTo>
                    <a:pt x="441960" y="103822"/>
                  </a:lnTo>
                  <a:lnTo>
                    <a:pt x="441960" y="115824"/>
                  </a:lnTo>
                  <a:lnTo>
                    <a:pt x="419100" y="115824"/>
                  </a:lnTo>
                  <a:lnTo>
                    <a:pt x="419100" y="112776"/>
                  </a:lnTo>
                  <a:lnTo>
                    <a:pt x="420624" y="109728"/>
                  </a:lnTo>
                  <a:lnTo>
                    <a:pt x="422148" y="107442"/>
                  </a:lnTo>
                  <a:lnTo>
                    <a:pt x="424434" y="105918"/>
                  </a:lnTo>
                  <a:lnTo>
                    <a:pt x="430530" y="104394"/>
                  </a:lnTo>
                  <a:lnTo>
                    <a:pt x="434340" y="105156"/>
                  </a:lnTo>
                  <a:lnTo>
                    <a:pt x="436626" y="106680"/>
                  </a:lnTo>
                  <a:lnTo>
                    <a:pt x="439674" y="108204"/>
                  </a:lnTo>
                  <a:lnTo>
                    <a:pt x="441198" y="112776"/>
                  </a:lnTo>
                  <a:lnTo>
                    <a:pt x="441960" y="115824"/>
                  </a:lnTo>
                  <a:lnTo>
                    <a:pt x="441960" y="103822"/>
                  </a:lnTo>
                  <a:lnTo>
                    <a:pt x="434492" y="99326"/>
                  </a:lnTo>
                  <a:lnTo>
                    <a:pt x="422656" y="100533"/>
                  </a:lnTo>
                  <a:lnTo>
                    <a:pt x="413766" y="108966"/>
                  </a:lnTo>
                  <a:lnTo>
                    <a:pt x="411480" y="113538"/>
                  </a:lnTo>
                  <a:lnTo>
                    <a:pt x="410718" y="119634"/>
                  </a:lnTo>
                  <a:lnTo>
                    <a:pt x="411480" y="124968"/>
                  </a:lnTo>
                  <a:lnTo>
                    <a:pt x="413766" y="130302"/>
                  </a:lnTo>
                  <a:lnTo>
                    <a:pt x="416814" y="134112"/>
                  </a:lnTo>
                  <a:lnTo>
                    <a:pt x="418338" y="135331"/>
                  </a:lnTo>
                  <a:lnTo>
                    <a:pt x="420624" y="137160"/>
                  </a:lnTo>
                  <a:lnTo>
                    <a:pt x="425196" y="138684"/>
                  </a:lnTo>
                  <a:lnTo>
                    <a:pt x="431292" y="139446"/>
                  </a:lnTo>
                  <a:lnTo>
                    <a:pt x="435864" y="138684"/>
                  </a:lnTo>
                  <a:lnTo>
                    <a:pt x="448818" y="126492"/>
                  </a:lnTo>
                  <a:lnTo>
                    <a:pt x="447294" y="126492"/>
                  </a:lnTo>
                  <a:lnTo>
                    <a:pt x="444246" y="125730"/>
                  </a:lnTo>
                  <a:lnTo>
                    <a:pt x="441960" y="125730"/>
                  </a:lnTo>
                  <a:lnTo>
                    <a:pt x="441198" y="128016"/>
                  </a:lnTo>
                  <a:lnTo>
                    <a:pt x="439674" y="130302"/>
                  </a:lnTo>
                  <a:lnTo>
                    <a:pt x="437388" y="131826"/>
                  </a:lnTo>
                  <a:lnTo>
                    <a:pt x="435864" y="132588"/>
                  </a:lnTo>
                  <a:lnTo>
                    <a:pt x="433578" y="133350"/>
                  </a:lnTo>
                  <a:lnTo>
                    <a:pt x="427482" y="133350"/>
                  </a:lnTo>
                  <a:lnTo>
                    <a:pt x="418338" y="121158"/>
                  </a:lnTo>
                  <a:lnTo>
                    <a:pt x="419100" y="121158"/>
                  </a:lnTo>
                  <a:lnTo>
                    <a:pt x="441960" y="121158"/>
                  </a:lnTo>
                  <a:lnTo>
                    <a:pt x="449580" y="121158"/>
                  </a:lnTo>
                  <a:lnTo>
                    <a:pt x="449580" y="119634"/>
                  </a:lnTo>
                  <a:close/>
                </a:path>
                <a:path w="1271904" h="239394">
                  <a:moveTo>
                    <a:pt x="470916" y="34290"/>
                  </a:moveTo>
                  <a:lnTo>
                    <a:pt x="470154" y="30480"/>
                  </a:lnTo>
                  <a:lnTo>
                    <a:pt x="467182" y="21615"/>
                  </a:lnTo>
                  <a:lnTo>
                    <a:pt x="463296" y="17945"/>
                  </a:lnTo>
                  <a:lnTo>
                    <a:pt x="463296" y="34290"/>
                  </a:lnTo>
                  <a:lnTo>
                    <a:pt x="462534" y="38862"/>
                  </a:lnTo>
                  <a:lnTo>
                    <a:pt x="461772" y="42672"/>
                  </a:lnTo>
                  <a:lnTo>
                    <a:pt x="459486" y="45720"/>
                  </a:lnTo>
                  <a:lnTo>
                    <a:pt x="454914" y="48768"/>
                  </a:lnTo>
                  <a:lnTo>
                    <a:pt x="448818" y="48768"/>
                  </a:lnTo>
                  <a:lnTo>
                    <a:pt x="445770" y="47244"/>
                  </a:lnTo>
                  <a:lnTo>
                    <a:pt x="444246" y="45720"/>
                  </a:lnTo>
                  <a:lnTo>
                    <a:pt x="442722" y="42672"/>
                  </a:lnTo>
                  <a:lnTo>
                    <a:pt x="441198" y="38862"/>
                  </a:lnTo>
                  <a:lnTo>
                    <a:pt x="441198" y="29718"/>
                  </a:lnTo>
                  <a:lnTo>
                    <a:pt x="442722" y="25908"/>
                  </a:lnTo>
                  <a:lnTo>
                    <a:pt x="444246" y="22860"/>
                  </a:lnTo>
                  <a:lnTo>
                    <a:pt x="448818" y="19812"/>
                  </a:lnTo>
                  <a:lnTo>
                    <a:pt x="451866" y="19050"/>
                  </a:lnTo>
                  <a:lnTo>
                    <a:pt x="454914" y="19812"/>
                  </a:lnTo>
                  <a:lnTo>
                    <a:pt x="463296" y="34290"/>
                  </a:lnTo>
                  <a:lnTo>
                    <a:pt x="463296" y="17945"/>
                  </a:lnTo>
                  <a:lnTo>
                    <a:pt x="461302" y="16052"/>
                  </a:lnTo>
                  <a:lnTo>
                    <a:pt x="453364" y="14274"/>
                  </a:lnTo>
                  <a:lnTo>
                    <a:pt x="444246" y="16764"/>
                  </a:lnTo>
                  <a:lnTo>
                    <a:pt x="441198" y="19812"/>
                  </a:lnTo>
                  <a:lnTo>
                    <a:pt x="441198" y="15240"/>
                  </a:lnTo>
                  <a:lnTo>
                    <a:pt x="434340" y="15240"/>
                  </a:lnTo>
                  <a:lnTo>
                    <a:pt x="434340" y="68580"/>
                  </a:lnTo>
                  <a:lnTo>
                    <a:pt x="441960" y="68580"/>
                  </a:lnTo>
                  <a:lnTo>
                    <a:pt x="441960" y="49530"/>
                  </a:lnTo>
                  <a:lnTo>
                    <a:pt x="444246" y="51816"/>
                  </a:lnTo>
                  <a:lnTo>
                    <a:pt x="452666" y="54190"/>
                  </a:lnTo>
                  <a:lnTo>
                    <a:pt x="460705" y="52031"/>
                  </a:lnTo>
                  <a:lnTo>
                    <a:pt x="463296" y="49682"/>
                  </a:lnTo>
                  <a:lnTo>
                    <a:pt x="467004" y="46329"/>
                  </a:lnTo>
                  <a:lnTo>
                    <a:pt x="470154" y="38100"/>
                  </a:lnTo>
                  <a:lnTo>
                    <a:pt x="470916" y="34290"/>
                  </a:lnTo>
                  <a:close/>
                </a:path>
                <a:path w="1271904" h="239394">
                  <a:moveTo>
                    <a:pt x="487680" y="99822"/>
                  </a:moveTo>
                  <a:lnTo>
                    <a:pt x="454152" y="99822"/>
                  </a:lnTo>
                  <a:lnTo>
                    <a:pt x="454152" y="105156"/>
                  </a:lnTo>
                  <a:lnTo>
                    <a:pt x="467868" y="105156"/>
                  </a:lnTo>
                  <a:lnTo>
                    <a:pt x="467868" y="137922"/>
                  </a:lnTo>
                  <a:lnTo>
                    <a:pt x="474726" y="137922"/>
                  </a:lnTo>
                  <a:lnTo>
                    <a:pt x="474726" y="105156"/>
                  </a:lnTo>
                  <a:lnTo>
                    <a:pt x="487680" y="105156"/>
                  </a:lnTo>
                  <a:lnTo>
                    <a:pt x="487680" y="99822"/>
                  </a:lnTo>
                  <a:close/>
                </a:path>
                <a:path w="1271904" h="239394">
                  <a:moveTo>
                    <a:pt x="499859" y="209550"/>
                  </a:moveTo>
                  <a:lnTo>
                    <a:pt x="493001" y="208788"/>
                  </a:lnTo>
                  <a:lnTo>
                    <a:pt x="491477" y="213360"/>
                  </a:lnTo>
                  <a:lnTo>
                    <a:pt x="477189" y="217995"/>
                  </a:lnTo>
                  <a:lnTo>
                    <a:pt x="470814" y="206476"/>
                  </a:lnTo>
                  <a:lnTo>
                    <a:pt x="474205" y="192874"/>
                  </a:lnTo>
                  <a:lnTo>
                    <a:pt x="489191" y="191262"/>
                  </a:lnTo>
                  <a:lnTo>
                    <a:pt x="492239" y="196596"/>
                  </a:lnTo>
                  <a:lnTo>
                    <a:pt x="499097" y="196596"/>
                  </a:lnTo>
                  <a:lnTo>
                    <a:pt x="497573" y="191262"/>
                  </a:lnTo>
                  <a:lnTo>
                    <a:pt x="491477" y="185928"/>
                  </a:lnTo>
                  <a:lnTo>
                    <a:pt x="482333" y="184404"/>
                  </a:lnTo>
                  <a:lnTo>
                    <a:pt x="477761" y="184404"/>
                  </a:lnTo>
                  <a:lnTo>
                    <a:pt x="472427" y="186690"/>
                  </a:lnTo>
                  <a:lnTo>
                    <a:pt x="465569" y="193548"/>
                  </a:lnTo>
                  <a:lnTo>
                    <a:pt x="464045" y="198120"/>
                  </a:lnTo>
                  <a:lnTo>
                    <a:pt x="464045" y="208788"/>
                  </a:lnTo>
                  <a:lnTo>
                    <a:pt x="466331" y="216408"/>
                  </a:lnTo>
                  <a:lnTo>
                    <a:pt x="471665" y="220980"/>
                  </a:lnTo>
                  <a:lnTo>
                    <a:pt x="478523" y="224028"/>
                  </a:lnTo>
                  <a:lnTo>
                    <a:pt x="486143" y="224028"/>
                  </a:lnTo>
                  <a:lnTo>
                    <a:pt x="493763" y="220218"/>
                  </a:lnTo>
                  <a:lnTo>
                    <a:pt x="497573" y="215646"/>
                  </a:lnTo>
                  <a:lnTo>
                    <a:pt x="499859" y="209550"/>
                  </a:lnTo>
                  <a:close/>
                </a:path>
                <a:path w="1271904" h="239394">
                  <a:moveTo>
                    <a:pt x="522732" y="15240"/>
                  </a:moveTo>
                  <a:lnTo>
                    <a:pt x="512826" y="15240"/>
                  </a:lnTo>
                  <a:lnTo>
                    <a:pt x="509778" y="22860"/>
                  </a:lnTo>
                  <a:lnTo>
                    <a:pt x="504444" y="38100"/>
                  </a:lnTo>
                  <a:lnTo>
                    <a:pt x="501396" y="45720"/>
                  </a:lnTo>
                  <a:lnTo>
                    <a:pt x="498348" y="38100"/>
                  </a:lnTo>
                  <a:lnTo>
                    <a:pt x="493014" y="22860"/>
                  </a:lnTo>
                  <a:lnTo>
                    <a:pt x="489966" y="15240"/>
                  </a:lnTo>
                  <a:lnTo>
                    <a:pt x="479298" y="15240"/>
                  </a:lnTo>
                  <a:lnTo>
                    <a:pt x="479298" y="53340"/>
                  </a:lnTo>
                  <a:lnTo>
                    <a:pt x="486156" y="53340"/>
                  </a:lnTo>
                  <a:lnTo>
                    <a:pt x="486156" y="21336"/>
                  </a:lnTo>
                  <a:lnTo>
                    <a:pt x="489204" y="29718"/>
                  </a:lnTo>
                  <a:lnTo>
                    <a:pt x="494538" y="44958"/>
                  </a:lnTo>
                  <a:lnTo>
                    <a:pt x="497586" y="53340"/>
                  </a:lnTo>
                  <a:lnTo>
                    <a:pt x="504444" y="53340"/>
                  </a:lnTo>
                  <a:lnTo>
                    <a:pt x="507492" y="45720"/>
                  </a:lnTo>
                  <a:lnTo>
                    <a:pt x="512826" y="30480"/>
                  </a:lnTo>
                  <a:lnTo>
                    <a:pt x="515874" y="22860"/>
                  </a:lnTo>
                  <a:lnTo>
                    <a:pt x="515874" y="53340"/>
                  </a:lnTo>
                  <a:lnTo>
                    <a:pt x="522732" y="53340"/>
                  </a:lnTo>
                  <a:lnTo>
                    <a:pt x="522732" y="15240"/>
                  </a:lnTo>
                  <a:close/>
                </a:path>
                <a:path w="1271904" h="239394">
                  <a:moveTo>
                    <a:pt x="530339" y="115062"/>
                  </a:moveTo>
                  <a:lnTo>
                    <a:pt x="527075" y="106565"/>
                  </a:lnTo>
                  <a:lnTo>
                    <a:pt x="522719" y="102743"/>
                  </a:lnTo>
                  <a:lnTo>
                    <a:pt x="522719" y="114300"/>
                  </a:lnTo>
                  <a:lnTo>
                    <a:pt x="522719" y="123444"/>
                  </a:lnTo>
                  <a:lnTo>
                    <a:pt x="521195" y="127254"/>
                  </a:lnTo>
                  <a:lnTo>
                    <a:pt x="519671" y="130302"/>
                  </a:lnTo>
                  <a:lnTo>
                    <a:pt x="515099" y="133350"/>
                  </a:lnTo>
                  <a:lnTo>
                    <a:pt x="509003" y="133350"/>
                  </a:lnTo>
                  <a:lnTo>
                    <a:pt x="504431" y="130302"/>
                  </a:lnTo>
                  <a:lnTo>
                    <a:pt x="502907" y="127254"/>
                  </a:lnTo>
                  <a:lnTo>
                    <a:pt x="501383" y="123444"/>
                  </a:lnTo>
                  <a:lnTo>
                    <a:pt x="501383" y="115062"/>
                  </a:lnTo>
                  <a:lnTo>
                    <a:pt x="502907" y="111252"/>
                  </a:lnTo>
                  <a:lnTo>
                    <a:pt x="507619" y="105283"/>
                  </a:lnTo>
                  <a:lnTo>
                    <a:pt x="513930" y="104406"/>
                  </a:lnTo>
                  <a:lnTo>
                    <a:pt x="519684" y="107721"/>
                  </a:lnTo>
                  <a:lnTo>
                    <a:pt x="522719" y="114300"/>
                  </a:lnTo>
                  <a:lnTo>
                    <a:pt x="522719" y="102743"/>
                  </a:lnTo>
                  <a:lnTo>
                    <a:pt x="520763" y="101015"/>
                  </a:lnTo>
                  <a:lnTo>
                    <a:pt x="512787" y="99237"/>
                  </a:lnTo>
                  <a:lnTo>
                    <a:pt x="504431" y="102108"/>
                  </a:lnTo>
                  <a:lnTo>
                    <a:pt x="501383" y="105156"/>
                  </a:lnTo>
                  <a:lnTo>
                    <a:pt x="501383" y="99822"/>
                  </a:lnTo>
                  <a:lnTo>
                    <a:pt x="494525" y="99822"/>
                  </a:lnTo>
                  <a:lnTo>
                    <a:pt x="494525" y="153162"/>
                  </a:lnTo>
                  <a:lnTo>
                    <a:pt x="502145" y="153162"/>
                  </a:lnTo>
                  <a:lnTo>
                    <a:pt x="502145" y="134112"/>
                  </a:lnTo>
                  <a:lnTo>
                    <a:pt x="502907" y="135636"/>
                  </a:lnTo>
                  <a:lnTo>
                    <a:pt x="504431" y="136398"/>
                  </a:lnTo>
                  <a:lnTo>
                    <a:pt x="512521" y="139115"/>
                  </a:lnTo>
                  <a:lnTo>
                    <a:pt x="520763" y="136817"/>
                  </a:lnTo>
                  <a:lnTo>
                    <a:pt x="522719" y="135026"/>
                  </a:lnTo>
                  <a:lnTo>
                    <a:pt x="527304" y="130860"/>
                  </a:lnTo>
                  <a:lnTo>
                    <a:pt x="530339" y="122682"/>
                  </a:lnTo>
                  <a:lnTo>
                    <a:pt x="530339" y="115062"/>
                  </a:lnTo>
                  <a:close/>
                </a:path>
                <a:path w="1271904" h="239394">
                  <a:moveTo>
                    <a:pt x="539496" y="185166"/>
                  </a:moveTo>
                  <a:lnTo>
                    <a:pt x="531876" y="185166"/>
                  </a:lnTo>
                  <a:lnTo>
                    <a:pt x="527304" y="192786"/>
                  </a:lnTo>
                  <a:lnTo>
                    <a:pt x="517398" y="206502"/>
                  </a:lnTo>
                  <a:lnTo>
                    <a:pt x="512826" y="214122"/>
                  </a:lnTo>
                  <a:lnTo>
                    <a:pt x="512826" y="185166"/>
                  </a:lnTo>
                  <a:lnTo>
                    <a:pt x="505968" y="185166"/>
                  </a:lnTo>
                  <a:lnTo>
                    <a:pt x="505968" y="223266"/>
                  </a:lnTo>
                  <a:lnTo>
                    <a:pt x="512826" y="223266"/>
                  </a:lnTo>
                  <a:lnTo>
                    <a:pt x="518160" y="215646"/>
                  </a:lnTo>
                  <a:lnTo>
                    <a:pt x="527304" y="201168"/>
                  </a:lnTo>
                  <a:lnTo>
                    <a:pt x="532638" y="194310"/>
                  </a:lnTo>
                  <a:lnTo>
                    <a:pt x="532638" y="223266"/>
                  </a:lnTo>
                  <a:lnTo>
                    <a:pt x="539496" y="223266"/>
                  </a:lnTo>
                  <a:lnTo>
                    <a:pt x="539496" y="185166"/>
                  </a:lnTo>
                  <a:close/>
                </a:path>
                <a:path w="1271904" h="239394">
                  <a:moveTo>
                    <a:pt x="569963" y="53340"/>
                  </a:moveTo>
                  <a:lnTo>
                    <a:pt x="567677" y="48768"/>
                  </a:lnTo>
                  <a:lnTo>
                    <a:pt x="566915" y="22860"/>
                  </a:lnTo>
                  <a:lnTo>
                    <a:pt x="563105" y="16764"/>
                  </a:lnTo>
                  <a:lnTo>
                    <a:pt x="560590" y="16268"/>
                  </a:lnTo>
                  <a:lnTo>
                    <a:pt x="560590" y="42278"/>
                  </a:lnTo>
                  <a:lnTo>
                    <a:pt x="559358" y="46913"/>
                  </a:lnTo>
                  <a:lnTo>
                    <a:pt x="552437" y="48768"/>
                  </a:lnTo>
                  <a:lnTo>
                    <a:pt x="550151" y="48768"/>
                  </a:lnTo>
                  <a:lnTo>
                    <a:pt x="547103" y="49530"/>
                  </a:lnTo>
                  <a:lnTo>
                    <a:pt x="544817" y="48768"/>
                  </a:lnTo>
                  <a:lnTo>
                    <a:pt x="542531" y="48768"/>
                  </a:lnTo>
                  <a:lnTo>
                    <a:pt x="541007" y="48006"/>
                  </a:lnTo>
                  <a:lnTo>
                    <a:pt x="539483" y="46482"/>
                  </a:lnTo>
                  <a:lnTo>
                    <a:pt x="538721" y="44958"/>
                  </a:lnTo>
                  <a:lnTo>
                    <a:pt x="538721" y="41910"/>
                  </a:lnTo>
                  <a:lnTo>
                    <a:pt x="539483" y="41148"/>
                  </a:lnTo>
                  <a:lnTo>
                    <a:pt x="539483" y="40386"/>
                  </a:lnTo>
                  <a:lnTo>
                    <a:pt x="540245" y="38862"/>
                  </a:lnTo>
                  <a:lnTo>
                    <a:pt x="541769" y="38862"/>
                  </a:lnTo>
                  <a:lnTo>
                    <a:pt x="542531" y="38100"/>
                  </a:lnTo>
                  <a:lnTo>
                    <a:pt x="544055" y="37338"/>
                  </a:lnTo>
                  <a:lnTo>
                    <a:pt x="546341" y="37338"/>
                  </a:lnTo>
                  <a:lnTo>
                    <a:pt x="548627" y="36576"/>
                  </a:lnTo>
                  <a:lnTo>
                    <a:pt x="557771" y="35052"/>
                  </a:lnTo>
                  <a:lnTo>
                    <a:pt x="560057" y="34290"/>
                  </a:lnTo>
                  <a:lnTo>
                    <a:pt x="560057" y="35814"/>
                  </a:lnTo>
                  <a:lnTo>
                    <a:pt x="560590" y="42278"/>
                  </a:lnTo>
                  <a:lnTo>
                    <a:pt x="560590" y="16268"/>
                  </a:lnTo>
                  <a:lnTo>
                    <a:pt x="552437" y="14630"/>
                  </a:lnTo>
                  <a:lnTo>
                    <a:pt x="550151" y="14592"/>
                  </a:lnTo>
                  <a:lnTo>
                    <a:pt x="541769" y="15240"/>
                  </a:lnTo>
                  <a:lnTo>
                    <a:pt x="535673" y="19812"/>
                  </a:lnTo>
                  <a:lnTo>
                    <a:pt x="532625" y="25908"/>
                  </a:lnTo>
                  <a:lnTo>
                    <a:pt x="539483" y="26670"/>
                  </a:lnTo>
                  <a:lnTo>
                    <a:pt x="542531" y="21336"/>
                  </a:lnTo>
                  <a:lnTo>
                    <a:pt x="550151" y="19812"/>
                  </a:lnTo>
                  <a:lnTo>
                    <a:pt x="558533" y="22098"/>
                  </a:lnTo>
                  <a:lnTo>
                    <a:pt x="560057" y="24384"/>
                  </a:lnTo>
                  <a:lnTo>
                    <a:pt x="560057" y="28956"/>
                  </a:lnTo>
                  <a:lnTo>
                    <a:pt x="544055" y="32004"/>
                  </a:lnTo>
                  <a:lnTo>
                    <a:pt x="536435" y="34290"/>
                  </a:lnTo>
                  <a:lnTo>
                    <a:pt x="531101" y="41148"/>
                  </a:lnTo>
                  <a:lnTo>
                    <a:pt x="531101" y="45720"/>
                  </a:lnTo>
                  <a:lnTo>
                    <a:pt x="534911" y="51054"/>
                  </a:lnTo>
                  <a:lnTo>
                    <a:pt x="538721" y="52959"/>
                  </a:lnTo>
                  <a:lnTo>
                    <a:pt x="539483" y="53340"/>
                  </a:lnTo>
                  <a:lnTo>
                    <a:pt x="545579" y="54102"/>
                  </a:lnTo>
                  <a:lnTo>
                    <a:pt x="553199" y="52578"/>
                  </a:lnTo>
                  <a:lnTo>
                    <a:pt x="560590" y="48882"/>
                  </a:lnTo>
                  <a:lnTo>
                    <a:pt x="560819" y="48768"/>
                  </a:lnTo>
                  <a:lnTo>
                    <a:pt x="562343" y="53340"/>
                  </a:lnTo>
                  <a:lnTo>
                    <a:pt x="569963" y="53340"/>
                  </a:lnTo>
                  <a:close/>
                </a:path>
                <a:path w="1271904" h="239394">
                  <a:moveTo>
                    <a:pt x="575310" y="118872"/>
                  </a:moveTo>
                  <a:lnTo>
                    <a:pt x="571588" y="106133"/>
                  </a:lnTo>
                  <a:lnTo>
                    <a:pt x="568452" y="104140"/>
                  </a:lnTo>
                  <a:lnTo>
                    <a:pt x="568452" y="118872"/>
                  </a:lnTo>
                  <a:lnTo>
                    <a:pt x="567690" y="123444"/>
                  </a:lnTo>
                  <a:lnTo>
                    <a:pt x="566166" y="127254"/>
                  </a:lnTo>
                  <a:lnTo>
                    <a:pt x="564642" y="130302"/>
                  </a:lnTo>
                  <a:lnTo>
                    <a:pt x="562356" y="131826"/>
                  </a:lnTo>
                  <a:lnTo>
                    <a:pt x="559308" y="133350"/>
                  </a:lnTo>
                  <a:lnTo>
                    <a:pt x="552450" y="133350"/>
                  </a:lnTo>
                  <a:lnTo>
                    <a:pt x="549402" y="131826"/>
                  </a:lnTo>
                  <a:lnTo>
                    <a:pt x="547116" y="130302"/>
                  </a:lnTo>
                  <a:lnTo>
                    <a:pt x="544830" y="127254"/>
                  </a:lnTo>
                  <a:lnTo>
                    <a:pt x="543306" y="119634"/>
                  </a:lnTo>
                  <a:lnTo>
                    <a:pt x="544068" y="115062"/>
                  </a:lnTo>
                  <a:lnTo>
                    <a:pt x="544830" y="111252"/>
                  </a:lnTo>
                  <a:lnTo>
                    <a:pt x="547116" y="108204"/>
                  </a:lnTo>
                  <a:lnTo>
                    <a:pt x="549402" y="105918"/>
                  </a:lnTo>
                  <a:lnTo>
                    <a:pt x="555498" y="104394"/>
                  </a:lnTo>
                  <a:lnTo>
                    <a:pt x="559308" y="105156"/>
                  </a:lnTo>
                  <a:lnTo>
                    <a:pt x="568452" y="118872"/>
                  </a:lnTo>
                  <a:lnTo>
                    <a:pt x="568452" y="104140"/>
                  </a:lnTo>
                  <a:lnTo>
                    <a:pt x="561695" y="99809"/>
                  </a:lnTo>
                  <a:lnTo>
                    <a:pt x="550164" y="100126"/>
                  </a:lnTo>
                  <a:lnTo>
                    <a:pt x="549402" y="100190"/>
                  </a:lnTo>
                  <a:lnTo>
                    <a:pt x="538734" y="107442"/>
                  </a:lnTo>
                  <a:lnTo>
                    <a:pt x="537210" y="112776"/>
                  </a:lnTo>
                  <a:lnTo>
                    <a:pt x="536448" y="118872"/>
                  </a:lnTo>
                  <a:lnTo>
                    <a:pt x="537210" y="124968"/>
                  </a:lnTo>
                  <a:lnTo>
                    <a:pt x="538734" y="130302"/>
                  </a:lnTo>
                  <a:lnTo>
                    <a:pt x="541782" y="134112"/>
                  </a:lnTo>
                  <a:lnTo>
                    <a:pt x="543306" y="135331"/>
                  </a:lnTo>
                  <a:lnTo>
                    <a:pt x="545592" y="137160"/>
                  </a:lnTo>
                  <a:lnTo>
                    <a:pt x="550164" y="138684"/>
                  </a:lnTo>
                  <a:lnTo>
                    <a:pt x="555498" y="139446"/>
                  </a:lnTo>
                  <a:lnTo>
                    <a:pt x="563118" y="137922"/>
                  </a:lnTo>
                  <a:lnTo>
                    <a:pt x="568452" y="135255"/>
                  </a:lnTo>
                  <a:lnTo>
                    <a:pt x="569214" y="134874"/>
                  </a:lnTo>
                  <a:lnTo>
                    <a:pt x="570738" y="132588"/>
                  </a:lnTo>
                  <a:lnTo>
                    <a:pt x="573024" y="130302"/>
                  </a:lnTo>
                  <a:lnTo>
                    <a:pt x="574548" y="126492"/>
                  </a:lnTo>
                  <a:lnTo>
                    <a:pt x="575310" y="122682"/>
                  </a:lnTo>
                  <a:lnTo>
                    <a:pt x="575310" y="118872"/>
                  </a:lnTo>
                  <a:close/>
                </a:path>
                <a:path w="1271904" h="239394">
                  <a:moveTo>
                    <a:pt x="583679" y="196596"/>
                  </a:moveTo>
                  <a:lnTo>
                    <a:pt x="581393" y="191262"/>
                  </a:lnTo>
                  <a:lnTo>
                    <a:pt x="576059" y="185928"/>
                  </a:lnTo>
                  <a:lnTo>
                    <a:pt x="566915" y="184404"/>
                  </a:lnTo>
                  <a:lnTo>
                    <a:pt x="562343" y="184404"/>
                  </a:lnTo>
                  <a:lnTo>
                    <a:pt x="557009" y="186690"/>
                  </a:lnTo>
                  <a:lnTo>
                    <a:pt x="550151" y="193548"/>
                  </a:lnTo>
                  <a:lnTo>
                    <a:pt x="547865" y="204216"/>
                  </a:lnTo>
                  <a:lnTo>
                    <a:pt x="549389" y="212598"/>
                  </a:lnTo>
                  <a:lnTo>
                    <a:pt x="556247" y="220980"/>
                  </a:lnTo>
                  <a:lnTo>
                    <a:pt x="563105" y="224028"/>
                  </a:lnTo>
                  <a:lnTo>
                    <a:pt x="570725" y="224028"/>
                  </a:lnTo>
                  <a:lnTo>
                    <a:pt x="578345" y="220218"/>
                  </a:lnTo>
                  <a:lnTo>
                    <a:pt x="582155" y="215646"/>
                  </a:lnTo>
                  <a:lnTo>
                    <a:pt x="583679" y="209550"/>
                  </a:lnTo>
                  <a:lnTo>
                    <a:pt x="577583" y="208788"/>
                  </a:lnTo>
                  <a:lnTo>
                    <a:pt x="576059" y="213360"/>
                  </a:lnTo>
                  <a:lnTo>
                    <a:pt x="570725" y="217932"/>
                  </a:lnTo>
                  <a:lnTo>
                    <a:pt x="562343" y="217932"/>
                  </a:lnTo>
                  <a:lnTo>
                    <a:pt x="558533" y="214884"/>
                  </a:lnTo>
                  <a:lnTo>
                    <a:pt x="555485" y="207264"/>
                  </a:lnTo>
                  <a:lnTo>
                    <a:pt x="556247" y="197358"/>
                  </a:lnTo>
                  <a:lnTo>
                    <a:pt x="560057" y="191262"/>
                  </a:lnTo>
                  <a:lnTo>
                    <a:pt x="567677" y="189738"/>
                  </a:lnTo>
                  <a:lnTo>
                    <a:pt x="573773" y="191262"/>
                  </a:lnTo>
                  <a:lnTo>
                    <a:pt x="576821" y="196596"/>
                  </a:lnTo>
                  <a:lnTo>
                    <a:pt x="583679" y="196596"/>
                  </a:lnTo>
                  <a:close/>
                </a:path>
                <a:path w="1271904" h="239394">
                  <a:moveTo>
                    <a:pt x="616445" y="48006"/>
                  </a:moveTo>
                  <a:lnTo>
                    <a:pt x="611873" y="48006"/>
                  </a:lnTo>
                  <a:lnTo>
                    <a:pt x="611873" y="15240"/>
                  </a:lnTo>
                  <a:lnTo>
                    <a:pt x="605015" y="15240"/>
                  </a:lnTo>
                  <a:lnTo>
                    <a:pt x="605015" y="48006"/>
                  </a:lnTo>
                  <a:lnTo>
                    <a:pt x="585203" y="48006"/>
                  </a:lnTo>
                  <a:lnTo>
                    <a:pt x="585203" y="15240"/>
                  </a:lnTo>
                  <a:lnTo>
                    <a:pt x="578345" y="15240"/>
                  </a:lnTo>
                  <a:lnTo>
                    <a:pt x="578345" y="53340"/>
                  </a:lnTo>
                  <a:lnTo>
                    <a:pt x="611111" y="53340"/>
                  </a:lnTo>
                  <a:lnTo>
                    <a:pt x="611111" y="64008"/>
                  </a:lnTo>
                  <a:lnTo>
                    <a:pt x="616445" y="64008"/>
                  </a:lnTo>
                  <a:lnTo>
                    <a:pt x="616445" y="48006"/>
                  </a:lnTo>
                  <a:close/>
                </a:path>
                <a:path w="1271904" h="239394">
                  <a:moveTo>
                    <a:pt x="617220" y="124968"/>
                  </a:moveTo>
                  <a:lnTo>
                    <a:pt x="615696" y="121920"/>
                  </a:lnTo>
                  <a:lnTo>
                    <a:pt x="612648" y="118872"/>
                  </a:lnTo>
                  <a:lnTo>
                    <a:pt x="610362" y="118110"/>
                  </a:lnTo>
                  <a:lnTo>
                    <a:pt x="610362" y="125730"/>
                  </a:lnTo>
                  <a:lnTo>
                    <a:pt x="610362" y="127254"/>
                  </a:lnTo>
                  <a:lnTo>
                    <a:pt x="608076" y="131826"/>
                  </a:lnTo>
                  <a:lnTo>
                    <a:pt x="605790" y="132588"/>
                  </a:lnTo>
                  <a:lnTo>
                    <a:pt x="590550" y="132588"/>
                  </a:lnTo>
                  <a:lnTo>
                    <a:pt x="590550" y="121920"/>
                  </a:lnTo>
                  <a:lnTo>
                    <a:pt x="605790" y="121920"/>
                  </a:lnTo>
                  <a:lnTo>
                    <a:pt x="606552" y="122682"/>
                  </a:lnTo>
                  <a:lnTo>
                    <a:pt x="608076" y="122682"/>
                  </a:lnTo>
                  <a:lnTo>
                    <a:pt x="608838" y="123444"/>
                  </a:lnTo>
                  <a:lnTo>
                    <a:pt x="609600" y="124968"/>
                  </a:lnTo>
                  <a:lnTo>
                    <a:pt x="610362" y="125730"/>
                  </a:lnTo>
                  <a:lnTo>
                    <a:pt x="610362" y="118110"/>
                  </a:lnTo>
                  <a:lnTo>
                    <a:pt x="613410" y="116586"/>
                  </a:lnTo>
                  <a:lnTo>
                    <a:pt x="615696" y="112014"/>
                  </a:lnTo>
                  <a:lnTo>
                    <a:pt x="615696" y="110490"/>
                  </a:lnTo>
                  <a:lnTo>
                    <a:pt x="614934" y="108204"/>
                  </a:lnTo>
                  <a:lnTo>
                    <a:pt x="614934" y="105918"/>
                  </a:lnTo>
                  <a:lnTo>
                    <a:pt x="611886" y="102870"/>
                  </a:lnTo>
                  <a:lnTo>
                    <a:pt x="610362" y="102108"/>
                  </a:lnTo>
                  <a:lnTo>
                    <a:pt x="608838" y="100584"/>
                  </a:lnTo>
                  <a:lnTo>
                    <a:pt x="608076" y="100584"/>
                  </a:lnTo>
                  <a:lnTo>
                    <a:pt x="608076" y="108966"/>
                  </a:lnTo>
                  <a:lnTo>
                    <a:pt x="608076" y="112776"/>
                  </a:lnTo>
                  <a:lnTo>
                    <a:pt x="607314" y="114300"/>
                  </a:lnTo>
                  <a:lnTo>
                    <a:pt x="605790" y="115062"/>
                  </a:lnTo>
                  <a:lnTo>
                    <a:pt x="605028" y="115824"/>
                  </a:lnTo>
                  <a:lnTo>
                    <a:pt x="602742" y="115824"/>
                  </a:lnTo>
                  <a:lnTo>
                    <a:pt x="600456" y="116586"/>
                  </a:lnTo>
                  <a:lnTo>
                    <a:pt x="590550" y="116586"/>
                  </a:lnTo>
                  <a:lnTo>
                    <a:pt x="590550" y="105156"/>
                  </a:lnTo>
                  <a:lnTo>
                    <a:pt x="598170" y="105156"/>
                  </a:lnTo>
                  <a:lnTo>
                    <a:pt x="601218" y="105918"/>
                  </a:lnTo>
                  <a:lnTo>
                    <a:pt x="604266" y="105918"/>
                  </a:lnTo>
                  <a:lnTo>
                    <a:pt x="607314" y="107442"/>
                  </a:lnTo>
                  <a:lnTo>
                    <a:pt x="608076" y="108966"/>
                  </a:lnTo>
                  <a:lnTo>
                    <a:pt x="608076" y="100584"/>
                  </a:lnTo>
                  <a:lnTo>
                    <a:pt x="603504" y="100584"/>
                  </a:lnTo>
                  <a:lnTo>
                    <a:pt x="599694" y="99822"/>
                  </a:lnTo>
                  <a:lnTo>
                    <a:pt x="582930" y="99822"/>
                  </a:lnTo>
                  <a:lnTo>
                    <a:pt x="582930" y="137922"/>
                  </a:lnTo>
                  <a:lnTo>
                    <a:pt x="590550" y="137922"/>
                  </a:lnTo>
                  <a:lnTo>
                    <a:pt x="599694" y="137807"/>
                  </a:lnTo>
                  <a:lnTo>
                    <a:pt x="603504" y="137629"/>
                  </a:lnTo>
                  <a:lnTo>
                    <a:pt x="604266" y="137693"/>
                  </a:lnTo>
                  <a:lnTo>
                    <a:pt x="610946" y="139509"/>
                  </a:lnTo>
                  <a:lnTo>
                    <a:pt x="615696" y="133350"/>
                  </a:lnTo>
                  <a:lnTo>
                    <a:pt x="617220" y="131064"/>
                  </a:lnTo>
                  <a:lnTo>
                    <a:pt x="617220" y="124968"/>
                  </a:lnTo>
                  <a:close/>
                </a:path>
                <a:path w="1271904" h="239394">
                  <a:moveTo>
                    <a:pt x="620268" y="185166"/>
                  </a:moveTo>
                  <a:lnTo>
                    <a:pt x="585978" y="185166"/>
                  </a:lnTo>
                  <a:lnTo>
                    <a:pt x="585978" y="190500"/>
                  </a:lnTo>
                  <a:lnTo>
                    <a:pt x="599694" y="190500"/>
                  </a:lnTo>
                  <a:lnTo>
                    <a:pt x="599694" y="223266"/>
                  </a:lnTo>
                  <a:lnTo>
                    <a:pt x="606552" y="223266"/>
                  </a:lnTo>
                  <a:lnTo>
                    <a:pt x="606552" y="190500"/>
                  </a:lnTo>
                  <a:lnTo>
                    <a:pt x="620268" y="190500"/>
                  </a:lnTo>
                  <a:lnTo>
                    <a:pt x="620268" y="185166"/>
                  </a:lnTo>
                  <a:close/>
                </a:path>
                <a:path w="1271904" h="239394">
                  <a:moveTo>
                    <a:pt x="658368" y="15240"/>
                  </a:moveTo>
                  <a:lnTo>
                    <a:pt x="650748" y="15240"/>
                  </a:lnTo>
                  <a:lnTo>
                    <a:pt x="645414" y="22860"/>
                  </a:lnTo>
                  <a:lnTo>
                    <a:pt x="636270" y="36576"/>
                  </a:lnTo>
                  <a:lnTo>
                    <a:pt x="630936" y="44196"/>
                  </a:lnTo>
                  <a:lnTo>
                    <a:pt x="630936" y="15240"/>
                  </a:lnTo>
                  <a:lnTo>
                    <a:pt x="624078" y="15240"/>
                  </a:lnTo>
                  <a:lnTo>
                    <a:pt x="624078" y="53340"/>
                  </a:lnTo>
                  <a:lnTo>
                    <a:pt x="631698" y="53340"/>
                  </a:lnTo>
                  <a:lnTo>
                    <a:pt x="637032" y="45720"/>
                  </a:lnTo>
                  <a:lnTo>
                    <a:pt x="646176" y="32004"/>
                  </a:lnTo>
                  <a:lnTo>
                    <a:pt x="650748" y="24384"/>
                  </a:lnTo>
                  <a:lnTo>
                    <a:pt x="650748" y="53340"/>
                  </a:lnTo>
                  <a:lnTo>
                    <a:pt x="658368" y="53340"/>
                  </a:lnTo>
                  <a:lnTo>
                    <a:pt x="658368" y="15240"/>
                  </a:lnTo>
                  <a:close/>
                </a:path>
                <a:path w="1271904" h="239394">
                  <a:moveTo>
                    <a:pt x="662927" y="204216"/>
                  </a:moveTo>
                  <a:lnTo>
                    <a:pt x="658596" y="190830"/>
                  </a:lnTo>
                  <a:lnTo>
                    <a:pt x="655307" y="188874"/>
                  </a:lnTo>
                  <a:lnTo>
                    <a:pt x="655307" y="200406"/>
                  </a:lnTo>
                  <a:lnTo>
                    <a:pt x="632447" y="200406"/>
                  </a:lnTo>
                  <a:lnTo>
                    <a:pt x="633209" y="197358"/>
                  </a:lnTo>
                  <a:lnTo>
                    <a:pt x="637590" y="191604"/>
                  </a:lnTo>
                  <a:lnTo>
                    <a:pt x="643915" y="189484"/>
                  </a:lnTo>
                  <a:lnTo>
                    <a:pt x="650227" y="191300"/>
                  </a:lnTo>
                  <a:lnTo>
                    <a:pt x="654545" y="197358"/>
                  </a:lnTo>
                  <a:lnTo>
                    <a:pt x="655307" y="200406"/>
                  </a:lnTo>
                  <a:lnTo>
                    <a:pt x="655307" y="188874"/>
                  </a:lnTo>
                  <a:lnTo>
                    <a:pt x="648411" y="184759"/>
                  </a:lnTo>
                  <a:lnTo>
                    <a:pt x="636524" y="185750"/>
                  </a:lnTo>
                  <a:lnTo>
                    <a:pt x="627113" y="193548"/>
                  </a:lnTo>
                  <a:lnTo>
                    <a:pt x="624827" y="198120"/>
                  </a:lnTo>
                  <a:lnTo>
                    <a:pt x="624827" y="204216"/>
                  </a:lnTo>
                  <a:lnTo>
                    <a:pt x="627532" y="215874"/>
                  </a:lnTo>
                  <a:lnTo>
                    <a:pt x="631685" y="218986"/>
                  </a:lnTo>
                  <a:lnTo>
                    <a:pt x="636600" y="222656"/>
                  </a:lnTo>
                  <a:lnTo>
                    <a:pt x="648347" y="223837"/>
                  </a:lnTo>
                  <a:lnTo>
                    <a:pt x="659117" y="218694"/>
                  </a:lnTo>
                  <a:lnTo>
                    <a:pt x="660641" y="215646"/>
                  </a:lnTo>
                  <a:lnTo>
                    <a:pt x="662165" y="211836"/>
                  </a:lnTo>
                  <a:lnTo>
                    <a:pt x="660641" y="211074"/>
                  </a:lnTo>
                  <a:lnTo>
                    <a:pt x="656831" y="211074"/>
                  </a:lnTo>
                  <a:lnTo>
                    <a:pt x="655307" y="210312"/>
                  </a:lnTo>
                  <a:lnTo>
                    <a:pt x="653783" y="213360"/>
                  </a:lnTo>
                  <a:lnTo>
                    <a:pt x="649211" y="217932"/>
                  </a:lnTo>
                  <a:lnTo>
                    <a:pt x="646925" y="218694"/>
                  </a:lnTo>
                  <a:lnTo>
                    <a:pt x="644639" y="218694"/>
                  </a:lnTo>
                  <a:lnTo>
                    <a:pt x="631685" y="205740"/>
                  </a:lnTo>
                  <a:lnTo>
                    <a:pt x="632447" y="205740"/>
                  </a:lnTo>
                  <a:lnTo>
                    <a:pt x="655307" y="205740"/>
                  </a:lnTo>
                  <a:lnTo>
                    <a:pt x="662927" y="205740"/>
                  </a:lnTo>
                  <a:lnTo>
                    <a:pt x="662927" y="204216"/>
                  </a:lnTo>
                  <a:close/>
                </a:path>
                <a:path w="1271904" h="239394">
                  <a:moveTo>
                    <a:pt x="685800" y="119634"/>
                  </a:moveTo>
                  <a:lnTo>
                    <a:pt x="684276" y="111252"/>
                  </a:lnTo>
                  <a:lnTo>
                    <a:pt x="678180" y="103809"/>
                  </a:lnTo>
                  <a:lnTo>
                    <a:pt x="678180" y="115062"/>
                  </a:lnTo>
                  <a:lnTo>
                    <a:pt x="678180" y="122682"/>
                  </a:lnTo>
                  <a:lnTo>
                    <a:pt x="666750" y="134112"/>
                  </a:lnTo>
                  <a:lnTo>
                    <a:pt x="662940" y="133350"/>
                  </a:lnTo>
                  <a:lnTo>
                    <a:pt x="659892" y="131826"/>
                  </a:lnTo>
                  <a:lnTo>
                    <a:pt x="657606" y="130302"/>
                  </a:lnTo>
                  <a:lnTo>
                    <a:pt x="654558" y="124206"/>
                  </a:lnTo>
                  <a:lnTo>
                    <a:pt x="654558" y="115824"/>
                  </a:lnTo>
                  <a:lnTo>
                    <a:pt x="658050" y="108953"/>
                  </a:lnTo>
                  <a:lnTo>
                    <a:pt x="664489" y="105587"/>
                  </a:lnTo>
                  <a:lnTo>
                    <a:pt x="671487" y="106387"/>
                  </a:lnTo>
                  <a:lnTo>
                    <a:pt x="676656" y="112014"/>
                  </a:lnTo>
                  <a:lnTo>
                    <a:pt x="678180" y="115062"/>
                  </a:lnTo>
                  <a:lnTo>
                    <a:pt x="678180" y="103809"/>
                  </a:lnTo>
                  <a:lnTo>
                    <a:pt x="677418" y="102870"/>
                  </a:lnTo>
                  <a:lnTo>
                    <a:pt x="666750" y="99822"/>
                  </a:lnTo>
                  <a:lnTo>
                    <a:pt x="658368" y="102108"/>
                  </a:lnTo>
                  <a:lnTo>
                    <a:pt x="652272" y="107442"/>
                  </a:lnTo>
                  <a:lnTo>
                    <a:pt x="653796" y="98298"/>
                  </a:lnTo>
                  <a:lnTo>
                    <a:pt x="658368" y="93726"/>
                  </a:lnTo>
                  <a:lnTo>
                    <a:pt x="678942" y="91440"/>
                  </a:lnTo>
                  <a:lnTo>
                    <a:pt x="682752" y="89154"/>
                  </a:lnTo>
                  <a:lnTo>
                    <a:pt x="685038" y="83820"/>
                  </a:lnTo>
                  <a:lnTo>
                    <a:pt x="678180" y="83820"/>
                  </a:lnTo>
                  <a:lnTo>
                    <a:pt x="677418" y="85344"/>
                  </a:lnTo>
                  <a:lnTo>
                    <a:pt x="669036" y="85344"/>
                  </a:lnTo>
                  <a:lnTo>
                    <a:pt x="659130" y="86868"/>
                  </a:lnTo>
                  <a:lnTo>
                    <a:pt x="651510" y="90678"/>
                  </a:lnTo>
                  <a:lnTo>
                    <a:pt x="647700" y="98298"/>
                  </a:lnTo>
                  <a:lnTo>
                    <a:pt x="646938" y="111252"/>
                  </a:lnTo>
                  <a:lnTo>
                    <a:pt x="647700" y="124968"/>
                  </a:lnTo>
                  <a:lnTo>
                    <a:pt x="650748" y="132588"/>
                  </a:lnTo>
                  <a:lnTo>
                    <a:pt x="652272" y="133731"/>
                  </a:lnTo>
                  <a:lnTo>
                    <a:pt x="654558" y="135445"/>
                  </a:lnTo>
                  <a:lnTo>
                    <a:pt x="656844" y="137160"/>
                  </a:lnTo>
                  <a:lnTo>
                    <a:pt x="666750" y="139446"/>
                  </a:lnTo>
                  <a:lnTo>
                    <a:pt x="672084" y="138684"/>
                  </a:lnTo>
                  <a:lnTo>
                    <a:pt x="678180" y="135356"/>
                  </a:lnTo>
                  <a:lnTo>
                    <a:pt x="680466" y="134112"/>
                  </a:lnTo>
                  <a:lnTo>
                    <a:pt x="685038" y="124968"/>
                  </a:lnTo>
                  <a:lnTo>
                    <a:pt x="685800" y="119634"/>
                  </a:lnTo>
                  <a:close/>
                </a:path>
                <a:path w="1271904" h="239394">
                  <a:moveTo>
                    <a:pt x="701789" y="15240"/>
                  </a:moveTo>
                  <a:lnTo>
                    <a:pt x="694169" y="15214"/>
                  </a:lnTo>
                  <a:lnTo>
                    <a:pt x="694169" y="20574"/>
                  </a:lnTo>
                  <a:lnTo>
                    <a:pt x="694169" y="33528"/>
                  </a:lnTo>
                  <a:lnTo>
                    <a:pt x="688835" y="33528"/>
                  </a:lnTo>
                  <a:lnTo>
                    <a:pt x="682599" y="32461"/>
                  </a:lnTo>
                  <a:lnTo>
                    <a:pt x="678192" y="34353"/>
                  </a:lnTo>
                  <a:lnTo>
                    <a:pt x="674357" y="28956"/>
                  </a:lnTo>
                  <a:lnTo>
                    <a:pt x="674357" y="25146"/>
                  </a:lnTo>
                  <a:lnTo>
                    <a:pt x="676668" y="19481"/>
                  </a:lnTo>
                  <a:lnTo>
                    <a:pt x="682599" y="20612"/>
                  </a:lnTo>
                  <a:lnTo>
                    <a:pt x="694169" y="20574"/>
                  </a:lnTo>
                  <a:lnTo>
                    <a:pt x="694169" y="15214"/>
                  </a:lnTo>
                  <a:lnTo>
                    <a:pt x="682637" y="15151"/>
                  </a:lnTo>
                  <a:lnTo>
                    <a:pt x="678929" y="15024"/>
                  </a:lnTo>
                  <a:lnTo>
                    <a:pt x="675043" y="14287"/>
                  </a:lnTo>
                  <a:lnTo>
                    <a:pt x="669023" y="20574"/>
                  </a:lnTo>
                  <a:lnTo>
                    <a:pt x="667499" y="23622"/>
                  </a:lnTo>
                  <a:lnTo>
                    <a:pt x="667499" y="28956"/>
                  </a:lnTo>
                  <a:lnTo>
                    <a:pt x="668261" y="31242"/>
                  </a:lnTo>
                  <a:lnTo>
                    <a:pt x="672833" y="35814"/>
                  </a:lnTo>
                  <a:lnTo>
                    <a:pt x="674357" y="36830"/>
                  </a:lnTo>
                  <a:lnTo>
                    <a:pt x="675119" y="37338"/>
                  </a:lnTo>
                  <a:lnTo>
                    <a:pt x="678929" y="38100"/>
                  </a:lnTo>
                  <a:lnTo>
                    <a:pt x="676643" y="38862"/>
                  </a:lnTo>
                  <a:lnTo>
                    <a:pt x="674357" y="40386"/>
                  </a:lnTo>
                  <a:lnTo>
                    <a:pt x="672071" y="43434"/>
                  </a:lnTo>
                  <a:lnTo>
                    <a:pt x="669785" y="45720"/>
                  </a:lnTo>
                  <a:lnTo>
                    <a:pt x="666737" y="50292"/>
                  </a:lnTo>
                  <a:lnTo>
                    <a:pt x="664451" y="53340"/>
                  </a:lnTo>
                  <a:lnTo>
                    <a:pt x="673595" y="53340"/>
                  </a:lnTo>
                  <a:lnTo>
                    <a:pt x="675119" y="51054"/>
                  </a:lnTo>
                  <a:lnTo>
                    <a:pt x="677405" y="47244"/>
                  </a:lnTo>
                  <a:lnTo>
                    <a:pt x="678929" y="45720"/>
                  </a:lnTo>
                  <a:lnTo>
                    <a:pt x="679691" y="44958"/>
                  </a:lnTo>
                  <a:lnTo>
                    <a:pt x="681215" y="42672"/>
                  </a:lnTo>
                  <a:lnTo>
                    <a:pt x="683501" y="40386"/>
                  </a:lnTo>
                  <a:lnTo>
                    <a:pt x="685025" y="39624"/>
                  </a:lnTo>
                  <a:lnTo>
                    <a:pt x="685787" y="38862"/>
                  </a:lnTo>
                  <a:lnTo>
                    <a:pt x="694169" y="38862"/>
                  </a:lnTo>
                  <a:lnTo>
                    <a:pt x="694169" y="53340"/>
                  </a:lnTo>
                  <a:lnTo>
                    <a:pt x="701789" y="53340"/>
                  </a:lnTo>
                  <a:lnTo>
                    <a:pt x="701789" y="15240"/>
                  </a:lnTo>
                  <a:close/>
                </a:path>
                <a:path w="1271904" h="239394">
                  <a:moveTo>
                    <a:pt x="715518" y="185166"/>
                  </a:moveTo>
                  <a:lnTo>
                    <a:pt x="705612" y="185166"/>
                  </a:lnTo>
                  <a:lnTo>
                    <a:pt x="702564" y="192786"/>
                  </a:lnTo>
                  <a:lnTo>
                    <a:pt x="696468" y="207264"/>
                  </a:lnTo>
                  <a:lnTo>
                    <a:pt x="693420" y="215646"/>
                  </a:lnTo>
                  <a:lnTo>
                    <a:pt x="685038" y="192786"/>
                  </a:lnTo>
                  <a:lnTo>
                    <a:pt x="682752" y="185166"/>
                  </a:lnTo>
                  <a:lnTo>
                    <a:pt x="671322" y="185166"/>
                  </a:lnTo>
                  <a:lnTo>
                    <a:pt x="671322" y="223266"/>
                  </a:lnTo>
                  <a:lnTo>
                    <a:pt x="678180" y="223266"/>
                  </a:lnTo>
                  <a:lnTo>
                    <a:pt x="678180" y="191262"/>
                  </a:lnTo>
                  <a:lnTo>
                    <a:pt x="681228" y="198882"/>
                  </a:lnTo>
                  <a:lnTo>
                    <a:pt x="687324" y="214884"/>
                  </a:lnTo>
                  <a:lnTo>
                    <a:pt x="690372" y="223266"/>
                  </a:lnTo>
                  <a:lnTo>
                    <a:pt x="696468" y="223266"/>
                  </a:lnTo>
                  <a:lnTo>
                    <a:pt x="699516" y="214884"/>
                  </a:lnTo>
                  <a:lnTo>
                    <a:pt x="705612" y="200406"/>
                  </a:lnTo>
                  <a:lnTo>
                    <a:pt x="708660" y="192024"/>
                  </a:lnTo>
                  <a:lnTo>
                    <a:pt x="708660" y="223266"/>
                  </a:lnTo>
                  <a:lnTo>
                    <a:pt x="715518" y="223266"/>
                  </a:lnTo>
                  <a:lnTo>
                    <a:pt x="715518" y="185166"/>
                  </a:lnTo>
                  <a:close/>
                </a:path>
                <a:path w="1271904" h="239394">
                  <a:moveTo>
                    <a:pt x="729983" y="118872"/>
                  </a:moveTo>
                  <a:lnTo>
                    <a:pt x="729221" y="113538"/>
                  </a:lnTo>
                  <a:lnTo>
                    <a:pt x="727697" y="108966"/>
                  </a:lnTo>
                  <a:lnTo>
                    <a:pt x="723887" y="104394"/>
                  </a:lnTo>
                  <a:lnTo>
                    <a:pt x="722363" y="103174"/>
                  </a:lnTo>
                  <a:lnTo>
                    <a:pt x="722363" y="115824"/>
                  </a:lnTo>
                  <a:lnTo>
                    <a:pt x="698741" y="115824"/>
                  </a:lnTo>
                  <a:lnTo>
                    <a:pt x="710933" y="104394"/>
                  </a:lnTo>
                  <a:lnTo>
                    <a:pt x="714743" y="105156"/>
                  </a:lnTo>
                  <a:lnTo>
                    <a:pt x="722363" y="115824"/>
                  </a:lnTo>
                  <a:lnTo>
                    <a:pt x="722363" y="103174"/>
                  </a:lnTo>
                  <a:lnTo>
                    <a:pt x="720077" y="101346"/>
                  </a:lnTo>
                  <a:lnTo>
                    <a:pt x="716267" y="99822"/>
                  </a:lnTo>
                  <a:lnTo>
                    <a:pt x="710933" y="99060"/>
                  </a:lnTo>
                  <a:lnTo>
                    <a:pt x="705599" y="99822"/>
                  </a:lnTo>
                  <a:lnTo>
                    <a:pt x="701027" y="101346"/>
                  </a:lnTo>
                  <a:lnTo>
                    <a:pt x="696455" y="104394"/>
                  </a:lnTo>
                  <a:lnTo>
                    <a:pt x="691883" y="113538"/>
                  </a:lnTo>
                  <a:lnTo>
                    <a:pt x="691883" y="119634"/>
                  </a:lnTo>
                  <a:lnTo>
                    <a:pt x="694702" y="131660"/>
                  </a:lnTo>
                  <a:lnTo>
                    <a:pt x="698741" y="134620"/>
                  </a:lnTo>
                  <a:lnTo>
                    <a:pt x="703681" y="138239"/>
                  </a:lnTo>
                  <a:lnTo>
                    <a:pt x="715327" y="138950"/>
                  </a:lnTo>
                  <a:lnTo>
                    <a:pt x="726173" y="133350"/>
                  </a:lnTo>
                  <a:lnTo>
                    <a:pt x="727697" y="130302"/>
                  </a:lnTo>
                  <a:lnTo>
                    <a:pt x="729221" y="126492"/>
                  </a:lnTo>
                  <a:lnTo>
                    <a:pt x="727697" y="126492"/>
                  </a:lnTo>
                  <a:lnTo>
                    <a:pt x="723887" y="125730"/>
                  </a:lnTo>
                  <a:lnTo>
                    <a:pt x="722363" y="125730"/>
                  </a:lnTo>
                  <a:lnTo>
                    <a:pt x="719315" y="130302"/>
                  </a:lnTo>
                  <a:lnTo>
                    <a:pt x="717791" y="131826"/>
                  </a:lnTo>
                  <a:lnTo>
                    <a:pt x="716267" y="132588"/>
                  </a:lnTo>
                  <a:lnTo>
                    <a:pt x="713981" y="133350"/>
                  </a:lnTo>
                  <a:lnTo>
                    <a:pt x="707885" y="133350"/>
                  </a:lnTo>
                  <a:lnTo>
                    <a:pt x="705599" y="131826"/>
                  </a:lnTo>
                  <a:lnTo>
                    <a:pt x="702551" y="130302"/>
                  </a:lnTo>
                  <a:lnTo>
                    <a:pt x="701027" y="128016"/>
                  </a:lnTo>
                  <a:lnTo>
                    <a:pt x="699503" y="124206"/>
                  </a:lnTo>
                  <a:lnTo>
                    <a:pt x="698741" y="121158"/>
                  </a:lnTo>
                  <a:lnTo>
                    <a:pt x="722363" y="121158"/>
                  </a:lnTo>
                  <a:lnTo>
                    <a:pt x="729983" y="121158"/>
                  </a:lnTo>
                  <a:lnTo>
                    <a:pt x="729983" y="118872"/>
                  </a:lnTo>
                  <a:close/>
                </a:path>
                <a:path w="1271904" h="239394">
                  <a:moveTo>
                    <a:pt x="762000" y="223266"/>
                  </a:moveTo>
                  <a:lnTo>
                    <a:pt x="760476" y="218694"/>
                  </a:lnTo>
                  <a:lnTo>
                    <a:pt x="759714" y="198120"/>
                  </a:lnTo>
                  <a:lnTo>
                    <a:pt x="758952" y="189738"/>
                  </a:lnTo>
                  <a:lnTo>
                    <a:pt x="755142" y="186690"/>
                  </a:lnTo>
                  <a:lnTo>
                    <a:pt x="743712" y="184404"/>
                  </a:lnTo>
                  <a:lnTo>
                    <a:pt x="733806" y="185166"/>
                  </a:lnTo>
                  <a:lnTo>
                    <a:pt x="727710" y="188976"/>
                  </a:lnTo>
                  <a:lnTo>
                    <a:pt x="724662" y="195834"/>
                  </a:lnTo>
                  <a:lnTo>
                    <a:pt x="731520" y="196596"/>
                  </a:lnTo>
                  <a:lnTo>
                    <a:pt x="733044" y="193548"/>
                  </a:lnTo>
                  <a:lnTo>
                    <a:pt x="738378" y="189738"/>
                  </a:lnTo>
                  <a:lnTo>
                    <a:pt x="747522" y="190500"/>
                  </a:lnTo>
                  <a:lnTo>
                    <a:pt x="752094" y="193548"/>
                  </a:lnTo>
                  <a:lnTo>
                    <a:pt x="752856" y="198882"/>
                  </a:lnTo>
                  <a:lnTo>
                    <a:pt x="752856" y="203454"/>
                  </a:lnTo>
                  <a:lnTo>
                    <a:pt x="752856" y="208788"/>
                  </a:lnTo>
                  <a:lnTo>
                    <a:pt x="752094" y="211074"/>
                  </a:lnTo>
                  <a:lnTo>
                    <a:pt x="751332" y="212598"/>
                  </a:lnTo>
                  <a:lnTo>
                    <a:pt x="750570" y="214884"/>
                  </a:lnTo>
                  <a:lnTo>
                    <a:pt x="749046" y="216408"/>
                  </a:lnTo>
                  <a:lnTo>
                    <a:pt x="742188" y="218694"/>
                  </a:lnTo>
                  <a:lnTo>
                    <a:pt x="736854" y="218694"/>
                  </a:lnTo>
                  <a:lnTo>
                    <a:pt x="735330" y="217932"/>
                  </a:lnTo>
                  <a:lnTo>
                    <a:pt x="733044" y="217170"/>
                  </a:lnTo>
                  <a:lnTo>
                    <a:pt x="730758" y="212598"/>
                  </a:lnTo>
                  <a:lnTo>
                    <a:pt x="731520" y="211836"/>
                  </a:lnTo>
                  <a:lnTo>
                    <a:pt x="731520" y="211074"/>
                  </a:lnTo>
                  <a:lnTo>
                    <a:pt x="732282" y="209550"/>
                  </a:lnTo>
                  <a:lnTo>
                    <a:pt x="734568" y="207264"/>
                  </a:lnTo>
                  <a:lnTo>
                    <a:pt x="736092" y="207264"/>
                  </a:lnTo>
                  <a:lnTo>
                    <a:pt x="738378" y="206502"/>
                  </a:lnTo>
                  <a:lnTo>
                    <a:pt x="741426" y="206502"/>
                  </a:lnTo>
                  <a:lnTo>
                    <a:pt x="745998" y="205740"/>
                  </a:lnTo>
                  <a:lnTo>
                    <a:pt x="749808" y="204978"/>
                  </a:lnTo>
                  <a:lnTo>
                    <a:pt x="752856" y="203454"/>
                  </a:lnTo>
                  <a:lnTo>
                    <a:pt x="752856" y="198882"/>
                  </a:lnTo>
                  <a:lnTo>
                    <a:pt x="736092" y="201168"/>
                  </a:lnTo>
                  <a:lnTo>
                    <a:pt x="728472" y="204216"/>
                  </a:lnTo>
                  <a:lnTo>
                    <a:pt x="723900" y="210312"/>
                  </a:lnTo>
                  <a:lnTo>
                    <a:pt x="723900" y="214884"/>
                  </a:lnTo>
                  <a:lnTo>
                    <a:pt x="726948" y="220980"/>
                  </a:lnTo>
                  <a:lnTo>
                    <a:pt x="730758" y="222885"/>
                  </a:lnTo>
                  <a:lnTo>
                    <a:pt x="731520" y="223266"/>
                  </a:lnTo>
                  <a:lnTo>
                    <a:pt x="737616" y="224028"/>
                  </a:lnTo>
                  <a:lnTo>
                    <a:pt x="745998" y="222504"/>
                  </a:lnTo>
                  <a:lnTo>
                    <a:pt x="752856" y="218389"/>
                  </a:lnTo>
                  <a:lnTo>
                    <a:pt x="753618" y="217932"/>
                  </a:lnTo>
                  <a:lnTo>
                    <a:pt x="754380" y="223266"/>
                  </a:lnTo>
                  <a:lnTo>
                    <a:pt x="762000" y="223266"/>
                  </a:lnTo>
                  <a:close/>
                </a:path>
                <a:path w="1271904" h="239394">
                  <a:moveTo>
                    <a:pt x="767321" y="127254"/>
                  </a:moveTo>
                  <a:lnTo>
                    <a:pt x="765035" y="121920"/>
                  </a:lnTo>
                  <a:lnTo>
                    <a:pt x="760463" y="118110"/>
                  </a:lnTo>
                  <a:lnTo>
                    <a:pt x="762749" y="116586"/>
                  </a:lnTo>
                  <a:lnTo>
                    <a:pt x="765797" y="110490"/>
                  </a:lnTo>
                  <a:lnTo>
                    <a:pt x="763511" y="104394"/>
                  </a:lnTo>
                  <a:lnTo>
                    <a:pt x="757415" y="99822"/>
                  </a:lnTo>
                  <a:lnTo>
                    <a:pt x="751319" y="99060"/>
                  </a:lnTo>
                  <a:lnTo>
                    <a:pt x="745985" y="99822"/>
                  </a:lnTo>
                  <a:lnTo>
                    <a:pt x="741413" y="102108"/>
                  </a:lnTo>
                  <a:lnTo>
                    <a:pt x="738365" y="105156"/>
                  </a:lnTo>
                  <a:lnTo>
                    <a:pt x="736079" y="109728"/>
                  </a:lnTo>
                  <a:lnTo>
                    <a:pt x="742937" y="111252"/>
                  </a:lnTo>
                  <a:lnTo>
                    <a:pt x="745985" y="105918"/>
                  </a:lnTo>
                  <a:lnTo>
                    <a:pt x="751319" y="104394"/>
                  </a:lnTo>
                  <a:lnTo>
                    <a:pt x="755891" y="105918"/>
                  </a:lnTo>
                  <a:lnTo>
                    <a:pt x="758177" y="110490"/>
                  </a:lnTo>
                  <a:lnTo>
                    <a:pt x="755129" y="115062"/>
                  </a:lnTo>
                  <a:lnTo>
                    <a:pt x="747509" y="115824"/>
                  </a:lnTo>
                  <a:lnTo>
                    <a:pt x="747509" y="121158"/>
                  </a:lnTo>
                  <a:lnTo>
                    <a:pt x="755129" y="121158"/>
                  </a:lnTo>
                  <a:lnTo>
                    <a:pt x="759701" y="124968"/>
                  </a:lnTo>
                  <a:lnTo>
                    <a:pt x="759701" y="129540"/>
                  </a:lnTo>
                  <a:lnTo>
                    <a:pt x="755129" y="133350"/>
                  </a:lnTo>
                  <a:lnTo>
                    <a:pt x="748271" y="133350"/>
                  </a:lnTo>
                  <a:lnTo>
                    <a:pt x="745223" y="131826"/>
                  </a:lnTo>
                  <a:lnTo>
                    <a:pt x="741413" y="125730"/>
                  </a:lnTo>
                  <a:lnTo>
                    <a:pt x="734555" y="127254"/>
                  </a:lnTo>
                  <a:lnTo>
                    <a:pt x="736841" y="132588"/>
                  </a:lnTo>
                  <a:lnTo>
                    <a:pt x="739889" y="136398"/>
                  </a:lnTo>
                  <a:lnTo>
                    <a:pt x="745223" y="138684"/>
                  </a:lnTo>
                  <a:lnTo>
                    <a:pt x="751319" y="139446"/>
                  </a:lnTo>
                  <a:lnTo>
                    <a:pt x="760463" y="137160"/>
                  </a:lnTo>
                  <a:lnTo>
                    <a:pt x="765797" y="131826"/>
                  </a:lnTo>
                  <a:lnTo>
                    <a:pt x="767321" y="127254"/>
                  </a:lnTo>
                  <a:close/>
                </a:path>
                <a:path w="1271904" h="239394">
                  <a:moveTo>
                    <a:pt x="770369" y="33528"/>
                  </a:moveTo>
                  <a:lnTo>
                    <a:pt x="769607" y="28194"/>
                  </a:lnTo>
                  <a:lnTo>
                    <a:pt x="768083" y="23622"/>
                  </a:lnTo>
                  <a:lnTo>
                    <a:pt x="765035" y="19050"/>
                  </a:lnTo>
                  <a:lnTo>
                    <a:pt x="763511" y="18135"/>
                  </a:lnTo>
                  <a:lnTo>
                    <a:pt x="763511" y="34290"/>
                  </a:lnTo>
                  <a:lnTo>
                    <a:pt x="762749" y="38862"/>
                  </a:lnTo>
                  <a:lnTo>
                    <a:pt x="761987" y="42672"/>
                  </a:lnTo>
                  <a:lnTo>
                    <a:pt x="759701" y="45720"/>
                  </a:lnTo>
                  <a:lnTo>
                    <a:pt x="757415" y="47244"/>
                  </a:lnTo>
                  <a:lnTo>
                    <a:pt x="754367" y="48768"/>
                  </a:lnTo>
                  <a:lnTo>
                    <a:pt x="747509" y="48768"/>
                  </a:lnTo>
                  <a:lnTo>
                    <a:pt x="738365" y="34290"/>
                  </a:lnTo>
                  <a:lnTo>
                    <a:pt x="739127" y="29718"/>
                  </a:lnTo>
                  <a:lnTo>
                    <a:pt x="739889" y="25908"/>
                  </a:lnTo>
                  <a:lnTo>
                    <a:pt x="744461" y="21336"/>
                  </a:lnTo>
                  <a:lnTo>
                    <a:pt x="747509" y="19812"/>
                  </a:lnTo>
                  <a:lnTo>
                    <a:pt x="754367" y="19812"/>
                  </a:lnTo>
                  <a:lnTo>
                    <a:pt x="757415" y="21336"/>
                  </a:lnTo>
                  <a:lnTo>
                    <a:pt x="761987" y="25908"/>
                  </a:lnTo>
                  <a:lnTo>
                    <a:pt x="762749" y="29718"/>
                  </a:lnTo>
                  <a:lnTo>
                    <a:pt x="763511" y="34290"/>
                  </a:lnTo>
                  <a:lnTo>
                    <a:pt x="763511" y="18135"/>
                  </a:lnTo>
                  <a:lnTo>
                    <a:pt x="761225" y="16764"/>
                  </a:lnTo>
                  <a:lnTo>
                    <a:pt x="756653" y="14478"/>
                  </a:lnTo>
                  <a:lnTo>
                    <a:pt x="745985" y="14478"/>
                  </a:lnTo>
                  <a:lnTo>
                    <a:pt x="731507" y="34290"/>
                  </a:lnTo>
                  <a:lnTo>
                    <a:pt x="732269" y="40386"/>
                  </a:lnTo>
                  <a:lnTo>
                    <a:pt x="733793" y="44958"/>
                  </a:lnTo>
                  <a:lnTo>
                    <a:pt x="738365" y="49250"/>
                  </a:lnTo>
                  <a:lnTo>
                    <a:pt x="741616" y="52298"/>
                  </a:lnTo>
                  <a:lnTo>
                    <a:pt x="752703" y="54152"/>
                  </a:lnTo>
                  <a:lnTo>
                    <a:pt x="763295" y="50647"/>
                  </a:lnTo>
                  <a:lnTo>
                    <a:pt x="763511" y="50342"/>
                  </a:lnTo>
                  <a:lnTo>
                    <a:pt x="769607" y="41910"/>
                  </a:lnTo>
                  <a:lnTo>
                    <a:pt x="770369" y="38100"/>
                  </a:lnTo>
                  <a:lnTo>
                    <a:pt x="770369" y="33528"/>
                  </a:lnTo>
                  <a:close/>
                </a:path>
                <a:path w="1271904" h="239394">
                  <a:moveTo>
                    <a:pt x="811530" y="118872"/>
                  </a:moveTo>
                  <a:lnTo>
                    <a:pt x="810768" y="112776"/>
                  </a:lnTo>
                  <a:lnTo>
                    <a:pt x="809244" y="108204"/>
                  </a:lnTo>
                  <a:lnTo>
                    <a:pt x="806196" y="104394"/>
                  </a:lnTo>
                  <a:lnTo>
                    <a:pt x="803910" y="102870"/>
                  </a:lnTo>
                  <a:lnTo>
                    <a:pt x="803910" y="115062"/>
                  </a:lnTo>
                  <a:lnTo>
                    <a:pt x="803910" y="123444"/>
                  </a:lnTo>
                  <a:lnTo>
                    <a:pt x="802386" y="127254"/>
                  </a:lnTo>
                  <a:lnTo>
                    <a:pt x="800862" y="130302"/>
                  </a:lnTo>
                  <a:lnTo>
                    <a:pt x="794766" y="133350"/>
                  </a:lnTo>
                  <a:lnTo>
                    <a:pt x="788670" y="133350"/>
                  </a:lnTo>
                  <a:lnTo>
                    <a:pt x="785622" y="131826"/>
                  </a:lnTo>
                  <a:lnTo>
                    <a:pt x="783336" y="130302"/>
                  </a:lnTo>
                  <a:lnTo>
                    <a:pt x="781050" y="127254"/>
                  </a:lnTo>
                  <a:lnTo>
                    <a:pt x="779526" y="119634"/>
                  </a:lnTo>
                  <a:lnTo>
                    <a:pt x="780288" y="115062"/>
                  </a:lnTo>
                  <a:lnTo>
                    <a:pt x="781050" y="111252"/>
                  </a:lnTo>
                  <a:lnTo>
                    <a:pt x="783336" y="108204"/>
                  </a:lnTo>
                  <a:lnTo>
                    <a:pt x="785622" y="105918"/>
                  </a:lnTo>
                  <a:lnTo>
                    <a:pt x="791718" y="104394"/>
                  </a:lnTo>
                  <a:lnTo>
                    <a:pt x="797814" y="105918"/>
                  </a:lnTo>
                  <a:lnTo>
                    <a:pt x="800862" y="108204"/>
                  </a:lnTo>
                  <a:lnTo>
                    <a:pt x="802386" y="111252"/>
                  </a:lnTo>
                  <a:lnTo>
                    <a:pt x="803910" y="115062"/>
                  </a:lnTo>
                  <a:lnTo>
                    <a:pt x="803910" y="102870"/>
                  </a:lnTo>
                  <a:lnTo>
                    <a:pt x="801624" y="101346"/>
                  </a:lnTo>
                  <a:lnTo>
                    <a:pt x="797052" y="99822"/>
                  </a:lnTo>
                  <a:lnTo>
                    <a:pt x="791718" y="99060"/>
                  </a:lnTo>
                  <a:lnTo>
                    <a:pt x="786384" y="99822"/>
                  </a:lnTo>
                  <a:lnTo>
                    <a:pt x="772668" y="118872"/>
                  </a:lnTo>
                  <a:lnTo>
                    <a:pt x="773430" y="124968"/>
                  </a:lnTo>
                  <a:lnTo>
                    <a:pt x="774954" y="130302"/>
                  </a:lnTo>
                  <a:lnTo>
                    <a:pt x="778002" y="134112"/>
                  </a:lnTo>
                  <a:lnTo>
                    <a:pt x="779526" y="135331"/>
                  </a:lnTo>
                  <a:lnTo>
                    <a:pt x="781812" y="137160"/>
                  </a:lnTo>
                  <a:lnTo>
                    <a:pt x="786384" y="138684"/>
                  </a:lnTo>
                  <a:lnTo>
                    <a:pt x="791718" y="139446"/>
                  </a:lnTo>
                  <a:lnTo>
                    <a:pt x="795528" y="138684"/>
                  </a:lnTo>
                  <a:lnTo>
                    <a:pt x="798576" y="137922"/>
                  </a:lnTo>
                  <a:lnTo>
                    <a:pt x="803910" y="135255"/>
                  </a:lnTo>
                  <a:lnTo>
                    <a:pt x="804672" y="134874"/>
                  </a:lnTo>
                  <a:lnTo>
                    <a:pt x="809244" y="130302"/>
                  </a:lnTo>
                  <a:lnTo>
                    <a:pt x="811530" y="118872"/>
                  </a:lnTo>
                  <a:close/>
                </a:path>
                <a:path w="1271904" h="239394">
                  <a:moveTo>
                    <a:pt x="815340" y="185166"/>
                  </a:moveTo>
                  <a:lnTo>
                    <a:pt x="804672" y="185166"/>
                  </a:lnTo>
                  <a:lnTo>
                    <a:pt x="801624" y="192786"/>
                  </a:lnTo>
                  <a:lnTo>
                    <a:pt x="795528" y="207264"/>
                  </a:lnTo>
                  <a:lnTo>
                    <a:pt x="792480" y="215646"/>
                  </a:lnTo>
                  <a:lnTo>
                    <a:pt x="789432" y="207264"/>
                  </a:lnTo>
                  <a:lnTo>
                    <a:pt x="784860" y="192786"/>
                  </a:lnTo>
                  <a:lnTo>
                    <a:pt x="781812" y="185166"/>
                  </a:lnTo>
                  <a:lnTo>
                    <a:pt x="771144" y="185166"/>
                  </a:lnTo>
                  <a:lnTo>
                    <a:pt x="771144" y="223266"/>
                  </a:lnTo>
                  <a:lnTo>
                    <a:pt x="778002" y="223266"/>
                  </a:lnTo>
                  <a:lnTo>
                    <a:pt x="778002" y="191262"/>
                  </a:lnTo>
                  <a:lnTo>
                    <a:pt x="781050" y="198882"/>
                  </a:lnTo>
                  <a:lnTo>
                    <a:pt x="786384" y="214884"/>
                  </a:lnTo>
                  <a:lnTo>
                    <a:pt x="789432" y="223266"/>
                  </a:lnTo>
                  <a:lnTo>
                    <a:pt x="795528" y="223266"/>
                  </a:lnTo>
                  <a:lnTo>
                    <a:pt x="798576" y="214884"/>
                  </a:lnTo>
                  <a:lnTo>
                    <a:pt x="804672" y="200406"/>
                  </a:lnTo>
                  <a:lnTo>
                    <a:pt x="807720" y="192024"/>
                  </a:lnTo>
                  <a:lnTo>
                    <a:pt x="807720" y="223266"/>
                  </a:lnTo>
                  <a:lnTo>
                    <a:pt x="815340" y="223266"/>
                  </a:lnTo>
                  <a:lnTo>
                    <a:pt x="815340" y="185166"/>
                  </a:lnTo>
                  <a:close/>
                </a:path>
                <a:path w="1271904" h="239394">
                  <a:moveTo>
                    <a:pt x="835152" y="40386"/>
                  </a:moveTo>
                  <a:lnTo>
                    <a:pt x="828294" y="39624"/>
                  </a:lnTo>
                  <a:lnTo>
                    <a:pt x="826770" y="43434"/>
                  </a:lnTo>
                  <a:lnTo>
                    <a:pt x="821436" y="48768"/>
                  </a:lnTo>
                  <a:lnTo>
                    <a:pt x="813054" y="48006"/>
                  </a:lnTo>
                  <a:lnTo>
                    <a:pt x="807720" y="43434"/>
                  </a:lnTo>
                  <a:lnTo>
                    <a:pt x="806196" y="34290"/>
                  </a:lnTo>
                  <a:lnTo>
                    <a:pt x="807720" y="25146"/>
                  </a:lnTo>
                  <a:lnTo>
                    <a:pt x="813054" y="20574"/>
                  </a:lnTo>
                  <a:lnTo>
                    <a:pt x="818388" y="19812"/>
                  </a:lnTo>
                  <a:lnTo>
                    <a:pt x="824484" y="21336"/>
                  </a:lnTo>
                  <a:lnTo>
                    <a:pt x="827532" y="27432"/>
                  </a:lnTo>
                  <a:lnTo>
                    <a:pt x="834390" y="26670"/>
                  </a:lnTo>
                  <a:lnTo>
                    <a:pt x="832866" y="21336"/>
                  </a:lnTo>
                  <a:lnTo>
                    <a:pt x="826770" y="16002"/>
                  </a:lnTo>
                  <a:lnTo>
                    <a:pt x="817626" y="14478"/>
                  </a:lnTo>
                  <a:lnTo>
                    <a:pt x="807720" y="16764"/>
                  </a:lnTo>
                  <a:lnTo>
                    <a:pt x="800862" y="23622"/>
                  </a:lnTo>
                  <a:lnTo>
                    <a:pt x="798576" y="34290"/>
                  </a:lnTo>
                  <a:lnTo>
                    <a:pt x="800100" y="43434"/>
                  </a:lnTo>
                  <a:lnTo>
                    <a:pt x="806958" y="51054"/>
                  </a:lnTo>
                  <a:lnTo>
                    <a:pt x="813816" y="54102"/>
                  </a:lnTo>
                  <a:lnTo>
                    <a:pt x="821436" y="54102"/>
                  </a:lnTo>
                  <a:lnTo>
                    <a:pt x="829056" y="50292"/>
                  </a:lnTo>
                  <a:lnTo>
                    <a:pt x="832866" y="46482"/>
                  </a:lnTo>
                  <a:lnTo>
                    <a:pt x="835152" y="40386"/>
                  </a:lnTo>
                  <a:close/>
                </a:path>
                <a:path w="1271904" h="239394">
                  <a:moveTo>
                    <a:pt x="852665" y="99822"/>
                  </a:moveTo>
                  <a:lnTo>
                    <a:pt x="819137" y="99822"/>
                  </a:lnTo>
                  <a:lnTo>
                    <a:pt x="819137" y="137922"/>
                  </a:lnTo>
                  <a:lnTo>
                    <a:pt x="826757" y="137922"/>
                  </a:lnTo>
                  <a:lnTo>
                    <a:pt x="826757" y="105156"/>
                  </a:lnTo>
                  <a:lnTo>
                    <a:pt x="845807" y="105156"/>
                  </a:lnTo>
                  <a:lnTo>
                    <a:pt x="845807" y="137922"/>
                  </a:lnTo>
                  <a:lnTo>
                    <a:pt x="852665" y="137922"/>
                  </a:lnTo>
                  <a:lnTo>
                    <a:pt x="852665" y="99822"/>
                  </a:lnTo>
                  <a:close/>
                </a:path>
                <a:path w="1271904" h="239394">
                  <a:moveTo>
                    <a:pt x="859536" y="185166"/>
                  </a:moveTo>
                  <a:lnTo>
                    <a:pt x="852678" y="185166"/>
                  </a:lnTo>
                  <a:lnTo>
                    <a:pt x="847344" y="192786"/>
                  </a:lnTo>
                  <a:lnTo>
                    <a:pt x="837438" y="206502"/>
                  </a:lnTo>
                  <a:lnTo>
                    <a:pt x="832866" y="214122"/>
                  </a:lnTo>
                  <a:lnTo>
                    <a:pt x="832866" y="185166"/>
                  </a:lnTo>
                  <a:lnTo>
                    <a:pt x="826008" y="185166"/>
                  </a:lnTo>
                  <a:lnTo>
                    <a:pt x="826008" y="223266"/>
                  </a:lnTo>
                  <a:lnTo>
                    <a:pt x="833628" y="223266"/>
                  </a:lnTo>
                  <a:lnTo>
                    <a:pt x="838200" y="215646"/>
                  </a:lnTo>
                  <a:lnTo>
                    <a:pt x="848106" y="201168"/>
                  </a:lnTo>
                  <a:lnTo>
                    <a:pt x="853440" y="194310"/>
                  </a:lnTo>
                  <a:lnTo>
                    <a:pt x="853440" y="223266"/>
                  </a:lnTo>
                  <a:lnTo>
                    <a:pt x="859536" y="223266"/>
                  </a:lnTo>
                  <a:lnTo>
                    <a:pt x="859536" y="185166"/>
                  </a:lnTo>
                  <a:close/>
                </a:path>
                <a:path w="1271904" h="239394">
                  <a:moveTo>
                    <a:pt x="877049" y="33528"/>
                  </a:moveTo>
                  <a:lnTo>
                    <a:pt x="876287" y="28194"/>
                  </a:lnTo>
                  <a:lnTo>
                    <a:pt x="874763" y="23622"/>
                  </a:lnTo>
                  <a:lnTo>
                    <a:pt x="871715" y="19050"/>
                  </a:lnTo>
                  <a:lnTo>
                    <a:pt x="870191" y="18135"/>
                  </a:lnTo>
                  <a:lnTo>
                    <a:pt x="870191" y="34290"/>
                  </a:lnTo>
                  <a:lnTo>
                    <a:pt x="869429" y="38862"/>
                  </a:lnTo>
                  <a:lnTo>
                    <a:pt x="868667" y="42672"/>
                  </a:lnTo>
                  <a:lnTo>
                    <a:pt x="866381" y="45720"/>
                  </a:lnTo>
                  <a:lnTo>
                    <a:pt x="864095" y="47244"/>
                  </a:lnTo>
                  <a:lnTo>
                    <a:pt x="861047" y="48768"/>
                  </a:lnTo>
                  <a:lnTo>
                    <a:pt x="854189" y="48768"/>
                  </a:lnTo>
                  <a:lnTo>
                    <a:pt x="851903" y="47244"/>
                  </a:lnTo>
                  <a:lnTo>
                    <a:pt x="848855" y="45720"/>
                  </a:lnTo>
                  <a:lnTo>
                    <a:pt x="847331" y="42672"/>
                  </a:lnTo>
                  <a:lnTo>
                    <a:pt x="845807" y="38862"/>
                  </a:lnTo>
                  <a:lnTo>
                    <a:pt x="845807" y="29718"/>
                  </a:lnTo>
                  <a:lnTo>
                    <a:pt x="847331" y="25908"/>
                  </a:lnTo>
                  <a:lnTo>
                    <a:pt x="852868" y="20586"/>
                  </a:lnTo>
                  <a:lnTo>
                    <a:pt x="859917" y="19773"/>
                  </a:lnTo>
                  <a:lnTo>
                    <a:pt x="866190" y="22974"/>
                  </a:lnTo>
                  <a:lnTo>
                    <a:pt x="869429" y="29718"/>
                  </a:lnTo>
                  <a:lnTo>
                    <a:pt x="870191" y="34290"/>
                  </a:lnTo>
                  <a:lnTo>
                    <a:pt x="870191" y="18135"/>
                  </a:lnTo>
                  <a:lnTo>
                    <a:pt x="867905" y="16764"/>
                  </a:lnTo>
                  <a:lnTo>
                    <a:pt x="863333" y="14478"/>
                  </a:lnTo>
                  <a:lnTo>
                    <a:pt x="852665" y="14478"/>
                  </a:lnTo>
                  <a:lnTo>
                    <a:pt x="838187" y="34290"/>
                  </a:lnTo>
                  <a:lnTo>
                    <a:pt x="838949" y="40386"/>
                  </a:lnTo>
                  <a:lnTo>
                    <a:pt x="840473" y="44958"/>
                  </a:lnTo>
                  <a:lnTo>
                    <a:pt x="845807" y="49936"/>
                  </a:lnTo>
                  <a:lnTo>
                    <a:pt x="848385" y="52336"/>
                  </a:lnTo>
                  <a:lnTo>
                    <a:pt x="859269" y="54076"/>
                  </a:lnTo>
                  <a:lnTo>
                    <a:pt x="869721" y="50482"/>
                  </a:lnTo>
                  <a:lnTo>
                    <a:pt x="870191" y="49847"/>
                  </a:lnTo>
                  <a:lnTo>
                    <a:pt x="876287" y="41910"/>
                  </a:lnTo>
                  <a:lnTo>
                    <a:pt x="877049" y="38100"/>
                  </a:lnTo>
                  <a:lnTo>
                    <a:pt x="877049" y="33528"/>
                  </a:lnTo>
                  <a:close/>
                </a:path>
                <a:path w="1271904" h="239394">
                  <a:moveTo>
                    <a:pt x="898398" y="137922"/>
                  </a:moveTo>
                  <a:lnTo>
                    <a:pt x="896874" y="133350"/>
                  </a:lnTo>
                  <a:lnTo>
                    <a:pt x="896112" y="113538"/>
                  </a:lnTo>
                  <a:lnTo>
                    <a:pt x="895350" y="105156"/>
                  </a:lnTo>
                  <a:lnTo>
                    <a:pt x="892302" y="101346"/>
                  </a:lnTo>
                  <a:lnTo>
                    <a:pt x="880110" y="99060"/>
                  </a:lnTo>
                  <a:lnTo>
                    <a:pt x="870966" y="100584"/>
                  </a:lnTo>
                  <a:lnTo>
                    <a:pt x="864870" y="104394"/>
                  </a:lnTo>
                  <a:lnTo>
                    <a:pt x="861822" y="111252"/>
                  </a:lnTo>
                  <a:lnTo>
                    <a:pt x="868680" y="112014"/>
                  </a:lnTo>
                  <a:lnTo>
                    <a:pt x="871728" y="105918"/>
                  </a:lnTo>
                  <a:lnTo>
                    <a:pt x="879348" y="104394"/>
                  </a:lnTo>
                  <a:lnTo>
                    <a:pt x="885444" y="105918"/>
                  </a:lnTo>
                  <a:lnTo>
                    <a:pt x="888492" y="108966"/>
                  </a:lnTo>
                  <a:lnTo>
                    <a:pt x="889254" y="114300"/>
                  </a:lnTo>
                  <a:lnTo>
                    <a:pt x="889254" y="118872"/>
                  </a:lnTo>
                  <a:lnTo>
                    <a:pt x="889254" y="124206"/>
                  </a:lnTo>
                  <a:lnTo>
                    <a:pt x="888492" y="125730"/>
                  </a:lnTo>
                  <a:lnTo>
                    <a:pt x="887730" y="128016"/>
                  </a:lnTo>
                  <a:lnTo>
                    <a:pt x="886968" y="129540"/>
                  </a:lnTo>
                  <a:lnTo>
                    <a:pt x="885444" y="131064"/>
                  </a:lnTo>
                  <a:lnTo>
                    <a:pt x="883158" y="132588"/>
                  </a:lnTo>
                  <a:lnTo>
                    <a:pt x="878586" y="134112"/>
                  </a:lnTo>
                  <a:lnTo>
                    <a:pt x="876300" y="134112"/>
                  </a:lnTo>
                  <a:lnTo>
                    <a:pt x="873252" y="133350"/>
                  </a:lnTo>
                  <a:lnTo>
                    <a:pt x="871728" y="133350"/>
                  </a:lnTo>
                  <a:lnTo>
                    <a:pt x="870204" y="131826"/>
                  </a:lnTo>
                  <a:lnTo>
                    <a:pt x="868680" y="131064"/>
                  </a:lnTo>
                  <a:lnTo>
                    <a:pt x="867918" y="129540"/>
                  </a:lnTo>
                  <a:lnTo>
                    <a:pt x="867918" y="125730"/>
                  </a:lnTo>
                  <a:lnTo>
                    <a:pt x="870204" y="123444"/>
                  </a:lnTo>
                  <a:lnTo>
                    <a:pt x="871728" y="122682"/>
                  </a:lnTo>
                  <a:lnTo>
                    <a:pt x="873252" y="122682"/>
                  </a:lnTo>
                  <a:lnTo>
                    <a:pt x="874776" y="121920"/>
                  </a:lnTo>
                  <a:lnTo>
                    <a:pt x="877824" y="121920"/>
                  </a:lnTo>
                  <a:lnTo>
                    <a:pt x="882396" y="121158"/>
                  </a:lnTo>
                  <a:lnTo>
                    <a:pt x="886206" y="120396"/>
                  </a:lnTo>
                  <a:lnTo>
                    <a:pt x="889254" y="118872"/>
                  </a:lnTo>
                  <a:lnTo>
                    <a:pt x="889254" y="114300"/>
                  </a:lnTo>
                  <a:lnTo>
                    <a:pt x="867918" y="118110"/>
                  </a:lnTo>
                  <a:lnTo>
                    <a:pt x="861822" y="122682"/>
                  </a:lnTo>
                  <a:lnTo>
                    <a:pt x="860298" y="128016"/>
                  </a:lnTo>
                  <a:lnTo>
                    <a:pt x="861060" y="132588"/>
                  </a:lnTo>
                  <a:lnTo>
                    <a:pt x="864108" y="135636"/>
                  </a:lnTo>
                  <a:lnTo>
                    <a:pt x="867918" y="138176"/>
                  </a:lnTo>
                  <a:lnTo>
                    <a:pt x="868680" y="138684"/>
                  </a:lnTo>
                  <a:lnTo>
                    <a:pt x="874776" y="139446"/>
                  </a:lnTo>
                  <a:lnTo>
                    <a:pt x="882396" y="137922"/>
                  </a:lnTo>
                  <a:lnTo>
                    <a:pt x="889254" y="133807"/>
                  </a:lnTo>
                  <a:lnTo>
                    <a:pt x="890016" y="133350"/>
                  </a:lnTo>
                  <a:lnTo>
                    <a:pt x="891540" y="137922"/>
                  </a:lnTo>
                  <a:lnTo>
                    <a:pt x="898398" y="137922"/>
                  </a:lnTo>
                  <a:close/>
                </a:path>
                <a:path w="1271904" h="239394">
                  <a:moveTo>
                    <a:pt x="919721" y="40386"/>
                  </a:moveTo>
                  <a:lnTo>
                    <a:pt x="912101" y="39624"/>
                  </a:lnTo>
                  <a:lnTo>
                    <a:pt x="911339" y="43434"/>
                  </a:lnTo>
                  <a:lnTo>
                    <a:pt x="897509" y="48577"/>
                  </a:lnTo>
                  <a:lnTo>
                    <a:pt x="890676" y="37045"/>
                  </a:lnTo>
                  <a:lnTo>
                    <a:pt x="893432" y="23190"/>
                  </a:lnTo>
                  <a:lnTo>
                    <a:pt x="908291" y="21336"/>
                  </a:lnTo>
                  <a:lnTo>
                    <a:pt x="912101" y="27432"/>
                  </a:lnTo>
                  <a:lnTo>
                    <a:pt x="918959" y="26670"/>
                  </a:lnTo>
                  <a:lnTo>
                    <a:pt x="916673" y="21336"/>
                  </a:lnTo>
                  <a:lnTo>
                    <a:pt x="910577" y="16002"/>
                  </a:lnTo>
                  <a:lnTo>
                    <a:pt x="902195" y="14478"/>
                  </a:lnTo>
                  <a:lnTo>
                    <a:pt x="892289" y="16764"/>
                  </a:lnTo>
                  <a:lnTo>
                    <a:pt x="885431" y="23622"/>
                  </a:lnTo>
                  <a:lnTo>
                    <a:pt x="883145" y="34290"/>
                  </a:lnTo>
                  <a:lnTo>
                    <a:pt x="883145" y="38862"/>
                  </a:lnTo>
                  <a:lnTo>
                    <a:pt x="886193" y="46482"/>
                  </a:lnTo>
                  <a:lnTo>
                    <a:pt x="890765" y="51054"/>
                  </a:lnTo>
                  <a:lnTo>
                    <a:pt x="897623" y="54102"/>
                  </a:lnTo>
                  <a:lnTo>
                    <a:pt x="905243" y="54102"/>
                  </a:lnTo>
                  <a:lnTo>
                    <a:pt x="913625" y="50292"/>
                  </a:lnTo>
                  <a:lnTo>
                    <a:pt x="917435" y="46482"/>
                  </a:lnTo>
                  <a:lnTo>
                    <a:pt x="919721" y="40386"/>
                  </a:lnTo>
                  <a:close/>
                </a:path>
                <a:path w="1271904" h="239394">
                  <a:moveTo>
                    <a:pt x="929640" y="199644"/>
                  </a:moveTo>
                  <a:lnTo>
                    <a:pt x="926592" y="192786"/>
                  </a:lnTo>
                  <a:lnTo>
                    <a:pt x="922782" y="188341"/>
                  </a:lnTo>
                  <a:lnTo>
                    <a:pt x="922782" y="203454"/>
                  </a:lnTo>
                  <a:lnTo>
                    <a:pt x="922020" y="208026"/>
                  </a:lnTo>
                  <a:lnTo>
                    <a:pt x="910590" y="218694"/>
                  </a:lnTo>
                  <a:lnTo>
                    <a:pt x="904494" y="217170"/>
                  </a:lnTo>
                  <a:lnTo>
                    <a:pt x="899922" y="212598"/>
                  </a:lnTo>
                  <a:lnTo>
                    <a:pt x="898398" y="204978"/>
                  </a:lnTo>
                  <a:lnTo>
                    <a:pt x="899160" y="200406"/>
                  </a:lnTo>
                  <a:lnTo>
                    <a:pt x="899922" y="197358"/>
                  </a:lnTo>
                  <a:lnTo>
                    <a:pt x="901446" y="194310"/>
                  </a:lnTo>
                  <a:lnTo>
                    <a:pt x="904494" y="192024"/>
                  </a:lnTo>
                  <a:lnTo>
                    <a:pt x="910590" y="190500"/>
                  </a:lnTo>
                  <a:lnTo>
                    <a:pt x="914400" y="190500"/>
                  </a:lnTo>
                  <a:lnTo>
                    <a:pt x="922782" y="203454"/>
                  </a:lnTo>
                  <a:lnTo>
                    <a:pt x="922782" y="188341"/>
                  </a:lnTo>
                  <a:lnTo>
                    <a:pt x="922020" y="187452"/>
                  </a:lnTo>
                  <a:lnTo>
                    <a:pt x="911352" y="185166"/>
                  </a:lnTo>
                  <a:lnTo>
                    <a:pt x="902970" y="186690"/>
                  </a:lnTo>
                  <a:lnTo>
                    <a:pt x="896874" y="192024"/>
                  </a:lnTo>
                  <a:lnTo>
                    <a:pt x="896874" y="187452"/>
                  </a:lnTo>
                  <a:lnTo>
                    <a:pt x="899922" y="180594"/>
                  </a:lnTo>
                  <a:lnTo>
                    <a:pt x="904494" y="178308"/>
                  </a:lnTo>
                  <a:lnTo>
                    <a:pt x="922020" y="176784"/>
                  </a:lnTo>
                  <a:lnTo>
                    <a:pt x="926592" y="174498"/>
                  </a:lnTo>
                  <a:lnTo>
                    <a:pt x="928878" y="169164"/>
                  </a:lnTo>
                  <a:lnTo>
                    <a:pt x="922782" y="169164"/>
                  </a:lnTo>
                  <a:lnTo>
                    <a:pt x="921258" y="170688"/>
                  </a:lnTo>
                  <a:lnTo>
                    <a:pt x="908304" y="170688"/>
                  </a:lnTo>
                  <a:lnTo>
                    <a:pt x="899160" y="173736"/>
                  </a:lnTo>
                  <a:lnTo>
                    <a:pt x="893826" y="179070"/>
                  </a:lnTo>
                  <a:lnTo>
                    <a:pt x="890778" y="188976"/>
                  </a:lnTo>
                  <a:lnTo>
                    <a:pt x="890778" y="201168"/>
                  </a:lnTo>
                  <a:lnTo>
                    <a:pt x="893064" y="212598"/>
                  </a:lnTo>
                  <a:lnTo>
                    <a:pt x="896874" y="217830"/>
                  </a:lnTo>
                  <a:lnTo>
                    <a:pt x="898398" y="219925"/>
                  </a:lnTo>
                  <a:lnTo>
                    <a:pt x="899160" y="220980"/>
                  </a:lnTo>
                  <a:lnTo>
                    <a:pt x="907542" y="224028"/>
                  </a:lnTo>
                  <a:lnTo>
                    <a:pt x="916686" y="223266"/>
                  </a:lnTo>
                  <a:lnTo>
                    <a:pt x="922782" y="219608"/>
                  </a:lnTo>
                  <a:lnTo>
                    <a:pt x="924306" y="218694"/>
                  </a:lnTo>
                  <a:lnTo>
                    <a:pt x="928878" y="210312"/>
                  </a:lnTo>
                  <a:lnTo>
                    <a:pt x="929640" y="199644"/>
                  </a:lnTo>
                  <a:close/>
                </a:path>
                <a:path w="1271904" h="239394">
                  <a:moveTo>
                    <a:pt x="941057" y="124968"/>
                  </a:moveTo>
                  <a:lnTo>
                    <a:pt x="934199" y="124206"/>
                  </a:lnTo>
                  <a:lnTo>
                    <a:pt x="932675" y="128016"/>
                  </a:lnTo>
                  <a:lnTo>
                    <a:pt x="919099" y="132930"/>
                  </a:lnTo>
                  <a:lnTo>
                    <a:pt x="912736" y="121069"/>
                  </a:lnTo>
                  <a:lnTo>
                    <a:pt x="915784" y="107353"/>
                  </a:lnTo>
                  <a:lnTo>
                    <a:pt x="930389" y="106680"/>
                  </a:lnTo>
                  <a:lnTo>
                    <a:pt x="933437" y="112014"/>
                  </a:lnTo>
                  <a:lnTo>
                    <a:pt x="940295" y="111252"/>
                  </a:lnTo>
                  <a:lnTo>
                    <a:pt x="938771" y="106680"/>
                  </a:lnTo>
                  <a:lnTo>
                    <a:pt x="932675" y="100584"/>
                  </a:lnTo>
                  <a:lnTo>
                    <a:pt x="923531" y="99060"/>
                  </a:lnTo>
                  <a:lnTo>
                    <a:pt x="914387" y="101346"/>
                  </a:lnTo>
                  <a:lnTo>
                    <a:pt x="907529" y="108204"/>
                  </a:lnTo>
                  <a:lnTo>
                    <a:pt x="906005" y="113538"/>
                  </a:lnTo>
                  <a:lnTo>
                    <a:pt x="905243" y="123444"/>
                  </a:lnTo>
                  <a:lnTo>
                    <a:pt x="908291" y="131064"/>
                  </a:lnTo>
                  <a:lnTo>
                    <a:pt x="912863" y="136398"/>
                  </a:lnTo>
                  <a:lnTo>
                    <a:pt x="919721" y="138684"/>
                  </a:lnTo>
                  <a:lnTo>
                    <a:pt x="927341" y="138684"/>
                  </a:lnTo>
                  <a:lnTo>
                    <a:pt x="934961" y="135636"/>
                  </a:lnTo>
                  <a:lnTo>
                    <a:pt x="939533" y="131064"/>
                  </a:lnTo>
                  <a:lnTo>
                    <a:pt x="941057" y="124968"/>
                  </a:lnTo>
                  <a:close/>
                </a:path>
                <a:path w="1271904" h="239394">
                  <a:moveTo>
                    <a:pt x="955548" y="15240"/>
                  </a:moveTo>
                  <a:lnTo>
                    <a:pt x="921258" y="15240"/>
                  </a:lnTo>
                  <a:lnTo>
                    <a:pt x="921258" y="20574"/>
                  </a:lnTo>
                  <a:lnTo>
                    <a:pt x="934974" y="20574"/>
                  </a:lnTo>
                  <a:lnTo>
                    <a:pt x="934974" y="53340"/>
                  </a:lnTo>
                  <a:lnTo>
                    <a:pt x="941832" y="53340"/>
                  </a:lnTo>
                  <a:lnTo>
                    <a:pt x="941832" y="20574"/>
                  </a:lnTo>
                  <a:lnTo>
                    <a:pt x="955548" y="20574"/>
                  </a:lnTo>
                  <a:lnTo>
                    <a:pt x="955548" y="15240"/>
                  </a:lnTo>
                  <a:close/>
                </a:path>
                <a:path w="1271904" h="239394">
                  <a:moveTo>
                    <a:pt x="974598" y="204216"/>
                  </a:moveTo>
                  <a:lnTo>
                    <a:pt x="970483" y="190690"/>
                  </a:lnTo>
                  <a:lnTo>
                    <a:pt x="966978" y="188760"/>
                  </a:lnTo>
                  <a:lnTo>
                    <a:pt x="966978" y="200406"/>
                  </a:lnTo>
                  <a:lnTo>
                    <a:pt x="943356" y="200406"/>
                  </a:lnTo>
                  <a:lnTo>
                    <a:pt x="944118" y="197358"/>
                  </a:lnTo>
                  <a:lnTo>
                    <a:pt x="948537" y="191617"/>
                  </a:lnTo>
                  <a:lnTo>
                    <a:pt x="955230" y="189560"/>
                  </a:lnTo>
                  <a:lnTo>
                    <a:pt x="961898" y="191401"/>
                  </a:lnTo>
                  <a:lnTo>
                    <a:pt x="966216" y="197358"/>
                  </a:lnTo>
                  <a:lnTo>
                    <a:pt x="966978" y="200406"/>
                  </a:lnTo>
                  <a:lnTo>
                    <a:pt x="966978" y="188760"/>
                  </a:lnTo>
                  <a:lnTo>
                    <a:pt x="959764" y="184759"/>
                  </a:lnTo>
                  <a:lnTo>
                    <a:pt x="947318" y="185889"/>
                  </a:lnTo>
                  <a:lnTo>
                    <a:pt x="938022" y="193548"/>
                  </a:lnTo>
                  <a:lnTo>
                    <a:pt x="936498" y="198120"/>
                  </a:lnTo>
                  <a:lnTo>
                    <a:pt x="935736" y="204216"/>
                  </a:lnTo>
                  <a:lnTo>
                    <a:pt x="936498" y="210312"/>
                  </a:lnTo>
                  <a:lnTo>
                    <a:pt x="938022" y="214884"/>
                  </a:lnTo>
                  <a:lnTo>
                    <a:pt x="941070" y="218694"/>
                  </a:lnTo>
                  <a:lnTo>
                    <a:pt x="943356" y="220522"/>
                  </a:lnTo>
                  <a:lnTo>
                    <a:pt x="944880" y="221742"/>
                  </a:lnTo>
                  <a:lnTo>
                    <a:pt x="950214" y="223266"/>
                  </a:lnTo>
                  <a:lnTo>
                    <a:pt x="955230" y="223977"/>
                  </a:lnTo>
                  <a:lnTo>
                    <a:pt x="960120" y="224028"/>
                  </a:lnTo>
                  <a:lnTo>
                    <a:pt x="967740" y="220980"/>
                  </a:lnTo>
                  <a:lnTo>
                    <a:pt x="970026" y="218694"/>
                  </a:lnTo>
                  <a:lnTo>
                    <a:pt x="972312" y="215646"/>
                  </a:lnTo>
                  <a:lnTo>
                    <a:pt x="973836" y="211836"/>
                  </a:lnTo>
                  <a:lnTo>
                    <a:pt x="972312" y="211074"/>
                  </a:lnTo>
                  <a:lnTo>
                    <a:pt x="968502" y="211074"/>
                  </a:lnTo>
                  <a:lnTo>
                    <a:pt x="966978" y="210312"/>
                  </a:lnTo>
                  <a:lnTo>
                    <a:pt x="965454" y="213360"/>
                  </a:lnTo>
                  <a:lnTo>
                    <a:pt x="959764" y="217970"/>
                  </a:lnTo>
                  <a:lnTo>
                    <a:pt x="953401" y="218452"/>
                  </a:lnTo>
                  <a:lnTo>
                    <a:pt x="947547" y="215430"/>
                  </a:lnTo>
                  <a:lnTo>
                    <a:pt x="943356" y="209550"/>
                  </a:lnTo>
                  <a:lnTo>
                    <a:pt x="943356" y="205740"/>
                  </a:lnTo>
                  <a:lnTo>
                    <a:pt x="966978" y="205740"/>
                  </a:lnTo>
                  <a:lnTo>
                    <a:pt x="974598" y="205740"/>
                  </a:lnTo>
                  <a:lnTo>
                    <a:pt x="974598" y="204216"/>
                  </a:lnTo>
                  <a:close/>
                </a:path>
                <a:path w="1271904" h="239394">
                  <a:moveTo>
                    <a:pt x="980694" y="99822"/>
                  </a:moveTo>
                  <a:lnTo>
                    <a:pt x="973836" y="99822"/>
                  </a:lnTo>
                  <a:lnTo>
                    <a:pt x="973836" y="115824"/>
                  </a:lnTo>
                  <a:lnTo>
                    <a:pt x="954024" y="115824"/>
                  </a:lnTo>
                  <a:lnTo>
                    <a:pt x="954024" y="99822"/>
                  </a:lnTo>
                  <a:lnTo>
                    <a:pt x="947166" y="99822"/>
                  </a:lnTo>
                  <a:lnTo>
                    <a:pt x="947166" y="137922"/>
                  </a:lnTo>
                  <a:lnTo>
                    <a:pt x="954024" y="137922"/>
                  </a:lnTo>
                  <a:lnTo>
                    <a:pt x="954024" y="121158"/>
                  </a:lnTo>
                  <a:lnTo>
                    <a:pt x="973836" y="121158"/>
                  </a:lnTo>
                  <a:lnTo>
                    <a:pt x="973836" y="137922"/>
                  </a:lnTo>
                  <a:lnTo>
                    <a:pt x="980694" y="137922"/>
                  </a:lnTo>
                  <a:lnTo>
                    <a:pt x="980694" y="99822"/>
                  </a:lnTo>
                  <a:close/>
                </a:path>
                <a:path w="1271904" h="239394">
                  <a:moveTo>
                    <a:pt x="998220" y="33528"/>
                  </a:moveTo>
                  <a:lnTo>
                    <a:pt x="994143" y="21145"/>
                  </a:lnTo>
                  <a:lnTo>
                    <a:pt x="991362" y="19380"/>
                  </a:lnTo>
                  <a:lnTo>
                    <a:pt x="991362" y="34290"/>
                  </a:lnTo>
                  <a:lnTo>
                    <a:pt x="990600" y="38862"/>
                  </a:lnTo>
                  <a:lnTo>
                    <a:pt x="989838" y="42672"/>
                  </a:lnTo>
                  <a:lnTo>
                    <a:pt x="987552" y="45720"/>
                  </a:lnTo>
                  <a:lnTo>
                    <a:pt x="985266" y="47244"/>
                  </a:lnTo>
                  <a:lnTo>
                    <a:pt x="982218" y="48768"/>
                  </a:lnTo>
                  <a:lnTo>
                    <a:pt x="975360" y="48768"/>
                  </a:lnTo>
                  <a:lnTo>
                    <a:pt x="966216" y="34290"/>
                  </a:lnTo>
                  <a:lnTo>
                    <a:pt x="966978" y="29718"/>
                  </a:lnTo>
                  <a:lnTo>
                    <a:pt x="967740" y="25908"/>
                  </a:lnTo>
                  <a:lnTo>
                    <a:pt x="972312" y="21336"/>
                  </a:lnTo>
                  <a:lnTo>
                    <a:pt x="975360" y="19812"/>
                  </a:lnTo>
                  <a:lnTo>
                    <a:pt x="982218" y="19812"/>
                  </a:lnTo>
                  <a:lnTo>
                    <a:pt x="985266" y="21336"/>
                  </a:lnTo>
                  <a:lnTo>
                    <a:pt x="989838" y="25908"/>
                  </a:lnTo>
                  <a:lnTo>
                    <a:pt x="990600" y="29718"/>
                  </a:lnTo>
                  <a:lnTo>
                    <a:pt x="991362" y="34290"/>
                  </a:lnTo>
                  <a:lnTo>
                    <a:pt x="991362" y="19380"/>
                  </a:lnTo>
                  <a:lnTo>
                    <a:pt x="983970" y="14655"/>
                  </a:lnTo>
                  <a:lnTo>
                    <a:pt x="971969" y="14922"/>
                  </a:lnTo>
                  <a:lnTo>
                    <a:pt x="962406" y="22860"/>
                  </a:lnTo>
                  <a:lnTo>
                    <a:pt x="960120" y="28194"/>
                  </a:lnTo>
                  <a:lnTo>
                    <a:pt x="959358" y="34290"/>
                  </a:lnTo>
                  <a:lnTo>
                    <a:pt x="960120" y="40386"/>
                  </a:lnTo>
                  <a:lnTo>
                    <a:pt x="961644" y="44958"/>
                  </a:lnTo>
                  <a:lnTo>
                    <a:pt x="966216" y="49288"/>
                  </a:lnTo>
                  <a:lnTo>
                    <a:pt x="969403" y="52298"/>
                  </a:lnTo>
                  <a:lnTo>
                    <a:pt x="980440" y="54152"/>
                  </a:lnTo>
                  <a:lnTo>
                    <a:pt x="990841" y="50634"/>
                  </a:lnTo>
                  <a:lnTo>
                    <a:pt x="991362" y="49847"/>
                  </a:lnTo>
                  <a:lnTo>
                    <a:pt x="996696" y="41910"/>
                  </a:lnTo>
                  <a:lnTo>
                    <a:pt x="997458" y="38100"/>
                  </a:lnTo>
                  <a:lnTo>
                    <a:pt x="998220" y="33528"/>
                  </a:lnTo>
                  <a:close/>
                </a:path>
                <a:path w="1271904" h="239394">
                  <a:moveTo>
                    <a:pt x="1011161" y="212598"/>
                  </a:moveTo>
                  <a:lnTo>
                    <a:pt x="1009637" y="206502"/>
                  </a:lnTo>
                  <a:lnTo>
                    <a:pt x="1005065" y="202692"/>
                  </a:lnTo>
                  <a:lnTo>
                    <a:pt x="1007351" y="201168"/>
                  </a:lnTo>
                  <a:lnTo>
                    <a:pt x="1009637" y="197358"/>
                  </a:lnTo>
                  <a:lnTo>
                    <a:pt x="1008875" y="191262"/>
                  </a:lnTo>
                  <a:lnTo>
                    <a:pt x="1004303" y="185928"/>
                  </a:lnTo>
                  <a:lnTo>
                    <a:pt x="995921" y="184404"/>
                  </a:lnTo>
                  <a:lnTo>
                    <a:pt x="986015" y="186690"/>
                  </a:lnTo>
                  <a:lnTo>
                    <a:pt x="982967" y="190500"/>
                  </a:lnTo>
                  <a:lnTo>
                    <a:pt x="980681" y="195072"/>
                  </a:lnTo>
                  <a:lnTo>
                    <a:pt x="987539" y="195834"/>
                  </a:lnTo>
                  <a:lnTo>
                    <a:pt x="989063" y="192786"/>
                  </a:lnTo>
                  <a:lnTo>
                    <a:pt x="992873" y="189738"/>
                  </a:lnTo>
                  <a:lnTo>
                    <a:pt x="998207" y="189738"/>
                  </a:lnTo>
                  <a:lnTo>
                    <a:pt x="1002017" y="192786"/>
                  </a:lnTo>
                  <a:lnTo>
                    <a:pt x="1002779" y="195072"/>
                  </a:lnTo>
                  <a:lnTo>
                    <a:pt x="999731" y="199644"/>
                  </a:lnTo>
                  <a:lnTo>
                    <a:pt x="992111" y="200406"/>
                  </a:lnTo>
                  <a:lnTo>
                    <a:pt x="992111" y="205740"/>
                  </a:lnTo>
                  <a:lnTo>
                    <a:pt x="999731" y="205740"/>
                  </a:lnTo>
                  <a:lnTo>
                    <a:pt x="1003541" y="210312"/>
                  </a:lnTo>
                  <a:lnTo>
                    <a:pt x="1003541" y="214884"/>
                  </a:lnTo>
                  <a:lnTo>
                    <a:pt x="1002017" y="217170"/>
                  </a:lnTo>
                  <a:lnTo>
                    <a:pt x="995921" y="218694"/>
                  </a:lnTo>
                  <a:lnTo>
                    <a:pt x="989825" y="216408"/>
                  </a:lnTo>
                  <a:lnTo>
                    <a:pt x="986015" y="211074"/>
                  </a:lnTo>
                  <a:lnTo>
                    <a:pt x="979157" y="212598"/>
                  </a:lnTo>
                  <a:lnTo>
                    <a:pt x="981443" y="217170"/>
                  </a:lnTo>
                  <a:lnTo>
                    <a:pt x="984491" y="220980"/>
                  </a:lnTo>
                  <a:lnTo>
                    <a:pt x="989825" y="223266"/>
                  </a:lnTo>
                  <a:lnTo>
                    <a:pt x="995921" y="224028"/>
                  </a:lnTo>
                  <a:lnTo>
                    <a:pt x="1005065" y="222504"/>
                  </a:lnTo>
                  <a:lnTo>
                    <a:pt x="1010399" y="217170"/>
                  </a:lnTo>
                  <a:lnTo>
                    <a:pt x="1011161" y="212598"/>
                  </a:lnTo>
                  <a:close/>
                </a:path>
                <a:path w="1271904" h="239394">
                  <a:moveTo>
                    <a:pt x="1027925" y="118872"/>
                  </a:moveTo>
                  <a:lnTo>
                    <a:pt x="1023797" y="106159"/>
                  </a:lnTo>
                  <a:lnTo>
                    <a:pt x="1020305" y="103898"/>
                  </a:lnTo>
                  <a:lnTo>
                    <a:pt x="1020305" y="115062"/>
                  </a:lnTo>
                  <a:lnTo>
                    <a:pt x="1020305" y="123444"/>
                  </a:lnTo>
                  <a:lnTo>
                    <a:pt x="1018781" y="127254"/>
                  </a:lnTo>
                  <a:lnTo>
                    <a:pt x="1017257" y="130302"/>
                  </a:lnTo>
                  <a:lnTo>
                    <a:pt x="1011161" y="133350"/>
                  </a:lnTo>
                  <a:lnTo>
                    <a:pt x="1004303" y="133350"/>
                  </a:lnTo>
                  <a:lnTo>
                    <a:pt x="1001255" y="131826"/>
                  </a:lnTo>
                  <a:lnTo>
                    <a:pt x="998969" y="130302"/>
                  </a:lnTo>
                  <a:lnTo>
                    <a:pt x="997445" y="127254"/>
                  </a:lnTo>
                  <a:lnTo>
                    <a:pt x="995921" y="123444"/>
                  </a:lnTo>
                  <a:lnTo>
                    <a:pt x="995921" y="115062"/>
                  </a:lnTo>
                  <a:lnTo>
                    <a:pt x="1008113" y="104394"/>
                  </a:lnTo>
                  <a:lnTo>
                    <a:pt x="1014209" y="105918"/>
                  </a:lnTo>
                  <a:lnTo>
                    <a:pt x="1017257" y="108204"/>
                  </a:lnTo>
                  <a:lnTo>
                    <a:pt x="1018781" y="111252"/>
                  </a:lnTo>
                  <a:lnTo>
                    <a:pt x="1020305" y="115062"/>
                  </a:lnTo>
                  <a:lnTo>
                    <a:pt x="1020305" y="103898"/>
                  </a:lnTo>
                  <a:lnTo>
                    <a:pt x="1014209" y="99949"/>
                  </a:lnTo>
                  <a:lnTo>
                    <a:pt x="1011161" y="99860"/>
                  </a:lnTo>
                  <a:lnTo>
                    <a:pt x="1001979" y="100101"/>
                  </a:lnTo>
                  <a:lnTo>
                    <a:pt x="991349" y="107442"/>
                  </a:lnTo>
                  <a:lnTo>
                    <a:pt x="989825" y="112776"/>
                  </a:lnTo>
                  <a:lnTo>
                    <a:pt x="989063" y="118872"/>
                  </a:lnTo>
                  <a:lnTo>
                    <a:pt x="989825" y="124968"/>
                  </a:lnTo>
                  <a:lnTo>
                    <a:pt x="991349" y="130302"/>
                  </a:lnTo>
                  <a:lnTo>
                    <a:pt x="995921" y="134658"/>
                  </a:lnTo>
                  <a:lnTo>
                    <a:pt x="999159" y="137744"/>
                  </a:lnTo>
                  <a:lnTo>
                    <a:pt x="1010640" y="138849"/>
                  </a:lnTo>
                  <a:lnTo>
                    <a:pt x="1020305" y="135077"/>
                  </a:lnTo>
                  <a:lnTo>
                    <a:pt x="1021245" y="134708"/>
                  </a:lnTo>
                  <a:lnTo>
                    <a:pt x="1026401" y="126492"/>
                  </a:lnTo>
                  <a:lnTo>
                    <a:pt x="1027925" y="118872"/>
                  </a:lnTo>
                  <a:close/>
                </a:path>
                <a:path w="1271904" h="239394">
                  <a:moveTo>
                    <a:pt x="1039368" y="15240"/>
                  </a:moveTo>
                  <a:lnTo>
                    <a:pt x="1032510" y="15214"/>
                  </a:lnTo>
                  <a:lnTo>
                    <a:pt x="1032510" y="20574"/>
                  </a:lnTo>
                  <a:lnTo>
                    <a:pt x="1032510" y="33528"/>
                  </a:lnTo>
                  <a:lnTo>
                    <a:pt x="1026414" y="33528"/>
                  </a:lnTo>
                  <a:lnTo>
                    <a:pt x="1020178" y="32461"/>
                  </a:lnTo>
                  <a:lnTo>
                    <a:pt x="1015771" y="34353"/>
                  </a:lnTo>
                  <a:lnTo>
                    <a:pt x="1011936" y="28956"/>
                  </a:lnTo>
                  <a:lnTo>
                    <a:pt x="1011936" y="25146"/>
                  </a:lnTo>
                  <a:lnTo>
                    <a:pt x="1014247" y="19481"/>
                  </a:lnTo>
                  <a:lnTo>
                    <a:pt x="1020178" y="20612"/>
                  </a:lnTo>
                  <a:lnTo>
                    <a:pt x="1032510" y="20574"/>
                  </a:lnTo>
                  <a:lnTo>
                    <a:pt x="1032510" y="15214"/>
                  </a:lnTo>
                  <a:lnTo>
                    <a:pt x="1020216" y="15151"/>
                  </a:lnTo>
                  <a:lnTo>
                    <a:pt x="1016508" y="15024"/>
                  </a:lnTo>
                  <a:lnTo>
                    <a:pt x="1012621" y="14287"/>
                  </a:lnTo>
                  <a:lnTo>
                    <a:pt x="1006602" y="20574"/>
                  </a:lnTo>
                  <a:lnTo>
                    <a:pt x="1005078" y="23622"/>
                  </a:lnTo>
                  <a:lnTo>
                    <a:pt x="1005078" y="28956"/>
                  </a:lnTo>
                  <a:lnTo>
                    <a:pt x="1005840" y="31242"/>
                  </a:lnTo>
                  <a:lnTo>
                    <a:pt x="1007364" y="33528"/>
                  </a:lnTo>
                  <a:lnTo>
                    <a:pt x="1009650" y="35814"/>
                  </a:lnTo>
                  <a:lnTo>
                    <a:pt x="1011936" y="36957"/>
                  </a:lnTo>
                  <a:lnTo>
                    <a:pt x="1012698" y="37338"/>
                  </a:lnTo>
                  <a:lnTo>
                    <a:pt x="1016508" y="38100"/>
                  </a:lnTo>
                  <a:lnTo>
                    <a:pt x="1014222" y="38862"/>
                  </a:lnTo>
                  <a:lnTo>
                    <a:pt x="1011936" y="40386"/>
                  </a:lnTo>
                  <a:lnTo>
                    <a:pt x="1009650" y="43434"/>
                  </a:lnTo>
                  <a:lnTo>
                    <a:pt x="1008126" y="45720"/>
                  </a:lnTo>
                  <a:lnTo>
                    <a:pt x="1004316" y="50292"/>
                  </a:lnTo>
                  <a:lnTo>
                    <a:pt x="1002030" y="53340"/>
                  </a:lnTo>
                  <a:lnTo>
                    <a:pt x="1011174" y="53340"/>
                  </a:lnTo>
                  <a:lnTo>
                    <a:pt x="1012698" y="51054"/>
                  </a:lnTo>
                  <a:lnTo>
                    <a:pt x="1015771" y="47205"/>
                  </a:lnTo>
                  <a:lnTo>
                    <a:pt x="1016508" y="46101"/>
                  </a:lnTo>
                  <a:lnTo>
                    <a:pt x="1018794" y="42672"/>
                  </a:lnTo>
                  <a:lnTo>
                    <a:pt x="1021080" y="40386"/>
                  </a:lnTo>
                  <a:lnTo>
                    <a:pt x="1022604" y="39624"/>
                  </a:lnTo>
                  <a:lnTo>
                    <a:pt x="1023366" y="38862"/>
                  </a:lnTo>
                  <a:lnTo>
                    <a:pt x="1032510" y="38862"/>
                  </a:lnTo>
                  <a:lnTo>
                    <a:pt x="1032510" y="53340"/>
                  </a:lnTo>
                  <a:lnTo>
                    <a:pt x="1039368" y="53340"/>
                  </a:lnTo>
                  <a:lnTo>
                    <a:pt x="1039368" y="15240"/>
                  </a:lnTo>
                  <a:close/>
                </a:path>
                <a:path w="1271904" h="239394">
                  <a:moveTo>
                    <a:pt x="1056132" y="203454"/>
                  </a:moveTo>
                  <a:lnTo>
                    <a:pt x="1055370" y="197358"/>
                  </a:lnTo>
                  <a:lnTo>
                    <a:pt x="1053084" y="193548"/>
                  </a:lnTo>
                  <a:lnTo>
                    <a:pt x="1050798" y="188976"/>
                  </a:lnTo>
                  <a:lnTo>
                    <a:pt x="1048512" y="187833"/>
                  </a:lnTo>
                  <a:lnTo>
                    <a:pt x="1048512" y="199644"/>
                  </a:lnTo>
                  <a:lnTo>
                    <a:pt x="1048512" y="208026"/>
                  </a:lnTo>
                  <a:lnTo>
                    <a:pt x="1046988" y="211836"/>
                  </a:lnTo>
                  <a:lnTo>
                    <a:pt x="1045464" y="214884"/>
                  </a:lnTo>
                  <a:lnTo>
                    <a:pt x="1042416" y="217170"/>
                  </a:lnTo>
                  <a:lnTo>
                    <a:pt x="1036320" y="218694"/>
                  </a:lnTo>
                  <a:lnTo>
                    <a:pt x="1030224" y="217170"/>
                  </a:lnTo>
                  <a:lnTo>
                    <a:pt x="1027938" y="214884"/>
                  </a:lnTo>
                  <a:lnTo>
                    <a:pt x="1025652" y="211836"/>
                  </a:lnTo>
                  <a:lnTo>
                    <a:pt x="1024128" y="208788"/>
                  </a:lnTo>
                  <a:lnTo>
                    <a:pt x="1024128" y="199644"/>
                  </a:lnTo>
                  <a:lnTo>
                    <a:pt x="1025652" y="195834"/>
                  </a:lnTo>
                  <a:lnTo>
                    <a:pt x="1027938" y="192786"/>
                  </a:lnTo>
                  <a:lnTo>
                    <a:pt x="1030224" y="191262"/>
                  </a:lnTo>
                  <a:lnTo>
                    <a:pt x="1033272" y="189738"/>
                  </a:lnTo>
                  <a:lnTo>
                    <a:pt x="1039368" y="189738"/>
                  </a:lnTo>
                  <a:lnTo>
                    <a:pt x="1045464" y="192786"/>
                  </a:lnTo>
                  <a:lnTo>
                    <a:pt x="1046988" y="195834"/>
                  </a:lnTo>
                  <a:lnTo>
                    <a:pt x="1048512" y="199644"/>
                  </a:lnTo>
                  <a:lnTo>
                    <a:pt x="1048512" y="187833"/>
                  </a:lnTo>
                  <a:lnTo>
                    <a:pt x="1046226" y="186690"/>
                  </a:lnTo>
                  <a:lnTo>
                    <a:pt x="1041654" y="185166"/>
                  </a:lnTo>
                  <a:lnTo>
                    <a:pt x="1036320" y="184404"/>
                  </a:lnTo>
                  <a:lnTo>
                    <a:pt x="1027176" y="185928"/>
                  </a:lnTo>
                  <a:lnTo>
                    <a:pt x="1023366" y="188214"/>
                  </a:lnTo>
                  <a:lnTo>
                    <a:pt x="1019556" y="192786"/>
                  </a:lnTo>
                  <a:lnTo>
                    <a:pt x="1017270" y="197358"/>
                  </a:lnTo>
                  <a:lnTo>
                    <a:pt x="1016508" y="203454"/>
                  </a:lnTo>
                  <a:lnTo>
                    <a:pt x="1017270" y="210312"/>
                  </a:lnTo>
                  <a:lnTo>
                    <a:pt x="1018794" y="214884"/>
                  </a:lnTo>
                  <a:lnTo>
                    <a:pt x="1021842" y="218694"/>
                  </a:lnTo>
                  <a:lnTo>
                    <a:pt x="1024128" y="220522"/>
                  </a:lnTo>
                  <a:lnTo>
                    <a:pt x="1025652" y="221742"/>
                  </a:lnTo>
                  <a:lnTo>
                    <a:pt x="1030986" y="223266"/>
                  </a:lnTo>
                  <a:lnTo>
                    <a:pt x="1036320" y="224028"/>
                  </a:lnTo>
                  <a:lnTo>
                    <a:pt x="1040130" y="224028"/>
                  </a:lnTo>
                  <a:lnTo>
                    <a:pt x="1043178" y="223266"/>
                  </a:lnTo>
                  <a:lnTo>
                    <a:pt x="1048512" y="220599"/>
                  </a:lnTo>
                  <a:lnTo>
                    <a:pt x="1049274" y="220218"/>
                  </a:lnTo>
                  <a:lnTo>
                    <a:pt x="1051560" y="217932"/>
                  </a:lnTo>
                  <a:lnTo>
                    <a:pt x="1053846" y="214884"/>
                  </a:lnTo>
                  <a:lnTo>
                    <a:pt x="1054608" y="211836"/>
                  </a:lnTo>
                  <a:lnTo>
                    <a:pt x="1055370" y="208026"/>
                  </a:lnTo>
                  <a:lnTo>
                    <a:pt x="1056132" y="203454"/>
                  </a:lnTo>
                  <a:close/>
                </a:path>
                <a:path w="1271904" h="239394">
                  <a:moveTo>
                    <a:pt x="1069848" y="124968"/>
                  </a:moveTo>
                  <a:lnTo>
                    <a:pt x="1062990" y="124206"/>
                  </a:lnTo>
                  <a:lnTo>
                    <a:pt x="1061466" y="128016"/>
                  </a:lnTo>
                  <a:lnTo>
                    <a:pt x="1056894" y="133350"/>
                  </a:lnTo>
                  <a:lnTo>
                    <a:pt x="1047750" y="132588"/>
                  </a:lnTo>
                  <a:lnTo>
                    <a:pt x="1043178" y="128016"/>
                  </a:lnTo>
                  <a:lnTo>
                    <a:pt x="1040892" y="118872"/>
                  </a:lnTo>
                  <a:lnTo>
                    <a:pt x="1043178" y="109728"/>
                  </a:lnTo>
                  <a:lnTo>
                    <a:pt x="1048512" y="105156"/>
                  </a:lnTo>
                  <a:lnTo>
                    <a:pt x="1053084" y="104394"/>
                  </a:lnTo>
                  <a:lnTo>
                    <a:pt x="1059180" y="106680"/>
                  </a:lnTo>
                  <a:lnTo>
                    <a:pt x="1062228" y="112014"/>
                  </a:lnTo>
                  <a:lnTo>
                    <a:pt x="1069086" y="111252"/>
                  </a:lnTo>
                  <a:lnTo>
                    <a:pt x="1066800" y="106680"/>
                  </a:lnTo>
                  <a:lnTo>
                    <a:pt x="1061466" y="100584"/>
                  </a:lnTo>
                  <a:lnTo>
                    <a:pt x="1053084" y="99060"/>
                  </a:lnTo>
                  <a:lnTo>
                    <a:pt x="1043178" y="101346"/>
                  </a:lnTo>
                  <a:lnTo>
                    <a:pt x="1036320" y="108204"/>
                  </a:lnTo>
                  <a:lnTo>
                    <a:pt x="1034796" y="113538"/>
                  </a:lnTo>
                  <a:lnTo>
                    <a:pt x="1034034" y="123444"/>
                  </a:lnTo>
                  <a:lnTo>
                    <a:pt x="1037082" y="131064"/>
                  </a:lnTo>
                  <a:lnTo>
                    <a:pt x="1041654" y="136398"/>
                  </a:lnTo>
                  <a:lnTo>
                    <a:pt x="1048512" y="138684"/>
                  </a:lnTo>
                  <a:lnTo>
                    <a:pt x="1056132" y="138684"/>
                  </a:lnTo>
                  <a:lnTo>
                    <a:pt x="1063752" y="135636"/>
                  </a:lnTo>
                  <a:lnTo>
                    <a:pt x="1067562" y="131064"/>
                  </a:lnTo>
                  <a:lnTo>
                    <a:pt x="1069848" y="124968"/>
                  </a:lnTo>
                  <a:close/>
                </a:path>
                <a:path w="1271904" h="239394">
                  <a:moveTo>
                    <a:pt x="1082789" y="15240"/>
                  </a:moveTo>
                  <a:lnTo>
                    <a:pt x="1075931" y="15240"/>
                  </a:lnTo>
                  <a:lnTo>
                    <a:pt x="1075931" y="31242"/>
                  </a:lnTo>
                  <a:lnTo>
                    <a:pt x="1056881" y="31242"/>
                  </a:lnTo>
                  <a:lnTo>
                    <a:pt x="1056881" y="15240"/>
                  </a:lnTo>
                  <a:lnTo>
                    <a:pt x="1050023" y="15240"/>
                  </a:lnTo>
                  <a:lnTo>
                    <a:pt x="1050023" y="53340"/>
                  </a:lnTo>
                  <a:lnTo>
                    <a:pt x="1056881" y="53340"/>
                  </a:lnTo>
                  <a:lnTo>
                    <a:pt x="1056881" y="36576"/>
                  </a:lnTo>
                  <a:lnTo>
                    <a:pt x="1075931" y="36576"/>
                  </a:lnTo>
                  <a:lnTo>
                    <a:pt x="1075931" y="53340"/>
                  </a:lnTo>
                  <a:lnTo>
                    <a:pt x="1082789" y="53340"/>
                  </a:lnTo>
                  <a:lnTo>
                    <a:pt x="1082789" y="15240"/>
                  </a:lnTo>
                  <a:close/>
                </a:path>
                <a:path w="1271904" h="239394">
                  <a:moveTo>
                    <a:pt x="1096505" y="185166"/>
                  </a:moveTo>
                  <a:lnTo>
                    <a:pt x="1063739" y="185166"/>
                  </a:lnTo>
                  <a:lnTo>
                    <a:pt x="1063739" y="223266"/>
                  </a:lnTo>
                  <a:lnTo>
                    <a:pt x="1070597" y="223266"/>
                  </a:lnTo>
                  <a:lnTo>
                    <a:pt x="1070597" y="190500"/>
                  </a:lnTo>
                  <a:lnTo>
                    <a:pt x="1089647" y="190500"/>
                  </a:lnTo>
                  <a:lnTo>
                    <a:pt x="1089647" y="223266"/>
                  </a:lnTo>
                  <a:lnTo>
                    <a:pt x="1096505" y="223266"/>
                  </a:lnTo>
                  <a:lnTo>
                    <a:pt x="1096505" y="185166"/>
                  </a:lnTo>
                  <a:close/>
                </a:path>
                <a:path w="1271904" h="239394">
                  <a:moveTo>
                    <a:pt x="1105649" y="99822"/>
                  </a:moveTo>
                  <a:lnTo>
                    <a:pt x="1071359" y="99822"/>
                  </a:lnTo>
                  <a:lnTo>
                    <a:pt x="1071359" y="105156"/>
                  </a:lnTo>
                  <a:lnTo>
                    <a:pt x="1085075" y="105156"/>
                  </a:lnTo>
                  <a:lnTo>
                    <a:pt x="1085075" y="137922"/>
                  </a:lnTo>
                  <a:lnTo>
                    <a:pt x="1091933" y="137922"/>
                  </a:lnTo>
                  <a:lnTo>
                    <a:pt x="1091933" y="105156"/>
                  </a:lnTo>
                  <a:lnTo>
                    <a:pt x="1105649" y="105156"/>
                  </a:lnTo>
                  <a:lnTo>
                    <a:pt x="1105649" y="99822"/>
                  </a:lnTo>
                  <a:close/>
                </a:path>
                <a:path w="1271904" h="239394">
                  <a:moveTo>
                    <a:pt x="1127760" y="15240"/>
                  </a:moveTo>
                  <a:lnTo>
                    <a:pt x="1120902" y="15240"/>
                  </a:lnTo>
                  <a:lnTo>
                    <a:pt x="1115568" y="22860"/>
                  </a:lnTo>
                  <a:lnTo>
                    <a:pt x="1106424" y="36576"/>
                  </a:lnTo>
                  <a:lnTo>
                    <a:pt x="1101090" y="44196"/>
                  </a:lnTo>
                  <a:lnTo>
                    <a:pt x="1101090" y="15240"/>
                  </a:lnTo>
                  <a:lnTo>
                    <a:pt x="1093470" y="15240"/>
                  </a:lnTo>
                  <a:lnTo>
                    <a:pt x="1093470" y="53340"/>
                  </a:lnTo>
                  <a:lnTo>
                    <a:pt x="1101090" y="53340"/>
                  </a:lnTo>
                  <a:lnTo>
                    <a:pt x="1106424" y="45720"/>
                  </a:lnTo>
                  <a:lnTo>
                    <a:pt x="1116330" y="32004"/>
                  </a:lnTo>
                  <a:lnTo>
                    <a:pt x="1120902" y="24384"/>
                  </a:lnTo>
                  <a:lnTo>
                    <a:pt x="1120902" y="53340"/>
                  </a:lnTo>
                  <a:lnTo>
                    <a:pt x="1127760" y="53340"/>
                  </a:lnTo>
                  <a:lnTo>
                    <a:pt x="1127760" y="15240"/>
                  </a:lnTo>
                  <a:close/>
                </a:path>
                <a:path w="1271904" h="239394">
                  <a:moveTo>
                    <a:pt x="1143000" y="223266"/>
                  </a:moveTo>
                  <a:lnTo>
                    <a:pt x="1141476" y="218694"/>
                  </a:lnTo>
                  <a:lnTo>
                    <a:pt x="1140714" y="192786"/>
                  </a:lnTo>
                  <a:lnTo>
                    <a:pt x="1136142" y="186690"/>
                  </a:lnTo>
                  <a:lnTo>
                    <a:pt x="1134313" y="186334"/>
                  </a:lnTo>
                  <a:lnTo>
                    <a:pt x="1134313" y="216674"/>
                  </a:lnTo>
                  <a:lnTo>
                    <a:pt x="1125740" y="220560"/>
                  </a:lnTo>
                  <a:lnTo>
                    <a:pt x="1116330" y="217932"/>
                  </a:lnTo>
                  <a:lnTo>
                    <a:pt x="1114806" y="217170"/>
                  </a:lnTo>
                  <a:lnTo>
                    <a:pt x="1113282" y="215646"/>
                  </a:lnTo>
                  <a:lnTo>
                    <a:pt x="1109192" y="205803"/>
                  </a:lnTo>
                  <a:lnTo>
                    <a:pt x="1121054" y="206997"/>
                  </a:lnTo>
                  <a:lnTo>
                    <a:pt x="1126998" y="205740"/>
                  </a:lnTo>
                  <a:lnTo>
                    <a:pt x="1130808" y="204978"/>
                  </a:lnTo>
                  <a:lnTo>
                    <a:pt x="1133856" y="203454"/>
                  </a:lnTo>
                  <a:lnTo>
                    <a:pt x="1133856" y="205740"/>
                  </a:lnTo>
                  <a:lnTo>
                    <a:pt x="1134313" y="216674"/>
                  </a:lnTo>
                  <a:lnTo>
                    <a:pt x="1134313" y="186334"/>
                  </a:lnTo>
                  <a:lnTo>
                    <a:pt x="1124712" y="184404"/>
                  </a:lnTo>
                  <a:lnTo>
                    <a:pt x="1115568" y="185166"/>
                  </a:lnTo>
                  <a:lnTo>
                    <a:pt x="1108710" y="188976"/>
                  </a:lnTo>
                  <a:lnTo>
                    <a:pt x="1105662" y="195834"/>
                  </a:lnTo>
                  <a:lnTo>
                    <a:pt x="1112520" y="196596"/>
                  </a:lnTo>
                  <a:lnTo>
                    <a:pt x="1114044" y="193548"/>
                  </a:lnTo>
                  <a:lnTo>
                    <a:pt x="1119378" y="189738"/>
                  </a:lnTo>
                  <a:lnTo>
                    <a:pt x="1127760" y="190500"/>
                  </a:lnTo>
                  <a:lnTo>
                    <a:pt x="1133094" y="193548"/>
                  </a:lnTo>
                  <a:lnTo>
                    <a:pt x="1133856" y="198882"/>
                  </a:lnTo>
                  <a:lnTo>
                    <a:pt x="1117854" y="201168"/>
                  </a:lnTo>
                  <a:lnTo>
                    <a:pt x="1109472" y="204216"/>
                  </a:lnTo>
                  <a:lnTo>
                    <a:pt x="1104900" y="210312"/>
                  </a:lnTo>
                  <a:lnTo>
                    <a:pt x="1105662" y="217170"/>
                  </a:lnTo>
                  <a:lnTo>
                    <a:pt x="1109192" y="221284"/>
                  </a:lnTo>
                  <a:lnTo>
                    <a:pt x="1110234" y="222504"/>
                  </a:lnTo>
                  <a:lnTo>
                    <a:pt x="1119378" y="224028"/>
                  </a:lnTo>
                  <a:lnTo>
                    <a:pt x="1126998" y="222504"/>
                  </a:lnTo>
                  <a:lnTo>
                    <a:pt x="1133856" y="217932"/>
                  </a:lnTo>
                  <a:lnTo>
                    <a:pt x="1134313" y="219532"/>
                  </a:lnTo>
                  <a:lnTo>
                    <a:pt x="1135380" y="223266"/>
                  </a:lnTo>
                  <a:lnTo>
                    <a:pt x="1143000" y="223266"/>
                  </a:lnTo>
                  <a:close/>
                </a:path>
                <a:path w="1271904" h="239394">
                  <a:moveTo>
                    <a:pt x="1146810" y="99822"/>
                  </a:moveTo>
                  <a:lnTo>
                    <a:pt x="1139190" y="99822"/>
                  </a:lnTo>
                  <a:lnTo>
                    <a:pt x="1133856" y="107442"/>
                  </a:lnTo>
                  <a:lnTo>
                    <a:pt x="1124712" y="121920"/>
                  </a:lnTo>
                  <a:lnTo>
                    <a:pt x="1119378" y="128778"/>
                  </a:lnTo>
                  <a:lnTo>
                    <a:pt x="1119378" y="99822"/>
                  </a:lnTo>
                  <a:lnTo>
                    <a:pt x="1112520" y="99822"/>
                  </a:lnTo>
                  <a:lnTo>
                    <a:pt x="1112520" y="137922"/>
                  </a:lnTo>
                  <a:lnTo>
                    <a:pt x="1120140" y="137922"/>
                  </a:lnTo>
                  <a:lnTo>
                    <a:pt x="1125474" y="130302"/>
                  </a:lnTo>
                  <a:lnTo>
                    <a:pt x="1134618" y="116586"/>
                  </a:lnTo>
                  <a:lnTo>
                    <a:pt x="1139190" y="108966"/>
                  </a:lnTo>
                  <a:lnTo>
                    <a:pt x="1139190" y="137922"/>
                  </a:lnTo>
                  <a:lnTo>
                    <a:pt x="1146810" y="137922"/>
                  </a:lnTo>
                  <a:lnTo>
                    <a:pt x="1146810" y="99822"/>
                  </a:lnTo>
                  <a:close/>
                </a:path>
                <a:path w="1271904" h="239394">
                  <a:moveTo>
                    <a:pt x="1172718" y="15240"/>
                  </a:moveTo>
                  <a:lnTo>
                    <a:pt x="1165098" y="15240"/>
                  </a:lnTo>
                  <a:lnTo>
                    <a:pt x="1159764" y="22860"/>
                  </a:lnTo>
                  <a:lnTo>
                    <a:pt x="1150620" y="36576"/>
                  </a:lnTo>
                  <a:lnTo>
                    <a:pt x="1145286" y="44196"/>
                  </a:lnTo>
                  <a:lnTo>
                    <a:pt x="1145286" y="15240"/>
                  </a:lnTo>
                  <a:lnTo>
                    <a:pt x="1138428" y="15240"/>
                  </a:lnTo>
                  <a:lnTo>
                    <a:pt x="1138428" y="53340"/>
                  </a:lnTo>
                  <a:lnTo>
                    <a:pt x="1146048" y="53340"/>
                  </a:lnTo>
                  <a:lnTo>
                    <a:pt x="1151382" y="45720"/>
                  </a:lnTo>
                  <a:lnTo>
                    <a:pt x="1160526" y="32004"/>
                  </a:lnTo>
                  <a:lnTo>
                    <a:pt x="1165860" y="24384"/>
                  </a:lnTo>
                  <a:lnTo>
                    <a:pt x="1165860" y="53340"/>
                  </a:lnTo>
                  <a:lnTo>
                    <a:pt x="1172718" y="53340"/>
                  </a:lnTo>
                  <a:lnTo>
                    <a:pt x="1172718" y="15240"/>
                  </a:lnTo>
                  <a:close/>
                </a:path>
                <a:path w="1271904" h="239394">
                  <a:moveTo>
                    <a:pt x="1185659" y="209550"/>
                  </a:moveTo>
                  <a:lnTo>
                    <a:pt x="1178801" y="208788"/>
                  </a:lnTo>
                  <a:lnTo>
                    <a:pt x="1177277" y="213360"/>
                  </a:lnTo>
                  <a:lnTo>
                    <a:pt x="1162989" y="217995"/>
                  </a:lnTo>
                  <a:lnTo>
                    <a:pt x="1156614" y="206476"/>
                  </a:lnTo>
                  <a:lnTo>
                    <a:pt x="1160005" y="192874"/>
                  </a:lnTo>
                  <a:lnTo>
                    <a:pt x="1174991" y="191262"/>
                  </a:lnTo>
                  <a:lnTo>
                    <a:pt x="1178039" y="196596"/>
                  </a:lnTo>
                  <a:lnTo>
                    <a:pt x="1184897" y="196596"/>
                  </a:lnTo>
                  <a:lnTo>
                    <a:pt x="1184135" y="193548"/>
                  </a:lnTo>
                  <a:lnTo>
                    <a:pt x="1179563" y="187452"/>
                  </a:lnTo>
                  <a:lnTo>
                    <a:pt x="1170813" y="184124"/>
                  </a:lnTo>
                  <a:lnTo>
                    <a:pt x="1161694" y="185026"/>
                  </a:lnTo>
                  <a:lnTo>
                    <a:pt x="1154099" y="189814"/>
                  </a:lnTo>
                  <a:lnTo>
                    <a:pt x="1149845" y="198120"/>
                  </a:lnTo>
                  <a:lnTo>
                    <a:pt x="1149845" y="208788"/>
                  </a:lnTo>
                  <a:lnTo>
                    <a:pt x="1152131" y="216408"/>
                  </a:lnTo>
                  <a:lnTo>
                    <a:pt x="1157465" y="220980"/>
                  </a:lnTo>
                  <a:lnTo>
                    <a:pt x="1164323" y="224028"/>
                  </a:lnTo>
                  <a:lnTo>
                    <a:pt x="1171943" y="224028"/>
                  </a:lnTo>
                  <a:lnTo>
                    <a:pt x="1180325" y="220218"/>
                  </a:lnTo>
                  <a:lnTo>
                    <a:pt x="1184135" y="215646"/>
                  </a:lnTo>
                  <a:lnTo>
                    <a:pt x="1185659" y="209550"/>
                  </a:lnTo>
                  <a:close/>
                </a:path>
                <a:path w="1271904" h="239394">
                  <a:moveTo>
                    <a:pt x="1213853" y="99822"/>
                  </a:moveTo>
                  <a:lnTo>
                    <a:pt x="1206233" y="99822"/>
                  </a:lnTo>
                  <a:lnTo>
                    <a:pt x="1200899" y="107442"/>
                  </a:lnTo>
                  <a:lnTo>
                    <a:pt x="1191755" y="121920"/>
                  </a:lnTo>
                  <a:lnTo>
                    <a:pt x="1186421" y="128778"/>
                  </a:lnTo>
                  <a:lnTo>
                    <a:pt x="1186421" y="99822"/>
                  </a:lnTo>
                  <a:lnTo>
                    <a:pt x="1179563" y="99822"/>
                  </a:lnTo>
                  <a:lnTo>
                    <a:pt x="1179563" y="137922"/>
                  </a:lnTo>
                  <a:lnTo>
                    <a:pt x="1187183" y="137922"/>
                  </a:lnTo>
                  <a:lnTo>
                    <a:pt x="1191755" y="130302"/>
                  </a:lnTo>
                  <a:lnTo>
                    <a:pt x="1200899" y="116586"/>
                  </a:lnTo>
                  <a:lnTo>
                    <a:pt x="1206233" y="108966"/>
                  </a:lnTo>
                  <a:lnTo>
                    <a:pt x="1206233" y="137922"/>
                  </a:lnTo>
                  <a:lnTo>
                    <a:pt x="1213853" y="137922"/>
                  </a:lnTo>
                  <a:lnTo>
                    <a:pt x="1213853" y="99822"/>
                  </a:lnTo>
                  <a:close/>
                </a:path>
                <a:path w="1271904" h="239394">
                  <a:moveTo>
                    <a:pt x="1225296" y="185166"/>
                  </a:moveTo>
                  <a:lnTo>
                    <a:pt x="1218438" y="185166"/>
                  </a:lnTo>
                  <a:lnTo>
                    <a:pt x="1218438" y="200406"/>
                  </a:lnTo>
                  <a:lnTo>
                    <a:pt x="1198626" y="200406"/>
                  </a:lnTo>
                  <a:lnTo>
                    <a:pt x="1198626" y="185166"/>
                  </a:lnTo>
                  <a:lnTo>
                    <a:pt x="1191768" y="185166"/>
                  </a:lnTo>
                  <a:lnTo>
                    <a:pt x="1191768" y="223266"/>
                  </a:lnTo>
                  <a:lnTo>
                    <a:pt x="1198626" y="223266"/>
                  </a:lnTo>
                  <a:lnTo>
                    <a:pt x="1198626" y="205740"/>
                  </a:lnTo>
                  <a:lnTo>
                    <a:pt x="1218438" y="205740"/>
                  </a:lnTo>
                  <a:lnTo>
                    <a:pt x="1218438" y="223266"/>
                  </a:lnTo>
                  <a:lnTo>
                    <a:pt x="1225296" y="223266"/>
                  </a:lnTo>
                  <a:lnTo>
                    <a:pt x="1225296" y="185166"/>
                  </a:lnTo>
                  <a:close/>
                </a:path>
                <a:path w="1271904" h="239394">
                  <a:moveTo>
                    <a:pt x="1271778" y="203454"/>
                  </a:moveTo>
                  <a:lnTo>
                    <a:pt x="1271016" y="197358"/>
                  </a:lnTo>
                  <a:lnTo>
                    <a:pt x="1269492" y="193548"/>
                  </a:lnTo>
                  <a:lnTo>
                    <a:pt x="1266444" y="188976"/>
                  </a:lnTo>
                  <a:lnTo>
                    <a:pt x="1264158" y="187604"/>
                  </a:lnTo>
                  <a:lnTo>
                    <a:pt x="1264158" y="199644"/>
                  </a:lnTo>
                  <a:lnTo>
                    <a:pt x="1264158" y="208026"/>
                  </a:lnTo>
                  <a:lnTo>
                    <a:pt x="1263396" y="211836"/>
                  </a:lnTo>
                  <a:lnTo>
                    <a:pt x="1261110" y="214884"/>
                  </a:lnTo>
                  <a:lnTo>
                    <a:pt x="1258824" y="217170"/>
                  </a:lnTo>
                  <a:lnTo>
                    <a:pt x="1252728" y="218694"/>
                  </a:lnTo>
                  <a:lnTo>
                    <a:pt x="1248918" y="217932"/>
                  </a:lnTo>
                  <a:lnTo>
                    <a:pt x="1246632" y="217170"/>
                  </a:lnTo>
                  <a:lnTo>
                    <a:pt x="1244346" y="214884"/>
                  </a:lnTo>
                  <a:lnTo>
                    <a:pt x="1242060" y="211836"/>
                  </a:lnTo>
                  <a:lnTo>
                    <a:pt x="1240536" y="208788"/>
                  </a:lnTo>
                  <a:lnTo>
                    <a:pt x="1240536" y="199644"/>
                  </a:lnTo>
                  <a:lnTo>
                    <a:pt x="1242060" y="195834"/>
                  </a:lnTo>
                  <a:lnTo>
                    <a:pt x="1244346" y="192786"/>
                  </a:lnTo>
                  <a:lnTo>
                    <a:pt x="1248918" y="189738"/>
                  </a:lnTo>
                  <a:lnTo>
                    <a:pt x="1255776" y="189738"/>
                  </a:lnTo>
                  <a:lnTo>
                    <a:pt x="1258824" y="191262"/>
                  </a:lnTo>
                  <a:lnTo>
                    <a:pt x="1261110" y="192786"/>
                  </a:lnTo>
                  <a:lnTo>
                    <a:pt x="1263396" y="195834"/>
                  </a:lnTo>
                  <a:lnTo>
                    <a:pt x="1264158" y="199644"/>
                  </a:lnTo>
                  <a:lnTo>
                    <a:pt x="1264158" y="187604"/>
                  </a:lnTo>
                  <a:lnTo>
                    <a:pt x="1262634" y="186690"/>
                  </a:lnTo>
                  <a:lnTo>
                    <a:pt x="1258062" y="185166"/>
                  </a:lnTo>
                  <a:lnTo>
                    <a:pt x="1252728" y="184404"/>
                  </a:lnTo>
                  <a:lnTo>
                    <a:pt x="1247394" y="185166"/>
                  </a:lnTo>
                  <a:lnTo>
                    <a:pt x="1232916" y="203454"/>
                  </a:lnTo>
                  <a:lnTo>
                    <a:pt x="1233678" y="210312"/>
                  </a:lnTo>
                  <a:lnTo>
                    <a:pt x="1235202" y="214884"/>
                  </a:lnTo>
                  <a:lnTo>
                    <a:pt x="1240536" y="219671"/>
                  </a:lnTo>
                  <a:lnTo>
                    <a:pt x="1243152" y="222021"/>
                  </a:lnTo>
                  <a:lnTo>
                    <a:pt x="1253998" y="224078"/>
                  </a:lnTo>
                  <a:lnTo>
                    <a:pt x="1264158" y="220853"/>
                  </a:lnTo>
                  <a:lnTo>
                    <a:pt x="1264412" y="220776"/>
                  </a:lnTo>
                  <a:lnTo>
                    <a:pt x="1271016" y="211836"/>
                  </a:lnTo>
                  <a:lnTo>
                    <a:pt x="1271778" y="208026"/>
                  </a:lnTo>
                  <a:lnTo>
                    <a:pt x="1271778" y="20345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8" name="object 2188"/>
            <p:cNvSpPr/>
            <p:nvPr/>
          </p:nvSpPr>
          <p:spPr>
            <a:xfrm>
              <a:off x="6211964" y="1734962"/>
              <a:ext cx="158750" cy="40005"/>
            </a:xfrm>
            <a:custGeom>
              <a:avLst/>
              <a:gdLst/>
              <a:ahLst/>
              <a:cxnLst/>
              <a:rect l="l" t="t" r="r" b="b"/>
              <a:pathLst>
                <a:path w="158750" h="40005">
                  <a:moveTo>
                    <a:pt x="38862" y="19050"/>
                  </a:moveTo>
                  <a:lnTo>
                    <a:pt x="38100" y="12954"/>
                  </a:lnTo>
                  <a:lnTo>
                    <a:pt x="36576" y="9144"/>
                  </a:lnTo>
                  <a:lnTo>
                    <a:pt x="33528" y="4572"/>
                  </a:lnTo>
                  <a:lnTo>
                    <a:pt x="31242" y="3200"/>
                  </a:lnTo>
                  <a:lnTo>
                    <a:pt x="31242" y="15240"/>
                  </a:lnTo>
                  <a:lnTo>
                    <a:pt x="31242" y="23622"/>
                  </a:lnTo>
                  <a:lnTo>
                    <a:pt x="30480" y="27432"/>
                  </a:lnTo>
                  <a:lnTo>
                    <a:pt x="28194" y="30480"/>
                  </a:lnTo>
                  <a:lnTo>
                    <a:pt x="25908" y="32766"/>
                  </a:lnTo>
                  <a:lnTo>
                    <a:pt x="19812" y="34290"/>
                  </a:lnTo>
                  <a:lnTo>
                    <a:pt x="16002" y="33528"/>
                  </a:lnTo>
                  <a:lnTo>
                    <a:pt x="13716" y="32766"/>
                  </a:lnTo>
                  <a:lnTo>
                    <a:pt x="11430" y="30480"/>
                  </a:lnTo>
                  <a:lnTo>
                    <a:pt x="9144" y="27432"/>
                  </a:lnTo>
                  <a:lnTo>
                    <a:pt x="7620" y="24384"/>
                  </a:lnTo>
                  <a:lnTo>
                    <a:pt x="7620" y="15240"/>
                  </a:lnTo>
                  <a:lnTo>
                    <a:pt x="9144" y="11430"/>
                  </a:lnTo>
                  <a:lnTo>
                    <a:pt x="11430" y="8382"/>
                  </a:lnTo>
                  <a:lnTo>
                    <a:pt x="16002" y="5334"/>
                  </a:lnTo>
                  <a:lnTo>
                    <a:pt x="22860" y="5334"/>
                  </a:lnTo>
                  <a:lnTo>
                    <a:pt x="25908" y="6858"/>
                  </a:lnTo>
                  <a:lnTo>
                    <a:pt x="28194" y="8382"/>
                  </a:lnTo>
                  <a:lnTo>
                    <a:pt x="30480" y="11430"/>
                  </a:lnTo>
                  <a:lnTo>
                    <a:pt x="31242" y="15240"/>
                  </a:lnTo>
                  <a:lnTo>
                    <a:pt x="31242" y="3200"/>
                  </a:lnTo>
                  <a:lnTo>
                    <a:pt x="29718" y="2286"/>
                  </a:lnTo>
                  <a:lnTo>
                    <a:pt x="25146" y="762"/>
                  </a:lnTo>
                  <a:lnTo>
                    <a:pt x="19812" y="0"/>
                  </a:lnTo>
                  <a:lnTo>
                    <a:pt x="14478" y="762"/>
                  </a:lnTo>
                  <a:lnTo>
                    <a:pt x="0" y="19050"/>
                  </a:lnTo>
                  <a:lnTo>
                    <a:pt x="762" y="25908"/>
                  </a:lnTo>
                  <a:lnTo>
                    <a:pt x="2286" y="30480"/>
                  </a:lnTo>
                  <a:lnTo>
                    <a:pt x="7620" y="35267"/>
                  </a:lnTo>
                  <a:lnTo>
                    <a:pt x="10236" y="37617"/>
                  </a:lnTo>
                  <a:lnTo>
                    <a:pt x="21082" y="39674"/>
                  </a:lnTo>
                  <a:lnTo>
                    <a:pt x="31242" y="36449"/>
                  </a:lnTo>
                  <a:lnTo>
                    <a:pt x="31496" y="36372"/>
                  </a:lnTo>
                  <a:lnTo>
                    <a:pt x="38100" y="27432"/>
                  </a:lnTo>
                  <a:lnTo>
                    <a:pt x="38862" y="23622"/>
                  </a:lnTo>
                  <a:lnTo>
                    <a:pt x="38862" y="19050"/>
                  </a:lnTo>
                  <a:close/>
                </a:path>
                <a:path w="158750" h="40005">
                  <a:moveTo>
                    <a:pt x="81534" y="25146"/>
                  </a:moveTo>
                  <a:lnTo>
                    <a:pt x="74676" y="24384"/>
                  </a:lnTo>
                  <a:lnTo>
                    <a:pt x="73152" y="28956"/>
                  </a:lnTo>
                  <a:lnTo>
                    <a:pt x="58851" y="33629"/>
                  </a:lnTo>
                  <a:lnTo>
                    <a:pt x="52260" y="22263"/>
                  </a:lnTo>
                  <a:lnTo>
                    <a:pt x="55359" y="8724"/>
                  </a:lnTo>
                  <a:lnTo>
                    <a:pt x="70104" y="6858"/>
                  </a:lnTo>
                  <a:lnTo>
                    <a:pt x="73914" y="12192"/>
                  </a:lnTo>
                  <a:lnTo>
                    <a:pt x="80772" y="12192"/>
                  </a:lnTo>
                  <a:lnTo>
                    <a:pt x="78486" y="6858"/>
                  </a:lnTo>
                  <a:lnTo>
                    <a:pt x="72390" y="1524"/>
                  </a:lnTo>
                  <a:lnTo>
                    <a:pt x="64008" y="0"/>
                  </a:lnTo>
                  <a:lnTo>
                    <a:pt x="58674" y="0"/>
                  </a:lnTo>
                  <a:lnTo>
                    <a:pt x="54102" y="2286"/>
                  </a:lnTo>
                  <a:lnTo>
                    <a:pt x="47244" y="9144"/>
                  </a:lnTo>
                  <a:lnTo>
                    <a:pt x="45720" y="13716"/>
                  </a:lnTo>
                  <a:lnTo>
                    <a:pt x="44958" y="24384"/>
                  </a:lnTo>
                  <a:lnTo>
                    <a:pt x="48006" y="32004"/>
                  </a:lnTo>
                  <a:lnTo>
                    <a:pt x="52578" y="36576"/>
                  </a:lnTo>
                  <a:lnTo>
                    <a:pt x="59436" y="39624"/>
                  </a:lnTo>
                  <a:lnTo>
                    <a:pt x="67056" y="39624"/>
                  </a:lnTo>
                  <a:lnTo>
                    <a:pt x="75438" y="35814"/>
                  </a:lnTo>
                  <a:lnTo>
                    <a:pt x="79248" y="31242"/>
                  </a:lnTo>
                  <a:lnTo>
                    <a:pt x="81534" y="25146"/>
                  </a:lnTo>
                  <a:close/>
                </a:path>
                <a:path w="158750" h="40005">
                  <a:moveTo>
                    <a:pt x="117335" y="762"/>
                  </a:moveTo>
                  <a:lnTo>
                    <a:pt x="83807" y="762"/>
                  </a:lnTo>
                  <a:lnTo>
                    <a:pt x="83807" y="6096"/>
                  </a:lnTo>
                  <a:lnTo>
                    <a:pt x="96761" y="6096"/>
                  </a:lnTo>
                  <a:lnTo>
                    <a:pt x="96761" y="38862"/>
                  </a:lnTo>
                  <a:lnTo>
                    <a:pt x="103619" y="38862"/>
                  </a:lnTo>
                  <a:lnTo>
                    <a:pt x="103619" y="6096"/>
                  </a:lnTo>
                  <a:lnTo>
                    <a:pt x="117335" y="6096"/>
                  </a:lnTo>
                  <a:lnTo>
                    <a:pt x="117335" y="762"/>
                  </a:lnTo>
                  <a:close/>
                </a:path>
                <a:path w="158750" h="40005">
                  <a:moveTo>
                    <a:pt x="158496" y="762"/>
                  </a:moveTo>
                  <a:lnTo>
                    <a:pt x="150876" y="762"/>
                  </a:lnTo>
                  <a:lnTo>
                    <a:pt x="145542" y="8382"/>
                  </a:lnTo>
                  <a:lnTo>
                    <a:pt x="135636" y="22098"/>
                  </a:lnTo>
                  <a:lnTo>
                    <a:pt x="131064" y="29718"/>
                  </a:lnTo>
                  <a:lnTo>
                    <a:pt x="131064" y="762"/>
                  </a:lnTo>
                  <a:lnTo>
                    <a:pt x="123444" y="762"/>
                  </a:lnTo>
                  <a:lnTo>
                    <a:pt x="123444" y="38862"/>
                  </a:lnTo>
                  <a:lnTo>
                    <a:pt x="131064" y="38862"/>
                  </a:lnTo>
                  <a:lnTo>
                    <a:pt x="136398" y="31242"/>
                  </a:lnTo>
                  <a:lnTo>
                    <a:pt x="145542" y="16764"/>
                  </a:lnTo>
                  <a:lnTo>
                    <a:pt x="150876" y="9906"/>
                  </a:lnTo>
                  <a:lnTo>
                    <a:pt x="150876" y="38862"/>
                  </a:lnTo>
                  <a:lnTo>
                    <a:pt x="158496" y="38862"/>
                  </a:lnTo>
                  <a:lnTo>
                    <a:pt x="158496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9" name="object 2189"/>
            <p:cNvSpPr/>
            <p:nvPr/>
          </p:nvSpPr>
          <p:spPr>
            <a:xfrm>
              <a:off x="5285384" y="349821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0" name="object 2190"/>
            <p:cNvSpPr/>
            <p:nvPr/>
          </p:nvSpPr>
          <p:spPr>
            <a:xfrm>
              <a:off x="5285384" y="349821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1" name="object 2191"/>
            <p:cNvSpPr/>
            <p:nvPr/>
          </p:nvSpPr>
          <p:spPr>
            <a:xfrm>
              <a:off x="5285384" y="238950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2" name="object 2192"/>
            <p:cNvSpPr/>
            <p:nvPr/>
          </p:nvSpPr>
          <p:spPr>
            <a:xfrm>
              <a:off x="5285384" y="238950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3" name="object 2193"/>
            <p:cNvSpPr/>
            <p:nvPr/>
          </p:nvSpPr>
          <p:spPr>
            <a:xfrm>
              <a:off x="5285384" y="2389508"/>
              <a:ext cx="7620" cy="1108710"/>
            </a:xfrm>
            <a:custGeom>
              <a:avLst/>
              <a:gdLst/>
              <a:ahLst/>
              <a:cxnLst/>
              <a:rect l="l" t="t" r="r" b="b"/>
              <a:pathLst>
                <a:path w="7620" h="1108710">
                  <a:moveTo>
                    <a:pt x="7619" y="0"/>
                  </a:moveTo>
                  <a:lnTo>
                    <a:pt x="7619" y="1108710"/>
                  </a:lnTo>
                  <a:lnTo>
                    <a:pt x="0" y="1108710"/>
                  </a:lnTo>
                  <a:lnTo>
                    <a:pt x="0" y="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4" name="object 2194"/>
            <p:cNvSpPr/>
            <p:nvPr/>
          </p:nvSpPr>
          <p:spPr>
            <a:xfrm>
              <a:off x="5285384" y="2389508"/>
              <a:ext cx="7620" cy="1108710"/>
            </a:xfrm>
            <a:custGeom>
              <a:avLst/>
              <a:gdLst/>
              <a:ahLst/>
              <a:cxnLst/>
              <a:rect l="l" t="t" r="r" b="b"/>
              <a:pathLst>
                <a:path w="7620" h="1108710">
                  <a:moveTo>
                    <a:pt x="7619" y="0"/>
                  </a:moveTo>
                  <a:lnTo>
                    <a:pt x="7619" y="1108710"/>
                  </a:lnTo>
                  <a:lnTo>
                    <a:pt x="0" y="1108710"/>
                  </a:lnTo>
                  <a:lnTo>
                    <a:pt x="0" y="0"/>
                  </a:lnTo>
                  <a:lnTo>
                    <a:pt x="7619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95" name="object 2195"/>
            <p:cNvPicPr/>
            <p:nvPr/>
          </p:nvPicPr>
          <p:blipFill>
            <a:blip r:embed="rId153" cstate="print"/>
            <a:stretch>
              <a:fillRect/>
            </a:stretch>
          </p:blipFill>
          <p:spPr>
            <a:xfrm>
              <a:off x="6175400" y="2269874"/>
              <a:ext cx="134874" cy="30479"/>
            </a:xfrm>
            <a:prstGeom prst="rect">
              <a:avLst/>
            </a:prstGeom>
          </p:spPr>
        </p:pic>
        <p:sp>
          <p:nvSpPr>
            <p:cNvPr id="2196" name="object 2196"/>
            <p:cNvSpPr/>
            <p:nvPr/>
          </p:nvSpPr>
          <p:spPr>
            <a:xfrm>
              <a:off x="6175400" y="2269874"/>
              <a:ext cx="135255" cy="30480"/>
            </a:xfrm>
            <a:custGeom>
              <a:avLst/>
              <a:gdLst/>
              <a:ahLst/>
              <a:cxnLst/>
              <a:rect l="l" t="t" r="r" b="b"/>
              <a:pathLst>
                <a:path w="135254" h="30480">
                  <a:moveTo>
                    <a:pt x="0" y="15239"/>
                  </a:moveTo>
                  <a:lnTo>
                    <a:pt x="9144" y="22859"/>
                  </a:lnTo>
                  <a:lnTo>
                    <a:pt x="33528" y="28193"/>
                  </a:lnTo>
                  <a:lnTo>
                    <a:pt x="67056" y="30479"/>
                  </a:lnTo>
                  <a:lnTo>
                    <a:pt x="101346" y="28193"/>
                  </a:lnTo>
                  <a:lnTo>
                    <a:pt x="125730" y="22859"/>
                  </a:lnTo>
                  <a:lnTo>
                    <a:pt x="134874" y="15239"/>
                  </a:lnTo>
                  <a:lnTo>
                    <a:pt x="125730" y="7619"/>
                  </a:lnTo>
                  <a:lnTo>
                    <a:pt x="101346" y="2285"/>
                  </a:lnTo>
                  <a:lnTo>
                    <a:pt x="67056" y="0"/>
                  </a:lnTo>
                  <a:lnTo>
                    <a:pt x="33528" y="2285"/>
                  </a:lnTo>
                  <a:lnTo>
                    <a:pt x="9144" y="7619"/>
                  </a:lnTo>
                  <a:lnTo>
                    <a:pt x="0" y="1523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97" name="object 2197"/>
            <p:cNvPicPr/>
            <p:nvPr/>
          </p:nvPicPr>
          <p:blipFill>
            <a:blip r:embed="rId154" cstate="print"/>
            <a:stretch>
              <a:fillRect/>
            </a:stretch>
          </p:blipFill>
          <p:spPr>
            <a:xfrm>
              <a:off x="6180721" y="2265302"/>
              <a:ext cx="124968" cy="16764"/>
            </a:xfrm>
            <a:prstGeom prst="rect">
              <a:avLst/>
            </a:prstGeom>
          </p:spPr>
        </p:pic>
        <p:sp>
          <p:nvSpPr>
            <p:cNvPr id="2198" name="object 2198"/>
            <p:cNvSpPr/>
            <p:nvPr/>
          </p:nvSpPr>
          <p:spPr>
            <a:xfrm>
              <a:off x="6216535" y="2265302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60" h="9525">
                  <a:moveTo>
                    <a:pt x="0" y="4572"/>
                  </a:moveTo>
                  <a:lnTo>
                    <a:pt x="762" y="6858"/>
                  </a:lnTo>
                  <a:lnTo>
                    <a:pt x="2286" y="8382"/>
                  </a:lnTo>
                  <a:lnTo>
                    <a:pt x="4572" y="9144"/>
                  </a:lnTo>
                  <a:lnTo>
                    <a:pt x="6858" y="8382"/>
                  </a:lnTo>
                  <a:lnTo>
                    <a:pt x="9144" y="6858"/>
                  </a:lnTo>
                  <a:lnTo>
                    <a:pt x="9906" y="4572"/>
                  </a:lnTo>
                  <a:lnTo>
                    <a:pt x="9144" y="2286"/>
                  </a:lnTo>
                  <a:lnTo>
                    <a:pt x="6858" y="762"/>
                  </a:lnTo>
                  <a:lnTo>
                    <a:pt x="4572" y="0"/>
                  </a:lnTo>
                  <a:lnTo>
                    <a:pt x="2285" y="762"/>
                  </a:lnTo>
                  <a:lnTo>
                    <a:pt x="761" y="2286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99" name="object 2199"/>
            <p:cNvPicPr/>
            <p:nvPr/>
          </p:nvPicPr>
          <p:blipFill>
            <a:blip r:embed="rId155" cstate="print"/>
            <a:stretch>
              <a:fillRect/>
            </a:stretch>
          </p:blipFill>
          <p:spPr>
            <a:xfrm>
              <a:off x="6216535" y="2264540"/>
              <a:ext cx="9905" cy="9144"/>
            </a:xfrm>
            <a:prstGeom prst="rect">
              <a:avLst/>
            </a:prstGeom>
          </p:spPr>
        </p:pic>
        <p:sp>
          <p:nvSpPr>
            <p:cNvPr id="2200" name="object 2200"/>
            <p:cNvSpPr/>
            <p:nvPr/>
          </p:nvSpPr>
          <p:spPr>
            <a:xfrm>
              <a:off x="6216535" y="2264540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60" h="9525">
                  <a:moveTo>
                    <a:pt x="0" y="4572"/>
                  </a:moveTo>
                  <a:lnTo>
                    <a:pt x="762" y="6858"/>
                  </a:lnTo>
                  <a:lnTo>
                    <a:pt x="2286" y="8382"/>
                  </a:lnTo>
                  <a:lnTo>
                    <a:pt x="4572" y="9144"/>
                  </a:lnTo>
                  <a:lnTo>
                    <a:pt x="6858" y="8382"/>
                  </a:lnTo>
                  <a:lnTo>
                    <a:pt x="9144" y="6858"/>
                  </a:lnTo>
                  <a:lnTo>
                    <a:pt x="9906" y="4572"/>
                  </a:lnTo>
                  <a:lnTo>
                    <a:pt x="9144" y="2286"/>
                  </a:lnTo>
                  <a:lnTo>
                    <a:pt x="6858" y="762"/>
                  </a:lnTo>
                  <a:lnTo>
                    <a:pt x="4572" y="0"/>
                  </a:lnTo>
                  <a:lnTo>
                    <a:pt x="2285" y="762"/>
                  </a:lnTo>
                  <a:lnTo>
                    <a:pt x="761" y="2286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01" name="object 2201"/>
            <p:cNvPicPr/>
            <p:nvPr/>
          </p:nvPicPr>
          <p:blipFill>
            <a:blip r:embed="rId156" cstate="print"/>
            <a:stretch>
              <a:fillRect/>
            </a:stretch>
          </p:blipFill>
          <p:spPr>
            <a:xfrm>
              <a:off x="6205118" y="2265642"/>
              <a:ext cx="9582" cy="8465"/>
            </a:xfrm>
            <a:prstGeom prst="rect">
              <a:avLst/>
            </a:prstGeom>
          </p:spPr>
        </p:pic>
        <p:sp>
          <p:nvSpPr>
            <p:cNvPr id="2202" name="object 2202"/>
            <p:cNvSpPr/>
            <p:nvPr/>
          </p:nvSpPr>
          <p:spPr>
            <a:xfrm>
              <a:off x="6205118" y="2265642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0" y="4232"/>
                  </a:moveTo>
                  <a:lnTo>
                    <a:pt x="762" y="6518"/>
                  </a:lnTo>
                  <a:lnTo>
                    <a:pt x="7377" y="8465"/>
                  </a:lnTo>
                  <a:lnTo>
                    <a:pt x="9582" y="4232"/>
                  </a:lnTo>
                  <a:lnTo>
                    <a:pt x="7377" y="0"/>
                  </a:lnTo>
                  <a:lnTo>
                    <a:pt x="761" y="1946"/>
                  </a:lnTo>
                  <a:lnTo>
                    <a:pt x="0" y="423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03" name="object 2203"/>
            <p:cNvPicPr/>
            <p:nvPr/>
          </p:nvPicPr>
          <p:blipFill>
            <a:blip r:embed="rId157" cstate="print"/>
            <a:stretch>
              <a:fillRect/>
            </a:stretch>
          </p:blipFill>
          <p:spPr>
            <a:xfrm>
              <a:off x="6205118" y="2264880"/>
              <a:ext cx="9582" cy="8465"/>
            </a:xfrm>
            <a:prstGeom prst="rect">
              <a:avLst/>
            </a:prstGeom>
          </p:spPr>
        </p:pic>
        <p:sp>
          <p:nvSpPr>
            <p:cNvPr id="2204" name="object 2204"/>
            <p:cNvSpPr/>
            <p:nvPr/>
          </p:nvSpPr>
          <p:spPr>
            <a:xfrm>
              <a:off x="6205118" y="2264880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0" y="4232"/>
                  </a:moveTo>
                  <a:lnTo>
                    <a:pt x="762" y="6518"/>
                  </a:lnTo>
                  <a:lnTo>
                    <a:pt x="7377" y="8465"/>
                  </a:lnTo>
                  <a:lnTo>
                    <a:pt x="9582" y="4232"/>
                  </a:lnTo>
                  <a:lnTo>
                    <a:pt x="7377" y="0"/>
                  </a:lnTo>
                  <a:lnTo>
                    <a:pt x="761" y="1946"/>
                  </a:lnTo>
                  <a:lnTo>
                    <a:pt x="0" y="423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05" name="object 2205"/>
            <p:cNvPicPr/>
            <p:nvPr/>
          </p:nvPicPr>
          <p:blipFill>
            <a:blip r:embed="rId158" cstate="print"/>
            <a:stretch>
              <a:fillRect/>
            </a:stretch>
          </p:blipFill>
          <p:spPr>
            <a:xfrm>
              <a:off x="6193688" y="2265642"/>
              <a:ext cx="9582" cy="8465"/>
            </a:xfrm>
            <a:prstGeom prst="rect">
              <a:avLst/>
            </a:prstGeom>
          </p:spPr>
        </p:pic>
        <p:sp>
          <p:nvSpPr>
            <p:cNvPr id="2206" name="object 2206"/>
            <p:cNvSpPr/>
            <p:nvPr/>
          </p:nvSpPr>
          <p:spPr>
            <a:xfrm>
              <a:off x="6193688" y="2265642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0" y="4232"/>
                  </a:moveTo>
                  <a:lnTo>
                    <a:pt x="762" y="6518"/>
                  </a:lnTo>
                  <a:lnTo>
                    <a:pt x="7377" y="8465"/>
                  </a:lnTo>
                  <a:lnTo>
                    <a:pt x="9582" y="4232"/>
                  </a:lnTo>
                  <a:lnTo>
                    <a:pt x="7377" y="0"/>
                  </a:lnTo>
                  <a:lnTo>
                    <a:pt x="761" y="1946"/>
                  </a:lnTo>
                  <a:lnTo>
                    <a:pt x="0" y="423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07" name="object 2207"/>
            <p:cNvPicPr/>
            <p:nvPr/>
          </p:nvPicPr>
          <p:blipFill>
            <a:blip r:embed="rId159" cstate="print"/>
            <a:stretch>
              <a:fillRect/>
            </a:stretch>
          </p:blipFill>
          <p:spPr>
            <a:xfrm>
              <a:off x="6193688" y="2264880"/>
              <a:ext cx="9582" cy="8465"/>
            </a:xfrm>
            <a:prstGeom prst="rect">
              <a:avLst/>
            </a:prstGeom>
          </p:spPr>
        </p:pic>
        <p:sp>
          <p:nvSpPr>
            <p:cNvPr id="2208" name="object 2208"/>
            <p:cNvSpPr/>
            <p:nvPr/>
          </p:nvSpPr>
          <p:spPr>
            <a:xfrm>
              <a:off x="6193688" y="2264880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0" y="4232"/>
                  </a:moveTo>
                  <a:lnTo>
                    <a:pt x="762" y="6518"/>
                  </a:lnTo>
                  <a:lnTo>
                    <a:pt x="7377" y="8465"/>
                  </a:lnTo>
                  <a:lnTo>
                    <a:pt x="9582" y="4232"/>
                  </a:lnTo>
                  <a:lnTo>
                    <a:pt x="7377" y="0"/>
                  </a:lnTo>
                  <a:lnTo>
                    <a:pt x="761" y="1946"/>
                  </a:lnTo>
                  <a:lnTo>
                    <a:pt x="0" y="423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09" name="object 2209"/>
            <p:cNvPicPr/>
            <p:nvPr/>
          </p:nvPicPr>
          <p:blipFill>
            <a:blip r:embed="rId160" cstate="print"/>
            <a:stretch>
              <a:fillRect/>
            </a:stretch>
          </p:blipFill>
          <p:spPr>
            <a:xfrm>
              <a:off x="6253873" y="2265302"/>
              <a:ext cx="9144" cy="9144"/>
            </a:xfrm>
            <a:prstGeom prst="rect">
              <a:avLst/>
            </a:prstGeom>
          </p:spPr>
        </p:pic>
        <p:sp>
          <p:nvSpPr>
            <p:cNvPr id="2210" name="object 2210"/>
            <p:cNvSpPr/>
            <p:nvPr/>
          </p:nvSpPr>
          <p:spPr>
            <a:xfrm>
              <a:off x="6253873" y="226530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2"/>
                  </a:moveTo>
                  <a:lnTo>
                    <a:pt x="762" y="6858"/>
                  </a:lnTo>
                  <a:lnTo>
                    <a:pt x="2286" y="8382"/>
                  </a:lnTo>
                  <a:lnTo>
                    <a:pt x="4572" y="9144"/>
                  </a:lnTo>
                  <a:lnTo>
                    <a:pt x="6858" y="8382"/>
                  </a:lnTo>
                  <a:lnTo>
                    <a:pt x="8382" y="6858"/>
                  </a:lnTo>
                  <a:lnTo>
                    <a:pt x="9144" y="4572"/>
                  </a:lnTo>
                  <a:lnTo>
                    <a:pt x="8382" y="2286"/>
                  </a:lnTo>
                  <a:lnTo>
                    <a:pt x="6858" y="762"/>
                  </a:lnTo>
                  <a:lnTo>
                    <a:pt x="4572" y="0"/>
                  </a:lnTo>
                  <a:lnTo>
                    <a:pt x="2285" y="762"/>
                  </a:lnTo>
                  <a:lnTo>
                    <a:pt x="761" y="2286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11" name="object 2211"/>
            <p:cNvPicPr/>
            <p:nvPr/>
          </p:nvPicPr>
          <p:blipFill>
            <a:blip r:embed="rId161" cstate="print"/>
            <a:stretch>
              <a:fillRect/>
            </a:stretch>
          </p:blipFill>
          <p:spPr>
            <a:xfrm>
              <a:off x="6253873" y="2264540"/>
              <a:ext cx="9144" cy="9144"/>
            </a:xfrm>
            <a:prstGeom prst="rect">
              <a:avLst/>
            </a:prstGeom>
          </p:spPr>
        </p:pic>
        <p:sp>
          <p:nvSpPr>
            <p:cNvPr id="2212" name="object 2212"/>
            <p:cNvSpPr/>
            <p:nvPr/>
          </p:nvSpPr>
          <p:spPr>
            <a:xfrm>
              <a:off x="6253873" y="226454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2"/>
                  </a:moveTo>
                  <a:lnTo>
                    <a:pt x="762" y="6858"/>
                  </a:lnTo>
                  <a:lnTo>
                    <a:pt x="2286" y="8382"/>
                  </a:lnTo>
                  <a:lnTo>
                    <a:pt x="4572" y="9144"/>
                  </a:lnTo>
                  <a:lnTo>
                    <a:pt x="6858" y="8382"/>
                  </a:lnTo>
                  <a:lnTo>
                    <a:pt x="8382" y="6858"/>
                  </a:lnTo>
                  <a:lnTo>
                    <a:pt x="9144" y="4572"/>
                  </a:lnTo>
                  <a:lnTo>
                    <a:pt x="8382" y="2286"/>
                  </a:lnTo>
                  <a:lnTo>
                    <a:pt x="6858" y="762"/>
                  </a:lnTo>
                  <a:lnTo>
                    <a:pt x="4572" y="0"/>
                  </a:lnTo>
                  <a:lnTo>
                    <a:pt x="2285" y="762"/>
                  </a:lnTo>
                  <a:lnTo>
                    <a:pt x="761" y="2286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13" name="object 2213"/>
            <p:cNvPicPr/>
            <p:nvPr/>
          </p:nvPicPr>
          <p:blipFill>
            <a:blip r:embed="rId162" cstate="print"/>
            <a:stretch>
              <a:fillRect/>
            </a:stretch>
          </p:blipFill>
          <p:spPr>
            <a:xfrm>
              <a:off x="6175400" y="2285114"/>
              <a:ext cx="134874" cy="22098"/>
            </a:xfrm>
            <a:prstGeom prst="rect">
              <a:avLst/>
            </a:prstGeom>
          </p:spPr>
        </p:pic>
        <p:sp>
          <p:nvSpPr>
            <p:cNvPr id="2214" name="object 2214"/>
            <p:cNvSpPr/>
            <p:nvPr/>
          </p:nvSpPr>
          <p:spPr>
            <a:xfrm>
              <a:off x="6175400" y="2285114"/>
              <a:ext cx="135255" cy="22225"/>
            </a:xfrm>
            <a:custGeom>
              <a:avLst/>
              <a:gdLst/>
              <a:ahLst/>
              <a:cxnLst/>
              <a:rect l="l" t="t" r="r" b="b"/>
              <a:pathLst>
                <a:path w="135254" h="22225">
                  <a:moveTo>
                    <a:pt x="0" y="0"/>
                  </a:moveTo>
                  <a:lnTo>
                    <a:pt x="0" y="6858"/>
                  </a:lnTo>
                  <a:lnTo>
                    <a:pt x="1524" y="10668"/>
                  </a:lnTo>
                  <a:lnTo>
                    <a:pt x="19050" y="17526"/>
                  </a:lnTo>
                  <a:lnTo>
                    <a:pt x="67056" y="22097"/>
                  </a:lnTo>
                  <a:lnTo>
                    <a:pt x="115062" y="17525"/>
                  </a:lnTo>
                  <a:lnTo>
                    <a:pt x="132588" y="10667"/>
                  </a:lnTo>
                  <a:lnTo>
                    <a:pt x="134874" y="6857"/>
                  </a:lnTo>
                  <a:lnTo>
                    <a:pt x="134874" y="0"/>
                  </a:lnTo>
                  <a:lnTo>
                    <a:pt x="132588" y="3809"/>
                  </a:lnTo>
                  <a:lnTo>
                    <a:pt x="115062" y="10667"/>
                  </a:lnTo>
                  <a:lnTo>
                    <a:pt x="67056" y="15239"/>
                  </a:lnTo>
                  <a:lnTo>
                    <a:pt x="20574" y="10667"/>
                  </a:lnTo>
                  <a:lnTo>
                    <a:pt x="2286" y="381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15" name="object 2215"/>
            <p:cNvPicPr/>
            <p:nvPr/>
          </p:nvPicPr>
          <p:blipFill>
            <a:blip r:embed="rId163" cstate="print"/>
            <a:stretch>
              <a:fillRect/>
            </a:stretch>
          </p:blipFill>
          <p:spPr>
            <a:xfrm>
              <a:off x="6145669" y="2094614"/>
              <a:ext cx="200405" cy="19050"/>
            </a:xfrm>
            <a:prstGeom prst="rect">
              <a:avLst/>
            </a:prstGeom>
          </p:spPr>
        </p:pic>
        <p:sp>
          <p:nvSpPr>
            <p:cNvPr id="2216" name="object 2216"/>
            <p:cNvSpPr/>
            <p:nvPr/>
          </p:nvSpPr>
          <p:spPr>
            <a:xfrm>
              <a:off x="6145669" y="2094614"/>
              <a:ext cx="200660" cy="19050"/>
            </a:xfrm>
            <a:custGeom>
              <a:avLst/>
              <a:gdLst/>
              <a:ahLst/>
              <a:cxnLst/>
              <a:rect l="l" t="t" r="r" b="b"/>
              <a:pathLst>
                <a:path w="200660" h="19050">
                  <a:moveTo>
                    <a:pt x="0" y="19050"/>
                  </a:moveTo>
                  <a:lnTo>
                    <a:pt x="10667" y="0"/>
                  </a:lnTo>
                  <a:lnTo>
                    <a:pt x="188976" y="0"/>
                  </a:lnTo>
                  <a:lnTo>
                    <a:pt x="200406" y="19049"/>
                  </a:lnTo>
                  <a:lnTo>
                    <a:pt x="0" y="1905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17" name="object 2217"/>
            <p:cNvPicPr/>
            <p:nvPr/>
          </p:nvPicPr>
          <p:blipFill>
            <a:blip r:embed="rId164" cstate="print"/>
            <a:stretch>
              <a:fillRect/>
            </a:stretch>
          </p:blipFill>
          <p:spPr>
            <a:xfrm>
              <a:off x="6145682" y="2111378"/>
              <a:ext cx="200406" cy="158496"/>
            </a:xfrm>
            <a:prstGeom prst="rect">
              <a:avLst/>
            </a:prstGeom>
          </p:spPr>
        </p:pic>
        <p:sp>
          <p:nvSpPr>
            <p:cNvPr id="2218" name="object 2218"/>
            <p:cNvSpPr/>
            <p:nvPr/>
          </p:nvSpPr>
          <p:spPr>
            <a:xfrm>
              <a:off x="6145682" y="2111378"/>
              <a:ext cx="200660" cy="158750"/>
            </a:xfrm>
            <a:custGeom>
              <a:avLst/>
              <a:gdLst/>
              <a:ahLst/>
              <a:cxnLst/>
              <a:rect l="l" t="t" r="r" b="b"/>
              <a:pathLst>
                <a:path w="200660" h="158750">
                  <a:moveTo>
                    <a:pt x="4572" y="0"/>
                  </a:moveTo>
                  <a:lnTo>
                    <a:pt x="3048" y="0"/>
                  </a:lnTo>
                  <a:lnTo>
                    <a:pt x="762" y="762"/>
                  </a:lnTo>
                  <a:lnTo>
                    <a:pt x="0" y="3048"/>
                  </a:lnTo>
                  <a:lnTo>
                    <a:pt x="0" y="155448"/>
                  </a:lnTo>
                  <a:lnTo>
                    <a:pt x="1524" y="158496"/>
                  </a:lnTo>
                  <a:lnTo>
                    <a:pt x="4572" y="158496"/>
                  </a:lnTo>
                  <a:lnTo>
                    <a:pt x="52387" y="158496"/>
                  </a:lnTo>
                  <a:lnTo>
                    <a:pt x="100203" y="158496"/>
                  </a:lnTo>
                  <a:lnTo>
                    <a:pt x="148018" y="158496"/>
                  </a:lnTo>
                  <a:lnTo>
                    <a:pt x="195834" y="158495"/>
                  </a:lnTo>
                  <a:lnTo>
                    <a:pt x="198882" y="157733"/>
                  </a:lnTo>
                  <a:lnTo>
                    <a:pt x="200406" y="153923"/>
                  </a:lnTo>
                  <a:lnTo>
                    <a:pt x="200406" y="3047"/>
                  </a:lnTo>
                  <a:lnTo>
                    <a:pt x="199644" y="761"/>
                  </a:lnTo>
                  <a:lnTo>
                    <a:pt x="197358" y="0"/>
                  </a:ln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19" name="object 2219"/>
            <p:cNvPicPr/>
            <p:nvPr/>
          </p:nvPicPr>
          <p:blipFill>
            <a:blip r:embed="rId165" cstate="print"/>
            <a:stretch>
              <a:fillRect/>
            </a:stretch>
          </p:blipFill>
          <p:spPr>
            <a:xfrm>
              <a:off x="6149492" y="2114426"/>
              <a:ext cx="192786" cy="152400"/>
            </a:xfrm>
            <a:prstGeom prst="rect">
              <a:avLst/>
            </a:prstGeom>
          </p:spPr>
        </p:pic>
        <p:sp>
          <p:nvSpPr>
            <p:cNvPr id="2220" name="object 2220"/>
            <p:cNvSpPr/>
            <p:nvPr/>
          </p:nvSpPr>
          <p:spPr>
            <a:xfrm>
              <a:off x="6149492" y="2114426"/>
              <a:ext cx="193040" cy="152400"/>
            </a:xfrm>
            <a:custGeom>
              <a:avLst/>
              <a:gdLst/>
              <a:ahLst/>
              <a:cxnLst/>
              <a:rect l="l" t="t" r="r" b="b"/>
              <a:pathLst>
                <a:path w="193039" h="152400">
                  <a:moveTo>
                    <a:pt x="4572" y="0"/>
                  </a:moveTo>
                  <a:lnTo>
                    <a:pt x="3810" y="0"/>
                  </a:lnTo>
                  <a:lnTo>
                    <a:pt x="1524" y="762"/>
                  </a:lnTo>
                  <a:lnTo>
                    <a:pt x="0" y="3048"/>
                  </a:lnTo>
                  <a:lnTo>
                    <a:pt x="0" y="149352"/>
                  </a:lnTo>
                  <a:lnTo>
                    <a:pt x="1524" y="151638"/>
                  </a:lnTo>
                  <a:lnTo>
                    <a:pt x="4572" y="152400"/>
                  </a:lnTo>
                  <a:lnTo>
                    <a:pt x="6096" y="151638"/>
                  </a:lnTo>
                  <a:lnTo>
                    <a:pt x="186690" y="151638"/>
                  </a:lnTo>
                  <a:lnTo>
                    <a:pt x="188214" y="152400"/>
                  </a:lnTo>
                  <a:lnTo>
                    <a:pt x="191262" y="150876"/>
                  </a:lnTo>
                  <a:lnTo>
                    <a:pt x="192786" y="147827"/>
                  </a:lnTo>
                  <a:lnTo>
                    <a:pt x="192786" y="3047"/>
                  </a:lnTo>
                  <a:lnTo>
                    <a:pt x="192024" y="0"/>
                  </a:ln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21" name="object 2221"/>
            <p:cNvPicPr/>
            <p:nvPr/>
          </p:nvPicPr>
          <p:blipFill>
            <a:blip r:embed="rId166" cstate="print"/>
            <a:stretch>
              <a:fillRect/>
            </a:stretch>
          </p:blipFill>
          <p:spPr>
            <a:xfrm>
              <a:off x="6160414" y="2128142"/>
              <a:ext cx="170179" cy="124967"/>
            </a:xfrm>
            <a:prstGeom prst="rect">
              <a:avLst/>
            </a:prstGeom>
          </p:spPr>
        </p:pic>
        <p:sp>
          <p:nvSpPr>
            <p:cNvPr id="2222" name="object 2222"/>
            <p:cNvSpPr/>
            <p:nvPr/>
          </p:nvSpPr>
          <p:spPr>
            <a:xfrm>
              <a:off x="6160922" y="2128142"/>
              <a:ext cx="169545" cy="125095"/>
            </a:xfrm>
            <a:custGeom>
              <a:avLst/>
              <a:gdLst/>
              <a:ahLst/>
              <a:cxnLst/>
              <a:rect l="l" t="t" r="r" b="b"/>
              <a:pathLst>
                <a:path w="169545" h="125094">
                  <a:moveTo>
                    <a:pt x="4572" y="0"/>
                  </a:moveTo>
                  <a:lnTo>
                    <a:pt x="3048" y="0"/>
                  </a:lnTo>
                  <a:lnTo>
                    <a:pt x="1524" y="762"/>
                  </a:lnTo>
                  <a:lnTo>
                    <a:pt x="0" y="3048"/>
                  </a:lnTo>
                  <a:lnTo>
                    <a:pt x="0" y="122682"/>
                  </a:lnTo>
                  <a:lnTo>
                    <a:pt x="1524" y="124205"/>
                  </a:lnTo>
                  <a:lnTo>
                    <a:pt x="4572" y="124968"/>
                  </a:lnTo>
                  <a:lnTo>
                    <a:pt x="166116" y="124968"/>
                  </a:lnTo>
                  <a:lnTo>
                    <a:pt x="168402" y="124205"/>
                  </a:lnTo>
                  <a:lnTo>
                    <a:pt x="169164" y="121157"/>
                  </a:lnTo>
                  <a:lnTo>
                    <a:pt x="169164" y="761"/>
                  </a:lnTo>
                  <a:lnTo>
                    <a:pt x="166878" y="0"/>
                  </a:ln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23" name="object 2223"/>
            <p:cNvPicPr/>
            <p:nvPr/>
          </p:nvPicPr>
          <p:blipFill>
            <a:blip r:embed="rId167" cstate="print"/>
            <a:stretch>
              <a:fillRect/>
            </a:stretch>
          </p:blipFill>
          <p:spPr>
            <a:xfrm>
              <a:off x="6264554" y="2269874"/>
              <a:ext cx="31991" cy="22860"/>
            </a:xfrm>
            <a:prstGeom prst="rect">
              <a:avLst/>
            </a:prstGeom>
          </p:spPr>
        </p:pic>
        <p:pic>
          <p:nvPicPr>
            <p:cNvPr id="2224" name="object 2224"/>
            <p:cNvPicPr/>
            <p:nvPr/>
          </p:nvPicPr>
          <p:blipFill>
            <a:blip r:embed="rId168" cstate="print"/>
            <a:stretch>
              <a:fillRect/>
            </a:stretch>
          </p:blipFill>
          <p:spPr>
            <a:xfrm>
              <a:off x="6183782" y="2282066"/>
              <a:ext cx="26669" cy="10667"/>
            </a:xfrm>
            <a:prstGeom prst="rect">
              <a:avLst/>
            </a:prstGeom>
          </p:spPr>
        </p:pic>
        <p:sp>
          <p:nvSpPr>
            <p:cNvPr id="2225" name="object 2225"/>
            <p:cNvSpPr/>
            <p:nvPr/>
          </p:nvSpPr>
          <p:spPr>
            <a:xfrm>
              <a:off x="6183782" y="2282066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4">
                  <a:moveTo>
                    <a:pt x="6858" y="0"/>
                  </a:moveTo>
                  <a:lnTo>
                    <a:pt x="6858" y="10668"/>
                  </a:lnTo>
                  <a:lnTo>
                    <a:pt x="1524" y="6096"/>
                  </a:lnTo>
                  <a:lnTo>
                    <a:pt x="0" y="2286"/>
                  </a:lnTo>
                  <a:lnTo>
                    <a:pt x="0" y="0"/>
                  </a:lnTo>
                  <a:lnTo>
                    <a:pt x="685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6" name="object 2226"/>
            <p:cNvSpPr/>
            <p:nvPr/>
          </p:nvSpPr>
          <p:spPr>
            <a:xfrm>
              <a:off x="6276733" y="2282066"/>
              <a:ext cx="20320" cy="10795"/>
            </a:xfrm>
            <a:custGeom>
              <a:avLst/>
              <a:gdLst/>
              <a:ahLst/>
              <a:cxnLst/>
              <a:rect l="l" t="t" r="r" b="b"/>
              <a:pathLst>
                <a:path w="20320" h="10794">
                  <a:moveTo>
                    <a:pt x="0" y="0"/>
                  </a:moveTo>
                  <a:lnTo>
                    <a:pt x="0" y="10667"/>
                  </a:lnTo>
                  <a:lnTo>
                    <a:pt x="19811" y="10667"/>
                  </a:lnTo>
                  <a:lnTo>
                    <a:pt x="1981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27" name="object 2227"/>
            <p:cNvPicPr/>
            <p:nvPr/>
          </p:nvPicPr>
          <p:blipFill>
            <a:blip r:embed="rId169" cstate="print"/>
            <a:stretch>
              <a:fillRect/>
            </a:stretch>
          </p:blipFill>
          <p:spPr>
            <a:xfrm>
              <a:off x="6296545" y="2282066"/>
              <a:ext cx="6858" cy="10667"/>
            </a:xfrm>
            <a:prstGeom prst="rect">
              <a:avLst/>
            </a:prstGeom>
          </p:spPr>
        </p:pic>
        <p:sp>
          <p:nvSpPr>
            <p:cNvPr id="2228" name="object 2228"/>
            <p:cNvSpPr/>
            <p:nvPr/>
          </p:nvSpPr>
          <p:spPr>
            <a:xfrm>
              <a:off x="6296545" y="2282066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4">
                  <a:moveTo>
                    <a:pt x="0" y="0"/>
                  </a:moveTo>
                  <a:lnTo>
                    <a:pt x="0" y="10668"/>
                  </a:lnTo>
                  <a:lnTo>
                    <a:pt x="5334" y="6096"/>
                  </a:lnTo>
                  <a:lnTo>
                    <a:pt x="6858" y="2285"/>
                  </a:lnTo>
                  <a:lnTo>
                    <a:pt x="6858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29" name="object 2229"/>
            <p:cNvPicPr/>
            <p:nvPr/>
          </p:nvPicPr>
          <p:blipFill>
            <a:blip r:embed="rId170" cstate="print"/>
            <a:stretch>
              <a:fillRect/>
            </a:stretch>
          </p:blipFill>
          <p:spPr>
            <a:xfrm>
              <a:off x="6106820" y="2295782"/>
              <a:ext cx="51816" cy="20574"/>
            </a:xfrm>
            <a:prstGeom prst="rect">
              <a:avLst/>
            </a:prstGeom>
          </p:spPr>
        </p:pic>
        <p:sp>
          <p:nvSpPr>
            <p:cNvPr id="2230" name="object 2230"/>
            <p:cNvSpPr/>
            <p:nvPr/>
          </p:nvSpPr>
          <p:spPr>
            <a:xfrm>
              <a:off x="6106820" y="2295782"/>
              <a:ext cx="52069" cy="20955"/>
            </a:xfrm>
            <a:custGeom>
              <a:avLst/>
              <a:gdLst/>
              <a:ahLst/>
              <a:cxnLst/>
              <a:rect l="l" t="t" r="r" b="b"/>
              <a:pathLst>
                <a:path w="52070" h="20955">
                  <a:moveTo>
                    <a:pt x="6858" y="20574"/>
                  </a:moveTo>
                  <a:lnTo>
                    <a:pt x="9906" y="18288"/>
                  </a:lnTo>
                  <a:lnTo>
                    <a:pt x="17526" y="14478"/>
                  </a:lnTo>
                  <a:lnTo>
                    <a:pt x="26670" y="10668"/>
                  </a:lnTo>
                  <a:lnTo>
                    <a:pt x="38100" y="9144"/>
                  </a:lnTo>
                  <a:lnTo>
                    <a:pt x="48006" y="7620"/>
                  </a:lnTo>
                  <a:lnTo>
                    <a:pt x="51816" y="6858"/>
                  </a:lnTo>
                  <a:lnTo>
                    <a:pt x="51816" y="0"/>
                  </a:lnTo>
                  <a:lnTo>
                    <a:pt x="7620" y="11430"/>
                  </a:lnTo>
                  <a:lnTo>
                    <a:pt x="0" y="17526"/>
                  </a:lnTo>
                  <a:lnTo>
                    <a:pt x="2286" y="18288"/>
                  </a:lnTo>
                  <a:lnTo>
                    <a:pt x="5334" y="19812"/>
                  </a:lnTo>
                  <a:lnTo>
                    <a:pt x="6858" y="2057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31" name="object 2231"/>
            <p:cNvPicPr/>
            <p:nvPr/>
          </p:nvPicPr>
          <p:blipFill>
            <a:blip r:embed="rId171" cstate="print"/>
            <a:stretch>
              <a:fillRect/>
            </a:stretch>
          </p:blipFill>
          <p:spPr>
            <a:xfrm>
              <a:off x="6053467" y="2309498"/>
              <a:ext cx="259079" cy="76200"/>
            </a:xfrm>
            <a:prstGeom prst="rect">
              <a:avLst/>
            </a:prstGeom>
          </p:spPr>
        </p:pic>
        <p:sp>
          <p:nvSpPr>
            <p:cNvPr id="2232" name="object 2232"/>
            <p:cNvSpPr/>
            <p:nvPr/>
          </p:nvSpPr>
          <p:spPr>
            <a:xfrm>
              <a:off x="6053467" y="2309498"/>
              <a:ext cx="259079" cy="76200"/>
            </a:xfrm>
            <a:custGeom>
              <a:avLst/>
              <a:gdLst/>
              <a:ahLst/>
              <a:cxnLst/>
              <a:rect l="l" t="t" r="r" b="b"/>
              <a:pathLst>
                <a:path w="259079" h="76200">
                  <a:moveTo>
                    <a:pt x="36575" y="0"/>
                  </a:moveTo>
                  <a:lnTo>
                    <a:pt x="19811" y="25908"/>
                  </a:lnTo>
                  <a:lnTo>
                    <a:pt x="0" y="48768"/>
                  </a:lnTo>
                  <a:lnTo>
                    <a:pt x="236981" y="76199"/>
                  </a:lnTo>
                  <a:lnTo>
                    <a:pt x="246887" y="54101"/>
                  </a:lnTo>
                  <a:lnTo>
                    <a:pt x="259079" y="24383"/>
                  </a:lnTo>
                  <a:lnTo>
                    <a:pt x="3657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33" name="object 2233"/>
            <p:cNvPicPr/>
            <p:nvPr/>
          </p:nvPicPr>
          <p:blipFill>
            <a:blip r:embed="rId172" cstate="print"/>
            <a:stretch>
              <a:fillRect/>
            </a:stretch>
          </p:blipFill>
          <p:spPr>
            <a:xfrm>
              <a:off x="6065672" y="2333882"/>
              <a:ext cx="155448" cy="38862"/>
            </a:xfrm>
            <a:prstGeom prst="rect">
              <a:avLst/>
            </a:prstGeom>
          </p:spPr>
        </p:pic>
        <p:sp>
          <p:nvSpPr>
            <p:cNvPr id="2234" name="object 2234"/>
            <p:cNvSpPr/>
            <p:nvPr/>
          </p:nvSpPr>
          <p:spPr>
            <a:xfrm>
              <a:off x="6065672" y="2333882"/>
              <a:ext cx="155575" cy="39370"/>
            </a:xfrm>
            <a:custGeom>
              <a:avLst/>
              <a:gdLst/>
              <a:ahLst/>
              <a:cxnLst/>
              <a:rect l="l" t="t" r="r" b="b"/>
              <a:pathLst>
                <a:path w="155575" h="39369">
                  <a:moveTo>
                    <a:pt x="155448" y="15239"/>
                  </a:moveTo>
                  <a:lnTo>
                    <a:pt x="141732" y="38861"/>
                  </a:lnTo>
                  <a:lnTo>
                    <a:pt x="127254" y="36575"/>
                  </a:lnTo>
                  <a:lnTo>
                    <a:pt x="130302" y="32765"/>
                  </a:lnTo>
                  <a:lnTo>
                    <a:pt x="119634" y="32003"/>
                  </a:lnTo>
                  <a:lnTo>
                    <a:pt x="118110" y="35813"/>
                  </a:lnTo>
                  <a:lnTo>
                    <a:pt x="25146" y="25145"/>
                  </a:lnTo>
                  <a:lnTo>
                    <a:pt x="27432" y="20573"/>
                  </a:lnTo>
                  <a:lnTo>
                    <a:pt x="17526" y="19811"/>
                  </a:lnTo>
                  <a:lnTo>
                    <a:pt x="14478" y="23621"/>
                  </a:lnTo>
                  <a:lnTo>
                    <a:pt x="0" y="22097"/>
                  </a:lnTo>
                  <a:lnTo>
                    <a:pt x="17526" y="0"/>
                  </a:lnTo>
                  <a:lnTo>
                    <a:pt x="155448" y="1523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5" name="object 2235"/>
            <p:cNvSpPr/>
            <p:nvPr/>
          </p:nvSpPr>
          <p:spPr>
            <a:xfrm>
              <a:off x="6150254" y="2297306"/>
              <a:ext cx="2540" cy="6350"/>
            </a:xfrm>
            <a:custGeom>
              <a:avLst/>
              <a:gdLst/>
              <a:ahLst/>
              <a:cxnLst/>
              <a:rect l="l" t="t" r="r" b="b"/>
              <a:pathLst>
                <a:path w="2539" h="6350">
                  <a:moveTo>
                    <a:pt x="0" y="0"/>
                  </a:moveTo>
                  <a:lnTo>
                    <a:pt x="1524" y="0"/>
                  </a:lnTo>
                  <a:lnTo>
                    <a:pt x="2286" y="761"/>
                  </a:lnTo>
                  <a:lnTo>
                    <a:pt x="2286" y="60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6" name="object 2236"/>
            <p:cNvSpPr/>
            <p:nvPr/>
          </p:nvSpPr>
          <p:spPr>
            <a:xfrm>
              <a:off x="6147968" y="2297306"/>
              <a:ext cx="2540" cy="6985"/>
            </a:xfrm>
            <a:custGeom>
              <a:avLst/>
              <a:gdLst/>
              <a:ahLst/>
              <a:cxnLst/>
              <a:rect l="l" t="t" r="r" b="b"/>
              <a:pathLst>
                <a:path w="2539" h="6985">
                  <a:moveTo>
                    <a:pt x="0" y="0"/>
                  </a:moveTo>
                  <a:lnTo>
                    <a:pt x="762" y="0"/>
                  </a:lnTo>
                  <a:lnTo>
                    <a:pt x="1524" y="761"/>
                  </a:lnTo>
                  <a:lnTo>
                    <a:pt x="2286" y="3810"/>
                  </a:lnTo>
                  <a:lnTo>
                    <a:pt x="2286" y="6096"/>
                  </a:lnTo>
                  <a:lnTo>
                    <a:pt x="1524" y="6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7" name="object 2237"/>
            <p:cNvSpPr/>
            <p:nvPr/>
          </p:nvSpPr>
          <p:spPr>
            <a:xfrm>
              <a:off x="6112916" y="2307212"/>
              <a:ext cx="6985" cy="5715"/>
            </a:xfrm>
            <a:custGeom>
              <a:avLst/>
              <a:gdLst/>
              <a:ahLst/>
              <a:cxnLst/>
              <a:rect l="l" t="t" r="r" b="b"/>
              <a:pathLst>
                <a:path w="6985" h="5714">
                  <a:moveTo>
                    <a:pt x="0" y="762"/>
                  </a:moveTo>
                  <a:lnTo>
                    <a:pt x="761" y="0"/>
                  </a:lnTo>
                  <a:lnTo>
                    <a:pt x="3810" y="0"/>
                  </a:lnTo>
                  <a:lnTo>
                    <a:pt x="6096" y="2286"/>
                  </a:lnTo>
                  <a:lnTo>
                    <a:pt x="6858" y="4572"/>
                  </a:lnTo>
                  <a:lnTo>
                    <a:pt x="6858" y="53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8" name="object 2238"/>
            <p:cNvSpPr/>
            <p:nvPr/>
          </p:nvSpPr>
          <p:spPr>
            <a:xfrm>
              <a:off x="6115964" y="2305688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0" y="762"/>
                  </a:moveTo>
                  <a:lnTo>
                    <a:pt x="1524" y="0"/>
                  </a:lnTo>
                  <a:lnTo>
                    <a:pt x="3048" y="762"/>
                  </a:lnTo>
                  <a:lnTo>
                    <a:pt x="4572" y="2286"/>
                  </a:lnTo>
                  <a:lnTo>
                    <a:pt x="5334" y="4572"/>
                  </a:lnTo>
                  <a:lnTo>
                    <a:pt x="6096" y="53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9" name="object 2239"/>
            <p:cNvSpPr/>
            <p:nvPr/>
          </p:nvSpPr>
          <p:spPr>
            <a:xfrm>
              <a:off x="6128918" y="2301878"/>
              <a:ext cx="3175" cy="5715"/>
            </a:xfrm>
            <a:custGeom>
              <a:avLst/>
              <a:gdLst/>
              <a:ahLst/>
              <a:cxnLst/>
              <a:rect l="l" t="t" r="r" b="b"/>
              <a:pathLst>
                <a:path w="3175" h="5714">
                  <a:moveTo>
                    <a:pt x="0" y="0"/>
                  </a:moveTo>
                  <a:lnTo>
                    <a:pt x="1524" y="0"/>
                  </a:lnTo>
                  <a:lnTo>
                    <a:pt x="2286" y="761"/>
                  </a:lnTo>
                  <a:lnTo>
                    <a:pt x="3048" y="2285"/>
                  </a:lnTo>
                  <a:lnTo>
                    <a:pt x="3048" y="4572"/>
                  </a:lnTo>
                  <a:lnTo>
                    <a:pt x="2286" y="53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0" name="object 2240"/>
            <p:cNvSpPr/>
            <p:nvPr/>
          </p:nvSpPr>
          <p:spPr>
            <a:xfrm>
              <a:off x="6130442" y="2301116"/>
              <a:ext cx="3175" cy="6350"/>
            </a:xfrm>
            <a:custGeom>
              <a:avLst/>
              <a:gdLst/>
              <a:ahLst/>
              <a:cxnLst/>
              <a:rect l="l" t="t" r="r" b="b"/>
              <a:pathLst>
                <a:path w="3175" h="6350">
                  <a:moveTo>
                    <a:pt x="0" y="0"/>
                  </a:moveTo>
                  <a:lnTo>
                    <a:pt x="1524" y="0"/>
                  </a:lnTo>
                  <a:lnTo>
                    <a:pt x="2286" y="761"/>
                  </a:lnTo>
                  <a:lnTo>
                    <a:pt x="3048" y="2285"/>
                  </a:lnTo>
                  <a:lnTo>
                    <a:pt x="3048" y="4572"/>
                  </a:lnTo>
                  <a:lnTo>
                    <a:pt x="2286" y="60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1" name="object 2241"/>
            <p:cNvSpPr/>
            <p:nvPr/>
          </p:nvSpPr>
          <p:spPr>
            <a:xfrm>
              <a:off x="6132728" y="2300354"/>
              <a:ext cx="3175" cy="6350"/>
            </a:xfrm>
            <a:custGeom>
              <a:avLst/>
              <a:gdLst/>
              <a:ahLst/>
              <a:cxnLst/>
              <a:rect l="l" t="t" r="r" b="b"/>
              <a:pathLst>
                <a:path w="3175" h="6350">
                  <a:moveTo>
                    <a:pt x="0" y="0"/>
                  </a:moveTo>
                  <a:lnTo>
                    <a:pt x="762" y="0"/>
                  </a:lnTo>
                  <a:lnTo>
                    <a:pt x="2286" y="1523"/>
                  </a:lnTo>
                  <a:lnTo>
                    <a:pt x="3048" y="3047"/>
                  </a:lnTo>
                  <a:lnTo>
                    <a:pt x="2286" y="5334"/>
                  </a:lnTo>
                  <a:lnTo>
                    <a:pt x="2286" y="60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2" name="object 2242"/>
            <p:cNvSpPr/>
            <p:nvPr/>
          </p:nvSpPr>
          <p:spPr>
            <a:xfrm>
              <a:off x="6138062" y="2298830"/>
              <a:ext cx="3175" cy="6350"/>
            </a:xfrm>
            <a:custGeom>
              <a:avLst/>
              <a:gdLst/>
              <a:ahLst/>
              <a:cxnLst/>
              <a:rect l="l" t="t" r="r" b="b"/>
              <a:pathLst>
                <a:path w="3175" h="6350">
                  <a:moveTo>
                    <a:pt x="0" y="0"/>
                  </a:moveTo>
                  <a:lnTo>
                    <a:pt x="0" y="762"/>
                  </a:lnTo>
                  <a:lnTo>
                    <a:pt x="1524" y="761"/>
                  </a:lnTo>
                  <a:lnTo>
                    <a:pt x="2286" y="2286"/>
                  </a:lnTo>
                  <a:lnTo>
                    <a:pt x="3048" y="3810"/>
                  </a:lnTo>
                  <a:lnTo>
                    <a:pt x="3048" y="5334"/>
                  </a:lnTo>
                  <a:lnTo>
                    <a:pt x="2286" y="60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43" name="object 2243"/>
            <p:cNvPicPr/>
            <p:nvPr/>
          </p:nvPicPr>
          <p:blipFill>
            <a:blip r:embed="rId173" cstate="print"/>
            <a:stretch>
              <a:fillRect/>
            </a:stretch>
          </p:blipFill>
          <p:spPr>
            <a:xfrm>
              <a:off x="6052718" y="2364362"/>
              <a:ext cx="239267" cy="31241"/>
            </a:xfrm>
            <a:prstGeom prst="rect">
              <a:avLst/>
            </a:prstGeom>
          </p:spPr>
        </p:pic>
        <p:sp>
          <p:nvSpPr>
            <p:cNvPr id="2244" name="object 2244"/>
            <p:cNvSpPr/>
            <p:nvPr/>
          </p:nvSpPr>
          <p:spPr>
            <a:xfrm>
              <a:off x="6052718" y="2364362"/>
              <a:ext cx="239395" cy="31750"/>
            </a:xfrm>
            <a:custGeom>
              <a:avLst/>
              <a:gdLst/>
              <a:ahLst/>
              <a:cxnLst/>
              <a:rect l="l" t="t" r="r" b="b"/>
              <a:pathLst>
                <a:path w="239395" h="31750">
                  <a:moveTo>
                    <a:pt x="0" y="0"/>
                  </a:moveTo>
                  <a:lnTo>
                    <a:pt x="0" y="762"/>
                  </a:lnTo>
                  <a:lnTo>
                    <a:pt x="3048" y="3810"/>
                  </a:lnTo>
                  <a:lnTo>
                    <a:pt x="20574" y="6095"/>
                  </a:lnTo>
                  <a:lnTo>
                    <a:pt x="64769" y="10667"/>
                  </a:lnTo>
                  <a:lnTo>
                    <a:pt x="121157" y="17525"/>
                  </a:lnTo>
                  <a:lnTo>
                    <a:pt x="178308" y="24383"/>
                  </a:lnTo>
                  <a:lnTo>
                    <a:pt x="221742" y="29717"/>
                  </a:lnTo>
                  <a:lnTo>
                    <a:pt x="239268" y="31241"/>
                  </a:lnTo>
                  <a:lnTo>
                    <a:pt x="237744" y="30479"/>
                  </a:lnTo>
                  <a:lnTo>
                    <a:pt x="236982" y="28193"/>
                  </a:lnTo>
                  <a:lnTo>
                    <a:pt x="236982" y="26669"/>
                  </a:lnTo>
                  <a:lnTo>
                    <a:pt x="219456" y="25145"/>
                  </a:lnTo>
                  <a:lnTo>
                    <a:pt x="176022" y="19811"/>
                  </a:lnTo>
                  <a:lnTo>
                    <a:pt x="118110" y="13715"/>
                  </a:lnTo>
                  <a:lnTo>
                    <a:pt x="61722" y="6857"/>
                  </a:lnTo>
                  <a:lnTo>
                    <a:pt x="17526" y="228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45" name="object 2245"/>
            <p:cNvPicPr/>
            <p:nvPr/>
          </p:nvPicPr>
          <p:blipFill>
            <a:blip r:embed="rId174" cstate="print"/>
            <a:stretch>
              <a:fillRect/>
            </a:stretch>
          </p:blipFill>
          <p:spPr>
            <a:xfrm>
              <a:off x="6289687" y="2333882"/>
              <a:ext cx="25908" cy="61722"/>
            </a:xfrm>
            <a:prstGeom prst="rect">
              <a:avLst/>
            </a:prstGeom>
          </p:spPr>
        </p:pic>
        <p:sp>
          <p:nvSpPr>
            <p:cNvPr id="2246" name="object 2246"/>
            <p:cNvSpPr/>
            <p:nvPr/>
          </p:nvSpPr>
          <p:spPr>
            <a:xfrm>
              <a:off x="6289687" y="2333882"/>
              <a:ext cx="26034" cy="62230"/>
            </a:xfrm>
            <a:custGeom>
              <a:avLst/>
              <a:gdLst/>
              <a:ahLst/>
              <a:cxnLst/>
              <a:rect l="l" t="t" r="r" b="b"/>
              <a:pathLst>
                <a:path w="26035" h="62230">
                  <a:moveTo>
                    <a:pt x="2286" y="61722"/>
                  </a:moveTo>
                  <a:lnTo>
                    <a:pt x="11430" y="43434"/>
                  </a:lnTo>
                  <a:lnTo>
                    <a:pt x="16002" y="33528"/>
                  </a:lnTo>
                  <a:lnTo>
                    <a:pt x="23622" y="10668"/>
                  </a:lnTo>
                  <a:lnTo>
                    <a:pt x="25908" y="6096"/>
                  </a:lnTo>
                  <a:lnTo>
                    <a:pt x="25908" y="3810"/>
                  </a:lnTo>
                  <a:lnTo>
                    <a:pt x="25146" y="762"/>
                  </a:lnTo>
                  <a:lnTo>
                    <a:pt x="24384" y="0"/>
                  </a:lnTo>
                  <a:lnTo>
                    <a:pt x="22860" y="0"/>
                  </a:lnTo>
                  <a:lnTo>
                    <a:pt x="19812" y="7620"/>
                  </a:lnTo>
                  <a:lnTo>
                    <a:pt x="14478" y="22098"/>
                  </a:lnTo>
                  <a:lnTo>
                    <a:pt x="10668" y="29718"/>
                  </a:lnTo>
                  <a:lnTo>
                    <a:pt x="8382" y="35814"/>
                  </a:lnTo>
                  <a:lnTo>
                    <a:pt x="3048" y="46482"/>
                  </a:lnTo>
                  <a:lnTo>
                    <a:pt x="762" y="51816"/>
                  </a:lnTo>
                  <a:lnTo>
                    <a:pt x="0" y="54864"/>
                  </a:lnTo>
                  <a:lnTo>
                    <a:pt x="0" y="57150"/>
                  </a:lnTo>
                  <a:lnTo>
                    <a:pt x="762" y="60960"/>
                  </a:lnTo>
                  <a:lnTo>
                    <a:pt x="1524" y="61722"/>
                  </a:lnTo>
                  <a:lnTo>
                    <a:pt x="2286" y="61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47" name="object 2247"/>
            <p:cNvPicPr/>
            <p:nvPr/>
          </p:nvPicPr>
          <p:blipFill>
            <a:blip r:embed="rId175" cstate="print"/>
            <a:stretch>
              <a:fillRect/>
            </a:stretch>
          </p:blipFill>
          <p:spPr>
            <a:xfrm>
              <a:off x="6211963" y="2365886"/>
              <a:ext cx="29718" cy="10667"/>
            </a:xfrm>
            <a:prstGeom prst="rect">
              <a:avLst/>
            </a:prstGeom>
          </p:spPr>
        </p:pic>
        <p:sp>
          <p:nvSpPr>
            <p:cNvPr id="2248" name="object 2248"/>
            <p:cNvSpPr/>
            <p:nvPr/>
          </p:nvSpPr>
          <p:spPr>
            <a:xfrm>
              <a:off x="6211963" y="2365886"/>
              <a:ext cx="29845" cy="10795"/>
            </a:xfrm>
            <a:custGeom>
              <a:avLst/>
              <a:gdLst/>
              <a:ahLst/>
              <a:cxnLst/>
              <a:rect l="l" t="t" r="r" b="b"/>
              <a:pathLst>
                <a:path w="29845" h="10794">
                  <a:moveTo>
                    <a:pt x="26670" y="10667"/>
                  </a:moveTo>
                  <a:lnTo>
                    <a:pt x="0" y="6857"/>
                  </a:lnTo>
                  <a:lnTo>
                    <a:pt x="3048" y="2285"/>
                  </a:lnTo>
                  <a:lnTo>
                    <a:pt x="11430" y="3047"/>
                  </a:lnTo>
                  <a:lnTo>
                    <a:pt x="12954" y="0"/>
                  </a:lnTo>
                  <a:lnTo>
                    <a:pt x="22098" y="761"/>
                  </a:lnTo>
                  <a:lnTo>
                    <a:pt x="20574" y="3809"/>
                  </a:lnTo>
                  <a:lnTo>
                    <a:pt x="29718" y="4571"/>
                  </a:lnTo>
                  <a:lnTo>
                    <a:pt x="26670" y="1066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49" name="object 2249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6087770" y="2323214"/>
              <a:ext cx="12191" cy="6096"/>
            </a:xfrm>
            <a:prstGeom prst="rect">
              <a:avLst/>
            </a:prstGeom>
          </p:spPr>
        </p:pic>
        <p:sp>
          <p:nvSpPr>
            <p:cNvPr id="2250" name="object 2250"/>
            <p:cNvSpPr/>
            <p:nvPr/>
          </p:nvSpPr>
          <p:spPr>
            <a:xfrm>
              <a:off x="6087770" y="2323214"/>
              <a:ext cx="12700" cy="6350"/>
            </a:xfrm>
            <a:custGeom>
              <a:avLst/>
              <a:gdLst/>
              <a:ahLst/>
              <a:cxnLst/>
              <a:rect l="l" t="t" r="r" b="b"/>
              <a:pathLst>
                <a:path w="12700" h="6350">
                  <a:moveTo>
                    <a:pt x="0" y="4572"/>
                  </a:moveTo>
                  <a:lnTo>
                    <a:pt x="3047" y="0"/>
                  </a:lnTo>
                  <a:lnTo>
                    <a:pt x="12192" y="762"/>
                  </a:lnTo>
                  <a:lnTo>
                    <a:pt x="9906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51" name="object 2251"/>
            <p:cNvPicPr/>
            <p:nvPr/>
          </p:nvPicPr>
          <p:blipFill>
            <a:blip r:embed="rId176" cstate="print"/>
            <a:stretch>
              <a:fillRect/>
            </a:stretch>
          </p:blipFill>
          <p:spPr>
            <a:xfrm>
              <a:off x="6106820" y="2325500"/>
              <a:ext cx="38862" cy="9144"/>
            </a:xfrm>
            <a:prstGeom prst="rect">
              <a:avLst/>
            </a:prstGeom>
          </p:spPr>
        </p:pic>
        <p:sp>
          <p:nvSpPr>
            <p:cNvPr id="2252" name="object 2252"/>
            <p:cNvSpPr/>
            <p:nvPr/>
          </p:nvSpPr>
          <p:spPr>
            <a:xfrm>
              <a:off x="6106820" y="2325500"/>
              <a:ext cx="39370" cy="9525"/>
            </a:xfrm>
            <a:custGeom>
              <a:avLst/>
              <a:gdLst/>
              <a:ahLst/>
              <a:cxnLst/>
              <a:rect l="l" t="t" r="r" b="b"/>
              <a:pathLst>
                <a:path w="39370" h="9525">
                  <a:moveTo>
                    <a:pt x="0" y="4572"/>
                  </a:moveTo>
                  <a:lnTo>
                    <a:pt x="2285" y="0"/>
                  </a:lnTo>
                  <a:lnTo>
                    <a:pt x="38862" y="3810"/>
                  </a:lnTo>
                  <a:lnTo>
                    <a:pt x="36576" y="914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53" name="object 2253"/>
            <p:cNvPicPr/>
            <p:nvPr/>
          </p:nvPicPr>
          <p:blipFill>
            <a:blip r:embed="rId177" cstate="print"/>
            <a:stretch>
              <a:fillRect/>
            </a:stretch>
          </p:blipFill>
          <p:spPr>
            <a:xfrm>
              <a:off x="6145669" y="2329310"/>
              <a:ext cx="38862" cy="9144"/>
            </a:xfrm>
            <a:prstGeom prst="rect">
              <a:avLst/>
            </a:prstGeom>
          </p:spPr>
        </p:pic>
        <p:sp>
          <p:nvSpPr>
            <p:cNvPr id="2254" name="object 2254"/>
            <p:cNvSpPr/>
            <p:nvPr/>
          </p:nvSpPr>
          <p:spPr>
            <a:xfrm>
              <a:off x="6145669" y="2329310"/>
              <a:ext cx="39370" cy="9525"/>
            </a:xfrm>
            <a:custGeom>
              <a:avLst/>
              <a:gdLst/>
              <a:ahLst/>
              <a:cxnLst/>
              <a:rect l="l" t="t" r="r" b="b"/>
              <a:pathLst>
                <a:path w="39370" h="9525">
                  <a:moveTo>
                    <a:pt x="0" y="5334"/>
                  </a:moveTo>
                  <a:lnTo>
                    <a:pt x="2285" y="0"/>
                  </a:lnTo>
                  <a:lnTo>
                    <a:pt x="38862" y="3810"/>
                  </a:lnTo>
                  <a:lnTo>
                    <a:pt x="36576" y="9144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55" name="object 2255"/>
            <p:cNvPicPr/>
            <p:nvPr/>
          </p:nvPicPr>
          <p:blipFill>
            <a:blip r:embed="rId178" cstate="print"/>
            <a:stretch>
              <a:fillRect/>
            </a:stretch>
          </p:blipFill>
          <p:spPr>
            <a:xfrm>
              <a:off x="6184544" y="2333882"/>
              <a:ext cx="38862" cy="9144"/>
            </a:xfrm>
            <a:prstGeom prst="rect">
              <a:avLst/>
            </a:prstGeom>
          </p:spPr>
        </p:pic>
        <p:sp>
          <p:nvSpPr>
            <p:cNvPr id="2256" name="object 2256"/>
            <p:cNvSpPr/>
            <p:nvPr/>
          </p:nvSpPr>
          <p:spPr>
            <a:xfrm>
              <a:off x="6184544" y="2333882"/>
              <a:ext cx="39370" cy="9525"/>
            </a:xfrm>
            <a:custGeom>
              <a:avLst/>
              <a:gdLst/>
              <a:ahLst/>
              <a:cxnLst/>
              <a:rect l="l" t="t" r="r" b="b"/>
              <a:pathLst>
                <a:path w="39370" h="9525">
                  <a:moveTo>
                    <a:pt x="0" y="4572"/>
                  </a:moveTo>
                  <a:lnTo>
                    <a:pt x="2285" y="0"/>
                  </a:lnTo>
                  <a:lnTo>
                    <a:pt x="38862" y="3810"/>
                  </a:lnTo>
                  <a:lnTo>
                    <a:pt x="36576" y="914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57" name="object 2257"/>
            <p:cNvPicPr/>
            <p:nvPr/>
          </p:nvPicPr>
          <p:blipFill>
            <a:blip r:embed="rId179" cstate="print"/>
            <a:stretch>
              <a:fillRect/>
            </a:stretch>
          </p:blipFill>
          <p:spPr>
            <a:xfrm>
              <a:off x="6226454" y="2338454"/>
              <a:ext cx="30479" cy="8382"/>
            </a:xfrm>
            <a:prstGeom prst="rect">
              <a:avLst/>
            </a:prstGeom>
          </p:spPr>
        </p:pic>
        <p:sp>
          <p:nvSpPr>
            <p:cNvPr id="2258" name="object 2258"/>
            <p:cNvSpPr/>
            <p:nvPr/>
          </p:nvSpPr>
          <p:spPr>
            <a:xfrm>
              <a:off x="6226454" y="2338454"/>
              <a:ext cx="30480" cy="8890"/>
            </a:xfrm>
            <a:custGeom>
              <a:avLst/>
              <a:gdLst/>
              <a:ahLst/>
              <a:cxnLst/>
              <a:rect l="l" t="t" r="r" b="b"/>
              <a:pathLst>
                <a:path w="30479" h="8889">
                  <a:moveTo>
                    <a:pt x="0" y="4572"/>
                  </a:moveTo>
                  <a:lnTo>
                    <a:pt x="2285" y="0"/>
                  </a:lnTo>
                  <a:lnTo>
                    <a:pt x="30480" y="3048"/>
                  </a:lnTo>
                  <a:lnTo>
                    <a:pt x="28956" y="838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59" name="object 2259"/>
            <p:cNvPicPr/>
            <p:nvPr/>
          </p:nvPicPr>
          <p:blipFill>
            <a:blip r:embed="rId180" cstate="print"/>
            <a:stretch>
              <a:fillRect/>
            </a:stretch>
          </p:blipFill>
          <p:spPr>
            <a:xfrm>
              <a:off x="6260744" y="2342264"/>
              <a:ext cx="38862" cy="9144"/>
            </a:xfrm>
            <a:prstGeom prst="rect">
              <a:avLst/>
            </a:prstGeom>
          </p:spPr>
        </p:pic>
        <p:sp>
          <p:nvSpPr>
            <p:cNvPr id="2260" name="object 2260"/>
            <p:cNvSpPr/>
            <p:nvPr/>
          </p:nvSpPr>
          <p:spPr>
            <a:xfrm>
              <a:off x="6260744" y="2342264"/>
              <a:ext cx="39370" cy="9525"/>
            </a:xfrm>
            <a:custGeom>
              <a:avLst/>
              <a:gdLst/>
              <a:ahLst/>
              <a:cxnLst/>
              <a:rect l="l" t="t" r="r" b="b"/>
              <a:pathLst>
                <a:path w="39370" h="9525">
                  <a:moveTo>
                    <a:pt x="0" y="4572"/>
                  </a:moveTo>
                  <a:lnTo>
                    <a:pt x="2285" y="0"/>
                  </a:lnTo>
                  <a:lnTo>
                    <a:pt x="38862" y="3810"/>
                  </a:lnTo>
                  <a:lnTo>
                    <a:pt x="36576" y="914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61" name="object 2261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6088519" y="2323214"/>
              <a:ext cx="12191" cy="6096"/>
            </a:xfrm>
            <a:prstGeom prst="rect">
              <a:avLst/>
            </a:prstGeom>
          </p:spPr>
        </p:pic>
        <p:sp>
          <p:nvSpPr>
            <p:cNvPr id="2262" name="object 2262"/>
            <p:cNvSpPr/>
            <p:nvPr/>
          </p:nvSpPr>
          <p:spPr>
            <a:xfrm>
              <a:off x="6088519" y="2323214"/>
              <a:ext cx="12700" cy="6350"/>
            </a:xfrm>
            <a:custGeom>
              <a:avLst/>
              <a:gdLst/>
              <a:ahLst/>
              <a:cxnLst/>
              <a:rect l="l" t="t" r="r" b="b"/>
              <a:pathLst>
                <a:path w="12700" h="6350">
                  <a:moveTo>
                    <a:pt x="0" y="4572"/>
                  </a:moveTo>
                  <a:lnTo>
                    <a:pt x="3047" y="0"/>
                  </a:lnTo>
                  <a:lnTo>
                    <a:pt x="12192" y="762"/>
                  </a:lnTo>
                  <a:lnTo>
                    <a:pt x="9906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63" name="object 2263"/>
            <p:cNvPicPr/>
            <p:nvPr/>
          </p:nvPicPr>
          <p:blipFill>
            <a:blip r:embed="rId181" cstate="print"/>
            <a:stretch>
              <a:fillRect/>
            </a:stretch>
          </p:blipFill>
          <p:spPr>
            <a:xfrm>
              <a:off x="6106820" y="2324738"/>
              <a:ext cx="39624" cy="9144"/>
            </a:xfrm>
            <a:prstGeom prst="rect">
              <a:avLst/>
            </a:prstGeom>
          </p:spPr>
        </p:pic>
        <p:sp>
          <p:nvSpPr>
            <p:cNvPr id="2264" name="object 2264"/>
            <p:cNvSpPr/>
            <p:nvPr/>
          </p:nvSpPr>
          <p:spPr>
            <a:xfrm>
              <a:off x="6106820" y="2324738"/>
              <a:ext cx="40005" cy="9525"/>
            </a:xfrm>
            <a:custGeom>
              <a:avLst/>
              <a:gdLst/>
              <a:ahLst/>
              <a:cxnLst/>
              <a:rect l="l" t="t" r="r" b="b"/>
              <a:pathLst>
                <a:path w="40004" h="9525">
                  <a:moveTo>
                    <a:pt x="0" y="5334"/>
                  </a:moveTo>
                  <a:lnTo>
                    <a:pt x="3047" y="0"/>
                  </a:lnTo>
                  <a:lnTo>
                    <a:pt x="39624" y="4572"/>
                  </a:lnTo>
                  <a:lnTo>
                    <a:pt x="37338" y="9144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65" name="object 2265"/>
            <p:cNvPicPr/>
            <p:nvPr/>
          </p:nvPicPr>
          <p:blipFill>
            <a:blip r:embed="rId182" cstate="print"/>
            <a:stretch>
              <a:fillRect/>
            </a:stretch>
          </p:blipFill>
          <p:spPr>
            <a:xfrm>
              <a:off x="6146444" y="2329310"/>
              <a:ext cx="38862" cy="9144"/>
            </a:xfrm>
            <a:prstGeom prst="rect">
              <a:avLst/>
            </a:prstGeom>
          </p:spPr>
        </p:pic>
        <p:sp>
          <p:nvSpPr>
            <p:cNvPr id="2266" name="object 2266"/>
            <p:cNvSpPr/>
            <p:nvPr/>
          </p:nvSpPr>
          <p:spPr>
            <a:xfrm>
              <a:off x="6146444" y="2329310"/>
              <a:ext cx="39370" cy="9525"/>
            </a:xfrm>
            <a:custGeom>
              <a:avLst/>
              <a:gdLst/>
              <a:ahLst/>
              <a:cxnLst/>
              <a:rect l="l" t="t" r="r" b="b"/>
              <a:pathLst>
                <a:path w="39370" h="9525">
                  <a:moveTo>
                    <a:pt x="0" y="5334"/>
                  </a:moveTo>
                  <a:lnTo>
                    <a:pt x="2285" y="0"/>
                  </a:lnTo>
                  <a:lnTo>
                    <a:pt x="38862" y="3810"/>
                  </a:lnTo>
                  <a:lnTo>
                    <a:pt x="35814" y="9144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67" name="object 2267"/>
            <p:cNvPicPr/>
            <p:nvPr/>
          </p:nvPicPr>
          <p:blipFill>
            <a:blip r:embed="rId183" cstate="print"/>
            <a:stretch>
              <a:fillRect/>
            </a:stretch>
          </p:blipFill>
          <p:spPr>
            <a:xfrm>
              <a:off x="6184544" y="2333120"/>
              <a:ext cx="39624" cy="9144"/>
            </a:xfrm>
            <a:prstGeom prst="rect">
              <a:avLst/>
            </a:prstGeom>
          </p:spPr>
        </p:pic>
        <p:sp>
          <p:nvSpPr>
            <p:cNvPr id="2268" name="object 2268"/>
            <p:cNvSpPr/>
            <p:nvPr/>
          </p:nvSpPr>
          <p:spPr>
            <a:xfrm>
              <a:off x="6184544" y="2333120"/>
              <a:ext cx="40005" cy="9525"/>
            </a:xfrm>
            <a:custGeom>
              <a:avLst/>
              <a:gdLst/>
              <a:ahLst/>
              <a:cxnLst/>
              <a:rect l="l" t="t" r="r" b="b"/>
              <a:pathLst>
                <a:path w="40004" h="9525">
                  <a:moveTo>
                    <a:pt x="0" y="5334"/>
                  </a:moveTo>
                  <a:lnTo>
                    <a:pt x="3047" y="0"/>
                  </a:lnTo>
                  <a:lnTo>
                    <a:pt x="39624" y="4572"/>
                  </a:lnTo>
                  <a:lnTo>
                    <a:pt x="36576" y="9144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69" name="object 2269"/>
            <p:cNvPicPr/>
            <p:nvPr/>
          </p:nvPicPr>
          <p:blipFill>
            <a:blip r:embed="rId184" cstate="print"/>
            <a:stretch>
              <a:fillRect/>
            </a:stretch>
          </p:blipFill>
          <p:spPr>
            <a:xfrm>
              <a:off x="6227216" y="2338454"/>
              <a:ext cx="30479" cy="8382"/>
            </a:xfrm>
            <a:prstGeom prst="rect">
              <a:avLst/>
            </a:prstGeom>
          </p:spPr>
        </p:pic>
        <p:sp>
          <p:nvSpPr>
            <p:cNvPr id="2270" name="object 2270"/>
            <p:cNvSpPr/>
            <p:nvPr/>
          </p:nvSpPr>
          <p:spPr>
            <a:xfrm>
              <a:off x="6227216" y="2338454"/>
              <a:ext cx="30480" cy="8890"/>
            </a:xfrm>
            <a:custGeom>
              <a:avLst/>
              <a:gdLst/>
              <a:ahLst/>
              <a:cxnLst/>
              <a:rect l="l" t="t" r="r" b="b"/>
              <a:pathLst>
                <a:path w="30479" h="8889">
                  <a:moveTo>
                    <a:pt x="0" y="4572"/>
                  </a:moveTo>
                  <a:lnTo>
                    <a:pt x="1523" y="0"/>
                  </a:lnTo>
                  <a:lnTo>
                    <a:pt x="30480" y="3048"/>
                  </a:lnTo>
                  <a:lnTo>
                    <a:pt x="28194" y="838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71" name="object 2271"/>
            <p:cNvPicPr/>
            <p:nvPr/>
          </p:nvPicPr>
          <p:blipFill>
            <a:blip r:embed="rId185" cstate="print"/>
            <a:stretch>
              <a:fillRect/>
            </a:stretch>
          </p:blipFill>
          <p:spPr>
            <a:xfrm>
              <a:off x="6219596" y="2349884"/>
              <a:ext cx="31241" cy="12192"/>
            </a:xfrm>
            <a:prstGeom prst="rect">
              <a:avLst/>
            </a:prstGeom>
          </p:spPr>
        </p:pic>
        <p:sp>
          <p:nvSpPr>
            <p:cNvPr id="2272" name="object 2272"/>
            <p:cNvSpPr/>
            <p:nvPr/>
          </p:nvSpPr>
          <p:spPr>
            <a:xfrm>
              <a:off x="6219596" y="2349884"/>
              <a:ext cx="31750" cy="12700"/>
            </a:xfrm>
            <a:custGeom>
              <a:avLst/>
              <a:gdLst/>
              <a:ahLst/>
              <a:cxnLst/>
              <a:rect l="l" t="t" r="r" b="b"/>
              <a:pathLst>
                <a:path w="31750" h="12700">
                  <a:moveTo>
                    <a:pt x="31241" y="3810"/>
                  </a:moveTo>
                  <a:lnTo>
                    <a:pt x="27431" y="12192"/>
                  </a:lnTo>
                  <a:lnTo>
                    <a:pt x="0" y="8382"/>
                  </a:lnTo>
                  <a:lnTo>
                    <a:pt x="5333" y="0"/>
                  </a:lnTo>
                  <a:lnTo>
                    <a:pt x="31241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73" name="object 2273"/>
            <p:cNvPicPr/>
            <p:nvPr/>
          </p:nvPicPr>
          <p:blipFill>
            <a:blip r:embed="rId186" cstate="print"/>
            <a:stretch>
              <a:fillRect/>
            </a:stretch>
          </p:blipFill>
          <p:spPr>
            <a:xfrm>
              <a:off x="6212738" y="2368172"/>
              <a:ext cx="28955" cy="7620"/>
            </a:xfrm>
            <a:prstGeom prst="rect">
              <a:avLst/>
            </a:prstGeom>
          </p:spPr>
        </p:pic>
        <p:sp>
          <p:nvSpPr>
            <p:cNvPr id="2274" name="object 2274"/>
            <p:cNvSpPr/>
            <p:nvPr/>
          </p:nvSpPr>
          <p:spPr>
            <a:xfrm>
              <a:off x="6212738" y="2368172"/>
              <a:ext cx="29209" cy="7620"/>
            </a:xfrm>
            <a:custGeom>
              <a:avLst/>
              <a:gdLst/>
              <a:ahLst/>
              <a:cxnLst/>
              <a:rect l="l" t="t" r="r" b="b"/>
              <a:pathLst>
                <a:path w="29210" h="7619">
                  <a:moveTo>
                    <a:pt x="0" y="4572"/>
                  </a:moveTo>
                  <a:lnTo>
                    <a:pt x="3047" y="0"/>
                  </a:lnTo>
                  <a:lnTo>
                    <a:pt x="28956" y="2286"/>
                  </a:lnTo>
                  <a:lnTo>
                    <a:pt x="26670" y="7620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75" name="object 2275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6224168" y="2364362"/>
              <a:ext cx="10667" cy="5334"/>
            </a:xfrm>
            <a:prstGeom prst="rect">
              <a:avLst/>
            </a:prstGeom>
          </p:spPr>
        </p:pic>
        <p:sp>
          <p:nvSpPr>
            <p:cNvPr id="2276" name="object 2276"/>
            <p:cNvSpPr/>
            <p:nvPr/>
          </p:nvSpPr>
          <p:spPr>
            <a:xfrm>
              <a:off x="6224168" y="2364362"/>
              <a:ext cx="10795" cy="5715"/>
            </a:xfrm>
            <a:custGeom>
              <a:avLst/>
              <a:gdLst/>
              <a:ahLst/>
              <a:cxnLst/>
              <a:rect l="l" t="t" r="r" b="b"/>
              <a:pathLst>
                <a:path w="10795" h="5714">
                  <a:moveTo>
                    <a:pt x="0" y="3810"/>
                  </a:moveTo>
                  <a:lnTo>
                    <a:pt x="1523" y="0"/>
                  </a:lnTo>
                  <a:lnTo>
                    <a:pt x="10668" y="1524"/>
                  </a:lnTo>
                  <a:lnTo>
                    <a:pt x="9144" y="5334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77" name="object 2277"/>
            <p:cNvPicPr/>
            <p:nvPr/>
          </p:nvPicPr>
          <p:blipFill>
            <a:blip r:embed="rId187" cstate="print"/>
            <a:stretch>
              <a:fillRect/>
            </a:stretch>
          </p:blipFill>
          <p:spPr>
            <a:xfrm>
              <a:off x="6243218" y="2353694"/>
              <a:ext cx="51815" cy="28194"/>
            </a:xfrm>
            <a:prstGeom prst="rect">
              <a:avLst/>
            </a:prstGeom>
          </p:spPr>
        </p:pic>
        <p:sp>
          <p:nvSpPr>
            <p:cNvPr id="2278" name="object 2278"/>
            <p:cNvSpPr/>
            <p:nvPr/>
          </p:nvSpPr>
          <p:spPr>
            <a:xfrm>
              <a:off x="6243218" y="2353694"/>
              <a:ext cx="52069" cy="28575"/>
            </a:xfrm>
            <a:custGeom>
              <a:avLst/>
              <a:gdLst/>
              <a:ahLst/>
              <a:cxnLst/>
              <a:rect l="l" t="t" r="r" b="b"/>
              <a:pathLst>
                <a:path w="52070" h="28575">
                  <a:moveTo>
                    <a:pt x="40386" y="28194"/>
                  </a:moveTo>
                  <a:lnTo>
                    <a:pt x="0" y="22860"/>
                  </a:lnTo>
                  <a:lnTo>
                    <a:pt x="13716" y="0"/>
                  </a:lnTo>
                  <a:lnTo>
                    <a:pt x="51816" y="4572"/>
                  </a:lnTo>
                  <a:lnTo>
                    <a:pt x="40386" y="2819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79" name="object 2279"/>
            <p:cNvPicPr/>
            <p:nvPr/>
          </p:nvPicPr>
          <p:blipFill>
            <a:blip r:embed="rId188" cstate="print"/>
            <a:stretch>
              <a:fillRect/>
            </a:stretch>
          </p:blipFill>
          <p:spPr>
            <a:xfrm>
              <a:off x="6254635" y="2353694"/>
              <a:ext cx="40386" cy="8382"/>
            </a:xfrm>
            <a:prstGeom prst="rect">
              <a:avLst/>
            </a:prstGeom>
          </p:spPr>
        </p:pic>
        <p:sp>
          <p:nvSpPr>
            <p:cNvPr id="2280" name="object 2280"/>
            <p:cNvSpPr/>
            <p:nvPr/>
          </p:nvSpPr>
          <p:spPr>
            <a:xfrm>
              <a:off x="6254635" y="2353694"/>
              <a:ext cx="40640" cy="8890"/>
            </a:xfrm>
            <a:custGeom>
              <a:avLst/>
              <a:gdLst/>
              <a:ahLst/>
              <a:cxnLst/>
              <a:rect l="l" t="t" r="r" b="b"/>
              <a:pathLst>
                <a:path w="40639" h="8889">
                  <a:moveTo>
                    <a:pt x="0" y="4572"/>
                  </a:moveTo>
                  <a:lnTo>
                    <a:pt x="2285" y="0"/>
                  </a:lnTo>
                  <a:lnTo>
                    <a:pt x="40386" y="4572"/>
                  </a:lnTo>
                  <a:lnTo>
                    <a:pt x="38862" y="838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81" name="object 2281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6252349" y="2358266"/>
              <a:ext cx="28955" cy="7620"/>
            </a:xfrm>
            <a:prstGeom prst="rect">
              <a:avLst/>
            </a:prstGeom>
          </p:spPr>
        </p:pic>
        <p:sp>
          <p:nvSpPr>
            <p:cNvPr id="2282" name="object 2282"/>
            <p:cNvSpPr/>
            <p:nvPr/>
          </p:nvSpPr>
          <p:spPr>
            <a:xfrm>
              <a:off x="6252349" y="2358266"/>
              <a:ext cx="29209" cy="7620"/>
            </a:xfrm>
            <a:custGeom>
              <a:avLst/>
              <a:gdLst/>
              <a:ahLst/>
              <a:cxnLst/>
              <a:rect l="l" t="t" r="r" b="b"/>
              <a:pathLst>
                <a:path w="29210" h="7619">
                  <a:moveTo>
                    <a:pt x="0" y="4572"/>
                  </a:moveTo>
                  <a:lnTo>
                    <a:pt x="2285" y="0"/>
                  </a:lnTo>
                  <a:lnTo>
                    <a:pt x="28956" y="3048"/>
                  </a:lnTo>
                  <a:lnTo>
                    <a:pt x="26670" y="7620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83" name="object 2283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6249314" y="2362838"/>
              <a:ext cx="29717" cy="7620"/>
            </a:xfrm>
            <a:prstGeom prst="rect">
              <a:avLst/>
            </a:prstGeom>
          </p:spPr>
        </p:pic>
        <p:sp>
          <p:nvSpPr>
            <p:cNvPr id="2284" name="object 2284"/>
            <p:cNvSpPr/>
            <p:nvPr/>
          </p:nvSpPr>
          <p:spPr>
            <a:xfrm>
              <a:off x="6249314" y="2362838"/>
              <a:ext cx="29845" cy="7620"/>
            </a:xfrm>
            <a:custGeom>
              <a:avLst/>
              <a:gdLst/>
              <a:ahLst/>
              <a:cxnLst/>
              <a:rect l="l" t="t" r="r" b="b"/>
              <a:pathLst>
                <a:path w="29845" h="7619">
                  <a:moveTo>
                    <a:pt x="0" y="4572"/>
                  </a:moveTo>
                  <a:lnTo>
                    <a:pt x="3047" y="0"/>
                  </a:lnTo>
                  <a:lnTo>
                    <a:pt x="29718" y="3048"/>
                  </a:lnTo>
                  <a:lnTo>
                    <a:pt x="27432" y="7620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85" name="object 2285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6247028" y="2367410"/>
              <a:ext cx="29717" cy="7620"/>
            </a:xfrm>
            <a:prstGeom prst="rect">
              <a:avLst/>
            </a:prstGeom>
          </p:spPr>
        </p:pic>
        <p:sp>
          <p:nvSpPr>
            <p:cNvPr id="2286" name="object 2286"/>
            <p:cNvSpPr/>
            <p:nvPr/>
          </p:nvSpPr>
          <p:spPr>
            <a:xfrm>
              <a:off x="6247028" y="2367410"/>
              <a:ext cx="29845" cy="7620"/>
            </a:xfrm>
            <a:custGeom>
              <a:avLst/>
              <a:gdLst/>
              <a:ahLst/>
              <a:cxnLst/>
              <a:rect l="l" t="t" r="r" b="b"/>
              <a:pathLst>
                <a:path w="29845" h="7619">
                  <a:moveTo>
                    <a:pt x="0" y="4572"/>
                  </a:moveTo>
                  <a:lnTo>
                    <a:pt x="2285" y="0"/>
                  </a:lnTo>
                  <a:lnTo>
                    <a:pt x="29718" y="3048"/>
                  </a:lnTo>
                  <a:lnTo>
                    <a:pt x="27432" y="7620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87" name="object 2287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6243980" y="2371982"/>
              <a:ext cx="30479" cy="8382"/>
            </a:xfrm>
            <a:prstGeom prst="rect">
              <a:avLst/>
            </a:prstGeom>
          </p:spPr>
        </p:pic>
        <p:sp>
          <p:nvSpPr>
            <p:cNvPr id="2288" name="object 2288"/>
            <p:cNvSpPr/>
            <p:nvPr/>
          </p:nvSpPr>
          <p:spPr>
            <a:xfrm>
              <a:off x="6243980" y="2371982"/>
              <a:ext cx="30480" cy="8890"/>
            </a:xfrm>
            <a:custGeom>
              <a:avLst/>
              <a:gdLst/>
              <a:ahLst/>
              <a:cxnLst/>
              <a:rect l="l" t="t" r="r" b="b"/>
              <a:pathLst>
                <a:path w="30479" h="8889">
                  <a:moveTo>
                    <a:pt x="0" y="4572"/>
                  </a:moveTo>
                  <a:lnTo>
                    <a:pt x="2285" y="0"/>
                  </a:lnTo>
                  <a:lnTo>
                    <a:pt x="30480" y="3048"/>
                  </a:lnTo>
                  <a:lnTo>
                    <a:pt x="28194" y="838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89" name="object 2289"/>
            <p:cNvPicPr/>
            <p:nvPr/>
          </p:nvPicPr>
          <p:blipFill>
            <a:blip r:embed="rId189" cstate="print"/>
            <a:stretch>
              <a:fillRect/>
            </a:stretch>
          </p:blipFill>
          <p:spPr>
            <a:xfrm>
              <a:off x="6272923" y="2361314"/>
              <a:ext cx="20574" cy="20574"/>
            </a:xfrm>
            <a:prstGeom prst="rect">
              <a:avLst/>
            </a:prstGeom>
          </p:spPr>
        </p:pic>
        <p:sp>
          <p:nvSpPr>
            <p:cNvPr id="2290" name="object 2290"/>
            <p:cNvSpPr/>
            <p:nvPr/>
          </p:nvSpPr>
          <p:spPr>
            <a:xfrm>
              <a:off x="6272923" y="236131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5">
                  <a:moveTo>
                    <a:pt x="0" y="19050"/>
                  </a:moveTo>
                  <a:lnTo>
                    <a:pt x="9143" y="0"/>
                  </a:lnTo>
                  <a:lnTo>
                    <a:pt x="20574" y="762"/>
                  </a:lnTo>
                  <a:lnTo>
                    <a:pt x="11430" y="20574"/>
                  </a:lnTo>
                  <a:lnTo>
                    <a:pt x="0" y="1905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91" name="object 2291"/>
            <p:cNvPicPr/>
            <p:nvPr/>
          </p:nvPicPr>
          <p:blipFill>
            <a:blip r:embed="rId105" cstate="print"/>
            <a:stretch>
              <a:fillRect/>
            </a:stretch>
          </p:blipFill>
          <p:spPr>
            <a:xfrm>
              <a:off x="6220345" y="2354456"/>
              <a:ext cx="28955" cy="7620"/>
            </a:xfrm>
            <a:prstGeom prst="rect">
              <a:avLst/>
            </a:prstGeom>
          </p:spPr>
        </p:pic>
        <p:sp>
          <p:nvSpPr>
            <p:cNvPr id="2292" name="object 2292"/>
            <p:cNvSpPr/>
            <p:nvPr/>
          </p:nvSpPr>
          <p:spPr>
            <a:xfrm>
              <a:off x="6220345" y="2354456"/>
              <a:ext cx="29209" cy="7620"/>
            </a:xfrm>
            <a:custGeom>
              <a:avLst/>
              <a:gdLst/>
              <a:ahLst/>
              <a:cxnLst/>
              <a:rect l="l" t="t" r="r" b="b"/>
              <a:pathLst>
                <a:path w="29210" h="7619">
                  <a:moveTo>
                    <a:pt x="0" y="3810"/>
                  </a:moveTo>
                  <a:lnTo>
                    <a:pt x="3047" y="0"/>
                  </a:lnTo>
                  <a:lnTo>
                    <a:pt x="28956" y="3048"/>
                  </a:lnTo>
                  <a:lnTo>
                    <a:pt x="27432" y="7620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93" name="object 2293"/>
            <p:cNvPicPr/>
            <p:nvPr/>
          </p:nvPicPr>
          <p:blipFill>
            <a:blip r:embed="rId105" cstate="print"/>
            <a:stretch>
              <a:fillRect/>
            </a:stretch>
          </p:blipFill>
          <p:spPr>
            <a:xfrm>
              <a:off x="6223393" y="2349884"/>
              <a:ext cx="28194" cy="7620"/>
            </a:xfrm>
            <a:prstGeom prst="rect">
              <a:avLst/>
            </a:prstGeom>
          </p:spPr>
        </p:pic>
        <p:sp>
          <p:nvSpPr>
            <p:cNvPr id="2294" name="object 2294"/>
            <p:cNvSpPr/>
            <p:nvPr/>
          </p:nvSpPr>
          <p:spPr>
            <a:xfrm>
              <a:off x="6223393" y="2349884"/>
              <a:ext cx="28575" cy="7620"/>
            </a:xfrm>
            <a:custGeom>
              <a:avLst/>
              <a:gdLst/>
              <a:ahLst/>
              <a:cxnLst/>
              <a:rect l="l" t="t" r="r" b="b"/>
              <a:pathLst>
                <a:path w="28575" h="7619">
                  <a:moveTo>
                    <a:pt x="0" y="3810"/>
                  </a:moveTo>
                  <a:lnTo>
                    <a:pt x="2285" y="0"/>
                  </a:lnTo>
                  <a:lnTo>
                    <a:pt x="28194" y="3810"/>
                  </a:lnTo>
                  <a:lnTo>
                    <a:pt x="26670" y="7620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95" name="object 2295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6193688" y="2365886"/>
              <a:ext cx="17525" cy="6096"/>
            </a:xfrm>
            <a:prstGeom prst="rect">
              <a:avLst/>
            </a:prstGeom>
          </p:spPr>
        </p:pic>
        <p:sp>
          <p:nvSpPr>
            <p:cNvPr id="2296" name="object 2296"/>
            <p:cNvSpPr/>
            <p:nvPr/>
          </p:nvSpPr>
          <p:spPr>
            <a:xfrm>
              <a:off x="6193688" y="2365886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4572"/>
                  </a:moveTo>
                  <a:lnTo>
                    <a:pt x="3047" y="0"/>
                  </a:lnTo>
                  <a:lnTo>
                    <a:pt x="17526" y="1524"/>
                  </a:lnTo>
                  <a:lnTo>
                    <a:pt x="14478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97" name="object 2297"/>
            <p:cNvPicPr/>
            <p:nvPr/>
          </p:nvPicPr>
          <p:blipFill>
            <a:blip r:embed="rId190" cstate="print"/>
            <a:stretch>
              <a:fillRect/>
            </a:stretch>
          </p:blipFill>
          <p:spPr>
            <a:xfrm>
              <a:off x="6194450" y="2361314"/>
              <a:ext cx="19050" cy="6096"/>
            </a:xfrm>
            <a:prstGeom prst="rect">
              <a:avLst/>
            </a:prstGeom>
          </p:spPr>
        </p:pic>
        <p:sp>
          <p:nvSpPr>
            <p:cNvPr id="2298" name="object 2298"/>
            <p:cNvSpPr/>
            <p:nvPr/>
          </p:nvSpPr>
          <p:spPr>
            <a:xfrm>
              <a:off x="6194450" y="2361314"/>
              <a:ext cx="19050" cy="6350"/>
            </a:xfrm>
            <a:custGeom>
              <a:avLst/>
              <a:gdLst/>
              <a:ahLst/>
              <a:cxnLst/>
              <a:rect l="l" t="t" r="r" b="b"/>
              <a:pathLst>
                <a:path w="19050" h="6350">
                  <a:moveTo>
                    <a:pt x="0" y="3810"/>
                  </a:moveTo>
                  <a:lnTo>
                    <a:pt x="3047" y="0"/>
                  </a:lnTo>
                  <a:lnTo>
                    <a:pt x="19050" y="1524"/>
                  </a:lnTo>
                  <a:lnTo>
                    <a:pt x="16764" y="6096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99" name="object 2299"/>
            <p:cNvPicPr/>
            <p:nvPr/>
          </p:nvPicPr>
          <p:blipFill>
            <a:blip r:embed="rId191" cstate="print"/>
            <a:stretch>
              <a:fillRect/>
            </a:stretch>
          </p:blipFill>
          <p:spPr>
            <a:xfrm>
              <a:off x="6202819" y="2352170"/>
              <a:ext cx="16001" cy="10668"/>
            </a:xfrm>
            <a:prstGeom prst="rect">
              <a:avLst/>
            </a:prstGeom>
          </p:spPr>
        </p:pic>
        <p:sp>
          <p:nvSpPr>
            <p:cNvPr id="2300" name="object 2300"/>
            <p:cNvSpPr/>
            <p:nvPr/>
          </p:nvSpPr>
          <p:spPr>
            <a:xfrm>
              <a:off x="6202819" y="2352170"/>
              <a:ext cx="16510" cy="10795"/>
            </a:xfrm>
            <a:custGeom>
              <a:avLst/>
              <a:gdLst/>
              <a:ahLst/>
              <a:cxnLst/>
              <a:rect l="l" t="t" r="r" b="b"/>
              <a:pathLst>
                <a:path w="16510" h="10794">
                  <a:moveTo>
                    <a:pt x="0" y="9144"/>
                  </a:moveTo>
                  <a:lnTo>
                    <a:pt x="3047" y="3810"/>
                  </a:lnTo>
                  <a:lnTo>
                    <a:pt x="761" y="3810"/>
                  </a:lnTo>
                  <a:lnTo>
                    <a:pt x="3047" y="0"/>
                  </a:lnTo>
                  <a:lnTo>
                    <a:pt x="16002" y="1524"/>
                  </a:lnTo>
                  <a:lnTo>
                    <a:pt x="10668" y="10668"/>
                  </a:lnTo>
                  <a:lnTo>
                    <a:pt x="0" y="914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01" name="object 2301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6167018" y="2362838"/>
              <a:ext cx="19812" cy="6858"/>
            </a:xfrm>
            <a:prstGeom prst="rect">
              <a:avLst/>
            </a:prstGeom>
          </p:spPr>
        </p:pic>
        <p:sp>
          <p:nvSpPr>
            <p:cNvPr id="2302" name="object 2302"/>
            <p:cNvSpPr/>
            <p:nvPr/>
          </p:nvSpPr>
          <p:spPr>
            <a:xfrm>
              <a:off x="6167018" y="2362838"/>
              <a:ext cx="20320" cy="6985"/>
            </a:xfrm>
            <a:custGeom>
              <a:avLst/>
              <a:gdLst/>
              <a:ahLst/>
              <a:cxnLst/>
              <a:rect l="l" t="t" r="r" b="b"/>
              <a:pathLst>
                <a:path w="20320" h="6985">
                  <a:moveTo>
                    <a:pt x="0" y="4572"/>
                  </a:moveTo>
                  <a:lnTo>
                    <a:pt x="2285" y="0"/>
                  </a:lnTo>
                  <a:lnTo>
                    <a:pt x="19812" y="2286"/>
                  </a:lnTo>
                  <a:lnTo>
                    <a:pt x="16764" y="6858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03" name="object 2303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6138811" y="2359790"/>
              <a:ext cx="29717" cy="7620"/>
            </a:xfrm>
            <a:prstGeom prst="rect">
              <a:avLst/>
            </a:prstGeom>
          </p:spPr>
        </p:pic>
        <p:sp>
          <p:nvSpPr>
            <p:cNvPr id="2304" name="object 2304"/>
            <p:cNvSpPr/>
            <p:nvPr/>
          </p:nvSpPr>
          <p:spPr>
            <a:xfrm>
              <a:off x="6138811" y="2359790"/>
              <a:ext cx="29845" cy="7620"/>
            </a:xfrm>
            <a:custGeom>
              <a:avLst/>
              <a:gdLst/>
              <a:ahLst/>
              <a:cxnLst/>
              <a:rect l="l" t="t" r="r" b="b"/>
              <a:pathLst>
                <a:path w="29845" h="7619">
                  <a:moveTo>
                    <a:pt x="0" y="4572"/>
                  </a:moveTo>
                  <a:lnTo>
                    <a:pt x="2285" y="0"/>
                  </a:lnTo>
                  <a:lnTo>
                    <a:pt x="29718" y="3048"/>
                  </a:lnTo>
                  <a:lnTo>
                    <a:pt x="28194" y="7620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05" name="object 2305"/>
            <p:cNvPicPr/>
            <p:nvPr/>
          </p:nvPicPr>
          <p:blipFill>
            <a:blip r:embed="rId113" cstate="print"/>
            <a:stretch>
              <a:fillRect/>
            </a:stretch>
          </p:blipFill>
          <p:spPr>
            <a:xfrm>
              <a:off x="6115964" y="2356742"/>
              <a:ext cx="24384" cy="7620"/>
            </a:xfrm>
            <a:prstGeom prst="rect">
              <a:avLst/>
            </a:prstGeom>
          </p:spPr>
        </p:pic>
        <p:sp>
          <p:nvSpPr>
            <p:cNvPr id="2306" name="object 2306"/>
            <p:cNvSpPr/>
            <p:nvPr/>
          </p:nvSpPr>
          <p:spPr>
            <a:xfrm>
              <a:off x="6115964" y="2356742"/>
              <a:ext cx="24765" cy="7620"/>
            </a:xfrm>
            <a:custGeom>
              <a:avLst/>
              <a:gdLst/>
              <a:ahLst/>
              <a:cxnLst/>
              <a:rect l="l" t="t" r="r" b="b"/>
              <a:pathLst>
                <a:path w="24764" h="7619">
                  <a:moveTo>
                    <a:pt x="0" y="4572"/>
                  </a:moveTo>
                  <a:lnTo>
                    <a:pt x="2285" y="0"/>
                  </a:lnTo>
                  <a:lnTo>
                    <a:pt x="24384" y="2286"/>
                  </a:lnTo>
                  <a:lnTo>
                    <a:pt x="22860" y="7620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07" name="object 2307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6101473" y="2355218"/>
              <a:ext cx="16763" cy="6096"/>
            </a:xfrm>
            <a:prstGeom prst="rect">
              <a:avLst/>
            </a:prstGeom>
          </p:spPr>
        </p:pic>
        <p:sp>
          <p:nvSpPr>
            <p:cNvPr id="2308" name="object 2308"/>
            <p:cNvSpPr/>
            <p:nvPr/>
          </p:nvSpPr>
          <p:spPr>
            <a:xfrm>
              <a:off x="6101473" y="2355218"/>
              <a:ext cx="17145" cy="6350"/>
            </a:xfrm>
            <a:custGeom>
              <a:avLst/>
              <a:gdLst/>
              <a:ahLst/>
              <a:cxnLst/>
              <a:rect l="l" t="t" r="r" b="b"/>
              <a:pathLst>
                <a:path w="17145" h="6350">
                  <a:moveTo>
                    <a:pt x="0" y="4572"/>
                  </a:moveTo>
                  <a:lnTo>
                    <a:pt x="2285" y="0"/>
                  </a:lnTo>
                  <a:lnTo>
                    <a:pt x="16764" y="1524"/>
                  </a:lnTo>
                  <a:lnTo>
                    <a:pt x="13716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09" name="object 2309"/>
            <p:cNvPicPr/>
            <p:nvPr/>
          </p:nvPicPr>
          <p:blipFill>
            <a:blip r:embed="rId193" cstate="print"/>
            <a:stretch>
              <a:fillRect/>
            </a:stretch>
          </p:blipFill>
          <p:spPr>
            <a:xfrm>
              <a:off x="6091580" y="2353694"/>
              <a:ext cx="11429" cy="6096"/>
            </a:xfrm>
            <a:prstGeom prst="rect">
              <a:avLst/>
            </a:prstGeom>
          </p:spPr>
        </p:pic>
        <p:sp>
          <p:nvSpPr>
            <p:cNvPr id="2310" name="object 2310"/>
            <p:cNvSpPr/>
            <p:nvPr/>
          </p:nvSpPr>
          <p:spPr>
            <a:xfrm>
              <a:off x="6091580" y="2353694"/>
              <a:ext cx="11430" cy="6350"/>
            </a:xfrm>
            <a:custGeom>
              <a:avLst/>
              <a:gdLst/>
              <a:ahLst/>
              <a:cxnLst/>
              <a:rect l="l" t="t" r="r" b="b"/>
              <a:pathLst>
                <a:path w="11429" h="6350">
                  <a:moveTo>
                    <a:pt x="0" y="4572"/>
                  </a:moveTo>
                  <a:lnTo>
                    <a:pt x="2285" y="0"/>
                  </a:lnTo>
                  <a:lnTo>
                    <a:pt x="11430" y="1524"/>
                  </a:lnTo>
                  <a:lnTo>
                    <a:pt x="9144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11" name="object 2311"/>
            <p:cNvPicPr/>
            <p:nvPr/>
          </p:nvPicPr>
          <p:blipFill>
            <a:blip r:embed="rId194" cstate="print"/>
            <a:stretch>
              <a:fillRect/>
            </a:stretch>
          </p:blipFill>
          <p:spPr>
            <a:xfrm>
              <a:off x="6066421" y="2351408"/>
              <a:ext cx="17525" cy="6096"/>
            </a:xfrm>
            <a:prstGeom prst="rect">
              <a:avLst/>
            </a:prstGeom>
          </p:spPr>
        </p:pic>
        <p:sp>
          <p:nvSpPr>
            <p:cNvPr id="2312" name="object 2312"/>
            <p:cNvSpPr/>
            <p:nvPr/>
          </p:nvSpPr>
          <p:spPr>
            <a:xfrm>
              <a:off x="6066421" y="2351408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4572"/>
                  </a:moveTo>
                  <a:lnTo>
                    <a:pt x="3810" y="0"/>
                  </a:lnTo>
                  <a:lnTo>
                    <a:pt x="17526" y="1524"/>
                  </a:lnTo>
                  <a:lnTo>
                    <a:pt x="14478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13" name="object 2313"/>
            <p:cNvPicPr/>
            <p:nvPr/>
          </p:nvPicPr>
          <p:blipFill>
            <a:blip r:embed="rId195" cstate="print"/>
            <a:stretch>
              <a:fillRect/>
            </a:stretch>
          </p:blipFill>
          <p:spPr>
            <a:xfrm>
              <a:off x="6070244" y="2346836"/>
              <a:ext cx="24384" cy="6858"/>
            </a:xfrm>
            <a:prstGeom prst="rect">
              <a:avLst/>
            </a:prstGeom>
          </p:spPr>
        </p:pic>
        <p:sp>
          <p:nvSpPr>
            <p:cNvPr id="2314" name="object 2314"/>
            <p:cNvSpPr/>
            <p:nvPr/>
          </p:nvSpPr>
          <p:spPr>
            <a:xfrm>
              <a:off x="6070244" y="2346836"/>
              <a:ext cx="24765" cy="6985"/>
            </a:xfrm>
            <a:custGeom>
              <a:avLst/>
              <a:gdLst/>
              <a:ahLst/>
              <a:cxnLst/>
              <a:rect l="l" t="t" r="r" b="b"/>
              <a:pathLst>
                <a:path w="24764" h="6985">
                  <a:moveTo>
                    <a:pt x="0" y="3810"/>
                  </a:moveTo>
                  <a:lnTo>
                    <a:pt x="3047" y="0"/>
                  </a:lnTo>
                  <a:lnTo>
                    <a:pt x="24384" y="2286"/>
                  </a:lnTo>
                  <a:lnTo>
                    <a:pt x="22098" y="6858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15" name="object 2315"/>
            <p:cNvPicPr/>
            <p:nvPr/>
          </p:nvPicPr>
          <p:blipFill>
            <a:blip r:embed="rId196" cstate="print"/>
            <a:stretch>
              <a:fillRect/>
            </a:stretch>
          </p:blipFill>
          <p:spPr>
            <a:xfrm>
              <a:off x="6074054" y="2342264"/>
              <a:ext cx="16001" cy="6096"/>
            </a:xfrm>
            <a:prstGeom prst="rect">
              <a:avLst/>
            </a:prstGeom>
          </p:spPr>
        </p:pic>
        <p:sp>
          <p:nvSpPr>
            <p:cNvPr id="2316" name="object 2316"/>
            <p:cNvSpPr/>
            <p:nvPr/>
          </p:nvSpPr>
          <p:spPr>
            <a:xfrm>
              <a:off x="6074054" y="2342264"/>
              <a:ext cx="16510" cy="6350"/>
            </a:xfrm>
            <a:custGeom>
              <a:avLst/>
              <a:gdLst/>
              <a:ahLst/>
              <a:cxnLst/>
              <a:rect l="l" t="t" r="r" b="b"/>
              <a:pathLst>
                <a:path w="16510" h="6350">
                  <a:moveTo>
                    <a:pt x="0" y="4572"/>
                  </a:moveTo>
                  <a:lnTo>
                    <a:pt x="3047" y="0"/>
                  </a:lnTo>
                  <a:lnTo>
                    <a:pt x="16002" y="1524"/>
                  </a:lnTo>
                  <a:lnTo>
                    <a:pt x="13716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17" name="object 2317"/>
            <p:cNvPicPr/>
            <p:nvPr/>
          </p:nvPicPr>
          <p:blipFill>
            <a:blip r:embed="rId197" cstate="print"/>
            <a:stretch>
              <a:fillRect/>
            </a:stretch>
          </p:blipFill>
          <p:spPr>
            <a:xfrm>
              <a:off x="6077102" y="2337692"/>
              <a:ext cx="12953" cy="5334"/>
            </a:xfrm>
            <a:prstGeom prst="rect">
              <a:avLst/>
            </a:prstGeom>
          </p:spPr>
        </p:pic>
        <p:sp>
          <p:nvSpPr>
            <p:cNvPr id="2318" name="object 2318"/>
            <p:cNvSpPr/>
            <p:nvPr/>
          </p:nvSpPr>
          <p:spPr>
            <a:xfrm>
              <a:off x="6077102" y="2337692"/>
              <a:ext cx="13335" cy="5715"/>
            </a:xfrm>
            <a:custGeom>
              <a:avLst/>
              <a:gdLst/>
              <a:ahLst/>
              <a:cxnLst/>
              <a:rect l="l" t="t" r="r" b="b"/>
              <a:pathLst>
                <a:path w="13335" h="5714">
                  <a:moveTo>
                    <a:pt x="0" y="4572"/>
                  </a:moveTo>
                  <a:lnTo>
                    <a:pt x="3810" y="0"/>
                  </a:lnTo>
                  <a:lnTo>
                    <a:pt x="12954" y="762"/>
                  </a:lnTo>
                  <a:lnTo>
                    <a:pt x="10668" y="533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19" name="object 2319"/>
            <p:cNvPicPr/>
            <p:nvPr/>
          </p:nvPicPr>
          <p:blipFill>
            <a:blip r:embed="rId198" cstate="print"/>
            <a:stretch>
              <a:fillRect/>
            </a:stretch>
          </p:blipFill>
          <p:spPr>
            <a:xfrm>
              <a:off x="6080899" y="2333882"/>
              <a:ext cx="9144" cy="4572"/>
            </a:xfrm>
            <a:prstGeom prst="rect">
              <a:avLst/>
            </a:prstGeom>
          </p:spPr>
        </p:pic>
        <p:sp>
          <p:nvSpPr>
            <p:cNvPr id="2320" name="object 2320"/>
            <p:cNvSpPr/>
            <p:nvPr/>
          </p:nvSpPr>
          <p:spPr>
            <a:xfrm>
              <a:off x="6080899" y="2333882"/>
              <a:ext cx="9525" cy="5080"/>
            </a:xfrm>
            <a:custGeom>
              <a:avLst/>
              <a:gdLst/>
              <a:ahLst/>
              <a:cxnLst/>
              <a:rect l="l" t="t" r="r" b="b"/>
              <a:pathLst>
                <a:path w="9525" h="5080">
                  <a:moveTo>
                    <a:pt x="0" y="3810"/>
                  </a:moveTo>
                  <a:lnTo>
                    <a:pt x="3047" y="0"/>
                  </a:lnTo>
                  <a:lnTo>
                    <a:pt x="9144" y="0"/>
                  </a:lnTo>
                  <a:lnTo>
                    <a:pt x="6096" y="4572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21" name="object 2321"/>
            <p:cNvPicPr/>
            <p:nvPr/>
          </p:nvPicPr>
          <p:blipFill>
            <a:blip r:embed="rId199" cstate="print"/>
            <a:stretch>
              <a:fillRect/>
            </a:stretch>
          </p:blipFill>
          <p:spPr>
            <a:xfrm>
              <a:off x="6092342" y="2349122"/>
              <a:ext cx="104394" cy="16001"/>
            </a:xfrm>
            <a:prstGeom prst="rect">
              <a:avLst/>
            </a:prstGeom>
          </p:spPr>
        </p:pic>
        <p:sp>
          <p:nvSpPr>
            <p:cNvPr id="2322" name="object 2322"/>
            <p:cNvSpPr/>
            <p:nvPr/>
          </p:nvSpPr>
          <p:spPr>
            <a:xfrm>
              <a:off x="6092342" y="2349122"/>
              <a:ext cx="104775" cy="16510"/>
            </a:xfrm>
            <a:custGeom>
              <a:avLst/>
              <a:gdLst/>
              <a:ahLst/>
              <a:cxnLst/>
              <a:rect l="l" t="t" r="r" b="b"/>
              <a:pathLst>
                <a:path w="104775" h="16510">
                  <a:moveTo>
                    <a:pt x="0" y="4572"/>
                  </a:moveTo>
                  <a:lnTo>
                    <a:pt x="2285" y="0"/>
                  </a:lnTo>
                  <a:lnTo>
                    <a:pt x="104394" y="12192"/>
                  </a:lnTo>
                  <a:lnTo>
                    <a:pt x="101346" y="1600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23" name="object 2323"/>
            <p:cNvPicPr/>
            <p:nvPr/>
          </p:nvPicPr>
          <p:blipFill>
            <a:blip r:embed="rId200" cstate="print"/>
            <a:stretch>
              <a:fillRect/>
            </a:stretch>
          </p:blipFill>
          <p:spPr>
            <a:xfrm>
              <a:off x="6088519" y="2343788"/>
              <a:ext cx="115824" cy="17525"/>
            </a:xfrm>
            <a:prstGeom prst="rect">
              <a:avLst/>
            </a:prstGeom>
          </p:spPr>
        </p:pic>
        <p:sp>
          <p:nvSpPr>
            <p:cNvPr id="2324" name="object 2324"/>
            <p:cNvSpPr/>
            <p:nvPr/>
          </p:nvSpPr>
          <p:spPr>
            <a:xfrm>
              <a:off x="6088519" y="2343788"/>
              <a:ext cx="116205" cy="17780"/>
            </a:xfrm>
            <a:custGeom>
              <a:avLst/>
              <a:gdLst/>
              <a:ahLst/>
              <a:cxnLst/>
              <a:rect l="l" t="t" r="r" b="b"/>
              <a:pathLst>
                <a:path w="116204" h="17780">
                  <a:moveTo>
                    <a:pt x="0" y="4572"/>
                  </a:moveTo>
                  <a:lnTo>
                    <a:pt x="2285" y="0"/>
                  </a:lnTo>
                  <a:lnTo>
                    <a:pt x="115823" y="13716"/>
                  </a:lnTo>
                  <a:lnTo>
                    <a:pt x="113538" y="1752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25" name="object 2325"/>
            <p:cNvPicPr/>
            <p:nvPr/>
          </p:nvPicPr>
          <p:blipFill>
            <a:blip r:embed="rId201" cstate="print"/>
            <a:stretch>
              <a:fillRect/>
            </a:stretch>
          </p:blipFill>
          <p:spPr>
            <a:xfrm>
              <a:off x="6087770" y="2338454"/>
              <a:ext cx="118110" cy="18287"/>
            </a:xfrm>
            <a:prstGeom prst="rect">
              <a:avLst/>
            </a:prstGeom>
          </p:spPr>
        </p:pic>
        <p:sp>
          <p:nvSpPr>
            <p:cNvPr id="2326" name="object 2326"/>
            <p:cNvSpPr/>
            <p:nvPr/>
          </p:nvSpPr>
          <p:spPr>
            <a:xfrm>
              <a:off x="6087770" y="2338454"/>
              <a:ext cx="118110" cy="18415"/>
            </a:xfrm>
            <a:custGeom>
              <a:avLst/>
              <a:gdLst/>
              <a:ahLst/>
              <a:cxnLst/>
              <a:rect l="l" t="t" r="r" b="b"/>
              <a:pathLst>
                <a:path w="118110" h="18414">
                  <a:moveTo>
                    <a:pt x="0" y="4572"/>
                  </a:moveTo>
                  <a:lnTo>
                    <a:pt x="3047" y="0"/>
                  </a:lnTo>
                  <a:lnTo>
                    <a:pt x="118110" y="13716"/>
                  </a:lnTo>
                  <a:lnTo>
                    <a:pt x="115062" y="18288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27" name="object 2327"/>
            <p:cNvPicPr/>
            <p:nvPr/>
          </p:nvPicPr>
          <p:blipFill>
            <a:blip r:embed="rId202" cstate="print"/>
            <a:stretch>
              <a:fillRect/>
            </a:stretch>
          </p:blipFill>
          <p:spPr>
            <a:xfrm>
              <a:off x="6087770" y="2333882"/>
              <a:ext cx="125729" cy="18287"/>
            </a:xfrm>
            <a:prstGeom prst="rect">
              <a:avLst/>
            </a:prstGeom>
          </p:spPr>
        </p:pic>
        <p:sp>
          <p:nvSpPr>
            <p:cNvPr id="2328" name="object 2328"/>
            <p:cNvSpPr/>
            <p:nvPr/>
          </p:nvSpPr>
          <p:spPr>
            <a:xfrm>
              <a:off x="6087770" y="2333882"/>
              <a:ext cx="125730" cy="18415"/>
            </a:xfrm>
            <a:custGeom>
              <a:avLst/>
              <a:gdLst/>
              <a:ahLst/>
              <a:cxnLst/>
              <a:rect l="l" t="t" r="r" b="b"/>
              <a:pathLst>
                <a:path w="125729" h="18414">
                  <a:moveTo>
                    <a:pt x="0" y="4572"/>
                  </a:moveTo>
                  <a:lnTo>
                    <a:pt x="3047" y="0"/>
                  </a:lnTo>
                  <a:lnTo>
                    <a:pt x="125730" y="13716"/>
                  </a:lnTo>
                  <a:lnTo>
                    <a:pt x="123444" y="18288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29" name="object 2329"/>
            <p:cNvPicPr/>
            <p:nvPr/>
          </p:nvPicPr>
          <p:blipFill>
            <a:blip r:embed="rId203" cstate="print"/>
            <a:stretch>
              <a:fillRect/>
            </a:stretch>
          </p:blipFill>
          <p:spPr>
            <a:xfrm>
              <a:off x="6211214" y="2348360"/>
              <a:ext cx="10667" cy="5334"/>
            </a:xfrm>
            <a:prstGeom prst="rect">
              <a:avLst/>
            </a:prstGeom>
          </p:spPr>
        </p:pic>
        <p:sp>
          <p:nvSpPr>
            <p:cNvPr id="2330" name="object 2330"/>
            <p:cNvSpPr/>
            <p:nvPr/>
          </p:nvSpPr>
          <p:spPr>
            <a:xfrm>
              <a:off x="6211214" y="2348360"/>
              <a:ext cx="10795" cy="5715"/>
            </a:xfrm>
            <a:custGeom>
              <a:avLst/>
              <a:gdLst/>
              <a:ahLst/>
              <a:cxnLst/>
              <a:rect l="l" t="t" r="r" b="b"/>
              <a:pathLst>
                <a:path w="10795" h="5714">
                  <a:moveTo>
                    <a:pt x="0" y="3810"/>
                  </a:moveTo>
                  <a:lnTo>
                    <a:pt x="2285" y="0"/>
                  </a:lnTo>
                  <a:lnTo>
                    <a:pt x="10668" y="762"/>
                  </a:lnTo>
                  <a:lnTo>
                    <a:pt x="7620" y="5334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31" name="object 2331"/>
            <p:cNvPicPr/>
            <p:nvPr/>
          </p:nvPicPr>
          <p:blipFill>
            <a:blip r:embed="rId204" cstate="print"/>
            <a:stretch>
              <a:fillRect/>
            </a:stretch>
          </p:blipFill>
          <p:spPr>
            <a:xfrm>
              <a:off x="6052718" y="2358266"/>
              <a:ext cx="237744" cy="34289"/>
            </a:xfrm>
            <a:prstGeom prst="rect">
              <a:avLst/>
            </a:prstGeom>
          </p:spPr>
        </p:pic>
        <p:sp>
          <p:nvSpPr>
            <p:cNvPr id="2332" name="object 2332"/>
            <p:cNvSpPr/>
            <p:nvPr/>
          </p:nvSpPr>
          <p:spPr>
            <a:xfrm>
              <a:off x="6052718" y="2358266"/>
              <a:ext cx="238125" cy="34290"/>
            </a:xfrm>
            <a:custGeom>
              <a:avLst/>
              <a:gdLst/>
              <a:ahLst/>
              <a:cxnLst/>
              <a:rect l="l" t="t" r="r" b="b"/>
              <a:pathLst>
                <a:path w="238125" h="34289">
                  <a:moveTo>
                    <a:pt x="762" y="0"/>
                  </a:moveTo>
                  <a:lnTo>
                    <a:pt x="0" y="762"/>
                  </a:lnTo>
                  <a:lnTo>
                    <a:pt x="0" y="6096"/>
                  </a:lnTo>
                  <a:lnTo>
                    <a:pt x="17526" y="8381"/>
                  </a:lnTo>
                  <a:lnTo>
                    <a:pt x="61722" y="13715"/>
                  </a:lnTo>
                  <a:lnTo>
                    <a:pt x="118110" y="19811"/>
                  </a:lnTo>
                  <a:lnTo>
                    <a:pt x="176022" y="26669"/>
                  </a:lnTo>
                  <a:lnTo>
                    <a:pt x="219456" y="32003"/>
                  </a:lnTo>
                  <a:lnTo>
                    <a:pt x="236982" y="34289"/>
                  </a:lnTo>
                  <a:lnTo>
                    <a:pt x="236982" y="31241"/>
                  </a:lnTo>
                  <a:lnTo>
                    <a:pt x="237744" y="28955"/>
                  </a:lnTo>
                  <a:lnTo>
                    <a:pt x="237744" y="27431"/>
                  </a:lnTo>
                  <a:lnTo>
                    <a:pt x="220218" y="25907"/>
                  </a:lnTo>
                  <a:lnTo>
                    <a:pt x="176022" y="20573"/>
                  </a:lnTo>
                  <a:lnTo>
                    <a:pt x="61722" y="6857"/>
                  </a:lnTo>
                  <a:lnTo>
                    <a:pt x="18288" y="1523"/>
                  </a:lnTo>
                  <a:lnTo>
                    <a:pt x="76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33" name="object 2333"/>
            <p:cNvPicPr/>
            <p:nvPr/>
          </p:nvPicPr>
          <p:blipFill>
            <a:blip r:embed="rId205" cstate="print"/>
            <a:stretch>
              <a:fillRect/>
            </a:stretch>
          </p:blipFill>
          <p:spPr>
            <a:xfrm>
              <a:off x="6283604" y="2301878"/>
              <a:ext cx="84582" cy="37337"/>
            </a:xfrm>
            <a:prstGeom prst="rect">
              <a:avLst/>
            </a:prstGeom>
          </p:spPr>
        </p:pic>
        <p:sp>
          <p:nvSpPr>
            <p:cNvPr id="2334" name="object 2334"/>
            <p:cNvSpPr/>
            <p:nvPr/>
          </p:nvSpPr>
          <p:spPr>
            <a:xfrm>
              <a:off x="6283604" y="2301878"/>
              <a:ext cx="85090" cy="37465"/>
            </a:xfrm>
            <a:custGeom>
              <a:avLst/>
              <a:gdLst/>
              <a:ahLst/>
              <a:cxnLst/>
              <a:rect l="l" t="t" r="r" b="b"/>
              <a:pathLst>
                <a:path w="85089" h="37464">
                  <a:moveTo>
                    <a:pt x="82296" y="37337"/>
                  </a:moveTo>
                  <a:lnTo>
                    <a:pt x="35052" y="3809"/>
                  </a:lnTo>
                  <a:lnTo>
                    <a:pt x="10668" y="2285"/>
                  </a:lnTo>
                  <a:lnTo>
                    <a:pt x="0" y="2285"/>
                  </a:lnTo>
                  <a:lnTo>
                    <a:pt x="0" y="1523"/>
                  </a:lnTo>
                  <a:lnTo>
                    <a:pt x="1524" y="0"/>
                  </a:lnTo>
                  <a:lnTo>
                    <a:pt x="12192" y="0"/>
                  </a:lnTo>
                  <a:lnTo>
                    <a:pt x="36576" y="1523"/>
                  </a:lnTo>
                  <a:lnTo>
                    <a:pt x="60960" y="6095"/>
                  </a:lnTo>
                  <a:lnTo>
                    <a:pt x="80772" y="17525"/>
                  </a:lnTo>
                  <a:lnTo>
                    <a:pt x="84582" y="29717"/>
                  </a:lnTo>
                  <a:lnTo>
                    <a:pt x="83820" y="34289"/>
                  </a:lnTo>
                  <a:lnTo>
                    <a:pt x="82296" y="3733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35" name="object 2335"/>
            <p:cNvPicPr/>
            <p:nvPr/>
          </p:nvPicPr>
          <p:blipFill>
            <a:blip r:embed="rId206" cstate="print"/>
            <a:stretch>
              <a:fillRect/>
            </a:stretch>
          </p:blipFill>
          <p:spPr>
            <a:xfrm>
              <a:off x="6318643" y="2330072"/>
              <a:ext cx="71627" cy="20574"/>
            </a:xfrm>
            <a:prstGeom prst="rect">
              <a:avLst/>
            </a:prstGeom>
          </p:spPr>
        </p:pic>
        <p:sp>
          <p:nvSpPr>
            <p:cNvPr id="2336" name="object 2336"/>
            <p:cNvSpPr/>
            <p:nvPr/>
          </p:nvSpPr>
          <p:spPr>
            <a:xfrm>
              <a:off x="6318643" y="2330072"/>
              <a:ext cx="71755" cy="20955"/>
            </a:xfrm>
            <a:custGeom>
              <a:avLst/>
              <a:gdLst/>
              <a:ahLst/>
              <a:cxnLst/>
              <a:rect l="l" t="t" r="r" b="b"/>
              <a:pathLst>
                <a:path w="71754" h="20955">
                  <a:moveTo>
                    <a:pt x="71627" y="2286"/>
                  </a:moveTo>
                  <a:lnTo>
                    <a:pt x="43433" y="20574"/>
                  </a:lnTo>
                  <a:lnTo>
                    <a:pt x="0" y="17526"/>
                  </a:lnTo>
                  <a:lnTo>
                    <a:pt x="35813" y="0"/>
                  </a:lnTo>
                  <a:lnTo>
                    <a:pt x="71627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37" name="object 2337"/>
            <p:cNvPicPr/>
            <p:nvPr/>
          </p:nvPicPr>
          <p:blipFill>
            <a:blip r:embed="rId207" cstate="print"/>
            <a:stretch>
              <a:fillRect/>
            </a:stretch>
          </p:blipFill>
          <p:spPr>
            <a:xfrm>
              <a:off x="6311023" y="2338454"/>
              <a:ext cx="85344" cy="35051"/>
            </a:xfrm>
            <a:prstGeom prst="rect">
              <a:avLst/>
            </a:prstGeom>
          </p:spPr>
        </p:pic>
        <p:sp>
          <p:nvSpPr>
            <p:cNvPr id="2338" name="object 2338"/>
            <p:cNvSpPr/>
            <p:nvPr/>
          </p:nvSpPr>
          <p:spPr>
            <a:xfrm>
              <a:off x="6311023" y="2338454"/>
              <a:ext cx="85725" cy="35560"/>
            </a:xfrm>
            <a:custGeom>
              <a:avLst/>
              <a:gdLst/>
              <a:ahLst/>
              <a:cxnLst/>
              <a:rect l="l" t="t" r="r" b="b"/>
              <a:pathLst>
                <a:path w="85725" h="35560">
                  <a:moveTo>
                    <a:pt x="0" y="16763"/>
                  </a:moveTo>
                  <a:lnTo>
                    <a:pt x="51053" y="20573"/>
                  </a:lnTo>
                  <a:lnTo>
                    <a:pt x="85344" y="0"/>
                  </a:lnTo>
                  <a:lnTo>
                    <a:pt x="85344" y="13715"/>
                  </a:lnTo>
                  <a:lnTo>
                    <a:pt x="52577" y="35051"/>
                  </a:lnTo>
                  <a:lnTo>
                    <a:pt x="50292" y="35051"/>
                  </a:lnTo>
                  <a:lnTo>
                    <a:pt x="0" y="30479"/>
                  </a:lnTo>
                  <a:lnTo>
                    <a:pt x="0" y="1676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39" name="object 2339"/>
            <p:cNvPicPr/>
            <p:nvPr/>
          </p:nvPicPr>
          <p:blipFill>
            <a:blip r:embed="rId208" cstate="print"/>
            <a:stretch>
              <a:fillRect/>
            </a:stretch>
          </p:blipFill>
          <p:spPr>
            <a:xfrm>
              <a:off x="6311023" y="2332358"/>
              <a:ext cx="85344" cy="27431"/>
            </a:xfrm>
            <a:prstGeom prst="rect">
              <a:avLst/>
            </a:prstGeom>
          </p:spPr>
        </p:pic>
        <p:sp>
          <p:nvSpPr>
            <p:cNvPr id="2340" name="object 2340"/>
            <p:cNvSpPr/>
            <p:nvPr/>
          </p:nvSpPr>
          <p:spPr>
            <a:xfrm>
              <a:off x="6311023" y="2332358"/>
              <a:ext cx="85725" cy="27940"/>
            </a:xfrm>
            <a:custGeom>
              <a:avLst/>
              <a:gdLst/>
              <a:ahLst/>
              <a:cxnLst/>
              <a:rect l="l" t="t" r="r" b="b"/>
              <a:pathLst>
                <a:path w="85725" h="27939">
                  <a:moveTo>
                    <a:pt x="7620" y="15239"/>
                  </a:moveTo>
                  <a:lnTo>
                    <a:pt x="50292" y="18287"/>
                  </a:lnTo>
                  <a:lnTo>
                    <a:pt x="79248" y="0"/>
                  </a:lnTo>
                  <a:lnTo>
                    <a:pt x="85344" y="6095"/>
                  </a:lnTo>
                  <a:lnTo>
                    <a:pt x="51816" y="27431"/>
                  </a:lnTo>
                  <a:lnTo>
                    <a:pt x="0" y="22859"/>
                  </a:lnTo>
                  <a:lnTo>
                    <a:pt x="7620" y="1523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41" name="object 2341"/>
            <p:cNvPicPr/>
            <p:nvPr/>
          </p:nvPicPr>
          <p:blipFill>
            <a:blip r:embed="rId209" cstate="print"/>
            <a:stretch>
              <a:fillRect/>
            </a:stretch>
          </p:blipFill>
          <p:spPr>
            <a:xfrm>
              <a:off x="6349136" y="2330072"/>
              <a:ext cx="35813" cy="7620"/>
            </a:xfrm>
            <a:prstGeom prst="rect">
              <a:avLst/>
            </a:prstGeom>
          </p:spPr>
        </p:pic>
        <p:sp>
          <p:nvSpPr>
            <p:cNvPr id="2342" name="object 2342"/>
            <p:cNvSpPr/>
            <p:nvPr/>
          </p:nvSpPr>
          <p:spPr>
            <a:xfrm>
              <a:off x="6349136" y="2330072"/>
              <a:ext cx="36195" cy="7620"/>
            </a:xfrm>
            <a:custGeom>
              <a:avLst/>
              <a:gdLst/>
              <a:ahLst/>
              <a:cxnLst/>
              <a:rect l="l" t="t" r="r" b="b"/>
              <a:pathLst>
                <a:path w="36195" h="7619">
                  <a:moveTo>
                    <a:pt x="10667" y="0"/>
                  </a:moveTo>
                  <a:lnTo>
                    <a:pt x="0" y="6096"/>
                  </a:lnTo>
                  <a:lnTo>
                    <a:pt x="27431" y="7619"/>
                  </a:lnTo>
                  <a:lnTo>
                    <a:pt x="35813" y="1523"/>
                  </a:lnTo>
                  <a:lnTo>
                    <a:pt x="10667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43" name="object 2343"/>
            <p:cNvPicPr/>
            <p:nvPr/>
          </p:nvPicPr>
          <p:blipFill>
            <a:blip r:embed="rId210" cstate="print"/>
            <a:stretch>
              <a:fillRect/>
            </a:stretch>
          </p:blipFill>
          <p:spPr>
            <a:xfrm>
              <a:off x="6311023" y="2352170"/>
              <a:ext cx="85344" cy="23622"/>
            </a:xfrm>
            <a:prstGeom prst="rect">
              <a:avLst/>
            </a:prstGeom>
          </p:spPr>
        </p:pic>
        <p:sp>
          <p:nvSpPr>
            <p:cNvPr id="2344" name="object 2344"/>
            <p:cNvSpPr/>
            <p:nvPr/>
          </p:nvSpPr>
          <p:spPr>
            <a:xfrm>
              <a:off x="6311023" y="2352170"/>
              <a:ext cx="85725" cy="24130"/>
            </a:xfrm>
            <a:custGeom>
              <a:avLst/>
              <a:gdLst/>
              <a:ahLst/>
              <a:cxnLst/>
              <a:rect l="l" t="t" r="r" b="b"/>
              <a:pathLst>
                <a:path w="85725" h="24130">
                  <a:moveTo>
                    <a:pt x="0" y="16001"/>
                  </a:moveTo>
                  <a:lnTo>
                    <a:pt x="0" y="18287"/>
                  </a:lnTo>
                  <a:lnTo>
                    <a:pt x="51053" y="23621"/>
                  </a:lnTo>
                  <a:lnTo>
                    <a:pt x="85344" y="2285"/>
                  </a:lnTo>
                  <a:lnTo>
                    <a:pt x="85344" y="0"/>
                  </a:lnTo>
                  <a:lnTo>
                    <a:pt x="50292" y="21335"/>
                  </a:lnTo>
                  <a:lnTo>
                    <a:pt x="0" y="1600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45" name="object 2345"/>
            <p:cNvPicPr/>
            <p:nvPr/>
          </p:nvPicPr>
          <p:blipFill>
            <a:blip r:embed="rId211" cstate="print"/>
            <a:stretch>
              <a:fillRect/>
            </a:stretch>
          </p:blipFill>
          <p:spPr>
            <a:xfrm>
              <a:off x="6165113" y="2134619"/>
              <a:ext cx="161543" cy="111251"/>
            </a:xfrm>
            <a:prstGeom prst="rect">
              <a:avLst/>
            </a:prstGeom>
          </p:spPr>
        </p:pic>
        <p:sp>
          <p:nvSpPr>
            <p:cNvPr id="2346" name="object 2346"/>
            <p:cNvSpPr/>
            <p:nvPr/>
          </p:nvSpPr>
          <p:spPr>
            <a:xfrm>
              <a:off x="3095383" y="3891410"/>
              <a:ext cx="4445" cy="262255"/>
            </a:xfrm>
            <a:custGeom>
              <a:avLst/>
              <a:gdLst/>
              <a:ahLst/>
              <a:cxnLst/>
              <a:rect l="l" t="t" r="r" b="b"/>
              <a:pathLst>
                <a:path w="4444" h="262254">
                  <a:moveTo>
                    <a:pt x="3822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0" y="260616"/>
                  </a:lnTo>
                  <a:lnTo>
                    <a:pt x="0" y="262140"/>
                  </a:lnTo>
                  <a:lnTo>
                    <a:pt x="3810" y="262140"/>
                  </a:lnTo>
                  <a:lnTo>
                    <a:pt x="3810" y="260616"/>
                  </a:lnTo>
                  <a:lnTo>
                    <a:pt x="3810" y="1536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7" name="object 2347"/>
            <p:cNvSpPr/>
            <p:nvPr/>
          </p:nvSpPr>
          <p:spPr>
            <a:xfrm>
              <a:off x="3095396" y="3892934"/>
              <a:ext cx="3810" cy="259079"/>
            </a:xfrm>
            <a:custGeom>
              <a:avLst/>
              <a:gdLst/>
              <a:ahLst/>
              <a:cxnLst/>
              <a:rect l="l" t="t" r="r" b="b"/>
              <a:pathLst>
                <a:path w="3810" h="259079">
                  <a:moveTo>
                    <a:pt x="3810" y="0"/>
                  </a:moveTo>
                  <a:lnTo>
                    <a:pt x="3810" y="259079"/>
                  </a:lnTo>
                  <a:lnTo>
                    <a:pt x="0" y="259079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8" name="object 2348"/>
            <p:cNvSpPr/>
            <p:nvPr/>
          </p:nvSpPr>
          <p:spPr>
            <a:xfrm>
              <a:off x="3781183" y="3796934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10" h="231139">
                  <a:moveTo>
                    <a:pt x="3810" y="0"/>
                  </a:moveTo>
                  <a:lnTo>
                    <a:pt x="762" y="0"/>
                  </a:lnTo>
                  <a:lnTo>
                    <a:pt x="762" y="2286"/>
                  </a:lnTo>
                  <a:lnTo>
                    <a:pt x="0" y="228600"/>
                  </a:lnTo>
                  <a:lnTo>
                    <a:pt x="12" y="230886"/>
                  </a:lnTo>
                  <a:lnTo>
                    <a:pt x="3810" y="230886"/>
                  </a:lnTo>
                  <a:lnTo>
                    <a:pt x="3810" y="228600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9" name="object 2349"/>
            <p:cNvSpPr/>
            <p:nvPr/>
          </p:nvSpPr>
          <p:spPr>
            <a:xfrm>
              <a:off x="3781196" y="3799208"/>
              <a:ext cx="3810" cy="226695"/>
            </a:xfrm>
            <a:custGeom>
              <a:avLst/>
              <a:gdLst/>
              <a:ahLst/>
              <a:cxnLst/>
              <a:rect l="l" t="t" r="r" b="b"/>
              <a:pathLst>
                <a:path w="3810" h="226695">
                  <a:moveTo>
                    <a:pt x="3810" y="226313"/>
                  </a:moveTo>
                  <a:lnTo>
                    <a:pt x="0" y="226313"/>
                  </a:lnTo>
                  <a:lnTo>
                    <a:pt x="762" y="0"/>
                  </a:lnTo>
                  <a:lnTo>
                    <a:pt x="3810" y="0"/>
                  </a:lnTo>
                  <a:lnTo>
                    <a:pt x="3810" y="22631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0" name="object 2350"/>
            <p:cNvSpPr/>
            <p:nvPr/>
          </p:nvSpPr>
          <p:spPr>
            <a:xfrm>
              <a:off x="3680600" y="3825891"/>
              <a:ext cx="3810" cy="240029"/>
            </a:xfrm>
            <a:custGeom>
              <a:avLst/>
              <a:gdLst/>
              <a:ahLst/>
              <a:cxnLst/>
              <a:rect l="l" t="t" r="r" b="b"/>
              <a:pathLst>
                <a:path w="3810" h="240029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12" y="238506"/>
                  </a:lnTo>
                  <a:lnTo>
                    <a:pt x="12" y="240030"/>
                  </a:lnTo>
                  <a:lnTo>
                    <a:pt x="3810" y="240030"/>
                  </a:lnTo>
                  <a:lnTo>
                    <a:pt x="3810" y="238506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1" name="object 2351"/>
            <p:cNvSpPr/>
            <p:nvPr/>
          </p:nvSpPr>
          <p:spPr>
            <a:xfrm>
              <a:off x="3680612" y="3828164"/>
              <a:ext cx="3810" cy="236220"/>
            </a:xfrm>
            <a:custGeom>
              <a:avLst/>
              <a:gdLst/>
              <a:ahLst/>
              <a:cxnLst/>
              <a:rect l="l" t="t" r="r" b="b"/>
              <a:pathLst>
                <a:path w="3810" h="236220">
                  <a:moveTo>
                    <a:pt x="3809" y="0"/>
                  </a:moveTo>
                  <a:lnTo>
                    <a:pt x="3809" y="236219"/>
                  </a:lnTo>
                  <a:lnTo>
                    <a:pt x="0" y="236219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2" name="object 2352"/>
            <p:cNvSpPr/>
            <p:nvPr/>
          </p:nvSpPr>
          <p:spPr>
            <a:xfrm>
              <a:off x="3569347" y="3852560"/>
              <a:ext cx="4445" cy="260350"/>
            </a:xfrm>
            <a:custGeom>
              <a:avLst/>
              <a:gdLst/>
              <a:ahLst/>
              <a:cxnLst/>
              <a:rect l="l" t="t" r="r" b="b"/>
              <a:pathLst>
                <a:path w="4445" h="260350">
                  <a:moveTo>
                    <a:pt x="3822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0" y="258318"/>
                  </a:lnTo>
                  <a:lnTo>
                    <a:pt x="0" y="259842"/>
                  </a:lnTo>
                  <a:lnTo>
                    <a:pt x="3810" y="259842"/>
                  </a:lnTo>
                  <a:lnTo>
                    <a:pt x="3810" y="258318"/>
                  </a:lnTo>
                  <a:lnTo>
                    <a:pt x="3810" y="2286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3" name="object 2353"/>
            <p:cNvSpPr/>
            <p:nvPr/>
          </p:nvSpPr>
          <p:spPr>
            <a:xfrm>
              <a:off x="3569360" y="3854834"/>
              <a:ext cx="3810" cy="256540"/>
            </a:xfrm>
            <a:custGeom>
              <a:avLst/>
              <a:gdLst/>
              <a:ahLst/>
              <a:cxnLst/>
              <a:rect l="l" t="t" r="r" b="b"/>
              <a:pathLst>
                <a:path w="3810" h="256539">
                  <a:moveTo>
                    <a:pt x="3810" y="0"/>
                  </a:moveTo>
                  <a:lnTo>
                    <a:pt x="3810" y="256031"/>
                  </a:lnTo>
                  <a:lnTo>
                    <a:pt x="0" y="256031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4" name="object 2354"/>
            <p:cNvSpPr/>
            <p:nvPr/>
          </p:nvSpPr>
          <p:spPr>
            <a:xfrm>
              <a:off x="2120023" y="3897519"/>
              <a:ext cx="3810" cy="262255"/>
            </a:xfrm>
            <a:custGeom>
              <a:avLst/>
              <a:gdLst/>
              <a:ahLst/>
              <a:cxnLst/>
              <a:rect l="l" t="t" r="r" b="b"/>
              <a:pathLst>
                <a:path w="3810" h="262254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259842"/>
                  </a:lnTo>
                  <a:lnTo>
                    <a:pt x="0" y="262128"/>
                  </a:lnTo>
                  <a:lnTo>
                    <a:pt x="3810" y="262128"/>
                  </a:lnTo>
                  <a:lnTo>
                    <a:pt x="3810" y="259842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5" name="object 2355"/>
            <p:cNvSpPr/>
            <p:nvPr/>
          </p:nvSpPr>
          <p:spPr>
            <a:xfrm>
              <a:off x="2120036" y="3899030"/>
              <a:ext cx="3810" cy="258445"/>
            </a:xfrm>
            <a:custGeom>
              <a:avLst/>
              <a:gdLst/>
              <a:ahLst/>
              <a:cxnLst/>
              <a:rect l="l" t="t" r="r" b="b"/>
              <a:pathLst>
                <a:path w="3810" h="258445">
                  <a:moveTo>
                    <a:pt x="3810" y="0"/>
                  </a:moveTo>
                  <a:lnTo>
                    <a:pt x="3810" y="258318"/>
                  </a:lnTo>
                  <a:lnTo>
                    <a:pt x="0" y="258318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6" name="object 2356"/>
            <p:cNvSpPr/>
            <p:nvPr/>
          </p:nvSpPr>
          <p:spPr>
            <a:xfrm>
              <a:off x="2794393" y="3785504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2" y="240030"/>
                  </a:lnTo>
                  <a:lnTo>
                    <a:pt x="12" y="242316"/>
                  </a:lnTo>
                  <a:lnTo>
                    <a:pt x="3810" y="242316"/>
                  </a:lnTo>
                  <a:lnTo>
                    <a:pt x="3810" y="240030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7" name="object 2357"/>
            <p:cNvSpPr/>
            <p:nvPr/>
          </p:nvSpPr>
          <p:spPr>
            <a:xfrm>
              <a:off x="2794406" y="3787016"/>
              <a:ext cx="3810" cy="238760"/>
            </a:xfrm>
            <a:custGeom>
              <a:avLst/>
              <a:gdLst/>
              <a:ahLst/>
              <a:cxnLst/>
              <a:rect l="l" t="t" r="r" b="b"/>
              <a:pathLst>
                <a:path w="3810" h="238760">
                  <a:moveTo>
                    <a:pt x="3809" y="0"/>
                  </a:moveTo>
                  <a:lnTo>
                    <a:pt x="3809" y="238505"/>
                  </a:lnTo>
                  <a:lnTo>
                    <a:pt x="0" y="238505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8" name="object 2358"/>
            <p:cNvSpPr/>
            <p:nvPr/>
          </p:nvSpPr>
          <p:spPr>
            <a:xfrm>
              <a:off x="2696095" y="3822081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10" h="246379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12" y="243840"/>
                  </a:lnTo>
                  <a:lnTo>
                    <a:pt x="12" y="246126"/>
                  </a:lnTo>
                  <a:lnTo>
                    <a:pt x="3810" y="246126"/>
                  </a:lnTo>
                  <a:lnTo>
                    <a:pt x="3810" y="243840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9" name="object 2359"/>
            <p:cNvSpPr/>
            <p:nvPr/>
          </p:nvSpPr>
          <p:spPr>
            <a:xfrm>
              <a:off x="2696108" y="3824354"/>
              <a:ext cx="3810" cy="241935"/>
            </a:xfrm>
            <a:custGeom>
              <a:avLst/>
              <a:gdLst/>
              <a:ahLst/>
              <a:cxnLst/>
              <a:rect l="l" t="t" r="r" b="b"/>
              <a:pathLst>
                <a:path w="3810" h="241935">
                  <a:moveTo>
                    <a:pt x="3809" y="0"/>
                  </a:moveTo>
                  <a:lnTo>
                    <a:pt x="3809" y="241554"/>
                  </a:lnTo>
                  <a:lnTo>
                    <a:pt x="0" y="241554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0" name="object 2360"/>
            <p:cNvSpPr/>
            <p:nvPr/>
          </p:nvSpPr>
          <p:spPr>
            <a:xfrm>
              <a:off x="2628277" y="3853322"/>
              <a:ext cx="3810" cy="260350"/>
            </a:xfrm>
            <a:custGeom>
              <a:avLst/>
              <a:gdLst/>
              <a:ahLst/>
              <a:cxnLst/>
              <a:rect l="l" t="t" r="r" b="b"/>
              <a:pathLst>
                <a:path w="3810" h="260350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12" y="258318"/>
                  </a:lnTo>
                  <a:lnTo>
                    <a:pt x="12" y="259842"/>
                  </a:lnTo>
                  <a:lnTo>
                    <a:pt x="3810" y="259842"/>
                  </a:lnTo>
                  <a:lnTo>
                    <a:pt x="3810" y="258318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1" name="object 2361"/>
            <p:cNvSpPr/>
            <p:nvPr/>
          </p:nvSpPr>
          <p:spPr>
            <a:xfrm>
              <a:off x="2628290" y="3855596"/>
              <a:ext cx="3810" cy="256540"/>
            </a:xfrm>
            <a:custGeom>
              <a:avLst/>
              <a:gdLst/>
              <a:ahLst/>
              <a:cxnLst/>
              <a:rect l="l" t="t" r="r" b="b"/>
              <a:pathLst>
                <a:path w="3810" h="256539">
                  <a:moveTo>
                    <a:pt x="3809" y="0"/>
                  </a:moveTo>
                  <a:lnTo>
                    <a:pt x="3809" y="256032"/>
                  </a:lnTo>
                  <a:lnTo>
                    <a:pt x="0" y="256032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2" name="object 2362"/>
            <p:cNvSpPr/>
            <p:nvPr/>
          </p:nvSpPr>
          <p:spPr>
            <a:xfrm>
              <a:off x="5377586" y="343268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3" name="object 2363"/>
            <p:cNvSpPr/>
            <p:nvPr/>
          </p:nvSpPr>
          <p:spPr>
            <a:xfrm>
              <a:off x="5377586" y="343268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4" name="object 2364"/>
            <p:cNvSpPr/>
            <p:nvPr/>
          </p:nvSpPr>
          <p:spPr>
            <a:xfrm>
              <a:off x="5377586" y="2371220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5" name="object 2365"/>
            <p:cNvSpPr/>
            <p:nvPr/>
          </p:nvSpPr>
          <p:spPr>
            <a:xfrm>
              <a:off x="5377586" y="2371220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6" name="object 2366"/>
            <p:cNvSpPr/>
            <p:nvPr/>
          </p:nvSpPr>
          <p:spPr>
            <a:xfrm>
              <a:off x="5377586" y="2371220"/>
              <a:ext cx="8890" cy="1061720"/>
            </a:xfrm>
            <a:custGeom>
              <a:avLst/>
              <a:gdLst/>
              <a:ahLst/>
              <a:cxnLst/>
              <a:rect l="l" t="t" r="r" b="b"/>
              <a:pathLst>
                <a:path w="8889" h="1061720">
                  <a:moveTo>
                    <a:pt x="8382" y="0"/>
                  </a:moveTo>
                  <a:lnTo>
                    <a:pt x="8382" y="1061465"/>
                  </a:lnTo>
                  <a:lnTo>
                    <a:pt x="0" y="1061465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7" name="object 2367"/>
            <p:cNvSpPr/>
            <p:nvPr/>
          </p:nvSpPr>
          <p:spPr>
            <a:xfrm>
              <a:off x="5377586" y="2371220"/>
              <a:ext cx="8890" cy="1061720"/>
            </a:xfrm>
            <a:custGeom>
              <a:avLst/>
              <a:gdLst/>
              <a:ahLst/>
              <a:cxnLst/>
              <a:rect l="l" t="t" r="r" b="b"/>
              <a:pathLst>
                <a:path w="8889" h="1061720">
                  <a:moveTo>
                    <a:pt x="8382" y="0"/>
                  </a:moveTo>
                  <a:lnTo>
                    <a:pt x="8382" y="1061465"/>
                  </a:lnTo>
                  <a:lnTo>
                    <a:pt x="0" y="1061465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8" name="object 2368"/>
            <p:cNvSpPr/>
            <p:nvPr/>
          </p:nvSpPr>
          <p:spPr>
            <a:xfrm>
              <a:off x="5470550" y="334658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9" name="object 2369"/>
            <p:cNvSpPr/>
            <p:nvPr/>
          </p:nvSpPr>
          <p:spPr>
            <a:xfrm>
              <a:off x="5470550" y="334658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0" name="object 2370"/>
            <p:cNvSpPr/>
            <p:nvPr/>
          </p:nvSpPr>
          <p:spPr>
            <a:xfrm>
              <a:off x="5470550" y="238950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1" name="object 2371"/>
            <p:cNvSpPr/>
            <p:nvPr/>
          </p:nvSpPr>
          <p:spPr>
            <a:xfrm>
              <a:off x="5470550" y="238950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2" name="object 2372"/>
            <p:cNvSpPr/>
            <p:nvPr/>
          </p:nvSpPr>
          <p:spPr>
            <a:xfrm>
              <a:off x="5470550" y="2389508"/>
              <a:ext cx="7620" cy="957580"/>
            </a:xfrm>
            <a:custGeom>
              <a:avLst/>
              <a:gdLst/>
              <a:ahLst/>
              <a:cxnLst/>
              <a:rect l="l" t="t" r="r" b="b"/>
              <a:pathLst>
                <a:path w="7620" h="957579">
                  <a:moveTo>
                    <a:pt x="7620" y="0"/>
                  </a:moveTo>
                  <a:lnTo>
                    <a:pt x="7620" y="957072"/>
                  </a:lnTo>
                  <a:lnTo>
                    <a:pt x="0" y="957072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3" name="object 2373"/>
            <p:cNvSpPr/>
            <p:nvPr/>
          </p:nvSpPr>
          <p:spPr>
            <a:xfrm>
              <a:off x="5470550" y="2389508"/>
              <a:ext cx="7620" cy="957580"/>
            </a:xfrm>
            <a:custGeom>
              <a:avLst/>
              <a:gdLst/>
              <a:ahLst/>
              <a:cxnLst/>
              <a:rect l="l" t="t" r="r" b="b"/>
              <a:pathLst>
                <a:path w="7620" h="957579">
                  <a:moveTo>
                    <a:pt x="7620" y="0"/>
                  </a:moveTo>
                  <a:lnTo>
                    <a:pt x="7620" y="957072"/>
                  </a:lnTo>
                  <a:lnTo>
                    <a:pt x="0" y="957072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4" name="object 2374"/>
            <p:cNvSpPr/>
            <p:nvPr/>
          </p:nvSpPr>
          <p:spPr>
            <a:xfrm>
              <a:off x="5567311" y="325742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5" name="object 2375"/>
            <p:cNvSpPr/>
            <p:nvPr/>
          </p:nvSpPr>
          <p:spPr>
            <a:xfrm>
              <a:off x="5567311" y="325742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6" name="object 2376"/>
            <p:cNvSpPr/>
            <p:nvPr/>
          </p:nvSpPr>
          <p:spPr>
            <a:xfrm>
              <a:off x="5567311" y="2383412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7" name="object 2377"/>
            <p:cNvSpPr/>
            <p:nvPr/>
          </p:nvSpPr>
          <p:spPr>
            <a:xfrm>
              <a:off x="5567311" y="2383412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8" name="object 2378"/>
            <p:cNvSpPr/>
            <p:nvPr/>
          </p:nvSpPr>
          <p:spPr>
            <a:xfrm>
              <a:off x="5567311" y="2383412"/>
              <a:ext cx="8890" cy="874394"/>
            </a:xfrm>
            <a:custGeom>
              <a:avLst/>
              <a:gdLst/>
              <a:ahLst/>
              <a:cxnLst/>
              <a:rect l="l" t="t" r="r" b="b"/>
              <a:pathLst>
                <a:path w="8889" h="874395">
                  <a:moveTo>
                    <a:pt x="8382" y="0"/>
                  </a:moveTo>
                  <a:lnTo>
                    <a:pt x="8382" y="874013"/>
                  </a:lnTo>
                  <a:lnTo>
                    <a:pt x="0" y="874013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9" name="object 2379"/>
            <p:cNvSpPr/>
            <p:nvPr/>
          </p:nvSpPr>
          <p:spPr>
            <a:xfrm>
              <a:off x="5567311" y="2383412"/>
              <a:ext cx="8890" cy="874394"/>
            </a:xfrm>
            <a:custGeom>
              <a:avLst/>
              <a:gdLst/>
              <a:ahLst/>
              <a:cxnLst/>
              <a:rect l="l" t="t" r="r" b="b"/>
              <a:pathLst>
                <a:path w="8889" h="874395">
                  <a:moveTo>
                    <a:pt x="8382" y="0"/>
                  </a:moveTo>
                  <a:lnTo>
                    <a:pt x="8382" y="874013"/>
                  </a:lnTo>
                  <a:lnTo>
                    <a:pt x="0" y="874013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0" name="object 2380"/>
            <p:cNvSpPr/>
            <p:nvPr/>
          </p:nvSpPr>
          <p:spPr>
            <a:xfrm>
              <a:off x="2019452" y="3774824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5" h="3810">
                  <a:moveTo>
                    <a:pt x="0" y="381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1524" y="381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1" name="object 2381"/>
            <p:cNvSpPr/>
            <p:nvPr/>
          </p:nvSpPr>
          <p:spPr>
            <a:xfrm>
              <a:off x="2019452" y="3774824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5" h="3810">
                  <a:moveTo>
                    <a:pt x="0" y="381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1524" y="3810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2" name="object 2382"/>
            <p:cNvSpPr/>
            <p:nvPr/>
          </p:nvSpPr>
          <p:spPr>
            <a:xfrm>
              <a:off x="1963064" y="3774824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2285" y="0"/>
                  </a:moveTo>
                  <a:lnTo>
                    <a:pt x="2285" y="3810"/>
                  </a:lnTo>
                  <a:lnTo>
                    <a:pt x="0" y="3810"/>
                  </a:lnTo>
                  <a:lnTo>
                    <a:pt x="0" y="0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3" name="object 2383"/>
            <p:cNvSpPr/>
            <p:nvPr/>
          </p:nvSpPr>
          <p:spPr>
            <a:xfrm>
              <a:off x="1963064" y="3774824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2285" y="0"/>
                  </a:moveTo>
                  <a:lnTo>
                    <a:pt x="2285" y="3810"/>
                  </a:lnTo>
                  <a:lnTo>
                    <a:pt x="0" y="3810"/>
                  </a:lnTo>
                  <a:lnTo>
                    <a:pt x="0" y="0"/>
                  </a:lnTo>
                  <a:lnTo>
                    <a:pt x="228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4" name="object 2384"/>
            <p:cNvSpPr/>
            <p:nvPr/>
          </p:nvSpPr>
          <p:spPr>
            <a:xfrm>
              <a:off x="1965350" y="3774824"/>
              <a:ext cx="54610" cy="3810"/>
            </a:xfrm>
            <a:custGeom>
              <a:avLst/>
              <a:gdLst/>
              <a:ahLst/>
              <a:cxnLst/>
              <a:rect l="l" t="t" r="r" b="b"/>
              <a:pathLst>
                <a:path w="54610" h="3810">
                  <a:moveTo>
                    <a:pt x="54101" y="3810"/>
                  </a:moveTo>
                  <a:lnTo>
                    <a:pt x="54101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5410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5" name="object 2385"/>
            <p:cNvSpPr/>
            <p:nvPr/>
          </p:nvSpPr>
          <p:spPr>
            <a:xfrm>
              <a:off x="1894484" y="3739839"/>
              <a:ext cx="72390" cy="71120"/>
            </a:xfrm>
            <a:custGeom>
              <a:avLst/>
              <a:gdLst/>
              <a:ahLst/>
              <a:cxnLst/>
              <a:rect l="l" t="t" r="r" b="b"/>
              <a:pathLst>
                <a:path w="72389" h="71120">
                  <a:moveTo>
                    <a:pt x="72389" y="34985"/>
                  </a:moveTo>
                  <a:lnTo>
                    <a:pt x="70865" y="25079"/>
                  </a:lnTo>
                  <a:lnTo>
                    <a:pt x="56536" y="5841"/>
                  </a:lnTo>
                  <a:lnTo>
                    <a:pt x="35013" y="0"/>
                  </a:lnTo>
                  <a:lnTo>
                    <a:pt x="13891" y="7269"/>
                  </a:lnTo>
                  <a:lnTo>
                    <a:pt x="761" y="27365"/>
                  </a:lnTo>
                  <a:lnTo>
                    <a:pt x="0" y="32699"/>
                  </a:lnTo>
                  <a:lnTo>
                    <a:pt x="0" y="38033"/>
                  </a:lnTo>
                  <a:lnTo>
                    <a:pt x="11258" y="61015"/>
                  </a:lnTo>
                  <a:lnTo>
                    <a:pt x="31956" y="70608"/>
                  </a:lnTo>
                  <a:lnTo>
                    <a:pt x="54392" y="65818"/>
                  </a:lnTo>
                  <a:lnTo>
                    <a:pt x="70865" y="45653"/>
                  </a:lnTo>
                  <a:lnTo>
                    <a:pt x="72389" y="3498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6" name="object 2386"/>
            <p:cNvSpPr/>
            <p:nvPr/>
          </p:nvSpPr>
          <p:spPr>
            <a:xfrm>
              <a:off x="1894484" y="3739839"/>
              <a:ext cx="72390" cy="71120"/>
            </a:xfrm>
            <a:custGeom>
              <a:avLst/>
              <a:gdLst/>
              <a:ahLst/>
              <a:cxnLst/>
              <a:rect l="l" t="t" r="r" b="b"/>
              <a:pathLst>
                <a:path w="72389" h="71120">
                  <a:moveTo>
                    <a:pt x="72389" y="34985"/>
                  </a:moveTo>
                  <a:lnTo>
                    <a:pt x="71627" y="29651"/>
                  </a:lnTo>
                  <a:lnTo>
                    <a:pt x="70865" y="25079"/>
                  </a:lnTo>
                  <a:lnTo>
                    <a:pt x="56536" y="5841"/>
                  </a:lnTo>
                  <a:lnTo>
                    <a:pt x="35013" y="0"/>
                  </a:lnTo>
                  <a:lnTo>
                    <a:pt x="13891" y="7269"/>
                  </a:lnTo>
                  <a:lnTo>
                    <a:pt x="761" y="27365"/>
                  </a:lnTo>
                  <a:lnTo>
                    <a:pt x="0" y="32699"/>
                  </a:lnTo>
                  <a:lnTo>
                    <a:pt x="0" y="38033"/>
                  </a:lnTo>
                  <a:lnTo>
                    <a:pt x="11258" y="61015"/>
                  </a:lnTo>
                  <a:lnTo>
                    <a:pt x="31956" y="70608"/>
                  </a:lnTo>
                  <a:lnTo>
                    <a:pt x="54392" y="65818"/>
                  </a:lnTo>
                  <a:lnTo>
                    <a:pt x="70865" y="45653"/>
                  </a:lnTo>
                  <a:lnTo>
                    <a:pt x="72389" y="3498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7" name="object 2387"/>
            <p:cNvSpPr/>
            <p:nvPr/>
          </p:nvSpPr>
          <p:spPr>
            <a:xfrm>
              <a:off x="1923440" y="3758060"/>
              <a:ext cx="11430" cy="32384"/>
            </a:xfrm>
            <a:custGeom>
              <a:avLst/>
              <a:gdLst/>
              <a:ahLst/>
              <a:cxnLst/>
              <a:rect l="l" t="t" r="r" b="b"/>
              <a:pathLst>
                <a:path w="11430" h="32385">
                  <a:moveTo>
                    <a:pt x="11430" y="32003"/>
                  </a:moveTo>
                  <a:lnTo>
                    <a:pt x="11430" y="0"/>
                  </a:lnTo>
                  <a:lnTo>
                    <a:pt x="9144" y="0"/>
                  </a:lnTo>
                  <a:lnTo>
                    <a:pt x="8382" y="1523"/>
                  </a:lnTo>
                  <a:lnTo>
                    <a:pt x="6858" y="3047"/>
                  </a:lnTo>
                  <a:lnTo>
                    <a:pt x="6096" y="4571"/>
                  </a:lnTo>
                  <a:lnTo>
                    <a:pt x="3810" y="6095"/>
                  </a:lnTo>
                  <a:lnTo>
                    <a:pt x="2286" y="7619"/>
                  </a:lnTo>
                  <a:lnTo>
                    <a:pt x="0" y="8381"/>
                  </a:lnTo>
                  <a:lnTo>
                    <a:pt x="0" y="12191"/>
                  </a:lnTo>
                  <a:lnTo>
                    <a:pt x="1524" y="11429"/>
                  </a:lnTo>
                  <a:lnTo>
                    <a:pt x="2286" y="10667"/>
                  </a:lnTo>
                  <a:lnTo>
                    <a:pt x="6858" y="8381"/>
                  </a:lnTo>
                  <a:lnTo>
                    <a:pt x="7620" y="7619"/>
                  </a:lnTo>
                  <a:lnTo>
                    <a:pt x="7620" y="32003"/>
                  </a:lnTo>
                  <a:lnTo>
                    <a:pt x="11430" y="320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88" name="object 2388"/>
            <p:cNvPicPr/>
            <p:nvPr/>
          </p:nvPicPr>
          <p:blipFill>
            <a:blip r:embed="rId212" cstate="print"/>
            <a:stretch>
              <a:fillRect/>
            </a:stretch>
          </p:blipFill>
          <p:spPr>
            <a:xfrm>
              <a:off x="2893085" y="3745697"/>
              <a:ext cx="239267" cy="71494"/>
            </a:xfrm>
            <a:prstGeom prst="rect">
              <a:avLst/>
            </a:prstGeom>
          </p:spPr>
        </p:pic>
        <p:sp>
          <p:nvSpPr>
            <p:cNvPr id="2389" name="object 2389"/>
            <p:cNvSpPr/>
            <p:nvPr/>
          </p:nvSpPr>
          <p:spPr>
            <a:xfrm>
              <a:off x="2933852" y="3604370"/>
              <a:ext cx="71755" cy="71755"/>
            </a:xfrm>
            <a:custGeom>
              <a:avLst/>
              <a:gdLst/>
              <a:ahLst/>
              <a:cxnLst/>
              <a:rect l="l" t="t" r="r" b="b"/>
              <a:pathLst>
                <a:path w="71755" h="71754">
                  <a:moveTo>
                    <a:pt x="71627" y="35580"/>
                  </a:moveTo>
                  <a:lnTo>
                    <a:pt x="70103" y="25674"/>
                  </a:lnTo>
                  <a:lnTo>
                    <a:pt x="55826" y="6091"/>
                  </a:lnTo>
                  <a:lnTo>
                    <a:pt x="34270" y="0"/>
                  </a:lnTo>
                  <a:lnTo>
                    <a:pt x="13296" y="7316"/>
                  </a:lnTo>
                  <a:lnTo>
                    <a:pt x="761" y="27960"/>
                  </a:lnTo>
                  <a:lnTo>
                    <a:pt x="0" y="33294"/>
                  </a:lnTo>
                  <a:lnTo>
                    <a:pt x="0" y="38628"/>
                  </a:lnTo>
                  <a:lnTo>
                    <a:pt x="10871" y="62197"/>
                  </a:lnTo>
                  <a:lnTo>
                    <a:pt x="31956" y="71470"/>
                  </a:lnTo>
                  <a:lnTo>
                    <a:pt x="54588" y="66228"/>
                  </a:lnTo>
                  <a:lnTo>
                    <a:pt x="70103" y="46248"/>
                  </a:lnTo>
                  <a:lnTo>
                    <a:pt x="71627" y="3558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0" name="object 2390"/>
            <p:cNvSpPr/>
            <p:nvPr/>
          </p:nvSpPr>
          <p:spPr>
            <a:xfrm>
              <a:off x="2933852" y="3604370"/>
              <a:ext cx="71755" cy="71755"/>
            </a:xfrm>
            <a:custGeom>
              <a:avLst/>
              <a:gdLst/>
              <a:ahLst/>
              <a:cxnLst/>
              <a:rect l="l" t="t" r="r" b="b"/>
              <a:pathLst>
                <a:path w="71755" h="71754">
                  <a:moveTo>
                    <a:pt x="71627" y="35580"/>
                  </a:moveTo>
                  <a:lnTo>
                    <a:pt x="70865" y="31008"/>
                  </a:lnTo>
                  <a:lnTo>
                    <a:pt x="70103" y="25674"/>
                  </a:lnTo>
                  <a:lnTo>
                    <a:pt x="55826" y="6091"/>
                  </a:lnTo>
                  <a:lnTo>
                    <a:pt x="34270" y="0"/>
                  </a:lnTo>
                  <a:lnTo>
                    <a:pt x="13296" y="7316"/>
                  </a:lnTo>
                  <a:lnTo>
                    <a:pt x="761" y="27960"/>
                  </a:lnTo>
                  <a:lnTo>
                    <a:pt x="0" y="33294"/>
                  </a:lnTo>
                  <a:lnTo>
                    <a:pt x="0" y="38628"/>
                  </a:lnTo>
                  <a:lnTo>
                    <a:pt x="10871" y="62197"/>
                  </a:lnTo>
                  <a:lnTo>
                    <a:pt x="31956" y="71470"/>
                  </a:lnTo>
                  <a:lnTo>
                    <a:pt x="54588" y="66228"/>
                  </a:lnTo>
                  <a:lnTo>
                    <a:pt x="70103" y="46248"/>
                  </a:lnTo>
                  <a:lnTo>
                    <a:pt x="71627" y="3558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1" name="object 2391"/>
            <p:cNvSpPr/>
            <p:nvPr/>
          </p:nvSpPr>
          <p:spPr>
            <a:xfrm>
              <a:off x="2958236" y="3623948"/>
              <a:ext cx="20955" cy="31750"/>
            </a:xfrm>
            <a:custGeom>
              <a:avLst/>
              <a:gdLst/>
              <a:ahLst/>
              <a:cxnLst/>
              <a:rect l="l" t="t" r="r" b="b"/>
              <a:pathLst>
                <a:path w="20955" h="31750">
                  <a:moveTo>
                    <a:pt x="20574" y="31242"/>
                  </a:moveTo>
                  <a:lnTo>
                    <a:pt x="20574" y="27432"/>
                  </a:lnTo>
                  <a:lnTo>
                    <a:pt x="5334" y="27432"/>
                  </a:lnTo>
                  <a:lnTo>
                    <a:pt x="19050" y="14478"/>
                  </a:lnTo>
                  <a:lnTo>
                    <a:pt x="20574" y="8382"/>
                  </a:lnTo>
                  <a:lnTo>
                    <a:pt x="18288" y="2286"/>
                  </a:lnTo>
                  <a:lnTo>
                    <a:pt x="10668" y="0"/>
                  </a:lnTo>
                  <a:lnTo>
                    <a:pt x="3810" y="2286"/>
                  </a:lnTo>
                  <a:lnTo>
                    <a:pt x="762" y="9144"/>
                  </a:lnTo>
                  <a:lnTo>
                    <a:pt x="4572" y="9144"/>
                  </a:lnTo>
                  <a:lnTo>
                    <a:pt x="4572" y="6858"/>
                  </a:lnTo>
                  <a:lnTo>
                    <a:pt x="8382" y="3048"/>
                  </a:lnTo>
                  <a:lnTo>
                    <a:pt x="12954" y="3048"/>
                  </a:lnTo>
                  <a:lnTo>
                    <a:pt x="16764" y="6096"/>
                  </a:lnTo>
                  <a:lnTo>
                    <a:pt x="16764" y="10668"/>
                  </a:lnTo>
                  <a:lnTo>
                    <a:pt x="3048" y="24384"/>
                  </a:lnTo>
                  <a:lnTo>
                    <a:pt x="0" y="31242"/>
                  </a:lnTo>
                  <a:lnTo>
                    <a:pt x="20574" y="3124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2" name="object 2392"/>
            <p:cNvSpPr/>
            <p:nvPr/>
          </p:nvSpPr>
          <p:spPr>
            <a:xfrm>
              <a:off x="3916832" y="3663634"/>
              <a:ext cx="71755" cy="71120"/>
            </a:xfrm>
            <a:custGeom>
              <a:avLst/>
              <a:gdLst/>
              <a:ahLst/>
              <a:cxnLst/>
              <a:rect l="l" t="t" r="r" b="b"/>
              <a:pathLst>
                <a:path w="71754" h="71120">
                  <a:moveTo>
                    <a:pt x="71627" y="40324"/>
                  </a:moveTo>
                  <a:lnTo>
                    <a:pt x="71627" y="34990"/>
                  </a:lnTo>
                  <a:lnTo>
                    <a:pt x="71627" y="29656"/>
                  </a:lnTo>
                  <a:lnTo>
                    <a:pt x="70103" y="25084"/>
                  </a:lnTo>
                  <a:lnTo>
                    <a:pt x="56335" y="5908"/>
                  </a:lnTo>
                  <a:lnTo>
                    <a:pt x="34485" y="0"/>
                  </a:lnTo>
                  <a:lnTo>
                    <a:pt x="13109" y="7205"/>
                  </a:lnTo>
                  <a:lnTo>
                    <a:pt x="761" y="27370"/>
                  </a:lnTo>
                  <a:lnTo>
                    <a:pt x="0" y="32704"/>
                  </a:lnTo>
                  <a:lnTo>
                    <a:pt x="0" y="38038"/>
                  </a:lnTo>
                  <a:lnTo>
                    <a:pt x="10639" y="61115"/>
                  </a:lnTo>
                  <a:lnTo>
                    <a:pt x="31413" y="70646"/>
                  </a:lnTo>
                  <a:lnTo>
                    <a:pt x="54006" y="65779"/>
                  </a:lnTo>
                  <a:lnTo>
                    <a:pt x="70103" y="45658"/>
                  </a:lnTo>
                  <a:lnTo>
                    <a:pt x="71627" y="4032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3" name="object 2393"/>
            <p:cNvSpPr/>
            <p:nvPr/>
          </p:nvSpPr>
          <p:spPr>
            <a:xfrm>
              <a:off x="3916832" y="3663634"/>
              <a:ext cx="71755" cy="71120"/>
            </a:xfrm>
            <a:custGeom>
              <a:avLst/>
              <a:gdLst/>
              <a:ahLst/>
              <a:cxnLst/>
              <a:rect l="l" t="t" r="r" b="b"/>
              <a:pathLst>
                <a:path w="71754" h="71120">
                  <a:moveTo>
                    <a:pt x="71627" y="34990"/>
                  </a:moveTo>
                  <a:lnTo>
                    <a:pt x="71627" y="29656"/>
                  </a:lnTo>
                  <a:lnTo>
                    <a:pt x="70103" y="25084"/>
                  </a:lnTo>
                  <a:lnTo>
                    <a:pt x="56335" y="5908"/>
                  </a:lnTo>
                  <a:lnTo>
                    <a:pt x="34485" y="0"/>
                  </a:lnTo>
                  <a:lnTo>
                    <a:pt x="13109" y="7205"/>
                  </a:lnTo>
                  <a:lnTo>
                    <a:pt x="761" y="27370"/>
                  </a:lnTo>
                  <a:lnTo>
                    <a:pt x="0" y="32704"/>
                  </a:lnTo>
                  <a:lnTo>
                    <a:pt x="0" y="38038"/>
                  </a:lnTo>
                  <a:lnTo>
                    <a:pt x="10639" y="61115"/>
                  </a:lnTo>
                  <a:lnTo>
                    <a:pt x="31413" y="70646"/>
                  </a:lnTo>
                  <a:lnTo>
                    <a:pt x="54006" y="65779"/>
                  </a:lnTo>
                  <a:lnTo>
                    <a:pt x="70103" y="45658"/>
                  </a:lnTo>
                  <a:lnTo>
                    <a:pt x="71627" y="40324"/>
                  </a:lnTo>
                  <a:lnTo>
                    <a:pt x="71627" y="3499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4" name="object 2394"/>
            <p:cNvSpPr/>
            <p:nvPr/>
          </p:nvSpPr>
          <p:spPr>
            <a:xfrm>
              <a:off x="2925457" y="3643772"/>
              <a:ext cx="1037590" cy="70485"/>
            </a:xfrm>
            <a:custGeom>
              <a:avLst/>
              <a:gdLst/>
              <a:ahLst/>
              <a:cxnLst/>
              <a:rect l="l" t="t" r="r" b="b"/>
              <a:pathLst>
                <a:path w="1037589" h="70485">
                  <a:moveTo>
                    <a:pt x="2286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86" y="3810"/>
                  </a:lnTo>
                  <a:lnTo>
                    <a:pt x="2286" y="0"/>
                  </a:lnTo>
                  <a:close/>
                </a:path>
                <a:path w="1037589" h="70485">
                  <a:moveTo>
                    <a:pt x="1037082" y="47244"/>
                  </a:moveTo>
                  <a:lnTo>
                    <a:pt x="1034796" y="41148"/>
                  </a:lnTo>
                  <a:lnTo>
                    <a:pt x="1031748" y="38862"/>
                  </a:lnTo>
                  <a:lnTo>
                    <a:pt x="1027176" y="38100"/>
                  </a:lnTo>
                  <a:lnTo>
                    <a:pt x="1023366" y="38862"/>
                  </a:lnTo>
                  <a:lnTo>
                    <a:pt x="1018032" y="44196"/>
                  </a:lnTo>
                  <a:lnTo>
                    <a:pt x="1017270" y="48006"/>
                  </a:lnTo>
                  <a:lnTo>
                    <a:pt x="1021080" y="48006"/>
                  </a:lnTo>
                  <a:lnTo>
                    <a:pt x="1021080" y="44958"/>
                  </a:lnTo>
                  <a:lnTo>
                    <a:pt x="1024128" y="41910"/>
                  </a:lnTo>
                  <a:lnTo>
                    <a:pt x="1029462" y="41910"/>
                  </a:lnTo>
                  <a:lnTo>
                    <a:pt x="1032510" y="44958"/>
                  </a:lnTo>
                  <a:lnTo>
                    <a:pt x="1032510" y="49530"/>
                  </a:lnTo>
                  <a:lnTo>
                    <a:pt x="1017270" y="65532"/>
                  </a:lnTo>
                  <a:lnTo>
                    <a:pt x="1016508" y="70104"/>
                  </a:lnTo>
                  <a:lnTo>
                    <a:pt x="1037082" y="70104"/>
                  </a:lnTo>
                  <a:lnTo>
                    <a:pt x="1037082" y="66294"/>
                  </a:lnTo>
                  <a:lnTo>
                    <a:pt x="1021842" y="66294"/>
                  </a:lnTo>
                  <a:lnTo>
                    <a:pt x="1034034" y="54864"/>
                  </a:lnTo>
                  <a:lnTo>
                    <a:pt x="1037082" y="472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5" name="object 2395"/>
            <p:cNvSpPr/>
            <p:nvPr/>
          </p:nvSpPr>
          <p:spPr>
            <a:xfrm>
              <a:off x="2925470" y="3643760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0" y="3810"/>
                  </a:moveTo>
                  <a:lnTo>
                    <a:pt x="0" y="0"/>
                  </a:lnTo>
                  <a:lnTo>
                    <a:pt x="2285" y="0"/>
                  </a:lnTo>
                  <a:lnTo>
                    <a:pt x="2285" y="3810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6" name="object 2396"/>
            <p:cNvSpPr/>
            <p:nvPr/>
          </p:nvSpPr>
          <p:spPr>
            <a:xfrm>
              <a:off x="2747924" y="3643760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2285" y="0"/>
                  </a:moveTo>
                  <a:lnTo>
                    <a:pt x="2285" y="3810"/>
                  </a:lnTo>
                  <a:lnTo>
                    <a:pt x="0" y="3810"/>
                  </a:lnTo>
                  <a:lnTo>
                    <a:pt x="0" y="0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7" name="object 2397"/>
            <p:cNvSpPr/>
            <p:nvPr/>
          </p:nvSpPr>
          <p:spPr>
            <a:xfrm>
              <a:off x="2747924" y="3643760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2285" y="0"/>
                  </a:moveTo>
                  <a:lnTo>
                    <a:pt x="2285" y="3810"/>
                  </a:lnTo>
                  <a:lnTo>
                    <a:pt x="0" y="3810"/>
                  </a:lnTo>
                  <a:lnTo>
                    <a:pt x="0" y="0"/>
                  </a:lnTo>
                  <a:lnTo>
                    <a:pt x="228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8" name="object 2398"/>
            <p:cNvSpPr/>
            <p:nvPr/>
          </p:nvSpPr>
          <p:spPr>
            <a:xfrm>
              <a:off x="2750197" y="3643772"/>
              <a:ext cx="1166495" cy="57150"/>
            </a:xfrm>
            <a:custGeom>
              <a:avLst/>
              <a:gdLst/>
              <a:ahLst/>
              <a:cxnLst/>
              <a:rect l="l" t="t" r="r" b="b"/>
              <a:pathLst>
                <a:path w="1166495" h="57150">
                  <a:moveTo>
                    <a:pt x="17526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75260" y="3810"/>
                  </a:lnTo>
                  <a:lnTo>
                    <a:pt x="175260" y="0"/>
                  </a:lnTo>
                  <a:close/>
                </a:path>
                <a:path w="1166495" h="57150">
                  <a:moveTo>
                    <a:pt x="1165872" y="53340"/>
                  </a:moveTo>
                  <a:lnTo>
                    <a:pt x="1163574" y="53340"/>
                  </a:lnTo>
                  <a:lnTo>
                    <a:pt x="1163574" y="57150"/>
                  </a:lnTo>
                  <a:lnTo>
                    <a:pt x="1165872" y="57150"/>
                  </a:lnTo>
                  <a:lnTo>
                    <a:pt x="1165872" y="533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9" name="object 2399"/>
            <p:cNvSpPr/>
            <p:nvPr/>
          </p:nvSpPr>
          <p:spPr>
            <a:xfrm>
              <a:off x="3913784" y="3697100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0" y="3809"/>
                  </a:moveTo>
                  <a:lnTo>
                    <a:pt x="0" y="0"/>
                  </a:lnTo>
                  <a:lnTo>
                    <a:pt x="2286" y="0"/>
                  </a:lnTo>
                  <a:lnTo>
                    <a:pt x="2286" y="3809"/>
                  </a:lnTo>
                  <a:lnTo>
                    <a:pt x="0" y="380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0" name="object 2400"/>
            <p:cNvSpPr/>
            <p:nvPr/>
          </p:nvSpPr>
          <p:spPr>
            <a:xfrm>
              <a:off x="3736238" y="3697100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10">
                  <a:moveTo>
                    <a:pt x="1524" y="0"/>
                  </a:moveTo>
                  <a:lnTo>
                    <a:pt x="1524" y="3809"/>
                  </a:lnTo>
                  <a:lnTo>
                    <a:pt x="0" y="3809"/>
                  </a:lnTo>
                  <a:lnTo>
                    <a:pt x="0" y="0"/>
                  </a:lnTo>
                  <a:lnTo>
                    <a:pt x="152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1" name="object 2401"/>
            <p:cNvSpPr/>
            <p:nvPr/>
          </p:nvSpPr>
          <p:spPr>
            <a:xfrm>
              <a:off x="3736238" y="3697100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10">
                  <a:moveTo>
                    <a:pt x="1524" y="0"/>
                  </a:moveTo>
                  <a:lnTo>
                    <a:pt x="1524" y="3809"/>
                  </a:lnTo>
                  <a:lnTo>
                    <a:pt x="0" y="3809"/>
                  </a:lnTo>
                  <a:lnTo>
                    <a:pt x="0" y="0"/>
                  </a:lnTo>
                  <a:lnTo>
                    <a:pt x="152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2" name="object 2402"/>
            <p:cNvSpPr/>
            <p:nvPr/>
          </p:nvSpPr>
          <p:spPr>
            <a:xfrm>
              <a:off x="3737762" y="3697100"/>
              <a:ext cx="176530" cy="3810"/>
            </a:xfrm>
            <a:custGeom>
              <a:avLst/>
              <a:gdLst/>
              <a:ahLst/>
              <a:cxnLst/>
              <a:rect l="l" t="t" r="r" b="b"/>
              <a:pathLst>
                <a:path w="176529" h="3810">
                  <a:moveTo>
                    <a:pt x="176022" y="3809"/>
                  </a:moveTo>
                  <a:lnTo>
                    <a:pt x="176022" y="0"/>
                  </a:lnTo>
                  <a:lnTo>
                    <a:pt x="0" y="0"/>
                  </a:lnTo>
                  <a:lnTo>
                    <a:pt x="0" y="3809"/>
                  </a:lnTo>
                  <a:lnTo>
                    <a:pt x="176022" y="380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03" name="object 2403"/>
            <p:cNvPicPr/>
            <p:nvPr/>
          </p:nvPicPr>
          <p:blipFill>
            <a:blip r:embed="rId213" cstate="print"/>
            <a:stretch>
              <a:fillRect/>
            </a:stretch>
          </p:blipFill>
          <p:spPr>
            <a:xfrm>
              <a:off x="3171596" y="3578990"/>
              <a:ext cx="681228" cy="291084"/>
            </a:xfrm>
            <a:prstGeom prst="rect">
              <a:avLst/>
            </a:prstGeom>
          </p:spPr>
        </p:pic>
        <p:pic>
          <p:nvPicPr>
            <p:cNvPr id="2404" name="object 2404"/>
            <p:cNvPicPr/>
            <p:nvPr/>
          </p:nvPicPr>
          <p:blipFill>
            <a:blip r:embed="rId214" cstate="print"/>
            <a:stretch>
              <a:fillRect/>
            </a:stretch>
          </p:blipFill>
          <p:spPr>
            <a:xfrm>
              <a:off x="3060598" y="1596647"/>
              <a:ext cx="461263" cy="109727"/>
            </a:xfrm>
            <a:prstGeom prst="rect">
              <a:avLst/>
            </a:prstGeom>
          </p:spPr>
        </p:pic>
        <p:pic>
          <p:nvPicPr>
            <p:cNvPr id="2405" name="object 2405"/>
            <p:cNvPicPr/>
            <p:nvPr/>
          </p:nvPicPr>
          <p:blipFill>
            <a:blip r:embed="rId215" cstate="print"/>
            <a:stretch>
              <a:fillRect/>
            </a:stretch>
          </p:blipFill>
          <p:spPr>
            <a:xfrm>
              <a:off x="2023262" y="3567560"/>
              <a:ext cx="832103" cy="326898"/>
            </a:xfrm>
            <a:prstGeom prst="rect">
              <a:avLst/>
            </a:prstGeom>
          </p:spPr>
        </p:pic>
        <p:pic>
          <p:nvPicPr>
            <p:cNvPr id="2406" name="object 2406"/>
            <p:cNvPicPr/>
            <p:nvPr/>
          </p:nvPicPr>
          <p:blipFill>
            <a:blip r:embed="rId216" cstate="print"/>
            <a:stretch>
              <a:fillRect/>
            </a:stretch>
          </p:blipFill>
          <p:spPr>
            <a:xfrm>
              <a:off x="2039264" y="3748154"/>
              <a:ext cx="496824" cy="124205"/>
            </a:xfrm>
            <a:prstGeom prst="rect">
              <a:avLst/>
            </a:prstGeom>
          </p:spPr>
        </p:pic>
        <p:sp>
          <p:nvSpPr>
            <p:cNvPr id="2407" name="object 2407"/>
            <p:cNvSpPr/>
            <p:nvPr/>
          </p:nvSpPr>
          <p:spPr>
            <a:xfrm>
              <a:off x="2126894" y="367195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8" name="object 2408"/>
            <p:cNvSpPr/>
            <p:nvPr/>
          </p:nvSpPr>
          <p:spPr>
            <a:xfrm>
              <a:off x="2126894" y="367195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9" name="object 2409"/>
            <p:cNvSpPr/>
            <p:nvPr/>
          </p:nvSpPr>
          <p:spPr>
            <a:xfrm>
              <a:off x="2126894" y="168389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0" name="object 2410"/>
            <p:cNvSpPr/>
            <p:nvPr/>
          </p:nvSpPr>
          <p:spPr>
            <a:xfrm>
              <a:off x="2126894" y="168389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1" name="object 2411"/>
            <p:cNvSpPr/>
            <p:nvPr/>
          </p:nvSpPr>
          <p:spPr>
            <a:xfrm>
              <a:off x="2126894" y="1683896"/>
              <a:ext cx="3810" cy="1988185"/>
            </a:xfrm>
            <a:custGeom>
              <a:avLst/>
              <a:gdLst/>
              <a:ahLst/>
              <a:cxnLst/>
              <a:rect l="l" t="t" r="r" b="b"/>
              <a:pathLst>
                <a:path w="3810" h="1988185">
                  <a:moveTo>
                    <a:pt x="3810" y="0"/>
                  </a:moveTo>
                  <a:lnTo>
                    <a:pt x="3810" y="1988058"/>
                  </a:lnTo>
                  <a:lnTo>
                    <a:pt x="0" y="1988058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2" name="object 2412"/>
            <p:cNvSpPr/>
            <p:nvPr/>
          </p:nvSpPr>
          <p:spPr>
            <a:xfrm>
              <a:off x="2126894" y="1683896"/>
              <a:ext cx="3810" cy="1988185"/>
            </a:xfrm>
            <a:custGeom>
              <a:avLst/>
              <a:gdLst/>
              <a:ahLst/>
              <a:cxnLst/>
              <a:rect l="l" t="t" r="r" b="b"/>
              <a:pathLst>
                <a:path w="3810" h="1988185">
                  <a:moveTo>
                    <a:pt x="3810" y="0"/>
                  </a:moveTo>
                  <a:lnTo>
                    <a:pt x="3810" y="1988058"/>
                  </a:lnTo>
                  <a:lnTo>
                    <a:pt x="0" y="1988058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3" name="object 2413"/>
            <p:cNvSpPr/>
            <p:nvPr/>
          </p:nvSpPr>
          <p:spPr>
            <a:xfrm>
              <a:off x="2107082" y="3629282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42672" y="0"/>
                  </a:moveTo>
                  <a:lnTo>
                    <a:pt x="0" y="0"/>
                  </a:lnTo>
                  <a:lnTo>
                    <a:pt x="22098" y="42672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4" name="object 2414"/>
            <p:cNvSpPr/>
            <p:nvPr/>
          </p:nvSpPr>
          <p:spPr>
            <a:xfrm>
              <a:off x="2107082" y="3629282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0" y="0"/>
                  </a:moveTo>
                  <a:lnTo>
                    <a:pt x="22098" y="42672"/>
                  </a:lnTo>
                  <a:lnTo>
                    <a:pt x="4267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5" name="object 2415"/>
            <p:cNvSpPr/>
            <p:nvPr/>
          </p:nvSpPr>
          <p:spPr>
            <a:xfrm>
              <a:off x="2105558" y="3628520"/>
              <a:ext cx="25400" cy="47625"/>
            </a:xfrm>
            <a:custGeom>
              <a:avLst/>
              <a:gdLst/>
              <a:ahLst/>
              <a:cxnLst/>
              <a:rect l="l" t="t" r="r" b="b"/>
              <a:pathLst>
                <a:path w="25400" h="47625">
                  <a:moveTo>
                    <a:pt x="25146" y="44196"/>
                  </a:moveTo>
                  <a:lnTo>
                    <a:pt x="21336" y="42672"/>
                  </a:lnTo>
                  <a:lnTo>
                    <a:pt x="23622" y="38862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3622" y="47244"/>
                  </a:lnTo>
                  <a:lnTo>
                    <a:pt x="25146" y="441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6" name="object 2416"/>
            <p:cNvSpPr/>
            <p:nvPr/>
          </p:nvSpPr>
          <p:spPr>
            <a:xfrm>
              <a:off x="2105558" y="3628520"/>
              <a:ext cx="25400" cy="47625"/>
            </a:xfrm>
            <a:custGeom>
              <a:avLst/>
              <a:gdLst/>
              <a:ahLst/>
              <a:cxnLst/>
              <a:rect l="l" t="t" r="r" b="b"/>
              <a:pathLst>
                <a:path w="25400" h="47625">
                  <a:moveTo>
                    <a:pt x="0" y="1524"/>
                  </a:moveTo>
                  <a:lnTo>
                    <a:pt x="3048" y="0"/>
                  </a:lnTo>
                  <a:lnTo>
                    <a:pt x="23622" y="38862"/>
                  </a:lnTo>
                  <a:lnTo>
                    <a:pt x="21336" y="42672"/>
                  </a:lnTo>
                  <a:lnTo>
                    <a:pt x="25146" y="44196"/>
                  </a:lnTo>
                  <a:lnTo>
                    <a:pt x="23622" y="47244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7" name="object 2417"/>
            <p:cNvSpPr/>
            <p:nvPr/>
          </p:nvSpPr>
          <p:spPr>
            <a:xfrm>
              <a:off x="2126894" y="3627758"/>
              <a:ext cx="26034" cy="45085"/>
            </a:xfrm>
            <a:custGeom>
              <a:avLst/>
              <a:gdLst/>
              <a:ahLst/>
              <a:cxnLst/>
              <a:rect l="l" t="t" r="r" b="b"/>
              <a:pathLst>
                <a:path w="26035" h="45085">
                  <a:moveTo>
                    <a:pt x="25908" y="0"/>
                  </a:moveTo>
                  <a:lnTo>
                    <a:pt x="22860" y="0"/>
                  </a:lnTo>
                  <a:lnTo>
                    <a:pt x="22860" y="3809"/>
                  </a:lnTo>
                  <a:lnTo>
                    <a:pt x="19812" y="3809"/>
                  </a:lnTo>
                  <a:lnTo>
                    <a:pt x="0" y="43433"/>
                  </a:lnTo>
                  <a:lnTo>
                    <a:pt x="3810" y="44957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8" name="object 2418"/>
            <p:cNvSpPr/>
            <p:nvPr/>
          </p:nvSpPr>
          <p:spPr>
            <a:xfrm>
              <a:off x="2126894" y="3627758"/>
              <a:ext cx="26034" cy="45085"/>
            </a:xfrm>
            <a:custGeom>
              <a:avLst/>
              <a:gdLst/>
              <a:ahLst/>
              <a:cxnLst/>
              <a:rect l="l" t="t" r="r" b="b"/>
              <a:pathLst>
                <a:path w="26035" h="45085">
                  <a:moveTo>
                    <a:pt x="3810" y="44957"/>
                  </a:moveTo>
                  <a:lnTo>
                    <a:pt x="0" y="43433"/>
                  </a:lnTo>
                  <a:lnTo>
                    <a:pt x="19812" y="3809"/>
                  </a:lnTo>
                  <a:lnTo>
                    <a:pt x="22860" y="3809"/>
                  </a:lnTo>
                  <a:lnTo>
                    <a:pt x="22860" y="0"/>
                  </a:lnTo>
                  <a:lnTo>
                    <a:pt x="25908" y="0"/>
                  </a:lnTo>
                  <a:lnTo>
                    <a:pt x="3810" y="4495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9" name="object 2419"/>
            <p:cNvSpPr/>
            <p:nvPr/>
          </p:nvSpPr>
          <p:spPr>
            <a:xfrm>
              <a:off x="2104034" y="3627758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3810"/>
                  </a:moveTo>
                  <a:lnTo>
                    <a:pt x="45719" y="0"/>
                  </a:lnTo>
                  <a:lnTo>
                    <a:pt x="0" y="0"/>
                  </a:lnTo>
                  <a:lnTo>
                    <a:pt x="1523" y="2286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4571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0" name="object 2420"/>
            <p:cNvSpPr/>
            <p:nvPr/>
          </p:nvSpPr>
          <p:spPr>
            <a:xfrm>
              <a:off x="2104034" y="3627758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0"/>
                  </a:moveTo>
                  <a:lnTo>
                    <a:pt x="45719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1523" y="2286"/>
                  </a:lnTo>
                  <a:lnTo>
                    <a:pt x="0" y="0"/>
                  </a:lnTo>
                  <a:lnTo>
                    <a:pt x="4571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1" name="object 2421"/>
            <p:cNvSpPr/>
            <p:nvPr/>
          </p:nvSpPr>
          <p:spPr>
            <a:xfrm>
              <a:off x="2354732" y="360108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2" name="object 2422"/>
            <p:cNvSpPr/>
            <p:nvPr/>
          </p:nvSpPr>
          <p:spPr>
            <a:xfrm>
              <a:off x="2354732" y="360108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3" name="object 2423"/>
            <p:cNvSpPr/>
            <p:nvPr/>
          </p:nvSpPr>
          <p:spPr>
            <a:xfrm>
              <a:off x="2354732" y="168008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4" name="object 2424"/>
            <p:cNvSpPr/>
            <p:nvPr/>
          </p:nvSpPr>
          <p:spPr>
            <a:xfrm>
              <a:off x="2354732" y="168008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5" name="object 2425"/>
            <p:cNvSpPr/>
            <p:nvPr/>
          </p:nvSpPr>
          <p:spPr>
            <a:xfrm>
              <a:off x="2354732" y="1680086"/>
              <a:ext cx="3810" cy="1921510"/>
            </a:xfrm>
            <a:custGeom>
              <a:avLst/>
              <a:gdLst/>
              <a:ahLst/>
              <a:cxnLst/>
              <a:rect l="l" t="t" r="r" b="b"/>
              <a:pathLst>
                <a:path w="3810" h="1921510">
                  <a:moveTo>
                    <a:pt x="3810" y="0"/>
                  </a:moveTo>
                  <a:lnTo>
                    <a:pt x="3810" y="1921002"/>
                  </a:lnTo>
                  <a:lnTo>
                    <a:pt x="0" y="1921002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6" name="object 2426"/>
            <p:cNvSpPr/>
            <p:nvPr/>
          </p:nvSpPr>
          <p:spPr>
            <a:xfrm>
              <a:off x="2354732" y="1680086"/>
              <a:ext cx="3810" cy="1921510"/>
            </a:xfrm>
            <a:custGeom>
              <a:avLst/>
              <a:gdLst/>
              <a:ahLst/>
              <a:cxnLst/>
              <a:rect l="l" t="t" r="r" b="b"/>
              <a:pathLst>
                <a:path w="3810" h="1921510">
                  <a:moveTo>
                    <a:pt x="3810" y="0"/>
                  </a:moveTo>
                  <a:lnTo>
                    <a:pt x="3810" y="1921002"/>
                  </a:lnTo>
                  <a:lnTo>
                    <a:pt x="0" y="1921002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7" name="object 2427"/>
            <p:cNvSpPr/>
            <p:nvPr/>
          </p:nvSpPr>
          <p:spPr>
            <a:xfrm>
              <a:off x="2335682" y="3557654"/>
              <a:ext cx="43180" cy="43815"/>
            </a:xfrm>
            <a:custGeom>
              <a:avLst/>
              <a:gdLst/>
              <a:ahLst/>
              <a:cxnLst/>
              <a:rect l="l" t="t" r="r" b="b"/>
              <a:pathLst>
                <a:path w="43180" h="43814">
                  <a:moveTo>
                    <a:pt x="42672" y="0"/>
                  </a:moveTo>
                  <a:lnTo>
                    <a:pt x="0" y="0"/>
                  </a:lnTo>
                  <a:lnTo>
                    <a:pt x="21336" y="43434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8" name="object 2428"/>
            <p:cNvSpPr/>
            <p:nvPr/>
          </p:nvSpPr>
          <p:spPr>
            <a:xfrm>
              <a:off x="2335682" y="3557654"/>
              <a:ext cx="43180" cy="43815"/>
            </a:xfrm>
            <a:custGeom>
              <a:avLst/>
              <a:gdLst/>
              <a:ahLst/>
              <a:cxnLst/>
              <a:rect l="l" t="t" r="r" b="b"/>
              <a:pathLst>
                <a:path w="43180" h="43814">
                  <a:moveTo>
                    <a:pt x="0" y="0"/>
                  </a:moveTo>
                  <a:lnTo>
                    <a:pt x="21336" y="43434"/>
                  </a:lnTo>
                  <a:lnTo>
                    <a:pt x="4267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9" name="object 2429"/>
            <p:cNvSpPr/>
            <p:nvPr/>
          </p:nvSpPr>
          <p:spPr>
            <a:xfrm>
              <a:off x="2334158" y="3556892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4" h="48260">
                  <a:moveTo>
                    <a:pt x="24384" y="44958"/>
                  </a:moveTo>
                  <a:lnTo>
                    <a:pt x="21336" y="43434"/>
                  </a:lnTo>
                  <a:lnTo>
                    <a:pt x="22860" y="39624"/>
                  </a:lnTo>
                  <a:lnTo>
                    <a:pt x="3048" y="0"/>
                  </a:lnTo>
                  <a:lnTo>
                    <a:pt x="0" y="2286"/>
                  </a:lnTo>
                  <a:lnTo>
                    <a:pt x="22860" y="48006"/>
                  </a:lnTo>
                  <a:lnTo>
                    <a:pt x="24384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0" name="object 2430"/>
            <p:cNvSpPr/>
            <p:nvPr/>
          </p:nvSpPr>
          <p:spPr>
            <a:xfrm>
              <a:off x="2334158" y="3556892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4" h="48260">
                  <a:moveTo>
                    <a:pt x="0" y="2286"/>
                  </a:moveTo>
                  <a:lnTo>
                    <a:pt x="3048" y="0"/>
                  </a:lnTo>
                  <a:lnTo>
                    <a:pt x="22860" y="39624"/>
                  </a:lnTo>
                  <a:lnTo>
                    <a:pt x="21336" y="43434"/>
                  </a:lnTo>
                  <a:lnTo>
                    <a:pt x="24384" y="44958"/>
                  </a:lnTo>
                  <a:lnTo>
                    <a:pt x="22860" y="48006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1" name="object 2431"/>
            <p:cNvSpPr/>
            <p:nvPr/>
          </p:nvSpPr>
          <p:spPr>
            <a:xfrm>
              <a:off x="2355494" y="3556130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20">
                  <a:moveTo>
                    <a:pt x="25908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4196"/>
                  </a:lnTo>
                  <a:lnTo>
                    <a:pt x="3048" y="45720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2" name="object 2432"/>
            <p:cNvSpPr/>
            <p:nvPr/>
          </p:nvSpPr>
          <p:spPr>
            <a:xfrm>
              <a:off x="2355494" y="3556130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20">
                  <a:moveTo>
                    <a:pt x="3048" y="45720"/>
                  </a:moveTo>
                  <a:lnTo>
                    <a:pt x="0" y="44196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5908" y="0"/>
                  </a:lnTo>
                  <a:lnTo>
                    <a:pt x="3048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3" name="object 2433"/>
            <p:cNvSpPr/>
            <p:nvPr/>
          </p:nvSpPr>
          <p:spPr>
            <a:xfrm>
              <a:off x="2332634" y="3556130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3810"/>
                  </a:moveTo>
                  <a:lnTo>
                    <a:pt x="45719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4571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4" name="object 2434"/>
            <p:cNvSpPr/>
            <p:nvPr/>
          </p:nvSpPr>
          <p:spPr>
            <a:xfrm>
              <a:off x="2332634" y="3556130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0"/>
                  </a:moveTo>
                  <a:lnTo>
                    <a:pt x="45719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4571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5" name="object 2435"/>
            <p:cNvSpPr/>
            <p:nvPr/>
          </p:nvSpPr>
          <p:spPr>
            <a:xfrm>
              <a:off x="2477414" y="356298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6" name="object 2436"/>
            <p:cNvSpPr/>
            <p:nvPr/>
          </p:nvSpPr>
          <p:spPr>
            <a:xfrm>
              <a:off x="2477414" y="356298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7" name="object 2437"/>
            <p:cNvSpPr/>
            <p:nvPr/>
          </p:nvSpPr>
          <p:spPr>
            <a:xfrm>
              <a:off x="2477414" y="168389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8" name="object 2438"/>
            <p:cNvSpPr/>
            <p:nvPr/>
          </p:nvSpPr>
          <p:spPr>
            <a:xfrm>
              <a:off x="2477414" y="168389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9" name="object 2439"/>
            <p:cNvSpPr/>
            <p:nvPr/>
          </p:nvSpPr>
          <p:spPr>
            <a:xfrm>
              <a:off x="2477414" y="1683896"/>
              <a:ext cx="3810" cy="1879600"/>
            </a:xfrm>
            <a:custGeom>
              <a:avLst/>
              <a:gdLst/>
              <a:ahLst/>
              <a:cxnLst/>
              <a:rect l="l" t="t" r="r" b="b"/>
              <a:pathLst>
                <a:path w="3810" h="1879600">
                  <a:moveTo>
                    <a:pt x="3810" y="0"/>
                  </a:moveTo>
                  <a:lnTo>
                    <a:pt x="3810" y="1879092"/>
                  </a:lnTo>
                  <a:lnTo>
                    <a:pt x="0" y="1879092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0" name="object 2440"/>
            <p:cNvSpPr/>
            <p:nvPr/>
          </p:nvSpPr>
          <p:spPr>
            <a:xfrm>
              <a:off x="2477414" y="1683896"/>
              <a:ext cx="3810" cy="1879600"/>
            </a:xfrm>
            <a:custGeom>
              <a:avLst/>
              <a:gdLst/>
              <a:ahLst/>
              <a:cxnLst/>
              <a:rect l="l" t="t" r="r" b="b"/>
              <a:pathLst>
                <a:path w="3810" h="1879600">
                  <a:moveTo>
                    <a:pt x="3810" y="0"/>
                  </a:moveTo>
                  <a:lnTo>
                    <a:pt x="3810" y="1879092"/>
                  </a:lnTo>
                  <a:lnTo>
                    <a:pt x="0" y="1879092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1" name="object 2441"/>
            <p:cNvSpPr/>
            <p:nvPr/>
          </p:nvSpPr>
          <p:spPr>
            <a:xfrm>
              <a:off x="2457602" y="3519554"/>
              <a:ext cx="43180" cy="43815"/>
            </a:xfrm>
            <a:custGeom>
              <a:avLst/>
              <a:gdLst/>
              <a:ahLst/>
              <a:cxnLst/>
              <a:rect l="l" t="t" r="r" b="b"/>
              <a:pathLst>
                <a:path w="43180" h="43814">
                  <a:moveTo>
                    <a:pt x="42672" y="0"/>
                  </a:moveTo>
                  <a:lnTo>
                    <a:pt x="0" y="0"/>
                  </a:lnTo>
                  <a:lnTo>
                    <a:pt x="21336" y="43434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2" name="object 2442"/>
            <p:cNvSpPr/>
            <p:nvPr/>
          </p:nvSpPr>
          <p:spPr>
            <a:xfrm>
              <a:off x="2457602" y="3519554"/>
              <a:ext cx="43180" cy="43815"/>
            </a:xfrm>
            <a:custGeom>
              <a:avLst/>
              <a:gdLst/>
              <a:ahLst/>
              <a:cxnLst/>
              <a:rect l="l" t="t" r="r" b="b"/>
              <a:pathLst>
                <a:path w="43180" h="43814">
                  <a:moveTo>
                    <a:pt x="0" y="0"/>
                  </a:moveTo>
                  <a:lnTo>
                    <a:pt x="21336" y="43434"/>
                  </a:lnTo>
                  <a:lnTo>
                    <a:pt x="4267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3" name="object 2443"/>
            <p:cNvSpPr/>
            <p:nvPr/>
          </p:nvSpPr>
          <p:spPr>
            <a:xfrm>
              <a:off x="2455316" y="3518792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25146" y="44958"/>
                  </a:moveTo>
                  <a:lnTo>
                    <a:pt x="22098" y="43434"/>
                  </a:lnTo>
                  <a:lnTo>
                    <a:pt x="23622" y="39624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23622" y="48006"/>
                  </a:lnTo>
                  <a:lnTo>
                    <a:pt x="25146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4" name="object 2444"/>
            <p:cNvSpPr/>
            <p:nvPr/>
          </p:nvSpPr>
          <p:spPr>
            <a:xfrm>
              <a:off x="2455316" y="3518792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0" y="1524"/>
                  </a:moveTo>
                  <a:lnTo>
                    <a:pt x="3810" y="0"/>
                  </a:lnTo>
                  <a:lnTo>
                    <a:pt x="23622" y="39624"/>
                  </a:lnTo>
                  <a:lnTo>
                    <a:pt x="22098" y="43434"/>
                  </a:lnTo>
                  <a:lnTo>
                    <a:pt x="25146" y="44958"/>
                  </a:lnTo>
                  <a:lnTo>
                    <a:pt x="23622" y="4800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5" name="object 2445"/>
            <p:cNvSpPr/>
            <p:nvPr/>
          </p:nvSpPr>
          <p:spPr>
            <a:xfrm>
              <a:off x="2477401" y="3518030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20">
                  <a:moveTo>
                    <a:pt x="25908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4196"/>
                  </a:lnTo>
                  <a:lnTo>
                    <a:pt x="3048" y="45720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6" name="object 2446"/>
            <p:cNvSpPr/>
            <p:nvPr/>
          </p:nvSpPr>
          <p:spPr>
            <a:xfrm>
              <a:off x="2477401" y="3518030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20">
                  <a:moveTo>
                    <a:pt x="3048" y="45720"/>
                  </a:moveTo>
                  <a:lnTo>
                    <a:pt x="0" y="44196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5908" y="0"/>
                  </a:lnTo>
                  <a:lnTo>
                    <a:pt x="3048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7" name="object 2447"/>
            <p:cNvSpPr/>
            <p:nvPr/>
          </p:nvSpPr>
          <p:spPr>
            <a:xfrm>
              <a:off x="2454554" y="3518030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3810"/>
                  </a:moveTo>
                  <a:lnTo>
                    <a:pt x="45719" y="0"/>
                  </a:lnTo>
                  <a:lnTo>
                    <a:pt x="0" y="0"/>
                  </a:lnTo>
                  <a:lnTo>
                    <a:pt x="761" y="2286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4571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8" name="object 2448"/>
            <p:cNvSpPr/>
            <p:nvPr/>
          </p:nvSpPr>
          <p:spPr>
            <a:xfrm>
              <a:off x="2454554" y="3518030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0"/>
                  </a:moveTo>
                  <a:lnTo>
                    <a:pt x="45719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761" y="2286"/>
                  </a:lnTo>
                  <a:lnTo>
                    <a:pt x="0" y="0"/>
                  </a:lnTo>
                  <a:lnTo>
                    <a:pt x="4571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9" name="object 2449"/>
            <p:cNvSpPr/>
            <p:nvPr/>
          </p:nvSpPr>
          <p:spPr>
            <a:xfrm>
              <a:off x="2241956" y="362471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0" name="object 2450"/>
            <p:cNvSpPr/>
            <p:nvPr/>
          </p:nvSpPr>
          <p:spPr>
            <a:xfrm>
              <a:off x="2241956" y="362471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1" name="object 2451"/>
            <p:cNvSpPr/>
            <p:nvPr/>
          </p:nvSpPr>
          <p:spPr>
            <a:xfrm>
              <a:off x="2241956" y="168389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2" name="object 2452"/>
            <p:cNvSpPr/>
            <p:nvPr/>
          </p:nvSpPr>
          <p:spPr>
            <a:xfrm>
              <a:off x="2241956" y="168389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3" name="object 2453"/>
            <p:cNvSpPr/>
            <p:nvPr/>
          </p:nvSpPr>
          <p:spPr>
            <a:xfrm>
              <a:off x="2241956" y="1683896"/>
              <a:ext cx="3810" cy="1941195"/>
            </a:xfrm>
            <a:custGeom>
              <a:avLst/>
              <a:gdLst/>
              <a:ahLst/>
              <a:cxnLst/>
              <a:rect l="l" t="t" r="r" b="b"/>
              <a:pathLst>
                <a:path w="3810" h="1941195">
                  <a:moveTo>
                    <a:pt x="3810" y="0"/>
                  </a:moveTo>
                  <a:lnTo>
                    <a:pt x="3810" y="1940814"/>
                  </a:lnTo>
                  <a:lnTo>
                    <a:pt x="0" y="1940814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4" name="object 2454"/>
            <p:cNvSpPr/>
            <p:nvPr/>
          </p:nvSpPr>
          <p:spPr>
            <a:xfrm>
              <a:off x="2241956" y="1683896"/>
              <a:ext cx="3810" cy="1941195"/>
            </a:xfrm>
            <a:custGeom>
              <a:avLst/>
              <a:gdLst/>
              <a:ahLst/>
              <a:cxnLst/>
              <a:rect l="l" t="t" r="r" b="b"/>
              <a:pathLst>
                <a:path w="3810" h="1941195">
                  <a:moveTo>
                    <a:pt x="3810" y="0"/>
                  </a:moveTo>
                  <a:lnTo>
                    <a:pt x="3810" y="1940814"/>
                  </a:lnTo>
                  <a:lnTo>
                    <a:pt x="0" y="1940814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5" name="object 2455"/>
            <p:cNvSpPr/>
            <p:nvPr/>
          </p:nvSpPr>
          <p:spPr>
            <a:xfrm>
              <a:off x="2222144" y="3582038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79">
                  <a:moveTo>
                    <a:pt x="43434" y="0"/>
                  </a:moveTo>
                  <a:lnTo>
                    <a:pt x="0" y="0"/>
                  </a:lnTo>
                  <a:lnTo>
                    <a:pt x="21336" y="42672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6" name="object 2456"/>
            <p:cNvSpPr/>
            <p:nvPr/>
          </p:nvSpPr>
          <p:spPr>
            <a:xfrm>
              <a:off x="2222144" y="3582038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79">
                  <a:moveTo>
                    <a:pt x="0" y="0"/>
                  </a:moveTo>
                  <a:lnTo>
                    <a:pt x="21336" y="42672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7" name="object 2457"/>
            <p:cNvSpPr/>
            <p:nvPr/>
          </p:nvSpPr>
          <p:spPr>
            <a:xfrm>
              <a:off x="2220620" y="3581276"/>
              <a:ext cx="25400" cy="47625"/>
            </a:xfrm>
            <a:custGeom>
              <a:avLst/>
              <a:gdLst/>
              <a:ahLst/>
              <a:cxnLst/>
              <a:rect l="l" t="t" r="r" b="b"/>
              <a:pathLst>
                <a:path w="25400" h="47625">
                  <a:moveTo>
                    <a:pt x="25146" y="44196"/>
                  </a:moveTo>
                  <a:lnTo>
                    <a:pt x="21336" y="41910"/>
                  </a:lnTo>
                  <a:lnTo>
                    <a:pt x="22860" y="38862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2860" y="47244"/>
                  </a:lnTo>
                  <a:lnTo>
                    <a:pt x="25146" y="441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8" name="object 2458"/>
            <p:cNvSpPr/>
            <p:nvPr/>
          </p:nvSpPr>
          <p:spPr>
            <a:xfrm>
              <a:off x="2220620" y="3581276"/>
              <a:ext cx="25400" cy="47625"/>
            </a:xfrm>
            <a:custGeom>
              <a:avLst/>
              <a:gdLst/>
              <a:ahLst/>
              <a:cxnLst/>
              <a:rect l="l" t="t" r="r" b="b"/>
              <a:pathLst>
                <a:path w="25400" h="47625">
                  <a:moveTo>
                    <a:pt x="0" y="1524"/>
                  </a:moveTo>
                  <a:lnTo>
                    <a:pt x="3048" y="0"/>
                  </a:lnTo>
                  <a:lnTo>
                    <a:pt x="22860" y="38862"/>
                  </a:lnTo>
                  <a:lnTo>
                    <a:pt x="21336" y="41910"/>
                  </a:lnTo>
                  <a:lnTo>
                    <a:pt x="25146" y="44196"/>
                  </a:lnTo>
                  <a:lnTo>
                    <a:pt x="22860" y="47244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9" name="object 2459"/>
            <p:cNvSpPr/>
            <p:nvPr/>
          </p:nvSpPr>
          <p:spPr>
            <a:xfrm>
              <a:off x="2241956" y="3579752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20">
                  <a:moveTo>
                    <a:pt x="26670" y="0"/>
                  </a:moveTo>
                  <a:lnTo>
                    <a:pt x="23622" y="0"/>
                  </a:lnTo>
                  <a:lnTo>
                    <a:pt x="23622" y="3810"/>
                  </a:lnTo>
                  <a:lnTo>
                    <a:pt x="20574" y="3810"/>
                  </a:lnTo>
                  <a:lnTo>
                    <a:pt x="0" y="43434"/>
                  </a:lnTo>
                  <a:lnTo>
                    <a:pt x="3810" y="45720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0" name="object 2460"/>
            <p:cNvSpPr/>
            <p:nvPr/>
          </p:nvSpPr>
          <p:spPr>
            <a:xfrm>
              <a:off x="2241956" y="3579752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20">
                  <a:moveTo>
                    <a:pt x="3810" y="45720"/>
                  </a:moveTo>
                  <a:lnTo>
                    <a:pt x="0" y="43434"/>
                  </a:lnTo>
                  <a:lnTo>
                    <a:pt x="20574" y="3810"/>
                  </a:lnTo>
                  <a:lnTo>
                    <a:pt x="23622" y="3810"/>
                  </a:lnTo>
                  <a:lnTo>
                    <a:pt x="23622" y="0"/>
                  </a:lnTo>
                  <a:lnTo>
                    <a:pt x="26670" y="0"/>
                  </a:lnTo>
                  <a:lnTo>
                    <a:pt x="3810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1" name="object 2461"/>
            <p:cNvSpPr/>
            <p:nvPr/>
          </p:nvSpPr>
          <p:spPr>
            <a:xfrm>
              <a:off x="2219096" y="3579752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3810"/>
                  </a:moveTo>
                  <a:lnTo>
                    <a:pt x="46481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4571" y="1524"/>
                  </a:lnTo>
                  <a:lnTo>
                    <a:pt x="6095" y="3810"/>
                  </a:lnTo>
                  <a:lnTo>
                    <a:pt x="4648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2" name="object 2462"/>
            <p:cNvSpPr/>
            <p:nvPr/>
          </p:nvSpPr>
          <p:spPr>
            <a:xfrm>
              <a:off x="2219096" y="3579752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0"/>
                  </a:moveTo>
                  <a:lnTo>
                    <a:pt x="46481" y="3810"/>
                  </a:lnTo>
                  <a:lnTo>
                    <a:pt x="6095" y="3810"/>
                  </a:lnTo>
                  <a:lnTo>
                    <a:pt x="4571" y="1524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4648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63" name="object 2463"/>
            <p:cNvPicPr/>
            <p:nvPr/>
          </p:nvPicPr>
          <p:blipFill>
            <a:blip r:embed="rId217" cstate="print"/>
            <a:stretch>
              <a:fillRect/>
            </a:stretch>
          </p:blipFill>
          <p:spPr>
            <a:xfrm>
              <a:off x="2076094" y="1573787"/>
              <a:ext cx="462026" cy="109727"/>
            </a:xfrm>
            <a:prstGeom prst="rect">
              <a:avLst/>
            </a:prstGeom>
          </p:spPr>
        </p:pic>
        <p:sp>
          <p:nvSpPr>
            <p:cNvPr id="2464" name="object 2464"/>
            <p:cNvSpPr/>
            <p:nvPr/>
          </p:nvSpPr>
          <p:spPr>
            <a:xfrm>
              <a:off x="6535826" y="177609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761" y="0"/>
                  </a:moveTo>
                  <a:lnTo>
                    <a:pt x="0" y="0"/>
                  </a:lnTo>
                  <a:lnTo>
                    <a:pt x="7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5" name="object 2465"/>
            <p:cNvSpPr/>
            <p:nvPr/>
          </p:nvSpPr>
          <p:spPr>
            <a:xfrm>
              <a:off x="6535826" y="177609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6" name="object 2466"/>
            <p:cNvSpPr/>
            <p:nvPr/>
          </p:nvSpPr>
          <p:spPr>
            <a:xfrm>
              <a:off x="6535826" y="177609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762" y="0"/>
                  </a:moveTo>
                  <a:lnTo>
                    <a:pt x="0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7" name="object 2467"/>
            <p:cNvSpPr/>
            <p:nvPr/>
          </p:nvSpPr>
          <p:spPr>
            <a:xfrm>
              <a:off x="6535826" y="177609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8" name="object 2468"/>
            <p:cNvSpPr/>
            <p:nvPr/>
          </p:nvSpPr>
          <p:spPr>
            <a:xfrm>
              <a:off x="6536588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9" name="object 2469"/>
            <p:cNvSpPr/>
            <p:nvPr/>
          </p:nvSpPr>
          <p:spPr>
            <a:xfrm>
              <a:off x="6538874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0" name="object 2470"/>
            <p:cNvSpPr/>
            <p:nvPr/>
          </p:nvSpPr>
          <p:spPr>
            <a:xfrm>
              <a:off x="6541922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1" name="object 2471"/>
            <p:cNvSpPr/>
            <p:nvPr/>
          </p:nvSpPr>
          <p:spPr>
            <a:xfrm>
              <a:off x="6544970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2" name="object 2472"/>
            <p:cNvSpPr/>
            <p:nvPr/>
          </p:nvSpPr>
          <p:spPr>
            <a:xfrm>
              <a:off x="6546494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3" name="object 2473"/>
            <p:cNvSpPr/>
            <p:nvPr/>
          </p:nvSpPr>
          <p:spPr>
            <a:xfrm>
              <a:off x="6548018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4" name="object 2474"/>
            <p:cNvSpPr/>
            <p:nvPr/>
          </p:nvSpPr>
          <p:spPr>
            <a:xfrm>
              <a:off x="6550304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5" name="object 2475"/>
            <p:cNvSpPr/>
            <p:nvPr/>
          </p:nvSpPr>
          <p:spPr>
            <a:xfrm>
              <a:off x="6553352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6" name="object 2476"/>
            <p:cNvSpPr/>
            <p:nvPr/>
          </p:nvSpPr>
          <p:spPr>
            <a:xfrm>
              <a:off x="6556400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7" name="object 2477"/>
            <p:cNvSpPr/>
            <p:nvPr/>
          </p:nvSpPr>
          <p:spPr>
            <a:xfrm>
              <a:off x="6557924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8" name="object 2478"/>
            <p:cNvSpPr/>
            <p:nvPr/>
          </p:nvSpPr>
          <p:spPr>
            <a:xfrm>
              <a:off x="6559448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9" name="object 2479"/>
            <p:cNvSpPr/>
            <p:nvPr/>
          </p:nvSpPr>
          <p:spPr>
            <a:xfrm>
              <a:off x="6561734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0" name="object 2480"/>
            <p:cNvSpPr/>
            <p:nvPr/>
          </p:nvSpPr>
          <p:spPr>
            <a:xfrm>
              <a:off x="6564782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1" name="object 2481"/>
            <p:cNvSpPr/>
            <p:nvPr/>
          </p:nvSpPr>
          <p:spPr>
            <a:xfrm>
              <a:off x="6567830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2" name="object 2482"/>
            <p:cNvSpPr/>
            <p:nvPr/>
          </p:nvSpPr>
          <p:spPr>
            <a:xfrm>
              <a:off x="6569354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3" name="object 2483"/>
            <p:cNvSpPr/>
            <p:nvPr/>
          </p:nvSpPr>
          <p:spPr>
            <a:xfrm>
              <a:off x="6570878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4" name="object 2484"/>
            <p:cNvSpPr/>
            <p:nvPr/>
          </p:nvSpPr>
          <p:spPr>
            <a:xfrm>
              <a:off x="6573164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5" name="object 2485"/>
            <p:cNvSpPr/>
            <p:nvPr/>
          </p:nvSpPr>
          <p:spPr>
            <a:xfrm>
              <a:off x="6576212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6" name="object 2486"/>
            <p:cNvSpPr/>
            <p:nvPr/>
          </p:nvSpPr>
          <p:spPr>
            <a:xfrm>
              <a:off x="6579260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7" name="object 2487"/>
            <p:cNvSpPr/>
            <p:nvPr/>
          </p:nvSpPr>
          <p:spPr>
            <a:xfrm>
              <a:off x="6580784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8" name="object 2488"/>
            <p:cNvSpPr/>
            <p:nvPr/>
          </p:nvSpPr>
          <p:spPr>
            <a:xfrm>
              <a:off x="6581546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9" name="object 2489"/>
            <p:cNvSpPr/>
            <p:nvPr/>
          </p:nvSpPr>
          <p:spPr>
            <a:xfrm>
              <a:off x="6584594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0" name="object 2490"/>
            <p:cNvSpPr/>
            <p:nvPr/>
          </p:nvSpPr>
          <p:spPr>
            <a:xfrm>
              <a:off x="6586118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1" name="object 2491"/>
            <p:cNvSpPr/>
            <p:nvPr/>
          </p:nvSpPr>
          <p:spPr>
            <a:xfrm>
              <a:off x="6587642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2" name="object 2492"/>
            <p:cNvSpPr/>
            <p:nvPr/>
          </p:nvSpPr>
          <p:spPr>
            <a:xfrm>
              <a:off x="6589928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3" name="object 2493"/>
            <p:cNvSpPr/>
            <p:nvPr/>
          </p:nvSpPr>
          <p:spPr>
            <a:xfrm>
              <a:off x="6592976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4" name="object 2494"/>
            <p:cNvSpPr/>
            <p:nvPr/>
          </p:nvSpPr>
          <p:spPr>
            <a:xfrm>
              <a:off x="6596024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5" name="object 2495"/>
            <p:cNvSpPr/>
            <p:nvPr/>
          </p:nvSpPr>
          <p:spPr>
            <a:xfrm>
              <a:off x="6597548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6" name="object 2496"/>
            <p:cNvSpPr/>
            <p:nvPr/>
          </p:nvSpPr>
          <p:spPr>
            <a:xfrm>
              <a:off x="6599072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7" name="object 2497"/>
            <p:cNvSpPr/>
            <p:nvPr/>
          </p:nvSpPr>
          <p:spPr>
            <a:xfrm>
              <a:off x="6601358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8" name="object 2498"/>
            <p:cNvSpPr/>
            <p:nvPr/>
          </p:nvSpPr>
          <p:spPr>
            <a:xfrm>
              <a:off x="6604406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9" name="object 2499"/>
            <p:cNvSpPr/>
            <p:nvPr/>
          </p:nvSpPr>
          <p:spPr>
            <a:xfrm>
              <a:off x="6607454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0" name="object 2500"/>
            <p:cNvSpPr/>
            <p:nvPr/>
          </p:nvSpPr>
          <p:spPr>
            <a:xfrm>
              <a:off x="6608978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1" name="object 2501"/>
            <p:cNvSpPr/>
            <p:nvPr/>
          </p:nvSpPr>
          <p:spPr>
            <a:xfrm>
              <a:off x="6610502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2" name="object 2502"/>
            <p:cNvSpPr/>
            <p:nvPr/>
          </p:nvSpPr>
          <p:spPr>
            <a:xfrm>
              <a:off x="6612788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3" name="object 2503"/>
            <p:cNvSpPr/>
            <p:nvPr/>
          </p:nvSpPr>
          <p:spPr>
            <a:xfrm>
              <a:off x="6615836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4" name="object 2504"/>
            <p:cNvSpPr/>
            <p:nvPr/>
          </p:nvSpPr>
          <p:spPr>
            <a:xfrm>
              <a:off x="6618884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5" name="object 2505"/>
            <p:cNvSpPr/>
            <p:nvPr/>
          </p:nvSpPr>
          <p:spPr>
            <a:xfrm>
              <a:off x="6620408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6" name="object 2506"/>
            <p:cNvSpPr/>
            <p:nvPr/>
          </p:nvSpPr>
          <p:spPr>
            <a:xfrm>
              <a:off x="6621932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7" name="object 2507"/>
            <p:cNvSpPr/>
            <p:nvPr/>
          </p:nvSpPr>
          <p:spPr>
            <a:xfrm>
              <a:off x="6624218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8" name="object 2508"/>
            <p:cNvSpPr/>
            <p:nvPr/>
          </p:nvSpPr>
          <p:spPr>
            <a:xfrm>
              <a:off x="6627266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9" name="object 2509"/>
            <p:cNvSpPr/>
            <p:nvPr/>
          </p:nvSpPr>
          <p:spPr>
            <a:xfrm>
              <a:off x="6630314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0" name="object 2510"/>
            <p:cNvSpPr/>
            <p:nvPr/>
          </p:nvSpPr>
          <p:spPr>
            <a:xfrm>
              <a:off x="6631838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1" name="object 2511"/>
            <p:cNvSpPr/>
            <p:nvPr/>
          </p:nvSpPr>
          <p:spPr>
            <a:xfrm>
              <a:off x="6633362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2" name="object 2512"/>
            <p:cNvSpPr/>
            <p:nvPr/>
          </p:nvSpPr>
          <p:spPr>
            <a:xfrm>
              <a:off x="6635648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3" name="object 2513"/>
            <p:cNvSpPr/>
            <p:nvPr/>
          </p:nvSpPr>
          <p:spPr>
            <a:xfrm>
              <a:off x="6638696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4" name="object 2514"/>
            <p:cNvSpPr/>
            <p:nvPr/>
          </p:nvSpPr>
          <p:spPr>
            <a:xfrm>
              <a:off x="6641744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5" name="object 2515"/>
            <p:cNvSpPr/>
            <p:nvPr/>
          </p:nvSpPr>
          <p:spPr>
            <a:xfrm>
              <a:off x="6643268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6" name="object 2516"/>
            <p:cNvSpPr/>
            <p:nvPr/>
          </p:nvSpPr>
          <p:spPr>
            <a:xfrm>
              <a:off x="6644792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7" name="object 2517"/>
            <p:cNvSpPr/>
            <p:nvPr/>
          </p:nvSpPr>
          <p:spPr>
            <a:xfrm>
              <a:off x="6647078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8" name="object 2518"/>
            <p:cNvSpPr/>
            <p:nvPr/>
          </p:nvSpPr>
          <p:spPr>
            <a:xfrm>
              <a:off x="6650126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9" name="object 2519"/>
            <p:cNvSpPr/>
            <p:nvPr/>
          </p:nvSpPr>
          <p:spPr>
            <a:xfrm>
              <a:off x="6652412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0" name="object 2520"/>
            <p:cNvSpPr/>
            <p:nvPr/>
          </p:nvSpPr>
          <p:spPr>
            <a:xfrm>
              <a:off x="6655460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1" name="object 2521"/>
            <p:cNvSpPr/>
            <p:nvPr/>
          </p:nvSpPr>
          <p:spPr>
            <a:xfrm>
              <a:off x="6658508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2" name="object 2522"/>
            <p:cNvSpPr/>
            <p:nvPr/>
          </p:nvSpPr>
          <p:spPr>
            <a:xfrm>
              <a:off x="6660032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3" name="object 2523"/>
            <p:cNvSpPr/>
            <p:nvPr/>
          </p:nvSpPr>
          <p:spPr>
            <a:xfrm>
              <a:off x="6661556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4" name="object 2524"/>
            <p:cNvSpPr/>
            <p:nvPr/>
          </p:nvSpPr>
          <p:spPr>
            <a:xfrm>
              <a:off x="6663842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5" name="object 2525"/>
            <p:cNvSpPr/>
            <p:nvPr/>
          </p:nvSpPr>
          <p:spPr>
            <a:xfrm>
              <a:off x="6666890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6" name="object 2526"/>
            <p:cNvSpPr/>
            <p:nvPr/>
          </p:nvSpPr>
          <p:spPr>
            <a:xfrm>
              <a:off x="6669938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7" name="object 2527"/>
            <p:cNvSpPr/>
            <p:nvPr/>
          </p:nvSpPr>
          <p:spPr>
            <a:xfrm>
              <a:off x="6671462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8" name="object 2528"/>
            <p:cNvSpPr/>
            <p:nvPr/>
          </p:nvSpPr>
          <p:spPr>
            <a:xfrm>
              <a:off x="6672986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9" name="object 2529"/>
            <p:cNvSpPr/>
            <p:nvPr/>
          </p:nvSpPr>
          <p:spPr>
            <a:xfrm>
              <a:off x="6675272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0" name="object 2530"/>
            <p:cNvSpPr/>
            <p:nvPr/>
          </p:nvSpPr>
          <p:spPr>
            <a:xfrm>
              <a:off x="6678320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1" name="object 2531"/>
            <p:cNvSpPr/>
            <p:nvPr/>
          </p:nvSpPr>
          <p:spPr>
            <a:xfrm>
              <a:off x="6681368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2" name="object 2532"/>
            <p:cNvSpPr/>
            <p:nvPr/>
          </p:nvSpPr>
          <p:spPr>
            <a:xfrm>
              <a:off x="6682892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3" name="object 2533"/>
            <p:cNvSpPr/>
            <p:nvPr/>
          </p:nvSpPr>
          <p:spPr>
            <a:xfrm>
              <a:off x="6684416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4" name="object 2534"/>
            <p:cNvSpPr/>
            <p:nvPr/>
          </p:nvSpPr>
          <p:spPr>
            <a:xfrm>
              <a:off x="6686702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5" name="object 2535"/>
            <p:cNvSpPr/>
            <p:nvPr/>
          </p:nvSpPr>
          <p:spPr>
            <a:xfrm>
              <a:off x="6689750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6" name="object 2536"/>
            <p:cNvSpPr/>
            <p:nvPr/>
          </p:nvSpPr>
          <p:spPr>
            <a:xfrm>
              <a:off x="6692798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7" name="object 2537"/>
            <p:cNvSpPr/>
            <p:nvPr/>
          </p:nvSpPr>
          <p:spPr>
            <a:xfrm>
              <a:off x="6694322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8" name="object 2538"/>
            <p:cNvSpPr/>
            <p:nvPr/>
          </p:nvSpPr>
          <p:spPr>
            <a:xfrm>
              <a:off x="6695846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9" name="object 2539"/>
            <p:cNvSpPr/>
            <p:nvPr/>
          </p:nvSpPr>
          <p:spPr>
            <a:xfrm>
              <a:off x="6698132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0" name="object 2540"/>
            <p:cNvSpPr/>
            <p:nvPr/>
          </p:nvSpPr>
          <p:spPr>
            <a:xfrm>
              <a:off x="6701180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1" name="object 2541"/>
            <p:cNvSpPr/>
            <p:nvPr/>
          </p:nvSpPr>
          <p:spPr>
            <a:xfrm>
              <a:off x="6704228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2" name="object 2542"/>
            <p:cNvSpPr/>
            <p:nvPr/>
          </p:nvSpPr>
          <p:spPr>
            <a:xfrm>
              <a:off x="6705752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3" name="object 2543"/>
            <p:cNvSpPr/>
            <p:nvPr/>
          </p:nvSpPr>
          <p:spPr>
            <a:xfrm>
              <a:off x="6707276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4" name="object 2544"/>
            <p:cNvSpPr/>
            <p:nvPr/>
          </p:nvSpPr>
          <p:spPr>
            <a:xfrm>
              <a:off x="6709562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5" name="object 2545"/>
            <p:cNvSpPr/>
            <p:nvPr/>
          </p:nvSpPr>
          <p:spPr>
            <a:xfrm>
              <a:off x="6712610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6" name="object 2546"/>
            <p:cNvSpPr/>
            <p:nvPr/>
          </p:nvSpPr>
          <p:spPr>
            <a:xfrm>
              <a:off x="6715658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7" name="object 2547"/>
            <p:cNvSpPr/>
            <p:nvPr/>
          </p:nvSpPr>
          <p:spPr>
            <a:xfrm>
              <a:off x="6717182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8" name="object 2548"/>
            <p:cNvSpPr/>
            <p:nvPr/>
          </p:nvSpPr>
          <p:spPr>
            <a:xfrm>
              <a:off x="6717944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9" name="object 2549"/>
            <p:cNvSpPr/>
            <p:nvPr/>
          </p:nvSpPr>
          <p:spPr>
            <a:xfrm>
              <a:off x="6720992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0" name="object 2550"/>
            <p:cNvSpPr/>
            <p:nvPr/>
          </p:nvSpPr>
          <p:spPr>
            <a:xfrm>
              <a:off x="6722516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1" name="object 2551"/>
            <p:cNvSpPr/>
            <p:nvPr/>
          </p:nvSpPr>
          <p:spPr>
            <a:xfrm>
              <a:off x="6724040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2" name="object 2552"/>
            <p:cNvSpPr/>
            <p:nvPr/>
          </p:nvSpPr>
          <p:spPr>
            <a:xfrm>
              <a:off x="6726326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3" name="object 2553"/>
            <p:cNvSpPr/>
            <p:nvPr/>
          </p:nvSpPr>
          <p:spPr>
            <a:xfrm>
              <a:off x="6729374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4" name="object 2554"/>
            <p:cNvSpPr/>
            <p:nvPr/>
          </p:nvSpPr>
          <p:spPr>
            <a:xfrm>
              <a:off x="6732422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5" name="object 2555"/>
            <p:cNvSpPr/>
            <p:nvPr/>
          </p:nvSpPr>
          <p:spPr>
            <a:xfrm>
              <a:off x="6733946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6" name="object 2556"/>
            <p:cNvSpPr/>
            <p:nvPr/>
          </p:nvSpPr>
          <p:spPr>
            <a:xfrm>
              <a:off x="6735470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7" name="object 2557"/>
            <p:cNvSpPr/>
            <p:nvPr/>
          </p:nvSpPr>
          <p:spPr>
            <a:xfrm>
              <a:off x="6737756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8" name="object 2558"/>
            <p:cNvSpPr/>
            <p:nvPr/>
          </p:nvSpPr>
          <p:spPr>
            <a:xfrm>
              <a:off x="6740804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9" name="object 2559"/>
            <p:cNvSpPr/>
            <p:nvPr/>
          </p:nvSpPr>
          <p:spPr>
            <a:xfrm>
              <a:off x="6743852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0" name="object 2560"/>
            <p:cNvSpPr/>
            <p:nvPr/>
          </p:nvSpPr>
          <p:spPr>
            <a:xfrm>
              <a:off x="6745376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1" name="object 2561"/>
            <p:cNvSpPr/>
            <p:nvPr/>
          </p:nvSpPr>
          <p:spPr>
            <a:xfrm>
              <a:off x="6746900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2" name="object 2562"/>
            <p:cNvSpPr/>
            <p:nvPr/>
          </p:nvSpPr>
          <p:spPr>
            <a:xfrm>
              <a:off x="6749186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3" name="object 2563"/>
            <p:cNvSpPr/>
            <p:nvPr/>
          </p:nvSpPr>
          <p:spPr>
            <a:xfrm>
              <a:off x="6752234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4" name="object 2564"/>
            <p:cNvSpPr/>
            <p:nvPr/>
          </p:nvSpPr>
          <p:spPr>
            <a:xfrm>
              <a:off x="6755282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5" name="object 2565"/>
            <p:cNvSpPr/>
            <p:nvPr/>
          </p:nvSpPr>
          <p:spPr>
            <a:xfrm>
              <a:off x="6756806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6" name="object 2566"/>
            <p:cNvSpPr/>
            <p:nvPr/>
          </p:nvSpPr>
          <p:spPr>
            <a:xfrm>
              <a:off x="6758330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7" name="object 2567"/>
            <p:cNvSpPr/>
            <p:nvPr/>
          </p:nvSpPr>
          <p:spPr>
            <a:xfrm>
              <a:off x="6760616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8" name="object 2568"/>
            <p:cNvSpPr/>
            <p:nvPr/>
          </p:nvSpPr>
          <p:spPr>
            <a:xfrm>
              <a:off x="6763664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9" name="object 2569"/>
            <p:cNvSpPr/>
            <p:nvPr/>
          </p:nvSpPr>
          <p:spPr>
            <a:xfrm>
              <a:off x="6766712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0" name="object 2570"/>
            <p:cNvSpPr/>
            <p:nvPr/>
          </p:nvSpPr>
          <p:spPr>
            <a:xfrm>
              <a:off x="6768236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1" name="object 2571"/>
            <p:cNvSpPr/>
            <p:nvPr/>
          </p:nvSpPr>
          <p:spPr>
            <a:xfrm>
              <a:off x="6769760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2" name="object 2572"/>
            <p:cNvSpPr/>
            <p:nvPr/>
          </p:nvSpPr>
          <p:spPr>
            <a:xfrm>
              <a:off x="6772046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3" name="object 2573"/>
            <p:cNvSpPr/>
            <p:nvPr/>
          </p:nvSpPr>
          <p:spPr>
            <a:xfrm>
              <a:off x="6775094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4" name="object 2574"/>
            <p:cNvSpPr/>
            <p:nvPr/>
          </p:nvSpPr>
          <p:spPr>
            <a:xfrm>
              <a:off x="6778142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5" name="object 2575"/>
            <p:cNvSpPr/>
            <p:nvPr/>
          </p:nvSpPr>
          <p:spPr>
            <a:xfrm>
              <a:off x="6779666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6" name="object 2576"/>
            <p:cNvSpPr/>
            <p:nvPr/>
          </p:nvSpPr>
          <p:spPr>
            <a:xfrm>
              <a:off x="6781190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7" name="object 2577"/>
            <p:cNvSpPr/>
            <p:nvPr/>
          </p:nvSpPr>
          <p:spPr>
            <a:xfrm>
              <a:off x="6783476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8" name="object 2578"/>
            <p:cNvSpPr/>
            <p:nvPr/>
          </p:nvSpPr>
          <p:spPr>
            <a:xfrm>
              <a:off x="6786524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9" name="object 2579"/>
            <p:cNvSpPr/>
            <p:nvPr/>
          </p:nvSpPr>
          <p:spPr>
            <a:xfrm>
              <a:off x="6788810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0" name="object 2580"/>
            <p:cNvSpPr/>
            <p:nvPr/>
          </p:nvSpPr>
          <p:spPr>
            <a:xfrm>
              <a:off x="6791858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1" name="object 2581"/>
            <p:cNvSpPr/>
            <p:nvPr/>
          </p:nvSpPr>
          <p:spPr>
            <a:xfrm>
              <a:off x="6794906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2" name="object 2582"/>
            <p:cNvSpPr/>
            <p:nvPr/>
          </p:nvSpPr>
          <p:spPr>
            <a:xfrm>
              <a:off x="6796430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3" name="object 2583"/>
            <p:cNvSpPr/>
            <p:nvPr/>
          </p:nvSpPr>
          <p:spPr>
            <a:xfrm>
              <a:off x="6797954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4" name="object 2584"/>
            <p:cNvSpPr/>
            <p:nvPr/>
          </p:nvSpPr>
          <p:spPr>
            <a:xfrm>
              <a:off x="6800240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5" name="object 2585"/>
            <p:cNvSpPr/>
            <p:nvPr/>
          </p:nvSpPr>
          <p:spPr>
            <a:xfrm>
              <a:off x="6803288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6" name="object 2586"/>
            <p:cNvSpPr/>
            <p:nvPr/>
          </p:nvSpPr>
          <p:spPr>
            <a:xfrm>
              <a:off x="6806336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7" name="object 2587"/>
            <p:cNvSpPr/>
            <p:nvPr/>
          </p:nvSpPr>
          <p:spPr>
            <a:xfrm>
              <a:off x="6807860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8" name="object 2588"/>
            <p:cNvSpPr/>
            <p:nvPr/>
          </p:nvSpPr>
          <p:spPr>
            <a:xfrm>
              <a:off x="6809384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9" name="object 2589"/>
            <p:cNvSpPr/>
            <p:nvPr/>
          </p:nvSpPr>
          <p:spPr>
            <a:xfrm>
              <a:off x="6811670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0" name="object 2590"/>
            <p:cNvSpPr/>
            <p:nvPr/>
          </p:nvSpPr>
          <p:spPr>
            <a:xfrm>
              <a:off x="6814718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1" name="object 2591"/>
            <p:cNvSpPr/>
            <p:nvPr/>
          </p:nvSpPr>
          <p:spPr>
            <a:xfrm>
              <a:off x="6817766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2" name="object 2592"/>
            <p:cNvSpPr/>
            <p:nvPr/>
          </p:nvSpPr>
          <p:spPr>
            <a:xfrm>
              <a:off x="6819290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3" name="object 2593"/>
            <p:cNvSpPr/>
            <p:nvPr/>
          </p:nvSpPr>
          <p:spPr>
            <a:xfrm>
              <a:off x="6820814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4" name="object 2594"/>
            <p:cNvSpPr/>
            <p:nvPr/>
          </p:nvSpPr>
          <p:spPr>
            <a:xfrm>
              <a:off x="6823100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5" name="object 2595"/>
            <p:cNvSpPr/>
            <p:nvPr/>
          </p:nvSpPr>
          <p:spPr>
            <a:xfrm>
              <a:off x="6826148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6" name="object 2596"/>
            <p:cNvSpPr/>
            <p:nvPr/>
          </p:nvSpPr>
          <p:spPr>
            <a:xfrm>
              <a:off x="6829196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7" name="object 2597"/>
            <p:cNvSpPr/>
            <p:nvPr/>
          </p:nvSpPr>
          <p:spPr>
            <a:xfrm>
              <a:off x="6830720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8" name="object 2598"/>
            <p:cNvSpPr/>
            <p:nvPr/>
          </p:nvSpPr>
          <p:spPr>
            <a:xfrm>
              <a:off x="6832244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9" name="object 2599"/>
            <p:cNvSpPr/>
            <p:nvPr/>
          </p:nvSpPr>
          <p:spPr>
            <a:xfrm>
              <a:off x="6834530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0" name="object 2600"/>
            <p:cNvSpPr/>
            <p:nvPr/>
          </p:nvSpPr>
          <p:spPr>
            <a:xfrm>
              <a:off x="6837578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1" name="object 2601"/>
            <p:cNvSpPr/>
            <p:nvPr/>
          </p:nvSpPr>
          <p:spPr>
            <a:xfrm>
              <a:off x="6840626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2" name="object 2602"/>
            <p:cNvSpPr/>
            <p:nvPr/>
          </p:nvSpPr>
          <p:spPr>
            <a:xfrm>
              <a:off x="6842150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3" name="object 2603"/>
            <p:cNvSpPr/>
            <p:nvPr/>
          </p:nvSpPr>
          <p:spPr>
            <a:xfrm>
              <a:off x="6843674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4" name="object 2604"/>
            <p:cNvSpPr/>
            <p:nvPr/>
          </p:nvSpPr>
          <p:spPr>
            <a:xfrm>
              <a:off x="6845960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5" name="object 2605"/>
            <p:cNvSpPr/>
            <p:nvPr/>
          </p:nvSpPr>
          <p:spPr>
            <a:xfrm>
              <a:off x="6849008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6" name="object 2606"/>
            <p:cNvSpPr/>
            <p:nvPr/>
          </p:nvSpPr>
          <p:spPr>
            <a:xfrm>
              <a:off x="6852056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7" name="object 2607"/>
            <p:cNvSpPr/>
            <p:nvPr/>
          </p:nvSpPr>
          <p:spPr>
            <a:xfrm>
              <a:off x="6853580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8" name="object 2608"/>
            <p:cNvSpPr/>
            <p:nvPr/>
          </p:nvSpPr>
          <p:spPr>
            <a:xfrm>
              <a:off x="6854342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9" name="object 2609"/>
            <p:cNvSpPr/>
            <p:nvPr/>
          </p:nvSpPr>
          <p:spPr>
            <a:xfrm>
              <a:off x="6857390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0" name="object 2610"/>
            <p:cNvSpPr/>
            <p:nvPr/>
          </p:nvSpPr>
          <p:spPr>
            <a:xfrm>
              <a:off x="6858914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1" name="object 2611"/>
            <p:cNvSpPr/>
            <p:nvPr/>
          </p:nvSpPr>
          <p:spPr>
            <a:xfrm>
              <a:off x="6860438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2" name="object 2612"/>
            <p:cNvSpPr/>
            <p:nvPr/>
          </p:nvSpPr>
          <p:spPr>
            <a:xfrm>
              <a:off x="6862724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3" name="object 2613"/>
            <p:cNvSpPr/>
            <p:nvPr/>
          </p:nvSpPr>
          <p:spPr>
            <a:xfrm>
              <a:off x="6865772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4" name="object 2614"/>
            <p:cNvSpPr/>
            <p:nvPr/>
          </p:nvSpPr>
          <p:spPr>
            <a:xfrm>
              <a:off x="6868820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5" name="object 2615"/>
            <p:cNvSpPr/>
            <p:nvPr/>
          </p:nvSpPr>
          <p:spPr>
            <a:xfrm>
              <a:off x="6870344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6" name="object 2616"/>
            <p:cNvSpPr/>
            <p:nvPr/>
          </p:nvSpPr>
          <p:spPr>
            <a:xfrm>
              <a:off x="6871868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7" name="object 2617"/>
            <p:cNvSpPr/>
            <p:nvPr/>
          </p:nvSpPr>
          <p:spPr>
            <a:xfrm>
              <a:off x="6874154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8" name="object 2618"/>
            <p:cNvSpPr/>
            <p:nvPr/>
          </p:nvSpPr>
          <p:spPr>
            <a:xfrm>
              <a:off x="6877202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9" name="object 2619"/>
            <p:cNvSpPr/>
            <p:nvPr/>
          </p:nvSpPr>
          <p:spPr>
            <a:xfrm>
              <a:off x="6880250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0" name="object 2620"/>
            <p:cNvSpPr/>
            <p:nvPr/>
          </p:nvSpPr>
          <p:spPr>
            <a:xfrm>
              <a:off x="6881774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1" name="object 2621"/>
            <p:cNvSpPr/>
            <p:nvPr/>
          </p:nvSpPr>
          <p:spPr>
            <a:xfrm>
              <a:off x="6883298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2" name="object 2622"/>
            <p:cNvSpPr/>
            <p:nvPr/>
          </p:nvSpPr>
          <p:spPr>
            <a:xfrm>
              <a:off x="6885584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3" name="object 2623"/>
            <p:cNvSpPr/>
            <p:nvPr/>
          </p:nvSpPr>
          <p:spPr>
            <a:xfrm>
              <a:off x="6888632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4" name="object 2624"/>
            <p:cNvSpPr/>
            <p:nvPr/>
          </p:nvSpPr>
          <p:spPr>
            <a:xfrm>
              <a:off x="6891680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5" name="object 2625"/>
            <p:cNvSpPr/>
            <p:nvPr/>
          </p:nvSpPr>
          <p:spPr>
            <a:xfrm>
              <a:off x="6893204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6" name="object 2626"/>
            <p:cNvSpPr/>
            <p:nvPr/>
          </p:nvSpPr>
          <p:spPr>
            <a:xfrm>
              <a:off x="6894728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7" name="object 2627"/>
            <p:cNvSpPr/>
            <p:nvPr/>
          </p:nvSpPr>
          <p:spPr>
            <a:xfrm>
              <a:off x="6897014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8" name="object 2628"/>
            <p:cNvSpPr/>
            <p:nvPr/>
          </p:nvSpPr>
          <p:spPr>
            <a:xfrm>
              <a:off x="6900062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9" name="object 2629"/>
            <p:cNvSpPr/>
            <p:nvPr/>
          </p:nvSpPr>
          <p:spPr>
            <a:xfrm>
              <a:off x="6903110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0" name="object 2630"/>
            <p:cNvSpPr/>
            <p:nvPr/>
          </p:nvSpPr>
          <p:spPr>
            <a:xfrm>
              <a:off x="6904634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1" name="object 2631"/>
            <p:cNvSpPr/>
            <p:nvPr/>
          </p:nvSpPr>
          <p:spPr>
            <a:xfrm>
              <a:off x="6906158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2" name="object 2632"/>
            <p:cNvSpPr/>
            <p:nvPr/>
          </p:nvSpPr>
          <p:spPr>
            <a:xfrm>
              <a:off x="6908444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3" name="object 2633"/>
            <p:cNvSpPr/>
            <p:nvPr/>
          </p:nvSpPr>
          <p:spPr>
            <a:xfrm>
              <a:off x="6911492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4" name="object 2634"/>
            <p:cNvSpPr/>
            <p:nvPr/>
          </p:nvSpPr>
          <p:spPr>
            <a:xfrm>
              <a:off x="6914540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5" name="object 2635"/>
            <p:cNvSpPr/>
            <p:nvPr/>
          </p:nvSpPr>
          <p:spPr>
            <a:xfrm>
              <a:off x="6916064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6" name="object 2636"/>
            <p:cNvSpPr/>
            <p:nvPr/>
          </p:nvSpPr>
          <p:spPr>
            <a:xfrm>
              <a:off x="6917588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7" name="object 2637"/>
            <p:cNvSpPr/>
            <p:nvPr/>
          </p:nvSpPr>
          <p:spPr>
            <a:xfrm>
              <a:off x="6919874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8" name="object 2638"/>
            <p:cNvSpPr/>
            <p:nvPr/>
          </p:nvSpPr>
          <p:spPr>
            <a:xfrm>
              <a:off x="6922922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9" name="object 2639"/>
            <p:cNvSpPr/>
            <p:nvPr/>
          </p:nvSpPr>
          <p:spPr>
            <a:xfrm>
              <a:off x="6925208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0" name="object 2640"/>
            <p:cNvSpPr/>
            <p:nvPr/>
          </p:nvSpPr>
          <p:spPr>
            <a:xfrm>
              <a:off x="6928256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1" name="object 2641"/>
            <p:cNvSpPr/>
            <p:nvPr/>
          </p:nvSpPr>
          <p:spPr>
            <a:xfrm>
              <a:off x="6931304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2" name="object 2642"/>
            <p:cNvSpPr/>
            <p:nvPr/>
          </p:nvSpPr>
          <p:spPr>
            <a:xfrm>
              <a:off x="6932828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3" name="object 2643"/>
            <p:cNvSpPr/>
            <p:nvPr/>
          </p:nvSpPr>
          <p:spPr>
            <a:xfrm>
              <a:off x="6934352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4" name="object 2644"/>
            <p:cNvSpPr/>
            <p:nvPr/>
          </p:nvSpPr>
          <p:spPr>
            <a:xfrm>
              <a:off x="6936638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5" name="object 2645"/>
            <p:cNvSpPr/>
            <p:nvPr/>
          </p:nvSpPr>
          <p:spPr>
            <a:xfrm>
              <a:off x="6939686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6" name="object 2646"/>
            <p:cNvSpPr/>
            <p:nvPr/>
          </p:nvSpPr>
          <p:spPr>
            <a:xfrm>
              <a:off x="6942734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7" name="object 2647"/>
            <p:cNvSpPr/>
            <p:nvPr/>
          </p:nvSpPr>
          <p:spPr>
            <a:xfrm>
              <a:off x="6944258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8" name="object 2648"/>
            <p:cNvSpPr/>
            <p:nvPr/>
          </p:nvSpPr>
          <p:spPr>
            <a:xfrm>
              <a:off x="6945782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9" name="object 2649"/>
            <p:cNvSpPr/>
            <p:nvPr/>
          </p:nvSpPr>
          <p:spPr>
            <a:xfrm>
              <a:off x="6948068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0" name="object 2650"/>
            <p:cNvSpPr/>
            <p:nvPr/>
          </p:nvSpPr>
          <p:spPr>
            <a:xfrm>
              <a:off x="6951116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1" name="object 2651"/>
            <p:cNvSpPr/>
            <p:nvPr/>
          </p:nvSpPr>
          <p:spPr>
            <a:xfrm>
              <a:off x="6954164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2" name="object 2652"/>
            <p:cNvSpPr/>
            <p:nvPr/>
          </p:nvSpPr>
          <p:spPr>
            <a:xfrm>
              <a:off x="6955688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3" name="object 2653"/>
            <p:cNvSpPr/>
            <p:nvPr/>
          </p:nvSpPr>
          <p:spPr>
            <a:xfrm>
              <a:off x="6957212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4" name="object 2654"/>
            <p:cNvSpPr/>
            <p:nvPr/>
          </p:nvSpPr>
          <p:spPr>
            <a:xfrm>
              <a:off x="6959498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5" name="object 2655"/>
            <p:cNvSpPr/>
            <p:nvPr/>
          </p:nvSpPr>
          <p:spPr>
            <a:xfrm>
              <a:off x="6962546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6" name="object 2656"/>
            <p:cNvSpPr/>
            <p:nvPr/>
          </p:nvSpPr>
          <p:spPr>
            <a:xfrm>
              <a:off x="6965594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7" name="object 2657"/>
            <p:cNvSpPr/>
            <p:nvPr/>
          </p:nvSpPr>
          <p:spPr>
            <a:xfrm>
              <a:off x="6967118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8" name="object 2658"/>
            <p:cNvSpPr/>
            <p:nvPr/>
          </p:nvSpPr>
          <p:spPr>
            <a:xfrm>
              <a:off x="6968642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9" name="object 2659"/>
            <p:cNvSpPr/>
            <p:nvPr/>
          </p:nvSpPr>
          <p:spPr>
            <a:xfrm>
              <a:off x="6970928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0" name="object 2660"/>
            <p:cNvSpPr/>
            <p:nvPr/>
          </p:nvSpPr>
          <p:spPr>
            <a:xfrm>
              <a:off x="6973976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1" name="object 2661"/>
            <p:cNvSpPr/>
            <p:nvPr/>
          </p:nvSpPr>
          <p:spPr>
            <a:xfrm>
              <a:off x="6977024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2" name="object 2662"/>
            <p:cNvSpPr/>
            <p:nvPr/>
          </p:nvSpPr>
          <p:spPr>
            <a:xfrm>
              <a:off x="6978548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3" name="object 2663"/>
            <p:cNvSpPr/>
            <p:nvPr/>
          </p:nvSpPr>
          <p:spPr>
            <a:xfrm>
              <a:off x="6980072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4" name="object 2664"/>
            <p:cNvSpPr/>
            <p:nvPr/>
          </p:nvSpPr>
          <p:spPr>
            <a:xfrm>
              <a:off x="6982358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5" name="object 2665"/>
            <p:cNvSpPr/>
            <p:nvPr/>
          </p:nvSpPr>
          <p:spPr>
            <a:xfrm>
              <a:off x="6985406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6" name="object 2666"/>
            <p:cNvSpPr/>
            <p:nvPr/>
          </p:nvSpPr>
          <p:spPr>
            <a:xfrm>
              <a:off x="6988454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7" name="object 2667"/>
            <p:cNvSpPr/>
            <p:nvPr/>
          </p:nvSpPr>
          <p:spPr>
            <a:xfrm>
              <a:off x="6989978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8" name="object 2668"/>
            <p:cNvSpPr/>
            <p:nvPr/>
          </p:nvSpPr>
          <p:spPr>
            <a:xfrm>
              <a:off x="6990740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9" name="object 2669"/>
            <p:cNvSpPr/>
            <p:nvPr/>
          </p:nvSpPr>
          <p:spPr>
            <a:xfrm>
              <a:off x="6993788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0" name="object 2670"/>
            <p:cNvSpPr/>
            <p:nvPr/>
          </p:nvSpPr>
          <p:spPr>
            <a:xfrm>
              <a:off x="6995312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1" name="object 2671"/>
            <p:cNvSpPr/>
            <p:nvPr/>
          </p:nvSpPr>
          <p:spPr>
            <a:xfrm>
              <a:off x="6996836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2" name="object 2672"/>
            <p:cNvSpPr/>
            <p:nvPr/>
          </p:nvSpPr>
          <p:spPr>
            <a:xfrm>
              <a:off x="6999122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3" name="object 2673"/>
            <p:cNvSpPr/>
            <p:nvPr/>
          </p:nvSpPr>
          <p:spPr>
            <a:xfrm>
              <a:off x="7002170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4" name="object 2674"/>
            <p:cNvSpPr/>
            <p:nvPr/>
          </p:nvSpPr>
          <p:spPr>
            <a:xfrm>
              <a:off x="7005218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5" name="object 2675"/>
            <p:cNvSpPr/>
            <p:nvPr/>
          </p:nvSpPr>
          <p:spPr>
            <a:xfrm>
              <a:off x="7006742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6" name="object 2676"/>
            <p:cNvSpPr/>
            <p:nvPr/>
          </p:nvSpPr>
          <p:spPr>
            <a:xfrm>
              <a:off x="7008266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7" name="object 2677"/>
            <p:cNvSpPr/>
            <p:nvPr/>
          </p:nvSpPr>
          <p:spPr>
            <a:xfrm>
              <a:off x="7010552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8" name="object 2678"/>
            <p:cNvSpPr/>
            <p:nvPr/>
          </p:nvSpPr>
          <p:spPr>
            <a:xfrm>
              <a:off x="7013600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9" name="object 2679"/>
            <p:cNvSpPr/>
            <p:nvPr/>
          </p:nvSpPr>
          <p:spPr>
            <a:xfrm>
              <a:off x="7016648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0" name="object 2680"/>
            <p:cNvSpPr/>
            <p:nvPr/>
          </p:nvSpPr>
          <p:spPr>
            <a:xfrm>
              <a:off x="7018172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1" name="object 2681"/>
            <p:cNvSpPr/>
            <p:nvPr/>
          </p:nvSpPr>
          <p:spPr>
            <a:xfrm>
              <a:off x="7019696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2" name="object 2682"/>
            <p:cNvSpPr/>
            <p:nvPr/>
          </p:nvSpPr>
          <p:spPr>
            <a:xfrm>
              <a:off x="7021982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3" name="object 2683"/>
            <p:cNvSpPr/>
            <p:nvPr/>
          </p:nvSpPr>
          <p:spPr>
            <a:xfrm>
              <a:off x="7025030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4" name="object 2684"/>
            <p:cNvSpPr/>
            <p:nvPr/>
          </p:nvSpPr>
          <p:spPr>
            <a:xfrm>
              <a:off x="7028078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5" name="object 2685"/>
            <p:cNvSpPr/>
            <p:nvPr/>
          </p:nvSpPr>
          <p:spPr>
            <a:xfrm>
              <a:off x="7029602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6" name="object 2686"/>
            <p:cNvSpPr/>
            <p:nvPr/>
          </p:nvSpPr>
          <p:spPr>
            <a:xfrm>
              <a:off x="7031126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7" name="object 2687"/>
            <p:cNvSpPr/>
            <p:nvPr/>
          </p:nvSpPr>
          <p:spPr>
            <a:xfrm>
              <a:off x="7033412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8" name="object 2688"/>
            <p:cNvSpPr/>
            <p:nvPr/>
          </p:nvSpPr>
          <p:spPr>
            <a:xfrm>
              <a:off x="7036460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9" name="object 2689"/>
            <p:cNvSpPr/>
            <p:nvPr/>
          </p:nvSpPr>
          <p:spPr>
            <a:xfrm>
              <a:off x="7039508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0" name="object 2690"/>
            <p:cNvSpPr/>
            <p:nvPr/>
          </p:nvSpPr>
          <p:spPr>
            <a:xfrm>
              <a:off x="7041032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1" name="object 2691"/>
            <p:cNvSpPr/>
            <p:nvPr/>
          </p:nvSpPr>
          <p:spPr>
            <a:xfrm>
              <a:off x="7042556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2" name="object 2692"/>
            <p:cNvSpPr/>
            <p:nvPr/>
          </p:nvSpPr>
          <p:spPr>
            <a:xfrm>
              <a:off x="7044842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3" name="object 2693"/>
            <p:cNvSpPr/>
            <p:nvPr/>
          </p:nvSpPr>
          <p:spPr>
            <a:xfrm>
              <a:off x="7047890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4" name="object 2694"/>
            <p:cNvSpPr/>
            <p:nvPr/>
          </p:nvSpPr>
          <p:spPr>
            <a:xfrm>
              <a:off x="7050938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5" name="object 2695"/>
            <p:cNvSpPr/>
            <p:nvPr/>
          </p:nvSpPr>
          <p:spPr>
            <a:xfrm>
              <a:off x="7052462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6" name="object 2696"/>
            <p:cNvSpPr/>
            <p:nvPr/>
          </p:nvSpPr>
          <p:spPr>
            <a:xfrm>
              <a:off x="7053986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7" name="object 2697"/>
            <p:cNvSpPr/>
            <p:nvPr/>
          </p:nvSpPr>
          <p:spPr>
            <a:xfrm>
              <a:off x="7056272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8" name="object 2698"/>
            <p:cNvSpPr/>
            <p:nvPr/>
          </p:nvSpPr>
          <p:spPr>
            <a:xfrm>
              <a:off x="7059320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9" name="object 2699"/>
            <p:cNvSpPr/>
            <p:nvPr/>
          </p:nvSpPr>
          <p:spPr>
            <a:xfrm>
              <a:off x="7061606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0" name="object 2700"/>
            <p:cNvSpPr/>
            <p:nvPr/>
          </p:nvSpPr>
          <p:spPr>
            <a:xfrm>
              <a:off x="7064654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1" name="object 2701"/>
            <p:cNvSpPr/>
            <p:nvPr/>
          </p:nvSpPr>
          <p:spPr>
            <a:xfrm>
              <a:off x="7067702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2" name="object 2702"/>
            <p:cNvSpPr/>
            <p:nvPr/>
          </p:nvSpPr>
          <p:spPr>
            <a:xfrm>
              <a:off x="7069226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3" name="object 2703"/>
            <p:cNvSpPr/>
            <p:nvPr/>
          </p:nvSpPr>
          <p:spPr>
            <a:xfrm>
              <a:off x="7070750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4" name="object 2704"/>
            <p:cNvSpPr/>
            <p:nvPr/>
          </p:nvSpPr>
          <p:spPr>
            <a:xfrm>
              <a:off x="7073036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5" name="object 2705"/>
            <p:cNvSpPr/>
            <p:nvPr/>
          </p:nvSpPr>
          <p:spPr>
            <a:xfrm>
              <a:off x="7076084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6" name="object 2706"/>
            <p:cNvSpPr/>
            <p:nvPr/>
          </p:nvSpPr>
          <p:spPr>
            <a:xfrm>
              <a:off x="7079132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7" name="object 2707"/>
            <p:cNvSpPr/>
            <p:nvPr/>
          </p:nvSpPr>
          <p:spPr>
            <a:xfrm>
              <a:off x="7080656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8" name="object 2708"/>
            <p:cNvSpPr/>
            <p:nvPr/>
          </p:nvSpPr>
          <p:spPr>
            <a:xfrm>
              <a:off x="7082180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9" name="object 2709"/>
            <p:cNvSpPr/>
            <p:nvPr/>
          </p:nvSpPr>
          <p:spPr>
            <a:xfrm>
              <a:off x="7084466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0" name="object 2710"/>
            <p:cNvSpPr/>
            <p:nvPr/>
          </p:nvSpPr>
          <p:spPr>
            <a:xfrm>
              <a:off x="7087514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1" name="object 2711"/>
            <p:cNvSpPr/>
            <p:nvPr/>
          </p:nvSpPr>
          <p:spPr>
            <a:xfrm>
              <a:off x="7090562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2" name="object 2712"/>
            <p:cNvSpPr/>
            <p:nvPr/>
          </p:nvSpPr>
          <p:spPr>
            <a:xfrm>
              <a:off x="7092086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3" name="object 2713"/>
            <p:cNvSpPr/>
            <p:nvPr/>
          </p:nvSpPr>
          <p:spPr>
            <a:xfrm>
              <a:off x="7093610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4" name="object 2714"/>
            <p:cNvSpPr/>
            <p:nvPr/>
          </p:nvSpPr>
          <p:spPr>
            <a:xfrm>
              <a:off x="7095896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5" name="object 2715"/>
            <p:cNvSpPr/>
            <p:nvPr/>
          </p:nvSpPr>
          <p:spPr>
            <a:xfrm>
              <a:off x="7098944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6" name="object 2716"/>
            <p:cNvSpPr/>
            <p:nvPr/>
          </p:nvSpPr>
          <p:spPr>
            <a:xfrm>
              <a:off x="7101992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7" name="object 2717"/>
            <p:cNvSpPr/>
            <p:nvPr/>
          </p:nvSpPr>
          <p:spPr>
            <a:xfrm>
              <a:off x="7103516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8" name="object 2718"/>
            <p:cNvSpPr/>
            <p:nvPr/>
          </p:nvSpPr>
          <p:spPr>
            <a:xfrm>
              <a:off x="7105040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9" name="object 2719"/>
            <p:cNvSpPr/>
            <p:nvPr/>
          </p:nvSpPr>
          <p:spPr>
            <a:xfrm>
              <a:off x="7107326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0" name="object 2720"/>
            <p:cNvSpPr/>
            <p:nvPr/>
          </p:nvSpPr>
          <p:spPr>
            <a:xfrm>
              <a:off x="7110374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1" name="object 2721"/>
            <p:cNvSpPr/>
            <p:nvPr/>
          </p:nvSpPr>
          <p:spPr>
            <a:xfrm>
              <a:off x="7113422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2" name="object 2722"/>
            <p:cNvSpPr/>
            <p:nvPr/>
          </p:nvSpPr>
          <p:spPr>
            <a:xfrm>
              <a:off x="7114946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3" name="object 2723"/>
            <p:cNvSpPr/>
            <p:nvPr/>
          </p:nvSpPr>
          <p:spPr>
            <a:xfrm>
              <a:off x="7116470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4" name="object 2724"/>
            <p:cNvSpPr/>
            <p:nvPr/>
          </p:nvSpPr>
          <p:spPr>
            <a:xfrm>
              <a:off x="7118756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5" name="object 2725"/>
            <p:cNvSpPr/>
            <p:nvPr/>
          </p:nvSpPr>
          <p:spPr>
            <a:xfrm>
              <a:off x="7121804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6" name="object 2726"/>
            <p:cNvSpPr/>
            <p:nvPr/>
          </p:nvSpPr>
          <p:spPr>
            <a:xfrm>
              <a:off x="7124852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7" name="object 2727"/>
            <p:cNvSpPr/>
            <p:nvPr/>
          </p:nvSpPr>
          <p:spPr>
            <a:xfrm>
              <a:off x="7126376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8" name="object 2728"/>
            <p:cNvSpPr/>
            <p:nvPr/>
          </p:nvSpPr>
          <p:spPr>
            <a:xfrm>
              <a:off x="7127900" y="177609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9" name="object 2729"/>
            <p:cNvSpPr/>
            <p:nvPr/>
          </p:nvSpPr>
          <p:spPr>
            <a:xfrm>
              <a:off x="7130186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0" name="object 2730"/>
            <p:cNvSpPr/>
            <p:nvPr/>
          </p:nvSpPr>
          <p:spPr>
            <a:xfrm>
              <a:off x="7131710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1" name="object 2731"/>
            <p:cNvSpPr/>
            <p:nvPr/>
          </p:nvSpPr>
          <p:spPr>
            <a:xfrm>
              <a:off x="7133234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2" name="object 2732"/>
            <p:cNvSpPr/>
            <p:nvPr/>
          </p:nvSpPr>
          <p:spPr>
            <a:xfrm>
              <a:off x="7135520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3" name="object 2733"/>
            <p:cNvSpPr/>
            <p:nvPr/>
          </p:nvSpPr>
          <p:spPr>
            <a:xfrm>
              <a:off x="7138568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4" name="object 2734"/>
            <p:cNvSpPr/>
            <p:nvPr/>
          </p:nvSpPr>
          <p:spPr>
            <a:xfrm>
              <a:off x="7141616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5" name="object 2735"/>
            <p:cNvSpPr/>
            <p:nvPr/>
          </p:nvSpPr>
          <p:spPr>
            <a:xfrm>
              <a:off x="7143140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6" name="object 2736"/>
            <p:cNvSpPr/>
            <p:nvPr/>
          </p:nvSpPr>
          <p:spPr>
            <a:xfrm>
              <a:off x="7144664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7" name="object 2737"/>
            <p:cNvSpPr/>
            <p:nvPr/>
          </p:nvSpPr>
          <p:spPr>
            <a:xfrm>
              <a:off x="7146950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8" name="object 2738"/>
            <p:cNvSpPr/>
            <p:nvPr/>
          </p:nvSpPr>
          <p:spPr>
            <a:xfrm>
              <a:off x="7149998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9" name="object 2739"/>
            <p:cNvSpPr/>
            <p:nvPr/>
          </p:nvSpPr>
          <p:spPr>
            <a:xfrm>
              <a:off x="7153046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0" name="object 2740"/>
            <p:cNvSpPr/>
            <p:nvPr/>
          </p:nvSpPr>
          <p:spPr>
            <a:xfrm>
              <a:off x="7154570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1" name="object 2741"/>
            <p:cNvSpPr/>
            <p:nvPr/>
          </p:nvSpPr>
          <p:spPr>
            <a:xfrm>
              <a:off x="7156094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2" name="object 2742"/>
            <p:cNvSpPr/>
            <p:nvPr/>
          </p:nvSpPr>
          <p:spPr>
            <a:xfrm>
              <a:off x="7158380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3" name="object 2743"/>
            <p:cNvSpPr/>
            <p:nvPr/>
          </p:nvSpPr>
          <p:spPr>
            <a:xfrm>
              <a:off x="7161428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4" name="object 2744"/>
            <p:cNvSpPr/>
            <p:nvPr/>
          </p:nvSpPr>
          <p:spPr>
            <a:xfrm>
              <a:off x="7164476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5" name="object 2745"/>
            <p:cNvSpPr/>
            <p:nvPr/>
          </p:nvSpPr>
          <p:spPr>
            <a:xfrm>
              <a:off x="7166000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6" name="object 2746"/>
            <p:cNvSpPr/>
            <p:nvPr/>
          </p:nvSpPr>
          <p:spPr>
            <a:xfrm>
              <a:off x="7167524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7" name="object 2747"/>
            <p:cNvSpPr/>
            <p:nvPr/>
          </p:nvSpPr>
          <p:spPr>
            <a:xfrm>
              <a:off x="7169810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8" name="object 2748"/>
            <p:cNvSpPr/>
            <p:nvPr/>
          </p:nvSpPr>
          <p:spPr>
            <a:xfrm>
              <a:off x="7172858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9" name="object 2749"/>
            <p:cNvSpPr/>
            <p:nvPr/>
          </p:nvSpPr>
          <p:spPr>
            <a:xfrm>
              <a:off x="7175906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0" name="object 2750"/>
            <p:cNvSpPr/>
            <p:nvPr/>
          </p:nvSpPr>
          <p:spPr>
            <a:xfrm>
              <a:off x="7177430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1" name="object 2751"/>
            <p:cNvSpPr/>
            <p:nvPr/>
          </p:nvSpPr>
          <p:spPr>
            <a:xfrm>
              <a:off x="7178954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2" name="object 2752"/>
            <p:cNvSpPr/>
            <p:nvPr/>
          </p:nvSpPr>
          <p:spPr>
            <a:xfrm>
              <a:off x="7181240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3" name="object 2753"/>
            <p:cNvSpPr/>
            <p:nvPr/>
          </p:nvSpPr>
          <p:spPr>
            <a:xfrm>
              <a:off x="7184288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4" name="object 2754"/>
            <p:cNvSpPr/>
            <p:nvPr/>
          </p:nvSpPr>
          <p:spPr>
            <a:xfrm>
              <a:off x="7187336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5" name="object 2755"/>
            <p:cNvSpPr/>
            <p:nvPr/>
          </p:nvSpPr>
          <p:spPr>
            <a:xfrm>
              <a:off x="7188860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6" name="object 2756"/>
            <p:cNvSpPr/>
            <p:nvPr/>
          </p:nvSpPr>
          <p:spPr>
            <a:xfrm>
              <a:off x="7190384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7" name="object 2757"/>
            <p:cNvSpPr/>
            <p:nvPr/>
          </p:nvSpPr>
          <p:spPr>
            <a:xfrm>
              <a:off x="7192670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8" name="object 2758"/>
            <p:cNvSpPr/>
            <p:nvPr/>
          </p:nvSpPr>
          <p:spPr>
            <a:xfrm>
              <a:off x="7195718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9" name="object 2759"/>
            <p:cNvSpPr/>
            <p:nvPr/>
          </p:nvSpPr>
          <p:spPr>
            <a:xfrm>
              <a:off x="7198004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0" name="object 2760"/>
            <p:cNvSpPr/>
            <p:nvPr/>
          </p:nvSpPr>
          <p:spPr>
            <a:xfrm>
              <a:off x="7201052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1" name="object 2761"/>
            <p:cNvSpPr/>
            <p:nvPr/>
          </p:nvSpPr>
          <p:spPr>
            <a:xfrm>
              <a:off x="7204100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2" name="object 2762"/>
            <p:cNvSpPr/>
            <p:nvPr/>
          </p:nvSpPr>
          <p:spPr>
            <a:xfrm>
              <a:off x="7205624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3" name="object 2763"/>
            <p:cNvSpPr/>
            <p:nvPr/>
          </p:nvSpPr>
          <p:spPr>
            <a:xfrm>
              <a:off x="7207148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4" name="object 2764"/>
            <p:cNvSpPr/>
            <p:nvPr/>
          </p:nvSpPr>
          <p:spPr>
            <a:xfrm>
              <a:off x="7209434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5" name="object 2765"/>
            <p:cNvSpPr/>
            <p:nvPr/>
          </p:nvSpPr>
          <p:spPr>
            <a:xfrm>
              <a:off x="7212482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6" name="object 2766"/>
            <p:cNvSpPr/>
            <p:nvPr/>
          </p:nvSpPr>
          <p:spPr>
            <a:xfrm>
              <a:off x="7215530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7" name="object 2767"/>
            <p:cNvSpPr/>
            <p:nvPr/>
          </p:nvSpPr>
          <p:spPr>
            <a:xfrm>
              <a:off x="7217054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8" name="object 2768"/>
            <p:cNvSpPr/>
            <p:nvPr/>
          </p:nvSpPr>
          <p:spPr>
            <a:xfrm>
              <a:off x="7218578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9" name="object 2769"/>
            <p:cNvSpPr/>
            <p:nvPr/>
          </p:nvSpPr>
          <p:spPr>
            <a:xfrm>
              <a:off x="7220864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0" name="object 2770"/>
            <p:cNvSpPr/>
            <p:nvPr/>
          </p:nvSpPr>
          <p:spPr>
            <a:xfrm>
              <a:off x="7223912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1" name="object 2771"/>
            <p:cNvSpPr/>
            <p:nvPr/>
          </p:nvSpPr>
          <p:spPr>
            <a:xfrm>
              <a:off x="7226960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2" name="object 2772"/>
            <p:cNvSpPr/>
            <p:nvPr/>
          </p:nvSpPr>
          <p:spPr>
            <a:xfrm>
              <a:off x="7228484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3" name="object 2773"/>
            <p:cNvSpPr/>
            <p:nvPr/>
          </p:nvSpPr>
          <p:spPr>
            <a:xfrm>
              <a:off x="7230008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4" name="object 2774"/>
            <p:cNvSpPr/>
            <p:nvPr/>
          </p:nvSpPr>
          <p:spPr>
            <a:xfrm>
              <a:off x="7232294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5" name="object 2775"/>
            <p:cNvSpPr/>
            <p:nvPr/>
          </p:nvSpPr>
          <p:spPr>
            <a:xfrm>
              <a:off x="7235342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6" name="object 2776"/>
            <p:cNvSpPr/>
            <p:nvPr/>
          </p:nvSpPr>
          <p:spPr>
            <a:xfrm>
              <a:off x="7238390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7" name="object 2777"/>
            <p:cNvSpPr/>
            <p:nvPr/>
          </p:nvSpPr>
          <p:spPr>
            <a:xfrm>
              <a:off x="7239914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8" name="object 2778"/>
            <p:cNvSpPr/>
            <p:nvPr/>
          </p:nvSpPr>
          <p:spPr>
            <a:xfrm>
              <a:off x="7241438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9" name="object 2779"/>
            <p:cNvSpPr/>
            <p:nvPr/>
          </p:nvSpPr>
          <p:spPr>
            <a:xfrm>
              <a:off x="7243724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0" name="object 2780"/>
            <p:cNvSpPr/>
            <p:nvPr/>
          </p:nvSpPr>
          <p:spPr>
            <a:xfrm>
              <a:off x="7246772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1" name="object 2781"/>
            <p:cNvSpPr/>
            <p:nvPr/>
          </p:nvSpPr>
          <p:spPr>
            <a:xfrm>
              <a:off x="7249820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2" name="object 2782"/>
            <p:cNvSpPr/>
            <p:nvPr/>
          </p:nvSpPr>
          <p:spPr>
            <a:xfrm>
              <a:off x="7251344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3" name="object 2783"/>
            <p:cNvSpPr/>
            <p:nvPr/>
          </p:nvSpPr>
          <p:spPr>
            <a:xfrm>
              <a:off x="7252868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4" name="object 2784"/>
            <p:cNvSpPr/>
            <p:nvPr/>
          </p:nvSpPr>
          <p:spPr>
            <a:xfrm>
              <a:off x="7255154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5" name="object 2785"/>
            <p:cNvSpPr/>
            <p:nvPr/>
          </p:nvSpPr>
          <p:spPr>
            <a:xfrm>
              <a:off x="7258202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6" name="object 2786"/>
            <p:cNvSpPr/>
            <p:nvPr/>
          </p:nvSpPr>
          <p:spPr>
            <a:xfrm>
              <a:off x="7261250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7" name="object 2787"/>
            <p:cNvSpPr/>
            <p:nvPr/>
          </p:nvSpPr>
          <p:spPr>
            <a:xfrm>
              <a:off x="7262774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8" name="object 2788"/>
            <p:cNvSpPr/>
            <p:nvPr/>
          </p:nvSpPr>
          <p:spPr>
            <a:xfrm>
              <a:off x="7264298" y="177609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9" name="object 2789"/>
            <p:cNvSpPr/>
            <p:nvPr/>
          </p:nvSpPr>
          <p:spPr>
            <a:xfrm>
              <a:off x="7266584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0" name="object 2790"/>
            <p:cNvSpPr/>
            <p:nvPr/>
          </p:nvSpPr>
          <p:spPr>
            <a:xfrm>
              <a:off x="7268108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1" name="object 2791"/>
            <p:cNvSpPr/>
            <p:nvPr/>
          </p:nvSpPr>
          <p:spPr>
            <a:xfrm>
              <a:off x="7269632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2" name="object 2792"/>
            <p:cNvSpPr/>
            <p:nvPr/>
          </p:nvSpPr>
          <p:spPr>
            <a:xfrm>
              <a:off x="7271918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3" name="object 2793"/>
            <p:cNvSpPr/>
            <p:nvPr/>
          </p:nvSpPr>
          <p:spPr>
            <a:xfrm>
              <a:off x="7274966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4" name="object 2794"/>
            <p:cNvSpPr/>
            <p:nvPr/>
          </p:nvSpPr>
          <p:spPr>
            <a:xfrm>
              <a:off x="7278014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5" name="object 2795"/>
            <p:cNvSpPr/>
            <p:nvPr/>
          </p:nvSpPr>
          <p:spPr>
            <a:xfrm>
              <a:off x="7279538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6" name="object 2796"/>
            <p:cNvSpPr/>
            <p:nvPr/>
          </p:nvSpPr>
          <p:spPr>
            <a:xfrm>
              <a:off x="7281062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7" name="object 2797"/>
            <p:cNvSpPr/>
            <p:nvPr/>
          </p:nvSpPr>
          <p:spPr>
            <a:xfrm>
              <a:off x="7283348" y="17760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8" name="object 2798"/>
            <p:cNvSpPr/>
            <p:nvPr/>
          </p:nvSpPr>
          <p:spPr>
            <a:xfrm>
              <a:off x="7286396" y="177609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9" name="object 2799"/>
            <p:cNvSpPr/>
            <p:nvPr/>
          </p:nvSpPr>
          <p:spPr>
            <a:xfrm>
              <a:off x="7289444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0" name="object 2800"/>
            <p:cNvSpPr/>
            <p:nvPr/>
          </p:nvSpPr>
          <p:spPr>
            <a:xfrm>
              <a:off x="7290968" y="17760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1" name="object 2801"/>
            <p:cNvSpPr/>
            <p:nvPr/>
          </p:nvSpPr>
          <p:spPr>
            <a:xfrm>
              <a:off x="7290968" y="177762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0"/>
                  </a:lnTo>
                </a:path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2" name="object 2802"/>
            <p:cNvSpPr/>
            <p:nvPr/>
          </p:nvSpPr>
          <p:spPr>
            <a:xfrm>
              <a:off x="7290968" y="178067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3" name="object 2803"/>
            <p:cNvSpPr/>
            <p:nvPr/>
          </p:nvSpPr>
          <p:spPr>
            <a:xfrm>
              <a:off x="7290968" y="178219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4" name="object 2804"/>
            <p:cNvSpPr/>
            <p:nvPr/>
          </p:nvSpPr>
          <p:spPr>
            <a:xfrm>
              <a:off x="7290968" y="178371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5" name="object 2805"/>
            <p:cNvSpPr/>
            <p:nvPr/>
          </p:nvSpPr>
          <p:spPr>
            <a:xfrm>
              <a:off x="7290968" y="178600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6" name="object 2806"/>
            <p:cNvSpPr/>
            <p:nvPr/>
          </p:nvSpPr>
          <p:spPr>
            <a:xfrm>
              <a:off x="7290968" y="178752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7" name="object 2807"/>
            <p:cNvSpPr/>
            <p:nvPr/>
          </p:nvSpPr>
          <p:spPr>
            <a:xfrm>
              <a:off x="7290968" y="178905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8" name="object 2808"/>
            <p:cNvSpPr/>
            <p:nvPr/>
          </p:nvSpPr>
          <p:spPr>
            <a:xfrm>
              <a:off x="7290968" y="179210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9" name="object 2809"/>
            <p:cNvSpPr/>
            <p:nvPr/>
          </p:nvSpPr>
          <p:spPr>
            <a:xfrm>
              <a:off x="7290968" y="179362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0" name="object 2810"/>
            <p:cNvSpPr/>
            <p:nvPr/>
          </p:nvSpPr>
          <p:spPr>
            <a:xfrm>
              <a:off x="7290968" y="179514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1" name="object 2811"/>
            <p:cNvSpPr/>
            <p:nvPr/>
          </p:nvSpPr>
          <p:spPr>
            <a:xfrm>
              <a:off x="7290968" y="179743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2" name="object 2812"/>
            <p:cNvSpPr/>
            <p:nvPr/>
          </p:nvSpPr>
          <p:spPr>
            <a:xfrm>
              <a:off x="7290968" y="179895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3" name="object 2813"/>
            <p:cNvSpPr/>
            <p:nvPr/>
          </p:nvSpPr>
          <p:spPr>
            <a:xfrm>
              <a:off x="7290968" y="180048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4" name="object 2814"/>
            <p:cNvSpPr/>
            <p:nvPr/>
          </p:nvSpPr>
          <p:spPr>
            <a:xfrm>
              <a:off x="7290968" y="180353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5" name="object 2815"/>
            <p:cNvSpPr/>
            <p:nvPr/>
          </p:nvSpPr>
          <p:spPr>
            <a:xfrm>
              <a:off x="7290968" y="18050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6" name="object 2816"/>
            <p:cNvSpPr/>
            <p:nvPr/>
          </p:nvSpPr>
          <p:spPr>
            <a:xfrm>
              <a:off x="7290968" y="180657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7" name="object 2817"/>
            <p:cNvSpPr/>
            <p:nvPr/>
          </p:nvSpPr>
          <p:spPr>
            <a:xfrm>
              <a:off x="7290968" y="180886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8" name="object 2818"/>
            <p:cNvSpPr/>
            <p:nvPr/>
          </p:nvSpPr>
          <p:spPr>
            <a:xfrm>
              <a:off x="7290968" y="18103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9" name="object 2819"/>
            <p:cNvSpPr/>
            <p:nvPr/>
          </p:nvSpPr>
          <p:spPr>
            <a:xfrm>
              <a:off x="7290968" y="181191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0" name="object 2820"/>
            <p:cNvSpPr/>
            <p:nvPr/>
          </p:nvSpPr>
          <p:spPr>
            <a:xfrm>
              <a:off x="7290968" y="181496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1" name="object 2821"/>
            <p:cNvSpPr/>
            <p:nvPr/>
          </p:nvSpPr>
          <p:spPr>
            <a:xfrm>
              <a:off x="7290968" y="181648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2" name="object 2822"/>
            <p:cNvSpPr/>
            <p:nvPr/>
          </p:nvSpPr>
          <p:spPr>
            <a:xfrm>
              <a:off x="7290968" y="181724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3" name="object 2823"/>
            <p:cNvSpPr/>
            <p:nvPr/>
          </p:nvSpPr>
          <p:spPr>
            <a:xfrm>
              <a:off x="7290968" y="182029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4" name="object 2824"/>
            <p:cNvSpPr/>
            <p:nvPr/>
          </p:nvSpPr>
          <p:spPr>
            <a:xfrm>
              <a:off x="7290968" y="182181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5" name="object 2825"/>
            <p:cNvSpPr/>
            <p:nvPr/>
          </p:nvSpPr>
          <p:spPr>
            <a:xfrm>
              <a:off x="7290968" y="182334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6" name="object 2826"/>
            <p:cNvSpPr/>
            <p:nvPr/>
          </p:nvSpPr>
          <p:spPr>
            <a:xfrm>
              <a:off x="7290968" y="182562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7" name="object 2827"/>
            <p:cNvSpPr/>
            <p:nvPr/>
          </p:nvSpPr>
          <p:spPr>
            <a:xfrm>
              <a:off x="7290968" y="18271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8" name="object 2828"/>
            <p:cNvSpPr/>
            <p:nvPr/>
          </p:nvSpPr>
          <p:spPr>
            <a:xfrm>
              <a:off x="7290968" y="182867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9" name="object 2829"/>
            <p:cNvSpPr/>
            <p:nvPr/>
          </p:nvSpPr>
          <p:spPr>
            <a:xfrm>
              <a:off x="7290968" y="183172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0" name="object 2830"/>
            <p:cNvSpPr/>
            <p:nvPr/>
          </p:nvSpPr>
          <p:spPr>
            <a:xfrm>
              <a:off x="7290968" y="18332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1" name="object 2831"/>
            <p:cNvSpPr/>
            <p:nvPr/>
          </p:nvSpPr>
          <p:spPr>
            <a:xfrm>
              <a:off x="7290968" y="183477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2" name="object 2832"/>
            <p:cNvSpPr/>
            <p:nvPr/>
          </p:nvSpPr>
          <p:spPr>
            <a:xfrm>
              <a:off x="7290968" y="183705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3" name="object 2833"/>
            <p:cNvSpPr/>
            <p:nvPr/>
          </p:nvSpPr>
          <p:spPr>
            <a:xfrm>
              <a:off x="7290968" y="183858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4" name="object 2834"/>
            <p:cNvSpPr/>
            <p:nvPr/>
          </p:nvSpPr>
          <p:spPr>
            <a:xfrm>
              <a:off x="7290968" y="184010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5" name="object 2835"/>
            <p:cNvSpPr/>
            <p:nvPr/>
          </p:nvSpPr>
          <p:spPr>
            <a:xfrm>
              <a:off x="7290968" y="18431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6" name="object 2836"/>
            <p:cNvSpPr/>
            <p:nvPr/>
          </p:nvSpPr>
          <p:spPr>
            <a:xfrm>
              <a:off x="7290968" y="184467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7" name="object 2837"/>
            <p:cNvSpPr/>
            <p:nvPr/>
          </p:nvSpPr>
          <p:spPr>
            <a:xfrm>
              <a:off x="7290968" y="184620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8" name="object 2838"/>
            <p:cNvSpPr/>
            <p:nvPr/>
          </p:nvSpPr>
          <p:spPr>
            <a:xfrm>
              <a:off x="7290968" y="18484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9" name="object 2839"/>
            <p:cNvSpPr/>
            <p:nvPr/>
          </p:nvSpPr>
          <p:spPr>
            <a:xfrm>
              <a:off x="7290968" y="18500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0" name="object 2840"/>
            <p:cNvSpPr/>
            <p:nvPr/>
          </p:nvSpPr>
          <p:spPr>
            <a:xfrm>
              <a:off x="7290968" y="185153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1" name="object 2841"/>
            <p:cNvSpPr/>
            <p:nvPr/>
          </p:nvSpPr>
          <p:spPr>
            <a:xfrm>
              <a:off x="7290968" y="185458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2" name="object 2842"/>
            <p:cNvSpPr/>
            <p:nvPr/>
          </p:nvSpPr>
          <p:spPr>
            <a:xfrm>
              <a:off x="7290968" y="185610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3" name="object 2843"/>
            <p:cNvSpPr/>
            <p:nvPr/>
          </p:nvSpPr>
          <p:spPr>
            <a:xfrm>
              <a:off x="7290968" y="185763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4" name="object 2844"/>
            <p:cNvSpPr/>
            <p:nvPr/>
          </p:nvSpPr>
          <p:spPr>
            <a:xfrm>
              <a:off x="7290968" y="185991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5" name="object 2845"/>
            <p:cNvSpPr/>
            <p:nvPr/>
          </p:nvSpPr>
          <p:spPr>
            <a:xfrm>
              <a:off x="7290968" y="186144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6" name="object 2846"/>
            <p:cNvSpPr/>
            <p:nvPr/>
          </p:nvSpPr>
          <p:spPr>
            <a:xfrm>
              <a:off x="7290968" y="186296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7" name="object 2847"/>
            <p:cNvSpPr/>
            <p:nvPr/>
          </p:nvSpPr>
          <p:spPr>
            <a:xfrm>
              <a:off x="7290968" y="186601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8" name="object 2848"/>
            <p:cNvSpPr/>
            <p:nvPr/>
          </p:nvSpPr>
          <p:spPr>
            <a:xfrm>
              <a:off x="7290968" y="186753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9" name="object 2849"/>
            <p:cNvSpPr/>
            <p:nvPr/>
          </p:nvSpPr>
          <p:spPr>
            <a:xfrm>
              <a:off x="7290968" y="186906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0" name="object 2850"/>
            <p:cNvSpPr/>
            <p:nvPr/>
          </p:nvSpPr>
          <p:spPr>
            <a:xfrm>
              <a:off x="7290968" y="187134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1" name="object 2851"/>
            <p:cNvSpPr/>
            <p:nvPr/>
          </p:nvSpPr>
          <p:spPr>
            <a:xfrm>
              <a:off x="7290968" y="187287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2" name="object 2852"/>
            <p:cNvSpPr/>
            <p:nvPr/>
          </p:nvSpPr>
          <p:spPr>
            <a:xfrm>
              <a:off x="7290968" y="187439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3" name="object 2853"/>
            <p:cNvSpPr/>
            <p:nvPr/>
          </p:nvSpPr>
          <p:spPr>
            <a:xfrm>
              <a:off x="7290968" y="187744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4" name="object 2854"/>
            <p:cNvSpPr/>
            <p:nvPr/>
          </p:nvSpPr>
          <p:spPr>
            <a:xfrm>
              <a:off x="7290968" y="187896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5" name="object 2855"/>
            <p:cNvSpPr/>
            <p:nvPr/>
          </p:nvSpPr>
          <p:spPr>
            <a:xfrm>
              <a:off x="7290968" y="188049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6" name="object 2856"/>
            <p:cNvSpPr/>
            <p:nvPr/>
          </p:nvSpPr>
          <p:spPr>
            <a:xfrm>
              <a:off x="7290968" y="18827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7" name="object 2857"/>
            <p:cNvSpPr/>
            <p:nvPr/>
          </p:nvSpPr>
          <p:spPr>
            <a:xfrm>
              <a:off x="7290968" y="188430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8" name="object 2858"/>
            <p:cNvSpPr/>
            <p:nvPr/>
          </p:nvSpPr>
          <p:spPr>
            <a:xfrm>
              <a:off x="7290968" y="188582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9" name="object 2859"/>
            <p:cNvSpPr/>
            <p:nvPr/>
          </p:nvSpPr>
          <p:spPr>
            <a:xfrm>
              <a:off x="7290968" y="188887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0" name="object 2860"/>
            <p:cNvSpPr/>
            <p:nvPr/>
          </p:nvSpPr>
          <p:spPr>
            <a:xfrm>
              <a:off x="7290968" y="18903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1" name="object 2861"/>
            <p:cNvSpPr/>
            <p:nvPr/>
          </p:nvSpPr>
          <p:spPr>
            <a:xfrm>
              <a:off x="7290968" y="189116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2" name="object 2862"/>
            <p:cNvSpPr/>
            <p:nvPr/>
          </p:nvSpPr>
          <p:spPr>
            <a:xfrm>
              <a:off x="7290968" y="189420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3" name="object 2863"/>
            <p:cNvSpPr/>
            <p:nvPr/>
          </p:nvSpPr>
          <p:spPr>
            <a:xfrm>
              <a:off x="7290968" y="189573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4" name="object 2864"/>
            <p:cNvSpPr/>
            <p:nvPr/>
          </p:nvSpPr>
          <p:spPr>
            <a:xfrm>
              <a:off x="7290968" y="189725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5" name="object 2865"/>
            <p:cNvSpPr/>
            <p:nvPr/>
          </p:nvSpPr>
          <p:spPr>
            <a:xfrm>
              <a:off x="7290968" y="189954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6" name="object 2866"/>
            <p:cNvSpPr/>
            <p:nvPr/>
          </p:nvSpPr>
          <p:spPr>
            <a:xfrm>
              <a:off x="7290968" y="190106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7" name="object 2867"/>
            <p:cNvSpPr/>
            <p:nvPr/>
          </p:nvSpPr>
          <p:spPr>
            <a:xfrm>
              <a:off x="7290968" y="190259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8" name="object 2868"/>
            <p:cNvSpPr/>
            <p:nvPr/>
          </p:nvSpPr>
          <p:spPr>
            <a:xfrm>
              <a:off x="7290968" y="190563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9" name="object 2869"/>
            <p:cNvSpPr/>
            <p:nvPr/>
          </p:nvSpPr>
          <p:spPr>
            <a:xfrm>
              <a:off x="7290968" y="190716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0" name="object 2870"/>
            <p:cNvSpPr/>
            <p:nvPr/>
          </p:nvSpPr>
          <p:spPr>
            <a:xfrm>
              <a:off x="7290968" y="190868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1" name="object 2871"/>
            <p:cNvSpPr/>
            <p:nvPr/>
          </p:nvSpPr>
          <p:spPr>
            <a:xfrm>
              <a:off x="7290968" y="191097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2" name="object 2872"/>
            <p:cNvSpPr/>
            <p:nvPr/>
          </p:nvSpPr>
          <p:spPr>
            <a:xfrm>
              <a:off x="7290968" y="191249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3" name="object 2873"/>
            <p:cNvSpPr/>
            <p:nvPr/>
          </p:nvSpPr>
          <p:spPr>
            <a:xfrm>
              <a:off x="7290968" y="191402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4" name="object 2874"/>
            <p:cNvSpPr/>
            <p:nvPr/>
          </p:nvSpPr>
          <p:spPr>
            <a:xfrm>
              <a:off x="7290968" y="191706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5" name="object 2875"/>
            <p:cNvSpPr/>
            <p:nvPr/>
          </p:nvSpPr>
          <p:spPr>
            <a:xfrm>
              <a:off x="7290968" y="191859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6" name="object 2876"/>
            <p:cNvSpPr/>
            <p:nvPr/>
          </p:nvSpPr>
          <p:spPr>
            <a:xfrm>
              <a:off x="7290968" y="192011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7" name="object 2877"/>
            <p:cNvSpPr/>
            <p:nvPr/>
          </p:nvSpPr>
          <p:spPr>
            <a:xfrm>
              <a:off x="7290968" y="192240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8" name="object 2878"/>
            <p:cNvSpPr/>
            <p:nvPr/>
          </p:nvSpPr>
          <p:spPr>
            <a:xfrm>
              <a:off x="7290968" y="192392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9" name="object 2879"/>
            <p:cNvSpPr/>
            <p:nvPr/>
          </p:nvSpPr>
          <p:spPr>
            <a:xfrm>
              <a:off x="7290968" y="192545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0" name="object 2880"/>
            <p:cNvSpPr/>
            <p:nvPr/>
          </p:nvSpPr>
          <p:spPr>
            <a:xfrm>
              <a:off x="7290968" y="19284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1" name="object 2881"/>
            <p:cNvSpPr/>
            <p:nvPr/>
          </p:nvSpPr>
          <p:spPr>
            <a:xfrm>
              <a:off x="7290968" y="193002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2" name="object 2882"/>
            <p:cNvSpPr/>
            <p:nvPr/>
          </p:nvSpPr>
          <p:spPr>
            <a:xfrm>
              <a:off x="7290968" y="193154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3" name="object 2883"/>
            <p:cNvSpPr/>
            <p:nvPr/>
          </p:nvSpPr>
          <p:spPr>
            <a:xfrm>
              <a:off x="7290968" y="193383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4" name="object 2884"/>
            <p:cNvSpPr/>
            <p:nvPr/>
          </p:nvSpPr>
          <p:spPr>
            <a:xfrm>
              <a:off x="7290968" y="193535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5" name="object 2885"/>
            <p:cNvSpPr/>
            <p:nvPr/>
          </p:nvSpPr>
          <p:spPr>
            <a:xfrm>
              <a:off x="7290968" y="193688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6" name="object 2886"/>
            <p:cNvSpPr/>
            <p:nvPr/>
          </p:nvSpPr>
          <p:spPr>
            <a:xfrm>
              <a:off x="7290968" y="193992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7" name="object 2887"/>
            <p:cNvSpPr/>
            <p:nvPr/>
          </p:nvSpPr>
          <p:spPr>
            <a:xfrm>
              <a:off x="7290968" y="194145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8" name="object 2888"/>
            <p:cNvSpPr/>
            <p:nvPr/>
          </p:nvSpPr>
          <p:spPr>
            <a:xfrm>
              <a:off x="7290968" y="194297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9" name="object 2889"/>
            <p:cNvSpPr/>
            <p:nvPr/>
          </p:nvSpPr>
          <p:spPr>
            <a:xfrm>
              <a:off x="7290968" y="194526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0" name="object 2890"/>
            <p:cNvSpPr/>
            <p:nvPr/>
          </p:nvSpPr>
          <p:spPr>
            <a:xfrm>
              <a:off x="7290968" y="19467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1" name="object 2891"/>
            <p:cNvSpPr/>
            <p:nvPr/>
          </p:nvSpPr>
          <p:spPr>
            <a:xfrm>
              <a:off x="7290968" y="194831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2" name="object 2892"/>
            <p:cNvSpPr/>
            <p:nvPr/>
          </p:nvSpPr>
          <p:spPr>
            <a:xfrm>
              <a:off x="7290968" y="195135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3" name="object 2893"/>
            <p:cNvSpPr/>
            <p:nvPr/>
          </p:nvSpPr>
          <p:spPr>
            <a:xfrm>
              <a:off x="7290968" y="19528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4" name="object 2894"/>
            <p:cNvSpPr/>
            <p:nvPr/>
          </p:nvSpPr>
          <p:spPr>
            <a:xfrm>
              <a:off x="7290968" y="195440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5" name="object 2895"/>
            <p:cNvSpPr/>
            <p:nvPr/>
          </p:nvSpPr>
          <p:spPr>
            <a:xfrm>
              <a:off x="7290968" y="195669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6" name="object 2896"/>
            <p:cNvSpPr/>
            <p:nvPr/>
          </p:nvSpPr>
          <p:spPr>
            <a:xfrm>
              <a:off x="7290968" y="19582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7" name="object 2897"/>
            <p:cNvSpPr/>
            <p:nvPr/>
          </p:nvSpPr>
          <p:spPr>
            <a:xfrm>
              <a:off x="7290968" y="195974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8" name="object 2898"/>
            <p:cNvSpPr/>
            <p:nvPr/>
          </p:nvSpPr>
          <p:spPr>
            <a:xfrm>
              <a:off x="7290968" y="196278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9" name="object 2899"/>
            <p:cNvSpPr/>
            <p:nvPr/>
          </p:nvSpPr>
          <p:spPr>
            <a:xfrm>
              <a:off x="7290968" y="196431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0" name="object 2900"/>
            <p:cNvSpPr/>
            <p:nvPr/>
          </p:nvSpPr>
          <p:spPr>
            <a:xfrm>
              <a:off x="7290968" y="196507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1" name="object 2901"/>
            <p:cNvSpPr/>
            <p:nvPr/>
          </p:nvSpPr>
          <p:spPr>
            <a:xfrm>
              <a:off x="7290968" y="196812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2" name="object 2902"/>
            <p:cNvSpPr/>
            <p:nvPr/>
          </p:nvSpPr>
          <p:spPr>
            <a:xfrm>
              <a:off x="7290968" y="196964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3" name="object 2903"/>
            <p:cNvSpPr/>
            <p:nvPr/>
          </p:nvSpPr>
          <p:spPr>
            <a:xfrm>
              <a:off x="7290968" y="197117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4" name="object 2904"/>
            <p:cNvSpPr/>
            <p:nvPr/>
          </p:nvSpPr>
          <p:spPr>
            <a:xfrm>
              <a:off x="7290968" y="197345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5" name="object 2905"/>
            <p:cNvSpPr/>
            <p:nvPr/>
          </p:nvSpPr>
          <p:spPr>
            <a:xfrm>
              <a:off x="7290968" y="197498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6" name="object 2906"/>
            <p:cNvSpPr/>
            <p:nvPr/>
          </p:nvSpPr>
          <p:spPr>
            <a:xfrm>
              <a:off x="7290968" y="197650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7" name="object 2907"/>
            <p:cNvSpPr/>
            <p:nvPr/>
          </p:nvSpPr>
          <p:spPr>
            <a:xfrm>
              <a:off x="7290968" y="197955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8" name="object 2908"/>
            <p:cNvSpPr/>
            <p:nvPr/>
          </p:nvSpPr>
          <p:spPr>
            <a:xfrm>
              <a:off x="7290968" y="198107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9" name="object 2909"/>
            <p:cNvSpPr/>
            <p:nvPr/>
          </p:nvSpPr>
          <p:spPr>
            <a:xfrm>
              <a:off x="7290968" y="198260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0" name="object 2910"/>
            <p:cNvSpPr/>
            <p:nvPr/>
          </p:nvSpPr>
          <p:spPr>
            <a:xfrm>
              <a:off x="7290968" y="19848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1" name="object 2911"/>
            <p:cNvSpPr/>
            <p:nvPr/>
          </p:nvSpPr>
          <p:spPr>
            <a:xfrm>
              <a:off x="7290968" y="198641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2" name="object 2912"/>
            <p:cNvSpPr/>
            <p:nvPr/>
          </p:nvSpPr>
          <p:spPr>
            <a:xfrm>
              <a:off x="7290968" y="198793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3" name="object 2913"/>
            <p:cNvSpPr/>
            <p:nvPr/>
          </p:nvSpPr>
          <p:spPr>
            <a:xfrm>
              <a:off x="7290968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4" name="object 2914"/>
            <p:cNvSpPr/>
            <p:nvPr/>
          </p:nvSpPr>
          <p:spPr>
            <a:xfrm>
              <a:off x="7289444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5" name="object 2915"/>
            <p:cNvSpPr/>
            <p:nvPr/>
          </p:nvSpPr>
          <p:spPr>
            <a:xfrm>
              <a:off x="7286396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6" name="object 2916"/>
            <p:cNvSpPr/>
            <p:nvPr/>
          </p:nvSpPr>
          <p:spPr>
            <a:xfrm>
              <a:off x="7284872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7" name="object 2917"/>
            <p:cNvSpPr/>
            <p:nvPr/>
          </p:nvSpPr>
          <p:spPr>
            <a:xfrm>
              <a:off x="7283348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8" name="object 2918"/>
            <p:cNvSpPr/>
            <p:nvPr/>
          </p:nvSpPr>
          <p:spPr>
            <a:xfrm>
              <a:off x="7280300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9" name="object 2919"/>
            <p:cNvSpPr/>
            <p:nvPr/>
          </p:nvSpPr>
          <p:spPr>
            <a:xfrm>
              <a:off x="7277252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0" name="object 2920"/>
            <p:cNvSpPr/>
            <p:nvPr/>
          </p:nvSpPr>
          <p:spPr>
            <a:xfrm>
              <a:off x="7274966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1" name="object 2921"/>
            <p:cNvSpPr/>
            <p:nvPr/>
          </p:nvSpPr>
          <p:spPr>
            <a:xfrm>
              <a:off x="7273442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2" name="object 2922"/>
            <p:cNvSpPr/>
            <p:nvPr/>
          </p:nvSpPr>
          <p:spPr>
            <a:xfrm>
              <a:off x="7271918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3" name="object 2923"/>
            <p:cNvSpPr/>
            <p:nvPr/>
          </p:nvSpPr>
          <p:spPr>
            <a:xfrm>
              <a:off x="7268870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4" name="object 2924"/>
            <p:cNvSpPr/>
            <p:nvPr/>
          </p:nvSpPr>
          <p:spPr>
            <a:xfrm>
              <a:off x="7265822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5" name="object 2925"/>
            <p:cNvSpPr/>
            <p:nvPr/>
          </p:nvSpPr>
          <p:spPr>
            <a:xfrm>
              <a:off x="7263536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6" name="object 2926"/>
            <p:cNvSpPr/>
            <p:nvPr/>
          </p:nvSpPr>
          <p:spPr>
            <a:xfrm>
              <a:off x="7260488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7" name="object 2927"/>
            <p:cNvSpPr/>
            <p:nvPr/>
          </p:nvSpPr>
          <p:spPr>
            <a:xfrm>
              <a:off x="7258202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8" name="object 2928"/>
            <p:cNvSpPr/>
            <p:nvPr/>
          </p:nvSpPr>
          <p:spPr>
            <a:xfrm>
              <a:off x="7256678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9" name="object 2929"/>
            <p:cNvSpPr/>
            <p:nvPr/>
          </p:nvSpPr>
          <p:spPr>
            <a:xfrm>
              <a:off x="7255154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0" name="object 2930"/>
            <p:cNvSpPr/>
            <p:nvPr/>
          </p:nvSpPr>
          <p:spPr>
            <a:xfrm>
              <a:off x="7252106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1" name="object 2931"/>
            <p:cNvSpPr/>
            <p:nvPr/>
          </p:nvSpPr>
          <p:spPr>
            <a:xfrm>
              <a:off x="7249058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2" name="object 2932"/>
            <p:cNvSpPr/>
            <p:nvPr/>
          </p:nvSpPr>
          <p:spPr>
            <a:xfrm>
              <a:off x="7246772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3" name="object 2933"/>
            <p:cNvSpPr/>
            <p:nvPr/>
          </p:nvSpPr>
          <p:spPr>
            <a:xfrm>
              <a:off x="7245248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4" name="object 2934"/>
            <p:cNvSpPr/>
            <p:nvPr/>
          </p:nvSpPr>
          <p:spPr>
            <a:xfrm>
              <a:off x="7243724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5" name="object 2935"/>
            <p:cNvSpPr/>
            <p:nvPr/>
          </p:nvSpPr>
          <p:spPr>
            <a:xfrm>
              <a:off x="7240676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6" name="object 2936"/>
            <p:cNvSpPr/>
            <p:nvPr/>
          </p:nvSpPr>
          <p:spPr>
            <a:xfrm>
              <a:off x="7237628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7" name="object 2937"/>
            <p:cNvSpPr/>
            <p:nvPr/>
          </p:nvSpPr>
          <p:spPr>
            <a:xfrm>
              <a:off x="7235342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8" name="object 2938"/>
            <p:cNvSpPr/>
            <p:nvPr/>
          </p:nvSpPr>
          <p:spPr>
            <a:xfrm>
              <a:off x="7233818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9" name="object 2939"/>
            <p:cNvSpPr/>
            <p:nvPr/>
          </p:nvSpPr>
          <p:spPr>
            <a:xfrm>
              <a:off x="7232294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0" name="object 2940"/>
            <p:cNvSpPr/>
            <p:nvPr/>
          </p:nvSpPr>
          <p:spPr>
            <a:xfrm>
              <a:off x="7229246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1" name="object 2941"/>
            <p:cNvSpPr/>
            <p:nvPr/>
          </p:nvSpPr>
          <p:spPr>
            <a:xfrm>
              <a:off x="7226198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2" name="object 2942"/>
            <p:cNvSpPr/>
            <p:nvPr/>
          </p:nvSpPr>
          <p:spPr>
            <a:xfrm>
              <a:off x="7223912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3" name="object 2943"/>
            <p:cNvSpPr/>
            <p:nvPr/>
          </p:nvSpPr>
          <p:spPr>
            <a:xfrm>
              <a:off x="7222388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4" name="object 2944"/>
            <p:cNvSpPr/>
            <p:nvPr/>
          </p:nvSpPr>
          <p:spPr>
            <a:xfrm>
              <a:off x="7220864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5" name="object 2945"/>
            <p:cNvSpPr/>
            <p:nvPr/>
          </p:nvSpPr>
          <p:spPr>
            <a:xfrm>
              <a:off x="7217816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6" name="object 2946"/>
            <p:cNvSpPr/>
            <p:nvPr/>
          </p:nvSpPr>
          <p:spPr>
            <a:xfrm>
              <a:off x="7214768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7" name="object 2947"/>
            <p:cNvSpPr/>
            <p:nvPr/>
          </p:nvSpPr>
          <p:spPr>
            <a:xfrm>
              <a:off x="7212482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8" name="object 2948"/>
            <p:cNvSpPr/>
            <p:nvPr/>
          </p:nvSpPr>
          <p:spPr>
            <a:xfrm>
              <a:off x="7210958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9" name="object 2949"/>
            <p:cNvSpPr/>
            <p:nvPr/>
          </p:nvSpPr>
          <p:spPr>
            <a:xfrm>
              <a:off x="7209434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0" name="object 2950"/>
            <p:cNvSpPr/>
            <p:nvPr/>
          </p:nvSpPr>
          <p:spPr>
            <a:xfrm>
              <a:off x="7206386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1" name="object 2951"/>
            <p:cNvSpPr/>
            <p:nvPr/>
          </p:nvSpPr>
          <p:spPr>
            <a:xfrm>
              <a:off x="7203338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2" name="object 2952"/>
            <p:cNvSpPr/>
            <p:nvPr/>
          </p:nvSpPr>
          <p:spPr>
            <a:xfrm>
              <a:off x="7201052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3" name="object 2953"/>
            <p:cNvSpPr/>
            <p:nvPr/>
          </p:nvSpPr>
          <p:spPr>
            <a:xfrm>
              <a:off x="7199528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4" name="object 2954"/>
            <p:cNvSpPr/>
            <p:nvPr/>
          </p:nvSpPr>
          <p:spPr>
            <a:xfrm>
              <a:off x="7198004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5" name="object 2955"/>
            <p:cNvSpPr/>
            <p:nvPr/>
          </p:nvSpPr>
          <p:spPr>
            <a:xfrm>
              <a:off x="7195718" y="19909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6" name="object 2956"/>
            <p:cNvSpPr/>
            <p:nvPr/>
          </p:nvSpPr>
          <p:spPr>
            <a:xfrm>
              <a:off x="7194194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7" name="object 2957"/>
            <p:cNvSpPr/>
            <p:nvPr/>
          </p:nvSpPr>
          <p:spPr>
            <a:xfrm>
              <a:off x="7192670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8" name="object 2958"/>
            <p:cNvSpPr/>
            <p:nvPr/>
          </p:nvSpPr>
          <p:spPr>
            <a:xfrm>
              <a:off x="7189622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9" name="object 2959"/>
            <p:cNvSpPr/>
            <p:nvPr/>
          </p:nvSpPr>
          <p:spPr>
            <a:xfrm>
              <a:off x="7186574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0" name="object 2960"/>
            <p:cNvSpPr/>
            <p:nvPr/>
          </p:nvSpPr>
          <p:spPr>
            <a:xfrm>
              <a:off x="7184288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1" name="object 2961"/>
            <p:cNvSpPr/>
            <p:nvPr/>
          </p:nvSpPr>
          <p:spPr>
            <a:xfrm>
              <a:off x="7182764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2" name="object 2962"/>
            <p:cNvSpPr/>
            <p:nvPr/>
          </p:nvSpPr>
          <p:spPr>
            <a:xfrm>
              <a:off x="7181240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3" name="object 2963"/>
            <p:cNvSpPr/>
            <p:nvPr/>
          </p:nvSpPr>
          <p:spPr>
            <a:xfrm>
              <a:off x="7178192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4" name="object 2964"/>
            <p:cNvSpPr/>
            <p:nvPr/>
          </p:nvSpPr>
          <p:spPr>
            <a:xfrm>
              <a:off x="7175144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5" name="object 2965"/>
            <p:cNvSpPr/>
            <p:nvPr/>
          </p:nvSpPr>
          <p:spPr>
            <a:xfrm>
              <a:off x="7172858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6" name="object 2966"/>
            <p:cNvSpPr/>
            <p:nvPr/>
          </p:nvSpPr>
          <p:spPr>
            <a:xfrm>
              <a:off x="7171334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7" name="object 2967"/>
            <p:cNvSpPr/>
            <p:nvPr/>
          </p:nvSpPr>
          <p:spPr>
            <a:xfrm>
              <a:off x="7169810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8" name="object 2968"/>
            <p:cNvSpPr/>
            <p:nvPr/>
          </p:nvSpPr>
          <p:spPr>
            <a:xfrm>
              <a:off x="7166762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9" name="object 2969"/>
            <p:cNvSpPr/>
            <p:nvPr/>
          </p:nvSpPr>
          <p:spPr>
            <a:xfrm>
              <a:off x="7163714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0" name="object 2970"/>
            <p:cNvSpPr/>
            <p:nvPr/>
          </p:nvSpPr>
          <p:spPr>
            <a:xfrm>
              <a:off x="7161428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1" name="object 2971"/>
            <p:cNvSpPr/>
            <p:nvPr/>
          </p:nvSpPr>
          <p:spPr>
            <a:xfrm>
              <a:off x="7159904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2" name="object 2972"/>
            <p:cNvSpPr/>
            <p:nvPr/>
          </p:nvSpPr>
          <p:spPr>
            <a:xfrm>
              <a:off x="7158380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3" name="object 2973"/>
            <p:cNvSpPr/>
            <p:nvPr/>
          </p:nvSpPr>
          <p:spPr>
            <a:xfrm>
              <a:off x="7155332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4" name="object 2974"/>
            <p:cNvSpPr/>
            <p:nvPr/>
          </p:nvSpPr>
          <p:spPr>
            <a:xfrm>
              <a:off x="7152284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5" name="object 2975"/>
            <p:cNvSpPr/>
            <p:nvPr/>
          </p:nvSpPr>
          <p:spPr>
            <a:xfrm>
              <a:off x="7149998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6" name="object 2976"/>
            <p:cNvSpPr/>
            <p:nvPr/>
          </p:nvSpPr>
          <p:spPr>
            <a:xfrm>
              <a:off x="7148474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7" name="object 2977"/>
            <p:cNvSpPr/>
            <p:nvPr/>
          </p:nvSpPr>
          <p:spPr>
            <a:xfrm>
              <a:off x="7146950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8" name="object 2978"/>
            <p:cNvSpPr/>
            <p:nvPr/>
          </p:nvSpPr>
          <p:spPr>
            <a:xfrm>
              <a:off x="7143902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9" name="object 2979"/>
            <p:cNvSpPr/>
            <p:nvPr/>
          </p:nvSpPr>
          <p:spPr>
            <a:xfrm>
              <a:off x="7140854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0" name="object 2980"/>
            <p:cNvSpPr/>
            <p:nvPr/>
          </p:nvSpPr>
          <p:spPr>
            <a:xfrm>
              <a:off x="7138568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1" name="object 2981"/>
            <p:cNvSpPr/>
            <p:nvPr/>
          </p:nvSpPr>
          <p:spPr>
            <a:xfrm>
              <a:off x="7137044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2" name="object 2982"/>
            <p:cNvSpPr/>
            <p:nvPr/>
          </p:nvSpPr>
          <p:spPr>
            <a:xfrm>
              <a:off x="7135520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3" name="object 2983"/>
            <p:cNvSpPr/>
            <p:nvPr/>
          </p:nvSpPr>
          <p:spPr>
            <a:xfrm>
              <a:off x="7132472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4" name="object 2984"/>
            <p:cNvSpPr/>
            <p:nvPr/>
          </p:nvSpPr>
          <p:spPr>
            <a:xfrm>
              <a:off x="7129424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5" name="object 2985"/>
            <p:cNvSpPr/>
            <p:nvPr/>
          </p:nvSpPr>
          <p:spPr>
            <a:xfrm>
              <a:off x="7127125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6" name="object 2986"/>
            <p:cNvSpPr/>
            <p:nvPr/>
          </p:nvSpPr>
          <p:spPr>
            <a:xfrm>
              <a:off x="7124077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7" name="object 2987"/>
            <p:cNvSpPr/>
            <p:nvPr/>
          </p:nvSpPr>
          <p:spPr>
            <a:xfrm>
              <a:off x="7121791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8" name="object 2988"/>
            <p:cNvSpPr/>
            <p:nvPr/>
          </p:nvSpPr>
          <p:spPr>
            <a:xfrm>
              <a:off x="7120267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9" name="object 2989"/>
            <p:cNvSpPr/>
            <p:nvPr/>
          </p:nvSpPr>
          <p:spPr>
            <a:xfrm>
              <a:off x="7118743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0" name="object 2990"/>
            <p:cNvSpPr/>
            <p:nvPr/>
          </p:nvSpPr>
          <p:spPr>
            <a:xfrm>
              <a:off x="7115695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1" name="object 2991"/>
            <p:cNvSpPr/>
            <p:nvPr/>
          </p:nvSpPr>
          <p:spPr>
            <a:xfrm>
              <a:off x="7112647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2" name="object 2992"/>
            <p:cNvSpPr/>
            <p:nvPr/>
          </p:nvSpPr>
          <p:spPr>
            <a:xfrm>
              <a:off x="7110362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3" name="object 2993"/>
            <p:cNvSpPr/>
            <p:nvPr/>
          </p:nvSpPr>
          <p:spPr>
            <a:xfrm>
              <a:off x="7108837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4" name="object 2994"/>
            <p:cNvSpPr/>
            <p:nvPr/>
          </p:nvSpPr>
          <p:spPr>
            <a:xfrm>
              <a:off x="7107313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5" name="object 2995"/>
            <p:cNvSpPr/>
            <p:nvPr/>
          </p:nvSpPr>
          <p:spPr>
            <a:xfrm>
              <a:off x="7104265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6" name="object 2996"/>
            <p:cNvSpPr/>
            <p:nvPr/>
          </p:nvSpPr>
          <p:spPr>
            <a:xfrm>
              <a:off x="7101217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7" name="object 2997"/>
            <p:cNvSpPr/>
            <p:nvPr/>
          </p:nvSpPr>
          <p:spPr>
            <a:xfrm>
              <a:off x="7098931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8" name="object 2998"/>
            <p:cNvSpPr/>
            <p:nvPr/>
          </p:nvSpPr>
          <p:spPr>
            <a:xfrm>
              <a:off x="7097407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9" name="object 2999"/>
            <p:cNvSpPr/>
            <p:nvPr/>
          </p:nvSpPr>
          <p:spPr>
            <a:xfrm>
              <a:off x="7095883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0" name="object 3000"/>
            <p:cNvSpPr/>
            <p:nvPr/>
          </p:nvSpPr>
          <p:spPr>
            <a:xfrm>
              <a:off x="7092835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1" name="object 3001"/>
            <p:cNvSpPr/>
            <p:nvPr/>
          </p:nvSpPr>
          <p:spPr>
            <a:xfrm>
              <a:off x="7089787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2" name="object 3002"/>
            <p:cNvSpPr/>
            <p:nvPr/>
          </p:nvSpPr>
          <p:spPr>
            <a:xfrm>
              <a:off x="7087501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3" name="object 3003"/>
            <p:cNvSpPr/>
            <p:nvPr/>
          </p:nvSpPr>
          <p:spPr>
            <a:xfrm>
              <a:off x="7085977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4" name="object 3004"/>
            <p:cNvSpPr/>
            <p:nvPr/>
          </p:nvSpPr>
          <p:spPr>
            <a:xfrm>
              <a:off x="7084453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5" name="object 3005"/>
            <p:cNvSpPr/>
            <p:nvPr/>
          </p:nvSpPr>
          <p:spPr>
            <a:xfrm>
              <a:off x="7081405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6" name="object 3006"/>
            <p:cNvSpPr/>
            <p:nvPr/>
          </p:nvSpPr>
          <p:spPr>
            <a:xfrm>
              <a:off x="7078357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7" name="object 3007"/>
            <p:cNvSpPr/>
            <p:nvPr/>
          </p:nvSpPr>
          <p:spPr>
            <a:xfrm>
              <a:off x="7076071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8" name="object 3008"/>
            <p:cNvSpPr/>
            <p:nvPr/>
          </p:nvSpPr>
          <p:spPr>
            <a:xfrm>
              <a:off x="7074547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9" name="object 3009"/>
            <p:cNvSpPr/>
            <p:nvPr/>
          </p:nvSpPr>
          <p:spPr>
            <a:xfrm>
              <a:off x="7073023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0" name="object 3010"/>
            <p:cNvSpPr/>
            <p:nvPr/>
          </p:nvSpPr>
          <p:spPr>
            <a:xfrm>
              <a:off x="7069975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1" name="object 3011"/>
            <p:cNvSpPr/>
            <p:nvPr/>
          </p:nvSpPr>
          <p:spPr>
            <a:xfrm>
              <a:off x="7066927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2" name="object 3012"/>
            <p:cNvSpPr/>
            <p:nvPr/>
          </p:nvSpPr>
          <p:spPr>
            <a:xfrm>
              <a:off x="7064641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3" name="object 3013"/>
            <p:cNvSpPr/>
            <p:nvPr/>
          </p:nvSpPr>
          <p:spPr>
            <a:xfrm>
              <a:off x="7063117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4" name="object 3014"/>
            <p:cNvSpPr/>
            <p:nvPr/>
          </p:nvSpPr>
          <p:spPr>
            <a:xfrm>
              <a:off x="7061593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5" name="object 3015"/>
            <p:cNvSpPr/>
            <p:nvPr/>
          </p:nvSpPr>
          <p:spPr>
            <a:xfrm>
              <a:off x="7059307" y="19909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6" name="object 3016"/>
            <p:cNvSpPr/>
            <p:nvPr/>
          </p:nvSpPr>
          <p:spPr>
            <a:xfrm>
              <a:off x="7057783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7" name="object 3017"/>
            <p:cNvSpPr/>
            <p:nvPr/>
          </p:nvSpPr>
          <p:spPr>
            <a:xfrm>
              <a:off x="7056259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8" name="object 3018"/>
            <p:cNvSpPr/>
            <p:nvPr/>
          </p:nvSpPr>
          <p:spPr>
            <a:xfrm>
              <a:off x="7053212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9" name="object 3019"/>
            <p:cNvSpPr/>
            <p:nvPr/>
          </p:nvSpPr>
          <p:spPr>
            <a:xfrm>
              <a:off x="7050163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0" name="object 3020"/>
            <p:cNvSpPr/>
            <p:nvPr/>
          </p:nvSpPr>
          <p:spPr>
            <a:xfrm>
              <a:off x="7047877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1" name="object 3021"/>
            <p:cNvSpPr/>
            <p:nvPr/>
          </p:nvSpPr>
          <p:spPr>
            <a:xfrm>
              <a:off x="7046353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2" name="object 3022"/>
            <p:cNvSpPr/>
            <p:nvPr/>
          </p:nvSpPr>
          <p:spPr>
            <a:xfrm>
              <a:off x="7044829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3" name="object 3023"/>
            <p:cNvSpPr/>
            <p:nvPr/>
          </p:nvSpPr>
          <p:spPr>
            <a:xfrm>
              <a:off x="7041781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4" name="object 3024"/>
            <p:cNvSpPr/>
            <p:nvPr/>
          </p:nvSpPr>
          <p:spPr>
            <a:xfrm>
              <a:off x="7038733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5" name="object 3025"/>
            <p:cNvSpPr/>
            <p:nvPr/>
          </p:nvSpPr>
          <p:spPr>
            <a:xfrm>
              <a:off x="7036447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6" name="object 3026"/>
            <p:cNvSpPr/>
            <p:nvPr/>
          </p:nvSpPr>
          <p:spPr>
            <a:xfrm>
              <a:off x="7034923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7" name="object 3027"/>
            <p:cNvSpPr/>
            <p:nvPr/>
          </p:nvSpPr>
          <p:spPr>
            <a:xfrm>
              <a:off x="7033400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8" name="object 3028"/>
            <p:cNvSpPr/>
            <p:nvPr/>
          </p:nvSpPr>
          <p:spPr>
            <a:xfrm>
              <a:off x="7030351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9" name="object 3029"/>
            <p:cNvSpPr/>
            <p:nvPr/>
          </p:nvSpPr>
          <p:spPr>
            <a:xfrm>
              <a:off x="7027303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0" name="object 3030"/>
            <p:cNvSpPr/>
            <p:nvPr/>
          </p:nvSpPr>
          <p:spPr>
            <a:xfrm>
              <a:off x="7025017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1" name="object 3031"/>
            <p:cNvSpPr/>
            <p:nvPr/>
          </p:nvSpPr>
          <p:spPr>
            <a:xfrm>
              <a:off x="7023493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2" name="object 3032"/>
            <p:cNvSpPr/>
            <p:nvPr/>
          </p:nvSpPr>
          <p:spPr>
            <a:xfrm>
              <a:off x="7021969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3" name="object 3033"/>
            <p:cNvSpPr/>
            <p:nvPr/>
          </p:nvSpPr>
          <p:spPr>
            <a:xfrm>
              <a:off x="7018921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4" name="object 3034"/>
            <p:cNvSpPr/>
            <p:nvPr/>
          </p:nvSpPr>
          <p:spPr>
            <a:xfrm>
              <a:off x="7015873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5" name="object 3035"/>
            <p:cNvSpPr/>
            <p:nvPr/>
          </p:nvSpPr>
          <p:spPr>
            <a:xfrm>
              <a:off x="7013587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6" name="object 3036"/>
            <p:cNvSpPr/>
            <p:nvPr/>
          </p:nvSpPr>
          <p:spPr>
            <a:xfrm>
              <a:off x="7012063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7" name="object 3037"/>
            <p:cNvSpPr/>
            <p:nvPr/>
          </p:nvSpPr>
          <p:spPr>
            <a:xfrm>
              <a:off x="7010539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8" name="object 3038"/>
            <p:cNvSpPr/>
            <p:nvPr/>
          </p:nvSpPr>
          <p:spPr>
            <a:xfrm>
              <a:off x="7007491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9" name="object 3039"/>
            <p:cNvSpPr/>
            <p:nvPr/>
          </p:nvSpPr>
          <p:spPr>
            <a:xfrm>
              <a:off x="7004443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0" name="object 3040"/>
            <p:cNvSpPr/>
            <p:nvPr/>
          </p:nvSpPr>
          <p:spPr>
            <a:xfrm>
              <a:off x="7002157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1" name="object 3041"/>
            <p:cNvSpPr/>
            <p:nvPr/>
          </p:nvSpPr>
          <p:spPr>
            <a:xfrm>
              <a:off x="7000633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2" name="object 3042"/>
            <p:cNvSpPr/>
            <p:nvPr/>
          </p:nvSpPr>
          <p:spPr>
            <a:xfrm>
              <a:off x="6999109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3" name="object 3043"/>
            <p:cNvSpPr/>
            <p:nvPr/>
          </p:nvSpPr>
          <p:spPr>
            <a:xfrm>
              <a:off x="6996062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4" name="object 3044"/>
            <p:cNvSpPr/>
            <p:nvPr/>
          </p:nvSpPr>
          <p:spPr>
            <a:xfrm>
              <a:off x="6993013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5" name="object 3045"/>
            <p:cNvSpPr/>
            <p:nvPr/>
          </p:nvSpPr>
          <p:spPr>
            <a:xfrm>
              <a:off x="6990727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6" name="object 3046"/>
            <p:cNvSpPr/>
            <p:nvPr/>
          </p:nvSpPr>
          <p:spPr>
            <a:xfrm>
              <a:off x="6987679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7" name="object 3047"/>
            <p:cNvSpPr/>
            <p:nvPr/>
          </p:nvSpPr>
          <p:spPr>
            <a:xfrm>
              <a:off x="6985393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8" name="object 3048"/>
            <p:cNvSpPr/>
            <p:nvPr/>
          </p:nvSpPr>
          <p:spPr>
            <a:xfrm>
              <a:off x="6983869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9" name="object 3049"/>
            <p:cNvSpPr/>
            <p:nvPr/>
          </p:nvSpPr>
          <p:spPr>
            <a:xfrm>
              <a:off x="6982345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0" name="object 3050"/>
            <p:cNvSpPr/>
            <p:nvPr/>
          </p:nvSpPr>
          <p:spPr>
            <a:xfrm>
              <a:off x="6979297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1" name="object 3051"/>
            <p:cNvSpPr/>
            <p:nvPr/>
          </p:nvSpPr>
          <p:spPr>
            <a:xfrm>
              <a:off x="6976250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2" name="object 3052"/>
            <p:cNvSpPr/>
            <p:nvPr/>
          </p:nvSpPr>
          <p:spPr>
            <a:xfrm>
              <a:off x="6973963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3" name="object 3053"/>
            <p:cNvSpPr/>
            <p:nvPr/>
          </p:nvSpPr>
          <p:spPr>
            <a:xfrm>
              <a:off x="6972439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4" name="object 3054"/>
            <p:cNvSpPr/>
            <p:nvPr/>
          </p:nvSpPr>
          <p:spPr>
            <a:xfrm>
              <a:off x="6970915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5" name="object 3055"/>
            <p:cNvSpPr/>
            <p:nvPr/>
          </p:nvSpPr>
          <p:spPr>
            <a:xfrm>
              <a:off x="6967867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6" name="object 3056"/>
            <p:cNvSpPr/>
            <p:nvPr/>
          </p:nvSpPr>
          <p:spPr>
            <a:xfrm>
              <a:off x="6964819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7" name="object 3057"/>
            <p:cNvSpPr/>
            <p:nvPr/>
          </p:nvSpPr>
          <p:spPr>
            <a:xfrm>
              <a:off x="6962533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8" name="object 3058"/>
            <p:cNvSpPr/>
            <p:nvPr/>
          </p:nvSpPr>
          <p:spPr>
            <a:xfrm>
              <a:off x="6961009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9" name="object 3059"/>
            <p:cNvSpPr/>
            <p:nvPr/>
          </p:nvSpPr>
          <p:spPr>
            <a:xfrm>
              <a:off x="6959485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0" name="object 3060"/>
            <p:cNvSpPr/>
            <p:nvPr/>
          </p:nvSpPr>
          <p:spPr>
            <a:xfrm>
              <a:off x="6956437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1" name="object 3061"/>
            <p:cNvSpPr/>
            <p:nvPr/>
          </p:nvSpPr>
          <p:spPr>
            <a:xfrm>
              <a:off x="6953389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2" name="object 3062"/>
            <p:cNvSpPr/>
            <p:nvPr/>
          </p:nvSpPr>
          <p:spPr>
            <a:xfrm>
              <a:off x="6951103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3" name="object 3063"/>
            <p:cNvSpPr/>
            <p:nvPr/>
          </p:nvSpPr>
          <p:spPr>
            <a:xfrm>
              <a:off x="6949579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4" name="object 3064"/>
            <p:cNvSpPr/>
            <p:nvPr/>
          </p:nvSpPr>
          <p:spPr>
            <a:xfrm>
              <a:off x="6948055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5" name="object 3065"/>
            <p:cNvSpPr/>
            <p:nvPr/>
          </p:nvSpPr>
          <p:spPr>
            <a:xfrm>
              <a:off x="6945007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6" name="object 3066"/>
            <p:cNvSpPr/>
            <p:nvPr/>
          </p:nvSpPr>
          <p:spPr>
            <a:xfrm>
              <a:off x="6941959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7" name="object 3067"/>
            <p:cNvSpPr/>
            <p:nvPr/>
          </p:nvSpPr>
          <p:spPr>
            <a:xfrm>
              <a:off x="6939673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8" name="object 3068"/>
            <p:cNvSpPr/>
            <p:nvPr/>
          </p:nvSpPr>
          <p:spPr>
            <a:xfrm>
              <a:off x="6938150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9" name="object 3069"/>
            <p:cNvSpPr/>
            <p:nvPr/>
          </p:nvSpPr>
          <p:spPr>
            <a:xfrm>
              <a:off x="6936625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0" name="object 3070"/>
            <p:cNvSpPr/>
            <p:nvPr/>
          </p:nvSpPr>
          <p:spPr>
            <a:xfrm>
              <a:off x="6933577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1" name="object 3071"/>
            <p:cNvSpPr/>
            <p:nvPr/>
          </p:nvSpPr>
          <p:spPr>
            <a:xfrm>
              <a:off x="6930529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2" name="object 3072"/>
            <p:cNvSpPr/>
            <p:nvPr/>
          </p:nvSpPr>
          <p:spPr>
            <a:xfrm>
              <a:off x="6928243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3" name="object 3073"/>
            <p:cNvSpPr/>
            <p:nvPr/>
          </p:nvSpPr>
          <p:spPr>
            <a:xfrm>
              <a:off x="6926719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4" name="object 3074"/>
            <p:cNvSpPr/>
            <p:nvPr/>
          </p:nvSpPr>
          <p:spPr>
            <a:xfrm>
              <a:off x="6925195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5" name="object 3075"/>
            <p:cNvSpPr/>
            <p:nvPr/>
          </p:nvSpPr>
          <p:spPr>
            <a:xfrm>
              <a:off x="6922909" y="19909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6" name="object 3076"/>
            <p:cNvSpPr/>
            <p:nvPr/>
          </p:nvSpPr>
          <p:spPr>
            <a:xfrm>
              <a:off x="6921385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7" name="object 3077"/>
            <p:cNvSpPr/>
            <p:nvPr/>
          </p:nvSpPr>
          <p:spPr>
            <a:xfrm>
              <a:off x="6919862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8" name="object 3078"/>
            <p:cNvSpPr/>
            <p:nvPr/>
          </p:nvSpPr>
          <p:spPr>
            <a:xfrm>
              <a:off x="6916813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9" name="object 3079"/>
            <p:cNvSpPr/>
            <p:nvPr/>
          </p:nvSpPr>
          <p:spPr>
            <a:xfrm>
              <a:off x="6913765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0" name="object 3080"/>
            <p:cNvSpPr/>
            <p:nvPr/>
          </p:nvSpPr>
          <p:spPr>
            <a:xfrm>
              <a:off x="6911479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1" name="object 3081"/>
            <p:cNvSpPr/>
            <p:nvPr/>
          </p:nvSpPr>
          <p:spPr>
            <a:xfrm>
              <a:off x="6909955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2" name="object 3082"/>
            <p:cNvSpPr/>
            <p:nvPr/>
          </p:nvSpPr>
          <p:spPr>
            <a:xfrm>
              <a:off x="6908431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3" name="object 3083"/>
            <p:cNvSpPr/>
            <p:nvPr/>
          </p:nvSpPr>
          <p:spPr>
            <a:xfrm>
              <a:off x="6905383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4" name="object 3084"/>
            <p:cNvSpPr/>
            <p:nvPr/>
          </p:nvSpPr>
          <p:spPr>
            <a:xfrm>
              <a:off x="6902335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5" name="object 3085"/>
            <p:cNvSpPr/>
            <p:nvPr/>
          </p:nvSpPr>
          <p:spPr>
            <a:xfrm>
              <a:off x="6900050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6" name="object 3086"/>
            <p:cNvSpPr/>
            <p:nvPr/>
          </p:nvSpPr>
          <p:spPr>
            <a:xfrm>
              <a:off x="6898525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7" name="object 3087"/>
            <p:cNvSpPr/>
            <p:nvPr/>
          </p:nvSpPr>
          <p:spPr>
            <a:xfrm>
              <a:off x="6897001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8" name="object 3088"/>
            <p:cNvSpPr/>
            <p:nvPr/>
          </p:nvSpPr>
          <p:spPr>
            <a:xfrm>
              <a:off x="6893953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9" name="object 3089"/>
            <p:cNvSpPr/>
            <p:nvPr/>
          </p:nvSpPr>
          <p:spPr>
            <a:xfrm>
              <a:off x="6890905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0" name="object 3090"/>
            <p:cNvSpPr/>
            <p:nvPr/>
          </p:nvSpPr>
          <p:spPr>
            <a:xfrm>
              <a:off x="6888619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1" name="object 3091"/>
            <p:cNvSpPr/>
            <p:nvPr/>
          </p:nvSpPr>
          <p:spPr>
            <a:xfrm>
              <a:off x="6887095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2" name="object 3092"/>
            <p:cNvSpPr/>
            <p:nvPr/>
          </p:nvSpPr>
          <p:spPr>
            <a:xfrm>
              <a:off x="6885571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3" name="object 3093"/>
            <p:cNvSpPr/>
            <p:nvPr/>
          </p:nvSpPr>
          <p:spPr>
            <a:xfrm>
              <a:off x="6882523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4" name="object 3094"/>
            <p:cNvSpPr/>
            <p:nvPr/>
          </p:nvSpPr>
          <p:spPr>
            <a:xfrm>
              <a:off x="6879475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5" name="object 3095"/>
            <p:cNvSpPr/>
            <p:nvPr/>
          </p:nvSpPr>
          <p:spPr>
            <a:xfrm>
              <a:off x="6877189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6" name="object 3096"/>
            <p:cNvSpPr/>
            <p:nvPr/>
          </p:nvSpPr>
          <p:spPr>
            <a:xfrm>
              <a:off x="6875665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7" name="object 3097"/>
            <p:cNvSpPr/>
            <p:nvPr/>
          </p:nvSpPr>
          <p:spPr>
            <a:xfrm>
              <a:off x="6874141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8" name="object 3098"/>
            <p:cNvSpPr/>
            <p:nvPr/>
          </p:nvSpPr>
          <p:spPr>
            <a:xfrm>
              <a:off x="6871093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9" name="object 3099"/>
            <p:cNvSpPr/>
            <p:nvPr/>
          </p:nvSpPr>
          <p:spPr>
            <a:xfrm>
              <a:off x="6868045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0" name="object 3100"/>
            <p:cNvSpPr/>
            <p:nvPr/>
          </p:nvSpPr>
          <p:spPr>
            <a:xfrm>
              <a:off x="6865759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1" name="object 3101"/>
            <p:cNvSpPr/>
            <p:nvPr/>
          </p:nvSpPr>
          <p:spPr>
            <a:xfrm>
              <a:off x="6864235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2" name="object 3102"/>
            <p:cNvSpPr/>
            <p:nvPr/>
          </p:nvSpPr>
          <p:spPr>
            <a:xfrm>
              <a:off x="6862712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3" name="object 3103"/>
            <p:cNvSpPr/>
            <p:nvPr/>
          </p:nvSpPr>
          <p:spPr>
            <a:xfrm>
              <a:off x="6859663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4" name="object 3104"/>
            <p:cNvSpPr/>
            <p:nvPr/>
          </p:nvSpPr>
          <p:spPr>
            <a:xfrm>
              <a:off x="6856615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5" name="object 3105"/>
            <p:cNvSpPr/>
            <p:nvPr/>
          </p:nvSpPr>
          <p:spPr>
            <a:xfrm>
              <a:off x="6854329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6" name="object 3106"/>
            <p:cNvSpPr/>
            <p:nvPr/>
          </p:nvSpPr>
          <p:spPr>
            <a:xfrm>
              <a:off x="6851281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7" name="object 3107"/>
            <p:cNvSpPr/>
            <p:nvPr/>
          </p:nvSpPr>
          <p:spPr>
            <a:xfrm>
              <a:off x="6848995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8" name="object 3108"/>
            <p:cNvSpPr/>
            <p:nvPr/>
          </p:nvSpPr>
          <p:spPr>
            <a:xfrm>
              <a:off x="6847471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9" name="object 3109"/>
            <p:cNvSpPr/>
            <p:nvPr/>
          </p:nvSpPr>
          <p:spPr>
            <a:xfrm>
              <a:off x="6845947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0" name="object 3110"/>
            <p:cNvSpPr/>
            <p:nvPr/>
          </p:nvSpPr>
          <p:spPr>
            <a:xfrm>
              <a:off x="6842900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1" name="object 3111"/>
            <p:cNvSpPr/>
            <p:nvPr/>
          </p:nvSpPr>
          <p:spPr>
            <a:xfrm>
              <a:off x="6839851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2" name="object 3112"/>
            <p:cNvSpPr/>
            <p:nvPr/>
          </p:nvSpPr>
          <p:spPr>
            <a:xfrm>
              <a:off x="6837565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3" name="object 3113"/>
            <p:cNvSpPr/>
            <p:nvPr/>
          </p:nvSpPr>
          <p:spPr>
            <a:xfrm>
              <a:off x="6836041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4" name="object 3114"/>
            <p:cNvSpPr/>
            <p:nvPr/>
          </p:nvSpPr>
          <p:spPr>
            <a:xfrm>
              <a:off x="6834517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5" name="object 3115"/>
            <p:cNvSpPr/>
            <p:nvPr/>
          </p:nvSpPr>
          <p:spPr>
            <a:xfrm>
              <a:off x="6831469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6" name="object 3116"/>
            <p:cNvSpPr/>
            <p:nvPr/>
          </p:nvSpPr>
          <p:spPr>
            <a:xfrm>
              <a:off x="6828421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7" name="object 3117"/>
            <p:cNvSpPr/>
            <p:nvPr/>
          </p:nvSpPr>
          <p:spPr>
            <a:xfrm>
              <a:off x="6826135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8" name="object 3118"/>
            <p:cNvSpPr/>
            <p:nvPr/>
          </p:nvSpPr>
          <p:spPr>
            <a:xfrm>
              <a:off x="6824612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9" name="object 3119"/>
            <p:cNvSpPr/>
            <p:nvPr/>
          </p:nvSpPr>
          <p:spPr>
            <a:xfrm>
              <a:off x="6823087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0" name="object 3120"/>
            <p:cNvSpPr/>
            <p:nvPr/>
          </p:nvSpPr>
          <p:spPr>
            <a:xfrm>
              <a:off x="6820039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1" name="object 3121"/>
            <p:cNvSpPr/>
            <p:nvPr/>
          </p:nvSpPr>
          <p:spPr>
            <a:xfrm>
              <a:off x="6816991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2" name="object 3122"/>
            <p:cNvSpPr/>
            <p:nvPr/>
          </p:nvSpPr>
          <p:spPr>
            <a:xfrm>
              <a:off x="6814705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3" name="object 3123"/>
            <p:cNvSpPr/>
            <p:nvPr/>
          </p:nvSpPr>
          <p:spPr>
            <a:xfrm>
              <a:off x="6813181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4" name="object 3124"/>
            <p:cNvSpPr/>
            <p:nvPr/>
          </p:nvSpPr>
          <p:spPr>
            <a:xfrm>
              <a:off x="6811657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5" name="object 3125"/>
            <p:cNvSpPr/>
            <p:nvPr/>
          </p:nvSpPr>
          <p:spPr>
            <a:xfrm>
              <a:off x="6808609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6" name="object 3126"/>
            <p:cNvSpPr/>
            <p:nvPr/>
          </p:nvSpPr>
          <p:spPr>
            <a:xfrm>
              <a:off x="6805562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7" name="object 3127"/>
            <p:cNvSpPr/>
            <p:nvPr/>
          </p:nvSpPr>
          <p:spPr>
            <a:xfrm>
              <a:off x="6803275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8" name="object 3128"/>
            <p:cNvSpPr/>
            <p:nvPr/>
          </p:nvSpPr>
          <p:spPr>
            <a:xfrm>
              <a:off x="6801751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9" name="object 3129"/>
            <p:cNvSpPr/>
            <p:nvPr/>
          </p:nvSpPr>
          <p:spPr>
            <a:xfrm>
              <a:off x="6800227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0" name="object 3130"/>
            <p:cNvSpPr/>
            <p:nvPr/>
          </p:nvSpPr>
          <p:spPr>
            <a:xfrm>
              <a:off x="6797179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1" name="object 3131"/>
            <p:cNvSpPr/>
            <p:nvPr/>
          </p:nvSpPr>
          <p:spPr>
            <a:xfrm>
              <a:off x="6794131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2" name="object 3132"/>
            <p:cNvSpPr/>
            <p:nvPr/>
          </p:nvSpPr>
          <p:spPr>
            <a:xfrm>
              <a:off x="6791845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3" name="object 3133"/>
            <p:cNvSpPr/>
            <p:nvPr/>
          </p:nvSpPr>
          <p:spPr>
            <a:xfrm>
              <a:off x="6790321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4" name="object 3134"/>
            <p:cNvSpPr/>
            <p:nvPr/>
          </p:nvSpPr>
          <p:spPr>
            <a:xfrm>
              <a:off x="6788797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5" name="object 3135"/>
            <p:cNvSpPr/>
            <p:nvPr/>
          </p:nvSpPr>
          <p:spPr>
            <a:xfrm>
              <a:off x="6785750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6" name="object 3136"/>
            <p:cNvSpPr/>
            <p:nvPr/>
          </p:nvSpPr>
          <p:spPr>
            <a:xfrm>
              <a:off x="6784987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7" name="object 3137"/>
            <p:cNvSpPr/>
            <p:nvPr/>
          </p:nvSpPr>
          <p:spPr>
            <a:xfrm>
              <a:off x="6783463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8" name="object 3138"/>
            <p:cNvSpPr/>
            <p:nvPr/>
          </p:nvSpPr>
          <p:spPr>
            <a:xfrm>
              <a:off x="6780415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9" name="object 3139"/>
            <p:cNvSpPr/>
            <p:nvPr/>
          </p:nvSpPr>
          <p:spPr>
            <a:xfrm>
              <a:off x="6777367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0" name="object 3140"/>
            <p:cNvSpPr/>
            <p:nvPr/>
          </p:nvSpPr>
          <p:spPr>
            <a:xfrm>
              <a:off x="6775081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1" name="object 3141"/>
            <p:cNvSpPr/>
            <p:nvPr/>
          </p:nvSpPr>
          <p:spPr>
            <a:xfrm>
              <a:off x="6773557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2" name="object 3142"/>
            <p:cNvSpPr/>
            <p:nvPr/>
          </p:nvSpPr>
          <p:spPr>
            <a:xfrm>
              <a:off x="6772033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3" name="object 3143"/>
            <p:cNvSpPr/>
            <p:nvPr/>
          </p:nvSpPr>
          <p:spPr>
            <a:xfrm>
              <a:off x="6768985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4" name="object 3144"/>
            <p:cNvSpPr/>
            <p:nvPr/>
          </p:nvSpPr>
          <p:spPr>
            <a:xfrm>
              <a:off x="6765937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5" name="object 3145"/>
            <p:cNvSpPr/>
            <p:nvPr/>
          </p:nvSpPr>
          <p:spPr>
            <a:xfrm>
              <a:off x="6763651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6" name="object 3146"/>
            <p:cNvSpPr/>
            <p:nvPr/>
          </p:nvSpPr>
          <p:spPr>
            <a:xfrm>
              <a:off x="6762127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7" name="object 3147"/>
            <p:cNvSpPr/>
            <p:nvPr/>
          </p:nvSpPr>
          <p:spPr>
            <a:xfrm>
              <a:off x="6760603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8" name="object 3148"/>
            <p:cNvSpPr/>
            <p:nvPr/>
          </p:nvSpPr>
          <p:spPr>
            <a:xfrm>
              <a:off x="6757555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9" name="object 3149"/>
            <p:cNvSpPr/>
            <p:nvPr/>
          </p:nvSpPr>
          <p:spPr>
            <a:xfrm>
              <a:off x="6754507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0" name="object 3150"/>
            <p:cNvSpPr/>
            <p:nvPr/>
          </p:nvSpPr>
          <p:spPr>
            <a:xfrm>
              <a:off x="6752221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1" name="object 3151"/>
            <p:cNvSpPr/>
            <p:nvPr/>
          </p:nvSpPr>
          <p:spPr>
            <a:xfrm>
              <a:off x="6750697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2" name="object 3152"/>
            <p:cNvSpPr/>
            <p:nvPr/>
          </p:nvSpPr>
          <p:spPr>
            <a:xfrm>
              <a:off x="6749173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3" name="object 3153"/>
            <p:cNvSpPr/>
            <p:nvPr/>
          </p:nvSpPr>
          <p:spPr>
            <a:xfrm>
              <a:off x="6746125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4" name="object 3154"/>
            <p:cNvSpPr/>
            <p:nvPr/>
          </p:nvSpPr>
          <p:spPr>
            <a:xfrm>
              <a:off x="6743077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5" name="object 3155"/>
            <p:cNvSpPr/>
            <p:nvPr/>
          </p:nvSpPr>
          <p:spPr>
            <a:xfrm>
              <a:off x="6740791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6" name="object 3156"/>
            <p:cNvSpPr/>
            <p:nvPr/>
          </p:nvSpPr>
          <p:spPr>
            <a:xfrm>
              <a:off x="6739267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7" name="object 3157"/>
            <p:cNvSpPr/>
            <p:nvPr/>
          </p:nvSpPr>
          <p:spPr>
            <a:xfrm>
              <a:off x="6737743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8" name="object 3158"/>
            <p:cNvSpPr/>
            <p:nvPr/>
          </p:nvSpPr>
          <p:spPr>
            <a:xfrm>
              <a:off x="6734695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9" name="object 3159"/>
            <p:cNvSpPr/>
            <p:nvPr/>
          </p:nvSpPr>
          <p:spPr>
            <a:xfrm>
              <a:off x="6731647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0" name="object 3160"/>
            <p:cNvSpPr/>
            <p:nvPr/>
          </p:nvSpPr>
          <p:spPr>
            <a:xfrm>
              <a:off x="6729361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1" name="object 3161"/>
            <p:cNvSpPr/>
            <p:nvPr/>
          </p:nvSpPr>
          <p:spPr>
            <a:xfrm>
              <a:off x="6727837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2" name="object 3162"/>
            <p:cNvSpPr/>
            <p:nvPr/>
          </p:nvSpPr>
          <p:spPr>
            <a:xfrm>
              <a:off x="6726313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3" name="object 3163"/>
            <p:cNvSpPr/>
            <p:nvPr/>
          </p:nvSpPr>
          <p:spPr>
            <a:xfrm>
              <a:off x="6723265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4" name="object 3164"/>
            <p:cNvSpPr/>
            <p:nvPr/>
          </p:nvSpPr>
          <p:spPr>
            <a:xfrm>
              <a:off x="6720217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5" name="object 3165"/>
            <p:cNvSpPr/>
            <p:nvPr/>
          </p:nvSpPr>
          <p:spPr>
            <a:xfrm>
              <a:off x="6717931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6" name="object 3166"/>
            <p:cNvSpPr/>
            <p:nvPr/>
          </p:nvSpPr>
          <p:spPr>
            <a:xfrm>
              <a:off x="6714883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7" name="object 3167"/>
            <p:cNvSpPr/>
            <p:nvPr/>
          </p:nvSpPr>
          <p:spPr>
            <a:xfrm>
              <a:off x="6712597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8" name="object 3168"/>
            <p:cNvSpPr/>
            <p:nvPr/>
          </p:nvSpPr>
          <p:spPr>
            <a:xfrm>
              <a:off x="6711073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9" name="object 3169"/>
            <p:cNvSpPr/>
            <p:nvPr/>
          </p:nvSpPr>
          <p:spPr>
            <a:xfrm>
              <a:off x="6709549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0" name="object 3170"/>
            <p:cNvSpPr/>
            <p:nvPr/>
          </p:nvSpPr>
          <p:spPr>
            <a:xfrm>
              <a:off x="6706501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1" name="object 3171"/>
            <p:cNvSpPr/>
            <p:nvPr/>
          </p:nvSpPr>
          <p:spPr>
            <a:xfrm>
              <a:off x="6703453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2" name="object 3172"/>
            <p:cNvSpPr/>
            <p:nvPr/>
          </p:nvSpPr>
          <p:spPr>
            <a:xfrm>
              <a:off x="6701167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3" name="object 3173"/>
            <p:cNvSpPr/>
            <p:nvPr/>
          </p:nvSpPr>
          <p:spPr>
            <a:xfrm>
              <a:off x="6699643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4" name="object 3174"/>
            <p:cNvSpPr/>
            <p:nvPr/>
          </p:nvSpPr>
          <p:spPr>
            <a:xfrm>
              <a:off x="6698119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5" name="object 3175"/>
            <p:cNvSpPr/>
            <p:nvPr/>
          </p:nvSpPr>
          <p:spPr>
            <a:xfrm>
              <a:off x="6695071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6" name="object 3176"/>
            <p:cNvSpPr/>
            <p:nvPr/>
          </p:nvSpPr>
          <p:spPr>
            <a:xfrm>
              <a:off x="6692023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7" name="object 3177"/>
            <p:cNvSpPr/>
            <p:nvPr/>
          </p:nvSpPr>
          <p:spPr>
            <a:xfrm>
              <a:off x="6689737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8" name="object 3178"/>
            <p:cNvSpPr/>
            <p:nvPr/>
          </p:nvSpPr>
          <p:spPr>
            <a:xfrm>
              <a:off x="6688213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9" name="object 3179"/>
            <p:cNvSpPr/>
            <p:nvPr/>
          </p:nvSpPr>
          <p:spPr>
            <a:xfrm>
              <a:off x="6686689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0" name="object 3180"/>
            <p:cNvSpPr/>
            <p:nvPr/>
          </p:nvSpPr>
          <p:spPr>
            <a:xfrm>
              <a:off x="6683641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1" name="object 3181"/>
            <p:cNvSpPr/>
            <p:nvPr/>
          </p:nvSpPr>
          <p:spPr>
            <a:xfrm>
              <a:off x="6680593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2" name="object 3182"/>
            <p:cNvSpPr/>
            <p:nvPr/>
          </p:nvSpPr>
          <p:spPr>
            <a:xfrm>
              <a:off x="6678307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3" name="object 3183"/>
            <p:cNvSpPr/>
            <p:nvPr/>
          </p:nvSpPr>
          <p:spPr>
            <a:xfrm>
              <a:off x="6676783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4" name="object 3184"/>
            <p:cNvSpPr/>
            <p:nvPr/>
          </p:nvSpPr>
          <p:spPr>
            <a:xfrm>
              <a:off x="6675259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5" name="object 3185"/>
            <p:cNvSpPr/>
            <p:nvPr/>
          </p:nvSpPr>
          <p:spPr>
            <a:xfrm>
              <a:off x="6672211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6" name="object 3186"/>
            <p:cNvSpPr/>
            <p:nvPr/>
          </p:nvSpPr>
          <p:spPr>
            <a:xfrm>
              <a:off x="6669163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7" name="object 3187"/>
            <p:cNvSpPr/>
            <p:nvPr/>
          </p:nvSpPr>
          <p:spPr>
            <a:xfrm>
              <a:off x="6666877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8" name="object 3188"/>
            <p:cNvSpPr/>
            <p:nvPr/>
          </p:nvSpPr>
          <p:spPr>
            <a:xfrm>
              <a:off x="6665353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9" name="object 3189"/>
            <p:cNvSpPr/>
            <p:nvPr/>
          </p:nvSpPr>
          <p:spPr>
            <a:xfrm>
              <a:off x="6663829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0" name="object 3190"/>
            <p:cNvSpPr/>
            <p:nvPr/>
          </p:nvSpPr>
          <p:spPr>
            <a:xfrm>
              <a:off x="6660781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1" name="object 3191"/>
            <p:cNvSpPr/>
            <p:nvPr/>
          </p:nvSpPr>
          <p:spPr>
            <a:xfrm>
              <a:off x="6657733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2" name="object 3192"/>
            <p:cNvSpPr/>
            <p:nvPr/>
          </p:nvSpPr>
          <p:spPr>
            <a:xfrm>
              <a:off x="6655447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3" name="object 3193"/>
            <p:cNvSpPr/>
            <p:nvPr/>
          </p:nvSpPr>
          <p:spPr>
            <a:xfrm>
              <a:off x="6653923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4" name="object 3194"/>
            <p:cNvSpPr/>
            <p:nvPr/>
          </p:nvSpPr>
          <p:spPr>
            <a:xfrm>
              <a:off x="6652399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95" name="object 3195"/>
            <p:cNvPicPr/>
            <p:nvPr/>
          </p:nvPicPr>
          <p:blipFill>
            <a:blip r:embed="rId218" cstate="print"/>
            <a:stretch>
              <a:fillRect/>
            </a:stretch>
          </p:blipFill>
          <p:spPr>
            <a:xfrm>
              <a:off x="3013100" y="3687956"/>
              <a:ext cx="518160" cy="217932"/>
            </a:xfrm>
            <a:prstGeom prst="rect">
              <a:avLst/>
            </a:prstGeom>
          </p:spPr>
        </p:pic>
        <p:sp>
          <p:nvSpPr>
            <p:cNvPr id="3196" name="object 3196"/>
            <p:cNvSpPr/>
            <p:nvPr/>
          </p:nvSpPr>
          <p:spPr>
            <a:xfrm>
              <a:off x="6649351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7" name="object 3197"/>
            <p:cNvSpPr/>
            <p:nvPr/>
          </p:nvSpPr>
          <p:spPr>
            <a:xfrm>
              <a:off x="6648589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8" name="object 3198"/>
            <p:cNvSpPr/>
            <p:nvPr/>
          </p:nvSpPr>
          <p:spPr>
            <a:xfrm>
              <a:off x="6647065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9" name="object 3199"/>
            <p:cNvSpPr/>
            <p:nvPr/>
          </p:nvSpPr>
          <p:spPr>
            <a:xfrm>
              <a:off x="6644017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0" name="object 3200"/>
            <p:cNvSpPr/>
            <p:nvPr/>
          </p:nvSpPr>
          <p:spPr>
            <a:xfrm>
              <a:off x="6640969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1" name="object 3201"/>
            <p:cNvSpPr/>
            <p:nvPr/>
          </p:nvSpPr>
          <p:spPr>
            <a:xfrm>
              <a:off x="6638683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2" name="object 3202"/>
            <p:cNvSpPr/>
            <p:nvPr/>
          </p:nvSpPr>
          <p:spPr>
            <a:xfrm>
              <a:off x="6637159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3" name="object 3203"/>
            <p:cNvSpPr/>
            <p:nvPr/>
          </p:nvSpPr>
          <p:spPr>
            <a:xfrm>
              <a:off x="6635635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4" name="object 3204"/>
            <p:cNvSpPr/>
            <p:nvPr/>
          </p:nvSpPr>
          <p:spPr>
            <a:xfrm>
              <a:off x="6632587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5" name="object 3205"/>
            <p:cNvSpPr/>
            <p:nvPr/>
          </p:nvSpPr>
          <p:spPr>
            <a:xfrm>
              <a:off x="6629539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6" name="object 3206"/>
            <p:cNvSpPr/>
            <p:nvPr/>
          </p:nvSpPr>
          <p:spPr>
            <a:xfrm>
              <a:off x="6627253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7" name="object 3207"/>
            <p:cNvSpPr/>
            <p:nvPr/>
          </p:nvSpPr>
          <p:spPr>
            <a:xfrm>
              <a:off x="6625729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8" name="object 3208"/>
            <p:cNvSpPr/>
            <p:nvPr/>
          </p:nvSpPr>
          <p:spPr>
            <a:xfrm>
              <a:off x="6624205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9" name="object 3209"/>
            <p:cNvSpPr/>
            <p:nvPr/>
          </p:nvSpPr>
          <p:spPr>
            <a:xfrm>
              <a:off x="6621157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0" name="object 3210"/>
            <p:cNvSpPr/>
            <p:nvPr/>
          </p:nvSpPr>
          <p:spPr>
            <a:xfrm>
              <a:off x="6618109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1" name="object 3211"/>
            <p:cNvSpPr/>
            <p:nvPr/>
          </p:nvSpPr>
          <p:spPr>
            <a:xfrm>
              <a:off x="6615823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2" name="object 3212"/>
            <p:cNvSpPr/>
            <p:nvPr/>
          </p:nvSpPr>
          <p:spPr>
            <a:xfrm>
              <a:off x="6614299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3" name="object 3213"/>
            <p:cNvSpPr/>
            <p:nvPr/>
          </p:nvSpPr>
          <p:spPr>
            <a:xfrm>
              <a:off x="6612775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4" name="object 3214"/>
            <p:cNvSpPr/>
            <p:nvPr/>
          </p:nvSpPr>
          <p:spPr>
            <a:xfrm>
              <a:off x="6609727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5" name="object 3215"/>
            <p:cNvSpPr/>
            <p:nvPr/>
          </p:nvSpPr>
          <p:spPr>
            <a:xfrm>
              <a:off x="6606679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6" name="object 3216"/>
            <p:cNvSpPr/>
            <p:nvPr/>
          </p:nvSpPr>
          <p:spPr>
            <a:xfrm>
              <a:off x="6604393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7" name="object 3217"/>
            <p:cNvSpPr/>
            <p:nvPr/>
          </p:nvSpPr>
          <p:spPr>
            <a:xfrm>
              <a:off x="6602869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8" name="object 3218"/>
            <p:cNvSpPr/>
            <p:nvPr/>
          </p:nvSpPr>
          <p:spPr>
            <a:xfrm>
              <a:off x="6601345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9" name="object 3219"/>
            <p:cNvSpPr/>
            <p:nvPr/>
          </p:nvSpPr>
          <p:spPr>
            <a:xfrm>
              <a:off x="6598297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0" name="object 3220"/>
            <p:cNvSpPr/>
            <p:nvPr/>
          </p:nvSpPr>
          <p:spPr>
            <a:xfrm>
              <a:off x="6595249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1" name="object 3221"/>
            <p:cNvSpPr/>
            <p:nvPr/>
          </p:nvSpPr>
          <p:spPr>
            <a:xfrm>
              <a:off x="6592963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2" name="object 3222"/>
            <p:cNvSpPr/>
            <p:nvPr/>
          </p:nvSpPr>
          <p:spPr>
            <a:xfrm>
              <a:off x="6591439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3" name="object 3223"/>
            <p:cNvSpPr/>
            <p:nvPr/>
          </p:nvSpPr>
          <p:spPr>
            <a:xfrm>
              <a:off x="6589915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4" name="object 3224"/>
            <p:cNvSpPr/>
            <p:nvPr/>
          </p:nvSpPr>
          <p:spPr>
            <a:xfrm>
              <a:off x="6586867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5" name="object 3225"/>
            <p:cNvSpPr/>
            <p:nvPr/>
          </p:nvSpPr>
          <p:spPr>
            <a:xfrm>
              <a:off x="6583819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6" name="object 3226"/>
            <p:cNvSpPr/>
            <p:nvPr/>
          </p:nvSpPr>
          <p:spPr>
            <a:xfrm>
              <a:off x="6581533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7" name="object 3227"/>
            <p:cNvSpPr/>
            <p:nvPr/>
          </p:nvSpPr>
          <p:spPr>
            <a:xfrm>
              <a:off x="6578485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8" name="object 3228"/>
            <p:cNvSpPr/>
            <p:nvPr/>
          </p:nvSpPr>
          <p:spPr>
            <a:xfrm>
              <a:off x="6576199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9" name="object 3229"/>
            <p:cNvSpPr/>
            <p:nvPr/>
          </p:nvSpPr>
          <p:spPr>
            <a:xfrm>
              <a:off x="6574675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0" name="object 3230"/>
            <p:cNvSpPr/>
            <p:nvPr/>
          </p:nvSpPr>
          <p:spPr>
            <a:xfrm>
              <a:off x="6573151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1" name="object 3231"/>
            <p:cNvSpPr/>
            <p:nvPr/>
          </p:nvSpPr>
          <p:spPr>
            <a:xfrm>
              <a:off x="6570103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2" name="object 3232"/>
            <p:cNvSpPr/>
            <p:nvPr/>
          </p:nvSpPr>
          <p:spPr>
            <a:xfrm>
              <a:off x="6567055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3" name="object 3233"/>
            <p:cNvSpPr/>
            <p:nvPr/>
          </p:nvSpPr>
          <p:spPr>
            <a:xfrm>
              <a:off x="6564769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4" name="object 3234"/>
            <p:cNvSpPr/>
            <p:nvPr/>
          </p:nvSpPr>
          <p:spPr>
            <a:xfrm>
              <a:off x="6563245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5" name="object 3235"/>
            <p:cNvSpPr/>
            <p:nvPr/>
          </p:nvSpPr>
          <p:spPr>
            <a:xfrm>
              <a:off x="6561721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6" name="object 3236"/>
            <p:cNvSpPr/>
            <p:nvPr/>
          </p:nvSpPr>
          <p:spPr>
            <a:xfrm>
              <a:off x="6558673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7" name="object 3237"/>
            <p:cNvSpPr/>
            <p:nvPr/>
          </p:nvSpPr>
          <p:spPr>
            <a:xfrm>
              <a:off x="6555625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8" name="object 3238"/>
            <p:cNvSpPr/>
            <p:nvPr/>
          </p:nvSpPr>
          <p:spPr>
            <a:xfrm>
              <a:off x="6553339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9" name="object 3239"/>
            <p:cNvSpPr/>
            <p:nvPr/>
          </p:nvSpPr>
          <p:spPr>
            <a:xfrm>
              <a:off x="6551815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0" name="object 3240"/>
            <p:cNvSpPr/>
            <p:nvPr/>
          </p:nvSpPr>
          <p:spPr>
            <a:xfrm>
              <a:off x="6550291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1" name="object 3241"/>
            <p:cNvSpPr/>
            <p:nvPr/>
          </p:nvSpPr>
          <p:spPr>
            <a:xfrm>
              <a:off x="6547243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2" name="object 3242"/>
            <p:cNvSpPr/>
            <p:nvPr/>
          </p:nvSpPr>
          <p:spPr>
            <a:xfrm>
              <a:off x="6544195" y="199098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3" name="object 3243"/>
            <p:cNvSpPr/>
            <p:nvPr/>
          </p:nvSpPr>
          <p:spPr>
            <a:xfrm>
              <a:off x="6541909" y="19909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4" name="object 3244"/>
            <p:cNvSpPr/>
            <p:nvPr/>
          </p:nvSpPr>
          <p:spPr>
            <a:xfrm>
              <a:off x="6540385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5" name="object 3245"/>
            <p:cNvSpPr/>
            <p:nvPr/>
          </p:nvSpPr>
          <p:spPr>
            <a:xfrm>
              <a:off x="6538861" y="19909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6" name="object 3246"/>
            <p:cNvSpPr/>
            <p:nvPr/>
          </p:nvSpPr>
          <p:spPr>
            <a:xfrm>
              <a:off x="6536575" y="19909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7" name="object 3247"/>
            <p:cNvSpPr/>
            <p:nvPr/>
          </p:nvSpPr>
          <p:spPr>
            <a:xfrm>
              <a:off x="6536575" y="198945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8" name="object 3248"/>
            <p:cNvSpPr/>
            <p:nvPr/>
          </p:nvSpPr>
          <p:spPr>
            <a:xfrm>
              <a:off x="6536575" y="198793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9" name="object 3249"/>
            <p:cNvSpPr/>
            <p:nvPr/>
          </p:nvSpPr>
          <p:spPr>
            <a:xfrm>
              <a:off x="6536575" y="198488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380" y="762"/>
                  </a:moveTo>
                  <a:lnTo>
                    <a:pt x="38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0" name="object 3250"/>
            <p:cNvSpPr/>
            <p:nvPr/>
          </p:nvSpPr>
          <p:spPr>
            <a:xfrm>
              <a:off x="6536575" y="198336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1" name="object 3251"/>
            <p:cNvSpPr/>
            <p:nvPr/>
          </p:nvSpPr>
          <p:spPr>
            <a:xfrm>
              <a:off x="6536575" y="198183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2" name="object 3252"/>
            <p:cNvSpPr/>
            <p:nvPr/>
          </p:nvSpPr>
          <p:spPr>
            <a:xfrm>
              <a:off x="6536575" y="197879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3" name="object 3253"/>
            <p:cNvSpPr/>
            <p:nvPr/>
          </p:nvSpPr>
          <p:spPr>
            <a:xfrm>
              <a:off x="6536575" y="197726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4" name="object 3254"/>
            <p:cNvSpPr/>
            <p:nvPr/>
          </p:nvSpPr>
          <p:spPr>
            <a:xfrm>
              <a:off x="6536575" y="197574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5" name="object 3255"/>
            <p:cNvSpPr/>
            <p:nvPr/>
          </p:nvSpPr>
          <p:spPr>
            <a:xfrm>
              <a:off x="6536575" y="197345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6" name="object 3256"/>
            <p:cNvSpPr/>
            <p:nvPr/>
          </p:nvSpPr>
          <p:spPr>
            <a:xfrm>
              <a:off x="6536575" y="197193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7" name="object 3257"/>
            <p:cNvSpPr/>
            <p:nvPr/>
          </p:nvSpPr>
          <p:spPr>
            <a:xfrm>
              <a:off x="6536575" y="197040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8" name="object 3258"/>
            <p:cNvSpPr/>
            <p:nvPr/>
          </p:nvSpPr>
          <p:spPr>
            <a:xfrm>
              <a:off x="6536575" y="196736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9" name="object 3259"/>
            <p:cNvSpPr/>
            <p:nvPr/>
          </p:nvSpPr>
          <p:spPr>
            <a:xfrm>
              <a:off x="6536575" y="19658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0" name="object 3260"/>
            <p:cNvSpPr/>
            <p:nvPr/>
          </p:nvSpPr>
          <p:spPr>
            <a:xfrm>
              <a:off x="6536575" y="19643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1" name="object 3261"/>
            <p:cNvSpPr/>
            <p:nvPr/>
          </p:nvSpPr>
          <p:spPr>
            <a:xfrm>
              <a:off x="6536575" y="196202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2" name="object 3262"/>
            <p:cNvSpPr/>
            <p:nvPr/>
          </p:nvSpPr>
          <p:spPr>
            <a:xfrm>
              <a:off x="6536575" y="196050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3" name="object 3263"/>
            <p:cNvSpPr/>
            <p:nvPr/>
          </p:nvSpPr>
          <p:spPr>
            <a:xfrm>
              <a:off x="6536575" y="19589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4" name="object 3264"/>
            <p:cNvSpPr/>
            <p:nvPr/>
          </p:nvSpPr>
          <p:spPr>
            <a:xfrm>
              <a:off x="6536575" y="195669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5" name="object 3265"/>
            <p:cNvSpPr/>
            <p:nvPr/>
          </p:nvSpPr>
          <p:spPr>
            <a:xfrm>
              <a:off x="6536575" y="195516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6" name="object 3266"/>
            <p:cNvSpPr/>
            <p:nvPr/>
          </p:nvSpPr>
          <p:spPr>
            <a:xfrm>
              <a:off x="6536575" y="195364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7" name="object 3267"/>
            <p:cNvSpPr/>
            <p:nvPr/>
          </p:nvSpPr>
          <p:spPr>
            <a:xfrm>
              <a:off x="6536575" y="195059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8" name="object 3268"/>
            <p:cNvSpPr/>
            <p:nvPr/>
          </p:nvSpPr>
          <p:spPr>
            <a:xfrm>
              <a:off x="6536575" y="194907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9" name="object 3269"/>
            <p:cNvSpPr/>
            <p:nvPr/>
          </p:nvSpPr>
          <p:spPr>
            <a:xfrm>
              <a:off x="6536575" y="194754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0" name="object 3270"/>
            <p:cNvSpPr/>
            <p:nvPr/>
          </p:nvSpPr>
          <p:spPr>
            <a:xfrm>
              <a:off x="6536575" y="194526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1" name="object 3271"/>
            <p:cNvSpPr/>
            <p:nvPr/>
          </p:nvSpPr>
          <p:spPr>
            <a:xfrm>
              <a:off x="6536575" y="194373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2" name="object 3272"/>
            <p:cNvSpPr/>
            <p:nvPr/>
          </p:nvSpPr>
          <p:spPr>
            <a:xfrm>
              <a:off x="6536575" y="194221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3" name="object 3273"/>
            <p:cNvSpPr/>
            <p:nvPr/>
          </p:nvSpPr>
          <p:spPr>
            <a:xfrm>
              <a:off x="6536575" y="193916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4" name="object 3274"/>
            <p:cNvSpPr/>
            <p:nvPr/>
          </p:nvSpPr>
          <p:spPr>
            <a:xfrm>
              <a:off x="6536575" y="193764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5" name="object 3275"/>
            <p:cNvSpPr/>
            <p:nvPr/>
          </p:nvSpPr>
          <p:spPr>
            <a:xfrm>
              <a:off x="6536575" y="193611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6" name="object 3276"/>
            <p:cNvSpPr/>
            <p:nvPr/>
          </p:nvSpPr>
          <p:spPr>
            <a:xfrm>
              <a:off x="6536575" y="193383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7" name="object 3277"/>
            <p:cNvSpPr/>
            <p:nvPr/>
          </p:nvSpPr>
          <p:spPr>
            <a:xfrm>
              <a:off x="6536575" y="193230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8" name="object 3278"/>
            <p:cNvSpPr/>
            <p:nvPr/>
          </p:nvSpPr>
          <p:spPr>
            <a:xfrm>
              <a:off x="6536575" y="193078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9" name="object 3279"/>
            <p:cNvSpPr/>
            <p:nvPr/>
          </p:nvSpPr>
          <p:spPr>
            <a:xfrm>
              <a:off x="6536575" y="192773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0" name="object 3280"/>
            <p:cNvSpPr/>
            <p:nvPr/>
          </p:nvSpPr>
          <p:spPr>
            <a:xfrm>
              <a:off x="6536575" y="19262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1" name="object 3281"/>
            <p:cNvSpPr/>
            <p:nvPr/>
          </p:nvSpPr>
          <p:spPr>
            <a:xfrm>
              <a:off x="6536575" y="19246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2" name="object 3282"/>
            <p:cNvSpPr/>
            <p:nvPr/>
          </p:nvSpPr>
          <p:spPr>
            <a:xfrm>
              <a:off x="6536575" y="192240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3" name="object 3283"/>
            <p:cNvSpPr/>
            <p:nvPr/>
          </p:nvSpPr>
          <p:spPr>
            <a:xfrm>
              <a:off x="6536575" y="192087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4" name="object 3284"/>
            <p:cNvSpPr/>
            <p:nvPr/>
          </p:nvSpPr>
          <p:spPr>
            <a:xfrm>
              <a:off x="6536575" y="19193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5" name="object 3285"/>
            <p:cNvSpPr/>
            <p:nvPr/>
          </p:nvSpPr>
          <p:spPr>
            <a:xfrm>
              <a:off x="6536575" y="191630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6" name="object 3286"/>
            <p:cNvSpPr/>
            <p:nvPr/>
          </p:nvSpPr>
          <p:spPr>
            <a:xfrm>
              <a:off x="6536575" y="191478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7" name="object 3287"/>
            <p:cNvSpPr/>
            <p:nvPr/>
          </p:nvSpPr>
          <p:spPr>
            <a:xfrm>
              <a:off x="6536575" y="191325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8" name="object 3288"/>
            <p:cNvSpPr/>
            <p:nvPr/>
          </p:nvSpPr>
          <p:spPr>
            <a:xfrm>
              <a:off x="6536575" y="191097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9" name="object 3289"/>
            <p:cNvSpPr/>
            <p:nvPr/>
          </p:nvSpPr>
          <p:spPr>
            <a:xfrm>
              <a:off x="6536575" y="19094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0" name="object 3290"/>
            <p:cNvSpPr/>
            <p:nvPr/>
          </p:nvSpPr>
          <p:spPr>
            <a:xfrm>
              <a:off x="6536575" y="190792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1" name="object 3291"/>
            <p:cNvSpPr/>
            <p:nvPr/>
          </p:nvSpPr>
          <p:spPr>
            <a:xfrm>
              <a:off x="6536575" y="190487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2" name="object 3292"/>
            <p:cNvSpPr/>
            <p:nvPr/>
          </p:nvSpPr>
          <p:spPr>
            <a:xfrm>
              <a:off x="6536575" y="19033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3" name="object 3293"/>
            <p:cNvSpPr/>
            <p:nvPr/>
          </p:nvSpPr>
          <p:spPr>
            <a:xfrm>
              <a:off x="6536575" y="190182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4" name="object 3294"/>
            <p:cNvSpPr/>
            <p:nvPr/>
          </p:nvSpPr>
          <p:spPr>
            <a:xfrm>
              <a:off x="6536575" y="189954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5" name="object 3295"/>
            <p:cNvSpPr/>
            <p:nvPr/>
          </p:nvSpPr>
          <p:spPr>
            <a:xfrm>
              <a:off x="6536575" y="189801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6" name="object 3296"/>
            <p:cNvSpPr/>
            <p:nvPr/>
          </p:nvSpPr>
          <p:spPr>
            <a:xfrm>
              <a:off x="6536575" y="189649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7" name="object 3297"/>
            <p:cNvSpPr/>
            <p:nvPr/>
          </p:nvSpPr>
          <p:spPr>
            <a:xfrm>
              <a:off x="6536575" y="189344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8" name="object 3298"/>
            <p:cNvSpPr/>
            <p:nvPr/>
          </p:nvSpPr>
          <p:spPr>
            <a:xfrm>
              <a:off x="6536575" y="189192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9" name="object 3299"/>
            <p:cNvSpPr/>
            <p:nvPr/>
          </p:nvSpPr>
          <p:spPr>
            <a:xfrm>
              <a:off x="6536575" y="189039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0" name="object 3300"/>
            <p:cNvSpPr/>
            <p:nvPr/>
          </p:nvSpPr>
          <p:spPr>
            <a:xfrm>
              <a:off x="6536575" y="188811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1" name="object 3301"/>
            <p:cNvSpPr/>
            <p:nvPr/>
          </p:nvSpPr>
          <p:spPr>
            <a:xfrm>
              <a:off x="6536575" y="18865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2" name="object 3302"/>
            <p:cNvSpPr/>
            <p:nvPr/>
          </p:nvSpPr>
          <p:spPr>
            <a:xfrm>
              <a:off x="6536575" y="188506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3" name="object 3303"/>
            <p:cNvSpPr/>
            <p:nvPr/>
          </p:nvSpPr>
          <p:spPr>
            <a:xfrm>
              <a:off x="6536575" y="188277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4" name="object 3304"/>
            <p:cNvSpPr/>
            <p:nvPr/>
          </p:nvSpPr>
          <p:spPr>
            <a:xfrm>
              <a:off x="6536575" y="18812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5" name="object 3305"/>
            <p:cNvSpPr/>
            <p:nvPr/>
          </p:nvSpPr>
          <p:spPr>
            <a:xfrm>
              <a:off x="6536575" y="187973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6" name="object 3306"/>
            <p:cNvSpPr/>
            <p:nvPr/>
          </p:nvSpPr>
          <p:spPr>
            <a:xfrm>
              <a:off x="6536575" y="187668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7" name="object 3307"/>
            <p:cNvSpPr/>
            <p:nvPr/>
          </p:nvSpPr>
          <p:spPr>
            <a:xfrm>
              <a:off x="6536575" y="187515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8" name="object 3308"/>
            <p:cNvSpPr/>
            <p:nvPr/>
          </p:nvSpPr>
          <p:spPr>
            <a:xfrm>
              <a:off x="6536575" y="187363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9" name="object 3309"/>
            <p:cNvSpPr/>
            <p:nvPr/>
          </p:nvSpPr>
          <p:spPr>
            <a:xfrm>
              <a:off x="6536575" y="187134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0" name="object 3310"/>
            <p:cNvSpPr/>
            <p:nvPr/>
          </p:nvSpPr>
          <p:spPr>
            <a:xfrm>
              <a:off x="6536575" y="186982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1" name="object 3311"/>
            <p:cNvSpPr/>
            <p:nvPr/>
          </p:nvSpPr>
          <p:spPr>
            <a:xfrm>
              <a:off x="6536575" y="186830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2" name="object 3312"/>
            <p:cNvSpPr/>
            <p:nvPr/>
          </p:nvSpPr>
          <p:spPr>
            <a:xfrm>
              <a:off x="6536575" y="186525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3" name="object 3313"/>
            <p:cNvSpPr/>
            <p:nvPr/>
          </p:nvSpPr>
          <p:spPr>
            <a:xfrm>
              <a:off x="6536575" y="186372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4" name="object 3314"/>
            <p:cNvSpPr/>
            <p:nvPr/>
          </p:nvSpPr>
          <p:spPr>
            <a:xfrm>
              <a:off x="6536575" y="186220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5" name="object 3315"/>
            <p:cNvSpPr/>
            <p:nvPr/>
          </p:nvSpPr>
          <p:spPr>
            <a:xfrm>
              <a:off x="6536575" y="185991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6" name="object 3316"/>
            <p:cNvSpPr/>
            <p:nvPr/>
          </p:nvSpPr>
          <p:spPr>
            <a:xfrm>
              <a:off x="6536575" y="185839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7" name="object 3317"/>
            <p:cNvSpPr/>
            <p:nvPr/>
          </p:nvSpPr>
          <p:spPr>
            <a:xfrm>
              <a:off x="6536575" y="185687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8" name="object 3318"/>
            <p:cNvSpPr/>
            <p:nvPr/>
          </p:nvSpPr>
          <p:spPr>
            <a:xfrm>
              <a:off x="6536575" y="185382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9" name="object 3319"/>
            <p:cNvSpPr/>
            <p:nvPr/>
          </p:nvSpPr>
          <p:spPr>
            <a:xfrm>
              <a:off x="6536575" y="185229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0" name="object 3320"/>
            <p:cNvSpPr/>
            <p:nvPr/>
          </p:nvSpPr>
          <p:spPr>
            <a:xfrm>
              <a:off x="6536575" y="18507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1" name="object 3321"/>
            <p:cNvSpPr/>
            <p:nvPr/>
          </p:nvSpPr>
          <p:spPr>
            <a:xfrm>
              <a:off x="6536575" y="184848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2" name="object 3322"/>
            <p:cNvSpPr/>
            <p:nvPr/>
          </p:nvSpPr>
          <p:spPr>
            <a:xfrm>
              <a:off x="6536575" y="184696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3" name="object 3323"/>
            <p:cNvSpPr/>
            <p:nvPr/>
          </p:nvSpPr>
          <p:spPr>
            <a:xfrm>
              <a:off x="6536575" y="184544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4" name="object 3324"/>
            <p:cNvSpPr/>
            <p:nvPr/>
          </p:nvSpPr>
          <p:spPr>
            <a:xfrm>
              <a:off x="6536575" y="184239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5" name="object 3325"/>
            <p:cNvSpPr/>
            <p:nvPr/>
          </p:nvSpPr>
          <p:spPr>
            <a:xfrm>
              <a:off x="6536575" y="184086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6" name="object 3326"/>
            <p:cNvSpPr/>
            <p:nvPr/>
          </p:nvSpPr>
          <p:spPr>
            <a:xfrm>
              <a:off x="6536575" y="183934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7" name="object 3327"/>
            <p:cNvSpPr/>
            <p:nvPr/>
          </p:nvSpPr>
          <p:spPr>
            <a:xfrm>
              <a:off x="6536575" y="183705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8" name="object 3328"/>
            <p:cNvSpPr/>
            <p:nvPr/>
          </p:nvSpPr>
          <p:spPr>
            <a:xfrm>
              <a:off x="6536575" y="183553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9" name="object 3329"/>
            <p:cNvSpPr/>
            <p:nvPr/>
          </p:nvSpPr>
          <p:spPr>
            <a:xfrm>
              <a:off x="6536575" y="183401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0" name="object 3330"/>
            <p:cNvSpPr/>
            <p:nvPr/>
          </p:nvSpPr>
          <p:spPr>
            <a:xfrm>
              <a:off x="6536575" y="183096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1" name="object 3331"/>
            <p:cNvSpPr/>
            <p:nvPr/>
          </p:nvSpPr>
          <p:spPr>
            <a:xfrm>
              <a:off x="6536575" y="182943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2" name="object 3332"/>
            <p:cNvSpPr/>
            <p:nvPr/>
          </p:nvSpPr>
          <p:spPr>
            <a:xfrm>
              <a:off x="6536588" y="182791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3" name="object 3333"/>
            <p:cNvSpPr/>
            <p:nvPr/>
          </p:nvSpPr>
          <p:spPr>
            <a:xfrm>
              <a:off x="6536588" y="182562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4" name="object 3334"/>
            <p:cNvSpPr/>
            <p:nvPr/>
          </p:nvSpPr>
          <p:spPr>
            <a:xfrm>
              <a:off x="6536588" y="182410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5" name="object 3335"/>
            <p:cNvSpPr/>
            <p:nvPr/>
          </p:nvSpPr>
          <p:spPr>
            <a:xfrm>
              <a:off x="6536588" y="18225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6" name="object 3336"/>
            <p:cNvSpPr/>
            <p:nvPr/>
          </p:nvSpPr>
          <p:spPr>
            <a:xfrm>
              <a:off x="6536588" y="181953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7" name="object 3337"/>
            <p:cNvSpPr/>
            <p:nvPr/>
          </p:nvSpPr>
          <p:spPr>
            <a:xfrm>
              <a:off x="6536588" y="18180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8" name="object 3338"/>
            <p:cNvSpPr/>
            <p:nvPr/>
          </p:nvSpPr>
          <p:spPr>
            <a:xfrm>
              <a:off x="6536588" y="181648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9" name="object 3339"/>
            <p:cNvSpPr/>
            <p:nvPr/>
          </p:nvSpPr>
          <p:spPr>
            <a:xfrm>
              <a:off x="6536588" y="181419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0" name="object 3340"/>
            <p:cNvSpPr/>
            <p:nvPr/>
          </p:nvSpPr>
          <p:spPr>
            <a:xfrm>
              <a:off x="6536588" y="18126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1" name="object 3341"/>
            <p:cNvSpPr/>
            <p:nvPr/>
          </p:nvSpPr>
          <p:spPr>
            <a:xfrm>
              <a:off x="6536588" y="18111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2" name="object 3342"/>
            <p:cNvSpPr/>
            <p:nvPr/>
          </p:nvSpPr>
          <p:spPr>
            <a:xfrm>
              <a:off x="6536588" y="180886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3" name="object 3343"/>
            <p:cNvSpPr/>
            <p:nvPr/>
          </p:nvSpPr>
          <p:spPr>
            <a:xfrm>
              <a:off x="6536588" y="180734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4" name="object 3344"/>
            <p:cNvSpPr/>
            <p:nvPr/>
          </p:nvSpPr>
          <p:spPr>
            <a:xfrm>
              <a:off x="6536588" y="180581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5" name="object 3345"/>
            <p:cNvSpPr/>
            <p:nvPr/>
          </p:nvSpPr>
          <p:spPr>
            <a:xfrm>
              <a:off x="6536588" y="180276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6" name="object 3346"/>
            <p:cNvSpPr/>
            <p:nvPr/>
          </p:nvSpPr>
          <p:spPr>
            <a:xfrm>
              <a:off x="6536588" y="180124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7" name="object 3347"/>
            <p:cNvSpPr/>
            <p:nvPr/>
          </p:nvSpPr>
          <p:spPr>
            <a:xfrm>
              <a:off x="6536588" y="179972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8" name="object 3348"/>
            <p:cNvSpPr/>
            <p:nvPr/>
          </p:nvSpPr>
          <p:spPr>
            <a:xfrm>
              <a:off x="6536588" y="179743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9" name="object 3349"/>
            <p:cNvSpPr/>
            <p:nvPr/>
          </p:nvSpPr>
          <p:spPr>
            <a:xfrm>
              <a:off x="6536588" y="179591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0" name="object 3350"/>
            <p:cNvSpPr/>
            <p:nvPr/>
          </p:nvSpPr>
          <p:spPr>
            <a:xfrm>
              <a:off x="6536588" y="179438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1" name="object 3351"/>
            <p:cNvSpPr/>
            <p:nvPr/>
          </p:nvSpPr>
          <p:spPr>
            <a:xfrm>
              <a:off x="6536588" y="179133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2" name="object 3352"/>
            <p:cNvSpPr/>
            <p:nvPr/>
          </p:nvSpPr>
          <p:spPr>
            <a:xfrm>
              <a:off x="6536588" y="178981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3" name="object 3353"/>
            <p:cNvSpPr/>
            <p:nvPr/>
          </p:nvSpPr>
          <p:spPr>
            <a:xfrm>
              <a:off x="6536588" y="178829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4" name="object 3354"/>
            <p:cNvSpPr/>
            <p:nvPr/>
          </p:nvSpPr>
          <p:spPr>
            <a:xfrm>
              <a:off x="6536588" y="178600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5" name="object 3355"/>
            <p:cNvSpPr/>
            <p:nvPr/>
          </p:nvSpPr>
          <p:spPr>
            <a:xfrm>
              <a:off x="6536588" y="17844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6" name="object 3356"/>
            <p:cNvSpPr/>
            <p:nvPr/>
          </p:nvSpPr>
          <p:spPr>
            <a:xfrm>
              <a:off x="6536588" y="17829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7" name="object 3357"/>
            <p:cNvSpPr/>
            <p:nvPr/>
          </p:nvSpPr>
          <p:spPr>
            <a:xfrm>
              <a:off x="6536588" y="177990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8" name="object 3358"/>
            <p:cNvSpPr/>
            <p:nvPr/>
          </p:nvSpPr>
          <p:spPr>
            <a:xfrm>
              <a:off x="6536588" y="177838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9" name="object 3359"/>
            <p:cNvSpPr/>
            <p:nvPr/>
          </p:nvSpPr>
          <p:spPr>
            <a:xfrm>
              <a:off x="6536588" y="177686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0" name="object 3360"/>
            <p:cNvSpPr/>
            <p:nvPr/>
          </p:nvSpPr>
          <p:spPr>
            <a:xfrm>
              <a:off x="6768973" y="1927748"/>
              <a:ext cx="3810" cy="91440"/>
            </a:xfrm>
            <a:custGeom>
              <a:avLst/>
              <a:gdLst/>
              <a:ahLst/>
              <a:cxnLst/>
              <a:rect l="l" t="t" r="r" b="b"/>
              <a:pathLst>
                <a:path w="3809" h="91439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2" y="89154"/>
                  </a:lnTo>
                  <a:lnTo>
                    <a:pt x="12" y="91440"/>
                  </a:lnTo>
                  <a:lnTo>
                    <a:pt x="3810" y="91440"/>
                  </a:lnTo>
                  <a:lnTo>
                    <a:pt x="3810" y="89154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1" name="object 3361"/>
            <p:cNvSpPr/>
            <p:nvPr/>
          </p:nvSpPr>
          <p:spPr>
            <a:xfrm>
              <a:off x="6768985" y="1929260"/>
              <a:ext cx="3810" cy="87630"/>
            </a:xfrm>
            <a:custGeom>
              <a:avLst/>
              <a:gdLst/>
              <a:ahLst/>
              <a:cxnLst/>
              <a:rect l="l" t="t" r="r" b="b"/>
              <a:pathLst>
                <a:path w="3809" h="87630">
                  <a:moveTo>
                    <a:pt x="3809" y="0"/>
                  </a:moveTo>
                  <a:lnTo>
                    <a:pt x="3809" y="87629"/>
                  </a:lnTo>
                  <a:lnTo>
                    <a:pt x="0" y="87629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2" name="object 3362"/>
            <p:cNvSpPr/>
            <p:nvPr/>
          </p:nvSpPr>
          <p:spPr>
            <a:xfrm>
              <a:off x="6735457" y="2015828"/>
              <a:ext cx="71755" cy="71120"/>
            </a:xfrm>
            <a:custGeom>
              <a:avLst/>
              <a:gdLst/>
              <a:ahLst/>
              <a:cxnLst/>
              <a:rect l="l" t="t" r="r" b="b"/>
              <a:pathLst>
                <a:path w="71754" h="71119">
                  <a:moveTo>
                    <a:pt x="71627" y="40686"/>
                  </a:moveTo>
                  <a:lnTo>
                    <a:pt x="71627" y="35352"/>
                  </a:lnTo>
                  <a:lnTo>
                    <a:pt x="71627" y="30018"/>
                  </a:lnTo>
                  <a:lnTo>
                    <a:pt x="70103" y="25446"/>
                  </a:lnTo>
                  <a:lnTo>
                    <a:pt x="56245" y="5952"/>
                  </a:lnTo>
                  <a:lnTo>
                    <a:pt x="35266" y="0"/>
                  </a:lnTo>
                  <a:lnTo>
                    <a:pt x="14370" y="7341"/>
                  </a:lnTo>
                  <a:lnTo>
                    <a:pt x="761" y="27732"/>
                  </a:lnTo>
                  <a:lnTo>
                    <a:pt x="0" y="33066"/>
                  </a:lnTo>
                  <a:lnTo>
                    <a:pt x="0" y="37638"/>
                  </a:lnTo>
                  <a:lnTo>
                    <a:pt x="10789" y="60927"/>
                  </a:lnTo>
                  <a:lnTo>
                    <a:pt x="32156" y="70699"/>
                  </a:lnTo>
                  <a:lnTo>
                    <a:pt x="54971" y="65845"/>
                  </a:lnTo>
                  <a:lnTo>
                    <a:pt x="70103" y="45258"/>
                  </a:lnTo>
                  <a:lnTo>
                    <a:pt x="71627" y="4068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3" name="object 3363"/>
            <p:cNvSpPr/>
            <p:nvPr/>
          </p:nvSpPr>
          <p:spPr>
            <a:xfrm>
              <a:off x="6735457" y="2015828"/>
              <a:ext cx="71755" cy="71120"/>
            </a:xfrm>
            <a:custGeom>
              <a:avLst/>
              <a:gdLst/>
              <a:ahLst/>
              <a:cxnLst/>
              <a:rect l="l" t="t" r="r" b="b"/>
              <a:pathLst>
                <a:path w="71754" h="71119">
                  <a:moveTo>
                    <a:pt x="71627" y="35352"/>
                  </a:moveTo>
                  <a:lnTo>
                    <a:pt x="71627" y="30018"/>
                  </a:lnTo>
                  <a:lnTo>
                    <a:pt x="70103" y="25446"/>
                  </a:lnTo>
                  <a:lnTo>
                    <a:pt x="56245" y="5952"/>
                  </a:lnTo>
                  <a:lnTo>
                    <a:pt x="35266" y="0"/>
                  </a:lnTo>
                  <a:lnTo>
                    <a:pt x="14370" y="7341"/>
                  </a:lnTo>
                  <a:lnTo>
                    <a:pt x="761" y="27732"/>
                  </a:lnTo>
                  <a:lnTo>
                    <a:pt x="0" y="33066"/>
                  </a:lnTo>
                  <a:lnTo>
                    <a:pt x="0" y="37638"/>
                  </a:lnTo>
                  <a:lnTo>
                    <a:pt x="10789" y="60927"/>
                  </a:lnTo>
                  <a:lnTo>
                    <a:pt x="32156" y="70699"/>
                  </a:lnTo>
                  <a:lnTo>
                    <a:pt x="54971" y="65845"/>
                  </a:lnTo>
                  <a:lnTo>
                    <a:pt x="70103" y="45258"/>
                  </a:lnTo>
                  <a:lnTo>
                    <a:pt x="71627" y="40686"/>
                  </a:lnTo>
                  <a:lnTo>
                    <a:pt x="71627" y="3535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4" name="object 3364"/>
            <p:cNvSpPr/>
            <p:nvPr/>
          </p:nvSpPr>
          <p:spPr>
            <a:xfrm>
              <a:off x="6764401" y="1946036"/>
              <a:ext cx="187960" cy="120650"/>
            </a:xfrm>
            <a:custGeom>
              <a:avLst/>
              <a:gdLst/>
              <a:ahLst/>
              <a:cxnLst/>
              <a:rect l="l" t="t" r="r" b="b"/>
              <a:pathLst>
                <a:path w="187959" h="120650">
                  <a:moveTo>
                    <a:pt x="11430" y="89154"/>
                  </a:moveTo>
                  <a:lnTo>
                    <a:pt x="9144" y="89154"/>
                  </a:lnTo>
                  <a:lnTo>
                    <a:pt x="7620" y="90678"/>
                  </a:lnTo>
                  <a:lnTo>
                    <a:pt x="6858" y="92202"/>
                  </a:lnTo>
                  <a:lnTo>
                    <a:pt x="5334" y="93726"/>
                  </a:lnTo>
                  <a:lnTo>
                    <a:pt x="3810" y="94488"/>
                  </a:lnTo>
                  <a:lnTo>
                    <a:pt x="1524" y="96012"/>
                  </a:lnTo>
                  <a:lnTo>
                    <a:pt x="0" y="96774"/>
                  </a:lnTo>
                  <a:lnTo>
                    <a:pt x="0" y="100584"/>
                  </a:lnTo>
                  <a:lnTo>
                    <a:pt x="762" y="99822"/>
                  </a:lnTo>
                  <a:lnTo>
                    <a:pt x="5334" y="97536"/>
                  </a:lnTo>
                  <a:lnTo>
                    <a:pt x="6096" y="96774"/>
                  </a:lnTo>
                  <a:lnTo>
                    <a:pt x="7620" y="96012"/>
                  </a:lnTo>
                  <a:lnTo>
                    <a:pt x="7620" y="120396"/>
                  </a:lnTo>
                  <a:lnTo>
                    <a:pt x="11430" y="120396"/>
                  </a:lnTo>
                  <a:lnTo>
                    <a:pt x="11430" y="89154"/>
                  </a:lnTo>
                  <a:close/>
                </a:path>
                <a:path w="187959" h="120650">
                  <a:moveTo>
                    <a:pt x="187464" y="0"/>
                  </a:moveTo>
                  <a:lnTo>
                    <a:pt x="183654" y="0"/>
                  </a:lnTo>
                  <a:lnTo>
                    <a:pt x="183654" y="94488"/>
                  </a:lnTo>
                  <a:lnTo>
                    <a:pt x="183667" y="96012"/>
                  </a:lnTo>
                  <a:lnTo>
                    <a:pt x="187464" y="96012"/>
                  </a:lnTo>
                  <a:lnTo>
                    <a:pt x="187464" y="94488"/>
                  </a:lnTo>
                  <a:lnTo>
                    <a:pt x="18746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5" name="object 3365"/>
            <p:cNvSpPr/>
            <p:nvPr/>
          </p:nvSpPr>
          <p:spPr>
            <a:xfrm>
              <a:off x="6949973" y="1946024"/>
              <a:ext cx="0" cy="95250"/>
            </a:xfrm>
            <a:custGeom>
              <a:avLst/>
              <a:gdLst/>
              <a:ahLst/>
              <a:cxnLst/>
              <a:rect l="l" t="t" r="r" b="b"/>
              <a:pathLst>
                <a:path h="95250">
                  <a:moveTo>
                    <a:pt x="0" y="0"/>
                  </a:moveTo>
                  <a:lnTo>
                    <a:pt x="0" y="94869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6" name="object 3366"/>
            <p:cNvSpPr/>
            <p:nvPr/>
          </p:nvSpPr>
          <p:spPr>
            <a:xfrm>
              <a:off x="6912241" y="2015847"/>
              <a:ext cx="71755" cy="71120"/>
            </a:xfrm>
            <a:custGeom>
              <a:avLst/>
              <a:gdLst/>
              <a:ahLst/>
              <a:cxnLst/>
              <a:rect l="l" t="t" r="r" b="b"/>
              <a:pathLst>
                <a:path w="71754" h="71119">
                  <a:moveTo>
                    <a:pt x="71627" y="40666"/>
                  </a:moveTo>
                  <a:lnTo>
                    <a:pt x="71627" y="35332"/>
                  </a:lnTo>
                  <a:lnTo>
                    <a:pt x="71627" y="29998"/>
                  </a:lnTo>
                  <a:lnTo>
                    <a:pt x="70103" y="25426"/>
                  </a:lnTo>
                  <a:lnTo>
                    <a:pt x="56104" y="5833"/>
                  </a:lnTo>
                  <a:lnTo>
                    <a:pt x="34851" y="0"/>
                  </a:lnTo>
                  <a:lnTo>
                    <a:pt x="13889" y="7451"/>
                  </a:lnTo>
                  <a:lnTo>
                    <a:pt x="761" y="27712"/>
                  </a:lnTo>
                  <a:lnTo>
                    <a:pt x="0" y="33046"/>
                  </a:lnTo>
                  <a:lnTo>
                    <a:pt x="0" y="37618"/>
                  </a:lnTo>
                  <a:lnTo>
                    <a:pt x="10741" y="60964"/>
                  </a:lnTo>
                  <a:lnTo>
                    <a:pt x="32113" y="70694"/>
                  </a:lnTo>
                  <a:lnTo>
                    <a:pt x="54955" y="65792"/>
                  </a:lnTo>
                  <a:lnTo>
                    <a:pt x="70103" y="45238"/>
                  </a:lnTo>
                  <a:lnTo>
                    <a:pt x="71627" y="406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7" name="object 3367"/>
            <p:cNvSpPr/>
            <p:nvPr/>
          </p:nvSpPr>
          <p:spPr>
            <a:xfrm>
              <a:off x="6912241" y="2015847"/>
              <a:ext cx="71755" cy="71120"/>
            </a:xfrm>
            <a:custGeom>
              <a:avLst/>
              <a:gdLst/>
              <a:ahLst/>
              <a:cxnLst/>
              <a:rect l="l" t="t" r="r" b="b"/>
              <a:pathLst>
                <a:path w="71754" h="71119">
                  <a:moveTo>
                    <a:pt x="71627" y="35332"/>
                  </a:moveTo>
                  <a:lnTo>
                    <a:pt x="71627" y="29998"/>
                  </a:lnTo>
                  <a:lnTo>
                    <a:pt x="70103" y="25426"/>
                  </a:lnTo>
                  <a:lnTo>
                    <a:pt x="56104" y="5833"/>
                  </a:lnTo>
                  <a:lnTo>
                    <a:pt x="34851" y="0"/>
                  </a:lnTo>
                  <a:lnTo>
                    <a:pt x="13889" y="7451"/>
                  </a:lnTo>
                  <a:lnTo>
                    <a:pt x="761" y="27712"/>
                  </a:lnTo>
                  <a:lnTo>
                    <a:pt x="0" y="33046"/>
                  </a:lnTo>
                  <a:lnTo>
                    <a:pt x="0" y="37618"/>
                  </a:lnTo>
                  <a:lnTo>
                    <a:pt x="10741" y="60964"/>
                  </a:lnTo>
                  <a:lnTo>
                    <a:pt x="32113" y="70694"/>
                  </a:lnTo>
                  <a:lnTo>
                    <a:pt x="54955" y="65792"/>
                  </a:lnTo>
                  <a:lnTo>
                    <a:pt x="70103" y="45238"/>
                  </a:lnTo>
                  <a:lnTo>
                    <a:pt x="71627" y="40666"/>
                  </a:lnTo>
                  <a:lnTo>
                    <a:pt x="71627" y="3533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8" name="object 3368"/>
            <p:cNvSpPr/>
            <p:nvPr/>
          </p:nvSpPr>
          <p:spPr>
            <a:xfrm>
              <a:off x="6620383" y="1930034"/>
              <a:ext cx="337820" cy="219710"/>
            </a:xfrm>
            <a:custGeom>
              <a:avLst/>
              <a:gdLst/>
              <a:ahLst/>
              <a:cxnLst/>
              <a:rect l="l" t="t" r="r" b="b"/>
              <a:pathLst>
                <a:path w="337820" h="219710">
                  <a:moveTo>
                    <a:pt x="3822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2" y="217932"/>
                  </a:lnTo>
                  <a:lnTo>
                    <a:pt x="12" y="219456"/>
                  </a:lnTo>
                  <a:lnTo>
                    <a:pt x="3822" y="219456"/>
                  </a:lnTo>
                  <a:lnTo>
                    <a:pt x="3822" y="217932"/>
                  </a:lnTo>
                  <a:lnTo>
                    <a:pt x="3822" y="1524"/>
                  </a:lnTo>
                  <a:lnTo>
                    <a:pt x="3822" y="0"/>
                  </a:lnTo>
                  <a:close/>
                </a:path>
                <a:path w="337820" h="219710">
                  <a:moveTo>
                    <a:pt x="337566" y="115062"/>
                  </a:moveTo>
                  <a:lnTo>
                    <a:pt x="336804" y="110490"/>
                  </a:lnTo>
                  <a:lnTo>
                    <a:pt x="332232" y="105918"/>
                  </a:lnTo>
                  <a:lnTo>
                    <a:pt x="327660" y="105156"/>
                  </a:lnTo>
                  <a:lnTo>
                    <a:pt x="323850" y="105918"/>
                  </a:lnTo>
                  <a:lnTo>
                    <a:pt x="318516" y="110490"/>
                  </a:lnTo>
                  <a:lnTo>
                    <a:pt x="317754" y="113538"/>
                  </a:lnTo>
                  <a:lnTo>
                    <a:pt x="321564" y="114300"/>
                  </a:lnTo>
                  <a:lnTo>
                    <a:pt x="322326" y="112014"/>
                  </a:lnTo>
                  <a:lnTo>
                    <a:pt x="325374" y="108966"/>
                  </a:lnTo>
                  <a:lnTo>
                    <a:pt x="330708" y="108966"/>
                  </a:lnTo>
                  <a:lnTo>
                    <a:pt x="333756" y="112014"/>
                  </a:lnTo>
                  <a:lnTo>
                    <a:pt x="333756" y="115824"/>
                  </a:lnTo>
                  <a:lnTo>
                    <a:pt x="320040" y="129540"/>
                  </a:lnTo>
                  <a:lnTo>
                    <a:pt x="316992" y="136398"/>
                  </a:lnTo>
                  <a:lnTo>
                    <a:pt x="337566" y="136398"/>
                  </a:lnTo>
                  <a:lnTo>
                    <a:pt x="337566" y="132588"/>
                  </a:lnTo>
                  <a:lnTo>
                    <a:pt x="322326" y="132588"/>
                  </a:lnTo>
                  <a:lnTo>
                    <a:pt x="334518" y="121158"/>
                  </a:lnTo>
                  <a:lnTo>
                    <a:pt x="337566" y="1150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9" name="object 3369"/>
            <p:cNvSpPr/>
            <p:nvPr/>
          </p:nvSpPr>
          <p:spPr>
            <a:xfrm>
              <a:off x="6620407" y="1931546"/>
              <a:ext cx="3810" cy="216535"/>
            </a:xfrm>
            <a:custGeom>
              <a:avLst/>
              <a:gdLst/>
              <a:ahLst/>
              <a:cxnLst/>
              <a:rect l="l" t="t" r="r" b="b"/>
              <a:pathLst>
                <a:path w="3809" h="216535">
                  <a:moveTo>
                    <a:pt x="3810" y="0"/>
                  </a:moveTo>
                  <a:lnTo>
                    <a:pt x="3810" y="216408"/>
                  </a:lnTo>
                  <a:lnTo>
                    <a:pt x="0" y="216408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0" name="object 3370"/>
            <p:cNvSpPr/>
            <p:nvPr/>
          </p:nvSpPr>
          <p:spPr>
            <a:xfrm>
              <a:off x="6573164" y="1840173"/>
              <a:ext cx="97790" cy="97790"/>
            </a:xfrm>
            <a:custGeom>
              <a:avLst/>
              <a:gdLst/>
              <a:ahLst/>
              <a:cxnLst/>
              <a:rect l="l" t="t" r="r" b="b"/>
              <a:pathLst>
                <a:path w="97790" h="97789">
                  <a:moveTo>
                    <a:pt x="97535" y="48701"/>
                  </a:moveTo>
                  <a:lnTo>
                    <a:pt x="96011" y="36509"/>
                  </a:lnTo>
                  <a:lnTo>
                    <a:pt x="75717" y="8101"/>
                  </a:lnTo>
                  <a:lnTo>
                    <a:pt x="45481" y="0"/>
                  </a:lnTo>
                  <a:lnTo>
                    <a:pt x="16698" y="11677"/>
                  </a:lnTo>
                  <a:lnTo>
                    <a:pt x="761" y="42605"/>
                  </a:lnTo>
                  <a:lnTo>
                    <a:pt x="0" y="48701"/>
                  </a:lnTo>
                  <a:lnTo>
                    <a:pt x="761" y="54797"/>
                  </a:lnTo>
                  <a:lnTo>
                    <a:pt x="16169" y="85196"/>
                  </a:lnTo>
                  <a:lnTo>
                    <a:pt x="44777" y="97316"/>
                  </a:lnTo>
                  <a:lnTo>
                    <a:pt x="75189" y="89701"/>
                  </a:lnTo>
                  <a:lnTo>
                    <a:pt x="96011" y="60893"/>
                  </a:lnTo>
                  <a:lnTo>
                    <a:pt x="97535" y="4870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1" name="object 3371"/>
            <p:cNvSpPr/>
            <p:nvPr/>
          </p:nvSpPr>
          <p:spPr>
            <a:xfrm>
              <a:off x="6573164" y="1840173"/>
              <a:ext cx="97790" cy="97790"/>
            </a:xfrm>
            <a:custGeom>
              <a:avLst/>
              <a:gdLst/>
              <a:ahLst/>
              <a:cxnLst/>
              <a:rect l="l" t="t" r="r" b="b"/>
              <a:pathLst>
                <a:path w="97790" h="97789">
                  <a:moveTo>
                    <a:pt x="97535" y="48701"/>
                  </a:moveTo>
                  <a:lnTo>
                    <a:pt x="96011" y="36509"/>
                  </a:lnTo>
                  <a:lnTo>
                    <a:pt x="75717" y="8101"/>
                  </a:lnTo>
                  <a:lnTo>
                    <a:pt x="45481" y="0"/>
                  </a:lnTo>
                  <a:lnTo>
                    <a:pt x="16698" y="11677"/>
                  </a:lnTo>
                  <a:lnTo>
                    <a:pt x="761" y="42605"/>
                  </a:lnTo>
                  <a:lnTo>
                    <a:pt x="0" y="48701"/>
                  </a:lnTo>
                  <a:lnTo>
                    <a:pt x="761" y="54797"/>
                  </a:lnTo>
                  <a:lnTo>
                    <a:pt x="16169" y="85196"/>
                  </a:lnTo>
                  <a:lnTo>
                    <a:pt x="44777" y="97316"/>
                  </a:lnTo>
                  <a:lnTo>
                    <a:pt x="75189" y="89701"/>
                  </a:lnTo>
                  <a:lnTo>
                    <a:pt x="96011" y="60893"/>
                  </a:lnTo>
                  <a:lnTo>
                    <a:pt x="97535" y="4870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2" name="object 3372"/>
            <p:cNvSpPr/>
            <p:nvPr/>
          </p:nvSpPr>
          <p:spPr>
            <a:xfrm>
              <a:off x="6587617" y="1839890"/>
              <a:ext cx="69850" cy="99060"/>
            </a:xfrm>
            <a:custGeom>
              <a:avLst/>
              <a:gdLst/>
              <a:ahLst/>
              <a:cxnLst/>
              <a:rect l="l" t="t" r="r" b="b"/>
              <a:pathLst>
                <a:path w="69850" h="99060">
                  <a:moveTo>
                    <a:pt x="68592" y="84048"/>
                  </a:moveTo>
                  <a:lnTo>
                    <a:pt x="35064" y="49758"/>
                  </a:lnTo>
                  <a:lnTo>
                    <a:pt x="12" y="84810"/>
                  </a:lnTo>
                  <a:lnTo>
                    <a:pt x="3822" y="87858"/>
                  </a:lnTo>
                  <a:lnTo>
                    <a:pt x="19024" y="96139"/>
                  </a:lnTo>
                  <a:lnTo>
                    <a:pt x="34772" y="98602"/>
                  </a:lnTo>
                  <a:lnTo>
                    <a:pt x="50482" y="95504"/>
                  </a:lnTo>
                  <a:lnTo>
                    <a:pt x="65544" y="87096"/>
                  </a:lnTo>
                  <a:lnTo>
                    <a:pt x="68592" y="84048"/>
                  </a:lnTo>
                  <a:close/>
                </a:path>
                <a:path w="69850" h="99060">
                  <a:moveTo>
                    <a:pt x="69342" y="13944"/>
                  </a:moveTo>
                  <a:lnTo>
                    <a:pt x="65532" y="10896"/>
                  </a:lnTo>
                  <a:lnTo>
                    <a:pt x="51689" y="2603"/>
                  </a:lnTo>
                  <a:lnTo>
                    <a:pt x="34607" y="0"/>
                  </a:lnTo>
                  <a:lnTo>
                    <a:pt x="17551" y="3022"/>
                  </a:lnTo>
                  <a:lnTo>
                    <a:pt x="3810" y="11658"/>
                  </a:lnTo>
                  <a:lnTo>
                    <a:pt x="0" y="14706"/>
                  </a:lnTo>
                  <a:lnTo>
                    <a:pt x="34290" y="48996"/>
                  </a:lnTo>
                  <a:lnTo>
                    <a:pt x="69342" y="1394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3" name="object 3373"/>
            <p:cNvSpPr/>
            <p:nvPr/>
          </p:nvSpPr>
          <p:spPr>
            <a:xfrm>
              <a:off x="6573164" y="1840173"/>
              <a:ext cx="97790" cy="97790"/>
            </a:xfrm>
            <a:custGeom>
              <a:avLst/>
              <a:gdLst/>
              <a:ahLst/>
              <a:cxnLst/>
              <a:rect l="l" t="t" r="r" b="b"/>
              <a:pathLst>
                <a:path w="97790" h="97789">
                  <a:moveTo>
                    <a:pt x="97535" y="48701"/>
                  </a:moveTo>
                  <a:lnTo>
                    <a:pt x="96011" y="36509"/>
                  </a:lnTo>
                  <a:lnTo>
                    <a:pt x="75717" y="8101"/>
                  </a:lnTo>
                  <a:lnTo>
                    <a:pt x="45481" y="0"/>
                  </a:lnTo>
                  <a:lnTo>
                    <a:pt x="16698" y="11677"/>
                  </a:lnTo>
                  <a:lnTo>
                    <a:pt x="761" y="42605"/>
                  </a:lnTo>
                  <a:lnTo>
                    <a:pt x="0" y="48701"/>
                  </a:lnTo>
                  <a:lnTo>
                    <a:pt x="761" y="54797"/>
                  </a:lnTo>
                  <a:lnTo>
                    <a:pt x="16169" y="85196"/>
                  </a:lnTo>
                  <a:lnTo>
                    <a:pt x="44777" y="97316"/>
                  </a:lnTo>
                  <a:lnTo>
                    <a:pt x="75189" y="89701"/>
                  </a:lnTo>
                  <a:lnTo>
                    <a:pt x="96011" y="60893"/>
                  </a:lnTo>
                  <a:lnTo>
                    <a:pt x="97535" y="48701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4" name="object 3374"/>
            <p:cNvSpPr/>
            <p:nvPr/>
          </p:nvSpPr>
          <p:spPr>
            <a:xfrm>
              <a:off x="6667639" y="1882778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5333" y="6096"/>
                  </a:moveTo>
                  <a:lnTo>
                    <a:pt x="4571" y="0"/>
                  </a:lnTo>
                  <a:lnTo>
                    <a:pt x="0" y="762"/>
                  </a:lnTo>
                  <a:lnTo>
                    <a:pt x="761" y="6096"/>
                  </a:lnTo>
                  <a:lnTo>
                    <a:pt x="5333" y="60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5" name="object 3375"/>
            <p:cNvSpPr/>
            <p:nvPr/>
          </p:nvSpPr>
          <p:spPr>
            <a:xfrm>
              <a:off x="6667639" y="1882778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5333" y="6096"/>
                  </a:moveTo>
                  <a:lnTo>
                    <a:pt x="761" y="6096"/>
                  </a:lnTo>
                  <a:lnTo>
                    <a:pt x="0" y="762"/>
                  </a:lnTo>
                  <a:lnTo>
                    <a:pt x="4571" y="0"/>
                  </a:lnTo>
                  <a:lnTo>
                    <a:pt x="5333" y="60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6" name="object 3376"/>
            <p:cNvSpPr/>
            <p:nvPr/>
          </p:nvSpPr>
          <p:spPr>
            <a:xfrm>
              <a:off x="6666877" y="1875920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5" h="7619">
                  <a:moveTo>
                    <a:pt x="5333" y="6858"/>
                  </a:moveTo>
                  <a:lnTo>
                    <a:pt x="4571" y="0"/>
                  </a:lnTo>
                  <a:lnTo>
                    <a:pt x="0" y="1524"/>
                  </a:lnTo>
                  <a:lnTo>
                    <a:pt x="761" y="7620"/>
                  </a:lnTo>
                  <a:lnTo>
                    <a:pt x="5333" y="68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7" name="object 3377"/>
            <p:cNvSpPr/>
            <p:nvPr/>
          </p:nvSpPr>
          <p:spPr>
            <a:xfrm>
              <a:off x="6666877" y="1875920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5" h="7619">
                  <a:moveTo>
                    <a:pt x="5333" y="6858"/>
                  </a:moveTo>
                  <a:lnTo>
                    <a:pt x="761" y="7620"/>
                  </a:lnTo>
                  <a:lnTo>
                    <a:pt x="0" y="1524"/>
                  </a:lnTo>
                  <a:lnTo>
                    <a:pt x="4571" y="0"/>
                  </a:lnTo>
                  <a:lnTo>
                    <a:pt x="5333" y="68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8" name="object 3378"/>
            <p:cNvSpPr/>
            <p:nvPr/>
          </p:nvSpPr>
          <p:spPr>
            <a:xfrm>
              <a:off x="6664591" y="1869824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6857" y="6096"/>
                  </a:moveTo>
                  <a:lnTo>
                    <a:pt x="4571" y="0"/>
                  </a:lnTo>
                  <a:lnTo>
                    <a:pt x="761" y="2286"/>
                  </a:lnTo>
                  <a:lnTo>
                    <a:pt x="0" y="2286"/>
                  </a:lnTo>
                  <a:lnTo>
                    <a:pt x="2285" y="7620"/>
                  </a:lnTo>
                  <a:lnTo>
                    <a:pt x="6857" y="60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9" name="object 3379"/>
            <p:cNvSpPr/>
            <p:nvPr/>
          </p:nvSpPr>
          <p:spPr>
            <a:xfrm>
              <a:off x="6664591" y="1869824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6857" y="6096"/>
                  </a:moveTo>
                  <a:lnTo>
                    <a:pt x="2285" y="7620"/>
                  </a:lnTo>
                  <a:lnTo>
                    <a:pt x="0" y="2286"/>
                  </a:lnTo>
                  <a:lnTo>
                    <a:pt x="761" y="2286"/>
                  </a:lnTo>
                  <a:lnTo>
                    <a:pt x="4571" y="0"/>
                  </a:lnTo>
                  <a:lnTo>
                    <a:pt x="6857" y="60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0" name="object 3380"/>
            <p:cNvSpPr/>
            <p:nvPr/>
          </p:nvSpPr>
          <p:spPr>
            <a:xfrm>
              <a:off x="6662318" y="1864490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6857" y="5334"/>
                  </a:moveTo>
                  <a:lnTo>
                    <a:pt x="3809" y="0"/>
                  </a:lnTo>
                  <a:lnTo>
                    <a:pt x="0" y="2286"/>
                  </a:lnTo>
                  <a:lnTo>
                    <a:pt x="3047" y="7620"/>
                  </a:lnTo>
                  <a:lnTo>
                    <a:pt x="6857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1" name="object 3381"/>
            <p:cNvSpPr/>
            <p:nvPr/>
          </p:nvSpPr>
          <p:spPr>
            <a:xfrm>
              <a:off x="6662318" y="1864490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6857" y="5334"/>
                  </a:moveTo>
                  <a:lnTo>
                    <a:pt x="3047" y="7620"/>
                  </a:lnTo>
                  <a:lnTo>
                    <a:pt x="0" y="2286"/>
                  </a:lnTo>
                  <a:lnTo>
                    <a:pt x="3809" y="0"/>
                  </a:lnTo>
                  <a:lnTo>
                    <a:pt x="6857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2" name="object 3382"/>
            <p:cNvSpPr/>
            <p:nvPr/>
          </p:nvSpPr>
          <p:spPr>
            <a:xfrm>
              <a:off x="6659270" y="1859156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6857" y="5334"/>
                  </a:moveTo>
                  <a:lnTo>
                    <a:pt x="3809" y="0"/>
                  </a:lnTo>
                  <a:lnTo>
                    <a:pt x="0" y="2286"/>
                  </a:lnTo>
                  <a:lnTo>
                    <a:pt x="3047" y="7620"/>
                  </a:lnTo>
                  <a:lnTo>
                    <a:pt x="6857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3" name="object 3383"/>
            <p:cNvSpPr/>
            <p:nvPr/>
          </p:nvSpPr>
          <p:spPr>
            <a:xfrm>
              <a:off x="6659270" y="1859156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6857" y="5334"/>
                  </a:moveTo>
                  <a:lnTo>
                    <a:pt x="3047" y="7620"/>
                  </a:lnTo>
                  <a:lnTo>
                    <a:pt x="0" y="2286"/>
                  </a:lnTo>
                  <a:lnTo>
                    <a:pt x="3809" y="0"/>
                  </a:lnTo>
                  <a:lnTo>
                    <a:pt x="6857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4" name="object 3384"/>
            <p:cNvSpPr/>
            <p:nvPr/>
          </p:nvSpPr>
          <p:spPr>
            <a:xfrm>
              <a:off x="6655460" y="1853822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20" y="5334"/>
                  </a:moveTo>
                  <a:lnTo>
                    <a:pt x="3048" y="0"/>
                  </a:lnTo>
                  <a:lnTo>
                    <a:pt x="0" y="3048"/>
                  </a:lnTo>
                  <a:lnTo>
                    <a:pt x="3810" y="7620"/>
                  </a:lnTo>
                  <a:lnTo>
                    <a:pt x="7620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5" name="object 3385"/>
            <p:cNvSpPr/>
            <p:nvPr/>
          </p:nvSpPr>
          <p:spPr>
            <a:xfrm>
              <a:off x="6655460" y="1853822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20" y="5334"/>
                  </a:moveTo>
                  <a:lnTo>
                    <a:pt x="3810" y="7620"/>
                  </a:lnTo>
                  <a:lnTo>
                    <a:pt x="0" y="3048"/>
                  </a:lnTo>
                  <a:lnTo>
                    <a:pt x="3048" y="0"/>
                  </a:lnTo>
                  <a:lnTo>
                    <a:pt x="762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6" name="object 3386"/>
            <p:cNvSpPr/>
            <p:nvPr/>
          </p:nvSpPr>
          <p:spPr>
            <a:xfrm>
              <a:off x="6651637" y="1849250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6857" y="4572"/>
                  </a:moveTo>
                  <a:lnTo>
                    <a:pt x="2285" y="0"/>
                  </a:lnTo>
                  <a:lnTo>
                    <a:pt x="0" y="3810"/>
                  </a:lnTo>
                  <a:lnTo>
                    <a:pt x="3809" y="7620"/>
                  </a:lnTo>
                  <a:lnTo>
                    <a:pt x="6857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7" name="object 3387"/>
            <p:cNvSpPr/>
            <p:nvPr/>
          </p:nvSpPr>
          <p:spPr>
            <a:xfrm>
              <a:off x="6651637" y="1849250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6857" y="4572"/>
                  </a:moveTo>
                  <a:lnTo>
                    <a:pt x="3809" y="7620"/>
                  </a:lnTo>
                  <a:lnTo>
                    <a:pt x="0" y="3810"/>
                  </a:lnTo>
                  <a:lnTo>
                    <a:pt x="2285" y="0"/>
                  </a:lnTo>
                  <a:lnTo>
                    <a:pt x="6857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8" name="object 3388"/>
            <p:cNvSpPr/>
            <p:nvPr/>
          </p:nvSpPr>
          <p:spPr>
            <a:xfrm>
              <a:off x="6647065" y="1845440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268" y="4034"/>
                  </a:moveTo>
                  <a:lnTo>
                    <a:pt x="0" y="3810"/>
                  </a:lnTo>
                  <a:lnTo>
                    <a:pt x="0" y="4572"/>
                  </a:lnTo>
                  <a:lnTo>
                    <a:pt x="268" y="4034"/>
                  </a:lnTo>
                  <a:close/>
                </a:path>
                <a:path w="6984" h="7619">
                  <a:moveTo>
                    <a:pt x="6857" y="3810"/>
                  </a:moveTo>
                  <a:lnTo>
                    <a:pt x="2285" y="0"/>
                  </a:lnTo>
                  <a:lnTo>
                    <a:pt x="268" y="4034"/>
                  </a:lnTo>
                  <a:lnTo>
                    <a:pt x="4571" y="7620"/>
                  </a:lnTo>
                  <a:lnTo>
                    <a:pt x="6857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9" name="object 3389"/>
            <p:cNvSpPr/>
            <p:nvPr/>
          </p:nvSpPr>
          <p:spPr>
            <a:xfrm>
              <a:off x="6647065" y="1845440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6857" y="3810"/>
                  </a:moveTo>
                  <a:lnTo>
                    <a:pt x="4571" y="7620"/>
                  </a:lnTo>
                  <a:lnTo>
                    <a:pt x="0" y="3810"/>
                  </a:lnTo>
                  <a:lnTo>
                    <a:pt x="0" y="4572"/>
                  </a:lnTo>
                  <a:lnTo>
                    <a:pt x="2285" y="0"/>
                  </a:lnTo>
                  <a:lnTo>
                    <a:pt x="6857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0" name="object 3390"/>
            <p:cNvSpPr/>
            <p:nvPr/>
          </p:nvSpPr>
          <p:spPr>
            <a:xfrm>
              <a:off x="6641744" y="1842392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20" y="3048"/>
                  </a:moveTo>
                  <a:lnTo>
                    <a:pt x="2286" y="0"/>
                  </a:lnTo>
                  <a:lnTo>
                    <a:pt x="1524" y="0"/>
                  </a:lnTo>
                  <a:lnTo>
                    <a:pt x="0" y="4572"/>
                  </a:lnTo>
                  <a:lnTo>
                    <a:pt x="5334" y="7620"/>
                  </a:lnTo>
                  <a:lnTo>
                    <a:pt x="7620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1" name="object 3391"/>
            <p:cNvSpPr/>
            <p:nvPr/>
          </p:nvSpPr>
          <p:spPr>
            <a:xfrm>
              <a:off x="6641744" y="1842392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20" y="3048"/>
                  </a:moveTo>
                  <a:lnTo>
                    <a:pt x="5334" y="7620"/>
                  </a:lnTo>
                  <a:lnTo>
                    <a:pt x="0" y="4572"/>
                  </a:lnTo>
                  <a:lnTo>
                    <a:pt x="1524" y="0"/>
                  </a:lnTo>
                  <a:lnTo>
                    <a:pt x="2286" y="0"/>
                  </a:lnTo>
                  <a:lnTo>
                    <a:pt x="7620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2" name="object 3392"/>
            <p:cNvSpPr/>
            <p:nvPr/>
          </p:nvSpPr>
          <p:spPr>
            <a:xfrm>
              <a:off x="6636410" y="1840106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4" h="6985">
                  <a:moveTo>
                    <a:pt x="6857" y="2286"/>
                  </a:moveTo>
                  <a:lnTo>
                    <a:pt x="1523" y="0"/>
                  </a:lnTo>
                  <a:lnTo>
                    <a:pt x="761" y="0"/>
                  </a:lnTo>
                  <a:lnTo>
                    <a:pt x="0" y="4572"/>
                  </a:lnTo>
                  <a:lnTo>
                    <a:pt x="5333" y="6858"/>
                  </a:lnTo>
                  <a:lnTo>
                    <a:pt x="6857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3" name="object 3393"/>
            <p:cNvSpPr/>
            <p:nvPr/>
          </p:nvSpPr>
          <p:spPr>
            <a:xfrm>
              <a:off x="6636410" y="1840106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4" h="6985">
                  <a:moveTo>
                    <a:pt x="6857" y="2286"/>
                  </a:moveTo>
                  <a:lnTo>
                    <a:pt x="5333" y="6858"/>
                  </a:lnTo>
                  <a:lnTo>
                    <a:pt x="0" y="4572"/>
                  </a:lnTo>
                  <a:lnTo>
                    <a:pt x="761" y="0"/>
                  </a:lnTo>
                  <a:lnTo>
                    <a:pt x="1523" y="0"/>
                  </a:lnTo>
                  <a:lnTo>
                    <a:pt x="6857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4" name="object 3394"/>
            <p:cNvSpPr/>
            <p:nvPr/>
          </p:nvSpPr>
          <p:spPr>
            <a:xfrm>
              <a:off x="6630301" y="1838582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4" h="6350">
                  <a:moveTo>
                    <a:pt x="6857" y="1524"/>
                  </a:moveTo>
                  <a:lnTo>
                    <a:pt x="761" y="0"/>
                  </a:lnTo>
                  <a:lnTo>
                    <a:pt x="761" y="4572"/>
                  </a:lnTo>
                  <a:lnTo>
                    <a:pt x="0" y="4572"/>
                  </a:lnTo>
                  <a:lnTo>
                    <a:pt x="6095" y="6096"/>
                  </a:lnTo>
                  <a:lnTo>
                    <a:pt x="6857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5" name="object 3395"/>
            <p:cNvSpPr/>
            <p:nvPr/>
          </p:nvSpPr>
          <p:spPr>
            <a:xfrm>
              <a:off x="6630301" y="1838582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4" h="6350">
                  <a:moveTo>
                    <a:pt x="6857" y="1524"/>
                  </a:moveTo>
                  <a:lnTo>
                    <a:pt x="6095" y="6096"/>
                  </a:lnTo>
                  <a:lnTo>
                    <a:pt x="0" y="4572"/>
                  </a:lnTo>
                  <a:lnTo>
                    <a:pt x="761" y="4572"/>
                  </a:lnTo>
                  <a:lnTo>
                    <a:pt x="761" y="0"/>
                  </a:lnTo>
                  <a:lnTo>
                    <a:pt x="6857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6" name="object 3396"/>
            <p:cNvSpPr/>
            <p:nvPr/>
          </p:nvSpPr>
          <p:spPr>
            <a:xfrm>
              <a:off x="6624980" y="1837820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6096" y="5334"/>
                  </a:moveTo>
                  <a:lnTo>
                    <a:pt x="6096" y="762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6096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7" name="object 3397"/>
            <p:cNvSpPr/>
            <p:nvPr/>
          </p:nvSpPr>
          <p:spPr>
            <a:xfrm>
              <a:off x="6624980" y="1837820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6096" y="762"/>
                  </a:moveTo>
                  <a:lnTo>
                    <a:pt x="6096" y="5334"/>
                  </a:lnTo>
                  <a:lnTo>
                    <a:pt x="0" y="4572"/>
                  </a:lnTo>
                  <a:lnTo>
                    <a:pt x="0" y="0"/>
                  </a:lnTo>
                  <a:lnTo>
                    <a:pt x="6096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8" name="object 3398"/>
            <p:cNvSpPr/>
            <p:nvPr/>
          </p:nvSpPr>
          <p:spPr>
            <a:xfrm>
              <a:off x="6618122" y="1837820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4" h="5080">
                  <a:moveTo>
                    <a:pt x="6857" y="4572"/>
                  </a:moveTo>
                  <a:lnTo>
                    <a:pt x="6857" y="0"/>
                  </a:lnTo>
                  <a:lnTo>
                    <a:pt x="0" y="0"/>
                  </a:lnTo>
                  <a:lnTo>
                    <a:pt x="761" y="4572"/>
                  </a:lnTo>
                  <a:lnTo>
                    <a:pt x="6857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9" name="object 3399"/>
            <p:cNvSpPr/>
            <p:nvPr/>
          </p:nvSpPr>
          <p:spPr>
            <a:xfrm>
              <a:off x="6618122" y="1837820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4" h="5080">
                  <a:moveTo>
                    <a:pt x="6857" y="0"/>
                  </a:moveTo>
                  <a:lnTo>
                    <a:pt x="6857" y="4572"/>
                  </a:lnTo>
                  <a:lnTo>
                    <a:pt x="761" y="4572"/>
                  </a:lnTo>
                  <a:lnTo>
                    <a:pt x="0" y="0"/>
                  </a:lnTo>
                  <a:lnTo>
                    <a:pt x="6857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0" name="object 3400"/>
            <p:cNvSpPr/>
            <p:nvPr/>
          </p:nvSpPr>
          <p:spPr>
            <a:xfrm>
              <a:off x="6612013" y="1837820"/>
              <a:ext cx="6985" cy="5715"/>
            </a:xfrm>
            <a:custGeom>
              <a:avLst/>
              <a:gdLst/>
              <a:ahLst/>
              <a:cxnLst/>
              <a:rect l="l" t="t" r="r" b="b"/>
              <a:pathLst>
                <a:path w="6984" h="5714">
                  <a:moveTo>
                    <a:pt x="6858" y="4572"/>
                  </a:moveTo>
                  <a:lnTo>
                    <a:pt x="6096" y="0"/>
                  </a:lnTo>
                  <a:lnTo>
                    <a:pt x="0" y="762"/>
                  </a:lnTo>
                  <a:lnTo>
                    <a:pt x="1493" y="5242"/>
                  </a:lnTo>
                  <a:lnTo>
                    <a:pt x="6858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1" name="object 3401"/>
            <p:cNvSpPr/>
            <p:nvPr/>
          </p:nvSpPr>
          <p:spPr>
            <a:xfrm>
              <a:off x="6612013" y="1837820"/>
              <a:ext cx="6985" cy="5715"/>
            </a:xfrm>
            <a:custGeom>
              <a:avLst/>
              <a:gdLst/>
              <a:ahLst/>
              <a:cxnLst/>
              <a:rect l="l" t="t" r="r" b="b"/>
              <a:pathLst>
                <a:path w="6984" h="5714">
                  <a:moveTo>
                    <a:pt x="6096" y="0"/>
                  </a:moveTo>
                  <a:lnTo>
                    <a:pt x="6858" y="4572"/>
                  </a:lnTo>
                  <a:lnTo>
                    <a:pt x="762" y="5334"/>
                  </a:lnTo>
                  <a:lnTo>
                    <a:pt x="1524" y="5334"/>
                  </a:lnTo>
                  <a:lnTo>
                    <a:pt x="0" y="762"/>
                  </a:lnTo>
                  <a:lnTo>
                    <a:pt x="609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2" name="object 3402"/>
            <p:cNvSpPr/>
            <p:nvPr/>
          </p:nvSpPr>
          <p:spPr>
            <a:xfrm>
              <a:off x="6605930" y="1838582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620" y="4572"/>
                  </a:moveTo>
                  <a:lnTo>
                    <a:pt x="6096" y="0"/>
                  </a:lnTo>
                  <a:lnTo>
                    <a:pt x="0" y="1524"/>
                  </a:lnTo>
                  <a:lnTo>
                    <a:pt x="1524" y="6096"/>
                  </a:lnTo>
                  <a:lnTo>
                    <a:pt x="762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3" name="object 3403"/>
            <p:cNvSpPr/>
            <p:nvPr/>
          </p:nvSpPr>
          <p:spPr>
            <a:xfrm>
              <a:off x="6605930" y="1838582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6096" y="0"/>
                  </a:moveTo>
                  <a:lnTo>
                    <a:pt x="7620" y="4572"/>
                  </a:lnTo>
                  <a:lnTo>
                    <a:pt x="1524" y="6096"/>
                  </a:lnTo>
                  <a:lnTo>
                    <a:pt x="0" y="1524"/>
                  </a:lnTo>
                  <a:lnTo>
                    <a:pt x="609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4" name="object 3404"/>
            <p:cNvSpPr/>
            <p:nvPr/>
          </p:nvSpPr>
          <p:spPr>
            <a:xfrm>
              <a:off x="6599834" y="1840106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620" y="4572"/>
                  </a:moveTo>
                  <a:lnTo>
                    <a:pt x="6096" y="0"/>
                  </a:lnTo>
                  <a:lnTo>
                    <a:pt x="0" y="2286"/>
                  </a:lnTo>
                  <a:lnTo>
                    <a:pt x="0" y="3048"/>
                  </a:lnTo>
                  <a:lnTo>
                    <a:pt x="2286" y="6858"/>
                  </a:lnTo>
                  <a:lnTo>
                    <a:pt x="762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5" name="object 3405"/>
            <p:cNvSpPr/>
            <p:nvPr/>
          </p:nvSpPr>
          <p:spPr>
            <a:xfrm>
              <a:off x="6599834" y="1840106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6096" y="0"/>
                  </a:moveTo>
                  <a:lnTo>
                    <a:pt x="7620" y="4572"/>
                  </a:lnTo>
                  <a:lnTo>
                    <a:pt x="2286" y="6858"/>
                  </a:lnTo>
                  <a:lnTo>
                    <a:pt x="0" y="3048"/>
                  </a:lnTo>
                  <a:lnTo>
                    <a:pt x="0" y="2286"/>
                  </a:lnTo>
                  <a:lnTo>
                    <a:pt x="609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6" name="object 3406"/>
            <p:cNvSpPr/>
            <p:nvPr/>
          </p:nvSpPr>
          <p:spPr>
            <a:xfrm>
              <a:off x="6594487" y="1843154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619" y="3810"/>
                  </a:moveTo>
                  <a:lnTo>
                    <a:pt x="5333" y="0"/>
                  </a:lnTo>
                  <a:lnTo>
                    <a:pt x="0" y="3048"/>
                  </a:lnTo>
                  <a:lnTo>
                    <a:pt x="2285" y="6096"/>
                  </a:lnTo>
                  <a:lnTo>
                    <a:pt x="2285" y="6858"/>
                  </a:lnTo>
                  <a:lnTo>
                    <a:pt x="761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7" name="object 3407"/>
            <p:cNvSpPr/>
            <p:nvPr/>
          </p:nvSpPr>
          <p:spPr>
            <a:xfrm>
              <a:off x="6594487" y="1843154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5333" y="0"/>
                  </a:moveTo>
                  <a:lnTo>
                    <a:pt x="7619" y="3810"/>
                  </a:lnTo>
                  <a:lnTo>
                    <a:pt x="2285" y="6858"/>
                  </a:lnTo>
                  <a:lnTo>
                    <a:pt x="2285" y="6096"/>
                  </a:lnTo>
                  <a:lnTo>
                    <a:pt x="0" y="3048"/>
                  </a:lnTo>
                  <a:lnTo>
                    <a:pt x="533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8" name="object 3408"/>
            <p:cNvSpPr/>
            <p:nvPr/>
          </p:nvSpPr>
          <p:spPr>
            <a:xfrm>
              <a:off x="6589166" y="1846202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619" y="3048"/>
                  </a:moveTo>
                  <a:lnTo>
                    <a:pt x="5333" y="0"/>
                  </a:lnTo>
                  <a:lnTo>
                    <a:pt x="0" y="3048"/>
                  </a:lnTo>
                  <a:lnTo>
                    <a:pt x="0" y="3810"/>
                  </a:lnTo>
                  <a:lnTo>
                    <a:pt x="3047" y="6858"/>
                  </a:lnTo>
                  <a:lnTo>
                    <a:pt x="7619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9" name="object 3409"/>
            <p:cNvSpPr/>
            <p:nvPr/>
          </p:nvSpPr>
          <p:spPr>
            <a:xfrm>
              <a:off x="6589166" y="1846202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5333" y="0"/>
                  </a:moveTo>
                  <a:lnTo>
                    <a:pt x="7619" y="3048"/>
                  </a:lnTo>
                  <a:lnTo>
                    <a:pt x="3047" y="6858"/>
                  </a:lnTo>
                  <a:lnTo>
                    <a:pt x="0" y="3810"/>
                  </a:lnTo>
                  <a:lnTo>
                    <a:pt x="0" y="3048"/>
                  </a:lnTo>
                  <a:lnTo>
                    <a:pt x="533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0" name="object 3410"/>
            <p:cNvSpPr/>
            <p:nvPr/>
          </p:nvSpPr>
          <p:spPr>
            <a:xfrm>
              <a:off x="6584594" y="1850012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620" y="3047"/>
                  </a:moveTo>
                  <a:lnTo>
                    <a:pt x="4572" y="0"/>
                  </a:lnTo>
                  <a:lnTo>
                    <a:pt x="0" y="3810"/>
                  </a:lnTo>
                  <a:lnTo>
                    <a:pt x="3048" y="6858"/>
                  </a:lnTo>
                  <a:lnTo>
                    <a:pt x="7620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1" name="object 3411"/>
            <p:cNvSpPr/>
            <p:nvPr/>
          </p:nvSpPr>
          <p:spPr>
            <a:xfrm>
              <a:off x="6584594" y="1850012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4572" y="0"/>
                  </a:moveTo>
                  <a:lnTo>
                    <a:pt x="7620" y="3047"/>
                  </a:lnTo>
                  <a:lnTo>
                    <a:pt x="3048" y="6858"/>
                  </a:lnTo>
                  <a:lnTo>
                    <a:pt x="0" y="3810"/>
                  </a:lnTo>
                  <a:lnTo>
                    <a:pt x="457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2" name="object 3412"/>
            <p:cNvSpPr/>
            <p:nvPr/>
          </p:nvSpPr>
          <p:spPr>
            <a:xfrm>
              <a:off x="6580784" y="1853822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6857" y="3047"/>
                  </a:moveTo>
                  <a:lnTo>
                    <a:pt x="3809" y="0"/>
                  </a:lnTo>
                  <a:lnTo>
                    <a:pt x="0" y="5334"/>
                  </a:lnTo>
                  <a:lnTo>
                    <a:pt x="3809" y="7620"/>
                  </a:lnTo>
                  <a:lnTo>
                    <a:pt x="6857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3" name="object 3413"/>
            <p:cNvSpPr/>
            <p:nvPr/>
          </p:nvSpPr>
          <p:spPr>
            <a:xfrm>
              <a:off x="6580784" y="1853822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3809" y="0"/>
                  </a:moveTo>
                  <a:lnTo>
                    <a:pt x="6857" y="3047"/>
                  </a:lnTo>
                  <a:lnTo>
                    <a:pt x="3809" y="7620"/>
                  </a:lnTo>
                  <a:lnTo>
                    <a:pt x="0" y="5334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4" name="object 3414"/>
            <p:cNvSpPr/>
            <p:nvPr/>
          </p:nvSpPr>
          <p:spPr>
            <a:xfrm>
              <a:off x="6576961" y="1859156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19" y="2285"/>
                  </a:moveTo>
                  <a:lnTo>
                    <a:pt x="3809" y="0"/>
                  </a:lnTo>
                  <a:lnTo>
                    <a:pt x="0" y="5334"/>
                  </a:lnTo>
                  <a:lnTo>
                    <a:pt x="4571" y="7620"/>
                  </a:lnTo>
                  <a:lnTo>
                    <a:pt x="7619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5" name="object 3415"/>
            <p:cNvSpPr/>
            <p:nvPr/>
          </p:nvSpPr>
          <p:spPr>
            <a:xfrm>
              <a:off x="6576961" y="1859156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3809" y="0"/>
                  </a:moveTo>
                  <a:lnTo>
                    <a:pt x="7619" y="2285"/>
                  </a:lnTo>
                  <a:lnTo>
                    <a:pt x="4571" y="7620"/>
                  </a:lnTo>
                  <a:lnTo>
                    <a:pt x="0" y="5334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6" name="object 3416"/>
            <p:cNvSpPr/>
            <p:nvPr/>
          </p:nvSpPr>
          <p:spPr>
            <a:xfrm>
              <a:off x="6574675" y="1864490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6857" y="2285"/>
                  </a:moveTo>
                  <a:lnTo>
                    <a:pt x="2285" y="0"/>
                  </a:lnTo>
                  <a:lnTo>
                    <a:pt x="0" y="6096"/>
                  </a:lnTo>
                  <a:lnTo>
                    <a:pt x="3809" y="7620"/>
                  </a:lnTo>
                  <a:lnTo>
                    <a:pt x="6857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7" name="object 3417"/>
            <p:cNvSpPr/>
            <p:nvPr/>
          </p:nvSpPr>
          <p:spPr>
            <a:xfrm>
              <a:off x="6574675" y="1864490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2285" y="0"/>
                  </a:moveTo>
                  <a:lnTo>
                    <a:pt x="6857" y="2285"/>
                  </a:lnTo>
                  <a:lnTo>
                    <a:pt x="3809" y="7620"/>
                  </a:lnTo>
                  <a:lnTo>
                    <a:pt x="0" y="6096"/>
                  </a:lnTo>
                  <a:lnTo>
                    <a:pt x="228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8" name="object 3418"/>
            <p:cNvSpPr/>
            <p:nvPr/>
          </p:nvSpPr>
          <p:spPr>
            <a:xfrm>
              <a:off x="6572402" y="1870586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5">
                  <a:moveTo>
                    <a:pt x="6095" y="1523"/>
                  </a:moveTo>
                  <a:lnTo>
                    <a:pt x="2285" y="0"/>
                  </a:lnTo>
                  <a:lnTo>
                    <a:pt x="0" y="6096"/>
                  </a:lnTo>
                  <a:lnTo>
                    <a:pt x="4571" y="6858"/>
                  </a:lnTo>
                  <a:lnTo>
                    <a:pt x="6095" y="15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9" name="object 3419"/>
            <p:cNvSpPr/>
            <p:nvPr/>
          </p:nvSpPr>
          <p:spPr>
            <a:xfrm>
              <a:off x="6572402" y="1870586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5">
                  <a:moveTo>
                    <a:pt x="2285" y="0"/>
                  </a:moveTo>
                  <a:lnTo>
                    <a:pt x="6095" y="1523"/>
                  </a:lnTo>
                  <a:lnTo>
                    <a:pt x="4571" y="6858"/>
                  </a:lnTo>
                  <a:lnTo>
                    <a:pt x="0" y="6096"/>
                  </a:lnTo>
                  <a:lnTo>
                    <a:pt x="228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0" name="object 3420"/>
            <p:cNvSpPr/>
            <p:nvPr/>
          </p:nvSpPr>
          <p:spPr>
            <a:xfrm>
              <a:off x="6571640" y="1876682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5" h="6985">
                  <a:moveTo>
                    <a:pt x="5333" y="761"/>
                  </a:moveTo>
                  <a:lnTo>
                    <a:pt x="761" y="0"/>
                  </a:lnTo>
                  <a:lnTo>
                    <a:pt x="0" y="6096"/>
                  </a:lnTo>
                  <a:lnTo>
                    <a:pt x="4571" y="6096"/>
                  </a:lnTo>
                  <a:lnTo>
                    <a:pt x="4571" y="6858"/>
                  </a:lnTo>
                  <a:lnTo>
                    <a:pt x="5333" y="7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1" name="object 3421"/>
            <p:cNvSpPr/>
            <p:nvPr/>
          </p:nvSpPr>
          <p:spPr>
            <a:xfrm>
              <a:off x="6571640" y="1876682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5" h="6985">
                  <a:moveTo>
                    <a:pt x="761" y="0"/>
                  </a:moveTo>
                  <a:lnTo>
                    <a:pt x="5333" y="761"/>
                  </a:lnTo>
                  <a:lnTo>
                    <a:pt x="4571" y="6858"/>
                  </a:lnTo>
                  <a:lnTo>
                    <a:pt x="4571" y="6096"/>
                  </a:lnTo>
                  <a:lnTo>
                    <a:pt x="0" y="6096"/>
                  </a:lnTo>
                  <a:lnTo>
                    <a:pt x="76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2" name="object 3422"/>
            <p:cNvSpPr/>
            <p:nvPr/>
          </p:nvSpPr>
          <p:spPr>
            <a:xfrm>
              <a:off x="6570878" y="1882778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5" h="6985">
                  <a:moveTo>
                    <a:pt x="5333" y="0"/>
                  </a:moveTo>
                  <a:lnTo>
                    <a:pt x="761" y="0"/>
                  </a:lnTo>
                  <a:lnTo>
                    <a:pt x="0" y="6096"/>
                  </a:lnTo>
                  <a:lnTo>
                    <a:pt x="0" y="6858"/>
                  </a:lnTo>
                  <a:lnTo>
                    <a:pt x="4571" y="6096"/>
                  </a:lnTo>
                  <a:lnTo>
                    <a:pt x="53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3" name="object 3423"/>
            <p:cNvSpPr/>
            <p:nvPr/>
          </p:nvSpPr>
          <p:spPr>
            <a:xfrm>
              <a:off x="6570878" y="1882778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5" h="6985">
                  <a:moveTo>
                    <a:pt x="761" y="0"/>
                  </a:moveTo>
                  <a:lnTo>
                    <a:pt x="5333" y="0"/>
                  </a:lnTo>
                  <a:lnTo>
                    <a:pt x="4571" y="6096"/>
                  </a:lnTo>
                  <a:lnTo>
                    <a:pt x="0" y="6858"/>
                  </a:lnTo>
                  <a:lnTo>
                    <a:pt x="0" y="6096"/>
                  </a:lnTo>
                  <a:lnTo>
                    <a:pt x="76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4" name="object 3424"/>
            <p:cNvSpPr/>
            <p:nvPr/>
          </p:nvSpPr>
          <p:spPr>
            <a:xfrm>
              <a:off x="6570878" y="1888874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5334" y="6096"/>
                  </a:moveTo>
                  <a:lnTo>
                    <a:pt x="4572" y="0"/>
                  </a:lnTo>
                  <a:lnTo>
                    <a:pt x="0" y="762"/>
                  </a:lnTo>
                  <a:lnTo>
                    <a:pt x="762" y="6096"/>
                  </a:lnTo>
                  <a:lnTo>
                    <a:pt x="5334" y="60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5" name="object 3425"/>
            <p:cNvSpPr/>
            <p:nvPr/>
          </p:nvSpPr>
          <p:spPr>
            <a:xfrm>
              <a:off x="6570878" y="1888874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0" y="762"/>
                  </a:moveTo>
                  <a:lnTo>
                    <a:pt x="4572" y="0"/>
                  </a:lnTo>
                  <a:lnTo>
                    <a:pt x="5334" y="6096"/>
                  </a:lnTo>
                  <a:lnTo>
                    <a:pt x="762" y="6096"/>
                  </a:lnTo>
                  <a:lnTo>
                    <a:pt x="0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6" name="object 3426"/>
            <p:cNvSpPr/>
            <p:nvPr/>
          </p:nvSpPr>
          <p:spPr>
            <a:xfrm>
              <a:off x="6571640" y="1894970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5" h="6985">
                  <a:moveTo>
                    <a:pt x="5334" y="5334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762" y="6858"/>
                  </a:lnTo>
                  <a:lnTo>
                    <a:pt x="5334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7" name="object 3427"/>
            <p:cNvSpPr/>
            <p:nvPr/>
          </p:nvSpPr>
          <p:spPr>
            <a:xfrm>
              <a:off x="6571640" y="1894970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5" h="6985">
                  <a:moveTo>
                    <a:pt x="0" y="0"/>
                  </a:moveTo>
                  <a:lnTo>
                    <a:pt x="4572" y="0"/>
                  </a:lnTo>
                  <a:lnTo>
                    <a:pt x="5334" y="5334"/>
                  </a:lnTo>
                  <a:lnTo>
                    <a:pt x="762" y="685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8" name="object 3428"/>
            <p:cNvSpPr/>
            <p:nvPr/>
          </p:nvSpPr>
          <p:spPr>
            <a:xfrm>
              <a:off x="6572402" y="1900304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19">
                  <a:moveTo>
                    <a:pt x="6096" y="5334"/>
                  </a:moveTo>
                  <a:lnTo>
                    <a:pt x="4572" y="0"/>
                  </a:lnTo>
                  <a:lnTo>
                    <a:pt x="0" y="1524"/>
                  </a:lnTo>
                  <a:lnTo>
                    <a:pt x="2286" y="7620"/>
                  </a:lnTo>
                  <a:lnTo>
                    <a:pt x="6096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9" name="object 3429"/>
            <p:cNvSpPr/>
            <p:nvPr/>
          </p:nvSpPr>
          <p:spPr>
            <a:xfrm>
              <a:off x="6572402" y="1900304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19">
                  <a:moveTo>
                    <a:pt x="0" y="1524"/>
                  </a:moveTo>
                  <a:lnTo>
                    <a:pt x="4572" y="0"/>
                  </a:lnTo>
                  <a:lnTo>
                    <a:pt x="6096" y="5334"/>
                  </a:lnTo>
                  <a:lnTo>
                    <a:pt x="2286" y="762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0" name="object 3430"/>
            <p:cNvSpPr/>
            <p:nvPr/>
          </p:nvSpPr>
          <p:spPr>
            <a:xfrm>
              <a:off x="6574688" y="1905638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6858" y="5334"/>
                  </a:moveTo>
                  <a:lnTo>
                    <a:pt x="3810" y="0"/>
                  </a:lnTo>
                  <a:lnTo>
                    <a:pt x="0" y="2286"/>
                  </a:lnTo>
                  <a:lnTo>
                    <a:pt x="2286" y="7620"/>
                  </a:lnTo>
                  <a:lnTo>
                    <a:pt x="3048" y="7620"/>
                  </a:lnTo>
                  <a:lnTo>
                    <a:pt x="6858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1" name="object 3431"/>
            <p:cNvSpPr/>
            <p:nvPr/>
          </p:nvSpPr>
          <p:spPr>
            <a:xfrm>
              <a:off x="6574688" y="1905638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0" y="2286"/>
                  </a:moveTo>
                  <a:lnTo>
                    <a:pt x="3810" y="0"/>
                  </a:lnTo>
                  <a:lnTo>
                    <a:pt x="6858" y="5334"/>
                  </a:lnTo>
                  <a:lnTo>
                    <a:pt x="3048" y="7620"/>
                  </a:lnTo>
                  <a:lnTo>
                    <a:pt x="2286" y="7620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2" name="object 3432"/>
            <p:cNvSpPr/>
            <p:nvPr/>
          </p:nvSpPr>
          <p:spPr>
            <a:xfrm>
              <a:off x="6577723" y="1910972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4" h="8889">
                  <a:moveTo>
                    <a:pt x="6858" y="5334"/>
                  </a:moveTo>
                  <a:lnTo>
                    <a:pt x="3810" y="0"/>
                  </a:lnTo>
                  <a:lnTo>
                    <a:pt x="0" y="2286"/>
                  </a:lnTo>
                  <a:lnTo>
                    <a:pt x="3048" y="7620"/>
                  </a:lnTo>
                  <a:lnTo>
                    <a:pt x="3048" y="8382"/>
                  </a:lnTo>
                  <a:lnTo>
                    <a:pt x="6858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3" name="object 3433"/>
            <p:cNvSpPr/>
            <p:nvPr/>
          </p:nvSpPr>
          <p:spPr>
            <a:xfrm>
              <a:off x="6577723" y="1910972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4" h="8889">
                  <a:moveTo>
                    <a:pt x="0" y="2286"/>
                  </a:moveTo>
                  <a:lnTo>
                    <a:pt x="3810" y="0"/>
                  </a:lnTo>
                  <a:lnTo>
                    <a:pt x="6858" y="5334"/>
                  </a:lnTo>
                  <a:lnTo>
                    <a:pt x="3048" y="8382"/>
                  </a:lnTo>
                  <a:lnTo>
                    <a:pt x="3048" y="7620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4" name="object 3434"/>
            <p:cNvSpPr/>
            <p:nvPr/>
          </p:nvSpPr>
          <p:spPr>
            <a:xfrm>
              <a:off x="6580771" y="1916306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6858" y="4572"/>
                  </a:moveTo>
                  <a:lnTo>
                    <a:pt x="3810" y="0"/>
                  </a:lnTo>
                  <a:lnTo>
                    <a:pt x="0" y="3048"/>
                  </a:lnTo>
                  <a:lnTo>
                    <a:pt x="3810" y="7620"/>
                  </a:lnTo>
                  <a:lnTo>
                    <a:pt x="4572" y="7620"/>
                  </a:lnTo>
                  <a:lnTo>
                    <a:pt x="6858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5" name="object 3435"/>
            <p:cNvSpPr/>
            <p:nvPr/>
          </p:nvSpPr>
          <p:spPr>
            <a:xfrm>
              <a:off x="6580771" y="1916306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0" y="3048"/>
                  </a:moveTo>
                  <a:lnTo>
                    <a:pt x="3810" y="0"/>
                  </a:lnTo>
                  <a:lnTo>
                    <a:pt x="6858" y="4572"/>
                  </a:lnTo>
                  <a:lnTo>
                    <a:pt x="4572" y="7620"/>
                  </a:lnTo>
                  <a:lnTo>
                    <a:pt x="3810" y="7620"/>
                  </a:lnTo>
                  <a:lnTo>
                    <a:pt x="0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6" name="object 3436"/>
            <p:cNvSpPr/>
            <p:nvPr/>
          </p:nvSpPr>
          <p:spPr>
            <a:xfrm>
              <a:off x="6585343" y="1920878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6858" y="3810"/>
                  </a:moveTo>
                  <a:lnTo>
                    <a:pt x="2285" y="0"/>
                  </a:lnTo>
                  <a:lnTo>
                    <a:pt x="0" y="3048"/>
                  </a:lnTo>
                  <a:lnTo>
                    <a:pt x="3810" y="7620"/>
                  </a:lnTo>
                  <a:lnTo>
                    <a:pt x="6858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7" name="object 3437"/>
            <p:cNvSpPr/>
            <p:nvPr/>
          </p:nvSpPr>
          <p:spPr>
            <a:xfrm>
              <a:off x="6585343" y="1920878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0" y="3048"/>
                  </a:moveTo>
                  <a:lnTo>
                    <a:pt x="2285" y="0"/>
                  </a:lnTo>
                  <a:lnTo>
                    <a:pt x="6858" y="3810"/>
                  </a:lnTo>
                  <a:lnTo>
                    <a:pt x="3810" y="7620"/>
                  </a:lnTo>
                  <a:lnTo>
                    <a:pt x="0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8" name="object 3438"/>
            <p:cNvSpPr/>
            <p:nvPr/>
          </p:nvSpPr>
          <p:spPr>
            <a:xfrm>
              <a:off x="6589166" y="1924688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351" y="3585"/>
                  </a:moveTo>
                  <a:lnTo>
                    <a:pt x="3047" y="0"/>
                  </a:lnTo>
                  <a:lnTo>
                    <a:pt x="0" y="3810"/>
                  </a:lnTo>
                  <a:lnTo>
                    <a:pt x="5334" y="7620"/>
                  </a:lnTo>
                  <a:lnTo>
                    <a:pt x="7351" y="3585"/>
                  </a:lnTo>
                  <a:close/>
                </a:path>
                <a:path w="7620" h="7619">
                  <a:moveTo>
                    <a:pt x="7620" y="3810"/>
                  </a:moveTo>
                  <a:lnTo>
                    <a:pt x="7620" y="3048"/>
                  </a:lnTo>
                  <a:lnTo>
                    <a:pt x="7351" y="3585"/>
                  </a:lnTo>
                  <a:lnTo>
                    <a:pt x="762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9" name="object 3439"/>
            <p:cNvSpPr/>
            <p:nvPr/>
          </p:nvSpPr>
          <p:spPr>
            <a:xfrm>
              <a:off x="6589166" y="1924688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0" y="3810"/>
                  </a:moveTo>
                  <a:lnTo>
                    <a:pt x="3047" y="0"/>
                  </a:lnTo>
                  <a:lnTo>
                    <a:pt x="7620" y="3810"/>
                  </a:lnTo>
                  <a:lnTo>
                    <a:pt x="7620" y="3048"/>
                  </a:lnTo>
                  <a:lnTo>
                    <a:pt x="5334" y="7620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0" name="object 3440"/>
            <p:cNvSpPr/>
            <p:nvPr/>
          </p:nvSpPr>
          <p:spPr>
            <a:xfrm>
              <a:off x="6594500" y="1927736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20" y="3048"/>
                  </a:moveTo>
                  <a:lnTo>
                    <a:pt x="2285" y="0"/>
                  </a:lnTo>
                  <a:lnTo>
                    <a:pt x="0" y="4572"/>
                  </a:lnTo>
                  <a:lnTo>
                    <a:pt x="5334" y="7620"/>
                  </a:lnTo>
                  <a:lnTo>
                    <a:pt x="7620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1" name="object 3441"/>
            <p:cNvSpPr/>
            <p:nvPr/>
          </p:nvSpPr>
          <p:spPr>
            <a:xfrm>
              <a:off x="6594500" y="1927736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0" y="4572"/>
                  </a:moveTo>
                  <a:lnTo>
                    <a:pt x="2285" y="0"/>
                  </a:lnTo>
                  <a:lnTo>
                    <a:pt x="7620" y="3048"/>
                  </a:lnTo>
                  <a:lnTo>
                    <a:pt x="5334" y="7620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2" name="object 3442"/>
            <p:cNvSpPr/>
            <p:nvPr/>
          </p:nvSpPr>
          <p:spPr>
            <a:xfrm>
              <a:off x="6599821" y="1930784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620" y="2286"/>
                  </a:moveTo>
                  <a:lnTo>
                    <a:pt x="2285" y="0"/>
                  </a:lnTo>
                  <a:lnTo>
                    <a:pt x="0" y="4572"/>
                  </a:lnTo>
                  <a:lnTo>
                    <a:pt x="6096" y="6858"/>
                  </a:lnTo>
                  <a:lnTo>
                    <a:pt x="7620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3" name="object 3443"/>
            <p:cNvSpPr/>
            <p:nvPr/>
          </p:nvSpPr>
          <p:spPr>
            <a:xfrm>
              <a:off x="6599821" y="1930784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0" y="4572"/>
                  </a:moveTo>
                  <a:lnTo>
                    <a:pt x="2285" y="0"/>
                  </a:lnTo>
                  <a:lnTo>
                    <a:pt x="7620" y="2286"/>
                  </a:lnTo>
                  <a:lnTo>
                    <a:pt x="6096" y="6858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4" name="object 3444"/>
            <p:cNvSpPr/>
            <p:nvPr/>
          </p:nvSpPr>
          <p:spPr>
            <a:xfrm>
              <a:off x="6605930" y="1933070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620" y="1524"/>
                  </a:moveTo>
                  <a:lnTo>
                    <a:pt x="1523" y="0"/>
                  </a:lnTo>
                  <a:lnTo>
                    <a:pt x="0" y="4572"/>
                  </a:lnTo>
                  <a:lnTo>
                    <a:pt x="6096" y="6096"/>
                  </a:lnTo>
                  <a:lnTo>
                    <a:pt x="6858" y="6096"/>
                  </a:lnTo>
                  <a:lnTo>
                    <a:pt x="6858" y="1524"/>
                  </a:lnTo>
                  <a:lnTo>
                    <a:pt x="7620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5" name="object 3445"/>
            <p:cNvSpPr/>
            <p:nvPr/>
          </p:nvSpPr>
          <p:spPr>
            <a:xfrm>
              <a:off x="6605930" y="1933070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4572"/>
                  </a:moveTo>
                  <a:lnTo>
                    <a:pt x="1523" y="0"/>
                  </a:lnTo>
                  <a:lnTo>
                    <a:pt x="7620" y="1524"/>
                  </a:lnTo>
                  <a:lnTo>
                    <a:pt x="6858" y="1524"/>
                  </a:lnTo>
                  <a:lnTo>
                    <a:pt x="6858" y="6096"/>
                  </a:lnTo>
                  <a:lnTo>
                    <a:pt x="6096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6" name="object 3446"/>
            <p:cNvSpPr/>
            <p:nvPr/>
          </p:nvSpPr>
          <p:spPr>
            <a:xfrm>
              <a:off x="6612788" y="1934594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6096" y="5334"/>
                  </a:moveTo>
                  <a:lnTo>
                    <a:pt x="6096" y="762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6096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7" name="object 3447"/>
            <p:cNvSpPr/>
            <p:nvPr/>
          </p:nvSpPr>
          <p:spPr>
            <a:xfrm>
              <a:off x="6612788" y="1934594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0" y="4572"/>
                  </a:moveTo>
                  <a:lnTo>
                    <a:pt x="0" y="0"/>
                  </a:lnTo>
                  <a:lnTo>
                    <a:pt x="6096" y="762"/>
                  </a:lnTo>
                  <a:lnTo>
                    <a:pt x="6096" y="533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8" name="object 3448"/>
            <p:cNvSpPr/>
            <p:nvPr/>
          </p:nvSpPr>
          <p:spPr>
            <a:xfrm>
              <a:off x="6618859" y="1934695"/>
              <a:ext cx="13335" cy="5715"/>
            </a:xfrm>
            <a:custGeom>
              <a:avLst/>
              <a:gdLst/>
              <a:ahLst/>
              <a:cxnLst/>
              <a:rect l="l" t="t" r="r" b="b"/>
              <a:pathLst>
                <a:path w="13334" h="5714">
                  <a:moveTo>
                    <a:pt x="12966" y="4483"/>
                  </a:moveTo>
                  <a:lnTo>
                    <a:pt x="11480" y="0"/>
                  </a:lnTo>
                  <a:lnTo>
                    <a:pt x="6108" y="673"/>
                  </a:lnTo>
                  <a:lnTo>
                    <a:pt x="0" y="673"/>
                  </a:lnTo>
                  <a:lnTo>
                    <a:pt x="0" y="5245"/>
                  </a:lnTo>
                  <a:lnTo>
                    <a:pt x="6108" y="5245"/>
                  </a:lnTo>
                  <a:lnTo>
                    <a:pt x="12966" y="44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9" name="object 3449"/>
            <p:cNvSpPr/>
            <p:nvPr/>
          </p:nvSpPr>
          <p:spPr>
            <a:xfrm>
              <a:off x="6624980" y="1934594"/>
              <a:ext cx="6985" cy="5715"/>
            </a:xfrm>
            <a:custGeom>
              <a:avLst/>
              <a:gdLst/>
              <a:ahLst/>
              <a:cxnLst/>
              <a:rect l="l" t="t" r="r" b="b"/>
              <a:pathLst>
                <a:path w="6984" h="5714">
                  <a:moveTo>
                    <a:pt x="0" y="5334"/>
                  </a:moveTo>
                  <a:lnTo>
                    <a:pt x="0" y="762"/>
                  </a:lnTo>
                  <a:lnTo>
                    <a:pt x="6096" y="0"/>
                  </a:lnTo>
                  <a:lnTo>
                    <a:pt x="5334" y="0"/>
                  </a:lnTo>
                  <a:lnTo>
                    <a:pt x="6858" y="4572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0" name="object 3450"/>
            <p:cNvSpPr/>
            <p:nvPr/>
          </p:nvSpPr>
          <p:spPr>
            <a:xfrm>
              <a:off x="6630314" y="1933070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620" y="4572"/>
                  </a:moveTo>
                  <a:lnTo>
                    <a:pt x="6096" y="0"/>
                  </a:lnTo>
                  <a:lnTo>
                    <a:pt x="0" y="1524"/>
                  </a:lnTo>
                  <a:lnTo>
                    <a:pt x="1524" y="6096"/>
                  </a:lnTo>
                  <a:lnTo>
                    <a:pt x="762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1" name="object 3451"/>
            <p:cNvSpPr/>
            <p:nvPr/>
          </p:nvSpPr>
          <p:spPr>
            <a:xfrm>
              <a:off x="6630314" y="1933070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1524" y="6096"/>
                  </a:moveTo>
                  <a:lnTo>
                    <a:pt x="0" y="1524"/>
                  </a:lnTo>
                  <a:lnTo>
                    <a:pt x="6096" y="0"/>
                  </a:lnTo>
                  <a:lnTo>
                    <a:pt x="7620" y="4572"/>
                  </a:lnTo>
                  <a:lnTo>
                    <a:pt x="1524" y="60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2" name="object 3452"/>
            <p:cNvSpPr/>
            <p:nvPr/>
          </p:nvSpPr>
          <p:spPr>
            <a:xfrm>
              <a:off x="6636397" y="1930784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620" y="4572"/>
                  </a:moveTo>
                  <a:lnTo>
                    <a:pt x="5334" y="0"/>
                  </a:lnTo>
                  <a:lnTo>
                    <a:pt x="0" y="2286"/>
                  </a:lnTo>
                  <a:lnTo>
                    <a:pt x="1524" y="6858"/>
                  </a:lnTo>
                  <a:lnTo>
                    <a:pt x="762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3" name="object 3453"/>
            <p:cNvSpPr/>
            <p:nvPr/>
          </p:nvSpPr>
          <p:spPr>
            <a:xfrm>
              <a:off x="6636397" y="1930784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1524" y="6858"/>
                  </a:moveTo>
                  <a:lnTo>
                    <a:pt x="0" y="2286"/>
                  </a:lnTo>
                  <a:lnTo>
                    <a:pt x="5334" y="0"/>
                  </a:lnTo>
                  <a:lnTo>
                    <a:pt x="7620" y="4572"/>
                  </a:lnTo>
                  <a:lnTo>
                    <a:pt x="1524" y="68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4" name="object 3454"/>
            <p:cNvSpPr/>
            <p:nvPr/>
          </p:nvSpPr>
          <p:spPr>
            <a:xfrm>
              <a:off x="6641744" y="1927736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19" y="4572"/>
                  </a:moveTo>
                  <a:lnTo>
                    <a:pt x="7619" y="3810"/>
                  </a:lnTo>
                  <a:lnTo>
                    <a:pt x="5333" y="762"/>
                  </a:lnTo>
                  <a:lnTo>
                    <a:pt x="5333" y="0"/>
                  </a:lnTo>
                  <a:lnTo>
                    <a:pt x="0" y="3048"/>
                  </a:lnTo>
                  <a:lnTo>
                    <a:pt x="2285" y="7620"/>
                  </a:lnTo>
                  <a:lnTo>
                    <a:pt x="7619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5" name="object 3455"/>
            <p:cNvSpPr/>
            <p:nvPr/>
          </p:nvSpPr>
          <p:spPr>
            <a:xfrm>
              <a:off x="6641744" y="1927736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2285" y="7620"/>
                  </a:moveTo>
                  <a:lnTo>
                    <a:pt x="0" y="3048"/>
                  </a:lnTo>
                  <a:lnTo>
                    <a:pt x="5333" y="0"/>
                  </a:lnTo>
                  <a:lnTo>
                    <a:pt x="5333" y="762"/>
                  </a:lnTo>
                  <a:lnTo>
                    <a:pt x="7619" y="3810"/>
                  </a:lnTo>
                  <a:lnTo>
                    <a:pt x="7619" y="4572"/>
                  </a:lnTo>
                  <a:lnTo>
                    <a:pt x="2285" y="76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6" name="object 3456"/>
            <p:cNvSpPr/>
            <p:nvPr/>
          </p:nvSpPr>
          <p:spPr>
            <a:xfrm>
              <a:off x="6647078" y="1924688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619" y="3048"/>
                  </a:moveTo>
                  <a:lnTo>
                    <a:pt x="4571" y="0"/>
                  </a:lnTo>
                  <a:lnTo>
                    <a:pt x="0" y="3810"/>
                  </a:lnTo>
                  <a:lnTo>
                    <a:pt x="2285" y="6858"/>
                  </a:lnTo>
                  <a:lnTo>
                    <a:pt x="6857" y="3810"/>
                  </a:lnTo>
                  <a:lnTo>
                    <a:pt x="7619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7" name="object 3457"/>
            <p:cNvSpPr/>
            <p:nvPr/>
          </p:nvSpPr>
          <p:spPr>
            <a:xfrm>
              <a:off x="6647078" y="1924688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2285" y="6858"/>
                  </a:moveTo>
                  <a:lnTo>
                    <a:pt x="0" y="3810"/>
                  </a:lnTo>
                  <a:lnTo>
                    <a:pt x="4571" y="0"/>
                  </a:lnTo>
                  <a:lnTo>
                    <a:pt x="7619" y="3048"/>
                  </a:lnTo>
                  <a:lnTo>
                    <a:pt x="6857" y="3810"/>
                  </a:lnTo>
                  <a:lnTo>
                    <a:pt x="2285" y="68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8" name="object 3458"/>
            <p:cNvSpPr/>
            <p:nvPr/>
          </p:nvSpPr>
          <p:spPr>
            <a:xfrm>
              <a:off x="6651637" y="1920878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620" y="3048"/>
                  </a:moveTo>
                  <a:lnTo>
                    <a:pt x="3810" y="0"/>
                  </a:lnTo>
                  <a:lnTo>
                    <a:pt x="0" y="3810"/>
                  </a:lnTo>
                  <a:lnTo>
                    <a:pt x="3048" y="6858"/>
                  </a:lnTo>
                  <a:lnTo>
                    <a:pt x="7620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9" name="object 3459"/>
            <p:cNvSpPr/>
            <p:nvPr/>
          </p:nvSpPr>
          <p:spPr>
            <a:xfrm>
              <a:off x="6651637" y="1920878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3048" y="6858"/>
                  </a:moveTo>
                  <a:lnTo>
                    <a:pt x="0" y="3810"/>
                  </a:lnTo>
                  <a:lnTo>
                    <a:pt x="3810" y="0"/>
                  </a:lnTo>
                  <a:lnTo>
                    <a:pt x="7620" y="3048"/>
                  </a:lnTo>
                  <a:lnTo>
                    <a:pt x="3048" y="68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0" name="object 3460"/>
            <p:cNvSpPr/>
            <p:nvPr/>
          </p:nvSpPr>
          <p:spPr>
            <a:xfrm>
              <a:off x="6655460" y="1916306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19" y="2286"/>
                  </a:moveTo>
                  <a:lnTo>
                    <a:pt x="3809" y="0"/>
                  </a:lnTo>
                  <a:lnTo>
                    <a:pt x="0" y="4572"/>
                  </a:lnTo>
                  <a:lnTo>
                    <a:pt x="3809" y="7620"/>
                  </a:lnTo>
                  <a:lnTo>
                    <a:pt x="7619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1" name="object 3461"/>
            <p:cNvSpPr/>
            <p:nvPr/>
          </p:nvSpPr>
          <p:spPr>
            <a:xfrm>
              <a:off x="6655460" y="1916306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3809" y="7620"/>
                  </a:moveTo>
                  <a:lnTo>
                    <a:pt x="0" y="4572"/>
                  </a:lnTo>
                  <a:lnTo>
                    <a:pt x="3809" y="0"/>
                  </a:lnTo>
                  <a:lnTo>
                    <a:pt x="7619" y="2286"/>
                  </a:lnTo>
                  <a:lnTo>
                    <a:pt x="3809" y="76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2" name="object 3462"/>
            <p:cNvSpPr/>
            <p:nvPr/>
          </p:nvSpPr>
          <p:spPr>
            <a:xfrm>
              <a:off x="6659270" y="1910972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19" y="2286"/>
                  </a:moveTo>
                  <a:lnTo>
                    <a:pt x="3047" y="0"/>
                  </a:lnTo>
                  <a:lnTo>
                    <a:pt x="0" y="5334"/>
                  </a:lnTo>
                  <a:lnTo>
                    <a:pt x="3809" y="7620"/>
                  </a:lnTo>
                  <a:lnTo>
                    <a:pt x="7619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3" name="object 3463"/>
            <p:cNvSpPr/>
            <p:nvPr/>
          </p:nvSpPr>
          <p:spPr>
            <a:xfrm>
              <a:off x="6659270" y="1910972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3809" y="7620"/>
                  </a:moveTo>
                  <a:lnTo>
                    <a:pt x="0" y="5334"/>
                  </a:lnTo>
                  <a:lnTo>
                    <a:pt x="3047" y="0"/>
                  </a:lnTo>
                  <a:lnTo>
                    <a:pt x="7619" y="2286"/>
                  </a:lnTo>
                  <a:lnTo>
                    <a:pt x="3809" y="76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4" name="object 3464"/>
            <p:cNvSpPr/>
            <p:nvPr/>
          </p:nvSpPr>
          <p:spPr>
            <a:xfrm>
              <a:off x="6662318" y="1905638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6858" y="1524"/>
                  </a:moveTo>
                  <a:lnTo>
                    <a:pt x="2926" y="213"/>
                  </a:lnTo>
                  <a:lnTo>
                    <a:pt x="0" y="5334"/>
                  </a:lnTo>
                  <a:lnTo>
                    <a:pt x="4572" y="7620"/>
                  </a:lnTo>
                  <a:lnTo>
                    <a:pt x="6858" y="1524"/>
                  </a:lnTo>
                  <a:close/>
                </a:path>
                <a:path w="6984" h="7619">
                  <a:moveTo>
                    <a:pt x="3048" y="0"/>
                  </a:moveTo>
                  <a:lnTo>
                    <a:pt x="2286" y="0"/>
                  </a:lnTo>
                  <a:lnTo>
                    <a:pt x="2926" y="213"/>
                  </a:lnTo>
                  <a:lnTo>
                    <a:pt x="30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5" name="object 3465"/>
            <p:cNvSpPr/>
            <p:nvPr/>
          </p:nvSpPr>
          <p:spPr>
            <a:xfrm>
              <a:off x="6662318" y="1905638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4572" y="7620"/>
                  </a:moveTo>
                  <a:lnTo>
                    <a:pt x="0" y="5334"/>
                  </a:lnTo>
                  <a:lnTo>
                    <a:pt x="3048" y="0"/>
                  </a:lnTo>
                  <a:lnTo>
                    <a:pt x="2286" y="0"/>
                  </a:lnTo>
                  <a:lnTo>
                    <a:pt x="6858" y="1524"/>
                  </a:lnTo>
                  <a:lnTo>
                    <a:pt x="4572" y="76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6" name="object 3466"/>
            <p:cNvSpPr/>
            <p:nvPr/>
          </p:nvSpPr>
          <p:spPr>
            <a:xfrm>
              <a:off x="6664604" y="1900304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4" h="6985">
                  <a:moveTo>
                    <a:pt x="6858" y="762"/>
                  </a:moveTo>
                  <a:lnTo>
                    <a:pt x="2286" y="0"/>
                  </a:lnTo>
                  <a:lnTo>
                    <a:pt x="0" y="5334"/>
                  </a:lnTo>
                  <a:lnTo>
                    <a:pt x="4572" y="6858"/>
                  </a:lnTo>
                  <a:lnTo>
                    <a:pt x="6858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7" name="object 3467"/>
            <p:cNvSpPr/>
            <p:nvPr/>
          </p:nvSpPr>
          <p:spPr>
            <a:xfrm>
              <a:off x="6664604" y="1900304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4" h="6985">
                  <a:moveTo>
                    <a:pt x="4572" y="6858"/>
                  </a:moveTo>
                  <a:lnTo>
                    <a:pt x="0" y="5334"/>
                  </a:lnTo>
                  <a:lnTo>
                    <a:pt x="2286" y="0"/>
                  </a:lnTo>
                  <a:lnTo>
                    <a:pt x="6858" y="762"/>
                  </a:lnTo>
                  <a:lnTo>
                    <a:pt x="4572" y="68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8" name="object 3468"/>
            <p:cNvSpPr/>
            <p:nvPr/>
          </p:nvSpPr>
          <p:spPr>
            <a:xfrm>
              <a:off x="6666877" y="1894970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5334" y="0"/>
                  </a:moveTo>
                  <a:lnTo>
                    <a:pt x="762" y="0"/>
                  </a:lnTo>
                  <a:lnTo>
                    <a:pt x="0" y="5334"/>
                  </a:lnTo>
                  <a:lnTo>
                    <a:pt x="4572" y="6096"/>
                  </a:lnTo>
                  <a:lnTo>
                    <a:pt x="53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9" name="object 3469"/>
            <p:cNvSpPr/>
            <p:nvPr/>
          </p:nvSpPr>
          <p:spPr>
            <a:xfrm>
              <a:off x="6666877" y="1894970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4572" y="6096"/>
                  </a:moveTo>
                  <a:lnTo>
                    <a:pt x="0" y="5334"/>
                  </a:lnTo>
                  <a:lnTo>
                    <a:pt x="762" y="0"/>
                  </a:lnTo>
                  <a:lnTo>
                    <a:pt x="5334" y="0"/>
                  </a:lnTo>
                  <a:lnTo>
                    <a:pt x="4572" y="60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0" name="object 3470"/>
            <p:cNvSpPr/>
            <p:nvPr/>
          </p:nvSpPr>
          <p:spPr>
            <a:xfrm>
              <a:off x="6667639" y="1888874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5334" y="0"/>
                  </a:moveTo>
                  <a:lnTo>
                    <a:pt x="762" y="0"/>
                  </a:lnTo>
                  <a:lnTo>
                    <a:pt x="0" y="6096"/>
                  </a:lnTo>
                  <a:lnTo>
                    <a:pt x="4572" y="6096"/>
                  </a:lnTo>
                  <a:lnTo>
                    <a:pt x="53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1" name="object 3471"/>
            <p:cNvSpPr/>
            <p:nvPr/>
          </p:nvSpPr>
          <p:spPr>
            <a:xfrm>
              <a:off x="6667639" y="1888874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4572" y="6096"/>
                  </a:moveTo>
                  <a:lnTo>
                    <a:pt x="0" y="6096"/>
                  </a:lnTo>
                  <a:lnTo>
                    <a:pt x="762" y="0"/>
                  </a:lnTo>
                  <a:lnTo>
                    <a:pt x="5334" y="0"/>
                  </a:lnTo>
                  <a:lnTo>
                    <a:pt x="4572" y="60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2" name="object 3472"/>
            <p:cNvSpPr/>
            <p:nvPr/>
          </p:nvSpPr>
          <p:spPr>
            <a:xfrm>
              <a:off x="6668401" y="1888874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572" y="0"/>
                  </a:move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3" name="object 3473"/>
            <p:cNvSpPr/>
            <p:nvPr/>
          </p:nvSpPr>
          <p:spPr>
            <a:xfrm>
              <a:off x="6668401" y="1888874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4" name="object 3474"/>
            <p:cNvSpPr/>
            <p:nvPr/>
          </p:nvSpPr>
          <p:spPr>
            <a:xfrm>
              <a:off x="6842150" y="1837820"/>
              <a:ext cx="201295" cy="108585"/>
            </a:xfrm>
            <a:custGeom>
              <a:avLst/>
              <a:gdLst/>
              <a:ahLst/>
              <a:cxnLst/>
              <a:rect l="l" t="t" r="r" b="b"/>
              <a:pathLst>
                <a:path w="201295" h="108585">
                  <a:moveTo>
                    <a:pt x="0" y="108204"/>
                  </a:moveTo>
                  <a:lnTo>
                    <a:pt x="0" y="0"/>
                  </a:lnTo>
                  <a:lnTo>
                    <a:pt x="201168" y="0"/>
                  </a:lnTo>
                  <a:lnTo>
                    <a:pt x="201168" y="108203"/>
                  </a:lnTo>
                  <a:lnTo>
                    <a:pt x="0" y="10820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5" name="object 3475"/>
            <p:cNvSpPr/>
            <p:nvPr/>
          </p:nvSpPr>
          <p:spPr>
            <a:xfrm>
              <a:off x="6842150" y="1837820"/>
              <a:ext cx="201295" cy="108585"/>
            </a:xfrm>
            <a:custGeom>
              <a:avLst/>
              <a:gdLst/>
              <a:ahLst/>
              <a:cxnLst/>
              <a:rect l="l" t="t" r="r" b="b"/>
              <a:pathLst>
                <a:path w="201295" h="108585">
                  <a:moveTo>
                    <a:pt x="0" y="108204"/>
                  </a:moveTo>
                  <a:lnTo>
                    <a:pt x="0" y="0"/>
                  </a:lnTo>
                  <a:lnTo>
                    <a:pt x="201168" y="0"/>
                  </a:lnTo>
                  <a:lnTo>
                    <a:pt x="201168" y="108203"/>
                  </a:lnTo>
                  <a:lnTo>
                    <a:pt x="0" y="108204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6" name="object 3476"/>
            <p:cNvSpPr/>
            <p:nvPr/>
          </p:nvSpPr>
          <p:spPr>
            <a:xfrm>
              <a:off x="6842138" y="1835546"/>
              <a:ext cx="203200" cy="5080"/>
            </a:xfrm>
            <a:custGeom>
              <a:avLst/>
              <a:gdLst/>
              <a:ahLst/>
              <a:cxnLst/>
              <a:rect l="l" t="t" r="r" b="b"/>
              <a:pathLst>
                <a:path w="203200" h="5080">
                  <a:moveTo>
                    <a:pt x="203200" y="0"/>
                  </a:moveTo>
                  <a:lnTo>
                    <a:pt x="19939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199390" y="4572"/>
                  </a:lnTo>
                  <a:lnTo>
                    <a:pt x="199390" y="2286"/>
                  </a:lnTo>
                  <a:lnTo>
                    <a:pt x="203200" y="2286"/>
                  </a:lnTo>
                  <a:lnTo>
                    <a:pt x="2032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7" name="object 3477"/>
            <p:cNvSpPr/>
            <p:nvPr/>
          </p:nvSpPr>
          <p:spPr>
            <a:xfrm>
              <a:off x="6842150" y="1835534"/>
              <a:ext cx="203835" cy="5080"/>
            </a:xfrm>
            <a:custGeom>
              <a:avLst/>
              <a:gdLst/>
              <a:ahLst/>
              <a:cxnLst/>
              <a:rect l="l" t="t" r="r" b="b"/>
              <a:pathLst>
                <a:path w="203834" h="5080">
                  <a:moveTo>
                    <a:pt x="0" y="4572"/>
                  </a:moveTo>
                  <a:lnTo>
                    <a:pt x="0" y="0"/>
                  </a:lnTo>
                  <a:lnTo>
                    <a:pt x="203454" y="0"/>
                  </a:lnTo>
                  <a:lnTo>
                    <a:pt x="203454" y="2286"/>
                  </a:lnTo>
                  <a:lnTo>
                    <a:pt x="198882" y="2286"/>
                  </a:lnTo>
                  <a:lnTo>
                    <a:pt x="198882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8" name="object 3478"/>
            <p:cNvSpPr/>
            <p:nvPr/>
          </p:nvSpPr>
          <p:spPr>
            <a:xfrm>
              <a:off x="7041007" y="1837832"/>
              <a:ext cx="5080" cy="110489"/>
            </a:xfrm>
            <a:custGeom>
              <a:avLst/>
              <a:gdLst/>
              <a:ahLst/>
              <a:cxnLst/>
              <a:rect l="l" t="t" r="r" b="b"/>
              <a:pathLst>
                <a:path w="5079" h="110489">
                  <a:moveTo>
                    <a:pt x="508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105918"/>
                  </a:lnTo>
                  <a:lnTo>
                    <a:pt x="2540" y="105918"/>
                  </a:lnTo>
                  <a:lnTo>
                    <a:pt x="2540" y="110490"/>
                  </a:lnTo>
                  <a:lnTo>
                    <a:pt x="5080" y="11049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9" name="object 3479"/>
            <p:cNvSpPr/>
            <p:nvPr/>
          </p:nvSpPr>
          <p:spPr>
            <a:xfrm>
              <a:off x="7041019" y="1837820"/>
              <a:ext cx="5080" cy="110489"/>
            </a:xfrm>
            <a:custGeom>
              <a:avLst/>
              <a:gdLst/>
              <a:ahLst/>
              <a:cxnLst/>
              <a:rect l="l" t="t" r="r" b="b"/>
              <a:pathLst>
                <a:path w="5079" h="110489">
                  <a:moveTo>
                    <a:pt x="0" y="0"/>
                  </a:moveTo>
                  <a:lnTo>
                    <a:pt x="4572" y="0"/>
                  </a:lnTo>
                  <a:lnTo>
                    <a:pt x="4572" y="110489"/>
                  </a:lnTo>
                  <a:lnTo>
                    <a:pt x="2286" y="110489"/>
                  </a:lnTo>
                  <a:lnTo>
                    <a:pt x="2286" y="105918"/>
                  </a:lnTo>
                  <a:lnTo>
                    <a:pt x="0" y="10591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0" name="object 3480"/>
            <p:cNvSpPr/>
            <p:nvPr/>
          </p:nvSpPr>
          <p:spPr>
            <a:xfrm>
              <a:off x="6840105" y="1943750"/>
              <a:ext cx="203200" cy="5080"/>
            </a:xfrm>
            <a:custGeom>
              <a:avLst/>
              <a:gdLst/>
              <a:ahLst/>
              <a:cxnLst/>
              <a:rect l="l" t="t" r="r" b="b"/>
              <a:pathLst>
                <a:path w="203200" h="5080">
                  <a:moveTo>
                    <a:pt x="203200" y="0"/>
                  </a:moveTo>
                  <a:lnTo>
                    <a:pt x="3810" y="0"/>
                  </a:lnTo>
                  <a:lnTo>
                    <a:pt x="3810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3810" y="4572"/>
                  </a:lnTo>
                  <a:lnTo>
                    <a:pt x="203200" y="4572"/>
                  </a:lnTo>
                  <a:lnTo>
                    <a:pt x="2032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1" name="object 3481"/>
            <p:cNvSpPr/>
            <p:nvPr/>
          </p:nvSpPr>
          <p:spPr>
            <a:xfrm>
              <a:off x="6839864" y="1943738"/>
              <a:ext cx="203835" cy="5080"/>
            </a:xfrm>
            <a:custGeom>
              <a:avLst/>
              <a:gdLst/>
              <a:ahLst/>
              <a:cxnLst/>
              <a:rect l="l" t="t" r="r" b="b"/>
              <a:pathLst>
                <a:path w="203834" h="5080">
                  <a:moveTo>
                    <a:pt x="203453" y="0"/>
                  </a:moveTo>
                  <a:lnTo>
                    <a:pt x="203453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1" y="2286"/>
                  </a:lnTo>
                  <a:lnTo>
                    <a:pt x="4571" y="0"/>
                  </a:lnTo>
                  <a:lnTo>
                    <a:pt x="20345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2" name="object 3482"/>
            <p:cNvSpPr/>
            <p:nvPr/>
          </p:nvSpPr>
          <p:spPr>
            <a:xfrm>
              <a:off x="6839331" y="1835546"/>
              <a:ext cx="5080" cy="110489"/>
            </a:xfrm>
            <a:custGeom>
              <a:avLst/>
              <a:gdLst/>
              <a:ahLst/>
              <a:cxnLst/>
              <a:rect l="l" t="t" r="r" b="b"/>
              <a:pathLst>
                <a:path w="5079" h="110489">
                  <a:moveTo>
                    <a:pt x="5080" y="4572"/>
                  </a:moveTo>
                  <a:lnTo>
                    <a:pt x="2540" y="4572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10490"/>
                  </a:lnTo>
                  <a:lnTo>
                    <a:pt x="2540" y="110490"/>
                  </a:lnTo>
                  <a:lnTo>
                    <a:pt x="5080" y="110490"/>
                  </a:lnTo>
                  <a:lnTo>
                    <a:pt x="508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3" name="object 3483"/>
            <p:cNvSpPr/>
            <p:nvPr/>
          </p:nvSpPr>
          <p:spPr>
            <a:xfrm>
              <a:off x="6839851" y="1835534"/>
              <a:ext cx="5080" cy="110489"/>
            </a:xfrm>
            <a:custGeom>
              <a:avLst/>
              <a:gdLst/>
              <a:ahLst/>
              <a:cxnLst/>
              <a:rect l="l" t="t" r="r" b="b"/>
              <a:pathLst>
                <a:path w="5079" h="110489">
                  <a:moveTo>
                    <a:pt x="4572" y="110489"/>
                  </a:moveTo>
                  <a:lnTo>
                    <a:pt x="0" y="110489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1048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4" name="object 3484"/>
            <p:cNvSpPr/>
            <p:nvPr/>
          </p:nvSpPr>
          <p:spPr>
            <a:xfrm>
              <a:off x="7005980" y="1866776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09" h="5714">
                  <a:moveTo>
                    <a:pt x="3810" y="761"/>
                  </a:moveTo>
                  <a:lnTo>
                    <a:pt x="1524" y="0"/>
                  </a:lnTo>
                  <a:lnTo>
                    <a:pt x="0" y="4572"/>
                  </a:lnTo>
                  <a:lnTo>
                    <a:pt x="2286" y="5334"/>
                  </a:lnTo>
                  <a:lnTo>
                    <a:pt x="3810" y="7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5" name="object 3485"/>
            <p:cNvSpPr/>
            <p:nvPr/>
          </p:nvSpPr>
          <p:spPr>
            <a:xfrm>
              <a:off x="7005980" y="1866776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09" h="5714">
                  <a:moveTo>
                    <a:pt x="1524" y="0"/>
                  </a:moveTo>
                  <a:lnTo>
                    <a:pt x="3810" y="761"/>
                  </a:lnTo>
                  <a:lnTo>
                    <a:pt x="2286" y="5334"/>
                  </a:lnTo>
                  <a:lnTo>
                    <a:pt x="0" y="4572"/>
                  </a:lnTo>
                  <a:lnTo>
                    <a:pt x="152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6" name="object 3486"/>
            <p:cNvSpPr/>
            <p:nvPr/>
          </p:nvSpPr>
          <p:spPr>
            <a:xfrm>
              <a:off x="7000633" y="1865252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09" h="5080">
                  <a:moveTo>
                    <a:pt x="3809" y="762"/>
                  </a:moveTo>
                  <a:lnTo>
                    <a:pt x="1523" y="0"/>
                  </a:lnTo>
                  <a:lnTo>
                    <a:pt x="0" y="3810"/>
                  </a:lnTo>
                  <a:lnTo>
                    <a:pt x="2285" y="4572"/>
                  </a:lnTo>
                  <a:lnTo>
                    <a:pt x="3809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7" name="object 3487"/>
            <p:cNvSpPr/>
            <p:nvPr/>
          </p:nvSpPr>
          <p:spPr>
            <a:xfrm>
              <a:off x="7000633" y="1865252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09" h="5080">
                  <a:moveTo>
                    <a:pt x="2285" y="4572"/>
                  </a:moveTo>
                  <a:lnTo>
                    <a:pt x="0" y="3810"/>
                  </a:lnTo>
                  <a:lnTo>
                    <a:pt x="1523" y="0"/>
                  </a:lnTo>
                  <a:lnTo>
                    <a:pt x="3809" y="762"/>
                  </a:lnTo>
                  <a:lnTo>
                    <a:pt x="2285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8" name="object 3488"/>
            <p:cNvSpPr/>
            <p:nvPr/>
          </p:nvSpPr>
          <p:spPr>
            <a:xfrm>
              <a:off x="7005218" y="1866776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40" h="5080">
                  <a:moveTo>
                    <a:pt x="2285" y="0"/>
                  </a:moveTo>
                  <a:lnTo>
                    <a:pt x="1523" y="0"/>
                  </a:lnTo>
                  <a:lnTo>
                    <a:pt x="0" y="3810"/>
                  </a:lnTo>
                  <a:lnTo>
                    <a:pt x="761" y="4572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9" name="object 3489"/>
            <p:cNvSpPr/>
            <p:nvPr/>
          </p:nvSpPr>
          <p:spPr>
            <a:xfrm>
              <a:off x="7005218" y="1866776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40" h="5080">
                  <a:moveTo>
                    <a:pt x="2285" y="0"/>
                  </a:moveTo>
                  <a:lnTo>
                    <a:pt x="761" y="4572"/>
                  </a:lnTo>
                  <a:lnTo>
                    <a:pt x="0" y="3810"/>
                  </a:lnTo>
                  <a:lnTo>
                    <a:pt x="1523" y="0"/>
                  </a:lnTo>
                  <a:lnTo>
                    <a:pt x="228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0" name="object 3490"/>
            <p:cNvSpPr/>
            <p:nvPr/>
          </p:nvSpPr>
          <p:spPr>
            <a:xfrm>
              <a:off x="7003694" y="1866014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80">
                  <a:moveTo>
                    <a:pt x="3048" y="762"/>
                  </a:moveTo>
                  <a:lnTo>
                    <a:pt x="1524" y="0"/>
                  </a:lnTo>
                  <a:lnTo>
                    <a:pt x="0" y="4572"/>
                  </a:lnTo>
                  <a:lnTo>
                    <a:pt x="1524" y="4572"/>
                  </a:lnTo>
                  <a:lnTo>
                    <a:pt x="3048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1" name="object 3491"/>
            <p:cNvSpPr/>
            <p:nvPr/>
          </p:nvSpPr>
          <p:spPr>
            <a:xfrm>
              <a:off x="7003694" y="1866014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80">
                  <a:moveTo>
                    <a:pt x="3048" y="762"/>
                  </a:moveTo>
                  <a:lnTo>
                    <a:pt x="1524" y="4572"/>
                  </a:lnTo>
                  <a:lnTo>
                    <a:pt x="0" y="4572"/>
                  </a:lnTo>
                  <a:lnTo>
                    <a:pt x="1524" y="0"/>
                  </a:lnTo>
                  <a:lnTo>
                    <a:pt x="3048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2" name="object 3492"/>
            <p:cNvSpPr/>
            <p:nvPr/>
          </p:nvSpPr>
          <p:spPr>
            <a:xfrm>
              <a:off x="7002932" y="1866014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40" h="5080">
                  <a:moveTo>
                    <a:pt x="2285" y="0"/>
                  </a:moveTo>
                  <a:lnTo>
                    <a:pt x="1523" y="0"/>
                  </a:lnTo>
                  <a:lnTo>
                    <a:pt x="0" y="3810"/>
                  </a:lnTo>
                  <a:lnTo>
                    <a:pt x="761" y="4572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3" name="object 3493"/>
            <p:cNvSpPr/>
            <p:nvPr/>
          </p:nvSpPr>
          <p:spPr>
            <a:xfrm>
              <a:off x="7002932" y="1866014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40" h="5080">
                  <a:moveTo>
                    <a:pt x="2285" y="0"/>
                  </a:moveTo>
                  <a:lnTo>
                    <a:pt x="761" y="4572"/>
                  </a:lnTo>
                  <a:lnTo>
                    <a:pt x="0" y="3810"/>
                  </a:lnTo>
                  <a:lnTo>
                    <a:pt x="1523" y="0"/>
                  </a:lnTo>
                  <a:lnTo>
                    <a:pt x="228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4" name="object 3494"/>
            <p:cNvSpPr/>
            <p:nvPr/>
          </p:nvSpPr>
          <p:spPr>
            <a:xfrm>
              <a:off x="7003694" y="1865252"/>
              <a:ext cx="2540" cy="5715"/>
            </a:xfrm>
            <a:custGeom>
              <a:avLst/>
              <a:gdLst/>
              <a:ahLst/>
              <a:cxnLst/>
              <a:rect l="l" t="t" r="r" b="b"/>
              <a:pathLst>
                <a:path w="2540" h="5714">
                  <a:moveTo>
                    <a:pt x="2286" y="5334"/>
                  </a:moveTo>
                  <a:lnTo>
                    <a:pt x="2286" y="761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2286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5" name="object 3495"/>
            <p:cNvSpPr/>
            <p:nvPr/>
          </p:nvSpPr>
          <p:spPr>
            <a:xfrm>
              <a:off x="7003694" y="1865252"/>
              <a:ext cx="2540" cy="5715"/>
            </a:xfrm>
            <a:custGeom>
              <a:avLst/>
              <a:gdLst/>
              <a:ahLst/>
              <a:cxnLst/>
              <a:rect l="l" t="t" r="r" b="b"/>
              <a:pathLst>
                <a:path w="2540" h="5714">
                  <a:moveTo>
                    <a:pt x="0" y="0"/>
                  </a:moveTo>
                  <a:lnTo>
                    <a:pt x="2286" y="761"/>
                  </a:lnTo>
                  <a:lnTo>
                    <a:pt x="2286" y="5334"/>
                  </a:lnTo>
                  <a:lnTo>
                    <a:pt x="0" y="457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6" name="object 3496"/>
            <p:cNvSpPr/>
            <p:nvPr/>
          </p:nvSpPr>
          <p:spPr>
            <a:xfrm>
              <a:off x="6875665" y="192011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80">
                  <a:moveTo>
                    <a:pt x="5333" y="2286"/>
                  </a:moveTo>
                  <a:lnTo>
                    <a:pt x="1523" y="0"/>
                  </a:lnTo>
                  <a:lnTo>
                    <a:pt x="0" y="1524"/>
                  </a:lnTo>
                  <a:lnTo>
                    <a:pt x="3809" y="4572"/>
                  </a:lnTo>
                  <a:lnTo>
                    <a:pt x="5333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7" name="object 3497"/>
            <p:cNvSpPr/>
            <p:nvPr/>
          </p:nvSpPr>
          <p:spPr>
            <a:xfrm>
              <a:off x="6875665" y="192011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80">
                  <a:moveTo>
                    <a:pt x="5333" y="2286"/>
                  </a:moveTo>
                  <a:lnTo>
                    <a:pt x="3809" y="4572"/>
                  </a:lnTo>
                  <a:lnTo>
                    <a:pt x="0" y="1524"/>
                  </a:lnTo>
                  <a:lnTo>
                    <a:pt x="1523" y="0"/>
                  </a:lnTo>
                  <a:lnTo>
                    <a:pt x="5333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8" name="object 3498"/>
            <p:cNvSpPr/>
            <p:nvPr/>
          </p:nvSpPr>
          <p:spPr>
            <a:xfrm>
              <a:off x="6950354" y="1860680"/>
              <a:ext cx="53340" cy="9525"/>
            </a:xfrm>
            <a:custGeom>
              <a:avLst/>
              <a:gdLst/>
              <a:ahLst/>
              <a:cxnLst/>
              <a:rect l="l" t="t" r="r" b="b"/>
              <a:pathLst>
                <a:path w="53340" h="9525">
                  <a:moveTo>
                    <a:pt x="53340" y="9144"/>
                  </a:moveTo>
                  <a:lnTo>
                    <a:pt x="53340" y="4572"/>
                  </a:lnTo>
                  <a:lnTo>
                    <a:pt x="0" y="0"/>
                  </a:lnTo>
                  <a:lnTo>
                    <a:pt x="0" y="762"/>
                  </a:lnTo>
                  <a:lnTo>
                    <a:pt x="1524" y="4572"/>
                  </a:lnTo>
                  <a:lnTo>
                    <a:pt x="762" y="5334"/>
                  </a:lnTo>
                  <a:lnTo>
                    <a:pt x="53340" y="91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9" name="object 3499"/>
            <p:cNvSpPr/>
            <p:nvPr/>
          </p:nvSpPr>
          <p:spPr>
            <a:xfrm>
              <a:off x="6950354" y="1860680"/>
              <a:ext cx="53340" cy="9525"/>
            </a:xfrm>
            <a:custGeom>
              <a:avLst/>
              <a:gdLst/>
              <a:ahLst/>
              <a:cxnLst/>
              <a:rect l="l" t="t" r="r" b="b"/>
              <a:pathLst>
                <a:path w="53340" h="9525">
                  <a:moveTo>
                    <a:pt x="53340" y="4572"/>
                  </a:moveTo>
                  <a:lnTo>
                    <a:pt x="53340" y="9144"/>
                  </a:lnTo>
                  <a:lnTo>
                    <a:pt x="762" y="5334"/>
                  </a:lnTo>
                  <a:lnTo>
                    <a:pt x="1524" y="4572"/>
                  </a:lnTo>
                  <a:lnTo>
                    <a:pt x="0" y="762"/>
                  </a:lnTo>
                  <a:lnTo>
                    <a:pt x="0" y="0"/>
                  </a:lnTo>
                  <a:lnTo>
                    <a:pt x="5334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0" name="object 3500"/>
            <p:cNvSpPr/>
            <p:nvPr/>
          </p:nvSpPr>
          <p:spPr>
            <a:xfrm>
              <a:off x="6904634" y="1861442"/>
              <a:ext cx="47625" cy="22860"/>
            </a:xfrm>
            <a:custGeom>
              <a:avLst/>
              <a:gdLst/>
              <a:ahLst/>
              <a:cxnLst/>
              <a:rect l="l" t="t" r="r" b="b"/>
              <a:pathLst>
                <a:path w="47625" h="22860">
                  <a:moveTo>
                    <a:pt x="47244" y="3810"/>
                  </a:moveTo>
                  <a:lnTo>
                    <a:pt x="45720" y="0"/>
                  </a:lnTo>
                  <a:lnTo>
                    <a:pt x="0" y="19050"/>
                  </a:lnTo>
                  <a:lnTo>
                    <a:pt x="0" y="19812"/>
                  </a:lnTo>
                  <a:lnTo>
                    <a:pt x="3543" y="22646"/>
                  </a:lnTo>
                  <a:lnTo>
                    <a:pt x="47244" y="3810"/>
                  </a:lnTo>
                  <a:close/>
                </a:path>
                <a:path w="47625" h="22860">
                  <a:moveTo>
                    <a:pt x="3810" y="22860"/>
                  </a:moveTo>
                  <a:lnTo>
                    <a:pt x="3543" y="22646"/>
                  </a:lnTo>
                  <a:lnTo>
                    <a:pt x="3048" y="22860"/>
                  </a:lnTo>
                  <a:lnTo>
                    <a:pt x="3810" y="228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1" name="object 3501"/>
            <p:cNvSpPr/>
            <p:nvPr/>
          </p:nvSpPr>
          <p:spPr>
            <a:xfrm>
              <a:off x="6904634" y="1861442"/>
              <a:ext cx="47625" cy="22860"/>
            </a:xfrm>
            <a:custGeom>
              <a:avLst/>
              <a:gdLst/>
              <a:ahLst/>
              <a:cxnLst/>
              <a:rect l="l" t="t" r="r" b="b"/>
              <a:pathLst>
                <a:path w="47625" h="22860">
                  <a:moveTo>
                    <a:pt x="45720" y="0"/>
                  </a:moveTo>
                  <a:lnTo>
                    <a:pt x="47244" y="3810"/>
                  </a:lnTo>
                  <a:lnTo>
                    <a:pt x="3048" y="22860"/>
                  </a:lnTo>
                  <a:lnTo>
                    <a:pt x="3810" y="22860"/>
                  </a:lnTo>
                  <a:lnTo>
                    <a:pt x="0" y="19812"/>
                  </a:lnTo>
                  <a:lnTo>
                    <a:pt x="0" y="19050"/>
                  </a:lnTo>
                  <a:lnTo>
                    <a:pt x="4572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2" name="object 3502"/>
            <p:cNvSpPr/>
            <p:nvPr/>
          </p:nvSpPr>
          <p:spPr>
            <a:xfrm>
              <a:off x="6877189" y="1881254"/>
              <a:ext cx="31750" cy="41275"/>
            </a:xfrm>
            <a:custGeom>
              <a:avLst/>
              <a:gdLst/>
              <a:ahLst/>
              <a:cxnLst/>
              <a:rect l="l" t="t" r="r" b="b"/>
              <a:pathLst>
                <a:path w="31750" h="41275">
                  <a:moveTo>
                    <a:pt x="31241" y="3047"/>
                  </a:moveTo>
                  <a:lnTo>
                    <a:pt x="27431" y="0"/>
                  </a:lnTo>
                  <a:lnTo>
                    <a:pt x="0" y="38862"/>
                  </a:lnTo>
                  <a:lnTo>
                    <a:pt x="3809" y="41148"/>
                  </a:lnTo>
                  <a:lnTo>
                    <a:pt x="31241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3" name="object 3503"/>
            <p:cNvSpPr/>
            <p:nvPr/>
          </p:nvSpPr>
          <p:spPr>
            <a:xfrm>
              <a:off x="6877189" y="1881254"/>
              <a:ext cx="31750" cy="41275"/>
            </a:xfrm>
            <a:custGeom>
              <a:avLst/>
              <a:gdLst/>
              <a:ahLst/>
              <a:cxnLst/>
              <a:rect l="l" t="t" r="r" b="b"/>
              <a:pathLst>
                <a:path w="31750" h="41275">
                  <a:moveTo>
                    <a:pt x="27431" y="0"/>
                  </a:moveTo>
                  <a:lnTo>
                    <a:pt x="31241" y="3047"/>
                  </a:lnTo>
                  <a:lnTo>
                    <a:pt x="3809" y="41148"/>
                  </a:lnTo>
                  <a:lnTo>
                    <a:pt x="0" y="38862"/>
                  </a:lnTo>
                  <a:lnTo>
                    <a:pt x="2743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4" name="object 3504"/>
            <p:cNvSpPr/>
            <p:nvPr/>
          </p:nvSpPr>
          <p:spPr>
            <a:xfrm>
              <a:off x="6964832" y="190563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2" y="761"/>
                  </a:moveTo>
                  <a:lnTo>
                    <a:pt x="3048" y="0"/>
                  </a:lnTo>
                  <a:lnTo>
                    <a:pt x="0" y="3810"/>
                  </a:lnTo>
                  <a:lnTo>
                    <a:pt x="2286" y="4572"/>
                  </a:lnTo>
                  <a:lnTo>
                    <a:pt x="4572" y="7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5" name="object 3505"/>
            <p:cNvSpPr/>
            <p:nvPr/>
          </p:nvSpPr>
          <p:spPr>
            <a:xfrm>
              <a:off x="6964832" y="190563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3048" y="0"/>
                  </a:moveTo>
                  <a:lnTo>
                    <a:pt x="4572" y="761"/>
                  </a:lnTo>
                  <a:lnTo>
                    <a:pt x="2286" y="4572"/>
                  </a:lnTo>
                  <a:lnTo>
                    <a:pt x="0" y="3810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6" name="object 3506"/>
            <p:cNvSpPr/>
            <p:nvPr/>
          </p:nvSpPr>
          <p:spPr>
            <a:xfrm>
              <a:off x="6922160" y="187896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1" y="762"/>
                  </a:moveTo>
                  <a:lnTo>
                    <a:pt x="3047" y="0"/>
                  </a:lnTo>
                  <a:lnTo>
                    <a:pt x="0" y="3810"/>
                  </a:lnTo>
                  <a:lnTo>
                    <a:pt x="2285" y="4572"/>
                  </a:lnTo>
                  <a:lnTo>
                    <a:pt x="4571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7" name="object 3507"/>
            <p:cNvSpPr/>
            <p:nvPr/>
          </p:nvSpPr>
          <p:spPr>
            <a:xfrm>
              <a:off x="6922160" y="187896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2285" y="4572"/>
                  </a:moveTo>
                  <a:lnTo>
                    <a:pt x="0" y="3810"/>
                  </a:lnTo>
                  <a:lnTo>
                    <a:pt x="3047" y="0"/>
                  </a:lnTo>
                  <a:lnTo>
                    <a:pt x="4571" y="762"/>
                  </a:lnTo>
                  <a:lnTo>
                    <a:pt x="2285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8" name="object 3508"/>
            <p:cNvSpPr/>
            <p:nvPr/>
          </p:nvSpPr>
          <p:spPr>
            <a:xfrm>
              <a:off x="6924446" y="1879730"/>
              <a:ext cx="43815" cy="29845"/>
            </a:xfrm>
            <a:custGeom>
              <a:avLst/>
              <a:gdLst/>
              <a:ahLst/>
              <a:cxnLst/>
              <a:rect l="l" t="t" r="r" b="b"/>
              <a:pathLst>
                <a:path w="43815" h="29844">
                  <a:moveTo>
                    <a:pt x="43433" y="25908"/>
                  </a:moveTo>
                  <a:lnTo>
                    <a:pt x="2285" y="0"/>
                  </a:lnTo>
                  <a:lnTo>
                    <a:pt x="0" y="3810"/>
                  </a:lnTo>
                  <a:lnTo>
                    <a:pt x="40385" y="29718"/>
                  </a:lnTo>
                  <a:lnTo>
                    <a:pt x="43433" y="2590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9" name="object 3509"/>
            <p:cNvSpPr/>
            <p:nvPr/>
          </p:nvSpPr>
          <p:spPr>
            <a:xfrm>
              <a:off x="6924446" y="1879730"/>
              <a:ext cx="43815" cy="29845"/>
            </a:xfrm>
            <a:custGeom>
              <a:avLst/>
              <a:gdLst/>
              <a:ahLst/>
              <a:cxnLst/>
              <a:rect l="l" t="t" r="r" b="b"/>
              <a:pathLst>
                <a:path w="43815" h="29844">
                  <a:moveTo>
                    <a:pt x="43433" y="25908"/>
                  </a:moveTo>
                  <a:lnTo>
                    <a:pt x="40385" y="29718"/>
                  </a:lnTo>
                  <a:lnTo>
                    <a:pt x="0" y="3810"/>
                  </a:lnTo>
                  <a:lnTo>
                    <a:pt x="2285" y="0"/>
                  </a:lnTo>
                  <a:lnTo>
                    <a:pt x="43433" y="2590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0" name="object 3510"/>
            <p:cNvSpPr/>
            <p:nvPr/>
          </p:nvSpPr>
          <p:spPr>
            <a:xfrm>
              <a:off x="6916064" y="1873634"/>
              <a:ext cx="17145" cy="18415"/>
            </a:xfrm>
            <a:custGeom>
              <a:avLst/>
              <a:gdLst/>
              <a:ahLst/>
              <a:cxnLst/>
              <a:rect l="l" t="t" r="r" b="b"/>
              <a:pathLst>
                <a:path w="17145" h="18414">
                  <a:moveTo>
                    <a:pt x="16764" y="2286"/>
                  </a:moveTo>
                  <a:lnTo>
                    <a:pt x="16764" y="1524"/>
                  </a:lnTo>
                  <a:lnTo>
                    <a:pt x="762" y="0"/>
                  </a:lnTo>
                  <a:lnTo>
                    <a:pt x="0" y="762"/>
                  </a:lnTo>
                  <a:lnTo>
                    <a:pt x="3048" y="16764"/>
                  </a:lnTo>
                  <a:lnTo>
                    <a:pt x="3810" y="18288"/>
                  </a:lnTo>
                  <a:lnTo>
                    <a:pt x="1676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1" name="object 3511"/>
            <p:cNvSpPr/>
            <p:nvPr/>
          </p:nvSpPr>
          <p:spPr>
            <a:xfrm>
              <a:off x="6916064" y="1873634"/>
              <a:ext cx="17145" cy="18415"/>
            </a:xfrm>
            <a:custGeom>
              <a:avLst/>
              <a:gdLst/>
              <a:ahLst/>
              <a:cxnLst/>
              <a:rect l="l" t="t" r="r" b="b"/>
              <a:pathLst>
                <a:path w="17145" h="18414">
                  <a:moveTo>
                    <a:pt x="16764" y="1524"/>
                  </a:moveTo>
                  <a:lnTo>
                    <a:pt x="762" y="0"/>
                  </a:lnTo>
                  <a:lnTo>
                    <a:pt x="0" y="762"/>
                  </a:lnTo>
                  <a:lnTo>
                    <a:pt x="3048" y="16764"/>
                  </a:lnTo>
                  <a:lnTo>
                    <a:pt x="3810" y="18288"/>
                  </a:lnTo>
                  <a:lnTo>
                    <a:pt x="16764" y="2286"/>
                  </a:lnTo>
                  <a:lnTo>
                    <a:pt x="16764" y="1524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2" name="object 3512"/>
            <p:cNvSpPr/>
            <p:nvPr/>
          </p:nvSpPr>
          <p:spPr>
            <a:xfrm>
              <a:off x="6915302" y="1871348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17525" y="1524"/>
                  </a:moveTo>
                  <a:lnTo>
                    <a:pt x="761" y="0"/>
                  </a:lnTo>
                  <a:lnTo>
                    <a:pt x="0" y="762"/>
                  </a:lnTo>
                  <a:lnTo>
                    <a:pt x="3047" y="3810"/>
                  </a:lnTo>
                  <a:lnTo>
                    <a:pt x="2285" y="4572"/>
                  </a:lnTo>
                  <a:lnTo>
                    <a:pt x="16763" y="6096"/>
                  </a:lnTo>
                  <a:lnTo>
                    <a:pt x="17525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3" name="object 3513"/>
            <p:cNvSpPr/>
            <p:nvPr/>
          </p:nvSpPr>
          <p:spPr>
            <a:xfrm>
              <a:off x="6915302" y="1871348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17525" y="1524"/>
                  </a:moveTo>
                  <a:lnTo>
                    <a:pt x="16763" y="6096"/>
                  </a:lnTo>
                  <a:lnTo>
                    <a:pt x="2285" y="4572"/>
                  </a:lnTo>
                  <a:lnTo>
                    <a:pt x="3047" y="3810"/>
                  </a:lnTo>
                  <a:lnTo>
                    <a:pt x="0" y="762"/>
                  </a:lnTo>
                  <a:lnTo>
                    <a:pt x="761" y="0"/>
                  </a:lnTo>
                  <a:lnTo>
                    <a:pt x="17525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4" name="object 3514"/>
            <p:cNvSpPr/>
            <p:nvPr/>
          </p:nvSpPr>
          <p:spPr>
            <a:xfrm>
              <a:off x="6913778" y="1872110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3918" y="2394"/>
                  </a:moveTo>
                  <a:lnTo>
                    <a:pt x="1524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3918" y="2394"/>
                  </a:lnTo>
                  <a:close/>
                </a:path>
                <a:path w="5079" h="3175">
                  <a:moveTo>
                    <a:pt x="4572" y="3047"/>
                  </a:moveTo>
                  <a:lnTo>
                    <a:pt x="4572" y="2285"/>
                  </a:lnTo>
                  <a:lnTo>
                    <a:pt x="3918" y="2394"/>
                  </a:lnTo>
                  <a:lnTo>
                    <a:pt x="4572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5" name="object 3515"/>
            <p:cNvSpPr/>
            <p:nvPr/>
          </p:nvSpPr>
          <p:spPr>
            <a:xfrm>
              <a:off x="6913778" y="1872110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1524" y="0"/>
                  </a:moveTo>
                  <a:lnTo>
                    <a:pt x="4572" y="3047"/>
                  </a:lnTo>
                  <a:lnTo>
                    <a:pt x="4572" y="2285"/>
                  </a:lnTo>
                  <a:lnTo>
                    <a:pt x="0" y="3048"/>
                  </a:lnTo>
                  <a:lnTo>
                    <a:pt x="0" y="1524"/>
                  </a:lnTo>
                  <a:lnTo>
                    <a:pt x="152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6" name="object 3516"/>
            <p:cNvSpPr/>
            <p:nvPr/>
          </p:nvSpPr>
          <p:spPr>
            <a:xfrm>
              <a:off x="6913778" y="1874396"/>
              <a:ext cx="7620" cy="17145"/>
            </a:xfrm>
            <a:custGeom>
              <a:avLst/>
              <a:gdLst/>
              <a:ahLst/>
              <a:cxnLst/>
              <a:rect l="l" t="t" r="r" b="b"/>
              <a:pathLst>
                <a:path w="7620" h="17144">
                  <a:moveTo>
                    <a:pt x="7483" y="15285"/>
                  </a:moveTo>
                  <a:lnTo>
                    <a:pt x="4572" y="0"/>
                  </a:lnTo>
                  <a:lnTo>
                    <a:pt x="0" y="762"/>
                  </a:lnTo>
                  <a:lnTo>
                    <a:pt x="3048" y="16764"/>
                  </a:lnTo>
                  <a:lnTo>
                    <a:pt x="7483" y="15285"/>
                  </a:lnTo>
                  <a:close/>
                </a:path>
                <a:path w="7620" h="17144">
                  <a:moveTo>
                    <a:pt x="7620" y="16002"/>
                  </a:moveTo>
                  <a:lnTo>
                    <a:pt x="7620" y="15240"/>
                  </a:lnTo>
                  <a:lnTo>
                    <a:pt x="7483" y="15285"/>
                  </a:lnTo>
                  <a:lnTo>
                    <a:pt x="7620" y="1600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7" name="object 3517"/>
            <p:cNvSpPr/>
            <p:nvPr/>
          </p:nvSpPr>
          <p:spPr>
            <a:xfrm>
              <a:off x="6913778" y="1874396"/>
              <a:ext cx="7620" cy="17145"/>
            </a:xfrm>
            <a:custGeom>
              <a:avLst/>
              <a:gdLst/>
              <a:ahLst/>
              <a:cxnLst/>
              <a:rect l="l" t="t" r="r" b="b"/>
              <a:pathLst>
                <a:path w="7620" h="17144">
                  <a:moveTo>
                    <a:pt x="0" y="762"/>
                  </a:moveTo>
                  <a:lnTo>
                    <a:pt x="4572" y="0"/>
                  </a:lnTo>
                  <a:lnTo>
                    <a:pt x="7620" y="16002"/>
                  </a:lnTo>
                  <a:lnTo>
                    <a:pt x="7620" y="15240"/>
                  </a:lnTo>
                  <a:lnTo>
                    <a:pt x="3048" y="16764"/>
                  </a:lnTo>
                  <a:lnTo>
                    <a:pt x="0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8" name="object 3518"/>
            <p:cNvSpPr/>
            <p:nvPr/>
          </p:nvSpPr>
          <p:spPr>
            <a:xfrm>
              <a:off x="6916826" y="1887350"/>
              <a:ext cx="5080" cy="8890"/>
            </a:xfrm>
            <a:custGeom>
              <a:avLst/>
              <a:gdLst/>
              <a:ahLst/>
              <a:cxnLst/>
              <a:rect l="l" t="t" r="r" b="b"/>
              <a:pathLst>
                <a:path w="5079" h="8889">
                  <a:moveTo>
                    <a:pt x="4572" y="6096"/>
                  </a:moveTo>
                  <a:lnTo>
                    <a:pt x="1210" y="3406"/>
                  </a:lnTo>
                  <a:lnTo>
                    <a:pt x="0" y="3810"/>
                  </a:lnTo>
                  <a:lnTo>
                    <a:pt x="1524" y="8382"/>
                  </a:lnTo>
                  <a:lnTo>
                    <a:pt x="4572" y="6096"/>
                  </a:lnTo>
                  <a:close/>
                </a:path>
                <a:path w="5079" h="8889">
                  <a:moveTo>
                    <a:pt x="4572" y="2286"/>
                  </a:moveTo>
                  <a:lnTo>
                    <a:pt x="3810" y="0"/>
                  </a:lnTo>
                  <a:lnTo>
                    <a:pt x="761" y="3048"/>
                  </a:lnTo>
                  <a:lnTo>
                    <a:pt x="1210" y="3406"/>
                  </a:lnTo>
                  <a:lnTo>
                    <a:pt x="4572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9" name="object 3519"/>
            <p:cNvSpPr/>
            <p:nvPr/>
          </p:nvSpPr>
          <p:spPr>
            <a:xfrm>
              <a:off x="6916826" y="1887350"/>
              <a:ext cx="5080" cy="8890"/>
            </a:xfrm>
            <a:custGeom>
              <a:avLst/>
              <a:gdLst/>
              <a:ahLst/>
              <a:cxnLst/>
              <a:rect l="l" t="t" r="r" b="b"/>
              <a:pathLst>
                <a:path w="5079" h="8889">
                  <a:moveTo>
                    <a:pt x="0" y="3810"/>
                  </a:moveTo>
                  <a:lnTo>
                    <a:pt x="4572" y="2286"/>
                  </a:lnTo>
                  <a:lnTo>
                    <a:pt x="3810" y="0"/>
                  </a:lnTo>
                  <a:lnTo>
                    <a:pt x="761" y="3048"/>
                  </a:lnTo>
                  <a:lnTo>
                    <a:pt x="4572" y="6096"/>
                  </a:lnTo>
                  <a:lnTo>
                    <a:pt x="1524" y="8382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0" name="object 3520"/>
            <p:cNvSpPr/>
            <p:nvPr/>
          </p:nvSpPr>
          <p:spPr>
            <a:xfrm>
              <a:off x="6917575" y="1875158"/>
              <a:ext cx="17780" cy="18415"/>
            </a:xfrm>
            <a:custGeom>
              <a:avLst/>
              <a:gdLst/>
              <a:ahLst/>
              <a:cxnLst/>
              <a:rect l="l" t="t" r="r" b="b"/>
              <a:pathLst>
                <a:path w="17779" h="18414">
                  <a:moveTo>
                    <a:pt x="17525" y="1523"/>
                  </a:moveTo>
                  <a:lnTo>
                    <a:pt x="17525" y="761"/>
                  </a:lnTo>
                  <a:lnTo>
                    <a:pt x="12953" y="761"/>
                  </a:lnTo>
                  <a:lnTo>
                    <a:pt x="12953" y="0"/>
                  </a:lnTo>
                  <a:lnTo>
                    <a:pt x="0" y="15239"/>
                  </a:lnTo>
                  <a:lnTo>
                    <a:pt x="3809" y="18287"/>
                  </a:lnTo>
                  <a:lnTo>
                    <a:pt x="17525" y="15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1" name="object 3521"/>
            <p:cNvSpPr/>
            <p:nvPr/>
          </p:nvSpPr>
          <p:spPr>
            <a:xfrm>
              <a:off x="6917575" y="1875158"/>
              <a:ext cx="17780" cy="18415"/>
            </a:xfrm>
            <a:custGeom>
              <a:avLst/>
              <a:gdLst/>
              <a:ahLst/>
              <a:cxnLst/>
              <a:rect l="l" t="t" r="r" b="b"/>
              <a:pathLst>
                <a:path w="17779" h="18414">
                  <a:moveTo>
                    <a:pt x="3809" y="18287"/>
                  </a:moveTo>
                  <a:lnTo>
                    <a:pt x="0" y="15239"/>
                  </a:lnTo>
                  <a:lnTo>
                    <a:pt x="12953" y="0"/>
                  </a:lnTo>
                  <a:lnTo>
                    <a:pt x="12953" y="761"/>
                  </a:lnTo>
                  <a:lnTo>
                    <a:pt x="17525" y="761"/>
                  </a:lnTo>
                  <a:lnTo>
                    <a:pt x="17525" y="1523"/>
                  </a:lnTo>
                  <a:lnTo>
                    <a:pt x="3809" y="1828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2" name="object 3522"/>
            <p:cNvSpPr/>
            <p:nvPr/>
          </p:nvSpPr>
          <p:spPr>
            <a:xfrm>
              <a:off x="6930542" y="187287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1778" y="3048"/>
                  </a:moveTo>
                  <a:lnTo>
                    <a:pt x="0" y="3048"/>
                  </a:lnTo>
                  <a:lnTo>
                    <a:pt x="0" y="4572"/>
                  </a:lnTo>
                  <a:lnTo>
                    <a:pt x="1524" y="4572"/>
                  </a:lnTo>
                  <a:lnTo>
                    <a:pt x="1778" y="3048"/>
                  </a:lnTo>
                  <a:close/>
                </a:path>
                <a:path w="5079" h="5080">
                  <a:moveTo>
                    <a:pt x="4572" y="3048"/>
                  </a:moveTo>
                  <a:lnTo>
                    <a:pt x="4572" y="762"/>
                  </a:lnTo>
                  <a:lnTo>
                    <a:pt x="2286" y="0"/>
                  </a:lnTo>
                  <a:lnTo>
                    <a:pt x="1778" y="3048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3" name="object 3523"/>
            <p:cNvSpPr/>
            <p:nvPr/>
          </p:nvSpPr>
          <p:spPr>
            <a:xfrm>
              <a:off x="6930542" y="187287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2" y="3048"/>
                  </a:moveTo>
                  <a:lnTo>
                    <a:pt x="0" y="3048"/>
                  </a:lnTo>
                  <a:lnTo>
                    <a:pt x="0" y="4572"/>
                  </a:lnTo>
                  <a:lnTo>
                    <a:pt x="1524" y="4572"/>
                  </a:lnTo>
                  <a:lnTo>
                    <a:pt x="2286" y="0"/>
                  </a:lnTo>
                  <a:lnTo>
                    <a:pt x="4572" y="762"/>
                  </a:lnTo>
                  <a:lnTo>
                    <a:pt x="4572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4" name="object 3524"/>
            <p:cNvSpPr/>
            <p:nvPr/>
          </p:nvSpPr>
          <p:spPr>
            <a:xfrm>
              <a:off x="7082942" y="1834010"/>
              <a:ext cx="177165" cy="110489"/>
            </a:xfrm>
            <a:custGeom>
              <a:avLst/>
              <a:gdLst/>
              <a:ahLst/>
              <a:cxnLst/>
              <a:rect l="l" t="t" r="r" b="b"/>
              <a:pathLst>
                <a:path w="177165" h="110489">
                  <a:moveTo>
                    <a:pt x="0" y="110489"/>
                  </a:moveTo>
                  <a:lnTo>
                    <a:pt x="0" y="0"/>
                  </a:lnTo>
                  <a:lnTo>
                    <a:pt x="176784" y="0"/>
                  </a:lnTo>
                  <a:lnTo>
                    <a:pt x="176784" y="110489"/>
                  </a:lnTo>
                  <a:lnTo>
                    <a:pt x="0" y="110489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5" name="object 3525"/>
            <p:cNvSpPr/>
            <p:nvPr/>
          </p:nvSpPr>
          <p:spPr>
            <a:xfrm>
              <a:off x="7082930" y="1831736"/>
              <a:ext cx="179070" cy="5080"/>
            </a:xfrm>
            <a:custGeom>
              <a:avLst/>
              <a:gdLst/>
              <a:ahLst/>
              <a:cxnLst/>
              <a:rect l="l" t="t" r="r" b="b"/>
              <a:pathLst>
                <a:path w="179070" h="5080">
                  <a:moveTo>
                    <a:pt x="179070" y="0"/>
                  </a:moveTo>
                  <a:lnTo>
                    <a:pt x="17399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173990" y="4572"/>
                  </a:lnTo>
                  <a:lnTo>
                    <a:pt x="173990" y="2286"/>
                  </a:lnTo>
                  <a:lnTo>
                    <a:pt x="179070" y="2286"/>
                  </a:lnTo>
                  <a:lnTo>
                    <a:pt x="1790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6" name="object 3526"/>
            <p:cNvSpPr/>
            <p:nvPr/>
          </p:nvSpPr>
          <p:spPr>
            <a:xfrm>
              <a:off x="7082942" y="1831724"/>
              <a:ext cx="179070" cy="5080"/>
            </a:xfrm>
            <a:custGeom>
              <a:avLst/>
              <a:gdLst/>
              <a:ahLst/>
              <a:cxnLst/>
              <a:rect l="l" t="t" r="r" b="b"/>
              <a:pathLst>
                <a:path w="179070" h="5080">
                  <a:moveTo>
                    <a:pt x="0" y="4572"/>
                  </a:moveTo>
                  <a:lnTo>
                    <a:pt x="0" y="0"/>
                  </a:lnTo>
                  <a:lnTo>
                    <a:pt x="179070" y="0"/>
                  </a:lnTo>
                  <a:lnTo>
                    <a:pt x="179070" y="2286"/>
                  </a:lnTo>
                  <a:lnTo>
                    <a:pt x="174498" y="2286"/>
                  </a:lnTo>
                  <a:lnTo>
                    <a:pt x="174498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7" name="object 3527"/>
            <p:cNvSpPr/>
            <p:nvPr/>
          </p:nvSpPr>
          <p:spPr>
            <a:xfrm>
              <a:off x="7257428" y="1834022"/>
              <a:ext cx="5080" cy="113030"/>
            </a:xfrm>
            <a:custGeom>
              <a:avLst/>
              <a:gdLst/>
              <a:ahLst/>
              <a:cxnLst/>
              <a:rect l="l" t="t" r="r" b="b"/>
              <a:pathLst>
                <a:path w="5079" h="113030">
                  <a:moveTo>
                    <a:pt x="508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108204"/>
                  </a:lnTo>
                  <a:lnTo>
                    <a:pt x="2540" y="108204"/>
                  </a:lnTo>
                  <a:lnTo>
                    <a:pt x="2540" y="112776"/>
                  </a:lnTo>
                  <a:lnTo>
                    <a:pt x="5080" y="112776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8" name="object 3528"/>
            <p:cNvSpPr/>
            <p:nvPr/>
          </p:nvSpPr>
          <p:spPr>
            <a:xfrm>
              <a:off x="7257440" y="1834010"/>
              <a:ext cx="5080" cy="113030"/>
            </a:xfrm>
            <a:custGeom>
              <a:avLst/>
              <a:gdLst/>
              <a:ahLst/>
              <a:cxnLst/>
              <a:rect l="l" t="t" r="r" b="b"/>
              <a:pathLst>
                <a:path w="5079" h="113030">
                  <a:moveTo>
                    <a:pt x="0" y="0"/>
                  </a:moveTo>
                  <a:lnTo>
                    <a:pt x="4572" y="0"/>
                  </a:lnTo>
                  <a:lnTo>
                    <a:pt x="4572" y="112776"/>
                  </a:lnTo>
                  <a:lnTo>
                    <a:pt x="2286" y="112776"/>
                  </a:lnTo>
                  <a:lnTo>
                    <a:pt x="2286" y="108204"/>
                  </a:lnTo>
                  <a:lnTo>
                    <a:pt x="0" y="10820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9" name="object 3529"/>
            <p:cNvSpPr/>
            <p:nvPr/>
          </p:nvSpPr>
          <p:spPr>
            <a:xfrm>
              <a:off x="7080643" y="1942226"/>
              <a:ext cx="179070" cy="5080"/>
            </a:xfrm>
            <a:custGeom>
              <a:avLst/>
              <a:gdLst/>
              <a:ahLst/>
              <a:cxnLst/>
              <a:rect l="l" t="t" r="r" b="b"/>
              <a:pathLst>
                <a:path w="179070" h="5080">
                  <a:moveTo>
                    <a:pt x="179070" y="0"/>
                  </a:moveTo>
                  <a:lnTo>
                    <a:pt x="5080" y="0"/>
                  </a:lnTo>
                  <a:lnTo>
                    <a:pt x="5080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5080" y="4572"/>
                  </a:lnTo>
                  <a:lnTo>
                    <a:pt x="179070" y="4572"/>
                  </a:lnTo>
                  <a:lnTo>
                    <a:pt x="1790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0" name="object 3530"/>
            <p:cNvSpPr/>
            <p:nvPr/>
          </p:nvSpPr>
          <p:spPr>
            <a:xfrm>
              <a:off x="7080656" y="1942214"/>
              <a:ext cx="179070" cy="5080"/>
            </a:xfrm>
            <a:custGeom>
              <a:avLst/>
              <a:gdLst/>
              <a:ahLst/>
              <a:cxnLst/>
              <a:rect l="l" t="t" r="r" b="b"/>
              <a:pathLst>
                <a:path w="179070" h="5080">
                  <a:moveTo>
                    <a:pt x="179070" y="0"/>
                  </a:moveTo>
                  <a:lnTo>
                    <a:pt x="179070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2" y="2286"/>
                  </a:lnTo>
                  <a:lnTo>
                    <a:pt x="4572" y="0"/>
                  </a:lnTo>
                  <a:lnTo>
                    <a:pt x="17907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1" name="object 3531"/>
            <p:cNvSpPr/>
            <p:nvPr/>
          </p:nvSpPr>
          <p:spPr>
            <a:xfrm>
              <a:off x="7080135" y="1831736"/>
              <a:ext cx="5080" cy="113030"/>
            </a:xfrm>
            <a:custGeom>
              <a:avLst/>
              <a:gdLst/>
              <a:ahLst/>
              <a:cxnLst/>
              <a:rect l="l" t="t" r="r" b="b"/>
              <a:pathLst>
                <a:path w="5079" h="113030">
                  <a:moveTo>
                    <a:pt x="5080" y="4572"/>
                  </a:moveTo>
                  <a:lnTo>
                    <a:pt x="2540" y="4572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12776"/>
                  </a:lnTo>
                  <a:lnTo>
                    <a:pt x="2540" y="112776"/>
                  </a:lnTo>
                  <a:lnTo>
                    <a:pt x="5080" y="112776"/>
                  </a:lnTo>
                  <a:lnTo>
                    <a:pt x="508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2" name="object 3532"/>
            <p:cNvSpPr/>
            <p:nvPr/>
          </p:nvSpPr>
          <p:spPr>
            <a:xfrm>
              <a:off x="7080656" y="1831724"/>
              <a:ext cx="5080" cy="113030"/>
            </a:xfrm>
            <a:custGeom>
              <a:avLst/>
              <a:gdLst/>
              <a:ahLst/>
              <a:cxnLst/>
              <a:rect l="l" t="t" r="r" b="b"/>
              <a:pathLst>
                <a:path w="5079" h="113030">
                  <a:moveTo>
                    <a:pt x="4572" y="112775"/>
                  </a:moveTo>
                  <a:lnTo>
                    <a:pt x="0" y="112775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1277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3" name="object 3533"/>
            <p:cNvSpPr/>
            <p:nvPr/>
          </p:nvSpPr>
          <p:spPr>
            <a:xfrm>
              <a:off x="7159129" y="1843083"/>
              <a:ext cx="26670" cy="23495"/>
            </a:xfrm>
            <a:custGeom>
              <a:avLst/>
              <a:gdLst/>
              <a:ahLst/>
              <a:cxnLst/>
              <a:rect l="l" t="t" r="r" b="b"/>
              <a:pathLst>
                <a:path w="26670" h="23494">
                  <a:moveTo>
                    <a:pt x="26670" y="11501"/>
                  </a:moveTo>
                  <a:lnTo>
                    <a:pt x="26670" y="8453"/>
                  </a:lnTo>
                  <a:lnTo>
                    <a:pt x="25146" y="6167"/>
                  </a:lnTo>
                  <a:lnTo>
                    <a:pt x="19391" y="1081"/>
                  </a:lnTo>
                  <a:lnTo>
                    <a:pt x="11510" y="0"/>
                  </a:lnTo>
                  <a:lnTo>
                    <a:pt x="4352" y="2383"/>
                  </a:lnTo>
                  <a:lnTo>
                    <a:pt x="762" y="7691"/>
                  </a:lnTo>
                  <a:lnTo>
                    <a:pt x="0" y="9977"/>
                  </a:lnTo>
                  <a:lnTo>
                    <a:pt x="0" y="13025"/>
                  </a:lnTo>
                  <a:lnTo>
                    <a:pt x="4092" y="20214"/>
                  </a:lnTo>
                  <a:lnTo>
                    <a:pt x="11263" y="23074"/>
                  </a:lnTo>
                  <a:lnTo>
                    <a:pt x="19279" y="21862"/>
                  </a:lnTo>
                  <a:lnTo>
                    <a:pt x="25908" y="16835"/>
                  </a:lnTo>
                  <a:lnTo>
                    <a:pt x="26670" y="13787"/>
                  </a:lnTo>
                  <a:lnTo>
                    <a:pt x="26670" y="11501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4" name="object 3534"/>
            <p:cNvSpPr/>
            <p:nvPr/>
          </p:nvSpPr>
          <p:spPr>
            <a:xfrm>
              <a:off x="7183513" y="1850774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572" y="3810"/>
                  </a:moveTo>
                  <a:lnTo>
                    <a:pt x="4572" y="0"/>
                  </a:lnTo>
                  <a:lnTo>
                    <a:pt x="0" y="2286"/>
                  </a:lnTo>
                  <a:lnTo>
                    <a:pt x="0" y="3810"/>
                  </a:lnTo>
                  <a:lnTo>
                    <a:pt x="457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5" name="object 3535"/>
            <p:cNvSpPr/>
            <p:nvPr/>
          </p:nvSpPr>
          <p:spPr>
            <a:xfrm>
              <a:off x="7183513" y="1850774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572" y="3810"/>
                  </a:moveTo>
                  <a:lnTo>
                    <a:pt x="0" y="3810"/>
                  </a:lnTo>
                  <a:lnTo>
                    <a:pt x="0" y="1524"/>
                  </a:lnTo>
                  <a:lnTo>
                    <a:pt x="0" y="2286"/>
                  </a:lnTo>
                  <a:lnTo>
                    <a:pt x="4572" y="0"/>
                  </a:lnTo>
                  <a:lnTo>
                    <a:pt x="4572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6" name="object 3536"/>
            <p:cNvSpPr/>
            <p:nvPr/>
          </p:nvSpPr>
          <p:spPr>
            <a:xfrm>
              <a:off x="7182751" y="184772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3" y="3048"/>
                  </a:moveTo>
                  <a:lnTo>
                    <a:pt x="3809" y="0"/>
                  </a:lnTo>
                  <a:lnTo>
                    <a:pt x="0" y="3048"/>
                  </a:lnTo>
                  <a:lnTo>
                    <a:pt x="761" y="5334"/>
                  </a:lnTo>
                  <a:lnTo>
                    <a:pt x="5333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7" name="object 3537"/>
            <p:cNvSpPr/>
            <p:nvPr/>
          </p:nvSpPr>
          <p:spPr>
            <a:xfrm>
              <a:off x="7182751" y="184772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3" y="3048"/>
                  </a:moveTo>
                  <a:lnTo>
                    <a:pt x="761" y="5334"/>
                  </a:lnTo>
                  <a:lnTo>
                    <a:pt x="0" y="3048"/>
                  </a:lnTo>
                  <a:lnTo>
                    <a:pt x="3809" y="0"/>
                  </a:lnTo>
                  <a:lnTo>
                    <a:pt x="5333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8" name="object 3538"/>
            <p:cNvSpPr/>
            <p:nvPr/>
          </p:nvSpPr>
          <p:spPr>
            <a:xfrm>
              <a:off x="7181227" y="184544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3" y="2286"/>
                  </a:moveTo>
                  <a:lnTo>
                    <a:pt x="3047" y="0"/>
                  </a:lnTo>
                  <a:lnTo>
                    <a:pt x="0" y="3048"/>
                  </a:lnTo>
                  <a:lnTo>
                    <a:pt x="1523" y="5334"/>
                  </a:lnTo>
                  <a:lnTo>
                    <a:pt x="5333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9" name="object 3539"/>
            <p:cNvSpPr/>
            <p:nvPr/>
          </p:nvSpPr>
          <p:spPr>
            <a:xfrm>
              <a:off x="7181227" y="184544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3" y="2286"/>
                  </a:moveTo>
                  <a:lnTo>
                    <a:pt x="1523" y="5334"/>
                  </a:lnTo>
                  <a:lnTo>
                    <a:pt x="0" y="3048"/>
                  </a:lnTo>
                  <a:lnTo>
                    <a:pt x="3047" y="0"/>
                  </a:lnTo>
                  <a:lnTo>
                    <a:pt x="5333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0" name="object 3540"/>
            <p:cNvSpPr/>
            <p:nvPr/>
          </p:nvSpPr>
          <p:spPr>
            <a:xfrm>
              <a:off x="7179716" y="184315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2286"/>
                  </a:moveTo>
                  <a:lnTo>
                    <a:pt x="2286" y="0"/>
                  </a:lnTo>
                  <a:lnTo>
                    <a:pt x="1524" y="0"/>
                  </a:lnTo>
                  <a:lnTo>
                    <a:pt x="0" y="3810"/>
                  </a:lnTo>
                  <a:lnTo>
                    <a:pt x="1524" y="5334"/>
                  </a:lnTo>
                  <a:lnTo>
                    <a:pt x="4572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1" name="object 3541"/>
            <p:cNvSpPr/>
            <p:nvPr/>
          </p:nvSpPr>
          <p:spPr>
            <a:xfrm>
              <a:off x="7179716" y="184315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2286"/>
                  </a:moveTo>
                  <a:lnTo>
                    <a:pt x="1524" y="5334"/>
                  </a:lnTo>
                  <a:lnTo>
                    <a:pt x="0" y="3810"/>
                  </a:lnTo>
                  <a:lnTo>
                    <a:pt x="1524" y="0"/>
                  </a:lnTo>
                  <a:lnTo>
                    <a:pt x="2286" y="0"/>
                  </a:lnTo>
                  <a:lnTo>
                    <a:pt x="4572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2" name="object 3542"/>
            <p:cNvSpPr/>
            <p:nvPr/>
          </p:nvSpPr>
          <p:spPr>
            <a:xfrm>
              <a:off x="7176668" y="184163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1524"/>
                  </a:moveTo>
                  <a:lnTo>
                    <a:pt x="2286" y="0"/>
                  </a:lnTo>
                  <a:lnTo>
                    <a:pt x="1524" y="0"/>
                  </a:lnTo>
                  <a:lnTo>
                    <a:pt x="762" y="4572"/>
                  </a:lnTo>
                  <a:lnTo>
                    <a:pt x="0" y="4572"/>
                  </a:lnTo>
                  <a:lnTo>
                    <a:pt x="3048" y="5334"/>
                  </a:lnTo>
                  <a:lnTo>
                    <a:pt x="4572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3" name="object 3543"/>
            <p:cNvSpPr/>
            <p:nvPr/>
          </p:nvSpPr>
          <p:spPr>
            <a:xfrm>
              <a:off x="7176668" y="184163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1524"/>
                  </a:moveTo>
                  <a:lnTo>
                    <a:pt x="3048" y="5334"/>
                  </a:lnTo>
                  <a:lnTo>
                    <a:pt x="0" y="4572"/>
                  </a:lnTo>
                  <a:lnTo>
                    <a:pt x="762" y="4572"/>
                  </a:lnTo>
                  <a:lnTo>
                    <a:pt x="1524" y="0"/>
                  </a:lnTo>
                  <a:lnTo>
                    <a:pt x="2286" y="0"/>
                  </a:lnTo>
                  <a:lnTo>
                    <a:pt x="4572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4" name="object 3544"/>
            <p:cNvSpPr/>
            <p:nvPr/>
          </p:nvSpPr>
          <p:spPr>
            <a:xfrm>
              <a:off x="7174382" y="1840868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09" h="5714">
                  <a:moveTo>
                    <a:pt x="3809" y="762"/>
                  </a:moveTo>
                  <a:lnTo>
                    <a:pt x="761" y="0"/>
                  </a:lnTo>
                  <a:lnTo>
                    <a:pt x="0" y="4572"/>
                  </a:lnTo>
                  <a:lnTo>
                    <a:pt x="3047" y="5334"/>
                  </a:lnTo>
                  <a:lnTo>
                    <a:pt x="3809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5" name="object 3545"/>
            <p:cNvSpPr/>
            <p:nvPr/>
          </p:nvSpPr>
          <p:spPr>
            <a:xfrm>
              <a:off x="7174382" y="1840868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09" h="5714">
                  <a:moveTo>
                    <a:pt x="3809" y="762"/>
                  </a:moveTo>
                  <a:lnTo>
                    <a:pt x="3047" y="5334"/>
                  </a:lnTo>
                  <a:lnTo>
                    <a:pt x="0" y="4572"/>
                  </a:lnTo>
                  <a:lnTo>
                    <a:pt x="761" y="0"/>
                  </a:lnTo>
                  <a:lnTo>
                    <a:pt x="3809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6" name="object 3546"/>
            <p:cNvSpPr/>
            <p:nvPr/>
          </p:nvSpPr>
          <p:spPr>
            <a:xfrm>
              <a:off x="7171334" y="1840868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09" h="5080">
                  <a:moveTo>
                    <a:pt x="3809" y="0"/>
                  </a:moveTo>
                  <a:lnTo>
                    <a:pt x="0" y="0"/>
                  </a:lnTo>
                  <a:lnTo>
                    <a:pt x="761" y="3810"/>
                  </a:lnTo>
                  <a:lnTo>
                    <a:pt x="761" y="4572"/>
                  </a:lnTo>
                  <a:lnTo>
                    <a:pt x="3047" y="4572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7" name="object 3547"/>
            <p:cNvSpPr/>
            <p:nvPr/>
          </p:nvSpPr>
          <p:spPr>
            <a:xfrm>
              <a:off x="7171334" y="1840868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09" h="5080">
                  <a:moveTo>
                    <a:pt x="3809" y="0"/>
                  </a:moveTo>
                  <a:lnTo>
                    <a:pt x="3047" y="4572"/>
                  </a:lnTo>
                  <a:lnTo>
                    <a:pt x="761" y="4572"/>
                  </a:lnTo>
                  <a:lnTo>
                    <a:pt x="761" y="3810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8" name="object 3548"/>
            <p:cNvSpPr/>
            <p:nvPr/>
          </p:nvSpPr>
          <p:spPr>
            <a:xfrm>
              <a:off x="7167512" y="184086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1" y="3810"/>
                  </a:moveTo>
                  <a:lnTo>
                    <a:pt x="3809" y="0"/>
                  </a:lnTo>
                  <a:lnTo>
                    <a:pt x="0" y="0"/>
                  </a:lnTo>
                  <a:lnTo>
                    <a:pt x="1523" y="4572"/>
                  </a:lnTo>
                  <a:lnTo>
                    <a:pt x="457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9" name="object 3549"/>
            <p:cNvSpPr/>
            <p:nvPr/>
          </p:nvSpPr>
          <p:spPr>
            <a:xfrm>
              <a:off x="7167512" y="184086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3809" y="0"/>
                  </a:moveTo>
                  <a:lnTo>
                    <a:pt x="4571" y="3810"/>
                  </a:lnTo>
                  <a:lnTo>
                    <a:pt x="1523" y="4572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0" name="object 3550"/>
            <p:cNvSpPr/>
            <p:nvPr/>
          </p:nvSpPr>
          <p:spPr>
            <a:xfrm>
              <a:off x="7164463" y="1840868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4572"/>
                  </a:moveTo>
                  <a:lnTo>
                    <a:pt x="3048" y="0"/>
                  </a:lnTo>
                  <a:lnTo>
                    <a:pt x="0" y="1524"/>
                  </a:lnTo>
                  <a:lnTo>
                    <a:pt x="2286" y="5334"/>
                  </a:lnTo>
                  <a:lnTo>
                    <a:pt x="4572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1" name="object 3551"/>
            <p:cNvSpPr/>
            <p:nvPr/>
          </p:nvSpPr>
          <p:spPr>
            <a:xfrm>
              <a:off x="7164463" y="1840868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3048" y="0"/>
                  </a:moveTo>
                  <a:lnTo>
                    <a:pt x="4572" y="4572"/>
                  </a:lnTo>
                  <a:lnTo>
                    <a:pt x="2286" y="5334"/>
                  </a:lnTo>
                  <a:lnTo>
                    <a:pt x="0" y="1524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2" name="object 3552"/>
            <p:cNvSpPr/>
            <p:nvPr/>
          </p:nvSpPr>
          <p:spPr>
            <a:xfrm>
              <a:off x="7161428" y="184239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4" y="3810"/>
                  </a:moveTo>
                  <a:lnTo>
                    <a:pt x="3048" y="0"/>
                  </a:lnTo>
                  <a:lnTo>
                    <a:pt x="0" y="1524"/>
                  </a:lnTo>
                  <a:lnTo>
                    <a:pt x="0" y="2286"/>
                  </a:lnTo>
                  <a:lnTo>
                    <a:pt x="3048" y="5334"/>
                  </a:lnTo>
                  <a:lnTo>
                    <a:pt x="5334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3" name="object 3553"/>
            <p:cNvSpPr/>
            <p:nvPr/>
          </p:nvSpPr>
          <p:spPr>
            <a:xfrm>
              <a:off x="7161428" y="184239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3048" y="0"/>
                  </a:moveTo>
                  <a:lnTo>
                    <a:pt x="5334" y="3810"/>
                  </a:lnTo>
                  <a:lnTo>
                    <a:pt x="3048" y="5334"/>
                  </a:lnTo>
                  <a:lnTo>
                    <a:pt x="0" y="2286"/>
                  </a:lnTo>
                  <a:lnTo>
                    <a:pt x="0" y="1524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4" name="object 3554"/>
            <p:cNvSpPr/>
            <p:nvPr/>
          </p:nvSpPr>
          <p:spPr>
            <a:xfrm>
              <a:off x="7159142" y="184467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80">
                  <a:moveTo>
                    <a:pt x="5333" y="3047"/>
                  </a:moveTo>
                  <a:lnTo>
                    <a:pt x="2285" y="0"/>
                  </a:lnTo>
                  <a:lnTo>
                    <a:pt x="0" y="2286"/>
                  </a:lnTo>
                  <a:lnTo>
                    <a:pt x="3809" y="4572"/>
                  </a:lnTo>
                  <a:lnTo>
                    <a:pt x="5333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5" name="object 3555"/>
            <p:cNvSpPr/>
            <p:nvPr/>
          </p:nvSpPr>
          <p:spPr>
            <a:xfrm>
              <a:off x="7159142" y="184467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80">
                  <a:moveTo>
                    <a:pt x="2285" y="0"/>
                  </a:moveTo>
                  <a:lnTo>
                    <a:pt x="5333" y="3047"/>
                  </a:lnTo>
                  <a:lnTo>
                    <a:pt x="3809" y="4572"/>
                  </a:lnTo>
                  <a:lnTo>
                    <a:pt x="0" y="2286"/>
                  </a:lnTo>
                  <a:lnTo>
                    <a:pt x="228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6" name="object 3556"/>
            <p:cNvSpPr/>
            <p:nvPr/>
          </p:nvSpPr>
          <p:spPr>
            <a:xfrm>
              <a:off x="7157618" y="184696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80">
                  <a:moveTo>
                    <a:pt x="5334" y="2285"/>
                  </a:moveTo>
                  <a:lnTo>
                    <a:pt x="1524" y="0"/>
                  </a:lnTo>
                  <a:lnTo>
                    <a:pt x="0" y="2286"/>
                  </a:lnTo>
                  <a:lnTo>
                    <a:pt x="0" y="3048"/>
                  </a:lnTo>
                  <a:lnTo>
                    <a:pt x="3810" y="3810"/>
                  </a:lnTo>
                  <a:lnTo>
                    <a:pt x="3810" y="4572"/>
                  </a:lnTo>
                  <a:lnTo>
                    <a:pt x="5334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7" name="object 3557"/>
            <p:cNvSpPr/>
            <p:nvPr/>
          </p:nvSpPr>
          <p:spPr>
            <a:xfrm>
              <a:off x="7157618" y="184696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80">
                  <a:moveTo>
                    <a:pt x="1524" y="0"/>
                  </a:moveTo>
                  <a:lnTo>
                    <a:pt x="5334" y="2285"/>
                  </a:lnTo>
                  <a:lnTo>
                    <a:pt x="3810" y="4572"/>
                  </a:lnTo>
                  <a:lnTo>
                    <a:pt x="3810" y="3810"/>
                  </a:lnTo>
                  <a:lnTo>
                    <a:pt x="0" y="3048"/>
                  </a:lnTo>
                  <a:lnTo>
                    <a:pt x="0" y="2286"/>
                  </a:lnTo>
                  <a:lnTo>
                    <a:pt x="152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8" name="object 3558"/>
            <p:cNvSpPr/>
            <p:nvPr/>
          </p:nvSpPr>
          <p:spPr>
            <a:xfrm>
              <a:off x="7156856" y="1850012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571" y="3047"/>
                  </a:moveTo>
                  <a:lnTo>
                    <a:pt x="4571" y="761"/>
                  </a:lnTo>
                  <a:lnTo>
                    <a:pt x="761" y="0"/>
                  </a:lnTo>
                  <a:lnTo>
                    <a:pt x="0" y="3048"/>
                  </a:lnTo>
                  <a:lnTo>
                    <a:pt x="4571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9" name="object 3559"/>
            <p:cNvSpPr/>
            <p:nvPr/>
          </p:nvSpPr>
          <p:spPr>
            <a:xfrm>
              <a:off x="7156856" y="1850012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761" y="0"/>
                  </a:moveTo>
                  <a:lnTo>
                    <a:pt x="4571" y="761"/>
                  </a:lnTo>
                  <a:lnTo>
                    <a:pt x="4571" y="3810"/>
                  </a:lnTo>
                  <a:lnTo>
                    <a:pt x="4571" y="3047"/>
                  </a:lnTo>
                  <a:lnTo>
                    <a:pt x="0" y="3048"/>
                  </a:lnTo>
                  <a:lnTo>
                    <a:pt x="76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0" name="object 3560"/>
            <p:cNvSpPr/>
            <p:nvPr/>
          </p:nvSpPr>
          <p:spPr>
            <a:xfrm>
              <a:off x="7156843" y="1853060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572" y="2285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3810" y="2285"/>
                  </a:lnTo>
                  <a:lnTo>
                    <a:pt x="4572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1" name="object 3561"/>
            <p:cNvSpPr/>
            <p:nvPr/>
          </p:nvSpPr>
          <p:spPr>
            <a:xfrm>
              <a:off x="7156843" y="1853060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4572" y="0"/>
                  </a:lnTo>
                  <a:lnTo>
                    <a:pt x="4572" y="2285"/>
                  </a:lnTo>
                  <a:lnTo>
                    <a:pt x="3810" y="2285"/>
                  </a:lnTo>
                  <a:lnTo>
                    <a:pt x="0" y="381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2" name="object 3562"/>
            <p:cNvSpPr/>
            <p:nvPr/>
          </p:nvSpPr>
          <p:spPr>
            <a:xfrm>
              <a:off x="7156843" y="185534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2" y="2286"/>
                  </a:moveTo>
                  <a:lnTo>
                    <a:pt x="3810" y="0"/>
                  </a:lnTo>
                  <a:lnTo>
                    <a:pt x="0" y="1524"/>
                  </a:lnTo>
                  <a:lnTo>
                    <a:pt x="762" y="3810"/>
                  </a:lnTo>
                  <a:lnTo>
                    <a:pt x="762" y="4572"/>
                  </a:lnTo>
                  <a:lnTo>
                    <a:pt x="4572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3" name="object 3563"/>
            <p:cNvSpPr/>
            <p:nvPr/>
          </p:nvSpPr>
          <p:spPr>
            <a:xfrm>
              <a:off x="7156843" y="185534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0" y="1524"/>
                  </a:moveTo>
                  <a:lnTo>
                    <a:pt x="3810" y="0"/>
                  </a:lnTo>
                  <a:lnTo>
                    <a:pt x="4572" y="2286"/>
                  </a:lnTo>
                  <a:lnTo>
                    <a:pt x="762" y="4572"/>
                  </a:lnTo>
                  <a:lnTo>
                    <a:pt x="762" y="381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4" name="object 3564"/>
            <p:cNvSpPr/>
            <p:nvPr/>
          </p:nvSpPr>
          <p:spPr>
            <a:xfrm>
              <a:off x="7157618" y="185763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029" y="1828"/>
                  </a:moveTo>
                  <a:lnTo>
                    <a:pt x="3810" y="0"/>
                  </a:lnTo>
                  <a:lnTo>
                    <a:pt x="0" y="2286"/>
                  </a:lnTo>
                  <a:lnTo>
                    <a:pt x="1524" y="4572"/>
                  </a:lnTo>
                  <a:lnTo>
                    <a:pt x="1524" y="5334"/>
                  </a:lnTo>
                  <a:lnTo>
                    <a:pt x="5029" y="1828"/>
                  </a:lnTo>
                  <a:close/>
                </a:path>
                <a:path w="5715" h="5714">
                  <a:moveTo>
                    <a:pt x="5334" y="2286"/>
                  </a:moveTo>
                  <a:lnTo>
                    <a:pt x="5334" y="1524"/>
                  </a:lnTo>
                  <a:lnTo>
                    <a:pt x="5029" y="1828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5" name="object 3565"/>
            <p:cNvSpPr/>
            <p:nvPr/>
          </p:nvSpPr>
          <p:spPr>
            <a:xfrm>
              <a:off x="7157618" y="185763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2286"/>
                  </a:moveTo>
                  <a:lnTo>
                    <a:pt x="3810" y="0"/>
                  </a:lnTo>
                  <a:lnTo>
                    <a:pt x="5334" y="2286"/>
                  </a:lnTo>
                  <a:lnTo>
                    <a:pt x="5334" y="1524"/>
                  </a:lnTo>
                  <a:lnTo>
                    <a:pt x="1524" y="5334"/>
                  </a:lnTo>
                  <a:lnTo>
                    <a:pt x="1524" y="4572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6" name="object 3566"/>
            <p:cNvSpPr/>
            <p:nvPr/>
          </p:nvSpPr>
          <p:spPr>
            <a:xfrm>
              <a:off x="7159142" y="1859156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5334" y="2286"/>
                  </a:moveTo>
                  <a:lnTo>
                    <a:pt x="3810" y="0"/>
                  </a:lnTo>
                  <a:lnTo>
                    <a:pt x="0" y="3810"/>
                  </a:lnTo>
                  <a:lnTo>
                    <a:pt x="2286" y="6096"/>
                  </a:lnTo>
                  <a:lnTo>
                    <a:pt x="3048" y="6096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7" name="object 3567"/>
            <p:cNvSpPr/>
            <p:nvPr/>
          </p:nvSpPr>
          <p:spPr>
            <a:xfrm>
              <a:off x="7159142" y="1859156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0" y="3810"/>
                  </a:moveTo>
                  <a:lnTo>
                    <a:pt x="3810" y="0"/>
                  </a:lnTo>
                  <a:lnTo>
                    <a:pt x="5334" y="2286"/>
                  </a:lnTo>
                  <a:lnTo>
                    <a:pt x="3048" y="6096"/>
                  </a:lnTo>
                  <a:lnTo>
                    <a:pt x="2286" y="6096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8" name="object 3568"/>
            <p:cNvSpPr/>
            <p:nvPr/>
          </p:nvSpPr>
          <p:spPr>
            <a:xfrm>
              <a:off x="7162190" y="186144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1524"/>
                  </a:moveTo>
                  <a:lnTo>
                    <a:pt x="2285" y="0"/>
                  </a:lnTo>
                  <a:lnTo>
                    <a:pt x="0" y="3810"/>
                  </a:lnTo>
                  <a:lnTo>
                    <a:pt x="2286" y="5334"/>
                  </a:lnTo>
                  <a:lnTo>
                    <a:pt x="4572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9" name="object 3569"/>
            <p:cNvSpPr/>
            <p:nvPr/>
          </p:nvSpPr>
          <p:spPr>
            <a:xfrm>
              <a:off x="7162190" y="186144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3810"/>
                  </a:moveTo>
                  <a:lnTo>
                    <a:pt x="2285" y="0"/>
                  </a:lnTo>
                  <a:lnTo>
                    <a:pt x="4572" y="1524"/>
                  </a:lnTo>
                  <a:lnTo>
                    <a:pt x="2286" y="5334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0" name="object 3570"/>
            <p:cNvSpPr/>
            <p:nvPr/>
          </p:nvSpPr>
          <p:spPr>
            <a:xfrm>
              <a:off x="7164476" y="186296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762"/>
                  </a:moveTo>
                  <a:lnTo>
                    <a:pt x="2285" y="0"/>
                  </a:lnTo>
                  <a:lnTo>
                    <a:pt x="0" y="3810"/>
                  </a:lnTo>
                  <a:lnTo>
                    <a:pt x="3810" y="5334"/>
                  </a:lnTo>
                  <a:lnTo>
                    <a:pt x="4572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1" name="object 3571"/>
            <p:cNvSpPr/>
            <p:nvPr/>
          </p:nvSpPr>
          <p:spPr>
            <a:xfrm>
              <a:off x="7164476" y="186296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3810"/>
                  </a:moveTo>
                  <a:lnTo>
                    <a:pt x="2285" y="0"/>
                  </a:lnTo>
                  <a:lnTo>
                    <a:pt x="4572" y="762"/>
                  </a:lnTo>
                  <a:lnTo>
                    <a:pt x="3810" y="5334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2" name="object 3572"/>
            <p:cNvSpPr/>
            <p:nvPr/>
          </p:nvSpPr>
          <p:spPr>
            <a:xfrm>
              <a:off x="7168273" y="1863728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09" h="5080">
                  <a:moveTo>
                    <a:pt x="3810" y="4572"/>
                  </a:moveTo>
                  <a:lnTo>
                    <a:pt x="3047" y="0"/>
                  </a:lnTo>
                  <a:lnTo>
                    <a:pt x="761" y="0"/>
                  </a:lnTo>
                  <a:lnTo>
                    <a:pt x="0" y="4572"/>
                  </a:lnTo>
                  <a:lnTo>
                    <a:pt x="381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3" name="object 3573"/>
            <p:cNvSpPr/>
            <p:nvPr/>
          </p:nvSpPr>
          <p:spPr>
            <a:xfrm>
              <a:off x="7168273" y="1863728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09" h="5080">
                  <a:moveTo>
                    <a:pt x="0" y="4572"/>
                  </a:moveTo>
                  <a:lnTo>
                    <a:pt x="761" y="0"/>
                  </a:lnTo>
                  <a:lnTo>
                    <a:pt x="3810" y="0"/>
                  </a:lnTo>
                  <a:lnTo>
                    <a:pt x="3047" y="0"/>
                  </a:lnTo>
                  <a:lnTo>
                    <a:pt x="3810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4" name="object 3574"/>
            <p:cNvSpPr/>
            <p:nvPr/>
          </p:nvSpPr>
          <p:spPr>
            <a:xfrm>
              <a:off x="7171334" y="1863728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09" h="5080">
                  <a:moveTo>
                    <a:pt x="3809" y="4572"/>
                  </a:moveTo>
                  <a:lnTo>
                    <a:pt x="3047" y="0"/>
                  </a:lnTo>
                  <a:lnTo>
                    <a:pt x="0" y="0"/>
                  </a:lnTo>
                  <a:lnTo>
                    <a:pt x="761" y="4572"/>
                  </a:lnTo>
                  <a:lnTo>
                    <a:pt x="3809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5" name="object 3575"/>
            <p:cNvSpPr/>
            <p:nvPr/>
          </p:nvSpPr>
          <p:spPr>
            <a:xfrm>
              <a:off x="7171334" y="1863728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09" h="5080">
                  <a:moveTo>
                    <a:pt x="761" y="4572"/>
                  </a:moveTo>
                  <a:lnTo>
                    <a:pt x="0" y="0"/>
                  </a:lnTo>
                  <a:lnTo>
                    <a:pt x="3047" y="0"/>
                  </a:lnTo>
                  <a:lnTo>
                    <a:pt x="3809" y="4572"/>
                  </a:lnTo>
                  <a:lnTo>
                    <a:pt x="761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6" name="object 3576"/>
            <p:cNvSpPr/>
            <p:nvPr/>
          </p:nvSpPr>
          <p:spPr>
            <a:xfrm>
              <a:off x="7174382" y="186296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1" y="4572"/>
                  </a:moveTo>
                  <a:lnTo>
                    <a:pt x="2370" y="169"/>
                  </a:lnTo>
                  <a:lnTo>
                    <a:pt x="0" y="762"/>
                  </a:lnTo>
                  <a:lnTo>
                    <a:pt x="761" y="5334"/>
                  </a:lnTo>
                  <a:lnTo>
                    <a:pt x="4571" y="4572"/>
                  </a:lnTo>
                  <a:close/>
                </a:path>
                <a:path w="5079" h="5714">
                  <a:moveTo>
                    <a:pt x="3047" y="0"/>
                  </a:moveTo>
                  <a:lnTo>
                    <a:pt x="2285" y="0"/>
                  </a:lnTo>
                  <a:lnTo>
                    <a:pt x="2370" y="169"/>
                  </a:lnTo>
                  <a:lnTo>
                    <a:pt x="30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7" name="object 3577"/>
            <p:cNvSpPr/>
            <p:nvPr/>
          </p:nvSpPr>
          <p:spPr>
            <a:xfrm>
              <a:off x="7174382" y="186296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761" y="5334"/>
                  </a:moveTo>
                  <a:lnTo>
                    <a:pt x="0" y="762"/>
                  </a:lnTo>
                  <a:lnTo>
                    <a:pt x="3047" y="0"/>
                  </a:lnTo>
                  <a:lnTo>
                    <a:pt x="2285" y="0"/>
                  </a:lnTo>
                  <a:lnTo>
                    <a:pt x="4571" y="4572"/>
                  </a:lnTo>
                  <a:lnTo>
                    <a:pt x="761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8" name="object 3578"/>
            <p:cNvSpPr/>
            <p:nvPr/>
          </p:nvSpPr>
          <p:spPr>
            <a:xfrm>
              <a:off x="7176668" y="186220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3" y="3810"/>
                  </a:moveTo>
                  <a:lnTo>
                    <a:pt x="2412" y="158"/>
                  </a:lnTo>
                  <a:lnTo>
                    <a:pt x="0" y="762"/>
                  </a:lnTo>
                  <a:lnTo>
                    <a:pt x="2285" y="5334"/>
                  </a:lnTo>
                  <a:lnTo>
                    <a:pt x="5333" y="3810"/>
                  </a:lnTo>
                  <a:close/>
                </a:path>
                <a:path w="5715" h="5714">
                  <a:moveTo>
                    <a:pt x="3047" y="0"/>
                  </a:moveTo>
                  <a:lnTo>
                    <a:pt x="2285" y="0"/>
                  </a:lnTo>
                  <a:lnTo>
                    <a:pt x="2412" y="158"/>
                  </a:lnTo>
                  <a:lnTo>
                    <a:pt x="30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9" name="object 3579"/>
            <p:cNvSpPr/>
            <p:nvPr/>
          </p:nvSpPr>
          <p:spPr>
            <a:xfrm>
              <a:off x="7176668" y="186220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2285" y="5334"/>
                  </a:moveTo>
                  <a:lnTo>
                    <a:pt x="0" y="762"/>
                  </a:lnTo>
                  <a:lnTo>
                    <a:pt x="3047" y="0"/>
                  </a:lnTo>
                  <a:lnTo>
                    <a:pt x="2285" y="0"/>
                  </a:lnTo>
                  <a:lnTo>
                    <a:pt x="5333" y="3810"/>
                  </a:lnTo>
                  <a:lnTo>
                    <a:pt x="2285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0" name="object 3580"/>
            <p:cNvSpPr/>
            <p:nvPr/>
          </p:nvSpPr>
          <p:spPr>
            <a:xfrm>
              <a:off x="7178954" y="1860680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6096" y="3048"/>
                  </a:moveTo>
                  <a:lnTo>
                    <a:pt x="2286" y="0"/>
                  </a:lnTo>
                  <a:lnTo>
                    <a:pt x="0" y="1524"/>
                  </a:lnTo>
                  <a:lnTo>
                    <a:pt x="3048" y="5334"/>
                  </a:lnTo>
                  <a:lnTo>
                    <a:pt x="5334" y="3048"/>
                  </a:lnTo>
                  <a:lnTo>
                    <a:pt x="6096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1" name="object 3581"/>
            <p:cNvSpPr/>
            <p:nvPr/>
          </p:nvSpPr>
          <p:spPr>
            <a:xfrm>
              <a:off x="7178954" y="1860680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3048" y="5334"/>
                  </a:moveTo>
                  <a:lnTo>
                    <a:pt x="0" y="1524"/>
                  </a:lnTo>
                  <a:lnTo>
                    <a:pt x="2286" y="0"/>
                  </a:lnTo>
                  <a:lnTo>
                    <a:pt x="6096" y="3048"/>
                  </a:lnTo>
                  <a:lnTo>
                    <a:pt x="5334" y="3048"/>
                  </a:lnTo>
                  <a:lnTo>
                    <a:pt x="3048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2" name="object 3582"/>
            <p:cNvSpPr/>
            <p:nvPr/>
          </p:nvSpPr>
          <p:spPr>
            <a:xfrm>
              <a:off x="7181240" y="18583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3" y="2286"/>
                  </a:moveTo>
                  <a:lnTo>
                    <a:pt x="1523" y="762"/>
                  </a:lnTo>
                  <a:lnTo>
                    <a:pt x="1523" y="0"/>
                  </a:lnTo>
                  <a:lnTo>
                    <a:pt x="0" y="2286"/>
                  </a:lnTo>
                  <a:lnTo>
                    <a:pt x="3809" y="5334"/>
                  </a:lnTo>
                  <a:lnTo>
                    <a:pt x="5333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3" name="object 3583"/>
            <p:cNvSpPr/>
            <p:nvPr/>
          </p:nvSpPr>
          <p:spPr>
            <a:xfrm>
              <a:off x="7181240" y="18583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3809" y="5334"/>
                  </a:moveTo>
                  <a:lnTo>
                    <a:pt x="0" y="2286"/>
                  </a:lnTo>
                  <a:lnTo>
                    <a:pt x="1523" y="0"/>
                  </a:lnTo>
                  <a:lnTo>
                    <a:pt x="1523" y="762"/>
                  </a:lnTo>
                  <a:lnTo>
                    <a:pt x="5333" y="2286"/>
                  </a:lnTo>
                  <a:lnTo>
                    <a:pt x="3809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4" name="object 3584"/>
            <p:cNvSpPr/>
            <p:nvPr/>
          </p:nvSpPr>
          <p:spPr>
            <a:xfrm>
              <a:off x="7182751" y="1856870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5" h="3810">
                  <a:moveTo>
                    <a:pt x="5333" y="762"/>
                  </a:moveTo>
                  <a:lnTo>
                    <a:pt x="761" y="0"/>
                  </a:lnTo>
                  <a:lnTo>
                    <a:pt x="0" y="2286"/>
                  </a:lnTo>
                  <a:lnTo>
                    <a:pt x="3809" y="3810"/>
                  </a:lnTo>
                  <a:lnTo>
                    <a:pt x="5333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5" name="object 3585"/>
            <p:cNvSpPr/>
            <p:nvPr/>
          </p:nvSpPr>
          <p:spPr>
            <a:xfrm>
              <a:off x="7182751" y="1856870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5" h="3810">
                  <a:moveTo>
                    <a:pt x="3809" y="3810"/>
                  </a:moveTo>
                  <a:lnTo>
                    <a:pt x="0" y="2286"/>
                  </a:lnTo>
                  <a:lnTo>
                    <a:pt x="761" y="0"/>
                  </a:lnTo>
                  <a:lnTo>
                    <a:pt x="5333" y="762"/>
                  </a:lnTo>
                  <a:lnTo>
                    <a:pt x="3809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6" name="object 3586"/>
            <p:cNvSpPr/>
            <p:nvPr/>
          </p:nvSpPr>
          <p:spPr>
            <a:xfrm>
              <a:off x="7183513" y="1854584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572" y="3048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2286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7" name="object 3587"/>
            <p:cNvSpPr/>
            <p:nvPr/>
          </p:nvSpPr>
          <p:spPr>
            <a:xfrm>
              <a:off x="7183513" y="1854584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572" y="3048"/>
                  </a:moveTo>
                  <a:lnTo>
                    <a:pt x="0" y="2286"/>
                  </a:lnTo>
                  <a:lnTo>
                    <a:pt x="0" y="0"/>
                  </a:lnTo>
                  <a:lnTo>
                    <a:pt x="4572" y="0"/>
                  </a:lnTo>
                  <a:lnTo>
                    <a:pt x="4572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8" name="object 3588"/>
            <p:cNvSpPr/>
            <p:nvPr/>
          </p:nvSpPr>
          <p:spPr>
            <a:xfrm>
              <a:off x="7183513" y="1854584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572" y="0"/>
                  </a:move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9" name="object 3589"/>
            <p:cNvSpPr/>
            <p:nvPr/>
          </p:nvSpPr>
          <p:spPr>
            <a:xfrm>
              <a:off x="7183513" y="1854584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0" name="object 3590"/>
            <p:cNvSpPr/>
            <p:nvPr/>
          </p:nvSpPr>
          <p:spPr>
            <a:xfrm>
              <a:off x="7095134" y="1914611"/>
              <a:ext cx="27940" cy="23495"/>
            </a:xfrm>
            <a:custGeom>
              <a:avLst/>
              <a:gdLst/>
              <a:ahLst/>
              <a:cxnLst/>
              <a:rect l="l" t="t" r="r" b="b"/>
              <a:pathLst>
                <a:path w="27940" h="23494">
                  <a:moveTo>
                    <a:pt x="27431" y="11601"/>
                  </a:moveTo>
                  <a:lnTo>
                    <a:pt x="27431" y="9315"/>
                  </a:lnTo>
                  <a:lnTo>
                    <a:pt x="25907" y="6267"/>
                  </a:lnTo>
                  <a:lnTo>
                    <a:pt x="20523" y="1501"/>
                  </a:lnTo>
                  <a:lnTo>
                    <a:pt x="13358" y="0"/>
                  </a:lnTo>
                  <a:lnTo>
                    <a:pt x="6182" y="2013"/>
                  </a:lnTo>
                  <a:lnTo>
                    <a:pt x="761" y="7791"/>
                  </a:lnTo>
                  <a:lnTo>
                    <a:pt x="0" y="10077"/>
                  </a:lnTo>
                  <a:lnTo>
                    <a:pt x="0" y="13125"/>
                  </a:lnTo>
                  <a:lnTo>
                    <a:pt x="4323" y="20103"/>
                  </a:lnTo>
                  <a:lnTo>
                    <a:pt x="11515" y="23250"/>
                  </a:lnTo>
                  <a:lnTo>
                    <a:pt x="19427" y="22287"/>
                  </a:lnTo>
                  <a:lnTo>
                    <a:pt x="25907" y="16935"/>
                  </a:lnTo>
                  <a:lnTo>
                    <a:pt x="27431" y="14649"/>
                  </a:lnTo>
                  <a:lnTo>
                    <a:pt x="27431" y="11601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1" name="object 3591"/>
            <p:cNvSpPr/>
            <p:nvPr/>
          </p:nvSpPr>
          <p:spPr>
            <a:xfrm>
              <a:off x="7120280" y="1922402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572" y="3810"/>
                  </a:moveTo>
                  <a:lnTo>
                    <a:pt x="4572" y="762"/>
                  </a:lnTo>
                  <a:lnTo>
                    <a:pt x="3810" y="0"/>
                  </a:lnTo>
                  <a:lnTo>
                    <a:pt x="0" y="2286"/>
                  </a:lnTo>
                  <a:lnTo>
                    <a:pt x="0" y="3810"/>
                  </a:lnTo>
                  <a:lnTo>
                    <a:pt x="457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2" name="object 3592"/>
            <p:cNvSpPr/>
            <p:nvPr/>
          </p:nvSpPr>
          <p:spPr>
            <a:xfrm>
              <a:off x="7120280" y="1922402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572" y="3810"/>
                  </a:moveTo>
                  <a:lnTo>
                    <a:pt x="0" y="3810"/>
                  </a:lnTo>
                  <a:lnTo>
                    <a:pt x="0" y="1524"/>
                  </a:lnTo>
                  <a:lnTo>
                    <a:pt x="0" y="2286"/>
                  </a:lnTo>
                  <a:lnTo>
                    <a:pt x="3810" y="0"/>
                  </a:lnTo>
                  <a:lnTo>
                    <a:pt x="4572" y="762"/>
                  </a:lnTo>
                  <a:lnTo>
                    <a:pt x="4572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3" name="object 3593"/>
            <p:cNvSpPr/>
            <p:nvPr/>
          </p:nvSpPr>
          <p:spPr>
            <a:xfrm>
              <a:off x="7119518" y="191935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3048"/>
                  </a:moveTo>
                  <a:lnTo>
                    <a:pt x="3810" y="762"/>
                  </a:lnTo>
                  <a:lnTo>
                    <a:pt x="3810" y="0"/>
                  </a:lnTo>
                  <a:lnTo>
                    <a:pt x="0" y="3048"/>
                  </a:lnTo>
                  <a:lnTo>
                    <a:pt x="762" y="5334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4" name="object 3594"/>
            <p:cNvSpPr/>
            <p:nvPr/>
          </p:nvSpPr>
          <p:spPr>
            <a:xfrm>
              <a:off x="7119518" y="191935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3048"/>
                  </a:moveTo>
                  <a:lnTo>
                    <a:pt x="762" y="5334"/>
                  </a:lnTo>
                  <a:lnTo>
                    <a:pt x="0" y="3048"/>
                  </a:lnTo>
                  <a:lnTo>
                    <a:pt x="3810" y="0"/>
                  </a:lnTo>
                  <a:lnTo>
                    <a:pt x="3810" y="762"/>
                  </a:lnTo>
                  <a:lnTo>
                    <a:pt x="4572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5" name="object 3595"/>
            <p:cNvSpPr/>
            <p:nvPr/>
          </p:nvSpPr>
          <p:spPr>
            <a:xfrm>
              <a:off x="7117994" y="191706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3" y="2286"/>
                  </a:moveTo>
                  <a:lnTo>
                    <a:pt x="3047" y="0"/>
                  </a:lnTo>
                  <a:lnTo>
                    <a:pt x="0" y="3048"/>
                  </a:lnTo>
                  <a:lnTo>
                    <a:pt x="1523" y="5334"/>
                  </a:lnTo>
                  <a:lnTo>
                    <a:pt x="5333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6" name="object 3596"/>
            <p:cNvSpPr/>
            <p:nvPr/>
          </p:nvSpPr>
          <p:spPr>
            <a:xfrm>
              <a:off x="7117994" y="191706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3" y="2286"/>
                  </a:moveTo>
                  <a:lnTo>
                    <a:pt x="1523" y="5334"/>
                  </a:lnTo>
                  <a:lnTo>
                    <a:pt x="0" y="3048"/>
                  </a:lnTo>
                  <a:lnTo>
                    <a:pt x="3047" y="0"/>
                  </a:lnTo>
                  <a:lnTo>
                    <a:pt x="5333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7" name="object 3597"/>
            <p:cNvSpPr/>
            <p:nvPr/>
          </p:nvSpPr>
          <p:spPr>
            <a:xfrm>
              <a:off x="7115708" y="191478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3" y="2286"/>
                  </a:moveTo>
                  <a:lnTo>
                    <a:pt x="2285" y="0"/>
                  </a:lnTo>
                  <a:lnTo>
                    <a:pt x="0" y="3810"/>
                  </a:lnTo>
                  <a:lnTo>
                    <a:pt x="2285" y="5334"/>
                  </a:lnTo>
                  <a:lnTo>
                    <a:pt x="5333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8" name="object 3598"/>
            <p:cNvSpPr/>
            <p:nvPr/>
          </p:nvSpPr>
          <p:spPr>
            <a:xfrm>
              <a:off x="7115708" y="191478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3" y="2286"/>
                  </a:moveTo>
                  <a:lnTo>
                    <a:pt x="2285" y="5334"/>
                  </a:lnTo>
                  <a:lnTo>
                    <a:pt x="0" y="3810"/>
                  </a:lnTo>
                  <a:lnTo>
                    <a:pt x="2285" y="0"/>
                  </a:lnTo>
                  <a:lnTo>
                    <a:pt x="5333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9" name="object 3599"/>
            <p:cNvSpPr/>
            <p:nvPr/>
          </p:nvSpPr>
          <p:spPr>
            <a:xfrm>
              <a:off x="7113422" y="1913258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1524"/>
                  </a:moveTo>
                  <a:lnTo>
                    <a:pt x="1524" y="0"/>
                  </a:lnTo>
                  <a:lnTo>
                    <a:pt x="0" y="4572"/>
                  </a:lnTo>
                  <a:lnTo>
                    <a:pt x="2286" y="5334"/>
                  </a:lnTo>
                  <a:lnTo>
                    <a:pt x="4572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0" name="object 3600"/>
            <p:cNvSpPr/>
            <p:nvPr/>
          </p:nvSpPr>
          <p:spPr>
            <a:xfrm>
              <a:off x="7113422" y="1913258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1524"/>
                  </a:moveTo>
                  <a:lnTo>
                    <a:pt x="2286" y="5334"/>
                  </a:lnTo>
                  <a:lnTo>
                    <a:pt x="0" y="4572"/>
                  </a:lnTo>
                  <a:lnTo>
                    <a:pt x="1524" y="0"/>
                  </a:lnTo>
                  <a:lnTo>
                    <a:pt x="4572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1" name="object 3601"/>
            <p:cNvSpPr/>
            <p:nvPr/>
          </p:nvSpPr>
          <p:spPr>
            <a:xfrm>
              <a:off x="7111136" y="1912496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09" h="5714">
                  <a:moveTo>
                    <a:pt x="3809" y="762"/>
                  </a:moveTo>
                  <a:lnTo>
                    <a:pt x="761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2285" y="5334"/>
                  </a:lnTo>
                  <a:lnTo>
                    <a:pt x="3809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2" name="object 3602"/>
            <p:cNvSpPr/>
            <p:nvPr/>
          </p:nvSpPr>
          <p:spPr>
            <a:xfrm>
              <a:off x="7111136" y="1912496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09" h="5714">
                  <a:moveTo>
                    <a:pt x="3809" y="762"/>
                  </a:moveTo>
                  <a:lnTo>
                    <a:pt x="2285" y="5334"/>
                  </a:lnTo>
                  <a:lnTo>
                    <a:pt x="0" y="4572"/>
                  </a:lnTo>
                  <a:lnTo>
                    <a:pt x="0" y="0"/>
                  </a:lnTo>
                  <a:lnTo>
                    <a:pt x="761" y="0"/>
                  </a:lnTo>
                  <a:lnTo>
                    <a:pt x="3809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3" name="object 3603"/>
            <p:cNvSpPr/>
            <p:nvPr/>
          </p:nvSpPr>
          <p:spPr>
            <a:xfrm>
              <a:off x="7108075" y="1912496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80">
                  <a:moveTo>
                    <a:pt x="3048" y="4572"/>
                  </a:moveTo>
                  <a:lnTo>
                    <a:pt x="3048" y="0"/>
                  </a:lnTo>
                  <a:lnTo>
                    <a:pt x="0" y="0"/>
                  </a:lnTo>
                  <a:lnTo>
                    <a:pt x="762" y="4572"/>
                  </a:lnTo>
                  <a:lnTo>
                    <a:pt x="3048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4" name="object 3604"/>
            <p:cNvSpPr/>
            <p:nvPr/>
          </p:nvSpPr>
          <p:spPr>
            <a:xfrm>
              <a:off x="7108075" y="1912496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80">
                  <a:moveTo>
                    <a:pt x="3048" y="0"/>
                  </a:moveTo>
                  <a:lnTo>
                    <a:pt x="3048" y="4572"/>
                  </a:lnTo>
                  <a:lnTo>
                    <a:pt x="0" y="4572"/>
                  </a:lnTo>
                  <a:lnTo>
                    <a:pt x="762" y="4572"/>
                  </a:lnTo>
                  <a:lnTo>
                    <a:pt x="0" y="0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5" name="object 3605"/>
            <p:cNvSpPr/>
            <p:nvPr/>
          </p:nvSpPr>
          <p:spPr>
            <a:xfrm>
              <a:off x="7104278" y="191249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1" y="4572"/>
                  </a:moveTo>
                  <a:lnTo>
                    <a:pt x="3809" y="0"/>
                  </a:lnTo>
                  <a:lnTo>
                    <a:pt x="0" y="0"/>
                  </a:lnTo>
                  <a:lnTo>
                    <a:pt x="1523" y="4572"/>
                  </a:lnTo>
                  <a:lnTo>
                    <a:pt x="4571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6" name="object 3606"/>
            <p:cNvSpPr/>
            <p:nvPr/>
          </p:nvSpPr>
          <p:spPr>
            <a:xfrm>
              <a:off x="7104278" y="191249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3809" y="0"/>
                  </a:moveTo>
                  <a:lnTo>
                    <a:pt x="4571" y="4572"/>
                  </a:lnTo>
                  <a:lnTo>
                    <a:pt x="1523" y="4572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7" name="object 3607"/>
            <p:cNvSpPr/>
            <p:nvPr/>
          </p:nvSpPr>
          <p:spPr>
            <a:xfrm>
              <a:off x="7100468" y="191249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3" y="4572"/>
                  </a:moveTo>
                  <a:lnTo>
                    <a:pt x="3809" y="0"/>
                  </a:lnTo>
                  <a:lnTo>
                    <a:pt x="761" y="1524"/>
                  </a:lnTo>
                  <a:lnTo>
                    <a:pt x="0" y="1524"/>
                  </a:lnTo>
                  <a:lnTo>
                    <a:pt x="2920" y="5175"/>
                  </a:lnTo>
                  <a:lnTo>
                    <a:pt x="5333" y="4572"/>
                  </a:lnTo>
                  <a:close/>
                </a:path>
                <a:path w="5715" h="5714">
                  <a:moveTo>
                    <a:pt x="3047" y="5334"/>
                  </a:moveTo>
                  <a:lnTo>
                    <a:pt x="2920" y="5175"/>
                  </a:lnTo>
                  <a:lnTo>
                    <a:pt x="2285" y="5334"/>
                  </a:lnTo>
                  <a:lnTo>
                    <a:pt x="3047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8" name="object 3608"/>
            <p:cNvSpPr/>
            <p:nvPr/>
          </p:nvSpPr>
          <p:spPr>
            <a:xfrm>
              <a:off x="7100468" y="191249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3809" y="0"/>
                  </a:moveTo>
                  <a:lnTo>
                    <a:pt x="5333" y="4572"/>
                  </a:lnTo>
                  <a:lnTo>
                    <a:pt x="2285" y="5334"/>
                  </a:lnTo>
                  <a:lnTo>
                    <a:pt x="3047" y="5334"/>
                  </a:lnTo>
                  <a:lnTo>
                    <a:pt x="0" y="1524"/>
                  </a:lnTo>
                  <a:lnTo>
                    <a:pt x="761" y="1524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9" name="object 3609"/>
            <p:cNvSpPr/>
            <p:nvPr/>
          </p:nvSpPr>
          <p:spPr>
            <a:xfrm>
              <a:off x="7098182" y="191402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3" y="3810"/>
                  </a:moveTo>
                  <a:lnTo>
                    <a:pt x="2285" y="0"/>
                  </a:lnTo>
                  <a:lnTo>
                    <a:pt x="0" y="2286"/>
                  </a:lnTo>
                  <a:lnTo>
                    <a:pt x="3047" y="5334"/>
                  </a:lnTo>
                  <a:lnTo>
                    <a:pt x="5333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0" name="object 3610"/>
            <p:cNvSpPr/>
            <p:nvPr/>
          </p:nvSpPr>
          <p:spPr>
            <a:xfrm>
              <a:off x="7098182" y="191402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2285" y="0"/>
                  </a:moveTo>
                  <a:lnTo>
                    <a:pt x="5333" y="3810"/>
                  </a:lnTo>
                  <a:lnTo>
                    <a:pt x="3047" y="5334"/>
                  </a:lnTo>
                  <a:lnTo>
                    <a:pt x="0" y="2286"/>
                  </a:lnTo>
                  <a:lnTo>
                    <a:pt x="228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1" name="object 3611"/>
            <p:cNvSpPr/>
            <p:nvPr/>
          </p:nvSpPr>
          <p:spPr>
            <a:xfrm>
              <a:off x="7095883" y="191630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80">
                  <a:moveTo>
                    <a:pt x="5333" y="3047"/>
                  </a:moveTo>
                  <a:lnTo>
                    <a:pt x="2285" y="0"/>
                  </a:lnTo>
                  <a:lnTo>
                    <a:pt x="0" y="2286"/>
                  </a:lnTo>
                  <a:lnTo>
                    <a:pt x="3809" y="4572"/>
                  </a:lnTo>
                  <a:lnTo>
                    <a:pt x="5333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2" name="object 3612"/>
            <p:cNvSpPr/>
            <p:nvPr/>
          </p:nvSpPr>
          <p:spPr>
            <a:xfrm>
              <a:off x="7095883" y="191630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80">
                  <a:moveTo>
                    <a:pt x="2285" y="0"/>
                  </a:moveTo>
                  <a:lnTo>
                    <a:pt x="5333" y="3047"/>
                  </a:lnTo>
                  <a:lnTo>
                    <a:pt x="3809" y="4572"/>
                  </a:lnTo>
                  <a:lnTo>
                    <a:pt x="0" y="2286"/>
                  </a:lnTo>
                  <a:lnTo>
                    <a:pt x="228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3" name="object 3613"/>
            <p:cNvSpPr/>
            <p:nvPr/>
          </p:nvSpPr>
          <p:spPr>
            <a:xfrm>
              <a:off x="7093610" y="1918592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6095" y="2285"/>
                  </a:moveTo>
                  <a:lnTo>
                    <a:pt x="2285" y="0"/>
                  </a:lnTo>
                  <a:lnTo>
                    <a:pt x="0" y="3048"/>
                  </a:lnTo>
                  <a:lnTo>
                    <a:pt x="4571" y="4572"/>
                  </a:lnTo>
                  <a:lnTo>
                    <a:pt x="6095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4" name="object 3614"/>
            <p:cNvSpPr/>
            <p:nvPr/>
          </p:nvSpPr>
          <p:spPr>
            <a:xfrm>
              <a:off x="7093610" y="1918592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2285" y="0"/>
                  </a:moveTo>
                  <a:lnTo>
                    <a:pt x="6095" y="2285"/>
                  </a:lnTo>
                  <a:lnTo>
                    <a:pt x="4571" y="4572"/>
                  </a:lnTo>
                  <a:lnTo>
                    <a:pt x="0" y="3048"/>
                  </a:lnTo>
                  <a:lnTo>
                    <a:pt x="228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5" name="object 3615"/>
            <p:cNvSpPr/>
            <p:nvPr/>
          </p:nvSpPr>
          <p:spPr>
            <a:xfrm>
              <a:off x="7092835" y="1921640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5" h="3810">
                  <a:moveTo>
                    <a:pt x="5333" y="1523"/>
                  </a:moveTo>
                  <a:lnTo>
                    <a:pt x="761" y="0"/>
                  </a:lnTo>
                  <a:lnTo>
                    <a:pt x="0" y="3048"/>
                  </a:lnTo>
                  <a:lnTo>
                    <a:pt x="4571" y="3047"/>
                  </a:lnTo>
                  <a:lnTo>
                    <a:pt x="4571" y="3810"/>
                  </a:lnTo>
                  <a:lnTo>
                    <a:pt x="5333" y="15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6" name="object 3616"/>
            <p:cNvSpPr/>
            <p:nvPr/>
          </p:nvSpPr>
          <p:spPr>
            <a:xfrm>
              <a:off x="7092835" y="1921640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5" h="3810">
                  <a:moveTo>
                    <a:pt x="761" y="0"/>
                  </a:moveTo>
                  <a:lnTo>
                    <a:pt x="5333" y="1523"/>
                  </a:lnTo>
                  <a:lnTo>
                    <a:pt x="4571" y="3810"/>
                  </a:lnTo>
                  <a:lnTo>
                    <a:pt x="4571" y="3047"/>
                  </a:lnTo>
                  <a:lnTo>
                    <a:pt x="0" y="3048"/>
                  </a:lnTo>
                  <a:lnTo>
                    <a:pt x="76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7" name="object 3617"/>
            <p:cNvSpPr/>
            <p:nvPr/>
          </p:nvSpPr>
          <p:spPr>
            <a:xfrm>
              <a:off x="7092835" y="1924688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572" y="2285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4572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8" name="object 3618"/>
            <p:cNvSpPr/>
            <p:nvPr/>
          </p:nvSpPr>
          <p:spPr>
            <a:xfrm>
              <a:off x="7092835" y="1924688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4572" y="0"/>
                  </a:lnTo>
                  <a:lnTo>
                    <a:pt x="4572" y="2285"/>
                  </a:lnTo>
                  <a:lnTo>
                    <a:pt x="0" y="381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9" name="object 3619"/>
            <p:cNvSpPr/>
            <p:nvPr/>
          </p:nvSpPr>
          <p:spPr>
            <a:xfrm>
              <a:off x="7092835" y="192697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80">
                  <a:moveTo>
                    <a:pt x="5334" y="2286"/>
                  </a:moveTo>
                  <a:lnTo>
                    <a:pt x="4572" y="0"/>
                  </a:lnTo>
                  <a:lnTo>
                    <a:pt x="0" y="1524"/>
                  </a:lnTo>
                  <a:lnTo>
                    <a:pt x="762" y="4572"/>
                  </a:lnTo>
                  <a:lnTo>
                    <a:pt x="1524" y="4572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0" name="object 3620"/>
            <p:cNvSpPr/>
            <p:nvPr/>
          </p:nvSpPr>
          <p:spPr>
            <a:xfrm>
              <a:off x="7092835" y="192697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80">
                  <a:moveTo>
                    <a:pt x="0" y="1524"/>
                  </a:moveTo>
                  <a:lnTo>
                    <a:pt x="4572" y="0"/>
                  </a:lnTo>
                  <a:lnTo>
                    <a:pt x="5334" y="2286"/>
                  </a:lnTo>
                  <a:lnTo>
                    <a:pt x="1524" y="4572"/>
                  </a:lnTo>
                  <a:lnTo>
                    <a:pt x="762" y="4572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1" name="object 3621"/>
            <p:cNvSpPr/>
            <p:nvPr/>
          </p:nvSpPr>
          <p:spPr>
            <a:xfrm>
              <a:off x="7094359" y="192926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4" y="2286"/>
                  </a:moveTo>
                  <a:lnTo>
                    <a:pt x="3810" y="0"/>
                  </a:lnTo>
                  <a:lnTo>
                    <a:pt x="0" y="2286"/>
                  </a:lnTo>
                  <a:lnTo>
                    <a:pt x="1524" y="4572"/>
                  </a:lnTo>
                  <a:lnTo>
                    <a:pt x="1524" y="5334"/>
                  </a:lnTo>
                  <a:lnTo>
                    <a:pt x="4572" y="1524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2" name="object 3622"/>
            <p:cNvSpPr/>
            <p:nvPr/>
          </p:nvSpPr>
          <p:spPr>
            <a:xfrm>
              <a:off x="7094359" y="192926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2286"/>
                  </a:moveTo>
                  <a:lnTo>
                    <a:pt x="3810" y="0"/>
                  </a:lnTo>
                  <a:lnTo>
                    <a:pt x="5334" y="2286"/>
                  </a:lnTo>
                  <a:lnTo>
                    <a:pt x="4572" y="1524"/>
                  </a:lnTo>
                  <a:lnTo>
                    <a:pt x="1524" y="5334"/>
                  </a:lnTo>
                  <a:lnTo>
                    <a:pt x="1524" y="4572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3" name="object 3623"/>
            <p:cNvSpPr/>
            <p:nvPr/>
          </p:nvSpPr>
          <p:spPr>
            <a:xfrm>
              <a:off x="7095896" y="1930784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5334" y="2286"/>
                  </a:moveTo>
                  <a:lnTo>
                    <a:pt x="3047" y="0"/>
                  </a:lnTo>
                  <a:lnTo>
                    <a:pt x="0" y="3810"/>
                  </a:lnTo>
                  <a:lnTo>
                    <a:pt x="2286" y="6096"/>
                  </a:lnTo>
                  <a:lnTo>
                    <a:pt x="4572" y="2286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4" name="object 3624"/>
            <p:cNvSpPr/>
            <p:nvPr/>
          </p:nvSpPr>
          <p:spPr>
            <a:xfrm>
              <a:off x="7095896" y="1930784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0" y="3810"/>
                  </a:moveTo>
                  <a:lnTo>
                    <a:pt x="3047" y="0"/>
                  </a:lnTo>
                  <a:lnTo>
                    <a:pt x="5334" y="2286"/>
                  </a:lnTo>
                  <a:lnTo>
                    <a:pt x="4572" y="2286"/>
                  </a:lnTo>
                  <a:lnTo>
                    <a:pt x="2286" y="6096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5" name="object 3625"/>
            <p:cNvSpPr/>
            <p:nvPr/>
          </p:nvSpPr>
          <p:spPr>
            <a:xfrm>
              <a:off x="7098169" y="193307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1524"/>
                  </a:moveTo>
                  <a:lnTo>
                    <a:pt x="2285" y="0"/>
                  </a:lnTo>
                  <a:lnTo>
                    <a:pt x="0" y="3810"/>
                  </a:lnTo>
                  <a:lnTo>
                    <a:pt x="3048" y="5334"/>
                  </a:lnTo>
                  <a:lnTo>
                    <a:pt x="4572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6" name="object 3626"/>
            <p:cNvSpPr/>
            <p:nvPr/>
          </p:nvSpPr>
          <p:spPr>
            <a:xfrm>
              <a:off x="7098169" y="193307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3810"/>
                  </a:moveTo>
                  <a:lnTo>
                    <a:pt x="2285" y="0"/>
                  </a:lnTo>
                  <a:lnTo>
                    <a:pt x="4572" y="1524"/>
                  </a:lnTo>
                  <a:lnTo>
                    <a:pt x="3048" y="5334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7" name="object 3627"/>
            <p:cNvSpPr/>
            <p:nvPr/>
          </p:nvSpPr>
          <p:spPr>
            <a:xfrm>
              <a:off x="7101230" y="193459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762"/>
                  </a:moveTo>
                  <a:lnTo>
                    <a:pt x="1523" y="0"/>
                  </a:lnTo>
                  <a:lnTo>
                    <a:pt x="0" y="3810"/>
                  </a:lnTo>
                  <a:lnTo>
                    <a:pt x="3048" y="5334"/>
                  </a:lnTo>
                  <a:lnTo>
                    <a:pt x="3810" y="5334"/>
                  </a:lnTo>
                  <a:lnTo>
                    <a:pt x="3810" y="762"/>
                  </a:lnTo>
                  <a:lnTo>
                    <a:pt x="4572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8" name="object 3628"/>
            <p:cNvSpPr/>
            <p:nvPr/>
          </p:nvSpPr>
          <p:spPr>
            <a:xfrm>
              <a:off x="7101230" y="193459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3810"/>
                  </a:moveTo>
                  <a:lnTo>
                    <a:pt x="1523" y="0"/>
                  </a:lnTo>
                  <a:lnTo>
                    <a:pt x="4572" y="762"/>
                  </a:lnTo>
                  <a:lnTo>
                    <a:pt x="3810" y="762"/>
                  </a:lnTo>
                  <a:lnTo>
                    <a:pt x="3810" y="5334"/>
                  </a:lnTo>
                  <a:lnTo>
                    <a:pt x="3048" y="5334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9" name="object 3629"/>
            <p:cNvSpPr/>
            <p:nvPr/>
          </p:nvSpPr>
          <p:spPr>
            <a:xfrm>
              <a:off x="7105040" y="1935356"/>
              <a:ext cx="3175" cy="5715"/>
            </a:xfrm>
            <a:custGeom>
              <a:avLst/>
              <a:gdLst/>
              <a:ahLst/>
              <a:cxnLst/>
              <a:rect l="l" t="t" r="r" b="b"/>
              <a:pathLst>
                <a:path w="3175" h="5714">
                  <a:moveTo>
                    <a:pt x="3048" y="5334"/>
                  </a:moveTo>
                  <a:lnTo>
                    <a:pt x="3047" y="762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3048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0" name="object 3630"/>
            <p:cNvSpPr/>
            <p:nvPr/>
          </p:nvSpPr>
          <p:spPr>
            <a:xfrm>
              <a:off x="7105040" y="1935356"/>
              <a:ext cx="3175" cy="5715"/>
            </a:xfrm>
            <a:custGeom>
              <a:avLst/>
              <a:gdLst/>
              <a:ahLst/>
              <a:cxnLst/>
              <a:rect l="l" t="t" r="r" b="b"/>
              <a:pathLst>
                <a:path w="3175" h="5714">
                  <a:moveTo>
                    <a:pt x="0" y="4572"/>
                  </a:moveTo>
                  <a:lnTo>
                    <a:pt x="0" y="0"/>
                  </a:lnTo>
                  <a:lnTo>
                    <a:pt x="3047" y="762"/>
                  </a:lnTo>
                  <a:lnTo>
                    <a:pt x="3048" y="533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1" name="object 3631"/>
            <p:cNvSpPr/>
            <p:nvPr/>
          </p:nvSpPr>
          <p:spPr>
            <a:xfrm>
              <a:off x="7108088" y="1935356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09" h="5714">
                  <a:moveTo>
                    <a:pt x="3810" y="4572"/>
                  </a:moveTo>
                  <a:lnTo>
                    <a:pt x="2344" y="175"/>
                  </a:lnTo>
                  <a:lnTo>
                    <a:pt x="0" y="762"/>
                  </a:lnTo>
                  <a:lnTo>
                    <a:pt x="0" y="5334"/>
                  </a:lnTo>
                  <a:lnTo>
                    <a:pt x="3810" y="4572"/>
                  </a:lnTo>
                  <a:close/>
                </a:path>
                <a:path w="3809" h="5714">
                  <a:moveTo>
                    <a:pt x="3047" y="0"/>
                  </a:moveTo>
                  <a:lnTo>
                    <a:pt x="2285" y="0"/>
                  </a:lnTo>
                  <a:lnTo>
                    <a:pt x="2344" y="175"/>
                  </a:lnTo>
                  <a:lnTo>
                    <a:pt x="30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2" name="object 3632"/>
            <p:cNvSpPr/>
            <p:nvPr/>
          </p:nvSpPr>
          <p:spPr>
            <a:xfrm>
              <a:off x="7108088" y="1935356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09" h="5714">
                  <a:moveTo>
                    <a:pt x="0" y="5334"/>
                  </a:moveTo>
                  <a:lnTo>
                    <a:pt x="0" y="762"/>
                  </a:lnTo>
                  <a:lnTo>
                    <a:pt x="3047" y="0"/>
                  </a:lnTo>
                  <a:lnTo>
                    <a:pt x="2285" y="0"/>
                  </a:lnTo>
                  <a:lnTo>
                    <a:pt x="3810" y="4572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3" name="object 3633"/>
            <p:cNvSpPr/>
            <p:nvPr/>
          </p:nvSpPr>
          <p:spPr>
            <a:xfrm>
              <a:off x="7110362" y="19345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4" y="4572"/>
                  </a:moveTo>
                  <a:lnTo>
                    <a:pt x="3048" y="762"/>
                  </a:lnTo>
                  <a:lnTo>
                    <a:pt x="3048" y="0"/>
                  </a:lnTo>
                  <a:lnTo>
                    <a:pt x="0" y="762"/>
                  </a:lnTo>
                  <a:lnTo>
                    <a:pt x="1524" y="5334"/>
                  </a:lnTo>
                  <a:lnTo>
                    <a:pt x="4572" y="4572"/>
                  </a:lnTo>
                  <a:lnTo>
                    <a:pt x="5334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4" name="object 3634"/>
            <p:cNvSpPr/>
            <p:nvPr/>
          </p:nvSpPr>
          <p:spPr>
            <a:xfrm>
              <a:off x="7110362" y="19345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1524" y="5334"/>
                  </a:moveTo>
                  <a:lnTo>
                    <a:pt x="0" y="762"/>
                  </a:lnTo>
                  <a:lnTo>
                    <a:pt x="3048" y="0"/>
                  </a:lnTo>
                  <a:lnTo>
                    <a:pt x="3048" y="762"/>
                  </a:lnTo>
                  <a:lnTo>
                    <a:pt x="5334" y="4572"/>
                  </a:lnTo>
                  <a:lnTo>
                    <a:pt x="4572" y="4572"/>
                  </a:lnTo>
                  <a:lnTo>
                    <a:pt x="1524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5" name="object 3635"/>
            <p:cNvSpPr/>
            <p:nvPr/>
          </p:nvSpPr>
          <p:spPr>
            <a:xfrm>
              <a:off x="7113409" y="193383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3" y="3810"/>
                  </a:moveTo>
                  <a:lnTo>
                    <a:pt x="2285" y="0"/>
                  </a:lnTo>
                  <a:lnTo>
                    <a:pt x="0" y="1524"/>
                  </a:lnTo>
                  <a:lnTo>
                    <a:pt x="2285" y="5334"/>
                  </a:lnTo>
                  <a:lnTo>
                    <a:pt x="4571" y="3810"/>
                  </a:lnTo>
                  <a:lnTo>
                    <a:pt x="5333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6" name="object 3636"/>
            <p:cNvSpPr/>
            <p:nvPr/>
          </p:nvSpPr>
          <p:spPr>
            <a:xfrm>
              <a:off x="7113409" y="193383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2285" y="5334"/>
                  </a:moveTo>
                  <a:lnTo>
                    <a:pt x="0" y="1524"/>
                  </a:lnTo>
                  <a:lnTo>
                    <a:pt x="2285" y="0"/>
                  </a:lnTo>
                  <a:lnTo>
                    <a:pt x="5333" y="3810"/>
                  </a:lnTo>
                  <a:lnTo>
                    <a:pt x="4571" y="3810"/>
                  </a:lnTo>
                  <a:lnTo>
                    <a:pt x="2285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7" name="object 3637"/>
            <p:cNvSpPr/>
            <p:nvPr/>
          </p:nvSpPr>
          <p:spPr>
            <a:xfrm>
              <a:off x="7115695" y="19323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4" y="3048"/>
                  </a:moveTo>
                  <a:lnTo>
                    <a:pt x="1870" y="277"/>
                  </a:lnTo>
                  <a:lnTo>
                    <a:pt x="0" y="1524"/>
                  </a:lnTo>
                  <a:lnTo>
                    <a:pt x="3048" y="5334"/>
                  </a:lnTo>
                  <a:lnTo>
                    <a:pt x="5334" y="3048"/>
                  </a:lnTo>
                  <a:close/>
                </a:path>
                <a:path w="5715" h="5714">
                  <a:moveTo>
                    <a:pt x="2286" y="0"/>
                  </a:moveTo>
                  <a:lnTo>
                    <a:pt x="1524" y="0"/>
                  </a:lnTo>
                  <a:lnTo>
                    <a:pt x="1870" y="277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8" name="object 3638"/>
            <p:cNvSpPr/>
            <p:nvPr/>
          </p:nvSpPr>
          <p:spPr>
            <a:xfrm>
              <a:off x="7115695" y="19323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3048" y="5334"/>
                  </a:moveTo>
                  <a:lnTo>
                    <a:pt x="0" y="1524"/>
                  </a:lnTo>
                  <a:lnTo>
                    <a:pt x="2286" y="0"/>
                  </a:lnTo>
                  <a:lnTo>
                    <a:pt x="1524" y="0"/>
                  </a:lnTo>
                  <a:lnTo>
                    <a:pt x="5334" y="3048"/>
                  </a:lnTo>
                  <a:lnTo>
                    <a:pt x="3048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9" name="object 3639"/>
            <p:cNvSpPr/>
            <p:nvPr/>
          </p:nvSpPr>
          <p:spPr>
            <a:xfrm>
              <a:off x="7117232" y="1930784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6095" y="2286"/>
                  </a:moveTo>
                  <a:lnTo>
                    <a:pt x="6095" y="1524"/>
                  </a:lnTo>
                  <a:lnTo>
                    <a:pt x="1523" y="0"/>
                  </a:lnTo>
                  <a:lnTo>
                    <a:pt x="0" y="1524"/>
                  </a:lnTo>
                  <a:lnTo>
                    <a:pt x="3809" y="4572"/>
                  </a:lnTo>
                  <a:lnTo>
                    <a:pt x="6095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0" name="object 3640"/>
            <p:cNvSpPr/>
            <p:nvPr/>
          </p:nvSpPr>
          <p:spPr>
            <a:xfrm>
              <a:off x="7117232" y="1930022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3809" y="5334"/>
                  </a:moveTo>
                  <a:lnTo>
                    <a:pt x="0" y="2286"/>
                  </a:lnTo>
                  <a:lnTo>
                    <a:pt x="2285" y="0"/>
                  </a:lnTo>
                  <a:lnTo>
                    <a:pt x="1523" y="762"/>
                  </a:lnTo>
                  <a:lnTo>
                    <a:pt x="6095" y="2286"/>
                  </a:lnTo>
                  <a:lnTo>
                    <a:pt x="6095" y="3048"/>
                  </a:lnTo>
                  <a:lnTo>
                    <a:pt x="3809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1" name="object 3641"/>
            <p:cNvSpPr/>
            <p:nvPr/>
          </p:nvSpPr>
          <p:spPr>
            <a:xfrm>
              <a:off x="7118756" y="1928498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10">
                  <a:moveTo>
                    <a:pt x="6096" y="762"/>
                  </a:moveTo>
                  <a:lnTo>
                    <a:pt x="1524" y="0"/>
                  </a:lnTo>
                  <a:lnTo>
                    <a:pt x="0" y="2286"/>
                  </a:lnTo>
                  <a:lnTo>
                    <a:pt x="4572" y="3810"/>
                  </a:lnTo>
                  <a:lnTo>
                    <a:pt x="6096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2" name="object 3642"/>
            <p:cNvSpPr/>
            <p:nvPr/>
          </p:nvSpPr>
          <p:spPr>
            <a:xfrm>
              <a:off x="7118756" y="1928498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10">
                  <a:moveTo>
                    <a:pt x="4572" y="3810"/>
                  </a:moveTo>
                  <a:lnTo>
                    <a:pt x="0" y="2286"/>
                  </a:lnTo>
                  <a:lnTo>
                    <a:pt x="1524" y="0"/>
                  </a:lnTo>
                  <a:lnTo>
                    <a:pt x="6096" y="762"/>
                  </a:lnTo>
                  <a:lnTo>
                    <a:pt x="4572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3" name="object 3643"/>
            <p:cNvSpPr/>
            <p:nvPr/>
          </p:nvSpPr>
          <p:spPr>
            <a:xfrm>
              <a:off x="7120280" y="1926212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572" y="3048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2286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4" name="object 3644"/>
            <p:cNvSpPr/>
            <p:nvPr/>
          </p:nvSpPr>
          <p:spPr>
            <a:xfrm>
              <a:off x="7120280" y="1926212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572" y="3048"/>
                  </a:moveTo>
                  <a:lnTo>
                    <a:pt x="0" y="2286"/>
                  </a:lnTo>
                  <a:lnTo>
                    <a:pt x="0" y="0"/>
                  </a:lnTo>
                  <a:lnTo>
                    <a:pt x="4572" y="0"/>
                  </a:lnTo>
                  <a:lnTo>
                    <a:pt x="4572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5" name="object 3645"/>
            <p:cNvSpPr/>
            <p:nvPr/>
          </p:nvSpPr>
          <p:spPr>
            <a:xfrm>
              <a:off x="7120280" y="1926212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572" y="0"/>
                  </a:move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6" name="object 3646"/>
            <p:cNvSpPr/>
            <p:nvPr/>
          </p:nvSpPr>
          <p:spPr>
            <a:xfrm>
              <a:off x="7120280" y="1926212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7" name="object 3647"/>
            <p:cNvSpPr/>
            <p:nvPr/>
          </p:nvSpPr>
          <p:spPr>
            <a:xfrm>
              <a:off x="7217803" y="1913849"/>
              <a:ext cx="27940" cy="23495"/>
            </a:xfrm>
            <a:custGeom>
              <a:avLst/>
              <a:gdLst/>
              <a:ahLst/>
              <a:cxnLst/>
              <a:rect l="l" t="t" r="r" b="b"/>
              <a:pathLst>
                <a:path w="27940" h="23494">
                  <a:moveTo>
                    <a:pt x="27431" y="11601"/>
                  </a:moveTo>
                  <a:lnTo>
                    <a:pt x="27431" y="9315"/>
                  </a:lnTo>
                  <a:lnTo>
                    <a:pt x="25907" y="6267"/>
                  </a:lnTo>
                  <a:lnTo>
                    <a:pt x="20523" y="1501"/>
                  </a:lnTo>
                  <a:lnTo>
                    <a:pt x="13358" y="0"/>
                  </a:lnTo>
                  <a:lnTo>
                    <a:pt x="6182" y="2013"/>
                  </a:lnTo>
                  <a:lnTo>
                    <a:pt x="761" y="7791"/>
                  </a:lnTo>
                  <a:lnTo>
                    <a:pt x="0" y="10077"/>
                  </a:lnTo>
                  <a:lnTo>
                    <a:pt x="0" y="13125"/>
                  </a:lnTo>
                  <a:lnTo>
                    <a:pt x="4323" y="20103"/>
                  </a:lnTo>
                  <a:lnTo>
                    <a:pt x="11515" y="23250"/>
                  </a:lnTo>
                  <a:lnTo>
                    <a:pt x="19427" y="22287"/>
                  </a:lnTo>
                  <a:lnTo>
                    <a:pt x="25907" y="16935"/>
                  </a:lnTo>
                  <a:lnTo>
                    <a:pt x="27431" y="14649"/>
                  </a:lnTo>
                  <a:lnTo>
                    <a:pt x="27431" y="11601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8" name="object 3648"/>
            <p:cNvSpPr/>
            <p:nvPr/>
          </p:nvSpPr>
          <p:spPr>
            <a:xfrm>
              <a:off x="7242950" y="1921640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572" y="3810"/>
                  </a:moveTo>
                  <a:lnTo>
                    <a:pt x="4572" y="0"/>
                  </a:lnTo>
                  <a:lnTo>
                    <a:pt x="0" y="2286"/>
                  </a:lnTo>
                  <a:lnTo>
                    <a:pt x="0" y="3810"/>
                  </a:lnTo>
                  <a:lnTo>
                    <a:pt x="457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9" name="object 3649"/>
            <p:cNvSpPr/>
            <p:nvPr/>
          </p:nvSpPr>
          <p:spPr>
            <a:xfrm>
              <a:off x="7242950" y="1921640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572" y="3810"/>
                  </a:moveTo>
                  <a:lnTo>
                    <a:pt x="0" y="3810"/>
                  </a:lnTo>
                  <a:lnTo>
                    <a:pt x="0" y="1524"/>
                  </a:lnTo>
                  <a:lnTo>
                    <a:pt x="0" y="2286"/>
                  </a:lnTo>
                  <a:lnTo>
                    <a:pt x="4572" y="0"/>
                  </a:lnTo>
                  <a:lnTo>
                    <a:pt x="4572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0" name="object 3650"/>
            <p:cNvSpPr/>
            <p:nvPr/>
          </p:nvSpPr>
          <p:spPr>
            <a:xfrm>
              <a:off x="7242187" y="191859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3" y="3048"/>
                  </a:moveTo>
                  <a:lnTo>
                    <a:pt x="3809" y="762"/>
                  </a:lnTo>
                  <a:lnTo>
                    <a:pt x="3809" y="0"/>
                  </a:lnTo>
                  <a:lnTo>
                    <a:pt x="0" y="3048"/>
                  </a:lnTo>
                  <a:lnTo>
                    <a:pt x="761" y="5334"/>
                  </a:lnTo>
                  <a:lnTo>
                    <a:pt x="5333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1" name="object 3651"/>
            <p:cNvSpPr/>
            <p:nvPr/>
          </p:nvSpPr>
          <p:spPr>
            <a:xfrm>
              <a:off x="7242187" y="191859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3" y="3048"/>
                  </a:moveTo>
                  <a:lnTo>
                    <a:pt x="761" y="5334"/>
                  </a:lnTo>
                  <a:lnTo>
                    <a:pt x="0" y="3048"/>
                  </a:lnTo>
                  <a:lnTo>
                    <a:pt x="3809" y="0"/>
                  </a:lnTo>
                  <a:lnTo>
                    <a:pt x="3809" y="762"/>
                  </a:lnTo>
                  <a:lnTo>
                    <a:pt x="5333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2" name="object 3652"/>
            <p:cNvSpPr/>
            <p:nvPr/>
          </p:nvSpPr>
          <p:spPr>
            <a:xfrm>
              <a:off x="7240663" y="191630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3" y="2286"/>
                  </a:moveTo>
                  <a:lnTo>
                    <a:pt x="3047" y="0"/>
                  </a:lnTo>
                  <a:lnTo>
                    <a:pt x="0" y="3048"/>
                  </a:lnTo>
                  <a:lnTo>
                    <a:pt x="1523" y="5334"/>
                  </a:lnTo>
                  <a:lnTo>
                    <a:pt x="5333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3" name="object 3653"/>
            <p:cNvSpPr/>
            <p:nvPr/>
          </p:nvSpPr>
          <p:spPr>
            <a:xfrm>
              <a:off x="7240663" y="191630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3" y="2286"/>
                  </a:moveTo>
                  <a:lnTo>
                    <a:pt x="1523" y="5334"/>
                  </a:lnTo>
                  <a:lnTo>
                    <a:pt x="0" y="3048"/>
                  </a:lnTo>
                  <a:lnTo>
                    <a:pt x="3047" y="0"/>
                  </a:lnTo>
                  <a:lnTo>
                    <a:pt x="5333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4" name="object 3654"/>
            <p:cNvSpPr/>
            <p:nvPr/>
          </p:nvSpPr>
          <p:spPr>
            <a:xfrm>
              <a:off x="7238377" y="191402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3" y="2286"/>
                  </a:moveTo>
                  <a:lnTo>
                    <a:pt x="3047" y="0"/>
                  </a:lnTo>
                  <a:lnTo>
                    <a:pt x="2285" y="0"/>
                  </a:lnTo>
                  <a:lnTo>
                    <a:pt x="761" y="3810"/>
                  </a:lnTo>
                  <a:lnTo>
                    <a:pt x="0" y="3810"/>
                  </a:lnTo>
                  <a:lnTo>
                    <a:pt x="2285" y="5334"/>
                  </a:lnTo>
                  <a:lnTo>
                    <a:pt x="5333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5" name="object 3655"/>
            <p:cNvSpPr/>
            <p:nvPr/>
          </p:nvSpPr>
          <p:spPr>
            <a:xfrm>
              <a:off x="7238377" y="191402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3" y="2286"/>
                  </a:moveTo>
                  <a:lnTo>
                    <a:pt x="2285" y="5334"/>
                  </a:lnTo>
                  <a:lnTo>
                    <a:pt x="0" y="3810"/>
                  </a:lnTo>
                  <a:lnTo>
                    <a:pt x="761" y="3810"/>
                  </a:lnTo>
                  <a:lnTo>
                    <a:pt x="2285" y="0"/>
                  </a:lnTo>
                  <a:lnTo>
                    <a:pt x="3047" y="0"/>
                  </a:lnTo>
                  <a:lnTo>
                    <a:pt x="5333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6" name="object 3656"/>
            <p:cNvSpPr/>
            <p:nvPr/>
          </p:nvSpPr>
          <p:spPr>
            <a:xfrm>
              <a:off x="7236104" y="191249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1524"/>
                  </a:moveTo>
                  <a:lnTo>
                    <a:pt x="1524" y="0"/>
                  </a:lnTo>
                  <a:lnTo>
                    <a:pt x="762" y="4572"/>
                  </a:lnTo>
                  <a:lnTo>
                    <a:pt x="0" y="4572"/>
                  </a:lnTo>
                  <a:lnTo>
                    <a:pt x="3048" y="5334"/>
                  </a:lnTo>
                  <a:lnTo>
                    <a:pt x="4572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7" name="object 3657"/>
            <p:cNvSpPr/>
            <p:nvPr/>
          </p:nvSpPr>
          <p:spPr>
            <a:xfrm>
              <a:off x="7236104" y="191249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1524"/>
                  </a:moveTo>
                  <a:lnTo>
                    <a:pt x="3048" y="5334"/>
                  </a:lnTo>
                  <a:lnTo>
                    <a:pt x="0" y="4572"/>
                  </a:lnTo>
                  <a:lnTo>
                    <a:pt x="762" y="4572"/>
                  </a:lnTo>
                  <a:lnTo>
                    <a:pt x="1524" y="0"/>
                  </a:lnTo>
                  <a:lnTo>
                    <a:pt x="4572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8" name="object 3658"/>
            <p:cNvSpPr/>
            <p:nvPr/>
          </p:nvSpPr>
          <p:spPr>
            <a:xfrm>
              <a:off x="7233818" y="1911734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09" h="5714">
                  <a:moveTo>
                    <a:pt x="3809" y="762"/>
                  </a:moveTo>
                  <a:lnTo>
                    <a:pt x="761" y="0"/>
                  </a:lnTo>
                  <a:lnTo>
                    <a:pt x="0" y="4572"/>
                  </a:lnTo>
                  <a:lnTo>
                    <a:pt x="3047" y="5334"/>
                  </a:lnTo>
                  <a:lnTo>
                    <a:pt x="3809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9" name="object 3659"/>
            <p:cNvSpPr/>
            <p:nvPr/>
          </p:nvSpPr>
          <p:spPr>
            <a:xfrm>
              <a:off x="7233818" y="1911734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09" h="5714">
                  <a:moveTo>
                    <a:pt x="3809" y="762"/>
                  </a:moveTo>
                  <a:lnTo>
                    <a:pt x="3047" y="5334"/>
                  </a:lnTo>
                  <a:lnTo>
                    <a:pt x="0" y="4572"/>
                  </a:lnTo>
                  <a:lnTo>
                    <a:pt x="761" y="0"/>
                  </a:lnTo>
                  <a:lnTo>
                    <a:pt x="3809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0" name="object 3660"/>
            <p:cNvSpPr/>
            <p:nvPr/>
          </p:nvSpPr>
          <p:spPr>
            <a:xfrm>
              <a:off x="7230770" y="1911734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09" h="5080">
                  <a:moveTo>
                    <a:pt x="3809" y="0"/>
                  </a:moveTo>
                  <a:lnTo>
                    <a:pt x="0" y="0"/>
                  </a:lnTo>
                  <a:lnTo>
                    <a:pt x="761" y="4572"/>
                  </a:lnTo>
                  <a:lnTo>
                    <a:pt x="3047" y="4572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1" name="object 3661"/>
            <p:cNvSpPr/>
            <p:nvPr/>
          </p:nvSpPr>
          <p:spPr>
            <a:xfrm>
              <a:off x="7230770" y="1911734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09" h="5080">
                  <a:moveTo>
                    <a:pt x="3809" y="0"/>
                  </a:moveTo>
                  <a:lnTo>
                    <a:pt x="3047" y="4572"/>
                  </a:lnTo>
                  <a:lnTo>
                    <a:pt x="0" y="4572"/>
                  </a:lnTo>
                  <a:lnTo>
                    <a:pt x="761" y="4572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2" name="object 3662"/>
            <p:cNvSpPr/>
            <p:nvPr/>
          </p:nvSpPr>
          <p:spPr>
            <a:xfrm>
              <a:off x="7226960" y="191173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1" y="4572"/>
                  </a:moveTo>
                  <a:lnTo>
                    <a:pt x="3809" y="0"/>
                  </a:lnTo>
                  <a:lnTo>
                    <a:pt x="0" y="0"/>
                  </a:lnTo>
                  <a:lnTo>
                    <a:pt x="1523" y="4572"/>
                  </a:lnTo>
                  <a:lnTo>
                    <a:pt x="4571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3" name="object 3663"/>
            <p:cNvSpPr/>
            <p:nvPr/>
          </p:nvSpPr>
          <p:spPr>
            <a:xfrm>
              <a:off x="7226960" y="191173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3809" y="0"/>
                  </a:moveTo>
                  <a:lnTo>
                    <a:pt x="4571" y="4572"/>
                  </a:lnTo>
                  <a:lnTo>
                    <a:pt x="1523" y="4572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4" name="object 3664"/>
            <p:cNvSpPr/>
            <p:nvPr/>
          </p:nvSpPr>
          <p:spPr>
            <a:xfrm>
              <a:off x="7223900" y="191173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4572"/>
                  </a:moveTo>
                  <a:lnTo>
                    <a:pt x="3048" y="0"/>
                  </a:lnTo>
                  <a:lnTo>
                    <a:pt x="0" y="1524"/>
                  </a:lnTo>
                  <a:lnTo>
                    <a:pt x="2286" y="5334"/>
                  </a:lnTo>
                  <a:lnTo>
                    <a:pt x="4572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5" name="object 3665"/>
            <p:cNvSpPr/>
            <p:nvPr/>
          </p:nvSpPr>
          <p:spPr>
            <a:xfrm>
              <a:off x="7223900" y="191173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3048" y="0"/>
                  </a:moveTo>
                  <a:lnTo>
                    <a:pt x="4572" y="4572"/>
                  </a:lnTo>
                  <a:lnTo>
                    <a:pt x="2286" y="5334"/>
                  </a:lnTo>
                  <a:lnTo>
                    <a:pt x="0" y="1524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6" name="object 3666"/>
            <p:cNvSpPr/>
            <p:nvPr/>
          </p:nvSpPr>
          <p:spPr>
            <a:xfrm>
              <a:off x="7220851" y="191325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4" y="3810"/>
                  </a:moveTo>
                  <a:lnTo>
                    <a:pt x="3048" y="0"/>
                  </a:lnTo>
                  <a:lnTo>
                    <a:pt x="0" y="2286"/>
                  </a:lnTo>
                  <a:lnTo>
                    <a:pt x="3048" y="5334"/>
                  </a:lnTo>
                  <a:lnTo>
                    <a:pt x="5334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7" name="object 3667"/>
            <p:cNvSpPr/>
            <p:nvPr/>
          </p:nvSpPr>
          <p:spPr>
            <a:xfrm>
              <a:off x="7220851" y="191325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3048" y="0"/>
                  </a:moveTo>
                  <a:lnTo>
                    <a:pt x="5334" y="3810"/>
                  </a:lnTo>
                  <a:lnTo>
                    <a:pt x="3048" y="5334"/>
                  </a:lnTo>
                  <a:lnTo>
                    <a:pt x="0" y="2286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8" name="object 3668"/>
            <p:cNvSpPr/>
            <p:nvPr/>
          </p:nvSpPr>
          <p:spPr>
            <a:xfrm>
              <a:off x="7218578" y="191554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80">
                  <a:moveTo>
                    <a:pt x="5333" y="3047"/>
                  </a:moveTo>
                  <a:lnTo>
                    <a:pt x="2285" y="0"/>
                  </a:lnTo>
                  <a:lnTo>
                    <a:pt x="0" y="2286"/>
                  </a:lnTo>
                  <a:lnTo>
                    <a:pt x="3809" y="4572"/>
                  </a:lnTo>
                  <a:lnTo>
                    <a:pt x="5333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9" name="object 3669"/>
            <p:cNvSpPr/>
            <p:nvPr/>
          </p:nvSpPr>
          <p:spPr>
            <a:xfrm>
              <a:off x="7218578" y="191554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80">
                  <a:moveTo>
                    <a:pt x="2285" y="0"/>
                  </a:moveTo>
                  <a:lnTo>
                    <a:pt x="5333" y="3047"/>
                  </a:lnTo>
                  <a:lnTo>
                    <a:pt x="3809" y="4572"/>
                  </a:lnTo>
                  <a:lnTo>
                    <a:pt x="0" y="2286"/>
                  </a:lnTo>
                  <a:lnTo>
                    <a:pt x="228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0" name="object 3670"/>
            <p:cNvSpPr/>
            <p:nvPr/>
          </p:nvSpPr>
          <p:spPr>
            <a:xfrm>
              <a:off x="7217054" y="1917830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80">
                  <a:moveTo>
                    <a:pt x="5334" y="2285"/>
                  </a:moveTo>
                  <a:lnTo>
                    <a:pt x="1524" y="0"/>
                  </a:lnTo>
                  <a:lnTo>
                    <a:pt x="0" y="3048"/>
                  </a:lnTo>
                  <a:lnTo>
                    <a:pt x="3810" y="4572"/>
                  </a:lnTo>
                  <a:lnTo>
                    <a:pt x="5334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1" name="object 3671"/>
            <p:cNvSpPr/>
            <p:nvPr/>
          </p:nvSpPr>
          <p:spPr>
            <a:xfrm>
              <a:off x="7217054" y="1917830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80">
                  <a:moveTo>
                    <a:pt x="1524" y="0"/>
                  </a:moveTo>
                  <a:lnTo>
                    <a:pt x="5334" y="2285"/>
                  </a:lnTo>
                  <a:lnTo>
                    <a:pt x="3810" y="4572"/>
                  </a:lnTo>
                  <a:lnTo>
                    <a:pt x="0" y="3048"/>
                  </a:lnTo>
                  <a:lnTo>
                    <a:pt x="152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2" name="object 3672"/>
            <p:cNvSpPr/>
            <p:nvPr/>
          </p:nvSpPr>
          <p:spPr>
            <a:xfrm>
              <a:off x="7215530" y="1920878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5" h="3810">
                  <a:moveTo>
                    <a:pt x="5334" y="1523"/>
                  </a:moveTo>
                  <a:lnTo>
                    <a:pt x="1524" y="0"/>
                  </a:lnTo>
                  <a:lnTo>
                    <a:pt x="0" y="3048"/>
                  </a:lnTo>
                  <a:lnTo>
                    <a:pt x="4572" y="3047"/>
                  </a:lnTo>
                  <a:lnTo>
                    <a:pt x="4572" y="3810"/>
                  </a:lnTo>
                  <a:lnTo>
                    <a:pt x="5334" y="15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3" name="object 3673"/>
            <p:cNvSpPr/>
            <p:nvPr/>
          </p:nvSpPr>
          <p:spPr>
            <a:xfrm>
              <a:off x="7215530" y="1920878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5" h="3810">
                  <a:moveTo>
                    <a:pt x="1524" y="0"/>
                  </a:moveTo>
                  <a:lnTo>
                    <a:pt x="5334" y="1523"/>
                  </a:lnTo>
                  <a:lnTo>
                    <a:pt x="4572" y="3810"/>
                  </a:lnTo>
                  <a:lnTo>
                    <a:pt x="4572" y="3047"/>
                  </a:lnTo>
                  <a:lnTo>
                    <a:pt x="0" y="3048"/>
                  </a:lnTo>
                  <a:lnTo>
                    <a:pt x="152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4" name="object 3674"/>
            <p:cNvSpPr/>
            <p:nvPr/>
          </p:nvSpPr>
          <p:spPr>
            <a:xfrm>
              <a:off x="7215530" y="1923926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572" y="2285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3048"/>
                  </a:lnTo>
                  <a:lnTo>
                    <a:pt x="762" y="3810"/>
                  </a:lnTo>
                  <a:lnTo>
                    <a:pt x="4572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5" name="object 3675"/>
            <p:cNvSpPr/>
            <p:nvPr/>
          </p:nvSpPr>
          <p:spPr>
            <a:xfrm>
              <a:off x="7215530" y="1923926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4572" y="0"/>
                  </a:lnTo>
                  <a:lnTo>
                    <a:pt x="4572" y="2285"/>
                  </a:lnTo>
                  <a:lnTo>
                    <a:pt x="762" y="3810"/>
                  </a:lnTo>
                  <a:lnTo>
                    <a:pt x="0" y="304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6" name="object 3676"/>
            <p:cNvSpPr/>
            <p:nvPr/>
          </p:nvSpPr>
          <p:spPr>
            <a:xfrm>
              <a:off x="7216292" y="192621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2" y="2286"/>
                  </a:moveTo>
                  <a:lnTo>
                    <a:pt x="3810" y="0"/>
                  </a:lnTo>
                  <a:lnTo>
                    <a:pt x="0" y="1524"/>
                  </a:lnTo>
                  <a:lnTo>
                    <a:pt x="762" y="4572"/>
                  </a:lnTo>
                  <a:lnTo>
                    <a:pt x="4572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7" name="object 3677"/>
            <p:cNvSpPr/>
            <p:nvPr/>
          </p:nvSpPr>
          <p:spPr>
            <a:xfrm>
              <a:off x="7216292" y="192621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0" y="1524"/>
                  </a:moveTo>
                  <a:lnTo>
                    <a:pt x="3810" y="0"/>
                  </a:lnTo>
                  <a:lnTo>
                    <a:pt x="4572" y="2286"/>
                  </a:lnTo>
                  <a:lnTo>
                    <a:pt x="762" y="4572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8" name="object 3678"/>
            <p:cNvSpPr/>
            <p:nvPr/>
          </p:nvSpPr>
          <p:spPr>
            <a:xfrm>
              <a:off x="7217054" y="192849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4" y="2286"/>
                  </a:moveTo>
                  <a:lnTo>
                    <a:pt x="3810" y="0"/>
                  </a:lnTo>
                  <a:lnTo>
                    <a:pt x="0" y="2286"/>
                  </a:lnTo>
                  <a:lnTo>
                    <a:pt x="1524" y="4572"/>
                  </a:lnTo>
                  <a:lnTo>
                    <a:pt x="1524" y="5334"/>
                  </a:lnTo>
                  <a:lnTo>
                    <a:pt x="4572" y="2286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9" name="object 3679"/>
            <p:cNvSpPr/>
            <p:nvPr/>
          </p:nvSpPr>
          <p:spPr>
            <a:xfrm>
              <a:off x="7217054" y="192849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2286"/>
                  </a:moveTo>
                  <a:lnTo>
                    <a:pt x="3810" y="0"/>
                  </a:lnTo>
                  <a:lnTo>
                    <a:pt x="5334" y="2286"/>
                  </a:lnTo>
                  <a:lnTo>
                    <a:pt x="4572" y="2286"/>
                  </a:lnTo>
                  <a:lnTo>
                    <a:pt x="1524" y="5334"/>
                  </a:lnTo>
                  <a:lnTo>
                    <a:pt x="1524" y="4572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0" name="object 3680"/>
            <p:cNvSpPr/>
            <p:nvPr/>
          </p:nvSpPr>
          <p:spPr>
            <a:xfrm>
              <a:off x="7218578" y="193078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4" y="1524"/>
                  </a:moveTo>
                  <a:lnTo>
                    <a:pt x="3047" y="0"/>
                  </a:lnTo>
                  <a:lnTo>
                    <a:pt x="0" y="3048"/>
                  </a:lnTo>
                  <a:lnTo>
                    <a:pt x="2286" y="5334"/>
                  </a:lnTo>
                  <a:lnTo>
                    <a:pt x="5334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1" name="object 3681"/>
            <p:cNvSpPr/>
            <p:nvPr/>
          </p:nvSpPr>
          <p:spPr>
            <a:xfrm>
              <a:off x="7218578" y="193078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3048"/>
                  </a:moveTo>
                  <a:lnTo>
                    <a:pt x="3047" y="0"/>
                  </a:lnTo>
                  <a:lnTo>
                    <a:pt x="5334" y="1524"/>
                  </a:lnTo>
                  <a:lnTo>
                    <a:pt x="2286" y="5334"/>
                  </a:lnTo>
                  <a:lnTo>
                    <a:pt x="0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2" name="object 3682"/>
            <p:cNvSpPr/>
            <p:nvPr/>
          </p:nvSpPr>
          <p:spPr>
            <a:xfrm>
              <a:off x="7220864" y="19323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4" y="1524"/>
                  </a:moveTo>
                  <a:lnTo>
                    <a:pt x="3047" y="0"/>
                  </a:lnTo>
                  <a:lnTo>
                    <a:pt x="0" y="3810"/>
                  </a:lnTo>
                  <a:lnTo>
                    <a:pt x="3048" y="5334"/>
                  </a:lnTo>
                  <a:lnTo>
                    <a:pt x="4572" y="1524"/>
                  </a:lnTo>
                  <a:lnTo>
                    <a:pt x="5334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3" name="object 3683"/>
            <p:cNvSpPr/>
            <p:nvPr/>
          </p:nvSpPr>
          <p:spPr>
            <a:xfrm>
              <a:off x="7220864" y="19323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3810"/>
                  </a:moveTo>
                  <a:lnTo>
                    <a:pt x="3047" y="0"/>
                  </a:lnTo>
                  <a:lnTo>
                    <a:pt x="5334" y="1524"/>
                  </a:lnTo>
                  <a:lnTo>
                    <a:pt x="4572" y="1524"/>
                  </a:lnTo>
                  <a:lnTo>
                    <a:pt x="3048" y="5334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4" name="object 3684"/>
            <p:cNvSpPr/>
            <p:nvPr/>
          </p:nvSpPr>
          <p:spPr>
            <a:xfrm>
              <a:off x="7223900" y="193383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762"/>
                  </a:moveTo>
                  <a:lnTo>
                    <a:pt x="1523" y="0"/>
                  </a:lnTo>
                  <a:lnTo>
                    <a:pt x="0" y="3810"/>
                  </a:lnTo>
                  <a:lnTo>
                    <a:pt x="3048" y="5334"/>
                  </a:lnTo>
                  <a:lnTo>
                    <a:pt x="3810" y="5334"/>
                  </a:lnTo>
                  <a:lnTo>
                    <a:pt x="4572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5" name="object 3685"/>
            <p:cNvSpPr/>
            <p:nvPr/>
          </p:nvSpPr>
          <p:spPr>
            <a:xfrm>
              <a:off x="7223900" y="193383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3810"/>
                  </a:moveTo>
                  <a:lnTo>
                    <a:pt x="1523" y="0"/>
                  </a:lnTo>
                  <a:lnTo>
                    <a:pt x="4572" y="762"/>
                  </a:lnTo>
                  <a:lnTo>
                    <a:pt x="3810" y="5334"/>
                  </a:lnTo>
                  <a:lnTo>
                    <a:pt x="3048" y="5334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6" name="object 3686"/>
            <p:cNvSpPr/>
            <p:nvPr/>
          </p:nvSpPr>
          <p:spPr>
            <a:xfrm>
              <a:off x="7227709" y="1934594"/>
              <a:ext cx="3175" cy="5715"/>
            </a:xfrm>
            <a:custGeom>
              <a:avLst/>
              <a:gdLst/>
              <a:ahLst/>
              <a:cxnLst/>
              <a:rect l="l" t="t" r="r" b="b"/>
              <a:pathLst>
                <a:path w="3175" h="5714">
                  <a:moveTo>
                    <a:pt x="3048" y="5334"/>
                  </a:moveTo>
                  <a:lnTo>
                    <a:pt x="3047" y="762"/>
                  </a:lnTo>
                  <a:lnTo>
                    <a:pt x="761" y="0"/>
                  </a:lnTo>
                  <a:lnTo>
                    <a:pt x="0" y="4572"/>
                  </a:lnTo>
                  <a:lnTo>
                    <a:pt x="3048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7" name="object 3687"/>
            <p:cNvSpPr/>
            <p:nvPr/>
          </p:nvSpPr>
          <p:spPr>
            <a:xfrm>
              <a:off x="7227709" y="1934594"/>
              <a:ext cx="3175" cy="5715"/>
            </a:xfrm>
            <a:custGeom>
              <a:avLst/>
              <a:gdLst/>
              <a:ahLst/>
              <a:cxnLst/>
              <a:rect l="l" t="t" r="r" b="b"/>
              <a:pathLst>
                <a:path w="3175" h="5714">
                  <a:moveTo>
                    <a:pt x="0" y="4572"/>
                  </a:moveTo>
                  <a:lnTo>
                    <a:pt x="761" y="0"/>
                  </a:lnTo>
                  <a:lnTo>
                    <a:pt x="3047" y="762"/>
                  </a:lnTo>
                  <a:lnTo>
                    <a:pt x="3048" y="533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8" name="object 3688"/>
            <p:cNvSpPr/>
            <p:nvPr/>
          </p:nvSpPr>
          <p:spPr>
            <a:xfrm>
              <a:off x="7230770" y="1934594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09" h="5714">
                  <a:moveTo>
                    <a:pt x="3810" y="4572"/>
                  </a:moveTo>
                  <a:lnTo>
                    <a:pt x="3047" y="0"/>
                  </a:lnTo>
                  <a:lnTo>
                    <a:pt x="0" y="762"/>
                  </a:lnTo>
                  <a:lnTo>
                    <a:pt x="0" y="5334"/>
                  </a:lnTo>
                  <a:lnTo>
                    <a:pt x="381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9" name="object 3689"/>
            <p:cNvSpPr/>
            <p:nvPr/>
          </p:nvSpPr>
          <p:spPr>
            <a:xfrm>
              <a:off x="7230770" y="1934594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09" h="5714">
                  <a:moveTo>
                    <a:pt x="0" y="5334"/>
                  </a:moveTo>
                  <a:lnTo>
                    <a:pt x="0" y="762"/>
                  </a:lnTo>
                  <a:lnTo>
                    <a:pt x="3047" y="0"/>
                  </a:lnTo>
                  <a:lnTo>
                    <a:pt x="3810" y="4572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0" name="object 3690"/>
            <p:cNvSpPr/>
            <p:nvPr/>
          </p:nvSpPr>
          <p:spPr>
            <a:xfrm>
              <a:off x="7233818" y="193383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1" y="4572"/>
                  </a:moveTo>
                  <a:lnTo>
                    <a:pt x="2285" y="762"/>
                  </a:lnTo>
                  <a:lnTo>
                    <a:pt x="2285" y="0"/>
                  </a:lnTo>
                  <a:lnTo>
                    <a:pt x="0" y="762"/>
                  </a:lnTo>
                  <a:lnTo>
                    <a:pt x="761" y="5334"/>
                  </a:lnTo>
                  <a:lnTo>
                    <a:pt x="3809" y="4572"/>
                  </a:lnTo>
                  <a:lnTo>
                    <a:pt x="4571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1" name="object 3691"/>
            <p:cNvSpPr/>
            <p:nvPr/>
          </p:nvSpPr>
          <p:spPr>
            <a:xfrm>
              <a:off x="7233818" y="193383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761" y="5334"/>
                  </a:moveTo>
                  <a:lnTo>
                    <a:pt x="0" y="762"/>
                  </a:lnTo>
                  <a:lnTo>
                    <a:pt x="2285" y="0"/>
                  </a:lnTo>
                  <a:lnTo>
                    <a:pt x="2285" y="762"/>
                  </a:lnTo>
                  <a:lnTo>
                    <a:pt x="4571" y="4572"/>
                  </a:lnTo>
                  <a:lnTo>
                    <a:pt x="3809" y="4572"/>
                  </a:lnTo>
                  <a:lnTo>
                    <a:pt x="761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2" name="object 3692"/>
            <p:cNvSpPr/>
            <p:nvPr/>
          </p:nvSpPr>
          <p:spPr>
            <a:xfrm>
              <a:off x="7236104" y="193307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3" y="3810"/>
                  </a:moveTo>
                  <a:lnTo>
                    <a:pt x="2285" y="0"/>
                  </a:lnTo>
                  <a:lnTo>
                    <a:pt x="0" y="1524"/>
                  </a:lnTo>
                  <a:lnTo>
                    <a:pt x="2285" y="5334"/>
                  </a:lnTo>
                  <a:lnTo>
                    <a:pt x="5333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3" name="object 3693"/>
            <p:cNvSpPr/>
            <p:nvPr/>
          </p:nvSpPr>
          <p:spPr>
            <a:xfrm>
              <a:off x="7236104" y="193307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2285" y="5334"/>
                  </a:moveTo>
                  <a:lnTo>
                    <a:pt x="0" y="1524"/>
                  </a:lnTo>
                  <a:lnTo>
                    <a:pt x="2285" y="0"/>
                  </a:lnTo>
                  <a:lnTo>
                    <a:pt x="5333" y="3810"/>
                  </a:lnTo>
                  <a:lnTo>
                    <a:pt x="2285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4" name="object 3694"/>
            <p:cNvSpPr/>
            <p:nvPr/>
          </p:nvSpPr>
          <p:spPr>
            <a:xfrm>
              <a:off x="7238390" y="193154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4" y="3048"/>
                  </a:moveTo>
                  <a:lnTo>
                    <a:pt x="2286" y="0"/>
                  </a:lnTo>
                  <a:lnTo>
                    <a:pt x="0" y="1524"/>
                  </a:lnTo>
                  <a:lnTo>
                    <a:pt x="3048" y="5334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5" name="object 3695"/>
            <p:cNvSpPr/>
            <p:nvPr/>
          </p:nvSpPr>
          <p:spPr>
            <a:xfrm>
              <a:off x="7238390" y="193154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3048" y="5334"/>
                  </a:moveTo>
                  <a:lnTo>
                    <a:pt x="0" y="1524"/>
                  </a:lnTo>
                  <a:lnTo>
                    <a:pt x="2286" y="0"/>
                  </a:lnTo>
                  <a:lnTo>
                    <a:pt x="5334" y="3048"/>
                  </a:lnTo>
                  <a:lnTo>
                    <a:pt x="3048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6" name="object 3696"/>
            <p:cNvSpPr/>
            <p:nvPr/>
          </p:nvSpPr>
          <p:spPr>
            <a:xfrm>
              <a:off x="7240663" y="192926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4" y="3048"/>
                  </a:moveTo>
                  <a:lnTo>
                    <a:pt x="5334" y="2286"/>
                  </a:lnTo>
                  <a:lnTo>
                    <a:pt x="1524" y="762"/>
                  </a:lnTo>
                  <a:lnTo>
                    <a:pt x="1524" y="0"/>
                  </a:lnTo>
                  <a:lnTo>
                    <a:pt x="0" y="2286"/>
                  </a:lnTo>
                  <a:lnTo>
                    <a:pt x="3048" y="5334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7" name="object 3697"/>
            <p:cNvSpPr/>
            <p:nvPr/>
          </p:nvSpPr>
          <p:spPr>
            <a:xfrm>
              <a:off x="7240663" y="192926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3048" y="5334"/>
                  </a:moveTo>
                  <a:lnTo>
                    <a:pt x="0" y="2286"/>
                  </a:lnTo>
                  <a:lnTo>
                    <a:pt x="1524" y="0"/>
                  </a:lnTo>
                  <a:lnTo>
                    <a:pt x="1524" y="762"/>
                  </a:lnTo>
                  <a:lnTo>
                    <a:pt x="5334" y="2286"/>
                  </a:lnTo>
                  <a:lnTo>
                    <a:pt x="5334" y="3048"/>
                  </a:lnTo>
                  <a:lnTo>
                    <a:pt x="3048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8" name="object 3698"/>
            <p:cNvSpPr/>
            <p:nvPr/>
          </p:nvSpPr>
          <p:spPr>
            <a:xfrm>
              <a:off x="7242187" y="1927736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5" h="3810">
                  <a:moveTo>
                    <a:pt x="5333" y="762"/>
                  </a:moveTo>
                  <a:lnTo>
                    <a:pt x="761" y="0"/>
                  </a:lnTo>
                  <a:lnTo>
                    <a:pt x="0" y="2286"/>
                  </a:lnTo>
                  <a:lnTo>
                    <a:pt x="3809" y="3810"/>
                  </a:lnTo>
                  <a:lnTo>
                    <a:pt x="5333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9" name="object 3699"/>
            <p:cNvSpPr/>
            <p:nvPr/>
          </p:nvSpPr>
          <p:spPr>
            <a:xfrm>
              <a:off x="7242187" y="1927736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5" h="3810">
                  <a:moveTo>
                    <a:pt x="3809" y="3810"/>
                  </a:moveTo>
                  <a:lnTo>
                    <a:pt x="0" y="2286"/>
                  </a:lnTo>
                  <a:lnTo>
                    <a:pt x="761" y="0"/>
                  </a:lnTo>
                  <a:lnTo>
                    <a:pt x="5333" y="762"/>
                  </a:lnTo>
                  <a:lnTo>
                    <a:pt x="3809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0" name="object 3700"/>
            <p:cNvSpPr/>
            <p:nvPr/>
          </p:nvSpPr>
          <p:spPr>
            <a:xfrm>
              <a:off x="7242950" y="1925450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572" y="3048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2286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1" name="object 3701"/>
            <p:cNvSpPr/>
            <p:nvPr/>
          </p:nvSpPr>
          <p:spPr>
            <a:xfrm>
              <a:off x="7242950" y="1925450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572" y="3048"/>
                  </a:moveTo>
                  <a:lnTo>
                    <a:pt x="0" y="2286"/>
                  </a:lnTo>
                  <a:lnTo>
                    <a:pt x="0" y="0"/>
                  </a:lnTo>
                  <a:lnTo>
                    <a:pt x="4572" y="0"/>
                  </a:lnTo>
                  <a:lnTo>
                    <a:pt x="4572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2" name="object 3702"/>
            <p:cNvSpPr/>
            <p:nvPr/>
          </p:nvSpPr>
          <p:spPr>
            <a:xfrm>
              <a:off x="7242950" y="192545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572" y="0"/>
                  </a:move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3" name="object 3703"/>
            <p:cNvSpPr/>
            <p:nvPr/>
          </p:nvSpPr>
          <p:spPr>
            <a:xfrm>
              <a:off x="7242950" y="192545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4" name="object 3704"/>
            <p:cNvSpPr/>
            <p:nvPr/>
          </p:nvSpPr>
          <p:spPr>
            <a:xfrm>
              <a:off x="7097420" y="1873634"/>
              <a:ext cx="148590" cy="33020"/>
            </a:xfrm>
            <a:custGeom>
              <a:avLst/>
              <a:gdLst/>
              <a:ahLst/>
              <a:cxnLst/>
              <a:rect l="l" t="t" r="r" b="b"/>
              <a:pathLst>
                <a:path w="148590" h="33019">
                  <a:moveTo>
                    <a:pt x="0" y="32766"/>
                  </a:moveTo>
                  <a:lnTo>
                    <a:pt x="0" y="0"/>
                  </a:lnTo>
                  <a:lnTo>
                    <a:pt x="148590" y="0"/>
                  </a:lnTo>
                  <a:lnTo>
                    <a:pt x="148590" y="32765"/>
                  </a:lnTo>
                  <a:lnTo>
                    <a:pt x="0" y="327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5" name="object 3705"/>
            <p:cNvSpPr/>
            <p:nvPr/>
          </p:nvSpPr>
          <p:spPr>
            <a:xfrm>
              <a:off x="7097420" y="1873634"/>
              <a:ext cx="148590" cy="33020"/>
            </a:xfrm>
            <a:custGeom>
              <a:avLst/>
              <a:gdLst/>
              <a:ahLst/>
              <a:cxnLst/>
              <a:rect l="l" t="t" r="r" b="b"/>
              <a:pathLst>
                <a:path w="148590" h="33019">
                  <a:moveTo>
                    <a:pt x="0" y="32766"/>
                  </a:moveTo>
                  <a:lnTo>
                    <a:pt x="0" y="0"/>
                  </a:lnTo>
                  <a:lnTo>
                    <a:pt x="148590" y="0"/>
                  </a:lnTo>
                  <a:lnTo>
                    <a:pt x="148590" y="32765"/>
                  </a:lnTo>
                  <a:lnTo>
                    <a:pt x="0" y="32766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6" name="object 3706"/>
            <p:cNvSpPr/>
            <p:nvPr/>
          </p:nvSpPr>
          <p:spPr>
            <a:xfrm>
              <a:off x="7097407" y="1871360"/>
              <a:ext cx="151130" cy="5080"/>
            </a:xfrm>
            <a:custGeom>
              <a:avLst/>
              <a:gdLst/>
              <a:ahLst/>
              <a:cxnLst/>
              <a:rect l="l" t="t" r="r" b="b"/>
              <a:pathLst>
                <a:path w="151129" h="5080">
                  <a:moveTo>
                    <a:pt x="151130" y="0"/>
                  </a:moveTo>
                  <a:lnTo>
                    <a:pt x="14605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146050" y="4572"/>
                  </a:lnTo>
                  <a:lnTo>
                    <a:pt x="146050" y="2286"/>
                  </a:lnTo>
                  <a:lnTo>
                    <a:pt x="151130" y="2286"/>
                  </a:lnTo>
                  <a:lnTo>
                    <a:pt x="15113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7" name="object 3707"/>
            <p:cNvSpPr/>
            <p:nvPr/>
          </p:nvSpPr>
          <p:spPr>
            <a:xfrm>
              <a:off x="7097420" y="1871348"/>
              <a:ext cx="151130" cy="5080"/>
            </a:xfrm>
            <a:custGeom>
              <a:avLst/>
              <a:gdLst/>
              <a:ahLst/>
              <a:cxnLst/>
              <a:rect l="l" t="t" r="r" b="b"/>
              <a:pathLst>
                <a:path w="151129" h="5080">
                  <a:moveTo>
                    <a:pt x="0" y="4572"/>
                  </a:moveTo>
                  <a:lnTo>
                    <a:pt x="0" y="0"/>
                  </a:lnTo>
                  <a:lnTo>
                    <a:pt x="150876" y="0"/>
                  </a:lnTo>
                  <a:lnTo>
                    <a:pt x="150876" y="2286"/>
                  </a:lnTo>
                  <a:lnTo>
                    <a:pt x="146304" y="2286"/>
                  </a:lnTo>
                  <a:lnTo>
                    <a:pt x="146304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8" name="object 3708"/>
            <p:cNvSpPr/>
            <p:nvPr/>
          </p:nvSpPr>
          <p:spPr>
            <a:xfrm>
              <a:off x="7243712" y="1873634"/>
              <a:ext cx="5080" cy="35560"/>
            </a:xfrm>
            <a:custGeom>
              <a:avLst/>
              <a:gdLst/>
              <a:ahLst/>
              <a:cxnLst/>
              <a:rect l="l" t="t" r="r" b="b"/>
              <a:pathLst>
                <a:path w="5079" h="35560">
                  <a:moveTo>
                    <a:pt x="4572" y="35052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30480"/>
                  </a:lnTo>
                  <a:lnTo>
                    <a:pt x="2286" y="30480"/>
                  </a:lnTo>
                  <a:lnTo>
                    <a:pt x="2286" y="35052"/>
                  </a:lnTo>
                  <a:lnTo>
                    <a:pt x="4572" y="3505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9" name="object 3709"/>
            <p:cNvSpPr/>
            <p:nvPr/>
          </p:nvSpPr>
          <p:spPr>
            <a:xfrm>
              <a:off x="7243712" y="1873634"/>
              <a:ext cx="5080" cy="35560"/>
            </a:xfrm>
            <a:custGeom>
              <a:avLst/>
              <a:gdLst/>
              <a:ahLst/>
              <a:cxnLst/>
              <a:rect l="l" t="t" r="r" b="b"/>
              <a:pathLst>
                <a:path w="5079" h="35560">
                  <a:moveTo>
                    <a:pt x="0" y="0"/>
                  </a:moveTo>
                  <a:lnTo>
                    <a:pt x="4572" y="0"/>
                  </a:lnTo>
                  <a:lnTo>
                    <a:pt x="4572" y="35052"/>
                  </a:lnTo>
                  <a:lnTo>
                    <a:pt x="2286" y="35052"/>
                  </a:lnTo>
                  <a:lnTo>
                    <a:pt x="2286" y="30480"/>
                  </a:lnTo>
                  <a:lnTo>
                    <a:pt x="0" y="3048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0" name="object 3710"/>
            <p:cNvSpPr/>
            <p:nvPr/>
          </p:nvSpPr>
          <p:spPr>
            <a:xfrm>
              <a:off x="7094855" y="1904126"/>
              <a:ext cx="151130" cy="5080"/>
            </a:xfrm>
            <a:custGeom>
              <a:avLst/>
              <a:gdLst/>
              <a:ahLst/>
              <a:cxnLst/>
              <a:rect l="l" t="t" r="r" b="b"/>
              <a:pathLst>
                <a:path w="151129" h="5080">
                  <a:moveTo>
                    <a:pt x="151130" y="0"/>
                  </a:moveTo>
                  <a:lnTo>
                    <a:pt x="5080" y="0"/>
                  </a:lnTo>
                  <a:lnTo>
                    <a:pt x="5080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5080" y="4572"/>
                  </a:lnTo>
                  <a:lnTo>
                    <a:pt x="151130" y="4572"/>
                  </a:lnTo>
                  <a:lnTo>
                    <a:pt x="15113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1" name="object 3711"/>
            <p:cNvSpPr/>
            <p:nvPr/>
          </p:nvSpPr>
          <p:spPr>
            <a:xfrm>
              <a:off x="7095121" y="1904114"/>
              <a:ext cx="151130" cy="5080"/>
            </a:xfrm>
            <a:custGeom>
              <a:avLst/>
              <a:gdLst/>
              <a:ahLst/>
              <a:cxnLst/>
              <a:rect l="l" t="t" r="r" b="b"/>
              <a:pathLst>
                <a:path w="151129" h="5080">
                  <a:moveTo>
                    <a:pt x="150875" y="0"/>
                  </a:moveTo>
                  <a:lnTo>
                    <a:pt x="150875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1" y="2286"/>
                  </a:lnTo>
                  <a:lnTo>
                    <a:pt x="4571" y="0"/>
                  </a:lnTo>
                  <a:lnTo>
                    <a:pt x="15087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2" name="object 3712"/>
            <p:cNvSpPr/>
            <p:nvPr/>
          </p:nvSpPr>
          <p:spPr>
            <a:xfrm>
              <a:off x="7095121" y="1871348"/>
              <a:ext cx="5080" cy="35560"/>
            </a:xfrm>
            <a:custGeom>
              <a:avLst/>
              <a:gdLst/>
              <a:ahLst/>
              <a:cxnLst/>
              <a:rect l="l" t="t" r="r" b="b"/>
              <a:pathLst>
                <a:path w="5079" h="35560">
                  <a:moveTo>
                    <a:pt x="4572" y="35051"/>
                  </a:moveTo>
                  <a:lnTo>
                    <a:pt x="4572" y="4571"/>
                  </a:lnTo>
                  <a:lnTo>
                    <a:pt x="2286" y="4571"/>
                  </a:lnTo>
                  <a:lnTo>
                    <a:pt x="2286" y="0"/>
                  </a:lnTo>
                  <a:lnTo>
                    <a:pt x="0" y="0"/>
                  </a:lnTo>
                  <a:lnTo>
                    <a:pt x="0" y="35051"/>
                  </a:lnTo>
                  <a:lnTo>
                    <a:pt x="4572" y="3505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3" name="object 3713"/>
            <p:cNvSpPr/>
            <p:nvPr/>
          </p:nvSpPr>
          <p:spPr>
            <a:xfrm>
              <a:off x="7095121" y="1871348"/>
              <a:ext cx="5080" cy="35560"/>
            </a:xfrm>
            <a:custGeom>
              <a:avLst/>
              <a:gdLst/>
              <a:ahLst/>
              <a:cxnLst/>
              <a:rect l="l" t="t" r="r" b="b"/>
              <a:pathLst>
                <a:path w="5079" h="35560">
                  <a:moveTo>
                    <a:pt x="4572" y="35051"/>
                  </a:moveTo>
                  <a:lnTo>
                    <a:pt x="0" y="35051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3505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4" name="object 3714"/>
            <p:cNvSpPr/>
            <p:nvPr/>
          </p:nvSpPr>
          <p:spPr>
            <a:xfrm>
              <a:off x="7096645" y="1851536"/>
              <a:ext cx="24765" cy="15240"/>
            </a:xfrm>
            <a:custGeom>
              <a:avLst/>
              <a:gdLst/>
              <a:ahLst/>
              <a:cxnLst/>
              <a:rect l="l" t="t" r="r" b="b"/>
              <a:pathLst>
                <a:path w="24765" h="15239">
                  <a:moveTo>
                    <a:pt x="0" y="15240"/>
                  </a:moveTo>
                  <a:lnTo>
                    <a:pt x="0" y="0"/>
                  </a:lnTo>
                  <a:lnTo>
                    <a:pt x="24384" y="0"/>
                  </a:lnTo>
                  <a:lnTo>
                    <a:pt x="24384" y="15239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5" name="object 3715"/>
            <p:cNvSpPr/>
            <p:nvPr/>
          </p:nvSpPr>
          <p:spPr>
            <a:xfrm>
              <a:off x="7096645" y="1851536"/>
              <a:ext cx="24765" cy="15240"/>
            </a:xfrm>
            <a:custGeom>
              <a:avLst/>
              <a:gdLst/>
              <a:ahLst/>
              <a:cxnLst/>
              <a:rect l="l" t="t" r="r" b="b"/>
              <a:pathLst>
                <a:path w="24765" h="15239">
                  <a:moveTo>
                    <a:pt x="0" y="15240"/>
                  </a:moveTo>
                  <a:lnTo>
                    <a:pt x="0" y="0"/>
                  </a:lnTo>
                  <a:lnTo>
                    <a:pt x="24384" y="0"/>
                  </a:lnTo>
                  <a:lnTo>
                    <a:pt x="24384" y="15239"/>
                  </a:lnTo>
                  <a:lnTo>
                    <a:pt x="0" y="15240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6" name="object 3716"/>
            <p:cNvSpPr/>
            <p:nvPr/>
          </p:nvSpPr>
          <p:spPr>
            <a:xfrm>
              <a:off x="7096645" y="1849250"/>
              <a:ext cx="26670" cy="5080"/>
            </a:xfrm>
            <a:custGeom>
              <a:avLst/>
              <a:gdLst/>
              <a:ahLst/>
              <a:cxnLst/>
              <a:rect l="l" t="t" r="r" b="b"/>
              <a:pathLst>
                <a:path w="26670" h="5080">
                  <a:moveTo>
                    <a:pt x="26670" y="2286"/>
                  </a:moveTo>
                  <a:lnTo>
                    <a:pt x="2667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22098" y="4572"/>
                  </a:lnTo>
                  <a:lnTo>
                    <a:pt x="22098" y="2286"/>
                  </a:lnTo>
                  <a:lnTo>
                    <a:pt x="26670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7" name="object 3717"/>
            <p:cNvSpPr/>
            <p:nvPr/>
          </p:nvSpPr>
          <p:spPr>
            <a:xfrm>
              <a:off x="7096645" y="1849250"/>
              <a:ext cx="26670" cy="5080"/>
            </a:xfrm>
            <a:custGeom>
              <a:avLst/>
              <a:gdLst/>
              <a:ahLst/>
              <a:cxnLst/>
              <a:rect l="l" t="t" r="r" b="b"/>
              <a:pathLst>
                <a:path w="26670" h="5080">
                  <a:moveTo>
                    <a:pt x="0" y="4572"/>
                  </a:moveTo>
                  <a:lnTo>
                    <a:pt x="0" y="0"/>
                  </a:lnTo>
                  <a:lnTo>
                    <a:pt x="26670" y="0"/>
                  </a:lnTo>
                  <a:lnTo>
                    <a:pt x="26670" y="2286"/>
                  </a:lnTo>
                  <a:lnTo>
                    <a:pt x="22098" y="2286"/>
                  </a:lnTo>
                  <a:lnTo>
                    <a:pt x="22098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8" name="object 3718"/>
            <p:cNvSpPr/>
            <p:nvPr/>
          </p:nvSpPr>
          <p:spPr>
            <a:xfrm>
              <a:off x="7118743" y="1851536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80">
                  <a:moveTo>
                    <a:pt x="4572" y="17526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12954"/>
                  </a:lnTo>
                  <a:lnTo>
                    <a:pt x="2286" y="12954"/>
                  </a:lnTo>
                  <a:lnTo>
                    <a:pt x="2286" y="17526"/>
                  </a:lnTo>
                  <a:lnTo>
                    <a:pt x="4572" y="175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9" name="object 3719"/>
            <p:cNvSpPr/>
            <p:nvPr/>
          </p:nvSpPr>
          <p:spPr>
            <a:xfrm>
              <a:off x="7118743" y="1851536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80">
                  <a:moveTo>
                    <a:pt x="0" y="0"/>
                  </a:moveTo>
                  <a:lnTo>
                    <a:pt x="4572" y="0"/>
                  </a:lnTo>
                  <a:lnTo>
                    <a:pt x="4572" y="17526"/>
                  </a:lnTo>
                  <a:lnTo>
                    <a:pt x="2286" y="17526"/>
                  </a:lnTo>
                  <a:lnTo>
                    <a:pt x="2286" y="12954"/>
                  </a:lnTo>
                  <a:lnTo>
                    <a:pt x="0" y="1295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0" name="object 3720"/>
            <p:cNvSpPr/>
            <p:nvPr/>
          </p:nvSpPr>
          <p:spPr>
            <a:xfrm>
              <a:off x="7094372" y="1864490"/>
              <a:ext cx="26670" cy="5080"/>
            </a:xfrm>
            <a:custGeom>
              <a:avLst/>
              <a:gdLst/>
              <a:ahLst/>
              <a:cxnLst/>
              <a:rect l="l" t="t" r="r" b="b"/>
              <a:pathLst>
                <a:path w="26670" h="5080">
                  <a:moveTo>
                    <a:pt x="26670" y="4572"/>
                  </a:moveTo>
                  <a:lnTo>
                    <a:pt x="26670" y="0"/>
                  </a:lnTo>
                  <a:lnTo>
                    <a:pt x="4572" y="0"/>
                  </a:lnTo>
                  <a:lnTo>
                    <a:pt x="4572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2667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1" name="object 3721"/>
            <p:cNvSpPr/>
            <p:nvPr/>
          </p:nvSpPr>
          <p:spPr>
            <a:xfrm>
              <a:off x="7094372" y="1864490"/>
              <a:ext cx="26670" cy="5080"/>
            </a:xfrm>
            <a:custGeom>
              <a:avLst/>
              <a:gdLst/>
              <a:ahLst/>
              <a:cxnLst/>
              <a:rect l="l" t="t" r="r" b="b"/>
              <a:pathLst>
                <a:path w="26670" h="5080">
                  <a:moveTo>
                    <a:pt x="26670" y="0"/>
                  </a:moveTo>
                  <a:lnTo>
                    <a:pt x="26670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2" y="2286"/>
                  </a:lnTo>
                  <a:lnTo>
                    <a:pt x="4572" y="0"/>
                  </a:lnTo>
                  <a:lnTo>
                    <a:pt x="2667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2" name="object 3722"/>
            <p:cNvSpPr/>
            <p:nvPr/>
          </p:nvSpPr>
          <p:spPr>
            <a:xfrm>
              <a:off x="7094372" y="1849250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80">
                  <a:moveTo>
                    <a:pt x="4572" y="17525"/>
                  </a:moveTo>
                  <a:lnTo>
                    <a:pt x="4572" y="4571"/>
                  </a:lnTo>
                  <a:lnTo>
                    <a:pt x="2286" y="4571"/>
                  </a:lnTo>
                  <a:lnTo>
                    <a:pt x="2286" y="0"/>
                  </a:lnTo>
                  <a:lnTo>
                    <a:pt x="0" y="0"/>
                  </a:lnTo>
                  <a:lnTo>
                    <a:pt x="0" y="17525"/>
                  </a:lnTo>
                  <a:lnTo>
                    <a:pt x="4572" y="1752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3" name="object 3723"/>
            <p:cNvSpPr/>
            <p:nvPr/>
          </p:nvSpPr>
          <p:spPr>
            <a:xfrm>
              <a:off x="7094372" y="1849250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80">
                  <a:moveTo>
                    <a:pt x="4572" y="17525"/>
                  </a:moveTo>
                  <a:lnTo>
                    <a:pt x="0" y="17525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752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4" name="object 3724"/>
            <p:cNvSpPr/>
            <p:nvPr/>
          </p:nvSpPr>
          <p:spPr>
            <a:xfrm>
              <a:off x="7222388" y="1851536"/>
              <a:ext cx="24130" cy="15240"/>
            </a:xfrm>
            <a:custGeom>
              <a:avLst/>
              <a:gdLst/>
              <a:ahLst/>
              <a:cxnLst/>
              <a:rect l="l" t="t" r="r" b="b"/>
              <a:pathLst>
                <a:path w="24129" h="15239">
                  <a:moveTo>
                    <a:pt x="0" y="15240"/>
                  </a:moveTo>
                  <a:lnTo>
                    <a:pt x="0" y="0"/>
                  </a:lnTo>
                  <a:lnTo>
                    <a:pt x="23622" y="0"/>
                  </a:lnTo>
                  <a:lnTo>
                    <a:pt x="23622" y="15239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5" name="object 3725"/>
            <p:cNvSpPr/>
            <p:nvPr/>
          </p:nvSpPr>
          <p:spPr>
            <a:xfrm>
              <a:off x="7222388" y="1851536"/>
              <a:ext cx="24130" cy="15240"/>
            </a:xfrm>
            <a:custGeom>
              <a:avLst/>
              <a:gdLst/>
              <a:ahLst/>
              <a:cxnLst/>
              <a:rect l="l" t="t" r="r" b="b"/>
              <a:pathLst>
                <a:path w="24129" h="15239">
                  <a:moveTo>
                    <a:pt x="0" y="15240"/>
                  </a:moveTo>
                  <a:lnTo>
                    <a:pt x="0" y="0"/>
                  </a:lnTo>
                  <a:lnTo>
                    <a:pt x="23622" y="0"/>
                  </a:lnTo>
                  <a:lnTo>
                    <a:pt x="23622" y="15239"/>
                  </a:lnTo>
                  <a:lnTo>
                    <a:pt x="0" y="15240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6" name="object 3726"/>
            <p:cNvSpPr/>
            <p:nvPr/>
          </p:nvSpPr>
          <p:spPr>
            <a:xfrm>
              <a:off x="7222388" y="1849250"/>
              <a:ext cx="26034" cy="5080"/>
            </a:xfrm>
            <a:custGeom>
              <a:avLst/>
              <a:gdLst/>
              <a:ahLst/>
              <a:cxnLst/>
              <a:rect l="l" t="t" r="r" b="b"/>
              <a:pathLst>
                <a:path w="26034" h="5080">
                  <a:moveTo>
                    <a:pt x="25908" y="2286"/>
                  </a:moveTo>
                  <a:lnTo>
                    <a:pt x="25908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21336" y="4572"/>
                  </a:lnTo>
                  <a:lnTo>
                    <a:pt x="21336" y="2286"/>
                  </a:lnTo>
                  <a:lnTo>
                    <a:pt x="25908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7" name="object 3727"/>
            <p:cNvSpPr/>
            <p:nvPr/>
          </p:nvSpPr>
          <p:spPr>
            <a:xfrm>
              <a:off x="7222388" y="1849250"/>
              <a:ext cx="26034" cy="5080"/>
            </a:xfrm>
            <a:custGeom>
              <a:avLst/>
              <a:gdLst/>
              <a:ahLst/>
              <a:cxnLst/>
              <a:rect l="l" t="t" r="r" b="b"/>
              <a:pathLst>
                <a:path w="26034" h="5080">
                  <a:moveTo>
                    <a:pt x="0" y="4572"/>
                  </a:moveTo>
                  <a:lnTo>
                    <a:pt x="0" y="0"/>
                  </a:lnTo>
                  <a:lnTo>
                    <a:pt x="25908" y="0"/>
                  </a:lnTo>
                  <a:lnTo>
                    <a:pt x="25908" y="2286"/>
                  </a:lnTo>
                  <a:lnTo>
                    <a:pt x="21336" y="2286"/>
                  </a:lnTo>
                  <a:lnTo>
                    <a:pt x="21336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8" name="object 3728"/>
            <p:cNvSpPr/>
            <p:nvPr/>
          </p:nvSpPr>
          <p:spPr>
            <a:xfrm>
              <a:off x="7243712" y="1851536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80">
                  <a:moveTo>
                    <a:pt x="4572" y="17526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12954"/>
                  </a:lnTo>
                  <a:lnTo>
                    <a:pt x="2286" y="12954"/>
                  </a:lnTo>
                  <a:lnTo>
                    <a:pt x="2286" y="17526"/>
                  </a:lnTo>
                  <a:lnTo>
                    <a:pt x="4572" y="175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9" name="object 3729"/>
            <p:cNvSpPr/>
            <p:nvPr/>
          </p:nvSpPr>
          <p:spPr>
            <a:xfrm>
              <a:off x="7243712" y="1851536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80">
                  <a:moveTo>
                    <a:pt x="0" y="0"/>
                  </a:moveTo>
                  <a:lnTo>
                    <a:pt x="4572" y="0"/>
                  </a:lnTo>
                  <a:lnTo>
                    <a:pt x="4572" y="17526"/>
                  </a:lnTo>
                  <a:lnTo>
                    <a:pt x="2286" y="17526"/>
                  </a:lnTo>
                  <a:lnTo>
                    <a:pt x="2286" y="12954"/>
                  </a:lnTo>
                  <a:lnTo>
                    <a:pt x="0" y="1295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0" name="object 3730"/>
            <p:cNvSpPr/>
            <p:nvPr/>
          </p:nvSpPr>
          <p:spPr>
            <a:xfrm>
              <a:off x="7220089" y="1864490"/>
              <a:ext cx="26034" cy="5080"/>
            </a:xfrm>
            <a:custGeom>
              <a:avLst/>
              <a:gdLst/>
              <a:ahLst/>
              <a:cxnLst/>
              <a:rect l="l" t="t" r="r" b="b"/>
              <a:pathLst>
                <a:path w="26034" h="5080">
                  <a:moveTo>
                    <a:pt x="25907" y="4572"/>
                  </a:moveTo>
                  <a:lnTo>
                    <a:pt x="25907" y="0"/>
                  </a:lnTo>
                  <a:lnTo>
                    <a:pt x="4571" y="0"/>
                  </a:lnTo>
                  <a:lnTo>
                    <a:pt x="4571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25907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1" name="object 3731"/>
            <p:cNvSpPr/>
            <p:nvPr/>
          </p:nvSpPr>
          <p:spPr>
            <a:xfrm>
              <a:off x="7220089" y="1864490"/>
              <a:ext cx="26034" cy="5080"/>
            </a:xfrm>
            <a:custGeom>
              <a:avLst/>
              <a:gdLst/>
              <a:ahLst/>
              <a:cxnLst/>
              <a:rect l="l" t="t" r="r" b="b"/>
              <a:pathLst>
                <a:path w="26034" h="5080">
                  <a:moveTo>
                    <a:pt x="25907" y="0"/>
                  </a:moveTo>
                  <a:lnTo>
                    <a:pt x="25907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1" y="2286"/>
                  </a:lnTo>
                  <a:lnTo>
                    <a:pt x="4571" y="0"/>
                  </a:lnTo>
                  <a:lnTo>
                    <a:pt x="25907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2" name="object 3732"/>
            <p:cNvSpPr/>
            <p:nvPr/>
          </p:nvSpPr>
          <p:spPr>
            <a:xfrm>
              <a:off x="7220089" y="1849250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80">
                  <a:moveTo>
                    <a:pt x="4572" y="17525"/>
                  </a:moveTo>
                  <a:lnTo>
                    <a:pt x="4572" y="4571"/>
                  </a:lnTo>
                  <a:lnTo>
                    <a:pt x="2286" y="4571"/>
                  </a:lnTo>
                  <a:lnTo>
                    <a:pt x="2286" y="0"/>
                  </a:lnTo>
                  <a:lnTo>
                    <a:pt x="0" y="0"/>
                  </a:lnTo>
                  <a:lnTo>
                    <a:pt x="0" y="17525"/>
                  </a:lnTo>
                  <a:lnTo>
                    <a:pt x="4572" y="1752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3" name="object 3733"/>
            <p:cNvSpPr/>
            <p:nvPr/>
          </p:nvSpPr>
          <p:spPr>
            <a:xfrm>
              <a:off x="7220089" y="1849250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80">
                  <a:moveTo>
                    <a:pt x="4572" y="17525"/>
                  </a:moveTo>
                  <a:lnTo>
                    <a:pt x="0" y="17525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752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4" name="object 3734"/>
            <p:cNvSpPr/>
            <p:nvPr/>
          </p:nvSpPr>
          <p:spPr>
            <a:xfrm>
              <a:off x="6720992" y="1839078"/>
              <a:ext cx="100965" cy="100330"/>
            </a:xfrm>
            <a:custGeom>
              <a:avLst/>
              <a:gdLst/>
              <a:ahLst/>
              <a:cxnLst/>
              <a:rect l="l" t="t" r="r" b="b"/>
              <a:pathLst>
                <a:path w="100965" h="100330">
                  <a:moveTo>
                    <a:pt x="100583" y="50558"/>
                  </a:moveTo>
                  <a:lnTo>
                    <a:pt x="99059" y="38366"/>
                  </a:lnTo>
                  <a:lnTo>
                    <a:pt x="79491" y="8978"/>
                  </a:lnTo>
                  <a:lnTo>
                    <a:pt x="48753" y="0"/>
                  </a:lnTo>
                  <a:lnTo>
                    <a:pt x="18594" y="10966"/>
                  </a:lnTo>
                  <a:lnTo>
                    <a:pt x="761" y="41414"/>
                  </a:lnTo>
                  <a:lnTo>
                    <a:pt x="0" y="47510"/>
                  </a:lnTo>
                  <a:lnTo>
                    <a:pt x="0" y="53606"/>
                  </a:lnTo>
                  <a:lnTo>
                    <a:pt x="15879" y="87072"/>
                  </a:lnTo>
                  <a:lnTo>
                    <a:pt x="46029" y="100312"/>
                  </a:lnTo>
                  <a:lnTo>
                    <a:pt x="77929" y="92295"/>
                  </a:lnTo>
                  <a:lnTo>
                    <a:pt x="99059" y="61988"/>
                  </a:lnTo>
                  <a:lnTo>
                    <a:pt x="100583" y="5055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5" name="object 3735"/>
            <p:cNvSpPr/>
            <p:nvPr/>
          </p:nvSpPr>
          <p:spPr>
            <a:xfrm>
              <a:off x="6720992" y="1839078"/>
              <a:ext cx="100965" cy="100330"/>
            </a:xfrm>
            <a:custGeom>
              <a:avLst/>
              <a:gdLst/>
              <a:ahLst/>
              <a:cxnLst/>
              <a:rect l="l" t="t" r="r" b="b"/>
              <a:pathLst>
                <a:path w="100965" h="100330">
                  <a:moveTo>
                    <a:pt x="100583" y="50558"/>
                  </a:moveTo>
                  <a:lnTo>
                    <a:pt x="99059" y="38366"/>
                  </a:lnTo>
                  <a:lnTo>
                    <a:pt x="79491" y="8978"/>
                  </a:lnTo>
                  <a:lnTo>
                    <a:pt x="48753" y="0"/>
                  </a:lnTo>
                  <a:lnTo>
                    <a:pt x="18594" y="10966"/>
                  </a:lnTo>
                  <a:lnTo>
                    <a:pt x="761" y="41414"/>
                  </a:lnTo>
                  <a:lnTo>
                    <a:pt x="0" y="47510"/>
                  </a:lnTo>
                  <a:lnTo>
                    <a:pt x="0" y="53606"/>
                  </a:lnTo>
                  <a:lnTo>
                    <a:pt x="15879" y="87072"/>
                  </a:lnTo>
                  <a:lnTo>
                    <a:pt x="46029" y="100312"/>
                  </a:lnTo>
                  <a:lnTo>
                    <a:pt x="77929" y="92295"/>
                  </a:lnTo>
                  <a:lnTo>
                    <a:pt x="99059" y="61988"/>
                  </a:lnTo>
                  <a:lnTo>
                    <a:pt x="99821" y="55892"/>
                  </a:lnTo>
                  <a:lnTo>
                    <a:pt x="100583" y="505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6" name="object 3736"/>
            <p:cNvSpPr/>
            <p:nvPr/>
          </p:nvSpPr>
          <p:spPr>
            <a:xfrm>
              <a:off x="6735457" y="1853341"/>
              <a:ext cx="71755" cy="71755"/>
            </a:xfrm>
            <a:custGeom>
              <a:avLst/>
              <a:gdLst/>
              <a:ahLst/>
              <a:cxnLst/>
              <a:rect l="l" t="t" r="r" b="b"/>
              <a:pathLst>
                <a:path w="71754" h="71755">
                  <a:moveTo>
                    <a:pt x="71627" y="36295"/>
                  </a:moveTo>
                  <a:lnTo>
                    <a:pt x="70103" y="25627"/>
                  </a:lnTo>
                  <a:lnTo>
                    <a:pt x="55165" y="5577"/>
                  </a:lnTo>
                  <a:lnTo>
                    <a:pt x="33718" y="0"/>
                  </a:lnTo>
                  <a:lnTo>
                    <a:pt x="13129" y="7998"/>
                  </a:lnTo>
                  <a:lnTo>
                    <a:pt x="761" y="28675"/>
                  </a:lnTo>
                  <a:lnTo>
                    <a:pt x="0" y="33247"/>
                  </a:lnTo>
                  <a:lnTo>
                    <a:pt x="0" y="38581"/>
                  </a:lnTo>
                  <a:lnTo>
                    <a:pt x="11025" y="61811"/>
                  </a:lnTo>
                  <a:lnTo>
                    <a:pt x="31784" y="71666"/>
                  </a:lnTo>
                  <a:lnTo>
                    <a:pt x="54178" y="66882"/>
                  </a:lnTo>
                  <a:lnTo>
                    <a:pt x="70103" y="46201"/>
                  </a:lnTo>
                  <a:lnTo>
                    <a:pt x="71627" y="36295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7" name="object 3737"/>
            <p:cNvSpPr/>
            <p:nvPr/>
          </p:nvSpPr>
          <p:spPr>
            <a:xfrm>
              <a:off x="6735457" y="1853341"/>
              <a:ext cx="71755" cy="71755"/>
            </a:xfrm>
            <a:custGeom>
              <a:avLst/>
              <a:gdLst/>
              <a:ahLst/>
              <a:cxnLst/>
              <a:rect l="l" t="t" r="r" b="b"/>
              <a:pathLst>
                <a:path w="71754" h="71755">
                  <a:moveTo>
                    <a:pt x="71627" y="36295"/>
                  </a:moveTo>
                  <a:lnTo>
                    <a:pt x="70103" y="25627"/>
                  </a:lnTo>
                  <a:lnTo>
                    <a:pt x="55165" y="5577"/>
                  </a:lnTo>
                  <a:lnTo>
                    <a:pt x="33718" y="0"/>
                  </a:lnTo>
                  <a:lnTo>
                    <a:pt x="13129" y="7998"/>
                  </a:lnTo>
                  <a:lnTo>
                    <a:pt x="761" y="28675"/>
                  </a:lnTo>
                  <a:lnTo>
                    <a:pt x="0" y="33247"/>
                  </a:lnTo>
                  <a:lnTo>
                    <a:pt x="0" y="38581"/>
                  </a:lnTo>
                  <a:lnTo>
                    <a:pt x="11025" y="61811"/>
                  </a:lnTo>
                  <a:lnTo>
                    <a:pt x="31784" y="71666"/>
                  </a:lnTo>
                  <a:lnTo>
                    <a:pt x="54178" y="66882"/>
                  </a:lnTo>
                  <a:lnTo>
                    <a:pt x="70103" y="46201"/>
                  </a:lnTo>
                  <a:lnTo>
                    <a:pt x="70865" y="41629"/>
                  </a:lnTo>
                  <a:lnTo>
                    <a:pt x="71627" y="3629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38" name="object 3738"/>
            <p:cNvPicPr/>
            <p:nvPr/>
          </p:nvPicPr>
          <p:blipFill>
            <a:blip r:embed="rId219" cstate="print"/>
            <a:stretch>
              <a:fillRect/>
            </a:stretch>
          </p:blipFill>
          <p:spPr>
            <a:xfrm>
              <a:off x="6663080" y="2123570"/>
              <a:ext cx="404622" cy="218693"/>
            </a:xfrm>
            <a:prstGeom prst="rect">
              <a:avLst/>
            </a:prstGeom>
          </p:spPr>
        </p:pic>
        <p:sp>
          <p:nvSpPr>
            <p:cNvPr id="3739" name="object 3739"/>
            <p:cNvSpPr/>
            <p:nvPr/>
          </p:nvSpPr>
          <p:spPr>
            <a:xfrm>
              <a:off x="6620396" y="2067956"/>
              <a:ext cx="63500" cy="56515"/>
            </a:xfrm>
            <a:custGeom>
              <a:avLst/>
              <a:gdLst/>
              <a:ahLst/>
              <a:cxnLst/>
              <a:rect l="l" t="t" r="r" b="b"/>
              <a:pathLst>
                <a:path w="63500" h="56514">
                  <a:moveTo>
                    <a:pt x="2286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286" y="3810"/>
                  </a:lnTo>
                  <a:lnTo>
                    <a:pt x="2286" y="0"/>
                  </a:lnTo>
                  <a:close/>
                </a:path>
                <a:path w="63500" h="56514">
                  <a:moveTo>
                    <a:pt x="63246" y="54864"/>
                  </a:moveTo>
                  <a:lnTo>
                    <a:pt x="59448" y="54864"/>
                  </a:lnTo>
                  <a:lnTo>
                    <a:pt x="59448" y="56388"/>
                  </a:lnTo>
                  <a:lnTo>
                    <a:pt x="63246" y="56388"/>
                  </a:lnTo>
                  <a:lnTo>
                    <a:pt x="63246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0" name="object 3740"/>
            <p:cNvSpPr/>
            <p:nvPr/>
          </p:nvSpPr>
          <p:spPr>
            <a:xfrm>
              <a:off x="6620407" y="2067944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40" h="3810">
                  <a:moveTo>
                    <a:pt x="2286" y="0"/>
                  </a:moveTo>
                  <a:lnTo>
                    <a:pt x="2286" y="3810"/>
                  </a:lnTo>
                  <a:lnTo>
                    <a:pt x="0" y="3810"/>
                  </a:lnTo>
                  <a:lnTo>
                    <a:pt x="0" y="0"/>
                  </a:lnTo>
                  <a:lnTo>
                    <a:pt x="228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1" name="object 3741"/>
            <p:cNvSpPr/>
            <p:nvPr/>
          </p:nvSpPr>
          <p:spPr>
            <a:xfrm>
              <a:off x="6679844" y="2067944"/>
              <a:ext cx="3810" cy="55244"/>
            </a:xfrm>
            <a:custGeom>
              <a:avLst/>
              <a:gdLst/>
              <a:ahLst/>
              <a:cxnLst/>
              <a:rect l="l" t="t" r="r" b="b"/>
              <a:pathLst>
                <a:path w="3809" h="55244">
                  <a:moveTo>
                    <a:pt x="3809" y="54863"/>
                  </a:moveTo>
                  <a:lnTo>
                    <a:pt x="3809" y="0"/>
                  </a:lnTo>
                  <a:lnTo>
                    <a:pt x="1523" y="0"/>
                  </a:lnTo>
                  <a:lnTo>
                    <a:pt x="1523" y="3809"/>
                  </a:lnTo>
                  <a:lnTo>
                    <a:pt x="0" y="3809"/>
                  </a:lnTo>
                  <a:lnTo>
                    <a:pt x="0" y="54863"/>
                  </a:lnTo>
                  <a:lnTo>
                    <a:pt x="3809" y="548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2" name="object 3742"/>
            <p:cNvSpPr/>
            <p:nvPr/>
          </p:nvSpPr>
          <p:spPr>
            <a:xfrm>
              <a:off x="6679844" y="2067944"/>
              <a:ext cx="3810" cy="55244"/>
            </a:xfrm>
            <a:custGeom>
              <a:avLst/>
              <a:gdLst/>
              <a:ahLst/>
              <a:cxnLst/>
              <a:rect l="l" t="t" r="r" b="b"/>
              <a:pathLst>
                <a:path w="3809" h="55244">
                  <a:moveTo>
                    <a:pt x="3809" y="54863"/>
                  </a:moveTo>
                  <a:lnTo>
                    <a:pt x="0" y="54863"/>
                  </a:lnTo>
                  <a:lnTo>
                    <a:pt x="0" y="3809"/>
                  </a:lnTo>
                  <a:lnTo>
                    <a:pt x="1523" y="3809"/>
                  </a:lnTo>
                  <a:lnTo>
                    <a:pt x="1523" y="0"/>
                  </a:lnTo>
                  <a:lnTo>
                    <a:pt x="3809" y="0"/>
                  </a:lnTo>
                  <a:lnTo>
                    <a:pt x="3809" y="5486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3" name="object 3743"/>
            <p:cNvSpPr/>
            <p:nvPr/>
          </p:nvSpPr>
          <p:spPr>
            <a:xfrm>
              <a:off x="6622694" y="2067944"/>
              <a:ext cx="59055" cy="3810"/>
            </a:xfrm>
            <a:custGeom>
              <a:avLst/>
              <a:gdLst/>
              <a:ahLst/>
              <a:cxnLst/>
              <a:rect l="l" t="t" r="r" b="b"/>
              <a:pathLst>
                <a:path w="59054" h="3810">
                  <a:moveTo>
                    <a:pt x="58674" y="3810"/>
                  </a:moveTo>
                  <a:lnTo>
                    <a:pt x="58674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58674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4" name="object 3744"/>
            <p:cNvSpPr/>
            <p:nvPr/>
          </p:nvSpPr>
          <p:spPr>
            <a:xfrm>
              <a:off x="5795149" y="328562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7620"/>
                  </a:moveTo>
                  <a:lnTo>
                    <a:pt x="0" y="0"/>
                  </a:lnTo>
                  <a:lnTo>
                    <a:pt x="0" y="762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5" name="object 3745"/>
            <p:cNvSpPr/>
            <p:nvPr/>
          </p:nvSpPr>
          <p:spPr>
            <a:xfrm>
              <a:off x="5795149" y="328562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380" y="3810"/>
                  </a:moveTo>
                  <a:lnTo>
                    <a:pt x="380" y="3810"/>
                  </a:lnTo>
                </a:path>
              </a:pathLst>
            </a:custGeom>
            <a:ln w="7620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6" name="object 3746"/>
            <p:cNvSpPr/>
            <p:nvPr/>
          </p:nvSpPr>
          <p:spPr>
            <a:xfrm>
              <a:off x="6633349" y="239712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7" name="object 3747"/>
            <p:cNvSpPr/>
            <p:nvPr/>
          </p:nvSpPr>
          <p:spPr>
            <a:xfrm>
              <a:off x="6633349" y="239712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8" name="object 3748"/>
            <p:cNvSpPr/>
            <p:nvPr/>
          </p:nvSpPr>
          <p:spPr>
            <a:xfrm>
              <a:off x="5795137" y="3285632"/>
              <a:ext cx="847090" cy="7620"/>
            </a:xfrm>
            <a:custGeom>
              <a:avLst/>
              <a:gdLst/>
              <a:ahLst/>
              <a:cxnLst/>
              <a:rect l="l" t="t" r="r" b="b"/>
              <a:pathLst>
                <a:path w="847090" h="7620">
                  <a:moveTo>
                    <a:pt x="847090" y="3810"/>
                  </a:moveTo>
                  <a:lnTo>
                    <a:pt x="838200" y="3810"/>
                  </a:lnTo>
                  <a:lnTo>
                    <a:pt x="838200" y="0"/>
                  </a:lnTo>
                  <a:lnTo>
                    <a:pt x="0" y="0"/>
                  </a:lnTo>
                  <a:lnTo>
                    <a:pt x="0" y="7620"/>
                  </a:lnTo>
                  <a:lnTo>
                    <a:pt x="838200" y="7620"/>
                  </a:lnTo>
                  <a:lnTo>
                    <a:pt x="847090" y="7620"/>
                  </a:lnTo>
                  <a:lnTo>
                    <a:pt x="847090" y="381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9" name="object 3749"/>
            <p:cNvSpPr/>
            <p:nvPr/>
          </p:nvSpPr>
          <p:spPr>
            <a:xfrm>
              <a:off x="5795149" y="3285620"/>
              <a:ext cx="847090" cy="7620"/>
            </a:xfrm>
            <a:custGeom>
              <a:avLst/>
              <a:gdLst/>
              <a:ahLst/>
              <a:cxnLst/>
              <a:rect l="l" t="t" r="r" b="b"/>
              <a:pathLst>
                <a:path w="847090" h="7620">
                  <a:moveTo>
                    <a:pt x="-380" y="3810"/>
                  </a:moveTo>
                  <a:lnTo>
                    <a:pt x="846962" y="3810"/>
                  </a:lnTo>
                </a:path>
              </a:pathLst>
            </a:custGeom>
            <a:ln w="8381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0" name="object 3750"/>
            <p:cNvSpPr/>
            <p:nvPr/>
          </p:nvSpPr>
          <p:spPr>
            <a:xfrm>
              <a:off x="6633362" y="2397128"/>
              <a:ext cx="8890" cy="892810"/>
            </a:xfrm>
            <a:custGeom>
              <a:avLst/>
              <a:gdLst/>
              <a:ahLst/>
              <a:cxnLst/>
              <a:rect l="l" t="t" r="r" b="b"/>
              <a:pathLst>
                <a:path w="8890" h="892810">
                  <a:moveTo>
                    <a:pt x="8382" y="0"/>
                  </a:moveTo>
                  <a:lnTo>
                    <a:pt x="8382" y="892301"/>
                  </a:lnTo>
                  <a:lnTo>
                    <a:pt x="0" y="892301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1" name="object 3751"/>
            <p:cNvSpPr/>
            <p:nvPr/>
          </p:nvSpPr>
          <p:spPr>
            <a:xfrm>
              <a:off x="6633362" y="2397128"/>
              <a:ext cx="8890" cy="892810"/>
            </a:xfrm>
            <a:custGeom>
              <a:avLst/>
              <a:gdLst/>
              <a:ahLst/>
              <a:cxnLst/>
              <a:rect l="l" t="t" r="r" b="b"/>
              <a:pathLst>
                <a:path w="8890" h="892810">
                  <a:moveTo>
                    <a:pt x="8382" y="0"/>
                  </a:moveTo>
                  <a:lnTo>
                    <a:pt x="8382" y="892301"/>
                  </a:lnTo>
                  <a:lnTo>
                    <a:pt x="0" y="892301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2" name="object 3752"/>
            <p:cNvSpPr/>
            <p:nvPr/>
          </p:nvSpPr>
          <p:spPr>
            <a:xfrm>
              <a:off x="5703709" y="340373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7620"/>
                  </a:moveTo>
                  <a:lnTo>
                    <a:pt x="0" y="0"/>
                  </a:lnTo>
                  <a:lnTo>
                    <a:pt x="0" y="762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3" name="object 3753"/>
            <p:cNvSpPr/>
            <p:nvPr/>
          </p:nvSpPr>
          <p:spPr>
            <a:xfrm>
              <a:off x="5703709" y="340373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380" y="3810"/>
                  </a:moveTo>
                  <a:lnTo>
                    <a:pt x="380" y="3810"/>
                  </a:lnTo>
                </a:path>
              </a:pathLst>
            </a:custGeom>
            <a:ln w="7620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4" name="object 3754"/>
            <p:cNvSpPr/>
            <p:nvPr/>
          </p:nvSpPr>
          <p:spPr>
            <a:xfrm>
              <a:off x="6744614" y="240170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5" name="object 3755"/>
            <p:cNvSpPr/>
            <p:nvPr/>
          </p:nvSpPr>
          <p:spPr>
            <a:xfrm>
              <a:off x="6744614" y="240170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1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6" name="object 3756"/>
            <p:cNvSpPr/>
            <p:nvPr/>
          </p:nvSpPr>
          <p:spPr>
            <a:xfrm>
              <a:off x="5703697" y="3403743"/>
              <a:ext cx="1050290" cy="7620"/>
            </a:xfrm>
            <a:custGeom>
              <a:avLst/>
              <a:gdLst/>
              <a:ahLst/>
              <a:cxnLst/>
              <a:rect l="l" t="t" r="r" b="b"/>
              <a:pathLst>
                <a:path w="1050290" h="7620">
                  <a:moveTo>
                    <a:pt x="1050290" y="3810"/>
                  </a:moveTo>
                  <a:lnTo>
                    <a:pt x="1041400" y="3810"/>
                  </a:lnTo>
                  <a:lnTo>
                    <a:pt x="1041400" y="0"/>
                  </a:lnTo>
                  <a:lnTo>
                    <a:pt x="0" y="0"/>
                  </a:lnTo>
                  <a:lnTo>
                    <a:pt x="0" y="7620"/>
                  </a:lnTo>
                  <a:lnTo>
                    <a:pt x="1041400" y="7620"/>
                  </a:lnTo>
                  <a:lnTo>
                    <a:pt x="1050290" y="7620"/>
                  </a:lnTo>
                  <a:lnTo>
                    <a:pt x="1050290" y="381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7" name="object 3757"/>
            <p:cNvSpPr/>
            <p:nvPr/>
          </p:nvSpPr>
          <p:spPr>
            <a:xfrm>
              <a:off x="5703709" y="3403730"/>
              <a:ext cx="1050290" cy="7620"/>
            </a:xfrm>
            <a:custGeom>
              <a:avLst/>
              <a:gdLst/>
              <a:ahLst/>
              <a:cxnLst/>
              <a:rect l="l" t="t" r="r" b="b"/>
              <a:pathLst>
                <a:path w="1050290" h="7620">
                  <a:moveTo>
                    <a:pt x="-381" y="3810"/>
                  </a:moveTo>
                  <a:lnTo>
                    <a:pt x="1050416" y="3810"/>
                  </a:lnTo>
                </a:path>
              </a:pathLst>
            </a:custGeom>
            <a:ln w="8381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8" name="object 3758"/>
            <p:cNvSpPr/>
            <p:nvPr/>
          </p:nvSpPr>
          <p:spPr>
            <a:xfrm>
              <a:off x="6744601" y="2401700"/>
              <a:ext cx="9525" cy="1005840"/>
            </a:xfrm>
            <a:custGeom>
              <a:avLst/>
              <a:gdLst/>
              <a:ahLst/>
              <a:cxnLst/>
              <a:rect l="l" t="t" r="r" b="b"/>
              <a:pathLst>
                <a:path w="9525" h="1005839">
                  <a:moveTo>
                    <a:pt x="9144" y="1005839"/>
                  </a:moveTo>
                  <a:lnTo>
                    <a:pt x="7620" y="0"/>
                  </a:lnTo>
                  <a:lnTo>
                    <a:pt x="0" y="0"/>
                  </a:lnTo>
                  <a:lnTo>
                    <a:pt x="762" y="1005839"/>
                  </a:lnTo>
                  <a:lnTo>
                    <a:pt x="9144" y="1005839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9" name="object 3759"/>
            <p:cNvSpPr/>
            <p:nvPr/>
          </p:nvSpPr>
          <p:spPr>
            <a:xfrm>
              <a:off x="6744601" y="2401700"/>
              <a:ext cx="9525" cy="1005840"/>
            </a:xfrm>
            <a:custGeom>
              <a:avLst/>
              <a:gdLst/>
              <a:ahLst/>
              <a:cxnLst/>
              <a:rect l="l" t="t" r="r" b="b"/>
              <a:pathLst>
                <a:path w="9525" h="1005839">
                  <a:moveTo>
                    <a:pt x="4572" y="-380"/>
                  </a:moveTo>
                  <a:lnTo>
                    <a:pt x="4572" y="1006221"/>
                  </a:lnTo>
                </a:path>
              </a:pathLst>
            </a:custGeom>
            <a:ln w="990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0" name="object 3760"/>
            <p:cNvSpPr/>
            <p:nvPr/>
          </p:nvSpPr>
          <p:spPr>
            <a:xfrm>
              <a:off x="5610758" y="3510410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82"/>
                  </a:moveTo>
                  <a:lnTo>
                    <a:pt x="0" y="0"/>
                  </a:lnTo>
                  <a:lnTo>
                    <a:pt x="0" y="838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1" name="object 3761"/>
            <p:cNvSpPr/>
            <p:nvPr/>
          </p:nvSpPr>
          <p:spPr>
            <a:xfrm>
              <a:off x="5610758" y="3510410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-380" y="4191"/>
                  </a:moveTo>
                  <a:lnTo>
                    <a:pt x="380" y="4191"/>
                  </a:lnTo>
                </a:path>
              </a:pathLst>
            </a:custGeom>
            <a:ln w="8382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2" name="object 3762"/>
            <p:cNvSpPr/>
            <p:nvPr/>
          </p:nvSpPr>
          <p:spPr>
            <a:xfrm>
              <a:off x="6864997" y="2401700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3" name="object 3763"/>
            <p:cNvSpPr/>
            <p:nvPr/>
          </p:nvSpPr>
          <p:spPr>
            <a:xfrm>
              <a:off x="6864997" y="2401700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4" name="object 3764"/>
            <p:cNvSpPr/>
            <p:nvPr/>
          </p:nvSpPr>
          <p:spPr>
            <a:xfrm>
              <a:off x="5610745" y="3510422"/>
              <a:ext cx="1263650" cy="8890"/>
            </a:xfrm>
            <a:custGeom>
              <a:avLst/>
              <a:gdLst/>
              <a:ahLst/>
              <a:cxnLst/>
              <a:rect l="l" t="t" r="r" b="b"/>
              <a:pathLst>
                <a:path w="1263650" h="8889">
                  <a:moveTo>
                    <a:pt x="1263650" y="4572"/>
                  </a:moveTo>
                  <a:lnTo>
                    <a:pt x="1256030" y="4572"/>
                  </a:lnTo>
                  <a:lnTo>
                    <a:pt x="1256030" y="0"/>
                  </a:lnTo>
                  <a:lnTo>
                    <a:pt x="0" y="0"/>
                  </a:lnTo>
                  <a:lnTo>
                    <a:pt x="0" y="8382"/>
                  </a:lnTo>
                  <a:lnTo>
                    <a:pt x="1256030" y="8382"/>
                  </a:lnTo>
                  <a:lnTo>
                    <a:pt x="1263650" y="8382"/>
                  </a:lnTo>
                  <a:lnTo>
                    <a:pt x="1263650" y="457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5" name="object 3765"/>
            <p:cNvSpPr/>
            <p:nvPr/>
          </p:nvSpPr>
          <p:spPr>
            <a:xfrm>
              <a:off x="5610758" y="3510410"/>
              <a:ext cx="1264285" cy="8890"/>
            </a:xfrm>
            <a:custGeom>
              <a:avLst/>
              <a:gdLst/>
              <a:ahLst/>
              <a:cxnLst/>
              <a:rect l="l" t="t" r="r" b="b"/>
              <a:pathLst>
                <a:path w="1264284" h="8889">
                  <a:moveTo>
                    <a:pt x="-380" y="4191"/>
                  </a:moveTo>
                  <a:lnTo>
                    <a:pt x="1264538" y="4191"/>
                  </a:lnTo>
                </a:path>
              </a:pathLst>
            </a:custGeom>
            <a:ln w="9143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6" name="object 3766"/>
            <p:cNvSpPr/>
            <p:nvPr/>
          </p:nvSpPr>
          <p:spPr>
            <a:xfrm>
              <a:off x="6865010" y="2401700"/>
              <a:ext cx="10160" cy="1113790"/>
            </a:xfrm>
            <a:custGeom>
              <a:avLst/>
              <a:gdLst/>
              <a:ahLst/>
              <a:cxnLst/>
              <a:rect l="l" t="t" r="r" b="b"/>
              <a:pathLst>
                <a:path w="10159" h="1113789">
                  <a:moveTo>
                    <a:pt x="9905" y="1113281"/>
                  </a:moveTo>
                  <a:lnTo>
                    <a:pt x="8381" y="0"/>
                  </a:lnTo>
                  <a:lnTo>
                    <a:pt x="0" y="0"/>
                  </a:lnTo>
                  <a:lnTo>
                    <a:pt x="1523" y="1113281"/>
                  </a:lnTo>
                  <a:lnTo>
                    <a:pt x="9905" y="1113281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7" name="object 3767"/>
            <p:cNvSpPr/>
            <p:nvPr/>
          </p:nvSpPr>
          <p:spPr>
            <a:xfrm>
              <a:off x="6865010" y="2401700"/>
              <a:ext cx="10160" cy="1113790"/>
            </a:xfrm>
            <a:custGeom>
              <a:avLst/>
              <a:gdLst/>
              <a:ahLst/>
              <a:cxnLst/>
              <a:rect l="l" t="t" r="r" b="b"/>
              <a:pathLst>
                <a:path w="10159" h="1113789">
                  <a:moveTo>
                    <a:pt x="4952" y="-380"/>
                  </a:moveTo>
                  <a:lnTo>
                    <a:pt x="4952" y="1113662"/>
                  </a:lnTo>
                </a:path>
              </a:pathLst>
            </a:custGeom>
            <a:ln w="1066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8" name="object 3768"/>
            <p:cNvSpPr/>
            <p:nvPr/>
          </p:nvSpPr>
          <p:spPr>
            <a:xfrm>
              <a:off x="5526176" y="3607946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81"/>
                  </a:moveTo>
                  <a:lnTo>
                    <a:pt x="0" y="0"/>
                  </a:lnTo>
                  <a:lnTo>
                    <a:pt x="0" y="8381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9" name="object 3769"/>
            <p:cNvSpPr/>
            <p:nvPr/>
          </p:nvSpPr>
          <p:spPr>
            <a:xfrm>
              <a:off x="5526176" y="3607946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-380" y="4190"/>
                  </a:moveTo>
                  <a:lnTo>
                    <a:pt x="380" y="4190"/>
                  </a:lnTo>
                </a:path>
              </a:pathLst>
            </a:custGeom>
            <a:ln w="8381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0" name="object 3770"/>
            <p:cNvSpPr/>
            <p:nvPr/>
          </p:nvSpPr>
          <p:spPr>
            <a:xfrm>
              <a:off x="6965594" y="240170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1" name="object 3771"/>
            <p:cNvSpPr/>
            <p:nvPr/>
          </p:nvSpPr>
          <p:spPr>
            <a:xfrm>
              <a:off x="6965594" y="240170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1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2" name="object 3772"/>
            <p:cNvSpPr/>
            <p:nvPr/>
          </p:nvSpPr>
          <p:spPr>
            <a:xfrm>
              <a:off x="5526164" y="3607959"/>
              <a:ext cx="1449070" cy="8890"/>
            </a:xfrm>
            <a:custGeom>
              <a:avLst/>
              <a:gdLst/>
              <a:ahLst/>
              <a:cxnLst/>
              <a:rect l="l" t="t" r="r" b="b"/>
              <a:pathLst>
                <a:path w="1449070" h="8889">
                  <a:moveTo>
                    <a:pt x="1449070" y="4572"/>
                  </a:moveTo>
                  <a:lnTo>
                    <a:pt x="1441450" y="4572"/>
                  </a:lnTo>
                  <a:lnTo>
                    <a:pt x="1441450" y="0"/>
                  </a:lnTo>
                  <a:lnTo>
                    <a:pt x="0" y="0"/>
                  </a:lnTo>
                  <a:lnTo>
                    <a:pt x="0" y="8382"/>
                  </a:lnTo>
                  <a:lnTo>
                    <a:pt x="1441450" y="8382"/>
                  </a:lnTo>
                  <a:lnTo>
                    <a:pt x="1449070" y="8382"/>
                  </a:lnTo>
                  <a:lnTo>
                    <a:pt x="1449070" y="457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3" name="object 3773"/>
            <p:cNvSpPr/>
            <p:nvPr/>
          </p:nvSpPr>
          <p:spPr>
            <a:xfrm>
              <a:off x="5526176" y="3607946"/>
              <a:ext cx="1449070" cy="8890"/>
            </a:xfrm>
            <a:custGeom>
              <a:avLst/>
              <a:gdLst/>
              <a:ahLst/>
              <a:cxnLst/>
              <a:rect l="l" t="t" r="r" b="b"/>
              <a:pathLst>
                <a:path w="1449070" h="8889">
                  <a:moveTo>
                    <a:pt x="-380" y="4190"/>
                  </a:moveTo>
                  <a:lnTo>
                    <a:pt x="1448943" y="4190"/>
                  </a:lnTo>
                </a:path>
              </a:pathLst>
            </a:custGeom>
            <a:ln w="9143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4" name="object 3774"/>
            <p:cNvSpPr/>
            <p:nvPr/>
          </p:nvSpPr>
          <p:spPr>
            <a:xfrm>
              <a:off x="6965594" y="2401700"/>
              <a:ext cx="9525" cy="1210945"/>
            </a:xfrm>
            <a:custGeom>
              <a:avLst/>
              <a:gdLst/>
              <a:ahLst/>
              <a:cxnLst/>
              <a:rect l="l" t="t" r="r" b="b"/>
              <a:pathLst>
                <a:path w="9525" h="1210945">
                  <a:moveTo>
                    <a:pt x="9144" y="1210817"/>
                  </a:moveTo>
                  <a:lnTo>
                    <a:pt x="7620" y="0"/>
                  </a:lnTo>
                  <a:lnTo>
                    <a:pt x="0" y="0"/>
                  </a:lnTo>
                  <a:lnTo>
                    <a:pt x="1524" y="1210817"/>
                  </a:lnTo>
                  <a:lnTo>
                    <a:pt x="9144" y="1210817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5" name="object 3775"/>
            <p:cNvSpPr/>
            <p:nvPr/>
          </p:nvSpPr>
          <p:spPr>
            <a:xfrm>
              <a:off x="6965594" y="2401700"/>
              <a:ext cx="9525" cy="1210945"/>
            </a:xfrm>
            <a:custGeom>
              <a:avLst/>
              <a:gdLst/>
              <a:ahLst/>
              <a:cxnLst/>
              <a:rect l="l" t="t" r="r" b="b"/>
              <a:pathLst>
                <a:path w="9525" h="1210945">
                  <a:moveTo>
                    <a:pt x="4572" y="-380"/>
                  </a:moveTo>
                  <a:lnTo>
                    <a:pt x="4572" y="1211199"/>
                  </a:lnTo>
                </a:path>
              </a:pathLst>
            </a:custGeom>
            <a:ln w="990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6" name="object 3776"/>
            <p:cNvSpPr/>
            <p:nvPr/>
          </p:nvSpPr>
          <p:spPr>
            <a:xfrm>
              <a:off x="5794400" y="332524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7620"/>
                  </a:moveTo>
                  <a:lnTo>
                    <a:pt x="0" y="0"/>
                  </a:lnTo>
                  <a:lnTo>
                    <a:pt x="0" y="762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7" name="object 3777"/>
            <p:cNvSpPr/>
            <p:nvPr/>
          </p:nvSpPr>
          <p:spPr>
            <a:xfrm>
              <a:off x="5794400" y="332524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380" y="3810"/>
                  </a:moveTo>
                  <a:lnTo>
                    <a:pt x="380" y="3810"/>
                  </a:lnTo>
                </a:path>
              </a:pathLst>
            </a:custGeom>
            <a:ln w="7620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8" name="object 3778"/>
            <p:cNvSpPr/>
            <p:nvPr/>
          </p:nvSpPr>
          <p:spPr>
            <a:xfrm>
              <a:off x="6693547" y="240170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9" name="object 3779"/>
            <p:cNvSpPr/>
            <p:nvPr/>
          </p:nvSpPr>
          <p:spPr>
            <a:xfrm>
              <a:off x="6693547" y="240170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1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0" name="object 3780"/>
            <p:cNvSpPr/>
            <p:nvPr/>
          </p:nvSpPr>
          <p:spPr>
            <a:xfrm>
              <a:off x="5794388" y="3325256"/>
              <a:ext cx="906780" cy="7620"/>
            </a:xfrm>
            <a:custGeom>
              <a:avLst/>
              <a:gdLst/>
              <a:ahLst/>
              <a:cxnLst/>
              <a:rect l="l" t="t" r="r" b="b"/>
              <a:pathLst>
                <a:path w="906779" h="7620">
                  <a:moveTo>
                    <a:pt x="906780" y="3810"/>
                  </a:moveTo>
                  <a:lnTo>
                    <a:pt x="899160" y="3810"/>
                  </a:lnTo>
                  <a:lnTo>
                    <a:pt x="899160" y="0"/>
                  </a:lnTo>
                  <a:lnTo>
                    <a:pt x="0" y="0"/>
                  </a:lnTo>
                  <a:lnTo>
                    <a:pt x="0" y="7620"/>
                  </a:lnTo>
                  <a:lnTo>
                    <a:pt x="899160" y="7620"/>
                  </a:lnTo>
                  <a:lnTo>
                    <a:pt x="906780" y="7620"/>
                  </a:lnTo>
                  <a:lnTo>
                    <a:pt x="906780" y="381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1" name="object 3781"/>
            <p:cNvSpPr/>
            <p:nvPr/>
          </p:nvSpPr>
          <p:spPr>
            <a:xfrm>
              <a:off x="5794400" y="3325244"/>
              <a:ext cx="906780" cy="7620"/>
            </a:xfrm>
            <a:custGeom>
              <a:avLst/>
              <a:gdLst/>
              <a:ahLst/>
              <a:cxnLst/>
              <a:rect l="l" t="t" r="r" b="b"/>
              <a:pathLst>
                <a:path w="906779" h="7620">
                  <a:moveTo>
                    <a:pt x="-380" y="3810"/>
                  </a:moveTo>
                  <a:lnTo>
                    <a:pt x="907160" y="3810"/>
                  </a:lnTo>
                </a:path>
              </a:pathLst>
            </a:custGeom>
            <a:ln w="8381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2" name="object 3782"/>
            <p:cNvSpPr/>
            <p:nvPr/>
          </p:nvSpPr>
          <p:spPr>
            <a:xfrm>
              <a:off x="6693559" y="2401700"/>
              <a:ext cx="7620" cy="927735"/>
            </a:xfrm>
            <a:custGeom>
              <a:avLst/>
              <a:gdLst/>
              <a:ahLst/>
              <a:cxnLst/>
              <a:rect l="l" t="t" r="r" b="b"/>
              <a:pathLst>
                <a:path w="7620" h="927735">
                  <a:moveTo>
                    <a:pt x="7620" y="0"/>
                  </a:moveTo>
                  <a:lnTo>
                    <a:pt x="7620" y="927353"/>
                  </a:lnTo>
                  <a:lnTo>
                    <a:pt x="0" y="927353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3" name="object 3783"/>
            <p:cNvSpPr/>
            <p:nvPr/>
          </p:nvSpPr>
          <p:spPr>
            <a:xfrm>
              <a:off x="6693559" y="2401700"/>
              <a:ext cx="7620" cy="927735"/>
            </a:xfrm>
            <a:custGeom>
              <a:avLst/>
              <a:gdLst/>
              <a:ahLst/>
              <a:cxnLst/>
              <a:rect l="l" t="t" r="r" b="b"/>
              <a:pathLst>
                <a:path w="7620" h="927735">
                  <a:moveTo>
                    <a:pt x="7620" y="0"/>
                  </a:moveTo>
                  <a:lnTo>
                    <a:pt x="7620" y="927353"/>
                  </a:lnTo>
                  <a:lnTo>
                    <a:pt x="0" y="927353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4" name="object 3784"/>
            <p:cNvSpPr/>
            <p:nvPr/>
          </p:nvSpPr>
          <p:spPr>
            <a:xfrm>
              <a:off x="5702947" y="3444116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7620"/>
                  </a:moveTo>
                  <a:lnTo>
                    <a:pt x="0" y="0"/>
                  </a:lnTo>
                  <a:lnTo>
                    <a:pt x="0" y="762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5" name="object 3785"/>
            <p:cNvSpPr/>
            <p:nvPr/>
          </p:nvSpPr>
          <p:spPr>
            <a:xfrm>
              <a:off x="5702947" y="3444116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380" y="3810"/>
                  </a:moveTo>
                  <a:lnTo>
                    <a:pt x="380" y="3810"/>
                  </a:lnTo>
                </a:path>
              </a:pathLst>
            </a:custGeom>
            <a:ln w="7620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6" name="object 3786"/>
            <p:cNvSpPr/>
            <p:nvPr/>
          </p:nvSpPr>
          <p:spPr>
            <a:xfrm>
              <a:off x="6815480" y="239179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7" name="object 3787"/>
            <p:cNvSpPr/>
            <p:nvPr/>
          </p:nvSpPr>
          <p:spPr>
            <a:xfrm>
              <a:off x="6815480" y="239179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8" name="object 3788"/>
            <p:cNvSpPr/>
            <p:nvPr/>
          </p:nvSpPr>
          <p:spPr>
            <a:xfrm>
              <a:off x="5702935" y="3444128"/>
              <a:ext cx="1121410" cy="7620"/>
            </a:xfrm>
            <a:custGeom>
              <a:avLst/>
              <a:gdLst/>
              <a:ahLst/>
              <a:cxnLst/>
              <a:rect l="l" t="t" r="r" b="b"/>
              <a:pathLst>
                <a:path w="1121409" h="7620">
                  <a:moveTo>
                    <a:pt x="1121410" y="3048"/>
                  </a:moveTo>
                  <a:lnTo>
                    <a:pt x="1113790" y="3048"/>
                  </a:lnTo>
                  <a:lnTo>
                    <a:pt x="1113790" y="0"/>
                  </a:lnTo>
                  <a:lnTo>
                    <a:pt x="0" y="0"/>
                  </a:lnTo>
                  <a:lnTo>
                    <a:pt x="0" y="7620"/>
                  </a:lnTo>
                  <a:lnTo>
                    <a:pt x="1113790" y="7620"/>
                  </a:lnTo>
                  <a:lnTo>
                    <a:pt x="1121410" y="7620"/>
                  </a:lnTo>
                  <a:lnTo>
                    <a:pt x="1121410" y="3048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9" name="object 3789"/>
            <p:cNvSpPr/>
            <p:nvPr/>
          </p:nvSpPr>
          <p:spPr>
            <a:xfrm>
              <a:off x="5702947" y="3444116"/>
              <a:ext cx="1122045" cy="7620"/>
            </a:xfrm>
            <a:custGeom>
              <a:avLst/>
              <a:gdLst/>
              <a:ahLst/>
              <a:cxnLst/>
              <a:rect l="l" t="t" r="r" b="b"/>
              <a:pathLst>
                <a:path w="1122045" h="7620">
                  <a:moveTo>
                    <a:pt x="-380" y="3810"/>
                  </a:moveTo>
                  <a:lnTo>
                    <a:pt x="1122044" y="3810"/>
                  </a:lnTo>
                </a:path>
              </a:pathLst>
            </a:custGeom>
            <a:ln w="8381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0" name="object 3790"/>
            <p:cNvSpPr/>
            <p:nvPr/>
          </p:nvSpPr>
          <p:spPr>
            <a:xfrm>
              <a:off x="6815467" y="2391794"/>
              <a:ext cx="9525" cy="1055370"/>
            </a:xfrm>
            <a:custGeom>
              <a:avLst/>
              <a:gdLst/>
              <a:ahLst/>
              <a:cxnLst/>
              <a:rect l="l" t="t" r="r" b="b"/>
              <a:pathLst>
                <a:path w="9525" h="1055370">
                  <a:moveTo>
                    <a:pt x="9144" y="1055369"/>
                  </a:moveTo>
                  <a:lnTo>
                    <a:pt x="7620" y="0"/>
                  </a:lnTo>
                  <a:lnTo>
                    <a:pt x="0" y="0"/>
                  </a:lnTo>
                  <a:lnTo>
                    <a:pt x="762" y="1055369"/>
                  </a:lnTo>
                  <a:lnTo>
                    <a:pt x="9144" y="1055369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1" name="object 3791"/>
            <p:cNvSpPr/>
            <p:nvPr/>
          </p:nvSpPr>
          <p:spPr>
            <a:xfrm>
              <a:off x="6815467" y="2391794"/>
              <a:ext cx="9525" cy="1055370"/>
            </a:xfrm>
            <a:custGeom>
              <a:avLst/>
              <a:gdLst/>
              <a:ahLst/>
              <a:cxnLst/>
              <a:rect l="l" t="t" r="r" b="b"/>
              <a:pathLst>
                <a:path w="9525" h="1055370">
                  <a:moveTo>
                    <a:pt x="4572" y="-380"/>
                  </a:moveTo>
                  <a:lnTo>
                    <a:pt x="4572" y="1055750"/>
                  </a:lnTo>
                </a:path>
              </a:pathLst>
            </a:custGeom>
            <a:ln w="990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2" name="object 3792"/>
            <p:cNvSpPr/>
            <p:nvPr/>
          </p:nvSpPr>
          <p:spPr>
            <a:xfrm>
              <a:off x="5525414" y="3648332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82"/>
                  </a:moveTo>
                  <a:lnTo>
                    <a:pt x="0" y="0"/>
                  </a:lnTo>
                  <a:lnTo>
                    <a:pt x="0" y="838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3" name="object 3793"/>
            <p:cNvSpPr/>
            <p:nvPr/>
          </p:nvSpPr>
          <p:spPr>
            <a:xfrm>
              <a:off x="5525414" y="3648332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-380" y="4191"/>
                  </a:moveTo>
                  <a:lnTo>
                    <a:pt x="380" y="4191"/>
                  </a:lnTo>
                </a:path>
              </a:pathLst>
            </a:custGeom>
            <a:ln w="8381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4" name="object 3794"/>
            <p:cNvSpPr/>
            <p:nvPr/>
          </p:nvSpPr>
          <p:spPr>
            <a:xfrm>
              <a:off x="7028840" y="239712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5" name="object 3795"/>
            <p:cNvSpPr/>
            <p:nvPr/>
          </p:nvSpPr>
          <p:spPr>
            <a:xfrm>
              <a:off x="7028840" y="239712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6" name="object 3796"/>
            <p:cNvSpPr/>
            <p:nvPr/>
          </p:nvSpPr>
          <p:spPr>
            <a:xfrm>
              <a:off x="5525401" y="3648344"/>
              <a:ext cx="1513840" cy="8890"/>
            </a:xfrm>
            <a:custGeom>
              <a:avLst/>
              <a:gdLst/>
              <a:ahLst/>
              <a:cxnLst/>
              <a:rect l="l" t="t" r="r" b="b"/>
              <a:pathLst>
                <a:path w="1513840" h="8889">
                  <a:moveTo>
                    <a:pt x="1513840" y="3810"/>
                  </a:moveTo>
                  <a:lnTo>
                    <a:pt x="1504950" y="3810"/>
                  </a:lnTo>
                  <a:lnTo>
                    <a:pt x="1504950" y="0"/>
                  </a:lnTo>
                  <a:lnTo>
                    <a:pt x="0" y="0"/>
                  </a:lnTo>
                  <a:lnTo>
                    <a:pt x="0" y="8382"/>
                  </a:lnTo>
                  <a:lnTo>
                    <a:pt x="1504950" y="8382"/>
                  </a:lnTo>
                  <a:lnTo>
                    <a:pt x="1513840" y="8382"/>
                  </a:lnTo>
                  <a:lnTo>
                    <a:pt x="1513840" y="381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7" name="object 3797"/>
            <p:cNvSpPr/>
            <p:nvPr/>
          </p:nvSpPr>
          <p:spPr>
            <a:xfrm>
              <a:off x="5525414" y="3648332"/>
              <a:ext cx="1513840" cy="8890"/>
            </a:xfrm>
            <a:custGeom>
              <a:avLst/>
              <a:gdLst/>
              <a:ahLst/>
              <a:cxnLst/>
              <a:rect l="l" t="t" r="r" b="b"/>
              <a:pathLst>
                <a:path w="1513840" h="8889">
                  <a:moveTo>
                    <a:pt x="-381" y="4191"/>
                  </a:moveTo>
                  <a:lnTo>
                    <a:pt x="1513713" y="4191"/>
                  </a:lnTo>
                </a:path>
              </a:pathLst>
            </a:custGeom>
            <a:ln w="9143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8" name="object 3798"/>
            <p:cNvSpPr/>
            <p:nvPr/>
          </p:nvSpPr>
          <p:spPr>
            <a:xfrm>
              <a:off x="7028840" y="2397128"/>
              <a:ext cx="10160" cy="1255395"/>
            </a:xfrm>
            <a:custGeom>
              <a:avLst/>
              <a:gdLst/>
              <a:ahLst/>
              <a:cxnLst/>
              <a:rect l="l" t="t" r="r" b="b"/>
              <a:pathLst>
                <a:path w="10159" h="1255395">
                  <a:moveTo>
                    <a:pt x="9905" y="1255014"/>
                  </a:moveTo>
                  <a:lnTo>
                    <a:pt x="8381" y="0"/>
                  </a:lnTo>
                  <a:lnTo>
                    <a:pt x="0" y="0"/>
                  </a:lnTo>
                  <a:lnTo>
                    <a:pt x="1523" y="1255014"/>
                  </a:lnTo>
                  <a:lnTo>
                    <a:pt x="9905" y="1255014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9" name="object 3799"/>
            <p:cNvSpPr/>
            <p:nvPr/>
          </p:nvSpPr>
          <p:spPr>
            <a:xfrm>
              <a:off x="7028840" y="2397128"/>
              <a:ext cx="10160" cy="1255395"/>
            </a:xfrm>
            <a:custGeom>
              <a:avLst/>
              <a:gdLst/>
              <a:ahLst/>
              <a:cxnLst/>
              <a:rect l="l" t="t" r="r" b="b"/>
              <a:pathLst>
                <a:path w="10159" h="1255395">
                  <a:moveTo>
                    <a:pt x="4952" y="-380"/>
                  </a:moveTo>
                  <a:lnTo>
                    <a:pt x="4952" y="1255395"/>
                  </a:lnTo>
                </a:path>
              </a:pathLst>
            </a:custGeom>
            <a:ln w="1066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0" name="object 3800"/>
            <p:cNvSpPr/>
            <p:nvPr/>
          </p:nvSpPr>
          <p:spPr>
            <a:xfrm>
              <a:off x="5613044" y="3544700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82"/>
                  </a:moveTo>
                  <a:lnTo>
                    <a:pt x="0" y="0"/>
                  </a:lnTo>
                  <a:lnTo>
                    <a:pt x="0" y="838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1" name="object 3801"/>
            <p:cNvSpPr/>
            <p:nvPr/>
          </p:nvSpPr>
          <p:spPr>
            <a:xfrm>
              <a:off x="5613044" y="3544700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-380" y="4190"/>
                  </a:moveTo>
                  <a:lnTo>
                    <a:pt x="380" y="4190"/>
                  </a:lnTo>
                </a:path>
              </a:pathLst>
            </a:custGeom>
            <a:ln w="8382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2" name="object 3802"/>
            <p:cNvSpPr/>
            <p:nvPr/>
          </p:nvSpPr>
          <p:spPr>
            <a:xfrm>
              <a:off x="6913016" y="2401700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3" name="object 3803"/>
            <p:cNvSpPr/>
            <p:nvPr/>
          </p:nvSpPr>
          <p:spPr>
            <a:xfrm>
              <a:off x="6913016" y="2401700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4" name="object 3804"/>
            <p:cNvSpPr/>
            <p:nvPr/>
          </p:nvSpPr>
          <p:spPr>
            <a:xfrm>
              <a:off x="5613032" y="3544712"/>
              <a:ext cx="1309370" cy="8890"/>
            </a:xfrm>
            <a:custGeom>
              <a:avLst/>
              <a:gdLst/>
              <a:ahLst/>
              <a:cxnLst/>
              <a:rect l="l" t="t" r="r" b="b"/>
              <a:pathLst>
                <a:path w="1309370" h="8889">
                  <a:moveTo>
                    <a:pt x="1309370" y="3810"/>
                  </a:moveTo>
                  <a:lnTo>
                    <a:pt x="1301750" y="3810"/>
                  </a:lnTo>
                  <a:lnTo>
                    <a:pt x="1301750" y="0"/>
                  </a:lnTo>
                  <a:lnTo>
                    <a:pt x="0" y="0"/>
                  </a:lnTo>
                  <a:lnTo>
                    <a:pt x="0" y="8382"/>
                  </a:lnTo>
                  <a:lnTo>
                    <a:pt x="1301750" y="8382"/>
                  </a:lnTo>
                  <a:lnTo>
                    <a:pt x="1309370" y="8382"/>
                  </a:lnTo>
                  <a:lnTo>
                    <a:pt x="1309370" y="381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5" name="object 3805"/>
            <p:cNvSpPr/>
            <p:nvPr/>
          </p:nvSpPr>
          <p:spPr>
            <a:xfrm>
              <a:off x="5613044" y="3544700"/>
              <a:ext cx="1309370" cy="8890"/>
            </a:xfrm>
            <a:custGeom>
              <a:avLst/>
              <a:gdLst/>
              <a:ahLst/>
              <a:cxnLst/>
              <a:rect l="l" t="t" r="r" b="b"/>
              <a:pathLst>
                <a:path w="1309370" h="8889">
                  <a:moveTo>
                    <a:pt x="-380" y="4190"/>
                  </a:moveTo>
                  <a:lnTo>
                    <a:pt x="1309496" y="4190"/>
                  </a:lnTo>
                </a:path>
              </a:pathLst>
            </a:custGeom>
            <a:ln w="9143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6" name="object 3806"/>
            <p:cNvSpPr/>
            <p:nvPr/>
          </p:nvSpPr>
          <p:spPr>
            <a:xfrm>
              <a:off x="6913003" y="2401700"/>
              <a:ext cx="9525" cy="1146810"/>
            </a:xfrm>
            <a:custGeom>
              <a:avLst/>
              <a:gdLst/>
              <a:ahLst/>
              <a:cxnLst/>
              <a:rect l="l" t="t" r="r" b="b"/>
              <a:pathLst>
                <a:path w="9525" h="1146810">
                  <a:moveTo>
                    <a:pt x="9144" y="1146810"/>
                  </a:moveTo>
                  <a:lnTo>
                    <a:pt x="8382" y="0"/>
                  </a:lnTo>
                  <a:lnTo>
                    <a:pt x="0" y="0"/>
                  </a:lnTo>
                  <a:lnTo>
                    <a:pt x="1524" y="1146810"/>
                  </a:lnTo>
                  <a:lnTo>
                    <a:pt x="9144" y="114681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7" name="object 3807"/>
            <p:cNvSpPr/>
            <p:nvPr/>
          </p:nvSpPr>
          <p:spPr>
            <a:xfrm>
              <a:off x="6913003" y="2401700"/>
              <a:ext cx="9525" cy="1146810"/>
            </a:xfrm>
            <a:custGeom>
              <a:avLst/>
              <a:gdLst/>
              <a:ahLst/>
              <a:cxnLst/>
              <a:rect l="l" t="t" r="r" b="b"/>
              <a:pathLst>
                <a:path w="9525" h="1146810">
                  <a:moveTo>
                    <a:pt x="4572" y="-380"/>
                  </a:moveTo>
                  <a:lnTo>
                    <a:pt x="4572" y="1147190"/>
                  </a:lnTo>
                </a:path>
              </a:pathLst>
            </a:custGeom>
            <a:ln w="990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8" name="object 3808"/>
            <p:cNvSpPr/>
            <p:nvPr/>
          </p:nvSpPr>
          <p:spPr>
            <a:xfrm>
              <a:off x="4894465" y="3702447"/>
              <a:ext cx="276225" cy="104775"/>
            </a:xfrm>
            <a:custGeom>
              <a:avLst/>
              <a:gdLst/>
              <a:ahLst/>
              <a:cxnLst/>
              <a:rect l="l" t="t" r="r" b="b"/>
              <a:pathLst>
                <a:path w="276225" h="104775">
                  <a:moveTo>
                    <a:pt x="24384" y="83820"/>
                  </a:moveTo>
                  <a:lnTo>
                    <a:pt x="22860" y="80010"/>
                  </a:lnTo>
                  <a:lnTo>
                    <a:pt x="20574" y="76962"/>
                  </a:lnTo>
                  <a:lnTo>
                    <a:pt x="12954" y="74676"/>
                  </a:lnTo>
                  <a:lnTo>
                    <a:pt x="9144" y="74676"/>
                  </a:lnTo>
                  <a:lnTo>
                    <a:pt x="3048" y="78486"/>
                  </a:lnTo>
                  <a:lnTo>
                    <a:pt x="0" y="85344"/>
                  </a:lnTo>
                  <a:lnTo>
                    <a:pt x="0" y="92964"/>
                  </a:lnTo>
                  <a:lnTo>
                    <a:pt x="3048" y="100584"/>
                  </a:lnTo>
                  <a:lnTo>
                    <a:pt x="9906" y="104394"/>
                  </a:lnTo>
                  <a:lnTo>
                    <a:pt x="16764" y="104394"/>
                  </a:lnTo>
                  <a:lnTo>
                    <a:pt x="20574" y="102108"/>
                  </a:lnTo>
                  <a:lnTo>
                    <a:pt x="23622" y="98298"/>
                  </a:lnTo>
                  <a:lnTo>
                    <a:pt x="24384" y="94488"/>
                  </a:lnTo>
                  <a:lnTo>
                    <a:pt x="19812" y="93726"/>
                  </a:lnTo>
                  <a:lnTo>
                    <a:pt x="19050" y="96774"/>
                  </a:lnTo>
                  <a:lnTo>
                    <a:pt x="17526" y="99060"/>
                  </a:lnTo>
                  <a:lnTo>
                    <a:pt x="12954" y="100584"/>
                  </a:lnTo>
                  <a:lnTo>
                    <a:pt x="6858" y="98298"/>
                  </a:lnTo>
                  <a:lnTo>
                    <a:pt x="5334" y="94488"/>
                  </a:lnTo>
                  <a:lnTo>
                    <a:pt x="4572" y="89916"/>
                  </a:lnTo>
                  <a:lnTo>
                    <a:pt x="6858" y="81534"/>
                  </a:lnTo>
                  <a:lnTo>
                    <a:pt x="12954" y="78486"/>
                  </a:lnTo>
                  <a:lnTo>
                    <a:pt x="16764" y="80010"/>
                  </a:lnTo>
                  <a:lnTo>
                    <a:pt x="19812" y="84582"/>
                  </a:lnTo>
                  <a:lnTo>
                    <a:pt x="24384" y="83820"/>
                  </a:lnTo>
                  <a:close/>
                </a:path>
                <a:path w="276225" h="104775">
                  <a:moveTo>
                    <a:pt x="31750" y="16027"/>
                  </a:moveTo>
                  <a:lnTo>
                    <a:pt x="31242" y="8382"/>
                  </a:lnTo>
                  <a:lnTo>
                    <a:pt x="31242" y="6858"/>
                  </a:lnTo>
                  <a:lnTo>
                    <a:pt x="29718" y="5334"/>
                  </a:lnTo>
                  <a:lnTo>
                    <a:pt x="27508" y="546"/>
                  </a:lnTo>
                  <a:lnTo>
                    <a:pt x="27178" y="546"/>
                  </a:lnTo>
                  <a:lnTo>
                    <a:pt x="27178" y="20091"/>
                  </a:lnTo>
                  <a:lnTo>
                    <a:pt x="19494" y="20129"/>
                  </a:lnTo>
                  <a:lnTo>
                    <a:pt x="14478" y="19812"/>
                  </a:lnTo>
                  <a:lnTo>
                    <a:pt x="6858" y="19812"/>
                  </a:lnTo>
                  <a:lnTo>
                    <a:pt x="6858" y="5334"/>
                  </a:lnTo>
                  <a:lnTo>
                    <a:pt x="20574" y="5334"/>
                  </a:lnTo>
                  <a:lnTo>
                    <a:pt x="22098" y="6096"/>
                  </a:lnTo>
                  <a:lnTo>
                    <a:pt x="22860" y="6096"/>
                  </a:lnTo>
                  <a:lnTo>
                    <a:pt x="24384" y="6858"/>
                  </a:lnTo>
                  <a:lnTo>
                    <a:pt x="25146" y="8382"/>
                  </a:lnTo>
                  <a:lnTo>
                    <a:pt x="25908" y="9144"/>
                  </a:lnTo>
                  <a:lnTo>
                    <a:pt x="26670" y="10668"/>
                  </a:lnTo>
                  <a:lnTo>
                    <a:pt x="26670" y="12954"/>
                  </a:lnTo>
                  <a:lnTo>
                    <a:pt x="27178" y="20091"/>
                  </a:lnTo>
                  <a:lnTo>
                    <a:pt x="27178" y="546"/>
                  </a:lnTo>
                  <a:lnTo>
                    <a:pt x="17348" y="482"/>
                  </a:lnTo>
                  <a:lnTo>
                    <a:pt x="14478" y="660"/>
                  </a:lnTo>
                  <a:lnTo>
                    <a:pt x="1524" y="762"/>
                  </a:lnTo>
                  <a:lnTo>
                    <a:pt x="1524" y="40386"/>
                  </a:lnTo>
                  <a:lnTo>
                    <a:pt x="6858" y="40386"/>
                  </a:lnTo>
                  <a:lnTo>
                    <a:pt x="6858" y="24384"/>
                  </a:lnTo>
                  <a:lnTo>
                    <a:pt x="20574" y="24257"/>
                  </a:lnTo>
                  <a:lnTo>
                    <a:pt x="22250" y="24231"/>
                  </a:lnTo>
                  <a:lnTo>
                    <a:pt x="27178" y="21932"/>
                  </a:lnTo>
                  <a:lnTo>
                    <a:pt x="28371" y="21374"/>
                  </a:lnTo>
                  <a:lnTo>
                    <a:pt x="31750" y="16027"/>
                  </a:lnTo>
                  <a:close/>
                </a:path>
                <a:path w="276225" h="104775">
                  <a:moveTo>
                    <a:pt x="53340" y="89916"/>
                  </a:moveTo>
                  <a:lnTo>
                    <a:pt x="52578" y="85344"/>
                  </a:lnTo>
                  <a:lnTo>
                    <a:pt x="48285" y="76987"/>
                  </a:lnTo>
                  <a:lnTo>
                    <a:pt x="48006" y="76898"/>
                  </a:lnTo>
                  <a:lnTo>
                    <a:pt x="48006" y="84582"/>
                  </a:lnTo>
                  <a:lnTo>
                    <a:pt x="48006" y="86868"/>
                  </a:lnTo>
                  <a:lnTo>
                    <a:pt x="32766" y="86868"/>
                  </a:lnTo>
                  <a:lnTo>
                    <a:pt x="32766" y="84582"/>
                  </a:lnTo>
                  <a:lnTo>
                    <a:pt x="35471" y="77089"/>
                  </a:lnTo>
                  <a:lnTo>
                    <a:pt x="45402" y="76466"/>
                  </a:lnTo>
                  <a:lnTo>
                    <a:pt x="48006" y="84582"/>
                  </a:lnTo>
                  <a:lnTo>
                    <a:pt x="48006" y="76898"/>
                  </a:lnTo>
                  <a:lnTo>
                    <a:pt x="40424" y="74345"/>
                  </a:lnTo>
                  <a:lnTo>
                    <a:pt x="32359" y="77203"/>
                  </a:lnTo>
                  <a:lnTo>
                    <a:pt x="27432" y="85344"/>
                  </a:lnTo>
                  <a:lnTo>
                    <a:pt x="27432" y="94488"/>
                  </a:lnTo>
                  <a:lnTo>
                    <a:pt x="31648" y="101104"/>
                  </a:lnTo>
                  <a:lnTo>
                    <a:pt x="32004" y="101333"/>
                  </a:lnTo>
                  <a:lnTo>
                    <a:pt x="37363" y="104660"/>
                  </a:lnTo>
                  <a:lnTo>
                    <a:pt x="43827" y="104660"/>
                  </a:lnTo>
                  <a:lnTo>
                    <a:pt x="50292" y="100584"/>
                  </a:lnTo>
                  <a:lnTo>
                    <a:pt x="51816" y="98298"/>
                  </a:lnTo>
                  <a:lnTo>
                    <a:pt x="52578" y="95250"/>
                  </a:lnTo>
                  <a:lnTo>
                    <a:pt x="49530" y="95250"/>
                  </a:lnTo>
                  <a:lnTo>
                    <a:pt x="48006" y="94488"/>
                  </a:lnTo>
                  <a:lnTo>
                    <a:pt x="47244" y="96774"/>
                  </a:lnTo>
                  <a:lnTo>
                    <a:pt x="46482" y="98298"/>
                  </a:lnTo>
                  <a:lnTo>
                    <a:pt x="44958" y="99060"/>
                  </a:lnTo>
                  <a:lnTo>
                    <a:pt x="44196" y="99822"/>
                  </a:lnTo>
                  <a:lnTo>
                    <a:pt x="42672" y="100584"/>
                  </a:lnTo>
                  <a:lnTo>
                    <a:pt x="38862" y="100584"/>
                  </a:lnTo>
                  <a:lnTo>
                    <a:pt x="36576" y="99822"/>
                  </a:lnTo>
                  <a:lnTo>
                    <a:pt x="35052" y="98298"/>
                  </a:lnTo>
                  <a:lnTo>
                    <a:pt x="32004" y="93726"/>
                  </a:lnTo>
                  <a:lnTo>
                    <a:pt x="32004" y="90678"/>
                  </a:lnTo>
                  <a:lnTo>
                    <a:pt x="32766" y="90678"/>
                  </a:lnTo>
                  <a:lnTo>
                    <a:pt x="48006" y="90678"/>
                  </a:lnTo>
                  <a:lnTo>
                    <a:pt x="53340" y="90678"/>
                  </a:lnTo>
                  <a:lnTo>
                    <a:pt x="53340" y="89916"/>
                  </a:lnTo>
                  <a:close/>
                </a:path>
                <a:path w="276225" h="104775">
                  <a:moveTo>
                    <a:pt x="73152" y="40386"/>
                  </a:moveTo>
                  <a:lnTo>
                    <a:pt x="61722" y="24384"/>
                  </a:lnTo>
                  <a:lnTo>
                    <a:pt x="58674" y="22860"/>
                  </a:lnTo>
                  <a:lnTo>
                    <a:pt x="64008" y="21336"/>
                  </a:lnTo>
                  <a:lnTo>
                    <a:pt x="65925" y="19418"/>
                  </a:lnTo>
                  <a:lnTo>
                    <a:pt x="69342" y="16002"/>
                  </a:lnTo>
                  <a:lnTo>
                    <a:pt x="70104" y="11430"/>
                  </a:lnTo>
                  <a:lnTo>
                    <a:pt x="69342" y="8382"/>
                  </a:lnTo>
                  <a:lnTo>
                    <a:pt x="66294" y="3810"/>
                  </a:lnTo>
                  <a:lnTo>
                    <a:pt x="65925" y="3683"/>
                  </a:lnTo>
                  <a:lnTo>
                    <a:pt x="65925" y="5448"/>
                  </a:lnTo>
                  <a:lnTo>
                    <a:pt x="64770" y="12954"/>
                  </a:lnTo>
                  <a:lnTo>
                    <a:pt x="64008" y="14478"/>
                  </a:lnTo>
                  <a:lnTo>
                    <a:pt x="63246" y="15240"/>
                  </a:lnTo>
                  <a:lnTo>
                    <a:pt x="59309" y="19507"/>
                  </a:lnTo>
                  <a:lnTo>
                    <a:pt x="57048" y="18034"/>
                  </a:lnTo>
                  <a:lnTo>
                    <a:pt x="52578" y="18249"/>
                  </a:lnTo>
                  <a:lnTo>
                    <a:pt x="43434" y="18288"/>
                  </a:lnTo>
                  <a:lnTo>
                    <a:pt x="43434" y="5334"/>
                  </a:lnTo>
                  <a:lnTo>
                    <a:pt x="52578" y="5334"/>
                  </a:lnTo>
                  <a:lnTo>
                    <a:pt x="57048" y="4927"/>
                  </a:lnTo>
                  <a:lnTo>
                    <a:pt x="60198" y="5003"/>
                  </a:lnTo>
                  <a:lnTo>
                    <a:pt x="65925" y="5448"/>
                  </a:lnTo>
                  <a:lnTo>
                    <a:pt x="65925" y="3683"/>
                  </a:lnTo>
                  <a:lnTo>
                    <a:pt x="60198" y="1524"/>
                  </a:lnTo>
                  <a:lnTo>
                    <a:pt x="38862" y="762"/>
                  </a:lnTo>
                  <a:lnTo>
                    <a:pt x="38862" y="40386"/>
                  </a:lnTo>
                  <a:lnTo>
                    <a:pt x="43434" y="40386"/>
                  </a:lnTo>
                  <a:lnTo>
                    <a:pt x="43434" y="22860"/>
                  </a:lnTo>
                  <a:lnTo>
                    <a:pt x="51054" y="22860"/>
                  </a:lnTo>
                  <a:lnTo>
                    <a:pt x="57912" y="26670"/>
                  </a:lnTo>
                  <a:lnTo>
                    <a:pt x="58674" y="27914"/>
                  </a:lnTo>
                  <a:lnTo>
                    <a:pt x="66294" y="40386"/>
                  </a:lnTo>
                  <a:lnTo>
                    <a:pt x="73152" y="40386"/>
                  </a:lnTo>
                  <a:close/>
                </a:path>
                <a:path w="276225" h="104775">
                  <a:moveTo>
                    <a:pt x="80010" y="75438"/>
                  </a:moveTo>
                  <a:lnTo>
                    <a:pt x="56388" y="75438"/>
                  </a:lnTo>
                  <a:lnTo>
                    <a:pt x="56388" y="79248"/>
                  </a:lnTo>
                  <a:lnTo>
                    <a:pt x="65532" y="79248"/>
                  </a:lnTo>
                  <a:lnTo>
                    <a:pt x="65532" y="104394"/>
                  </a:lnTo>
                  <a:lnTo>
                    <a:pt x="70866" y="104394"/>
                  </a:lnTo>
                  <a:lnTo>
                    <a:pt x="70866" y="79248"/>
                  </a:lnTo>
                  <a:lnTo>
                    <a:pt x="80010" y="79248"/>
                  </a:lnTo>
                  <a:lnTo>
                    <a:pt x="80010" y="75438"/>
                  </a:lnTo>
                  <a:close/>
                </a:path>
                <a:path w="276225" h="104775">
                  <a:moveTo>
                    <a:pt x="103682" y="102298"/>
                  </a:moveTo>
                  <a:lnTo>
                    <a:pt x="103619" y="101612"/>
                  </a:lnTo>
                  <a:lnTo>
                    <a:pt x="103225" y="102120"/>
                  </a:lnTo>
                  <a:lnTo>
                    <a:pt x="103682" y="102298"/>
                  </a:lnTo>
                  <a:close/>
                </a:path>
                <a:path w="276225" h="104775">
                  <a:moveTo>
                    <a:pt x="108153" y="95732"/>
                  </a:moveTo>
                  <a:lnTo>
                    <a:pt x="103987" y="88773"/>
                  </a:lnTo>
                  <a:lnTo>
                    <a:pt x="90678" y="86868"/>
                  </a:lnTo>
                  <a:lnTo>
                    <a:pt x="89154" y="86868"/>
                  </a:lnTo>
                  <a:lnTo>
                    <a:pt x="89154" y="75438"/>
                  </a:lnTo>
                  <a:lnTo>
                    <a:pt x="84582" y="75438"/>
                  </a:lnTo>
                  <a:lnTo>
                    <a:pt x="84582" y="104394"/>
                  </a:lnTo>
                  <a:lnTo>
                    <a:pt x="87630" y="104394"/>
                  </a:lnTo>
                  <a:lnTo>
                    <a:pt x="102831" y="102641"/>
                  </a:lnTo>
                  <a:lnTo>
                    <a:pt x="103225" y="102120"/>
                  </a:lnTo>
                  <a:lnTo>
                    <a:pt x="95427" y="99237"/>
                  </a:lnTo>
                  <a:lnTo>
                    <a:pt x="90678" y="99822"/>
                  </a:lnTo>
                  <a:lnTo>
                    <a:pt x="89154" y="99822"/>
                  </a:lnTo>
                  <a:lnTo>
                    <a:pt x="89154" y="90678"/>
                  </a:lnTo>
                  <a:lnTo>
                    <a:pt x="90678" y="90678"/>
                  </a:lnTo>
                  <a:lnTo>
                    <a:pt x="95681" y="91186"/>
                  </a:lnTo>
                  <a:lnTo>
                    <a:pt x="96837" y="89319"/>
                  </a:lnTo>
                  <a:lnTo>
                    <a:pt x="101346" y="92202"/>
                  </a:lnTo>
                  <a:lnTo>
                    <a:pt x="102870" y="92964"/>
                  </a:lnTo>
                  <a:lnTo>
                    <a:pt x="102870" y="94488"/>
                  </a:lnTo>
                  <a:lnTo>
                    <a:pt x="103619" y="101612"/>
                  </a:lnTo>
                  <a:lnTo>
                    <a:pt x="108153" y="95732"/>
                  </a:lnTo>
                  <a:close/>
                </a:path>
                <a:path w="276225" h="104775">
                  <a:moveTo>
                    <a:pt x="114300" y="20574"/>
                  </a:moveTo>
                  <a:lnTo>
                    <a:pt x="111023" y="7835"/>
                  </a:lnTo>
                  <a:lnTo>
                    <a:pt x="108966" y="6413"/>
                  </a:lnTo>
                  <a:lnTo>
                    <a:pt x="108966" y="17526"/>
                  </a:lnTo>
                  <a:lnTo>
                    <a:pt x="108966" y="20574"/>
                  </a:lnTo>
                  <a:lnTo>
                    <a:pt x="107073" y="30353"/>
                  </a:lnTo>
                  <a:lnTo>
                    <a:pt x="100507" y="36195"/>
                  </a:lnTo>
                  <a:lnTo>
                    <a:pt x="91897" y="36512"/>
                  </a:lnTo>
                  <a:lnTo>
                    <a:pt x="83820" y="29718"/>
                  </a:lnTo>
                  <a:lnTo>
                    <a:pt x="82296" y="25908"/>
                  </a:lnTo>
                  <a:lnTo>
                    <a:pt x="82296" y="16002"/>
                  </a:lnTo>
                  <a:lnTo>
                    <a:pt x="83820" y="11430"/>
                  </a:lnTo>
                  <a:lnTo>
                    <a:pt x="89598" y="5969"/>
                  </a:lnTo>
                  <a:lnTo>
                    <a:pt x="97294" y="4699"/>
                  </a:lnTo>
                  <a:lnTo>
                    <a:pt x="104355" y="7569"/>
                  </a:lnTo>
                  <a:lnTo>
                    <a:pt x="108204" y="14478"/>
                  </a:lnTo>
                  <a:lnTo>
                    <a:pt x="108966" y="17526"/>
                  </a:lnTo>
                  <a:lnTo>
                    <a:pt x="108966" y="6413"/>
                  </a:lnTo>
                  <a:lnTo>
                    <a:pt x="101168" y="1003"/>
                  </a:lnTo>
                  <a:lnTo>
                    <a:pt x="89115" y="1295"/>
                  </a:lnTo>
                  <a:lnTo>
                    <a:pt x="79248" y="9906"/>
                  </a:lnTo>
                  <a:lnTo>
                    <a:pt x="76962" y="15240"/>
                  </a:lnTo>
                  <a:lnTo>
                    <a:pt x="76200" y="21336"/>
                  </a:lnTo>
                  <a:lnTo>
                    <a:pt x="76962" y="25146"/>
                  </a:lnTo>
                  <a:lnTo>
                    <a:pt x="77724" y="28194"/>
                  </a:lnTo>
                  <a:lnTo>
                    <a:pt x="82296" y="34848"/>
                  </a:lnTo>
                  <a:lnTo>
                    <a:pt x="84378" y="37884"/>
                  </a:lnTo>
                  <a:lnTo>
                    <a:pt x="95605" y="41109"/>
                  </a:lnTo>
                  <a:lnTo>
                    <a:pt x="106845" y="37884"/>
                  </a:lnTo>
                  <a:lnTo>
                    <a:pt x="108966" y="34810"/>
                  </a:lnTo>
                  <a:lnTo>
                    <a:pt x="113538" y="28194"/>
                  </a:lnTo>
                  <a:lnTo>
                    <a:pt x="114300" y="24384"/>
                  </a:lnTo>
                  <a:lnTo>
                    <a:pt x="114300" y="20574"/>
                  </a:lnTo>
                  <a:close/>
                </a:path>
                <a:path w="276225" h="104775">
                  <a:moveTo>
                    <a:pt x="147828" y="762"/>
                  </a:moveTo>
                  <a:lnTo>
                    <a:pt x="121158" y="762"/>
                  </a:lnTo>
                  <a:lnTo>
                    <a:pt x="121158" y="40386"/>
                  </a:lnTo>
                  <a:lnTo>
                    <a:pt x="126492" y="40386"/>
                  </a:lnTo>
                  <a:lnTo>
                    <a:pt x="126492" y="22860"/>
                  </a:lnTo>
                  <a:lnTo>
                    <a:pt x="145542" y="22860"/>
                  </a:lnTo>
                  <a:lnTo>
                    <a:pt x="145542" y="18288"/>
                  </a:lnTo>
                  <a:lnTo>
                    <a:pt x="126492" y="18288"/>
                  </a:lnTo>
                  <a:lnTo>
                    <a:pt x="126492" y="5334"/>
                  </a:lnTo>
                  <a:lnTo>
                    <a:pt x="147828" y="5334"/>
                  </a:lnTo>
                  <a:lnTo>
                    <a:pt x="147828" y="762"/>
                  </a:lnTo>
                  <a:close/>
                </a:path>
                <a:path w="276225" h="104775">
                  <a:moveTo>
                    <a:pt x="160782" y="762"/>
                  </a:moveTo>
                  <a:lnTo>
                    <a:pt x="155448" y="762"/>
                  </a:lnTo>
                  <a:lnTo>
                    <a:pt x="155448" y="40386"/>
                  </a:lnTo>
                  <a:lnTo>
                    <a:pt x="160782" y="40386"/>
                  </a:lnTo>
                  <a:lnTo>
                    <a:pt x="160782" y="762"/>
                  </a:lnTo>
                  <a:close/>
                </a:path>
                <a:path w="276225" h="104775">
                  <a:moveTo>
                    <a:pt x="162306" y="104394"/>
                  </a:moveTo>
                  <a:lnTo>
                    <a:pt x="157734" y="93726"/>
                  </a:lnTo>
                  <a:lnTo>
                    <a:pt x="150114" y="74676"/>
                  </a:lnTo>
                  <a:lnTo>
                    <a:pt x="150114" y="87630"/>
                  </a:lnTo>
                  <a:lnTo>
                    <a:pt x="136398" y="87630"/>
                  </a:lnTo>
                  <a:lnTo>
                    <a:pt x="137160" y="84582"/>
                  </a:lnTo>
                  <a:lnTo>
                    <a:pt x="139446" y="79248"/>
                  </a:lnTo>
                  <a:lnTo>
                    <a:pt x="140208" y="76200"/>
                  </a:lnTo>
                  <a:lnTo>
                    <a:pt x="141732" y="73914"/>
                  </a:lnTo>
                  <a:lnTo>
                    <a:pt x="142494" y="70866"/>
                  </a:lnTo>
                  <a:lnTo>
                    <a:pt x="142494" y="68580"/>
                  </a:lnTo>
                  <a:lnTo>
                    <a:pt x="143256" y="70866"/>
                  </a:lnTo>
                  <a:lnTo>
                    <a:pt x="144780" y="73914"/>
                  </a:lnTo>
                  <a:lnTo>
                    <a:pt x="145542" y="76962"/>
                  </a:lnTo>
                  <a:lnTo>
                    <a:pt x="147066" y="80010"/>
                  </a:lnTo>
                  <a:lnTo>
                    <a:pt x="148590" y="85344"/>
                  </a:lnTo>
                  <a:lnTo>
                    <a:pt x="150114" y="87630"/>
                  </a:lnTo>
                  <a:lnTo>
                    <a:pt x="150114" y="74676"/>
                  </a:lnTo>
                  <a:lnTo>
                    <a:pt x="145542" y="64008"/>
                  </a:lnTo>
                  <a:lnTo>
                    <a:pt x="140208" y="64008"/>
                  </a:lnTo>
                  <a:lnTo>
                    <a:pt x="135636" y="74676"/>
                  </a:lnTo>
                  <a:lnTo>
                    <a:pt x="128778" y="93726"/>
                  </a:lnTo>
                  <a:lnTo>
                    <a:pt x="124206" y="104394"/>
                  </a:lnTo>
                  <a:lnTo>
                    <a:pt x="130302" y="104394"/>
                  </a:lnTo>
                  <a:lnTo>
                    <a:pt x="131064" y="101346"/>
                  </a:lnTo>
                  <a:lnTo>
                    <a:pt x="133350" y="95250"/>
                  </a:lnTo>
                  <a:lnTo>
                    <a:pt x="134874" y="92202"/>
                  </a:lnTo>
                  <a:lnTo>
                    <a:pt x="136398" y="92202"/>
                  </a:lnTo>
                  <a:lnTo>
                    <a:pt x="150114" y="92202"/>
                  </a:lnTo>
                  <a:lnTo>
                    <a:pt x="151638" y="92202"/>
                  </a:lnTo>
                  <a:lnTo>
                    <a:pt x="152400" y="95250"/>
                  </a:lnTo>
                  <a:lnTo>
                    <a:pt x="154686" y="101346"/>
                  </a:lnTo>
                  <a:lnTo>
                    <a:pt x="156210" y="104394"/>
                  </a:lnTo>
                  <a:lnTo>
                    <a:pt x="162306" y="104394"/>
                  </a:lnTo>
                  <a:close/>
                </a:path>
                <a:path w="276225" h="104775">
                  <a:moveTo>
                    <a:pt x="199644" y="26670"/>
                  </a:moveTo>
                  <a:lnTo>
                    <a:pt x="198882" y="25146"/>
                  </a:lnTo>
                  <a:lnTo>
                    <a:pt x="198120" y="22860"/>
                  </a:lnTo>
                  <a:lnTo>
                    <a:pt x="196596" y="21336"/>
                  </a:lnTo>
                  <a:lnTo>
                    <a:pt x="195211" y="20878"/>
                  </a:lnTo>
                  <a:lnTo>
                    <a:pt x="195211" y="31394"/>
                  </a:lnTo>
                  <a:lnTo>
                    <a:pt x="192024" y="34290"/>
                  </a:lnTo>
                  <a:lnTo>
                    <a:pt x="191262" y="35052"/>
                  </a:lnTo>
                  <a:lnTo>
                    <a:pt x="190500" y="35052"/>
                  </a:lnTo>
                  <a:lnTo>
                    <a:pt x="189738" y="35814"/>
                  </a:lnTo>
                  <a:lnTo>
                    <a:pt x="175260" y="35814"/>
                  </a:lnTo>
                  <a:lnTo>
                    <a:pt x="175260" y="22098"/>
                  </a:lnTo>
                  <a:lnTo>
                    <a:pt x="177546" y="22098"/>
                  </a:lnTo>
                  <a:lnTo>
                    <a:pt x="182346" y="22390"/>
                  </a:lnTo>
                  <a:lnTo>
                    <a:pt x="188137" y="21094"/>
                  </a:lnTo>
                  <a:lnTo>
                    <a:pt x="192024" y="24384"/>
                  </a:lnTo>
                  <a:lnTo>
                    <a:pt x="193548" y="25146"/>
                  </a:lnTo>
                  <a:lnTo>
                    <a:pt x="193548" y="26670"/>
                  </a:lnTo>
                  <a:lnTo>
                    <a:pt x="194310" y="27432"/>
                  </a:lnTo>
                  <a:lnTo>
                    <a:pt x="194119" y="31330"/>
                  </a:lnTo>
                  <a:lnTo>
                    <a:pt x="194310" y="31330"/>
                  </a:lnTo>
                  <a:lnTo>
                    <a:pt x="195211" y="31394"/>
                  </a:lnTo>
                  <a:lnTo>
                    <a:pt x="195211" y="20878"/>
                  </a:lnTo>
                  <a:lnTo>
                    <a:pt x="192024" y="19812"/>
                  </a:lnTo>
                  <a:lnTo>
                    <a:pt x="192786" y="19050"/>
                  </a:lnTo>
                  <a:lnTo>
                    <a:pt x="195072" y="16764"/>
                  </a:lnTo>
                  <a:lnTo>
                    <a:pt x="198805" y="15430"/>
                  </a:lnTo>
                  <a:lnTo>
                    <a:pt x="197624" y="10515"/>
                  </a:lnTo>
                  <a:lnTo>
                    <a:pt x="197358" y="7620"/>
                  </a:lnTo>
                  <a:lnTo>
                    <a:pt x="196596" y="6096"/>
                  </a:lnTo>
                  <a:lnTo>
                    <a:pt x="195072" y="4572"/>
                  </a:lnTo>
                  <a:lnTo>
                    <a:pt x="192786" y="1968"/>
                  </a:lnTo>
                  <a:lnTo>
                    <a:pt x="192786" y="10668"/>
                  </a:lnTo>
                  <a:lnTo>
                    <a:pt x="192786" y="12954"/>
                  </a:lnTo>
                  <a:lnTo>
                    <a:pt x="192024" y="14478"/>
                  </a:lnTo>
                  <a:lnTo>
                    <a:pt x="192024" y="15240"/>
                  </a:lnTo>
                  <a:lnTo>
                    <a:pt x="190500" y="16002"/>
                  </a:lnTo>
                  <a:lnTo>
                    <a:pt x="188976" y="17526"/>
                  </a:lnTo>
                  <a:lnTo>
                    <a:pt x="175260" y="17526"/>
                  </a:lnTo>
                  <a:lnTo>
                    <a:pt x="175260" y="5334"/>
                  </a:lnTo>
                  <a:lnTo>
                    <a:pt x="186029" y="5384"/>
                  </a:lnTo>
                  <a:lnTo>
                    <a:pt x="187452" y="6096"/>
                  </a:lnTo>
                  <a:lnTo>
                    <a:pt x="188976" y="6096"/>
                  </a:lnTo>
                  <a:lnTo>
                    <a:pt x="189738" y="6858"/>
                  </a:lnTo>
                  <a:lnTo>
                    <a:pt x="191262" y="6858"/>
                  </a:lnTo>
                  <a:lnTo>
                    <a:pt x="192024" y="8382"/>
                  </a:lnTo>
                  <a:lnTo>
                    <a:pt x="192024" y="9144"/>
                  </a:lnTo>
                  <a:lnTo>
                    <a:pt x="192786" y="10668"/>
                  </a:lnTo>
                  <a:lnTo>
                    <a:pt x="192786" y="1968"/>
                  </a:lnTo>
                  <a:lnTo>
                    <a:pt x="191757" y="787"/>
                  </a:lnTo>
                  <a:lnTo>
                    <a:pt x="185928" y="469"/>
                  </a:lnTo>
                  <a:lnTo>
                    <a:pt x="182346" y="698"/>
                  </a:lnTo>
                  <a:lnTo>
                    <a:pt x="169926" y="762"/>
                  </a:lnTo>
                  <a:lnTo>
                    <a:pt x="169926" y="40386"/>
                  </a:lnTo>
                  <a:lnTo>
                    <a:pt x="175260" y="40386"/>
                  </a:lnTo>
                  <a:lnTo>
                    <a:pt x="187452" y="40386"/>
                  </a:lnTo>
                  <a:lnTo>
                    <a:pt x="189738" y="39624"/>
                  </a:lnTo>
                  <a:lnTo>
                    <a:pt x="191262" y="39624"/>
                  </a:lnTo>
                  <a:lnTo>
                    <a:pt x="192786" y="38862"/>
                  </a:lnTo>
                  <a:lnTo>
                    <a:pt x="194310" y="38862"/>
                  </a:lnTo>
                  <a:lnTo>
                    <a:pt x="195211" y="38404"/>
                  </a:lnTo>
                  <a:lnTo>
                    <a:pt x="195834" y="38100"/>
                  </a:lnTo>
                  <a:lnTo>
                    <a:pt x="196596" y="37338"/>
                  </a:lnTo>
                  <a:lnTo>
                    <a:pt x="197358" y="35814"/>
                  </a:lnTo>
                  <a:lnTo>
                    <a:pt x="198882" y="34290"/>
                  </a:lnTo>
                  <a:lnTo>
                    <a:pt x="198882" y="32766"/>
                  </a:lnTo>
                  <a:lnTo>
                    <a:pt x="199644" y="31242"/>
                  </a:lnTo>
                  <a:lnTo>
                    <a:pt x="199644" y="26670"/>
                  </a:lnTo>
                  <a:close/>
                </a:path>
                <a:path w="276225" h="104775">
                  <a:moveTo>
                    <a:pt x="237744" y="762"/>
                  </a:moveTo>
                  <a:lnTo>
                    <a:pt x="232410" y="762"/>
                  </a:lnTo>
                  <a:lnTo>
                    <a:pt x="232410" y="23622"/>
                  </a:lnTo>
                  <a:lnTo>
                    <a:pt x="231648" y="32766"/>
                  </a:lnTo>
                  <a:lnTo>
                    <a:pt x="227076" y="35814"/>
                  </a:lnTo>
                  <a:lnTo>
                    <a:pt x="219456" y="36576"/>
                  </a:lnTo>
                  <a:lnTo>
                    <a:pt x="214884" y="33528"/>
                  </a:lnTo>
                  <a:lnTo>
                    <a:pt x="212598" y="28194"/>
                  </a:lnTo>
                  <a:lnTo>
                    <a:pt x="212598" y="762"/>
                  </a:lnTo>
                  <a:lnTo>
                    <a:pt x="207264" y="762"/>
                  </a:lnTo>
                  <a:lnTo>
                    <a:pt x="207264" y="29718"/>
                  </a:lnTo>
                  <a:lnTo>
                    <a:pt x="210312" y="37338"/>
                  </a:lnTo>
                  <a:lnTo>
                    <a:pt x="217932" y="41148"/>
                  </a:lnTo>
                  <a:lnTo>
                    <a:pt x="227838" y="41148"/>
                  </a:lnTo>
                  <a:lnTo>
                    <a:pt x="234696" y="36576"/>
                  </a:lnTo>
                  <a:lnTo>
                    <a:pt x="237744" y="28956"/>
                  </a:lnTo>
                  <a:lnTo>
                    <a:pt x="237744" y="762"/>
                  </a:lnTo>
                  <a:close/>
                </a:path>
                <a:path w="276225" h="104775">
                  <a:moveTo>
                    <a:pt x="275844" y="26670"/>
                  </a:moveTo>
                  <a:lnTo>
                    <a:pt x="272796" y="21336"/>
                  </a:lnTo>
                  <a:lnTo>
                    <a:pt x="256032" y="16002"/>
                  </a:lnTo>
                  <a:lnTo>
                    <a:pt x="252222" y="12954"/>
                  </a:lnTo>
                  <a:lnTo>
                    <a:pt x="252222" y="8382"/>
                  </a:lnTo>
                  <a:lnTo>
                    <a:pt x="256794" y="5334"/>
                  </a:lnTo>
                  <a:lnTo>
                    <a:pt x="264414" y="5334"/>
                  </a:lnTo>
                  <a:lnTo>
                    <a:pt x="269748" y="9144"/>
                  </a:lnTo>
                  <a:lnTo>
                    <a:pt x="270510" y="12192"/>
                  </a:lnTo>
                  <a:lnTo>
                    <a:pt x="275082" y="12192"/>
                  </a:lnTo>
                  <a:lnTo>
                    <a:pt x="275082" y="9144"/>
                  </a:lnTo>
                  <a:lnTo>
                    <a:pt x="271272" y="3048"/>
                  </a:lnTo>
                  <a:lnTo>
                    <a:pt x="260604" y="0"/>
                  </a:lnTo>
                  <a:lnTo>
                    <a:pt x="252984" y="1524"/>
                  </a:lnTo>
                  <a:lnTo>
                    <a:pt x="248412" y="5334"/>
                  </a:lnTo>
                  <a:lnTo>
                    <a:pt x="246888" y="11430"/>
                  </a:lnTo>
                  <a:lnTo>
                    <a:pt x="247650" y="16002"/>
                  </a:lnTo>
                  <a:lnTo>
                    <a:pt x="252222" y="19812"/>
                  </a:lnTo>
                  <a:lnTo>
                    <a:pt x="268986" y="25146"/>
                  </a:lnTo>
                  <a:lnTo>
                    <a:pt x="271272" y="28194"/>
                  </a:lnTo>
                  <a:lnTo>
                    <a:pt x="271272" y="32004"/>
                  </a:lnTo>
                  <a:lnTo>
                    <a:pt x="266700" y="35814"/>
                  </a:lnTo>
                  <a:lnTo>
                    <a:pt x="258318" y="36576"/>
                  </a:lnTo>
                  <a:lnTo>
                    <a:pt x="251460" y="32766"/>
                  </a:lnTo>
                  <a:lnTo>
                    <a:pt x="249936" y="27432"/>
                  </a:lnTo>
                  <a:lnTo>
                    <a:pt x="245364" y="28194"/>
                  </a:lnTo>
                  <a:lnTo>
                    <a:pt x="245364" y="32004"/>
                  </a:lnTo>
                  <a:lnTo>
                    <a:pt x="249936" y="38100"/>
                  </a:lnTo>
                  <a:lnTo>
                    <a:pt x="256794" y="41148"/>
                  </a:lnTo>
                  <a:lnTo>
                    <a:pt x="265938" y="41148"/>
                  </a:lnTo>
                  <a:lnTo>
                    <a:pt x="272034" y="38100"/>
                  </a:lnTo>
                  <a:lnTo>
                    <a:pt x="275844" y="32766"/>
                  </a:lnTo>
                  <a:lnTo>
                    <a:pt x="275844" y="2667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09" name="object 3809"/>
            <p:cNvPicPr/>
            <p:nvPr/>
          </p:nvPicPr>
          <p:blipFill>
            <a:blip r:embed="rId220" cstate="print"/>
            <a:stretch>
              <a:fillRect/>
            </a:stretch>
          </p:blipFill>
          <p:spPr>
            <a:xfrm>
              <a:off x="4894478" y="3983968"/>
              <a:ext cx="275843" cy="104800"/>
            </a:xfrm>
            <a:prstGeom prst="rect">
              <a:avLst/>
            </a:prstGeom>
          </p:spPr>
        </p:pic>
        <p:sp>
          <p:nvSpPr>
            <p:cNvPr id="3810" name="object 3810"/>
            <p:cNvSpPr/>
            <p:nvPr/>
          </p:nvSpPr>
          <p:spPr>
            <a:xfrm>
              <a:off x="4894008" y="4272422"/>
              <a:ext cx="294005" cy="418465"/>
            </a:xfrm>
            <a:custGeom>
              <a:avLst/>
              <a:gdLst/>
              <a:ahLst/>
              <a:cxnLst/>
              <a:rect l="l" t="t" r="r" b="b"/>
              <a:pathLst>
                <a:path w="294004" h="418464">
                  <a:moveTo>
                    <a:pt x="24841" y="406908"/>
                  </a:moveTo>
                  <a:lnTo>
                    <a:pt x="20269" y="406146"/>
                  </a:lnTo>
                  <a:lnTo>
                    <a:pt x="19507" y="409194"/>
                  </a:lnTo>
                  <a:lnTo>
                    <a:pt x="15697" y="413004"/>
                  </a:lnTo>
                  <a:lnTo>
                    <a:pt x="9601" y="413004"/>
                  </a:lnTo>
                  <a:lnTo>
                    <a:pt x="7315" y="410718"/>
                  </a:lnTo>
                  <a:lnTo>
                    <a:pt x="5791" y="407670"/>
                  </a:lnTo>
                  <a:lnTo>
                    <a:pt x="5029" y="402336"/>
                  </a:lnTo>
                  <a:lnTo>
                    <a:pt x="7315" y="393954"/>
                  </a:lnTo>
                  <a:lnTo>
                    <a:pt x="13411" y="390906"/>
                  </a:lnTo>
                  <a:lnTo>
                    <a:pt x="17221" y="392430"/>
                  </a:lnTo>
                  <a:lnTo>
                    <a:pt x="19507" y="397002"/>
                  </a:lnTo>
                  <a:lnTo>
                    <a:pt x="24079" y="396240"/>
                  </a:lnTo>
                  <a:lnTo>
                    <a:pt x="23317" y="392430"/>
                  </a:lnTo>
                  <a:lnTo>
                    <a:pt x="20269" y="389382"/>
                  </a:lnTo>
                  <a:lnTo>
                    <a:pt x="12649" y="387096"/>
                  </a:lnTo>
                  <a:lnTo>
                    <a:pt x="9601" y="387858"/>
                  </a:lnTo>
                  <a:lnTo>
                    <a:pt x="3505" y="390906"/>
                  </a:lnTo>
                  <a:lnTo>
                    <a:pt x="457" y="397764"/>
                  </a:lnTo>
                  <a:lnTo>
                    <a:pt x="457" y="408432"/>
                  </a:lnTo>
                  <a:lnTo>
                    <a:pt x="5029" y="415290"/>
                  </a:lnTo>
                  <a:lnTo>
                    <a:pt x="12649" y="417576"/>
                  </a:lnTo>
                  <a:lnTo>
                    <a:pt x="21031" y="414528"/>
                  </a:lnTo>
                  <a:lnTo>
                    <a:pt x="23317" y="411480"/>
                  </a:lnTo>
                  <a:lnTo>
                    <a:pt x="24841" y="406908"/>
                  </a:lnTo>
                  <a:close/>
                </a:path>
                <a:path w="294004" h="418464">
                  <a:moveTo>
                    <a:pt x="24841" y="93726"/>
                  </a:moveTo>
                  <a:lnTo>
                    <a:pt x="20269" y="92964"/>
                  </a:lnTo>
                  <a:lnTo>
                    <a:pt x="17983" y="98298"/>
                  </a:lnTo>
                  <a:lnTo>
                    <a:pt x="12649" y="99822"/>
                  </a:lnTo>
                  <a:lnTo>
                    <a:pt x="7315" y="97536"/>
                  </a:lnTo>
                  <a:lnTo>
                    <a:pt x="5791" y="93726"/>
                  </a:lnTo>
                  <a:lnTo>
                    <a:pt x="5029" y="86106"/>
                  </a:lnTo>
                  <a:lnTo>
                    <a:pt x="7315" y="80772"/>
                  </a:lnTo>
                  <a:lnTo>
                    <a:pt x="13411" y="77724"/>
                  </a:lnTo>
                  <a:lnTo>
                    <a:pt x="17221" y="79248"/>
                  </a:lnTo>
                  <a:lnTo>
                    <a:pt x="19507" y="83820"/>
                  </a:lnTo>
                  <a:lnTo>
                    <a:pt x="24079" y="83058"/>
                  </a:lnTo>
                  <a:lnTo>
                    <a:pt x="23317" y="79248"/>
                  </a:lnTo>
                  <a:lnTo>
                    <a:pt x="7378" y="74701"/>
                  </a:lnTo>
                  <a:lnTo>
                    <a:pt x="0" y="87020"/>
                  </a:lnTo>
                  <a:lnTo>
                    <a:pt x="3708" y="100977"/>
                  </a:lnTo>
                  <a:lnTo>
                    <a:pt x="21031" y="101346"/>
                  </a:lnTo>
                  <a:lnTo>
                    <a:pt x="24841" y="93726"/>
                  </a:lnTo>
                  <a:close/>
                </a:path>
                <a:path w="294004" h="418464">
                  <a:moveTo>
                    <a:pt x="31699" y="348234"/>
                  </a:moveTo>
                  <a:lnTo>
                    <a:pt x="7315" y="348234"/>
                  </a:lnTo>
                  <a:lnTo>
                    <a:pt x="7315" y="334518"/>
                  </a:lnTo>
                  <a:lnTo>
                    <a:pt x="29413" y="334518"/>
                  </a:lnTo>
                  <a:lnTo>
                    <a:pt x="29413" y="329946"/>
                  </a:lnTo>
                  <a:lnTo>
                    <a:pt x="7315" y="329946"/>
                  </a:lnTo>
                  <a:lnTo>
                    <a:pt x="7315" y="318516"/>
                  </a:lnTo>
                  <a:lnTo>
                    <a:pt x="30937" y="318516"/>
                  </a:lnTo>
                  <a:lnTo>
                    <a:pt x="30937" y="313182"/>
                  </a:lnTo>
                  <a:lnTo>
                    <a:pt x="1981" y="313182"/>
                  </a:lnTo>
                  <a:lnTo>
                    <a:pt x="1981" y="352806"/>
                  </a:lnTo>
                  <a:lnTo>
                    <a:pt x="31699" y="352806"/>
                  </a:lnTo>
                  <a:lnTo>
                    <a:pt x="31699" y="348234"/>
                  </a:lnTo>
                  <a:close/>
                </a:path>
                <a:path w="294004" h="418464">
                  <a:moveTo>
                    <a:pt x="31699" y="35052"/>
                  </a:moveTo>
                  <a:lnTo>
                    <a:pt x="7315" y="35052"/>
                  </a:lnTo>
                  <a:lnTo>
                    <a:pt x="7315" y="21336"/>
                  </a:lnTo>
                  <a:lnTo>
                    <a:pt x="29413" y="21336"/>
                  </a:lnTo>
                  <a:lnTo>
                    <a:pt x="29413" y="16764"/>
                  </a:lnTo>
                  <a:lnTo>
                    <a:pt x="7315" y="16764"/>
                  </a:lnTo>
                  <a:lnTo>
                    <a:pt x="7315" y="4572"/>
                  </a:lnTo>
                  <a:lnTo>
                    <a:pt x="30937" y="4572"/>
                  </a:lnTo>
                  <a:lnTo>
                    <a:pt x="30937" y="0"/>
                  </a:lnTo>
                  <a:lnTo>
                    <a:pt x="1981" y="0"/>
                  </a:lnTo>
                  <a:lnTo>
                    <a:pt x="1981" y="39624"/>
                  </a:lnTo>
                  <a:lnTo>
                    <a:pt x="31699" y="39624"/>
                  </a:lnTo>
                  <a:lnTo>
                    <a:pt x="31699" y="35052"/>
                  </a:lnTo>
                  <a:close/>
                </a:path>
                <a:path w="294004" h="418464">
                  <a:moveTo>
                    <a:pt x="53035" y="402336"/>
                  </a:moveTo>
                  <a:lnTo>
                    <a:pt x="51168" y="392595"/>
                  </a:lnTo>
                  <a:lnTo>
                    <a:pt x="48463" y="390613"/>
                  </a:lnTo>
                  <a:lnTo>
                    <a:pt x="48463" y="397002"/>
                  </a:lnTo>
                  <a:lnTo>
                    <a:pt x="48463" y="399288"/>
                  </a:lnTo>
                  <a:lnTo>
                    <a:pt x="32461" y="399288"/>
                  </a:lnTo>
                  <a:lnTo>
                    <a:pt x="32461" y="397002"/>
                  </a:lnTo>
                  <a:lnTo>
                    <a:pt x="33985" y="394716"/>
                  </a:lnTo>
                  <a:lnTo>
                    <a:pt x="37033" y="391668"/>
                  </a:lnTo>
                  <a:lnTo>
                    <a:pt x="38557" y="390906"/>
                  </a:lnTo>
                  <a:lnTo>
                    <a:pt x="40081" y="390906"/>
                  </a:lnTo>
                  <a:lnTo>
                    <a:pt x="43129" y="391668"/>
                  </a:lnTo>
                  <a:lnTo>
                    <a:pt x="44653" y="392430"/>
                  </a:lnTo>
                  <a:lnTo>
                    <a:pt x="47701" y="395478"/>
                  </a:lnTo>
                  <a:lnTo>
                    <a:pt x="48463" y="397002"/>
                  </a:lnTo>
                  <a:lnTo>
                    <a:pt x="48463" y="390613"/>
                  </a:lnTo>
                  <a:lnTo>
                    <a:pt x="44373" y="387591"/>
                  </a:lnTo>
                  <a:lnTo>
                    <a:pt x="35814" y="387845"/>
                  </a:lnTo>
                  <a:lnTo>
                    <a:pt x="28651" y="393954"/>
                  </a:lnTo>
                  <a:lnTo>
                    <a:pt x="27889" y="397764"/>
                  </a:lnTo>
                  <a:lnTo>
                    <a:pt x="27127" y="402336"/>
                  </a:lnTo>
                  <a:lnTo>
                    <a:pt x="27889" y="406908"/>
                  </a:lnTo>
                  <a:lnTo>
                    <a:pt x="28651" y="410718"/>
                  </a:lnTo>
                  <a:lnTo>
                    <a:pt x="30937" y="413766"/>
                  </a:lnTo>
                  <a:lnTo>
                    <a:pt x="32461" y="414782"/>
                  </a:lnTo>
                  <a:lnTo>
                    <a:pt x="33223" y="415290"/>
                  </a:lnTo>
                  <a:lnTo>
                    <a:pt x="37033" y="416814"/>
                  </a:lnTo>
                  <a:lnTo>
                    <a:pt x="40843" y="417576"/>
                  </a:lnTo>
                  <a:lnTo>
                    <a:pt x="46939" y="416052"/>
                  </a:lnTo>
                  <a:lnTo>
                    <a:pt x="49225" y="415290"/>
                  </a:lnTo>
                  <a:lnTo>
                    <a:pt x="52273" y="410718"/>
                  </a:lnTo>
                  <a:lnTo>
                    <a:pt x="53035" y="408432"/>
                  </a:lnTo>
                  <a:lnTo>
                    <a:pt x="51511" y="407670"/>
                  </a:lnTo>
                  <a:lnTo>
                    <a:pt x="48463" y="407670"/>
                  </a:lnTo>
                  <a:lnTo>
                    <a:pt x="46939" y="410718"/>
                  </a:lnTo>
                  <a:lnTo>
                    <a:pt x="45415" y="412242"/>
                  </a:lnTo>
                  <a:lnTo>
                    <a:pt x="43891" y="412242"/>
                  </a:lnTo>
                  <a:lnTo>
                    <a:pt x="42367" y="413004"/>
                  </a:lnTo>
                  <a:lnTo>
                    <a:pt x="38557" y="413004"/>
                  </a:lnTo>
                  <a:lnTo>
                    <a:pt x="36271" y="412242"/>
                  </a:lnTo>
                  <a:lnTo>
                    <a:pt x="34747" y="410718"/>
                  </a:lnTo>
                  <a:lnTo>
                    <a:pt x="33223" y="408432"/>
                  </a:lnTo>
                  <a:lnTo>
                    <a:pt x="32461" y="406146"/>
                  </a:lnTo>
                  <a:lnTo>
                    <a:pt x="32461" y="403860"/>
                  </a:lnTo>
                  <a:lnTo>
                    <a:pt x="48463" y="403860"/>
                  </a:lnTo>
                  <a:lnTo>
                    <a:pt x="53035" y="403860"/>
                  </a:lnTo>
                  <a:lnTo>
                    <a:pt x="53035" y="402336"/>
                  </a:lnTo>
                  <a:close/>
                </a:path>
                <a:path w="294004" h="418464">
                  <a:moveTo>
                    <a:pt x="53035" y="84582"/>
                  </a:moveTo>
                  <a:lnTo>
                    <a:pt x="51511" y="80772"/>
                  </a:lnTo>
                  <a:lnTo>
                    <a:pt x="49987" y="77724"/>
                  </a:lnTo>
                  <a:lnTo>
                    <a:pt x="48463" y="76200"/>
                  </a:lnTo>
                  <a:lnTo>
                    <a:pt x="48463" y="83820"/>
                  </a:lnTo>
                  <a:lnTo>
                    <a:pt x="48463" y="86106"/>
                  </a:lnTo>
                  <a:lnTo>
                    <a:pt x="32461" y="86106"/>
                  </a:lnTo>
                  <a:lnTo>
                    <a:pt x="32461" y="83820"/>
                  </a:lnTo>
                  <a:lnTo>
                    <a:pt x="33985" y="81534"/>
                  </a:lnTo>
                  <a:lnTo>
                    <a:pt x="37033" y="78486"/>
                  </a:lnTo>
                  <a:lnTo>
                    <a:pt x="38557" y="77724"/>
                  </a:lnTo>
                  <a:lnTo>
                    <a:pt x="43129" y="77724"/>
                  </a:lnTo>
                  <a:lnTo>
                    <a:pt x="46177" y="80772"/>
                  </a:lnTo>
                  <a:lnTo>
                    <a:pt x="47701" y="81534"/>
                  </a:lnTo>
                  <a:lnTo>
                    <a:pt x="37033" y="73914"/>
                  </a:lnTo>
                  <a:lnTo>
                    <a:pt x="33223" y="75438"/>
                  </a:lnTo>
                  <a:lnTo>
                    <a:pt x="30937" y="77724"/>
                  </a:lnTo>
                  <a:lnTo>
                    <a:pt x="28651" y="80772"/>
                  </a:lnTo>
                  <a:lnTo>
                    <a:pt x="27889" y="84582"/>
                  </a:lnTo>
                  <a:lnTo>
                    <a:pt x="27127" y="89154"/>
                  </a:lnTo>
                  <a:lnTo>
                    <a:pt x="27889" y="92964"/>
                  </a:lnTo>
                  <a:lnTo>
                    <a:pt x="30886" y="100076"/>
                  </a:lnTo>
                  <a:lnTo>
                    <a:pt x="32461" y="100914"/>
                  </a:lnTo>
                  <a:lnTo>
                    <a:pt x="37401" y="103530"/>
                  </a:lnTo>
                  <a:lnTo>
                    <a:pt x="44881" y="103416"/>
                  </a:lnTo>
                  <a:lnTo>
                    <a:pt x="50749" y="99822"/>
                  </a:lnTo>
                  <a:lnTo>
                    <a:pt x="52273" y="96774"/>
                  </a:lnTo>
                  <a:lnTo>
                    <a:pt x="53035" y="94488"/>
                  </a:lnTo>
                  <a:lnTo>
                    <a:pt x="51511" y="94488"/>
                  </a:lnTo>
                  <a:lnTo>
                    <a:pt x="49987" y="93726"/>
                  </a:lnTo>
                  <a:lnTo>
                    <a:pt x="48463" y="93726"/>
                  </a:lnTo>
                  <a:lnTo>
                    <a:pt x="47701" y="95250"/>
                  </a:lnTo>
                  <a:lnTo>
                    <a:pt x="44526" y="102692"/>
                  </a:lnTo>
                  <a:lnTo>
                    <a:pt x="33756" y="100584"/>
                  </a:lnTo>
                  <a:lnTo>
                    <a:pt x="32461" y="92964"/>
                  </a:lnTo>
                  <a:lnTo>
                    <a:pt x="32461" y="89916"/>
                  </a:lnTo>
                  <a:lnTo>
                    <a:pt x="48463" y="89916"/>
                  </a:lnTo>
                  <a:lnTo>
                    <a:pt x="53035" y="89916"/>
                  </a:lnTo>
                  <a:lnTo>
                    <a:pt x="53035" y="84582"/>
                  </a:lnTo>
                  <a:close/>
                </a:path>
                <a:path w="294004" h="418464">
                  <a:moveTo>
                    <a:pt x="66751" y="313182"/>
                  </a:moveTo>
                  <a:lnTo>
                    <a:pt x="35509" y="313182"/>
                  </a:lnTo>
                  <a:lnTo>
                    <a:pt x="35509" y="318516"/>
                  </a:lnTo>
                  <a:lnTo>
                    <a:pt x="48463" y="318516"/>
                  </a:lnTo>
                  <a:lnTo>
                    <a:pt x="48463" y="352806"/>
                  </a:lnTo>
                  <a:lnTo>
                    <a:pt x="53797" y="352806"/>
                  </a:lnTo>
                  <a:lnTo>
                    <a:pt x="53797" y="318516"/>
                  </a:lnTo>
                  <a:lnTo>
                    <a:pt x="66751" y="318516"/>
                  </a:lnTo>
                  <a:lnTo>
                    <a:pt x="66751" y="313182"/>
                  </a:lnTo>
                  <a:close/>
                </a:path>
                <a:path w="294004" h="418464">
                  <a:moveTo>
                    <a:pt x="66751" y="0"/>
                  </a:moveTo>
                  <a:lnTo>
                    <a:pt x="35509" y="0"/>
                  </a:lnTo>
                  <a:lnTo>
                    <a:pt x="35509" y="4572"/>
                  </a:lnTo>
                  <a:lnTo>
                    <a:pt x="48463" y="4572"/>
                  </a:lnTo>
                  <a:lnTo>
                    <a:pt x="48463" y="39624"/>
                  </a:lnTo>
                  <a:lnTo>
                    <a:pt x="53797" y="39624"/>
                  </a:lnTo>
                  <a:lnTo>
                    <a:pt x="53797" y="4572"/>
                  </a:lnTo>
                  <a:lnTo>
                    <a:pt x="66751" y="4572"/>
                  </a:lnTo>
                  <a:lnTo>
                    <a:pt x="66751" y="0"/>
                  </a:lnTo>
                  <a:close/>
                </a:path>
                <a:path w="294004" h="418464">
                  <a:moveTo>
                    <a:pt x="79705" y="387858"/>
                  </a:moveTo>
                  <a:lnTo>
                    <a:pt x="56845" y="387858"/>
                  </a:lnTo>
                  <a:lnTo>
                    <a:pt x="56845" y="391668"/>
                  </a:lnTo>
                  <a:lnTo>
                    <a:pt x="65989" y="391668"/>
                  </a:lnTo>
                  <a:lnTo>
                    <a:pt x="65989" y="416814"/>
                  </a:lnTo>
                  <a:lnTo>
                    <a:pt x="70561" y="416814"/>
                  </a:lnTo>
                  <a:lnTo>
                    <a:pt x="70561" y="391668"/>
                  </a:lnTo>
                  <a:lnTo>
                    <a:pt x="79705" y="391668"/>
                  </a:lnTo>
                  <a:lnTo>
                    <a:pt x="79705" y="387858"/>
                  </a:lnTo>
                  <a:close/>
                </a:path>
                <a:path w="294004" h="418464">
                  <a:moveTo>
                    <a:pt x="79705" y="74676"/>
                  </a:moveTo>
                  <a:lnTo>
                    <a:pt x="56845" y="74676"/>
                  </a:lnTo>
                  <a:lnTo>
                    <a:pt x="56845" y="78486"/>
                  </a:lnTo>
                  <a:lnTo>
                    <a:pt x="65989" y="78486"/>
                  </a:lnTo>
                  <a:lnTo>
                    <a:pt x="65989" y="103632"/>
                  </a:lnTo>
                  <a:lnTo>
                    <a:pt x="70561" y="103632"/>
                  </a:lnTo>
                  <a:lnTo>
                    <a:pt x="70561" y="78486"/>
                  </a:lnTo>
                  <a:lnTo>
                    <a:pt x="79705" y="78486"/>
                  </a:lnTo>
                  <a:lnTo>
                    <a:pt x="79705" y="74676"/>
                  </a:lnTo>
                  <a:close/>
                </a:path>
                <a:path w="294004" h="418464">
                  <a:moveTo>
                    <a:pt x="103327" y="313182"/>
                  </a:moveTo>
                  <a:lnTo>
                    <a:pt x="97993" y="313182"/>
                  </a:lnTo>
                  <a:lnTo>
                    <a:pt x="97993" y="329946"/>
                  </a:lnTo>
                  <a:lnTo>
                    <a:pt x="77419" y="329946"/>
                  </a:lnTo>
                  <a:lnTo>
                    <a:pt x="77419" y="313182"/>
                  </a:lnTo>
                  <a:lnTo>
                    <a:pt x="72085" y="313182"/>
                  </a:lnTo>
                  <a:lnTo>
                    <a:pt x="72085" y="352806"/>
                  </a:lnTo>
                  <a:lnTo>
                    <a:pt x="77419" y="352806"/>
                  </a:lnTo>
                  <a:lnTo>
                    <a:pt x="77419" y="334518"/>
                  </a:lnTo>
                  <a:lnTo>
                    <a:pt x="97993" y="334518"/>
                  </a:lnTo>
                  <a:lnTo>
                    <a:pt x="97993" y="352806"/>
                  </a:lnTo>
                  <a:lnTo>
                    <a:pt x="103327" y="352806"/>
                  </a:lnTo>
                  <a:lnTo>
                    <a:pt x="103327" y="313182"/>
                  </a:lnTo>
                  <a:close/>
                </a:path>
                <a:path w="294004" h="418464">
                  <a:moveTo>
                    <a:pt x="103327" y="0"/>
                  </a:moveTo>
                  <a:lnTo>
                    <a:pt x="97993" y="0"/>
                  </a:lnTo>
                  <a:lnTo>
                    <a:pt x="97993" y="16002"/>
                  </a:lnTo>
                  <a:lnTo>
                    <a:pt x="77419" y="16002"/>
                  </a:lnTo>
                  <a:lnTo>
                    <a:pt x="77419" y="0"/>
                  </a:lnTo>
                  <a:lnTo>
                    <a:pt x="72085" y="0"/>
                  </a:lnTo>
                  <a:lnTo>
                    <a:pt x="72085" y="39624"/>
                  </a:lnTo>
                  <a:lnTo>
                    <a:pt x="77419" y="39624"/>
                  </a:lnTo>
                  <a:lnTo>
                    <a:pt x="77419" y="20574"/>
                  </a:lnTo>
                  <a:lnTo>
                    <a:pt x="97993" y="20574"/>
                  </a:lnTo>
                  <a:lnTo>
                    <a:pt x="97993" y="39624"/>
                  </a:lnTo>
                  <a:lnTo>
                    <a:pt x="103327" y="39624"/>
                  </a:lnTo>
                  <a:lnTo>
                    <a:pt x="103327" y="0"/>
                  </a:lnTo>
                  <a:close/>
                </a:path>
                <a:path w="294004" h="418464">
                  <a:moveTo>
                    <a:pt x="107899" y="405384"/>
                  </a:moveTo>
                  <a:lnTo>
                    <a:pt x="104089" y="399122"/>
                  </a:lnTo>
                  <a:lnTo>
                    <a:pt x="103327" y="399110"/>
                  </a:lnTo>
                  <a:lnTo>
                    <a:pt x="103327" y="406908"/>
                  </a:lnTo>
                  <a:lnTo>
                    <a:pt x="103327" y="409194"/>
                  </a:lnTo>
                  <a:lnTo>
                    <a:pt x="102565" y="410718"/>
                  </a:lnTo>
                  <a:lnTo>
                    <a:pt x="99517" y="412242"/>
                  </a:lnTo>
                  <a:lnTo>
                    <a:pt x="96850" y="412330"/>
                  </a:lnTo>
                  <a:lnTo>
                    <a:pt x="94183" y="413004"/>
                  </a:lnTo>
                  <a:lnTo>
                    <a:pt x="89611" y="413004"/>
                  </a:lnTo>
                  <a:lnTo>
                    <a:pt x="89611" y="403098"/>
                  </a:lnTo>
                  <a:lnTo>
                    <a:pt x="94183" y="403047"/>
                  </a:lnTo>
                  <a:lnTo>
                    <a:pt x="96469" y="402920"/>
                  </a:lnTo>
                  <a:lnTo>
                    <a:pt x="102044" y="402856"/>
                  </a:lnTo>
                  <a:lnTo>
                    <a:pt x="103327" y="406908"/>
                  </a:lnTo>
                  <a:lnTo>
                    <a:pt x="103327" y="399110"/>
                  </a:lnTo>
                  <a:lnTo>
                    <a:pt x="100279" y="399059"/>
                  </a:lnTo>
                  <a:lnTo>
                    <a:pt x="97231" y="399173"/>
                  </a:lnTo>
                  <a:lnTo>
                    <a:pt x="89611" y="399288"/>
                  </a:lnTo>
                  <a:lnTo>
                    <a:pt x="89611" y="387858"/>
                  </a:lnTo>
                  <a:lnTo>
                    <a:pt x="84277" y="387858"/>
                  </a:lnTo>
                  <a:lnTo>
                    <a:pt x="84277" y="416814"/>
                  </a:lnTo>
                  <a:lnTo>
                    <a:pt x="96850" y="416737"/>
                  </a:lnTo>
                  <a:lnTo>
                    <a:pt x="107899" y="409956"/>
                  </a:lnTo>
                  <a:lnTo>
                    <a:pt x="107899" y="405384"/>
                  </a:lnTo>
                  <a:close/>
                </a:path>
                <a:path w="294004" h="418464">
                  <a:moveTo>
                    <a:pt x="108292" y="94462"/>
                  </a:moveTo>
                  <a:lnTo>
                    <a:pt x="103708" y="87160"/>
                  </a:lnTo>
                  <a:lnTo>
                    <a:pt x="103327" y="87109"/>
                  </a:lnTo>
                  <a:lnTo>
                    <a:pt x="103327" y="92964"/>
                  </a:lnTo>
                  <a:lnTo>
                    <a:pt x="103327" y="96012"/>
                  </a:lnTo>
                  <a:lnTo>
                    <a:pt x="101041" y="98298"/>
                  </a:lnTo>
                  <a:lnTo>
                    <a:pt x="99517" y="98298"/>
                  </a:lnTo>
                  <a:lnTo>
                    <a:pt x="97231" y="99060"/>
                  </a:lnTo>
                  <a:lnTo>
                    <a:pt x="89611" y="99060"/>
                  </a:lnTo>
                  <a:lnTo>
                    <a:pt x="89611" y="89916"/>
                  </a:lnTo>
                  <a:lnTo>
                    <a:pt x="93421" y="89916"/>
                  </a:lnTo>
                  <a:lnTo>
                    <a:pt x="99021" y="90385"/>
                  </a:lnTo>
                  <a:lnTo>
                    <a:pt x="99847" y="90462"/>
                  </a:lnTo>
                  <a:lnTo>
                    <a:pt x="99021" y="87960"/>
                  </a:lnTo>
                  <a:lnTo>
                    <a:pt x="103327" y="92964"/>
                  </a:lnTo>
                  <a:lnTo>
                    <a:pt x="103327" y="87109"/>
                  </a:lnTo>
                  <a:lnTo>
                    <a:pt x="91135" y="85344"/>
                  </a:lnTo>
                  <a:lnTo>
                    <a:pt x="89611" y="85344"/>
                  </a:lnTo>
                  <a:lnTo>
                    <a:pt x="89611" y="74676"/>
                  </a:lnTo>
                  <a:lnTo>
                    <a:pt x="84277" y="74676"/>
                  </a:lnTo>
                  <a:lnTo>
                    <a:pt x="84277" y="103632"/>
                  </a:lnTo>
                  <a:lnTo>
                    <a:pt x="88087" y="103632"/>
                  </a:lnTo>
                  <a:lnTo>
                    <a:pt x="103327" y="101803"/>
                  </a:lnTo>
                  <a:lnTo>
                    <a:pt x="103530" y="101790"/>
                  </a:lnTo>
                  <a:lnTo>
                    <a:pt x="108292" y="94462"/>
                  </a:lnTo>
                  <a:close/>
                </a:path>
                <a:path w="294004" h="418464">
                  <a:moveTo>
                    <a:pt x="141427" y="348234"/>
                  </a:moveTo>
                  <a:lnTo>
                    <a:pt x="117805" y="348234"/>
                  </a:lnTo>
                  <a:lnTo>
                    <a:pt x="117805" y="334518"/>
                  </a:lnTo>
                  <a:lnTo>
                    <a:pt x="139141" y="334518"/>
                  </a:lnTo>
                  <a:lnTo>
                    <a:pt x="139141" y="329946"/>
                  </a:lnTo>
                  <a:lnTo>
                    <a:pt x="117805" y="329946"/>
                  </a:lnTo>
                  <a:lnTo>
                    <a:pt x="117805" y="318516"/>
                  </a:lnTo>
                  <a:lnTo>
                    <a:pt x="140665" y="318516"/>
                  </a:lnTo>
                  <a:lnTo>
                    <a:pt x="140665" y="313182"/>
                  </a:lnTo>
                  <a:lnTo>
                    <a:pt x="112471" y="313182"/>
                  </a:lnTo>
                  <a:lnTo>
                    <a:pt x="112471" y="352806"/>
                  </a:lnTo>
                  <a:lnTo>
                    <a:pt x="141427" y="352806"/>
                  </a:lnTo>
                  <a:lnTo>
                    <a:pt x="141427" y="348234"/>
                  </a:lnTo>
                  <a:close/>
                </a:path>
                <a:path w="294004" h="418464">
                  <a:moveTo>
                    <a:pt x="141427" y="35052"/>
                  </a:moveTo>
                  <a:lnTo>
                    <a:pt x="117805" y="35052"/>
                  </a:lnTo>
                  <a:lnTo>
                    <a:pt x="117805" y="21336"/>
                  </a:lnTo>
                  <a:lnTo>
                    <a:pt x="139141" y="21336"/>
                  </a:lnTo>
                  <a:lnTo>
                    <a:pt x="139141" y="16764"/>
                  </a:lnTo>
                  <a:lnTo>
                    <a:pt x="117805" y="16764"/>
                  </a:lnTo>
                  <a:lnTo>
                    <a:pt x="117805" y="4572"/>
                  </a:lnTo>
                  <a:lnTo>
                    <a:pt x="140665" y="4572"/>
                  </a:lnTo>
                  <a:lnTo>
                    <a:pt x="140665" y="0"/>
                  </a:lnTo>
                  <a:lnTo>
                    <a:pt x="112471" y="0"/>
                  </a:lnTo>
                  <a:lnTo>
                    <a:pt x="112471" y="39624"/>
                  </a:lnTo>
                  <a:lnTo>
                    <a:pt x="141427" y="39624"/>
                  </a:lnTo>
                  <a:lnTo>
                    <a:pt x="141427" y="35052"/>
                  </a:lnTo>
                  <a:close/>
                </a:path>
                <a:path w="294004" h="418464">
                  <a:moveTo>
                    <a:pt x="158953" y="403098"/>
                  </a:moveTo>
                  <a:lnTo>
                    <a:pt x="158191" y="400812"/>
                  </a:lnTo>
                  <a:lnTo>
                    <a:pt x="157429" y="399288"/>
                  </a:lnTo>
                  <a:lnTo>
                    <a:pt x="155905" y="397764"/>
                  </a:lnTo>
                  <a:lnTo>
                    <a:pt x="153619" y="396240"/>
                  </a:lnTo>
                  <a:lnTo>
                    <a:pt x="153619" y="403860"/>
                  </a:lnTo>
                  <a:lnTo>
                    <a:pt x="153619" y="407670"/>
                  </a:lnTo>
                  <a:lnTo>
                    <a:pt x="152857" y="408432"/>
                  </a:lnTo>
                  <a:lnTo>
                    <a:pt x="148666" y="413207"/>
                  </a:lnTo>
                  <a:lnTo>
                    <a:pt x="147523" y="412165"/>
                  </a:lnTo>
                  <a:lnTo>
                    <a:pt x="134569" y="412242"/>
                  </a:lnTo>
                  <a:lnTo>
                    <a:pt x="134569" y="398526"/>
                  </a:lnTo>
                  <a:lnTo>
                    <a:pt x="147523" y="398526"/>
                  </a:lnTo>
                  <a:lnTo>
                    <a:pt x="149047" y="399288"/>
                  </a:lnTo>
                  <a:lnTo>
                    <a:pt x="150571" y="399288"/>
                  </a:lnTo>
                  <a:lnTo>
                    <a:pt x="151333" y="400050"/>
                  </a:lnTo>
                  <a:lnTo>
                    <a:pt x="152095" y="401574"/>
                  </a:lnTo>
                  <a:lnTo>
                    <a:pt x="152857" y="402336"/>
                  </a:lnTo>
                  <a:lnTo>
                    <a:pt x="153619" y="403860"/>
                  </a:lnTo>
                  <a:lnTo>
                    <a:pt x="153619" y="396240"/>
                  </a:lnTo>
                  <a:lnTo>
                    <a:pt x="151333" y="395478"/>
                  </a:lnTo>
                  <a:lnTo>
                    <a:pt x="152095" y="395224"/>
                  </a:lnTo>
                  <a:lnTo>
                    <a:pt x="153619" y="394716"/>
                  </a:lnTo>
                  <a:lnTo>
                    <a:pt x="154381" y="393192"/>
                  </a:lnTo>
                  <a:lnTo>
                    <a:pt x="155905" y="391668"/>
                  </a:lnTo>
                  <a:lnTo>
                    <a:pt x="156667" y="390144"/>
                  </a:lnTo>
                  <a:lnTo>
                    <a:pt x="156667" y="388620"/>
                  </a:lnTo>
                  <a:lnTo>
                    <a:pt x="157429" y="387096"/>
                  </a:lnTo>
                  <a:lnTo>
                    <a:pt x="156667" y="385572"/>
                  </a:lnTo>
                  <a:lnTo>
                    <a:pt x="156667" y="383286"/>
                  </a:lnTo>
                  <a:lnTo>
                    <a:pt x="155905" y="381762"/>
                  </a:lnTo>
                  <a:lnTo>
                    <a:pt x="152857" y="378714"/>
                  </a:lnTo>
                  <a:lnTo>
                    <a:pt x="152095" y="378333"/>
                  </a:lnTo>
                  <a:lnTo>
                    <a:pt x="152095" y="386334"/>
                  </a:lnTo>
                  <a:lnTo>
                    <a:pt x="152095" y="389382"/>
                  </a:lnTo>
                  <a:lnTo>
                    <a:pt x="151333" y="390144"/>
                  </a:lnTo>
                  <a:lnTo>
                    <a:pt x="151333" y="390906"/>
                  </a:lnTo>
                  <a:lnTo>
                    <a:pt x="150571" y="391668"/>
                  </a:lnTo>
                  <a:lnTo>
                    <a:pt x="147523" y="393192"/>
                  </a:lnTo>
                  <a:lnTo>
                    <a:pt x="146519" y="393306"/>
                  </a:lnTo>
                  <a:lnTo>
                    <a:pt x="145237" y="393954"/>
                  </a:lnTo>
                  <a:lnTo>
                    <a:pt x="134569" y="393954"/>
                  </a:lnTo>
                  <a:lnTo>
                    <a:pt x="134569" y="381762"/>
                  </a:lnTo>
                  <a:lnTo>
                    <a:pt x="141427" y="381825"/>
                  </a:lnTo>
                  <a:lnTo>
                    <a:pt x="146519" y="382257"/>
                  </a:lnTo>
                  <a:lnTo>
                    <a:pt x="150012" y="379691"/>
                  </a:lnTo>
                  <a:lnTo>
                    <a:pt x="152095" y="386334"/>
                  </a:lnTo>
                  <a:lnTo>
                    <a:pt x="152095" y="378333"/>
                  </a:lnTo>
                  <a:lnTo>
                    <a:pt x="151333" y="377952"/>
                  </a:lnTo>
                  <a:lnTo>
                    <a:pt x="149047" y="377190"/>
                  </a:lnTo>
                  <a:lnTo>
                    <a:pt x="129235" y="377190"/>
                  </a:lnTo>
                  <a:lnTo>
                    <a:pt x="129235" y="416814"/>
                  </a:lnTo>
                  <a:lnTo>
                    <a:pt x="134569" y="416699"/>
                  </a:lnTo>
                  <a:lnTo>
                    <a:pt x="139877" y="416306"/>
                  </a:lnTo>
                  <a:lnTo>
                    <a:pt x="147459" y="418185"/>
                  </a:lnTo>
                  <a:lnTo>
                    <a:pt x="153619" y="414528"/>
                  </a:lnTo>
                  <a:lnTo>
                    <a:pt x="155143" y="414528"/>
                  </a:lnTo>
                  <a:lnTo>
                    <a:pt x="155905" y="413004"/>
                  </a:lnTo>
                  <a:lnTo>
                    <a:pt x="158191" y="410718"/>
                  </a:lnTo>
                  <a:lnTo>
                    <a:pt x="158953" y="408432"/>
                  </a:lnTo>
                  <a:lnTo>
                    <a:pt x="158953" y="403098"/>
                  </a:lnTo>
                  <a:close/>
                </a:path>
                <a:path w="294004" h="418464">
                  <a:moveTo>
                    <a:pt x="162001" y="103632"/>
                  </a:moveTo>
                  <a:lnTo>
                    <a:pt x="158191" y="92964"/>
                  </a:lnTo>
                  <a:lnTo>
                    <a:pt x="149809" y="73914"/>
                  </a:lnTo>
                  <a:lnTo>
                    <a:pt x="149809" y="86868"/>
                  </a:lnTo>
                  <a:lnTo>
                    <a:pt x="136093" y="86868"/>
                  </a:lnTo>
                  <a:lnTo>
                    <a:pt x="137617" y="83820"/>
                  </a:lnTo>
                  <a:lnTo>
                    <a:pt x="139141" y="78486"/>
                  </a:lnTo>
                  <a:lnTo>
                    <a:pt x="140665" y="75438"/>
                  </a:lnTo>
                  <a:lnTo>
                    <a:pt x="141427" y="72390"/>
                  </a:lnTo>
                  <a:lnTo>
                    <a:pt x="142951" y="67818"/>
                  </a:lnTo>
                  <a:lnTo>
                    <a:pt x="144475" y="72390"/>
                  </a:lnTo>
                  <a:lnTo>
                    <a:pt x="145999" y="76200"/>
                  </a:lnTo>
                  <a:lnTo>
                    <a:pt x="146761" y="78486"/>
                  </a:lnTo>
                  <a:lnTo>
                    <a:pt x="149047" y="83820"/>
                  </a:lnTo>
                  <a:lnTo>
                    <a:pt x="149809" y="86868"/>
                  </a:lnTo>
                  <a:lnTo>
                    <a:pt x="149809" y="73914"/>
                  </a:lnTo>
                  <a:lnTo>
                    <a:pt x="145999" y="63246"/>
                  </a:lnTo>
                  <a:lnTo>
                    <a:pt x="139903" y="63246"/>
                  </a:lnTo>
                  <a:lnTo>
                    <a:pt x="136093" y="73914"/>
                  </a:lnTo>
                  <a:lnTo>
                    <a:pt x="128473" y="92964"/>
                  </a:lnTo>
                  <a:lnTo>
                    <a:pt x="124663" y="103632"/>
                  </a:lnTo>
                  <a:lnTo>
                    <a:pt x="129997" y="103632"/>
                  </a:lnTo>
                  <a:lnTo>
                    <a:pt x="131521" y="99822"/>
                  </a:lnTo>
                  <a:lnTo>
                    <a:pt x="133807" y="94488"/>
                  </a:lnTo>
                  <a:lnTo>
                    <a:pt x="134569" y="91440"/>
                  </a:lnTo>
                  <a:lnTo>
                    <a:pt x="136093" y="91440"/>
                  </a:lnTo>
                  <a:lnTo>
                    <a:pt x="149809" y="91440"/>
                  </a:lnTo>
                  <a:lnTo>
                    <a:pt x="151333" y="91440"/>
                  </a:lnTo>
                  <a:lnTo>
                    <a:pt x="152857" y="94488"/>
                  </a:lnTo>
                  <a:lnTo>
                    <a:pt x="155143" y="99822"/>
                  </a:lnTo>
                  <a:lnTo>
                    <a:pt x="155905" y="103632"/>
                  </a:lnTo>
                  <a:lnTo>
                    <a:pt x="162001" y="103632"/>
                  </a:lnTo>
                  <a:close/>
                </a:path>
                <a:path w="294004" h="418464">
                  <a:moveTo>
                    <a:pt x="174523" y="19100"/>
                  </a:moveTo>
                  <a:lnTo>
                    <a:pt x="174294" y="19215"/>
                  </a:lnTo>
                  <a:lnTo>
                    <a:pt x="174510" y="19253"/>
                  </a:lnTo>
                  <a:lnTo>
                    <a:pt x="174523" y="19100"/>
                  </a:lnTo>
                  <a:close/>
                </a:path>
                <a:path w="294004" h="418464">
                  <a:moveTo>
                    <a:pt x="184099" y="352806"/>
                  </a:moveTo>
                  <a:lnTo>
                    <a:pt x="177241" y="342138"/>
                  </a:lnTo>
                  <a:lnTo>
                    <a:pt x="169621" y="334518"/>
                  </a:lnTo>
                  <a:lnTo>
                    <a:pt x="174955" y="333756"/>
                  </a:lnTo>
                  <a:lnTo>
                    <a:pt x="175717" y="333184"/>
                  </a:lnTo>
                  <a:lnTo>
                    <a:pt x="178003" y="331470"/>
                  </a:lnTo>
                  <a:lnTo>
                    <a:pt x="181051" y="323850"/>
                  </a:lnTo>
                  <a:lnTo>
                    <a:pt x="180289" y="320802"/>
                  </a:lnTo>
                  <a:lnTo>
                    <a:pt x="177241" y="316230"/>
                  </a:lnTo>
                  <a:lnTo>
                    <a:pt x="175717" y="315658"/>
                  </a:lnTo>
                  <a:lnTo>
                    <a:pt x="175717" y="323850"/>
                  </a:lnTo>
                  <a:lnTo>
                    <a:pt x="174955" y="325374"/>
                  </a:lnTo>
                  <a:lnTo>
                    <a:pt x="174955" y="326898"/>
                  </a:lnTo>
                  <a:lnTo>
                    <a:pt x="174193" y="327660"/>
                  </a:lnTo>
                  <a:lnTo>
                    <a:pt x="170256" y="331927"/>
                  </a:lnTo>
                  <a:lnTo>
                    <a:pt x="167995" y="330454"/>
                  </a:lnTo>
                  <a:lnTo>
                    <a:pt x="162763" y="330708"/>
                  </a:lnTo>
                  <a:lnTo>
                    <a:pt x="154381" y="330708"/>
                  </a:lnTo>
                  <a:lnTo>
                    <a:pt x="154381" y="317754"/>
                  </a:lnTo>
                  <a:lnTo>
                    <a:pt x="169621" y="317754"/>
                  </a:lnTo>
                  <a:lnTo>
                    <a:pt x="171907" y="318516"/>
                  </a:lnTo>
                  <a:lnTo>
                    <a:pt x="174193" y="320802"/>
                  </a:lnTo>
                  <a:lnTo>
                    <a:pt x="175717" y="323850"/>
                  </a:lnTo>
                  <a:lnTo>
                    <a:pt x="175717" y="315658"/>
                  </a:lnTo>
                  <a:lnTo>
                    <a:pt x="171145" y="313944"/>
                  </a:lnTo>
                  <a:lnTo>
                    <a:pt x="149047" y="313182"/>
                  </a:lnTo>
                  <a:lnTo>
                    <a:pt x="149047" y="352806"/>
                  </a:lnTo>
                  <a:lnTo>
                    <a:pt x="154381" y="352806"/>
                  </a:lnTo>
                  <a:lnTo>
                    <a:pt x="154381" y="335280"/>
                  </a:lnTo>
                  <a:lnTo>
                    <a:pt x="160477" y="335280"/>
                  </a:lnTo>
                  <a:lnTo>
                    <a:pt x="165811" y="336804"/>
                  </a:lnTo>
                  <a:lnTo>
                    <a:pt x="169621" y="342138"/>
                  </a:lnTo>
                  <a:lnTo>
                    <a:pt x="177241" y="352806"/>
                  </a:lnTo>
                  <a:lnTo>
                    <a:pt x="184099" y="352806"/>
                  </a:lnTo>
                  <a:close/>
                </a:path>
                <a:path w="294004" h="418464">
                  <a:moveTo>
                    <a:pt x="184099" y="39624"/>
                  </a:moveTo>
                  <a:lnTo>
                    <a:pt x="177241" y="28956"/>
                  </a:lnTo>
                  <a:lnTo>
                    <a:pt x="169621" y="21336"/>
                  </a:lnTo>
                  <a:lnTo>
                    <a:pt x="174294" y="19215"/>
                  </a:lnTo>
                  <a:lnTo>
                    <a:pt x="161531" y="17208"/>
                  </a:lnTo>
                  <a:lnTo>
                    <a:pt x="157429" y="17526"/>
                  </a:lnTo>
                  <a:lnTo>
                    <a:pt x="154381" y="17526"/>
                  </a:lnTo>
                  <a:lnTo>
                    <a:pt x="154381" y="3810"/>
                  </a:lnTo>
                  <a:lnTo>
                    <a:pt x="166573" y="3810"/>
                  </a:lnTo>
                  <a:lnTo>
                    <a:pt x="169621" y="4572"/>
                  </a:lnTo>
                  <a:lnTo>
                    <a:pt x="171907" y="5334"/>
                  </a:lnTo>
                  <a:lnTo>
                    <a:pt x="173431" y="6096"/>
                  </a:lnTo>
                  <a:lnTo>
                    <a:pt x="175717" y="10668"/>
                  </a:lnTo>
                  <a:lnTo>
                    <a:pt x="174955" y="12192"/>
                  </a:lnTo>
                  <a:lnTo>
                    <a:pt x="174523" y="19100"/>
                  </a:lnTo>
                  <a:lnTo>
                    <a:pt x="175717" y="18554"/>
                  </a:lnTo>
                  <a:lnTo>
                    <a:pt x="178003" y="17526"/>
                  </a:lnTo>
                  <a:lnTo>
                    <a:pt x="180289" y="14478"/>
                  </a:lnTo>
                  <a:lnTo>
                    <a:pt x="181051" y="10668"/>
                  </a:lnTo>
                  <a:lnTo>
                    <a:pt x="180289" y="7620"/>
                  </a:lnTo>
                  <a:lnTo>
                    <a:pt x="177241" y="2286"/>
                  </a:lnTo>
                  <a:lnTo>
                    <a:pt x="171145" y="0"/>
                  </a:lnTo>
                  <a:lnTo>
                    <a:pt x="149047" y="0"/>
                  </a:lnTo>
                  <a:lnTo>
                    <a:pt x="149047" y="39624"/>
                  </a:lnTo>
                  <a:lnTo>
                    <a:pt x="154381" y="39624"/>
                  </a:lnTo>
                  <a:lnTo>
                    <a:pt x="154381" y="22098"/>
                  </a:lnTo>
                  <a:lnTo>
                    <a:pt x="160477" y="22098"/>
                  </a:lnTo>
                  <a:lnTo>
                    <a:pt x="165811" y="22860"/>
                  </a:lnTo>
                  <a:lnTo>
                    <a:pt x="169621" y="28448"/>
                  </a:lnTo>
                  <a:lnTo>
                    <a:pt x="177241" y="39624"/>
                  </a:lnTo>
                  <a:lnTo>
                    <a:pt x="184099" y="39624"/>
                  </a:lnTo>
                  <a:close/>
                </a:path>
                <a:path w="294004" h="418464">
                  <a:moveTo>
                    <a:pt x="219913" y="313182"/>
                  </a:moveTo>
                  <a:lnTo>
                    <a:pt x="215341" y="313182"/>
                  </a:lnTo>
                  <a:lnTo>
                    <a:pt x="215341" y="344424"/>
                  </a:lnTo>
                  <a:lnTo>
                    <a:pt x="209245" y="336804"/>
                  </a:lnTo>
                  <a:lnTo>
                    <a:pt x="199339" y="321564"/>
                  </a:lnTo>
                  <a:lnTo>
                    <a:pt x="194005" y="313182"/>
                  </a:lnTo>
                  <a:lnTo>
                    <a:pt x="188671" y="313182"/>
                  </a:lnTo>
                  <a:lnTo>
                    <a:pt x="188671" y="352806"/>
                  </a:lnTo>
                  <a:lnTo>
                    <a:pt x="194005" y="352806"/>
                  </a:lnTo>
                  <a:lnTo>
                    <a:pt x="194005" y="321564"/>
                  </a:lnTo>
                  <a:lnTo>
                    <a:pt x="199339" y="329946"/>
                  </a:lnTo>
                  <a:lnTo>
                    <a:pt x="209245" y="345186"/>
                  </a:lnTo>
                  <a:lnTo>
                    <a:pt x="214579" y="352806"/>
                  </a:lnTo>
                  <a:lnTo>
                    <a:pt x="219913" y="352806"/>
                  </a:lnTo>
                  <a:lnTo>
                    <a:pt x="219913" y="313182"/>
                  </a:lnTo>
                  <a:close/>
                </a:path>
                <a:path w="294004" h="418464">
                  <a:moveTo>
                    <a:pt x="219913" y="0"/>
                  </a:moveTo>
                  <a:lnTo>
                    <a:pt x="215341" y="0"/>
                  </a:lnTo>
                  <a:lnTo>
                    <a:pt x="215341" y="31242"/>
                  </a:lnTo>
                  <a:lnTo>
                    <a:pt x="209245" y="22860"/>
                  </a:lnTo>
                  <a:lnTo>
                    <a:pt x="199339" y="8382"/>
                  </a:lnTo>
                  <a:lnTo>
                    <a:pt x="194005" y="0"/>
                  </a:lnTo>
                  <a:lnTo>
                    <a:pt x="188671" y="0"/>
                  </a:lnTo>
                  <a:lnTo>
                    <a:pt x="188671" y="39624"/>
                  </a:lnTo>
                  <a:lnTo>
                    <a:pt x="194005" y="39624"/>
                  </a:lnTo>
                  <a:lnTo>
                    <a:pt x="194005" y="8382"/>
                  </a:lnTo>
                  <a:lnTo>
                    <a:pt x="199339" y="16764"/>
                  </a:lnTo>
                  <a:lnTo>
                    <a:pt x="209245" y="31242"/>
                  </a:lnTo>
                  <a:lnTo>
                    <a:pt x="214579" y="39624"/>
                  </a:lnTo>
                  <a:lnTo>
                    <a:pt x="219913" y="39624"/>
                  </a:lnTo>
                  <a:lnTo>
                    <a:pt x="219913" y="0"/>
                  </a:lnTo>
                  <a:close/>
                </a:path>
                <a:path w="294004" h="418464">
                  <a:moveTo>
                    <a:pt x="258013" y="348234"/>
                  </a:moveTo>
                  <a:lnTo>
                    <a:pt x="233629" y="348234"/>
                  </a:lnTo>
                  <a:lnTo>
                    <a:pt x="233629" y="334518"/>
                  </a:lnTo>
                  <a:lnTo>
                    <a:pt x="255727" y="334518"/>
                  </a:lnTo>
                  <a:lnTo>
                    <a:pt x="255727" y="329946"/>
                  </a:lnTo>
                  <a:lnTo>
                    <a:pt x="233629" y="329946"/>
                  </a:lnTo>
                  <a:lnTo>
                    <a:pt x="233629" y="318516"/>
                  </a:lnTo>
                  <a:lnTo>
                    <a:pt x="257251" y="318516"/>
                  </a:lnTo>
                  <a:lnTo>
                    <a:pt x="257251" y="313182"/>
                  </a:lnTo>
                  <a:lnTo>
                    <a:pt x="228295" y="313182"/>
                  </a:lnTo>
                  <a:lnTo>
                    <a:pt x="228295" y="352806"/>
                  </a:lnTo>
                  <a:lnTo>
                    <a:pt x="258013" y="352806"/>
                  </a:lnTo>
                  <a:lnTo>
                    <a:pt x="258013" y="348234"/>
                  </a:lnTo>
                  <a:close/>
                </a:path>
                <a:path w="294004" h="418464">
                  <a:moveTo>
                    <a:pt x="258013" y="35052"/>
                  </a:moveTo>
                  <a:lnTo>
                    <a:pt x="233629" y="35052"/>
                  </a:lnTo>
                  <a:lnTo>
                    <a:pt x="233629" y="21336"/>
                  </a:lnTo>
                  <a:lnTo>
                    <a:pt x="255727" y="21336"/>
                  </a:lnTo>
                  <a:lnTo>
                    <a:pt x="255727" y="16764"/>
                  </a:lnTo>
                  <a:lnTo>
                    <a:pt x="233629" y="16764"/>
                  </a:lnTo>
                  <a:lnTo>
                    <a:pt x="233629" y="4572"/>
                  </a:lnTo>
                  <a:lnTo>
                    <a:pt x="257251" y="4572"/>
                  </a:lnTo>
                  <a:lnTo>
                    <a:pt x="257251" y="0"/>
                  </a:lnTo>
                  <a:lnTo>
                    <a:pt x="228295" y="0"/>
                  </a:lnTo>
                  <a:lnTo>
                    <a:pt x="228295" y="39624"/>
                  </a:lnTo>
                  <a:lnTo>
                    <a:pt x="258013" y="39624"/>
                  </a:lnTo>
                  <a:lnTo>
                    <a:pt x="258013" y="35052"/>
                  </a:lnTo>
                  <a:close/>
                </a:path>
                <a:path w="294004" h="418464">
                  <a:moveTo>
                    <a:pt x="293827" y="313182"/>
                  </a:moveTo>
                  <a:lnTo>
                    <a:pt x="261823" y="313182"/>
                  </a:lnTo>
                  <a:lnTo>
                    <a:pt x="261823" y="318516"/>
                  </a:lnTo>
                  <a:lnTo>
                    <a:pt x="275539" y="318516"/>
                  </a:lnTo>
                  <a:lnTo>
                    <a:pt x="275539" y="352806"/>
                  </a:lnTo>
                  <a:lnTo>
                    <a:pt x="280873" y="352806"/>
                  </a:lnTo>
                  <a:lnTo>
                    <a:pt x="280873" y="318516"/>
                  </a:lnTo>
                  <a:lnTo>
                    <a:pt x="293827" y="318516"/>
                  </a:lnTo>
                  <a:lnTo>
                    <a:pt x="293827" y="313182"/>
                  </a:lnTo>
                  <a:close/>
                </a:path>
                <a:path w="294004" h="418464">
                  <a:moveTo>
                    <a:pt x="293827" y="0"/>
                  </a:moveTo>
                  <a:lnTo>
                    <a:pt x="261823" y="0"/>
                  </a:lnTo>
                  <a:lnTo>
                    <a:pt x="261823" y="4572"/>
                  </a:lnTo>
                  <a:lnTo>
                    <a:pt x="275539" y="4572"/>
                  </a:lnTo>
                  <a:lnTo>
                    <a:pt x="275539" y="39624"/>
                  </a:lnTo>
                  <a:lnTo>
                    <a:pt x="280873" y="39624"/>
                  </a:lnTo>
                  <a:lnTo>
                    <a:pt x="280873" y="4572"/>
                  </a:lnTo>
                  <a:lnTo>
                    <a:pt x="293827" y="4572"/>
                  </a:lnTo>
                  <a:lnTo>
                    <a:pt x="29382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1" name="object 3811"/>
            <p:cNvSpPr/>
            <p:nvPr/>
          </p:nvSpPr>
          <p:spPr>
            <a:xfrm>
              <a:off x="5632094" y="2271398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2" name="object 3812"/>
            <p:cNvSpPr/>
            <p:nvPr/>
          </p:nvSpPr>
          <p:spPr>
            <a:xfrm>
              <a:off x="5631713" y="227139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3" name="object 3813"/>
            <p:cNvSpPr/>
            <p:nvPr/>
          </p:nvSpPr>
          <p:spPr>
            <a:xfrm>
              <a:off x="5729630" y="2271398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2"/>
                  </a:moveTo>
                  <a:lnTo>
                    <a:pt x="0" y="0"/>
                  </a:lnTo>
                  <a:lnTo>
                    <a:pt x="0" y="1600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4" name="object 3814"/>
            <p:cNvSpPr/>
            <p:nvPr/>
          </p:nvSpPr>
          <p:spPr>
            <a:xfrm>
              <a:off x="5729249" y="227139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5" name="object 3815"/>
            <p:cNvSpPr/>
            <p:nvPr/>
          </p:nvSpPr>
          <p:spPr>
            <a:xfrm>
              <a:off x="5632082" y="2271410"/>
              <a:ext cx="97790" cy="16510"/>
            </a:xfrm>
            <a:custGeom>
              <a:avLst/>
              <a:gdLst/>
              <a:ahLst/>
              <a:cxnLst/>
              <a:rect l="l" t="t" r="r" b="b"/>
              <a:pathLst>
                <a:path w="97789" h="16510">
                  <a:moveTo>
                    <a:pt x="97536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97536" y="16002"/>
                  </a:lnTo>
                  <a:lnTo>
                    <a:pt x="97536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6" name="object 3816"/>
            <p:cNvSpPr/>
            <p:nvPr/>
          </p:nvSpPr>
          <p:spPr>
            <a:xfrm>
              <a:off x="7019315" y="225311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7" name="object 3817"/>
            <p:cNvSpPr/>
            <p:nvPr/>
          </p:nvSpPr>
          <p:spPr>
            <a:xfrm>
              <a:off x="7117219" y="225311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2"/>
                  </a:moveTo>
                  <a:lnTo>
                    <a:pt x="0" y="0"/>
                  </a:lnTo>
                  <a:lnTo>
                    <a:pt x="0" y="1600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8" name="object 3818"/>
            <p:cNvSpPr/>
            <p:nvPr/>
          </p:nvSpPr>
          <p:spPr>
            <a:xfrm>
              <a:off x="7116838" y="225311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9" name="object 3819"/>
            <p:cNvSpPr/>
            <p:nvPr/>
          </p:nvSpPr>
          <p:spPr>
            <a:xfrm>
              <a:off x="7019683" y="2253122"/>
              <a:ext cx="97790" cy="16510"/>
            </a:xfrm>
            <a:custGeom>
              <a:avLst/>
              <a:gdLst/>
              <a:ahLst/>
              <a:cxnLst/>
              <a:rect l="l" t="t" r="r" b="b"/>
              <a:pathLst>
                <a:path w="97790" h="16510">
                  <a:moveTo>
                    <a:pt x="97536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97536" y="16002"/>
                  </a:lnTo>
                  <a:lnTo>
                    <a:pt x="97536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0" name="object 3820"/>
            <p:cNvSpPr/>
            <p:nvPr/>
          </p:nvSpPr>
          <p:spPr>
            <a:xfrm>
              <a:off x="7068845" y="2201294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1" name="object 3821"/>
            <p:cNvSpPr/>
            <p:nvPr/>
          </p:nvSpPr>
          <p:spPr>
            <a:xfrm>
              <a:off x="7166750" y="2201294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2"/>
                  </a:moveTo>
                  <a:lnTo>
                    <a:pt x="0" y="0"/>
                  </a:lnTo>
                  <a:lnTo>
                    <a:pt x="0" y="1600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2" name="object 3822"/>
            <p:cNvSpPr/>
            <p:nvPr/>
          </p:nvSpPr>
          <p:spPr>
            <a:xfrm>
              <a:off x="7166368" y="2201294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3" name="object 3823"/>
            <p:cNvSpPr/>
            <p:nvPr/>
          </p:nvSpPr>
          <p:spPr>
            <a:xfrm>
              <a:off x="7069226" y="2201294"/>
              <a:ext cx="97790" cy="16510"/>
            </a:xfrm>
            <a:custGeom>
              <a:avLst/>
              <a:gdLst/>
              <a:ahLst/>
              <a:cxnLst/>
              <a:rect l="l" t="t" r="r" b="b"/>
              <a:pathLst>
                <a:path w="97790" h="16510">
                  <a:moveTo>
                    <a:pt x="97535" y="16001"/>
                  </a:moveTo>
                  <a:lnTo>
                    <a:pt x="97535" y="0"/>
                  </a:lnTo>
                  <a:lnTo>
                    <a:pt x="0" y="0"/>
                  </a:lnTo>
                  <a:lnTo>
                    <a:pt x="0" y="16001"/>
                  </a:lnTo>
                  <a:lnTo>
                    <a:pt x="97535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24" name="object 3824"/>
            <p:cNvPicPr/>
            <p:nvPr/>
          </p:nvPicPr>
          <p:blipFill>
            <a:blip r:embed="rId221" cstate="print"/>
            <a:stretch>
              <a:fillRect/>
            </a:stretch>
          </p:blipFill>
          <p:spPr>
            <a:xfrm>
              <a:off x="6344945" y="5769359"/>
              <a:ext cx="96012" cy="97536"/>
            </a:xfrm>
            <a:prstGeom prst="rect">
              <a:avLst/>
            </a:prstGeom>
          </p:spPr>
        </p:pic>
        <p:pic>
          <p:nvPicPr>
            <p:cNvPr id="3825" name="object 3825"/>
            <p:cNvPicPr/>
            <p:nvPr/>
          </p:nvPicPr>
          <p:blipFill>
            <a:blip r:embed="rId222" cstate="print"/>
            <a:stretch>
              <a:fillRect/>
            </a:stretch>
          </p:blipFill>
          <p:spPr>
            <a:xfrm>
              <a:off x="6345707" y="5601791"/>
              <a:ext cx="94487" cy="95045"/>
            </a:xfrm>
            <a:prstGeom prst="rect">
              <a:avLst/>
            </a:prstGeom>
          </p:spPr>
        </p:pic>
        <p:pic>
          <p:nvPicPr>
            <p:cNvPr id="3826" name="object 3826"/>
            <p:cNvPicPr/>
            <p:nvPr/>
          </p:nvPicPr>
          <p:blipFill>
            <a:blip r:embed="rId223" cstate="print"/>
            <a:stretch>
              <a:fillRect/>
            </a:stretch>
          </p:blipFill>
          <p:spPr>
            <a:xfrm>
              <a:off x="6583070" y="5639044"/>
              <a:ext cx="518160" cy="40779"/>
            </a:xfrm>
            <a:prstGeom prst="rect">
              <a:avLst/>
            </a:prstGeom>
          </p:spPr>
        </p:pic>
        <p:sp>
          <p:nvSpPr>
            <p:cNvPr id="3827" name="object 3827"/>
            <p:cNvSpPr/>
            <p:nvPr/>
          </p:nvSpPr>
          <p:spPr>
            <a:xfrm>
              <a:off x="6323228" y="6246752"/>
              <a:ext cx="125730" cy="125730"/>
            </a:xfrm>
            <a:custGeom>
              <a:avLst/>
              <a:gdLst/>
              <a:ahLst/>
              <a:cxnLst/>
              <a:rect l="l" t="t" r="r" b="b"/>
              <a:pathLst>
                <a:path w="125729" h="125729">
                  <a:moveTo>
                    <a:pt x="0" y="125730"/>
                  </a:moveTo>
                  <a:lnTo>
                    <a:pt x="0" y="0"/>
                  </a:lnTo>
                  <a:lnTo>
                    <a:pt x="125730" y="0"/>
                  </a:lnTo>
                  <a:lnTo>
                    <a:pt x="125730" y="125730"/>
                  </a:lnTo>
                  <a:lnTo>
                    <a:pt x="0" y="125730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8" name="object 3828"/>
            <p:cNvSpPr/>
            <p:nvPr/>
          </p:nvSpPr>
          <p:spPr>
            <a:xfrm>
              <a:off x="6323215" y="6244478"/>
              <a:ext cx="128270" cy="5080"/>
            </a:xfrm>
            <a:custGeom>
              <a:avLst/>
              <a:gdLst/>
              <a:ahLst/>
              <a:cxnLst/>
              <a:rect l="l" t="t" r="r" b="b"/>
              <a:pathLst>
                <a:path w="128270" h="5079">
                  <a:moveTo>
                    <a:pt x="128270" y="0"/>
                  </a:moveTo>
                  <a:lnTo>
                    <a:pt x="12319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123190" y="4572"/>
                  </a:lnTo>
                  <a:lnTo>
                    <a:pt x="123190" y="2286"/>
                  </a:lnTo>
                  <a:lnTo>
                    <a:pt x="128270" y="2286"/>
                  </a:lnTo>
                  <a:lnTo>
                    <a:pt x="1282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9" name="object 3829"/>
            <p:cNvSpPr/>
            <p:nvPr/>
          </p:nvSpPr>
          <p:spPr>
            <a:xfrm>
              <a:off x="6323228" y="6244466"/>
              <a:ext cx="128270" cy="5080"/>
            </a:xfrm>
            <a:custGeom>
              <a:avLst/>
              <a:gdLst/>
              <a:ahLst/>
              <a:cxnLst/>
              <a:rect l="l" t="t" r="r" b="b"/>
              <a:pathLst>
                <a:path w="128270" h="5079">
                  <a:moveTo>
                    <a:pt x="0" y="4572"/>
                  </a:moveTo>
                  <a:lnTo>
                    <a:pt x="0" y="0"/>
                  </a:lnTo>
                  <a:lnTo>
                    <a:pt x="128016" y="0"/>
                  </a:lnTo>
                  <a:lnTo>
                    <a:pt x="128016" y="2286"/>
                  </a:lnTo>
                  <a:lnTo>
                    <a:pt x="123444" y="2286"/>
                  </a:lnTo>
                  <a:lnTo>
                    <a:pt x="123444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0" name="object 3830"/>
            <p:cNvSpPr/>
            <p:nvPr/>
          </p:nvSpPr>
          <p:spPr>
            <a:xfrm>
              <a:off x="6446647" y="6246765"/>
              <a:ext cx="5080" cy="128270"/>
            </a:xfrm>
            <a:custGeom>
              <a:avLst/>
              <a:gdLst/>
              <a:ahLst/>
              <a:cxnLst/>
              <a:rect l="l" t="t" r="r" b="b"/>
              <a:pathLst>
                <a:path w="5079" h="128270">
                  <a:moveTo>
                    <a:pt x="508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123444"/>
                  </a:lnTo>
                  <a:lnTo>
                    <a:pt x="2540" y="123444"/>
                  </a:lnTo>
                  <a:lnTo>
                    <a:pt x="2540" y="128016"/>
                  </a:lnTo>
                  <a:lnTo>
                    <a:pt x="5080" y="128016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1" name="object 3831"/>
            <p:cNvSpPr/>
            <p:nvPr/>
          </p:nvSpPr>
          <p:spPr>
            <a:xfrm>
              <a:off x="6446659" y="6246752"/>
              <a:ext cx="5080" cy="128270"/>
            </a:xfrm>
            <a:custGeom>
              <a:avLst/>
              <a:gdLst/>
              <a:ahLst/>
              <a:cxnLst/>
              <a:rect l="l" t="t" r="r" b="b"/>
              <a:pathLst>
                <a:path w="5079" h="128270">
                  <a:moveTo>
                    <a:pt x="0" y="0"/>
                  </a:moveTo>
                  <a:lnTo>
                    <a:pt x="4572" y="0"/>
                  </a:lnTo>
                  <a:lnTo>
                    <a:pt x="4572" y="128016"/>
                  </a:lnTo>
                  <a:lnTo>
                    <a:pt x="2286" y="128016"/>
                  </a:lnTo>
                  <a:lnTo>
                    <a:pt x="2286" y="123444"/>
                  </a:lnTo>
                  <a:lnTo>
                    <a:pt x="0" y="12344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2" name="object 3832"/>
            <p:cNvSpPr/>
            <p:nvPr/>
          </p:nvSpPr>
          <p:spPr>
            <a:xfrm>
              <a:off x="6320663" y="6370209"/>
              <a:ext cx="128270" cy="5080"/>
            </a:xfrm>
            <a:custGeom>
              <a:avLst/>
              <a:gdLst/>
              <a:ahLst/>
              <a:cxnLst/>
              <a:rect l="l" t="t" r="r" b="b"/>
              <a:pathLst>
                <a:path w="128270" h="5079">
                  <a:moveTo>
                    <a:pt x="128270" y="0"/>
                  </a:moveTo>
                  <a:lnTo>
                    <a:pt x="5080" y="0"/>
                  </a:lnTo>
                  <a:lnTo>
                    <a:pt x="5080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5080" y="4572"/>
                  </a:lnTo>
                  <a:lnTo>
                    <a:pt x="128270" y="4572"/>
                  </a:lnTo>
                  <a:lnTo>
                    <a:pt x="1282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3" name="object 3833"/>
            <p:cNvSpPr/>
            <p:nvPr/>
          </p:nvSpPr>
          <p:spPr>
            <a:xfrm>
              <a:off x="6320929" y="6370196"/>
              <a:ext cx="128270" cy="5080"/>
            </a:xfrm>
            <a:custGeom>
              <a:avLst/>
              <a:gdLst/>
              <a:ahLst/>
              <a:cxnLst/>
              <a:rect l="l" t="t" r="r" b="b"/>
              <a:pathLst>
                <a:path w="128270" h="5079">
                  <a:moveTo>
                    <a:pt x="128015" y="0"/>
                  </a:moveTo>
                  <a:lnTo>
                    <a:pt x="128015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1" y="2286"/>
                  </a:lnTo>
                  <a:lnTo>
                    <a:pt x="4571" y="0"/>
                  </a:lnTo>
                  <a:lnTo>
                    <a:pt x="12801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4" name="object 3834"/>
            <p:cNvSpPr/>
            <p:nvPr/>
          </p:nvSpPr>
          <p:spPr>
            <a:xfrm>
              <a:off x="6320421" y="6244478"/>
              <a:ext cx="5080" cy="128270"/>
            </a:xfrm>
            <a:custGeom>
              <a:avLst/>
              <a:gdLst/>
              <a:ahLst/>
              <a:cxnLst/>
              <a:rect l="l" t="t" r="r" b="b"/>
              <a:pathLst>
                <a:path w="5079" h="128270">
                  <a:moveTo>
                    <a:pt x="5080" y="4572"/>
                  </a:moveTo>
                  <a:lnTo>
                    <a:pt x="2540" y="4572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28016"/>
                  </a:lnTo>
                  <a:lnTo>
                    <a:pt x="2540" y="128016"/>
                  </a:lnTo>
                  <a:lnTo>
                    <a:pt x="5080" y="128016"/>
                  </a:lnTo>
                  <a:lnTo>
                    <a:pt x="508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5" name="object 3835"/>
            <p:cNvSpPr/>
            <p:nvPr/>
          </p:nvSpPr>
          <p:spPr>
            <a:xfrm>
              <a:off x="6320942" y="6244466"/>
              <a:ext cx="5080" cy="128270"/>
            </a:xfrm>
            <a:custGeom>
              <a:avLst/>
              <a:gdLst/>
              <a:ahLst/>
              <a:cxnLst/>
              <a:rect l="l" t="t" r="r" b="b"/>
              <a:pathLst>
                <a:path w="5079" h="128270">
                  <a:moveTo>
                    <a:pt x="4572" y="128015"/>
                  </a:moveTo>
                  <a:lnTo>
                    <a:pt x="0" y="128015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2801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6" name="object 3836"/>
            <p:cNvSpPr/>
            <p:nvPr/>
          </p:nvSpPr>
          <p:spPr>
            <a:xfrm>
              <a:off x="6442100" y="624827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5334" y="3810"/>
                  </a:moveTo>
                  <a:lnTo>
                    <a:pt x="1523" y="0"/>
                  </a:lnTo>
                  <a:lnTo>
                    <a:pt x="0" y="2286"/>
                  </a:lnTo>
                  <a:lnTo>
                    <a:pt x="3810" y="4572"/>
                  </a:lnTo>
                  <a:lnTo>
                    <a:pt x="5334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7" name="object 3837"/>
            <p:cNvSpPr/>
            <p:nvPr/>
          </p:nvSpPr>
          <p:spPr>
            <a:xfrm>
              <a:off x="6442100" y="624827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0" y="2286"/>
                  </a:moveTo>
                  <a:lnTo>
                    <a:pt x="1523" y="0"/>
                  </a:lnTo>
                  <a:lnTo>
                    <a:pt x="5334" y="3810"/>
                  </a:lnTo>
                  <a:lnTo>
                    <a:pt x="3810" y="4572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8" name="object 3838"/>
            <p:cNvSpPr/>
            <p:nvPr/>
          </p:nvSpPr>
          <p:spPr>
            <a:xfrm>
              <a:off x="6324739" y="636410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810"/>
                  </a:moveTo>
                  <a:lnTo>
                    <a:pt x="2286" y="0"/>
                  </a:lnTo>
                  <a:lnTo>
                    <a:pt x="0" y="2286"/>
                  </a:lnTo>
                  <a:lnTo>
                    <a:pt x="3810" y="5334"/>
                  </a:lnTo>
                  <a:lnTo>
                    <a:pt x="5334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9" name="object 3839"/>
            <p:cNvSpPr/>
            <p:nvPr/>
          </p:nvSpPr>
          <p:spPr>
            <a:xfrm>
              <a:off x="6324739" y="636410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810"/>
                  </a:moveTo>
                  <a:lnTo>
                    <a:pt x="3810" y="5334"/>
                  </a:lnTo>
                  <a:lnTo>
                    <a:pt x="0" y="2286"/>
                  </a:lnTo>
                  <a:lnTo>
                    <a:pt x="2286" y="0"/>
                  </a:lnTo>
                  <a:lnTo>
                    <a:pt x="5334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0" name="object 3840"/>
            <p:cNvSpPr/>
            <p:nvPr/>
          </p:nvSpPr>
          <p:spPr>
            <a:xfrm>
              <a:off x="6327038" y="6250562"/>
              <a:ext cx="119380" cy="117475"/>
            </a:xfrm>
            <a:custGeom>
              <a:avLst/>
              <a:gdLst/>
              <a:ahLst/>
              <a:cxnLst/>
              <a:rect l="l" t="t" r="r" b="b"/>
              <a:pathLst>
                <a:path w="119379" h="117475">
                  <a:moveTo>
                    <a:pt x="118872" y="2285"/>
                  </a:moveTo>
                  <a:lnTo>
                    <a:pt x="115062" y="0"/>
                  </a:lnTo>
                  <a:lnTo>
                    <a:pt x="0" y="113538"/>
                  </a:lnTo>
                  <a:lnTo>
                    <a:pt x="3048" y="117348"/>
                  </a:lnTo>
                  <a:lnTo>
                    <a:pt x="118872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1" name="object 3841"/>
            <p:cNvSpPr/>
            <p:nvPr/>
          </p:nvSpPr>
          <p:spPr>
            <a:xfrm>
              <a:off x="6327038" y="6250562"/>
              <a:ext cx="119380" cy="117475"/>
            </a:xfrm>
            <a:custGeom>
              <a:avLst/>
              <a:gdLst/>
              <a:ahLst/>
              <a:cxnLst/>
              <a:rect l="l" t="t" r="r" b="b"/>
              <a:pathLst>
                <a:path w="119379" h="117475">
                  <a:moveTo>
                    <a:pt x="115062" y="0"/>
                  </a:moveTo>
                  <a:lnTo>
                    <a:pt x="118872" y="2285"/>
                  </a:lnTo>
                  <a:lnTo>
                    <a:pt x="3048" y="117348"/>
                  </a:lnTo>
                  <a:lnTo>
                    <a:pt x="0" y="113538"/>
                  </a:lnTo>
                  <a:lnTo>
                    <a:pt x="11506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42" name="object 3842"/>
            <p:cNvPicPr/>
            <p:nvPr/>
          </p:nvPicPr>
          <p:blipFill>
            <a:blip r:embed="rId224" cstate="print"/>
            <a:stretch>
              <a:fillRect/>
            </a:stretch>
          </p:blipFill>
          <p:spPr>
            <a:xfrm>
              <a:off x="6583819" y="5754500"/>
              <a:ext cx="680478" cy="114300"/>
            </a:xfrm>
            <a:prstGeom prst="rect">
              <a:avLst/>
            </a:prstGeom>
          </p:spPr>
        </p:pic>
        <p:pic>
          <p:nvPicPr>
            <p:cNvPr id="3843" name="object 3843"/>
            <p:cNvPicPr/>
            <p:nvPr/>
          </p:nvPicPr>
          <p:blipFill>
            <a:blip r:embed="rId225" cstate="print"/>
            <a:stretch>
              <a:fillRect/>
            </a:stretch>
          </p:blipFill>
          <p:spPr>
            <a:xfrm>
              <a:off x="6579247" y="6277232"/>
              <a:ext cx="628650" cy="51815"/>
            </a:xfrm>
            <a:prstGeom prst="rect">
              <a:avLst/>
            </a:prstGeom>
          </p:spPr>
        </p:pic>
        <p:pic>
          <p:nvPicPr>
            <p:cNvPr id="3844" name="object 3844"/>
            <p:cNvPicPr/>
            <p:nvPr/>
          </p:nvPicPr>
          <p:blipFill>
            <a:blip r:embed="rId226" cstate="print"/>
            <a:stretch>
              <a:fillRect/>
            </a:stretch>
          </p:blipFill>
          <p:spPr>
            <a:xfrm>
              <a:off x="6296812" y="5946905"/>
              <a:ext cx="191503" cy="104393"/>
            </a:xfrm>
            <a:prstGeom prst="rect">
              <a:avLst/>
            </a:prstGeom>
          </p:spPr>
        </p:pic>
        <p:sp>
          <p:nvSpPr>
            <p:cNvPr id="3845" name="object 3845"/>
            <p:cNvSpPr/>
            <p:nvPr/>
          </p:nvSpPr>
          <p:spPr>
            <a:xfrm>
              <a:off x="6290449" y="6105020"/>
              <a:ext cx="190500" cy="119380"/>
            </a:xfrm>
            <a:custGeom>
              <a:avLst/>
              <a:gdLst/>
              <a:ahLst/>
              <a:cxnLst/>
              <a:rect l="l" t="t" r="r" b="b"/>
              <a:pathLst>
                <a:path w="190500" h="119379">
                  <a:moveTo>
                    <a:pt x="0" y="118872"/>
                  </a:moveTo>
                  <a:lnTo>
                    <a:pt x="0" y="0"/>
                  </a:lnTo>
                  <a:lnTo>
                    <a:pt x="190500" y="0"/>
                  </a:lnTo>
                  <a:lnTo>
                    <a:pt x="190500" y="118871"/>
                  </a:lnTo>
                  <a:lnTo>
                    <a:pt x="0" y="118872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6" name="object 3846"/>
            <p:cNvSpPr/>
            <p:nvPr/>
          </p:nvSpPr>
          <p:spPr>
            <a:xfrm>
              <a:off x="6290437" y="6103509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193040" y="0"/>
                  </a:moveTo>
                  <a:lnTo>
                    <a:pt x="1879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187960" y="3810"/>
                  </a:lnTo>
                  <a:lnTo>
                    <a:pt x="187960" y="1524"/>
                  </a:lnTo>
                  <a:lnTo>
                    <a:pt x="193040" y="1524"/>
                  </a:lnTo>
                  <a:lnTo>
                    <a:pt x="1930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7" name="object 3847"/>
            <p:cNvSpPr/>
            <p:nvPr/>
          </p:nvSpPr>
          <p:spPr>
            <a:xfrm>
              <a:off x="6290449" y="6103496"/>
              <a:ext cx="193040" cy="3810"/>
            </a:xfrm>
            <a:custGeom>
              <a:avLst/>
              <a:gdLst/>
              <a:ahLst/>
              <a:cxnLst/>
              <a:rect l="l" t="t" r="r" b="b"/>
              <a:pathLst>
                <a:path w="193039" h="3810">
                  <a:moveTo>
                    <a:pt x="0" y="3810"/>
                  </a:moveTo>
                  <a:lnTo>
                    <a:pt x="0" y="0"/>
                  </a:lnTo>
                  <a:lnTo>
                    <a:pt x="192786" y="0"/>
                  </a:lnTo>
                  <a:lnTo>
                    <a:pt x="192786" y="1524"/>
                  </a:lnTo>
                  <a:lnTo>
                    <a:pt x="188214" y="1524"/>
                  </a:lnTo>
                  <a:lnTo>
                    <a:pt x="188214" y="3810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8" name="object 3848"/>
            <p:cNvSpPr/>
            <p:nvPr/>
          </p:nvSpPr>
          <p:spPr>
            <a:xfrm>
              <a:off x="6478664" y="6105033"/>
              <a:ext cx="5080" cy="121285"/>
            </a:xfrm>
            <a:custGeom>
              <a:avLst/>
              <a:gdLst/>
              <a:ahLst/>
              <a:cxnLst/>
              <a:rect l="l" t="t" r="r" b="b"/>
              <a:pathLst>
                <a:path w="5079" h="121285">
                  <a:moveTo>
                    <a:pt x="508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116586"/>
                  </a:lnTo>
                  <a:lnTo>
                    <a:pt x="2540" y="116586"/>
                  </a:lnTo>
                  <a:lnTo>
                    <a:pt x="2540" y="121158"/>
                  </a:lnTo>
                  <a:lnTo>
                    <a:pt x="5080" y="121158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9" name="object 3849"/>
            <p:cNvSpPr/>
            <p:nvPr/>
          </p:nvSpPr>
          <p:spPr>
            <a:xfrm>
              <a:off x="6478676" y="6105020"/>
              <a:ext cx="5080" cy="121285"/>
            </a:xfrm>
            <a:custGeom>
              <a:avLst/>
              <a:gdLst/>
              <a:ahLst/>
              <a:cxnLst/>
              <a:rect l="l" t="t" r="r" b="b"/>
              <a:pathLst>
                <a:path w="5079" h="121285">
                  <a:moveTo>
                    <a:pt x="0" y="0"/>
                  </a:moveTo>
                  <a:lnTo>
                    <a:pt x="4572" y="0"/>
                  </a:lnTo>
                  <a:lnTo>
                    <a:pt x="4572" y="121157"/>
                  </a:lnTo>
                  <a:lnTo>
                    <a:pt x="2286" y="121157"/>
                  </a:lnTo>
                  <a:lnTo>
                    <a:pt x="2286" y="116586"/>
                  </a:lnTo>
                  <a:lnTo>
                    <a:pt x="0" y="11658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0" name="object 3850"/>
            <p:cNvSpPr/>
            <p:nvPr/>
          </p:nvSpPr>
          <p:spPr>
            <a:xfrm>
              <a:off x="6287897" y="6221619"/>
              <a:ext cx="193040" cy="5080"/>
            </a:xfrm>
            <a:custGeom>
              <a:avLst/>
              <a:gdLst/>
              <a:ahLst/>
              <a:cxnLst/>
              <a:rect l="l" t="t" r="r" b="b"/>
              <a:pathLst>
                <a:path w="193039" h="5079">
                  <a:moveTo>
                    <a:pt x="193040" y="0"/>
                  </a:moveTo>
                  <a:lnTo>
                    <a:pt x="5080" y="0"/>
                  </a:lnTo>
                  <a:lnTo>
                    <a:pt x="5080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5080" y="4572"/>
                  </a:lnTo>
                  <a:lnTo>
                    <a:pt x="193040" y="4572"/>
                  </a:lnTo>
                  <a:lnTo>
                    <a:pt x="1930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1" name="object 3851"/>
            <p:cNvSpPr/>
            <p:nvPr/>
          </p:nvSpPr>
          <p:spPr>
            <a:xfrm>
              <a:off x="6288163" y="6221606"/>
              <a:ext cx="193040" cy="5080"/>
            </a:xfrm>
            <a:custGeom>
              <a:avLst/>
              <a:gdLst/>
              <a:ahLst/>
              <a:cxnLst/>
              <a:rect l="l" t="t" r="r" b="b"/>
              <a:pathLst>
                <a:path w="193039" h="5079">
                  <a:moveTo>
                    <a:pt x="192786" y="0"/>
                  </a:moveTo>
                  <a:lnTo>
                    <a:pt x="192786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2" y="2286"/>
                  </a:lnTo>
                  <a:lnTo>
                    <a:pt x="4572" y="0"/>
                  </a:lnTo>
                  <a:lnTo>
                    <a:pt x="19278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2" name="object 3852"/>
            <p:cNvSpPr/>
            <p:nvPr/>
          </p:nvSpPr>
          <p:spPr>
            <a:xfrm>
              <a:off x="6287643" y="6103509"/>
              <a:ext cx="5080" cy="120650"/>
            </a:xfrm>
            <a:custGeom>
              <a:avLst/>
              <a:gdLst/>
              <a:ahLst/>
              <a:cxnLst/>
              <a:rect l="l" t="t" r="r" b="b"/>
              <a:pathLst>
                <a:path w="5079" h="120650">
                  <a:moveTo>
                    <a:pt x="5080" y="3810"/>
                  </a:moveTo>
                  <a:lnTo>
                    <a:pt x="2540" y="3810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20396"/>
                  </a:lnTo>
                  <a:lnTo>
                    <a:pt x="2540" y="120396"/>
                  </a:lnTo>
                  <a:lnTo>
                    <a:pt x="5080" y="120396"/>
                  </a:lnTo>
                  <a:lnTo>
                    <a:pt x="508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3" name="object 3853"/>
            <p:cNvSpPr/>
            <p:nvPr/>
          </p:nvSpPr>
          <p:spPr>
            <a:xfrm>
              <a:off x="6288163" y="6103496"/>
              <a:ext cx="5080" cy="120650"/>
            </a:xfrm>
            <a:custGeom>
              <a:avLst/>
              <a:gdLst/>
              <a:ahLst/>
              <a:cxnLst/>
              <a:rect l="l" t="t" r="r" b="b"/>
              <a:pathLst>
                <a:path w="5079" h="120650">
                  <a:moveTo>
                    <a:pt x="4572" y="120396"/>
                  </a:moveTo>
                  <a:lnTo>
                    <a:pt x="0" y="120396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3810"/>
                  </a:lnTo>
                  <a:lnTo>
                    <a:pt x="4572" y="3810"/>
                  </a:lnTo>
                  <a:lnTo>
                    <a:pt x="4572" y="1203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4" name="object 3854"/>
            <p:cNvSpPr/>
            <p:nvPr/>
          </p:nvSpPr>
          <p:spPr>
            <a:xfrm>
              <a:off x="6372758" y="6114164"/>
              <a:ext cx="29845" cy="26034"/>
            </a:xfrm>
            <a:custGeom>
              <a:avLst/>
              <a:gdLst/>
              <a:ahLst/>
              <a:cxnLst/>
              <a:rect l="l" t="t" r="r" b="b"/>
              <a:pathLst>
                <a:path w="29845" h="26035">
                  <a:moveTo>
                    <a:pt x="29717" y="12953"/>
                  </a:moveTo>
                  <a:lnTo>
                    <a:pt x="14477" y="0"/>
                  </a:lnTo>
                  <a:lnTo>
                    <a:pt x="8381" y="1523"/>
                  </a:lnTo>
                  <a:lnTo>
                    <a:pt x="5333" y="3047"/>
                  </a:lnTo>
                  <a:lnTo>
                    <a:pt x="3047" y="5333"/>
                  </a:lnTo>
                  <a:lnTo>
                    <a:pt x="1523" y="7619"/>
                  </a:lnTo>
                  <a:lnTo>
                    <a:pt x="761" y="10667"/>
                  </a:lnTo>
                  <a:lnTo>
                    <a:pt x="0" y="12953"/>
                  </a:lnTo>
                  <a:lnTo>
                    <a:pt x="11429" y="25907"/>
                  </a:lnTo>
                  <a:lnTo>
                    <a:pt x="17525" y="25907"/>
                  </a:lnTo>
                  <a:lnTo>
                    <a:pt x="21335" y="25145"/>
                  </a:lnTo>
                  <a:lnTo>
                    <a:pt x="23621" y="22859"/>
                  </a:lnTo>
                  <a:lnTo>
                    <a:pt x="25907" y="21335"/>
                  </a:lnTo>
                  <a:lnTo>
                    <a:pt x="28193" y="19049"/>
                  </a:lnTo>
                  <a:lnTo>
                    <a:pt x="29717" y="12953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5" name="object 3855"/>
            <p:cNvSpPr/>
            <p:nvPr/>
          </p:nvSpPr>
          <p:spPr>
            <a:xfrm>
              <a:off x="6399415" y="612330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169" y="2201"/>
                  </a:moveTo>
                  <a:lnTo>
                    <a:pt x="0" y="1524"/>
                  </a:lnTo>
                  <a:lnTo>
                    <a:pt x="0" y="2286"/>
                  </a:lnTo>
                  <a:lnTo>
                    <a:pt x="169" y="2201"/>
                  </a:lnTo>
                  <a:close/>
                </a:path>
                <a:path w="5714" h="5079">
                  <a:moveTo>
                    <a:pt x="5334" y="3810"/>
                  </a:moveTo>
                  <a:lnTo>
                    <a:pt x="4572" y="762"/>
                  </a:lnTo>
                  <a:lnTo>
                    <a:pt x="4572" y="0"/>
                  </a:lnTo>
                  <a:lnTo>
                    <a:pt x="169" y="2201"/>
                  </a:lnTo>
                  <a:lnTo>
                    <a:pt x="762" y="4572"/>
                  </a:lnTo>
                  <a:lnTo>
                    <a:pt x="5334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6" name="object 3856"/>
            <p:cNvSpPr/>
            <p:nvPr/>
          </p:nvSpPr>
          <p:spPr>
            <a:xfrm>
              <a:off x="6399415" y="612330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5334" y="3810"/>
                  </a:moveTo>
                  <a:lnTo>
                    <a:pt x="762" y="4572"/>
                  </a:lnTo>
                  <a:lnTo>
                    <a:pt x="0" y="1524"/>
                  </a:lnTo>
                  <a:lnTo>
                    <a:pt x="0" y="2286"/>
                  </a:lnTo>
                  <a:lnTo>
                    <a:pt x="4572" y="0"/>
                  </a:lnTo>
                  <a:lnTo>
                    <a:pt x="4572" y="762"/>
                  </a:lnTo>
                  <a:lnTo>
                    <a:pt x="5334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7" name="object 3857"/>
            <p:cNvSpPr/>
            <p:nvPr/>
          </p:nvSpPr>
          <p:spPr>
            <a:xfrm>
              <a:off x="6398666" y="612026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158" y="2921"/>
                  </a:moveTo>
                  <a:lnTo>
                    <a:pt x="0" y="2286"/>
                  </a:lnTo>
                  <a:lnTo>
                    <a:pt x="0" y="3048"/>
                  </a:lnTo>
                  <a:lnTo>
                    <a:pt x="158" y="2921"/>
                  </a:lnTo>
                  <a:close/>
                </a:path>
                <a:path w="5714" h="5714">
                  <a:moveTo>
                    <a:pt x="5334" y="3048"/>
                  </a:moveTo>
                  <a:lnTo>
                    <a:pt x="3810" y="0"/>
                  </a:lnTo>
                  <a:lnTo>
                    <a:pt x="158" y="2921"/>
                  </a:lnTo>
                  <a:lnTo>
                    <a:pt x="762" y="5334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8" name="object 3858"/>
            <p:cNvSpPr/>
            <p:nvPr/>
          </p:nvSpPr>
          <p:spPr>
            <a:xfrm>
              <a:off x="6398666" y="612026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048"/>
                  </a:moveTo>
                  <a:lnTo>
                    <a:pt x="762" y="5334"/>
                  </a:lnTo>
                  <a:lnTo>
                    <a:pt x="0" y="2286"/>
                  </a:lnTo>
                  <a:lnTo>
                    <a:pt x="0" y="3048"/>
                  </a:lnTo>
                  <a:lnTo>
                    <a:pt x="3810" y="0"/>
                  </a:lnTo>
                  <a:lnTo>
                    <a:pt x="5334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9" name="object 3859"/>
            <p:cNvSpPr/>
            <p:nvPr/>
          </p:nvSpPr>
          <p:spPr>
            <a:xfrm>
              <a:off x="6397142" y="6117212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5334" y="3048"/>
                  </a:moveTo>
                  <a:lnTo>
                    <a:pt x="3048" y="762"/>
                  </a:lnTo>
                  <a:lnTo>
                    <a:pt x="3048" y="0"/>
                  </a:lnTo>
                  <a:lnTo>
                    <a:pt x="0" y="3810"/>
                  </a:lnTo>
                  <a:lnTo>
                    <a:pt x="1524" y="6096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0" name="object 3860"/>
            <p:cNvSpPr/>
            <p:nvPr/>
          </p:nvSpPr>
          <p:spPr>
            <a:xfrm>
              <a:off x="6397142" y="6117212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5334" y="3048"/>
                  </a:moveTo>
                  <a:lnTo>
                    <a:pt x="1524" y="6096"/>
                  </a:lnTo>
                  <a:lnTo>
                    <a:pt x="0" y="3810"/>
                  </a:lnTo>
                  <a:lnTo>
                    <a:pt x="3048" y="0"/>
                  </a:lnTo>
                  <a:lnTo>
                    <a:pt x="3048" y="762"/>
                  </a:lnTo>
                  <a:lnTo>
                    <a:pt x="5334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1" name="object 3861"/>
            <p:cNvSpPr/>
            <p:nvPr/>
          </p:nvSpPr>
          <p:spPr>
            <a:xfrm>
              <a:off x="6395618" y="6114926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2" y="2286"/>
                  </a:moveTo>
                  <a:lnTo>
                    <a:pt x="2286" y="762"/>
                  </a:lnTo>
                  <a:lnTo>
                    <a:pt x="2286" y="0"/>
                  </a:lnTo>
                  <a:lnTo>
                    <a:pt x="0" y="4572"/>
                  </a:lnTo>
                  <a:lnTo>
                    <a:pt x="1524" y="6096"/>
                  </a:lnTo>
                  <a:lnTo>
                    <a:pt x="4572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2" name="object 3862"/>
            <p:cNvSpPr/>
            <p:nvPr/>
          </p:nvSpPr>
          <p:spPr>
            <a:xfrm>
              <a:off x="6394856" y="6114926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5334" y="2286"/>
                  </a:moveTo>
                  <a:lnTo>
                    <a:pt x="2286" y="6096"/>
                  </a:lnTo>
                  <a:lnTo>
                    <a:pt x="0" y="3810"/>
                  </a:lnTo>
                  <a:lnTo>
                    <a:pt x="762" y="4572"/>
                  </a:lnTo>
                  <a:lnTo>
                    <a:pt x="3048" y="0"/>
                  </a:lnTo>
                  <a:lnTo>
                    <a:pt x="3048" y="762"/>
                  </a:lnTo>
                  <a:lnTo>
                    <a:pt x="5334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3" name="object 3863"/>
            <p:cNvSpPr/>
            <p:nvPr/>
          </p:nvSpPr>
          <p:spPr>
            <a:xfrm>
              <a:off x="6392570" y="6113402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5334" y="1524"/>
                  </a:moveTo>
                  <a:lnTo>
                    <a:pt x="2286" y="0"/>
                  </a:lnTo>
                  <a:lnTo>
                    <a:pt x="1524" y="0"/>
                  </a:lnTo>
                  <a:lnTo>
                    <a:pt x="762" y="4572"/>
                  </a:lnTo>
                  <a:lnTo>
                    <a:pt x="0" y="4572"/>
                  </a:lnTo>
                  <a:lnTo>
                    <a:pt x="3048" y="6096"/>
                  </a:lnTo>
                  <a:lnTo>
                    <a:pt x="5334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4" name="object 3864"/>
            <p:cNvSpPr/>
            <p:nvPr/>
          </p:nvSpPr>
          <p:spPr>
            <a:xfrm>
              <a:off x="6392570" y="6113402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5334" y="1524"/>
                  </a:moveTo>
                  <a:lnTo>
                    <a:pt x="3048" y="6096"/>
                  </a:lnTo>
                  <a:lnTo>
                    <a:pt x="0" y="4572"/>
                  </a:lnTo>
                  <a:lnTo>
                    <a:pt x="762" y="4572"/>
                  </a:lnTo>
                  <a:lnTo>
                    <a:pt x="1524" y="0"/>
                  </a:lnTo>
                  <a:lnTo>
                    <a:pt x="2286" y="0"/>
                  </a:lnTo>
                  <a:lnTo>
                    <a:pt x="5334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5" name="object 3865"/>
            <p:cNvSpPr/>
            <p:nvPr/>
          </p:nvSpPr>
          <p:spPr>
            <a:xfrm>
              <a:off x="6390284" y="6112640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762"/>
                  </a:moveTo>
                  <a:lnTo>
                    <a:pt x="762" y="0"/>
                  </a:lnTo>
                  <a:lnTo>
                    <a:pt x="0" y="4572"/>
                  </a:lnTo>
                  <a:lnTo>
                    <a:pt x="3048" y="5334"/>
                  </a:lnTo>
                  <a:lnTo>
                    <a:pt x="3810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6" name="object 3866"/>
            <p:cNvSpPr/>
            <p:nvPr/>
          </p:nvSpPr>
          <p:spPr>
            <a:xfrm>
              <a:off x="6390284" y="6112640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762"/>
                  </a:moveTo>
                  <a:lnTo>
                    <a:pt x="3048" y="5334"/>
                  </a:lnTo>
                  <a:lnTo>
                    <a:pt x="0" y="4572"/>
                  </a:lnTo>
                  <a:lnTo>
                    <a:pt x="762" y="0"/>
                  </a:lnTo>
                  <a:lnTo>
                    <a:pt x="3810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7" name="object 3867"/>
            <p:cNvSpPr/>
            <p:nvPr/>
          </p:nvSpPr>
          <p:spPr>
            <a:xfrm>
              <a:off x="6387223" y="6111878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762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3048" y="5334"/>
                  </a:lnTo>
                  <a:lnTo>
                    <a:pt x="3810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8" name="object 3868"/>
            <p:cNvSpPr/>
            <p:nvPr/>
          </p:nvSpPr>
          <p:spPr>
            <a:xfrm>
              <a:off x="6387223" y="6111878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762"/>
                  </a:moveTo>
                  <a:lnTo>
                    <a:pt x="3048" y="5334"/>
                  </a:lnTo>
                  <a:lnTo>
                    <a:pt x="0" y="4572"/>
                  </a:lnTo>
                  <a:lnTo>
                    <a:pt x="0" y="0"/>
                  </a:lnTo>
                  <a:lnTo>
                    <a:pt x="3810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9" name="object 3869"/>
            <p:cNvSpPr/>
            <p:nvPr/>
          </p:nvSpPr>
          <p:spPr>
            <a:xfrm>
              <a:off x="6383413" y="6111878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4572"/>
                  </a:moveTo>
                  <a:lnTo>
                    <a:pt x="3810" y="0"/>
                  </a:lnTo>
                  <a:lnTo>
                    <a:pt x="0" y="762"/>
                  </a:lnTo>
                  <a:lnTo>
                    <a:pt x="1465" y="5158"/>
                  </a:lnTo>
                  <a:lnTo>
                    <a:pt x="3810" y="4572"/>
                  </a:lnTo>
                  <a:close/>
                </a:path>
                <a:path w="3810" h="5714">
                  <a:moveTo>
                    <a:pt x="1524" y="5334"/>
                  </a:moveTo>
                  <a:lnTo>
                    <a:pt x="1465" y="5158"/>
                  </a:lnTo>
                  <a:lnTo>
                    <a:pt x="762" y="5334"/>
                  </a:lnTo>
                  <a:lnTo>
                    <a:pt x="1524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0" name="object 3870"/>
            <p:cNvSpPr/>
            <p:nvPr/>
          </p:nvSpPr>
          <p:spPr>
            <a:xfrm>
              <a:off x="6383413" y="6111878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0"/>
                  </a:moveTo>
                  <a:lnTo>
                    <a:pt x="3810" y="4572"/>
                  </a:lnTo>
                  <a:lnTo>
                    <a:pt x="762" y="5334"/>
                  </a:lnTo>
                  <a:lnTo>
                    <a:pt x="1524" y="5334"/>
                  </a:lnTo>
                  <a:lnTo>
                    <a:pt x="0" y="762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1" name="object 3871"/>
            <p:cNvSpPr/>
            <p:nvPr/>
          </p:nvSpPr>
          <p:spPr>
            <a:xfrm>
              <a:off x="6380378" y="611264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4572"/>
                  </a:moveTo>
                  <a:lnTo>
                    <a:pt x="3048" y="0"/>
                  </a:lnTo>
                  <a:lnTo>
                    <a:pt x="0" y="762"/>
                  </a:lnTo>
                  <a:lnTo>
                    <a:pt x="1524" y="5334"/>
                  </a:lnTo>
                  <a:lnTo>
                    <a:pt x="4572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2" name="object 3872"/>
            <p:cNvSpPr/>
            <p:nvPr/>
          </p:nvSpPr>
          <p:spPr>
            <a:xfrm>
              <a:off x="6380378" y="611264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3048" y="0"/>
                  </a:moveTo>
                  <a:lnTo>
                    <a:pt x="4572" y="4572"/>
                  </a:lnTo>
                  <a:lnTo>
                    <a:pt x="1524" y="5334"/>
                  </a:lnTo>
                  <a:lnTo>
                    <a:pt x="0" y="762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3" name="object 3873"/>
            <p:cNvSpPr/>
            <p:nvPr/>
          </p:nvSpPr>
          <p:spPr>
            <a:xfrm>
              <a:off x="6376568" y="611340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4572"/>
                  </a:moveTo>
                  <a:lnTo>
                    <a:pt x="3810" y="0"/>
                  </a:lnTo>
                  <a:lnTo>
                    <a:pt x="762" y="2286"/>
                  </a:lnTo>
                  <a:lnTo>
                    <a:pt x="0" y="2286"/>
                  </a:lnTo>
                  <a:lnTo>
                    <a:pt x="3048" y="5334"/>
                  </a:lnTo>
                  <a:lnTo>
                    <a:pt x="5334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4" name="object 3874"/>
            <p:cNvSpPr/>
            <p:nvPr/>
          </p:nvSpPr>
          <p:spPr>
            <a:xfrm>
              <a:off x="6376568" y="611340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3810" y="0"/>
                  </a:moveTo>
                  <a:lnTo>
                    <a:pt x="5334" y="4572"/>
                  </a:lnTo>
                  <a:lnTo>
                    <a:pt x="3048" y="5334"/>
                  </a:lnTo>
                  <a:lnTo>
                    <a:pt x="0" y="2286"/>
                  </a:lnTo>
                  <a:lnTo>
                    <a:pt x="762" y="2286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5" name="object 3875"/>
            <p:cNvSpPr/>
            <p:nvPr/>
          </p:nvSpPr>
          <p:spPr>
            <a:xfrm>
              <a:off x="6374282" y="611568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047"/>
                  </a:moveTo>
                  <a:lnTo>
                    <a:pt x="2286" y="0"/>
                  </a:lnTo>
                  <a:lnTo>
                    <a:pt x="0" y="2286"/>
                  </a:lnTo>
                  <a:lnTo>
                    <a:pt x="3810" y="4572"/>
                  </a:lnTo>
                  <a:lnTo>
                    <a:pt x="3810" y="5334"/>
                  </a:lnTo>
                  <a:lnTo>
                    <a:pt x="5334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6" name="object 3876"/>
            <p:cNvSpPr/>
            <p:nvPr/>
          </p:nvSpPr>
          <p:spPr>
            <a:xfrm>
              <a:off x="6374282" y="611568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2286" y="0"/>
                  </a:moveTo>
                  <a:lnTo>
                    <a:pt x="5334" y="3047"/>
                  </a:lnTo>
                  <a:lnTo>
                    <a:pt x="3810" y="5334"/>
                  </a:lnTo>
                  <a:lnTo>
                    <a:pt x="3810" y="4572"/>
                  </a:lnTo>
                  <a:lnTo>
                    <a:pt x="0" y="2286"/>
                  </a:lnTo>
                  <a:lnTo>
                    <a:pt x="228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7" name="object 3877"/>
            <p:cNvSpPr/>
            <p:nvPr/>
          </p:nvSpPr>
          <p:spPr>
            <a:xfrm>
              <a:off x="6371983" y="6117974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096" y="2285"/>
                  </a:moveTo>
                  <a:lnTo>
                    <a:pt x="2286" y="0"/>
                  </a:lnTo>
                  <a:lnTo>
                    <a:pt x="0" y="2286"/>
                  </a:lnTo>
                  <a:lnTo>
                    <a:pt x="0" y="3048"/>
                  </a:lnTo>
                  <a:lnTo>
                    <a:pt x="4572" y="4572"/>
                  </a:lnTo>
                  <a:lnTo>
                    <a:pt x="6096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8" name="object 3878"/>
            <p:cNvSpPr/>
            <p:nvPr/>
          </p:nvSpPr>
          <p:spPr>
            <a:xfrm>
              <a:off x="6371983" y="6117974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2286" y="0"/>
                  </a:moveTo>
                  <a:lnTo>
                    <a:pt x="6096" y="2285"/>
                  </a:lnTo>
                  <a:lnTo>
                    <a:pt x="4572" y="4572"/>
                  </a:lnTo>
                  <a:lnTo>
                    <a:pt x="0" y="3048"/>
                  </a:lnTo>
                  <a:lnTo>
                    <a:pt x="0" y="2286"/>
                  </a:lnTo>
                  <a:lnTo>
                    <a:pt x="228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9" name="object 3879"/>
            <p:cNvSpPr/>
            <p:nvPr/>
          </p:nvSpPr>
          <p:spPr>
            <a:xfrm>
              <a:off x="6371221" y="6121022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5334" y="1523"/>
                  </a:moveTo>
                  <a:lnTo>
                    <a:pt x="762" y="0"/>
                  </a:lnTo>
                  <a:lnTo>
                    <a:pt x="0" y="3048"/>
                  </a:lnTo>
                  <a:lnTo>
                    <a:pt x="4572" y="3810"/>
                  </a:lnTo>
                  <a:lnTo>
                    <a:pt x="5334" y="15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0" name="object 3880"/>
            <p:cNvSpPr/>
            <p:nvPr/>
          </p:nvSpPr>
          <p:spPr>
            <a:xfrm>
              <a:off x="6371221" y="6121022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762" y="0"/>
                  </a:moveTo>
                  <a:lnTo>
                    <a:pt x="5334" y="1523"/>
                  </a:lnTo>
                  <a:lnTo>
                    <a:pt x="4572" y="3810"/>
                  </a:lnTo>
                  <a:lnTo>
                    <a:pt x="0" y="3048"/>
                  </a:lnTo>
                  <a:lnTo>
                    <a:pt x="76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1" name="object 3881"/>
            <p:cNvSpPr/>
            <p:nvPr/>
          </p:nvSpPr>
          <p:spPr>
            <a:xfrm>
              <a:off x="6370459" y="6124070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5334" y="761"/>
                  </a:moveTo>
                  <a:lnTo>
                    <a:pt x="762" y="0"/>
                  </a:lnTo>
                  <a:lnTo>
                    <a:pt x="0" y="3048"/>
                  </a:lnTo>
                  <a:lnTo>
                    <a:pt x="0" y="3810"/>
                  </a:lnTo>
                  <a:lnTo>
                    <a:pt x="4572" y="3047"/>
                  </a:lnTo>
                  <a:lnTo>
                    <a:pt x="5334" y="7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2" name="object 3882"/>
            <p:cNvSpPr/>
            <p:nvPr/>
          </p:nvSpPr>
          <p:spPr>
            <a:xfrm>
              <a:off x="6370459" y="6124070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762" y="0"/>
                  </a:moveTo>
                  <a:lnTo>
                    <a:pt x="5334" y="761"/>
                  </a:lnTo>
                  <a:lnTo>
                    <a:pt x="4572" y="3047"/>
                  </a:lnTo>
                  <a:lnTo>
                    <a:pt x="0" y="3810"/>
                  </a:lnTo>
                  <a:lnTo>
                    <a:pt x="0" y="3048"/>
                  </a:lnTo>
                  <a:lnTo>
                    <a:pt x="76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3" name="object 3883"/>
            <p:cNvSpPr/>
            <p:nvPr/>
          </p:nvSpPr>
          <p:spPr>
            <a:xfrm>
              <a:off x="6370459" y="6127118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5334" y="2286"/>
                  </a:moveTo>
                  <a:lnTo>
                    <a:pt x="4572" y="0"/>
                  </a:lnTo>
                  <a:lnTo>
                    <a:pt x="0" y="762"/>
                  </a:lnTo>
                  <a:lnTo>
                    <a:pt x="762" y="3810"/>
                  </a:lnTo>
                  <a:lnTo>
                    <a:pt x="4572" y="2286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4" name="object 3884"/>
            <p:cNvSpPr/>
            <p:nvPr/>
          </p:nvSpPr>
          <p:spPr>
            <a:xfrm>
              <a:off x="6370459" y="6127118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0" y="762"/>
                  </a:moveTo>
                  <a:lnTo>
                    <a:pt x="4572" y="0"/>
                  </a:lnTo>
                  <a:lnTo>
                    <a:pt x="5334" y="2286"/>
                  </a:lnTo>
                  <a:lnTo>
                    <a:pt x="4572" y="2286"/>
                  </a:lnTo>
                  <a:lnTo>
                    <a:pt x="762" y="3810"/>
                  </a:lnTo>
                  <a:lnTo>
                    <a:pt x="0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5" name="object 3885"/>
            <p:cNvSpPr/>
            <p:nvPr/>
          </p:nvSpPr>
          <p:spPr>
            <a:xfrm>
              <a:off x="6371221" y="612940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5334" y="2286"/>
                  </a:moveTo>
                  <a:lnTo>
                    <a:pt x="3810" y="0"/>
                  </a:lnTo>
                  <a:lnTo>
                    <a:pt x="0" y="1524"/>
                  </a:lnTo>
                  <a:lnTo>
                    <a:pt x="762" y="4572"/>
                  </a:lnTo>
                  <a:lnTo>
                    <a:pt x="1524" y="4572"/>
                  </a:lnTo>
                  <a:lnTo>
                    <a:pt x="4572" y="2286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6" name="object 3886"/>
            <p:cNvSpPr/>
            <p:nvPr/>
          </p:nvSpPr>
          <p:spPr>
            <a:xfrm>
              <a:off x="6371221" y="612940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0" y="1524"/>
                  </a:moveTo>
                  <a:lnTo>
                    <a:pt x="3810" y="0"/>
                  </a:lnTo>
                  <a:lnTo>
                    <a:pt x="5334" y="2286"/>
                  </a:lnTo>
                  <a:lnTo>
                    <a:pt x="4572" y="2286"/>
                  </a:lnTo>
                  <a:lnTo>
                    <a:pt x="1524" y="4572"/>
                  </a:lnTo>
                  <a:lnTo>
                    <a:pt x="762" y="4572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7" name="object 3887"/>
            <p:cNvSpPr/>
            <p:nvPr/>
          </p:nvSpPr>
          <p:spPr>
            <a:xfrm>
              <a:off x="6372745" y="613169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2286"/>
                  </a:moveTo>
                  <a:lnTo>
                    <a:pt x="3048" y="0"/>
                  </a:lnTo>
                  <a:lnTo>
                    <a:pt x="0" y="2286"/>
                  </a:lnTo>
                  <a:lnTo>
                    <a:pt x="1524" y="5334"/>
                  </a:lnTo>
                  <a:lnTo>
                    <a:pt x="4572" y="2286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8" name="object 3888"/>
            <p:cNvSpPr/>
            <p:nvPr/>
          </p:nvSpPr>
          <p:spPr>
            <a:xfrm>
              <a:off x="6372745" y="613169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2286"/>
                  </a:moveTo>
                  <a:lnTo>
                    <a:pt x="3048" y="0"/>
                  </a:lnTo>
                  <a:lnTo>
                    <a:pt x="5334" y="2286"/>
                  </a:lnTo>
                  <a:lnTo>
                    <a:pt x="4572" y="2286"/>
                  </a:lnTo>
                  <a:lnTo>
                    <a:pt x="1524" y="5334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9" name="object 3889"/>
            <p:cNvSpPr/>
            <p:nvPr/>
          </p:nvSpPr>
          <p:spPr>
            <a:xfrm>
              <a:off x="6374269" y="613397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1524"/>
                  </a:moveTo>
                  <a:lnTo>
                    <a:pt x="3047" y="0"/>
                  </a:lnTo>
                  <a:lnTo>
                    <a:pt x="0" y="3048"/>
                  </a:lnTo>
                  <a:lnTo>
                    <a:pt x="3048" y="5334"/>
                  </a:lnTo>
                  <a:lnTo>
                    <a:pt x="5334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0" name="object 3890"/>
            <p:cNvSpPr/>
            <p:nvPr/>
          </p:nvSpPr>
          <p:spPr>
            <a:xfrm>
              <a:off x="6374269" y="613397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3048"/>
                  </a:moveTo>
                  <a:lnTo>
                    <a:pt x="3047" y="0"/>
                  </a:lnTo>
                  <a:lnTo>
                    <a:pt x="5334" y="1524"/>
                  </a:lnTo>
                  <a:lnTo>
                    <a:pt x="3048" y="5334"/>
                  </a:lnTo>
                  <a:lnTo>
                    <a:pt x="0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1" name="object 3891"/>
            <p:cNvSpPr/>
            <p:nvPr/>
          </p:nvSpPr>
          <p:spPr>
            <a:xfrm>
              <a:off x="6377330" y="613550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1524"/>
                  </a:moveTo>
                  <a:lnTo>
                    <a:pt x="2285" y="0"/>
                  </a:lnTo>
                  <a:lnTo>
                    <a:pt x="0" y="3810"/>
                  </a:lnTo>
                  <a:lnTo>
                    <a:pt x="3048" y="5334"/>
                  </a:lnTo>
                  <a:lnTo>
                    <a:pt x="4572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2" name="object 3892"/>
            <p:cNvSpPr/>
            <p:nvPr/>
          </p:nvSpPr>
          <p:spPr>
            <a:xfrm>
              <a:off x="6377330" y="613550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3810"/>
                  </a:moveTo>
                  <a:lnTo>
                    <a:pt x="2285" y="0"/>
                  </a:lnTo>
                  <a:lnTo>
                    <a:pt x="4572" y="1524"/>
                  </a:lnTo>
                  <a:lnTo>
                    <a:pt x="3048" y="5334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3" name="object 3893"/>
            <p:cNvSpPr/>
            <p:nvPr/>
          </p:nvSpPr>
          <p:spPr>
            <a:xfrm>
              <a:off x="6380378" y="6137024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762"/>
                  </a:moveTo>
                  <a:lnTo>
                    <a:pt x="1523" y="0"/>
                  </a:lnTo>
                  <a:lnTo>
                    <a:pt x="0" y="3810"/>
                  </a:lnTo>
                  <a:lnTo>
                    <a:pt x="3048" y="5334"/>
                  </a:lnTo>
                  <a:lnTo>
                    <a:pt x="3810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4" name="object 3894"/>
            <p:cNvSpPr/>
            <p:nvPr/>
          </p:nvSpPr>
          <p:spPr>
            <a:xfrm>
              <a:off x="6380378" y="6137024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0" y="3810"/>
                  </a:moveTo>
                  <a:lnTo>
                    <a:pt x="1523" y="0"/>
                  </a:lnTo>
                  <a:lnTo>
                    <a:pt x="3810" y="762"/>
                  </a:lnTo>
                  <a:lnTo>
                    <a:pt x="3048" y="5334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5" name="object 3895"/>
            <p:cNvSpPr/>
            <p:nvPr/>
          </p:nvSpPr>
          <p:spPr>
            <a:xfrm>
              <a:off x="6383426" y="6137786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3810" y="4572"/>
                  </a:moveTo>
                  <a:lnTo>
                    <a:pt x="3810" y="0"/>
                  </a:lnTo>
                  <a:lnTo>
                    <a:pt x="761" y="0"/>
                  </a:lnTo>
                  <a:lnTo>
                    <a:pt x="0" y="4572"/>
                  </a:lnTo>
                  <a:lnTo>
                    <a:pt x="381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6" name="object 3896"/>
            <p:cNvSpPr/>
            <p:nvPr/>
          </p:nvSpPr>
          <p:spPr>
            <a:xfrm>
              <a:off x="6383426" y="6137786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0" y="4572"/>
                  </a:moveTo>
                  <a:lnTo>
                    <a:pt x="761" y="0"/>
                  </a:lnTo>
                  <a:lnTo>
                    <a:pt x="3810" y="0"/>
                  </a:lnTo>
                  <a:lnTo>
                    <a:pt x="3810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7" name="object 3897"/>
            <p:cNvSpPr/>
            <p:nvPr/>
          </p:nvSpPr>
          <p:spPr>
            <a:xfrm>
              <a:off x="6387223" y="6137786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3810" y="4572"/>
                  </a:moveTo>
                  <a:lnTo>
                    <a:pt x="3047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381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8" name="object 3898"/>
            <p:cNvSpPr/>
            <p:nvPr/>
          </p:nvSpPr>
          <p:spPr>
            <a:xfrm>
              <a:off x="6387223" y="6137786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0" y="4572"/>
                  </a:moveTo>
                  <a:lnTo>
                    <a:pt x="0" y="0"/>
                  </a:lnTo>
                  <a:lnTo>
                    <a:pt x="3047" y="0"/>
                  </a:lnTo>
                  <a:lnTo>
                    <a:pt x="3810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9" name="object 3899"/>
            <p:cNvSpPr/>
            <p:nvPr/>
          </p:nvSpPr>
          <p:spPr>
            <a:xfrm>
              <a:off x="6390271" y="613702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3810"/>
                  </a:moveTo>
                  <a:lnTo>
                    <a:pt x="2286" y="0"/>
                  </a:lnTo>
                  <a:lnTo>
                    <a:pt x="0" y="762"/>
                  </a:lnTo>
                  <a:lnTo>
                    <a:pt x="762" y="5334"/>
                  </a:lnTo>
                  <a:lnTo>
                    <a:pt x="457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0" name="object 3900"/>
            <p:cNvSpPr/>
            <p:nvPr/>
          </p:nvSpPr>
          <p:spPr>
            <a:xfrm>
              <a:off x="6390271" y="613702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762" y="5334"/>
                  </a:moveTo>
                  <a:lnTo>
                    <a:pt x="0" y="762"/>
                  </a:lnTo>
                  <a:lnTo>
                    <a:pt x="2286" y="0"/>
                  </a:lnTo>
                  <a:lnTo>
                    <a:pt x="4572" y="3810"/>
                  </a:lnTo>
                  <a:lnTo>
                    <a:pt x="762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1" name="object 3901"/>
            <p:cNvSpPr/>
            <p:nvPr/>
          </p:nvSpPr>
          <p:spPr>
            <a:xfrm>
              <a:off x="6392557" y="613550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810"/>
                  </a:moveTo>
                  <a:lnTo>
                    <a:pt x="2286" y="0"/>
                  </a:lnTo>
                  <a:lnTo>
                    <a:pt x="0" y="1524"/>
                  </a:lnTo>
                  <a:lnTo>
                    <a:pt x="2286" y="5334"/>
                  </a:lnTo>
                  <a:lnTo>
                    <a:pt x="5334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2" name="object 3902"/>
            <p:cNvSpPr/>
            <p:nvPr/>
          </p:nvSpPr>
          <p:spPr>
            <a:xfrm>
              <a:off x="6392557" y="613550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2286" y="5334"/>
                  </a:moveTo>
                  <a:lnTo>
                    <a:pt x="0" y="1524"/>
                  </a:lnTo>
                  <a:lnTo>
                    <a:pt x="2286" y="0"/>
                  </a:lnTo>
                  <a:lnTo>
                    <a:pt x="5334" y="3810"/>
                  </a:lnTo>
                  <a:lnTo>
                    <a:pt x="2286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3" name="object 3903"/>
            <p:cNvSpPr/>
            <p:nvPr/>
          </p:nvSpPr>
          <p:spPr>
            <a:xfrm>
              <a:off x="6394856" y="6133976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6096" y="3048"/>
                  </a:moveTo>
                  <a:lnTo>
                    <a:pt x="2286" y="0"/>
                  </a:lnTo>
                  <a:lnTo>
                    <a:pt x="0" y="1524"/>
                  </a:lnTo>
                  <a:lnTo>
                    <a:pt x="3048" y="5334"/>
                  </a:lnTo>
                  <a:lnTo>
                    <a:pt x="6096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4" name="object 3904"/>
            <p:cNvSpPr/>
            <p:nvPr/>
          </p:nvSpPr>
          <p:spPr>
            <a:xfrm>
              <a:off x="6394856" y="6133976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3048" y="5334"/>
                  </a:moveTo>
                  <a:lnTo>
                    <a:pt x="0" y="1524"/>
                  </a:lnTo>
                  <a:lnTo>
                    <a:pt x="2286" y="0"/>
                  </a:lnTo>
                  <a:lnTo>
                    <a:pt x="6096" y="3048"/>
                  </a:lnTo>
                  <a:lnTo>
                    <a:pt x="3048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5" name="object 3905"/>
            <p:cNvSpPr/>
            <p:nvPr/>
          </p:nvSpPr>
          <p:spPr>
            <a:xfrm>
              <a:off x="6397142" y="613169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2286"/>
                  </a:moveTo>
                  <a:lnTo>
                    <a:pt x="1524" y="0"/>
                  </a:lnTo>
                  <a:lnTo>
                    <a:pt x="0" y="2286"/>
                  </a:lnTo>
                  <a:lnTo>
                    <a:pt x="3810" y="5334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6" name="object 3906"/>
            <p:cNvSpPr/>
            <p:nvPr/>
          </p:nvSpPr>
          <p:spPr>
            <a:xfrm>
              <a:off x="6397142" y="613169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3810" y="5334"/>
                  </a:moveTo>
                  <a:lnTo>
                    <a:pt x="0" y="2286"/>
                  </a:lnTo>
                  <a:lnTo>
                    <a:pt x="1524" y="0"/>
                  </a:lnTo>
                  <a:lnTo>
                    <a:pt x="5334" y="2286"/>
                  </a:lnTo>
                  <a:lnTo>
                    <a:pt x="381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7" name="object 3907"/>
            <p:cNvSpPr/>
            <p:nvPr/>
          </p:nvSpPr>
          <p:spPr>
            <a:xfrm>
              <a:off x="6398666" y="612940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5334" y="1524"/>
                  </a:moveTo>
                  <a:lnTo>
                    <a:pt x="5334" y="762"/>
                  </a:lnTo>
                  <a:lnTo>
                    <a:pt x="762" y="762"/>
                  </a:lnTo>
                  <a:lnTo>
                    <a:pt x="762" y="0"/>
                  </a:lnTo>
                  <a:lnTo>
                    <a:pt x="0" y="2286"/>
                  </a:lnTo>
                  <a:lnTo>
                    <a:pt x="3810" y="4572"/>
                  </a:lnTo>
                  <a:lnTo>
                    <a:pt x="5334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8" name="object 3908"/>
            <p:cNvSpPr/>
            <p:nvPr/>
          </p:nvSpPr>
          <p:spPr>
            <a:xfrm>
              <a:off x="6398666" y="612940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3810" y="4572"/>
                  </a:moveTo>
                  <a:lnTo>
                    <a:pt x="0" y="2286"/>
                  </a:lnTo>
                  <a:lnTo>
                    <a:pt x="762" y="0"/>
                  </a:lnTo>
                  <a:lnTo>
                    <a:pt x="762" y="762"/>
                  </a:lnTo>
                  <a:lnTo>
                    <a:pt x="5334" y="762"/>
                  </a:lnTo>
                  <a:lnTo>
                    <a:pt x="5334" y="1524"/>
                  </a:lnTo>
                  <a:lnTo>
                    <a:pt x="381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9" name="object 3909"/>
            <p:cNvSpPr/>
            <p:nvPr/>
          </p:nvSpPr>
          <p:spPr>
            <a:xfrm>
              <a:off x="6399428" y="612711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5334" y="0"/>
                  </a:moveTo>
                  <a:lnTo>
                    <a:pt x="762" y="0"/>
                  </a:lnTo>
                  <a:lnTo>
                    <a:pt x="0" y="3048"/>
                  </a:lnTo>
                  <a:lnTo>
                    <a:pt x="4572" y="3048"/>
                  </a:lnTo>
                  <a:lnTo>
                    <a:pt x="53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0" name="object 3910"/>
            <p:cNvSpPr/>
            <p:nvPr/>
          </p:nvSpPr>
          <p:spPr>
            <a:xfrm>
              <a:off x="6399428" y="612711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4572" y="3048"/>
                  </a:moveTo>
                  <a:lnTo>
                    <a:pt x="0" y="3048"/>
                  </a:lnTo>
                  <a:lnTo>
                    <a:pt x="762" y="0"/>
                  </a:lnTo>
                  <a:lnTo>
                    <a:pt x="5334" y="0"/>
                  </a:lnTo>
                  <a:lnTo>
                    <a:pt x="4572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1" name="object 3911"/>
            <p:cNvSpPr/>
            <p:nvPr/>
          </p:nvSpPr>
          <p:spPr>
            <a:xfrm>
              <a:off x="6400177" y="6127118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457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2" name="object 3912"/>
            <p:cNvSpPr/>
            <p:nvPr/>
          </p:nvSpPr>
          <p:spPr>
            <a:xfrm>
              <a:off x="6400177" y="6127118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457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457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3" name="object 3913"/>
            <p:cNvSpPr/>
            <p:nvPr/>
          </p:nvSpPr>
          <p:spPr>
            <a:xfrm>
              <a:off x="6304165" y="6191826"/>
              <a:ext cx="29845" cy="26034"/>
            </a:xfrm>
            <a:custGeom>
              <a:avLst/>
              <a:gdLst/>
              <a:ahLst/>
              <a:cxnLst/>
              <a:rect l="l" t="t" r="r" b="b"/>
              <a:pathLst>
                <a:path w="29845" h="26035">
                  <a:moveTo>
                    <a:pt x="29717" y="13015"/>
                  </a:moveTo>
                  <a:lnTo>
                    <a:pt x="28955" y="9967"/>
                  </a:lnTo>
                  <a:lnTo>
                    <a:pt x="28193" y="7681"/>
                  </a:lnTo>
                  <a:lnTo>
                    <a:pt x="21262" y="1422"/>
                  </a:lnTo>
                  <a:lnTo>
                    <a:pt x="13244" y="0"/>
                  </a:lnTo>
                  <a:lnTo>
                    <a:pt x="5842" y="2990"/>
                  </a:lnTo>
                  <a:lnTo>
                    <a:pt x="761" y="9967"/>
                  </a:lnTo>
                  <a:lnTo>
                    <a:pt x="0" y="13015"/>
                  </a:lnTo>
                  <a:lnTo>
                    <a:pt x="761" y="16063"/>
                  </a:lnTo>
                  <a:lnTo>
                    <a:pt x="1523" y="18349"/>
                  </a:lnTo>
                  <a:lnTo>
                    <a:pt x="6095" y="22921"/>
                  </a:lnTo>
                  <a:lnTo>
                    <a:pt x="8381" y="24445"/>
                  </a:lnTo>
                  <a:lnTo>
                    <a:pt x="14477" y="25969"/>
                  </a:lnTo>
                  <a:lnTo>
                    <a:pt x="18287" y="25207"/>
                  </a:lnTo>
                  <a:lnTo>
                    <a:pt x="29717" y="13015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4" name="object 3914"/>
            <p:cNvSpPr/>
            <p:nvPr/>
          </p:nvSpPr>
          <p:spPr>
            <a:xfrm>
              <a:off x="6330835" y="6201032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5334" y="3048"/>
                  </a:moveTo>
                  <a:lnTo>
                    <a:pt x="4572" y="0"/>
                  </a:lnTo>
                  <a:lnTo>
                    <a:pt x="0" y="1524"/>
                  </a:lnTo>
                  <a:lnTo>
                    <a:pt x="762" y="3810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5" name="object 3915"/>
            <p:cNvSpPr/>
            <p:nvPr/>
          </p:nvSpPr>
          <p:spPr>
            <a:xfrm>
              <a:off x="6330835" y="6201032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5334" y="3048"/>
                  </a:moveTo>
                  <a:lnTo>
                    <a:pt x="762" y="3810"/>
                  </a:lnTo>
                  <a:lnTo>
                    <a:pt x="0" y="1524"/>
                  </a:lnTo>
                  <a:lnTo>
                    <a:pt x="4572" y="0"/>
                  </a:lnTo>
                  <a:lnTo>
                    <a:pt x="5334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6" name="object 3916"/>
            <p:cNvSpPr/>
            <p:nvPr/>
          </p:nvSpPr>
          <p:spPr>
            <a:xfrm>
              <a:off x="6330086" y="619798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5334" y="3048"/>
                  </a:moveTo>
                  <a:lnTo>
                    <a:pt x="3810" y="0"/>
                  </a:lnTo>
                  <a:lnTo>
                    <a:pt x="0" y="2286"/>
                  </a:lnTo>
                  <a:lnTo>
                    <a:pt x="762" y="4572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7" name="object 3917"/>
            <p:cNvSpPr/>
            <p:nvPr/>
          </p:nvSpPr>
          <p:spPr>
            <a:xfrm>
              <a:off x="6330086" y="619798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5334" y="3048"/>
                  </a:moveTo>
                  <a:lnTo>
                    <a:pt x="762" y="4572"/>
                  </a:lnTo>
                  <a:lnTo>
                    <a:pt x="0" y="2286"/>
                  </a:lnTo>
                  <a:lnTo>
                    <a:pt x="3810" y="0"/>
                  </a:lnTo>
                  <a:lnTo>
                    <a:pt x="5334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8" name="object 3918"/>
            <p:cNvSpPr/>
            <p:nvPr/>
          </p:nvSpPr>
          <p:spPr>
            <a:xfrm>
              <a:off x="6328549" y="619493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277" y="3463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77" y="3463"/>
                  </a:lnTo>
                  <a:close/>
                </a:path>
                <a:path w="5714" h="5714">
                  <a:moveTo>
                    <a:pt x="5334" y="3048"/>
                  </a:moveTo>
                  <a:lnTo>
                    <a:pt x="3810" y="0"/>
                  </a:lnTo>
                  <a:lnTo>
                    <a:pt x="3048" y="0"/>
                  </a:lnTo>
                  <a:lnTo>
                    <a:pt x="277" y="3463"/>
                  </a:lnTo>
                  <a:lnTo>
                    <a:pt x="1524" y="5334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9" name="object 3919"/>
            <p:cNvSpPr/>
            <p:nvPr/>
          </p:nvSpPr>
          <p:spPr>
            <a:xfrm>
              <a:off x="6328549" y="619493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048"/>
                  </a:moveTo>
                  <a:lnTo>
                    <a:pt x="1524" y="5334"/>
                  </a:lnTo>
                  <a:lnTo>
                    <a:pt x="0" y="3048"/>
                  </a:lnTo>
                  <a:lnTo>
                    <a:pt x="0" y="3810"/>
                  </a:lnTo>
                  <a:lnTo>
                    <a:pt x="3048" y="0"/>
                  </a:lnTo>
                  <a:lnTo>
                    <a:pt x="3810" y="0"/>
                  </a:lnTo>
                  <a:lnTo>
                    <a:pt x="5334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0" name="object 3920"/>
            <p:cNvSpPr/>
            <p:nvPr/>
          </p:nvSpPr>
          <p:spPr>
            <a:xfrm>
              <a:off x="6327025" y="6192650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2" y="2286"/>
                  </a:moveTo>
                  <a:lnTo>
                    <a:pt x="2286" y="0"/>
                  </a:lnTo>
                  <a:lnTo>
                    <a:pt x="0" y="3810"/>
                  </a:lnTo>
                  <a:lnTo>
                    <a:pt x="1524" y="6096"/>
                  </a:lnTo>
                  <a:lnTo>
                    <a:pt x="4572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1" name="object 3921"/>
            <p:cNvSpPr/>
            <p:nvPr/>
          </p:nvSpPr>
          <p:spPr>
            <a:xfrm>
              <a:off x="6327025" y="6192650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2" y="2286"/>
                  </a:moveTo>
                  <a:lnTo>
                    <a:pt x="1524" y="6096"/>
                  </a:lnTo>
                  <a:lnTo>
                    <a:pt x="0" y="3810"/>
                  </a:lnTo>
                  <a:lnTo>
                    <a:pt x="2286" y="0"/>
                  </a:lnTo>
                  <a:lnTo>
                    <a:pt x="4572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2" name="object 3922"/>
            <p:cNvSpPr/>
            <p:nvPr/>
          </p:nvSpPr>
          <p:spPr>
            <a:xfrm>
              <a:off x="6324739" y="619112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1524"/>
                  </a:moveTo>
                  <a:lnTo>
                    <a:pt x="1524" y="0"/>
                  </a:lnTo>
                  <a:lnTo>
                    <a:pt x="0" y="3810"/>
                  </a:lnTo>
                  <a:lnTo>
                    <a:pt x="2286" y="5334"/>
                  </a:lnTo>
                  <a:lnTo>
                    <a:pt x="4572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3" name="object 3923"/>
            <p:cNvSpPr/>
            <p:nvPr/>
          </p:nvSpPr>
          <p:spPr>
            <a:xfrm>
              <a:off x="6324739" y="619112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1524"/>
                  </a:moveTo>
                  <a:lnTo>
                    <a:pt x="2286" y="5334"/>
                  </a:lnTo>
                  <a:lnTo>
                    <a:pt x="0" y="3810"/>
                  </a:lnTo>
                  <a:lnTo>
                    <a:pt x="1524" y="0"/>
                  </a:lnTo>
                  <a:lnTo>
                    <a:pt x="4572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4" name="object 3924"/>
            <p:cNvSpPr/>
            <p:nvPr/>
          </p:nvSpPr>
          <p:spPr>
            <a:xfrm>
              <a:off x="6321704" y="618960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1524"/>
                  </a:moveTo>
                  <a:lnTo>
                    <a:pt x="762" y="0"/>
                  </a:lnTo>
                  <a:lnTo>
                    <a:pt x="0" y="4572"/>
                  </a:lnTo>
                  <a:lnTo>
                    <a:pt x="3048" y="5334"/>
                  </a:lnTo>
                  <a:lnTo>
                    <a:pt x="4572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5" name="object 3925"/>
            <p:cNvSpPr/>
            <p:nvPr/>
          </p:nvSpPr>
          <p:spPr>
            <a:xfrm>
              <a:off x="6321704" y="618960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1524"/>
                  </a:moveTo>
                  <a:lnTo>
                    <a:pt x="3048" y="5334"/>
                  </a:lnTo>
                  <a:lnTo>
                    <a:pt x="0" y="4572"/>
                  </a:lnTo>
                  <a:lnTo>
                    <a:pt x="762" y="0"/>
                  </a:lnTo>
                  <a:lnTo>
                    <a:pt x="4572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6" name="object 3926"/>
            <p:cNvSpPr/>
            <p:nvPr/>
          </p:nvSpPr>
          <p:spPr>
            <a:xfrm>
              <a:off x="6318656" y="6189602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3810" y="0"/>
                  </a:moveTo>
                  <a:lnTo>
                    <a:pt x="0" y="0"/>
                  </a:lnTo>
                  <a:lnTo>
                    <a:pt x="762" y="4572"/>
                  </a:lnTo>
                  <a:lnTo>
                    <a:pt x="3048" y="4572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7" name="object 3927"/>
            <p:cNvSpPr/>
            <p:nvPr/>
          </p:nvSpPr>
          <p:spPr>
            <a:xfrm>
              <a:off x="6318656" y="6189602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3810" y="0"/>
                  </a:moveTo>
                  <a:lnTo>
                    <a:pt x="3048" y="4572"/>
                  </a:lnTo>
                  <a:lnTo>
                    <a:pt x="0" y="4572"/>
                  </a:lnTo>
                  <a:lnTo>
                    <a:pt x="762" y="4572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8" name="object 3928"/>
            <p:cNvSpPr/>
            <p:nvPr/>
          </p:nvSpPr>
          <p:spPr>
            <a:xfrm>
              <a:off x="6314833" y="618960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572" y="4572"/>
                  </a:moveTo>
                  <a:lnTo>
                    <a:pt x="3810" y="0"/>
                  </a:lnTo>
                  <a:lnTo>
                    <a:pt x="0" y="0"/>
                  </a:lnTo>
                  <a:lnTo>
                    <a:pt x="0" y="762"/>
                  </a:lnTo>
                  <a:lnTo>
                    <a:pt x="1524" y="4572"/>
                  </a:lnTo>
                  <a:lnTo>
                    <a:pt x="4572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9" name="object 3929"/>
            <p:cNvSpPr/>
            <p:nvPr/>
          </p:nvSpPr>
          <p:spPr>
            <a:xfrm>
              <a:off x="6314833" y="618960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3810" y="0"/>
                  </a:moveTo>
                  <a:lnTo>
                    <a:pt x="4572" y="4572"/>
                  </a:lnTo>
                  <a:lnTo>
                    <a:pt x="762" y="4572"/>
                  </a:lnTo>
                  <a:lnTo>
                    <a:pt x="1524" y="4572"/>
                  </a:lnTo>
                  <a:lnTo>
                    <a:pt x="0" y="762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0" name="object 3930"/>
            <p:cNvSpPr/>
            <p:nvPr/>
          </p:nvSpPr>
          <p:spPr>
            <a:xfrm>
              <a:off x="6311785" y="619036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572" y="3810"/>
                  </a:moveTo>
                  <a:lnTo>
                    <a:pt x="3048" y="0"/>
                  </a:lnTo>
                  <a:lnTo>
                    <a:pt x="0" y="762"/>
                  </a:lnTo>
                  <a:lnTo>
                    <a:pt x="1524" y="4572"/>
                  </a:lnTo>
                  <a:lnTo>
                    <a:pt x="457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1" name="object 3931"/>
            <p:cNvSpPr/>
            <p:nvPr/>
          </p:nvSpPr>
          <p:spPr>
            <a:xfrm>
              <a:off x="6311785" y="619036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3048" y="0"/>
                  </a:moveTo>
                  <a:lnTo>
                    <a:pt x="4572" y="3810"/>
                  </a:lnTo>
                  <a:lnTo>
                    <a:pt x="1524" y="4572"/>
                  </a:lnTo>
                  <a:lnTo>
                    <a:pt x="0" y="762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2" name="object 3932"/>
            <p:cNvSpPr/>
            <p:nvPr/>
          </p:nvSpPr>
          <p:spPr>
            <a:xfrm>
              <a:off x="6308737" y="619112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3810"/>
                  </a:moveTo>
                  <a:lnTo>
                    <a:pt x="3048" y="0"/>
                  </a:lnTo>
                  <a:lnTo>
                    <a:pt x="0" y="1524"/>
                  </a:lnTo>
                  <a:lnTo>
                    <a:pt x="2782" y="5002"/>
                  </a:lnTo>
                  <a:lnTo>
                    <a:pt x="4572" y="3810"/>
                  </a:lnTo>
                  <a:close/>
                </a:path>
                <a:path w="5079" h="5714">
                  <a:moveTo>
                    <a:pt x="3048" y="5334"/>
                  </a:moveTo>
                  <a:lnTo>
                    <a:pt x="2782" y="5002"/>
                  </a:lnTo>
                  <a:lnTo>
                    <a:pt x="2286" y="5334"/>
                  </a:lnTo>
                  <a:lnTo>
                    <a:pt x="3048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3" name="object 3933"/>
            <p:cNvSpPr/>
            <p:nvPr/>
          </p:nvSpPr>
          <p:spPr>
            <a:xfrm>
              <a:off x="6308737" y="619112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3048" y="0"/>
                  </a:moveTo>
                  <a:lnTo>
                    <a:pt x="4572" y="3810"/>
                  </a:lnTo>
                  <a:lnTo>
                    <a:pt x="2286" y="5334"/>
                  </a:lnTo>
                  <a:lnTo>
                    <a:pt x="3048" y="5334"/>
                  </a:lnTo>
                  <a:lnTo>
                    <a:pt x="0" y="1524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4" name="object 3934"/>
            <p:cNvSpPr/>
            <p:nvPr/>
          </p:nvSpPr>
          <p:spPr>
            <a:xfrm>
              <a:off x="6305702" y="6192650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6096" y="3810"/>
                  </a:moveTo>
                  <a:lnTo>
                    <a:pt x="3048" y="0"/>
                  </a:lnTo>
                  <a:lnTo>
                    <a:pt x="0" y="2286"/>
                  </a:lnTo>
                  <a:lnTo>
                    <a:pt x="0" y="3048"/>
                  </a:lnTo>
                  <a:lnTo>
                    <a:pt x="3810" y="5334"/>
                  </a:lnTo>
                  <a:lnTo>
                    <a:pt x="6096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5" name="object 3935"/>
            <p:cNvSpPr/>
            <p:nvPr/>
          </p:nvSpPr>
          <p:spPr>
            <a:xfrm>
              <a:off x="6305702" y="6192650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3048" y="0"/>
                  </a:moveTo>
                  <a:lnTo>
                    <a:pt x="6096" y="3810"/>
                  </a:lnTo>
                  <a:lnTo>
                    <a:pt x="3810" y="5334"/>
                  </a:lnTo>
                  <a:lnTo>
                    <a:pt x="0" y="3048"/>
                  </a:lnTo>
                  <a:lnTo>
                    <a:pt x="0" y="2286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6" name="object 3936"/>
            <p:cNvSpPr/>
            <p:nvPr/>
          </p:nvSpPr>
          <p:spPr>
            <a:xfrm>
              <a:off x="6303416" y="6195698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096" y="2285"/>
                  </a:moveTo>
                  <a:lnTo>
                    <a:pt x="2286" y="0"/>
                  </a:lnTo>
                  <a:lnTo>
                    <a:pt x="762" y="2286"/>
                  </a:lnTo>
                  <a:lnTo>
                    <a:pt x="0" y="2286"/>
                  </a:lnTo>
                  <a:lnTo>
                    <a:pt x="4572" y="4572"/>
                  </a:lnTo>
                  <a:lnTo>
                    <a:pt x="6096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7" name="object 3937"/>
            <p:cNvSpPr/>
            <p:nvPr/>
          </p:nvSpPr>
          <p:spPr>
            <a:xfrm>
              <a:off x="6303416" y="6195698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2286" y="0"/>
                  </a:moveTo>
                  <a:lnTo>
                    <a:pt x="6096" y="2285"/>
                  </a:lnTo>
                  <a:lnTo>
                    <a:pt x="4572" y="4572"/>
                  </a:lnTo>
                  <a:lnTo>
                    <a:pt x="0" y="2286"/>
                  </a:lnTo>
                  <a:lnTo>
                    <a:pt x="762" y="2286"/>
                  </a:lnTo>
                  <a:lnTo>
                    <a:pt x="228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8" name="object 3938"/>
            <p:cNvSpPr/>
            <p:nvPr/>
          </p:nvSpPr>
          <p:spPr>
            <a:xfrm>
              <a:off x="6302654" y="619798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5334" y="2285"/>
                  </a:moveTo>
                  <a:lnTo>
                    <a:pt x="762" y="0"/>
                  </a:lnTo>
                  <a:lnTo>
                    <a:pt x="0" y="3048"/>
                  </a:lnTo>
                  <a:lnTo>
                    <a:pt x="0" y="3810"/>
                  </a:lnTo>
                  <a:lnTo>
                    <a:pt x="4572" y="4572"/>
                  </a:lnTo>
                  <a:lnTo>
                    <a:pt x="5334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9" name="object 3939"/>
            <p:cNvSpPr/>
            <p:nvPr/>
          </p:nvSpPr>
          <p:spPr>
            <a:xfrm>
              <a:off x="6302654" y="619798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762" y="0"/>
                  </a:moveTo>
                  <a:lnTo>
                    <a:pt x="5334" y="2285"/>
                  </a:lnTo>
                  <a:lnTo>
                    <a:pt x="4572" y="4572"/>
                  </a:lnTo>
                  <a:lnTo>
                    <a:pt x="0" y="3810"/>
                  </a:lnTo>
                  <a:lnTo>
                    <a:pt x="0" y="3048"/>
                  </a:lnTo>
                  <a:lnTo>
                    <a:pt x="76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0" name="object 3940"/>
            <p:cNvSpPr/>
            <p:nvPr/>
          </p:nvSpPr>
          <p:spPr>
            <a:xfrm>
              <a:off x="6301892" y="6201794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5334" y="761"/>
                  </a:moveTo>
                  <a:lnTo>
                    <a:pt x="762" y="0"/>
                  </a:lnTo>
                  <a:lnTo>
                    <a:pt x="0" y="3048"/>
                  </a:lnTo>
                  <a:lnTo>
                    <a:pt x="4572" y="3047"/>
                  </a:lnTo>
                  <a:lnTo>
                    <a:pt x="5334" y="7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1" name="object 3941"/>
            <p:cNvSpPr/>
            <p:nvPr/>
          </p:nvSpPr>
          <p:spPr>
            <a:xfrm>
              <a:off x="6301892" y="6201794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762" y="0"/>
                  </a:moveTo>
                  <a:lnTo>
                    <a:pt x="5334" y="761"/>
                  </a:lnTo>
                  <a:lnTo>
                    <a:pt x="4572" y="3047"/>
                  </a:lnTo>
                  <a:lnTo>
                    <a:pt x="0" y="3048"/>
                  </a:lnTo>
                  <a:lnTo>
                    <a:pt x="76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2" name="object 3942"/>
            <p:cNvSpPr/>
            <p:nvPr/>
          </p:nvSpPr>
          <p:spPr>
            <a:xfrm>
              <a:off x="6301892" y="6204842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5334" y="2285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762" y="3048"/>
                  </a:lnTo>
                  <a:lnTo>
                    <a:pt x="762" y="3810"/>
                  </a:lnTo>
                  <a:lnTo>
                    <a:pt x="5334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3" name="object 3943"/>
            <p:cNvSpPr/>
            <p:nvPr/>
          </p:nvSpPr>
          <p:spPr>
            <a:xfrm>
              <a:off x="6301892" y="6204842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0" y="0"/>
                  </a:moveTo>
                  <a:lnTo>
                    <a:pt x="4572" y="0"/>
                  </a:lnTo>
                  <a:lnTo>
                    <a:pt x="5334" y="2285"/>
                  </a:lnTo>
                  <a:lnTo>
                    <a:pt x="762" y="3810"/>
                  </a:lnTo>
                  <a:lnTo>
                    <a:pt x="762" y="304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4" name="object 3944"/>
            <p:cNvSpPr/>
            <p:nvPr/>
          </p:nvSpPr>
          <p:spPr>
            <a:xfrm>
              <a:off x="6302654" y="620712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5334" y="2286"/>
                  </a:moveTo>
                  <a:lnTo>
                    <a:pt x="4572" y="0"/>
                  </a:lnTo>
                  <a:lnTo>
                    <a:pt x="0" y="1524"/>
                  </a:lnTo>
                  <a:lnTo>
                    <a:pt x="1524" y="4572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5" name="object 3945"/>
            <p:cNvSpPr/>
            <p:nvPr/>
          </p:nvSpPr>
          <p:spPr>
            <a:xfrm>
              <a:off x="6302654" y="620712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0" y="1524"/>
                  </a:moveTo>
                  <a:lnTo>
                    <a:pt x="4572" y="0"/>
                  </a:lnTo>
                  <a:lnTo>
                    <a:pt x="5334" y="2286"/>
                  </a:lnTo>
                  <a:lnTo>
                    <a:pt x="1524" y="4572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6" name="object 3946"/>
            <p:cNvSpPr/>
            <p:nvPr/>
          </p:nvSpPr>
          <p:spPr>
            <a:xfrm>
              <a:off x="6304178" y="620941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1524"/>
                  </a:moveTo>
                  <a:lnTo>
                    <a:pt x="3810" y="0"/>
                  </a:lnTo>
                  <a:lnTo>
                    <a:pt x="0" y="2286"/>
                  </a:lnTo>
                  <a:lnTo>
                    <a:pt x="1524" y="5334"/>
                  </a:lnTo>
                  <a:lnTo>
                    <a:pt x="2286" y="5334"/>
                  </a:lnTo>
                  <a:lnTo>
                    <a:pt x="5334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7" name="object 3947"/>
            <p:cNvSpPr/>
            <p:nvPr/>
          </p:nvSpPr>
          <p:spPr>
            <a:xfrm>
              <a:off x="6304178" y="620941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2286"/>
                  </a:moveTo>
                  <a:lnTo>
                    <a:pt x="3810" y="0"/>
                  </a:lnTo>
                  <a:lnTo>
                    <a:pt x="5334" y="1524"/>
                  </a:lnTo>
                  <a:lnTo>
                    <a:pt x="2286" y="5334"/>
                  </a:lnTo>
                  <a:lnTo>
                    <a:pt x="1524" y="5334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8" name="object 3948"/>
            <p:cNvSpPr/>
            <p:nvPr/>
          </p:nvSpPr>
          <p:spPr>
            <a:xfrm>
              <a:off x="6306464" y="6210938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2" y="2286"/>
                  </a:moveTo>
                  <a:lnTo>
                    <a:pt x="3047" y="0"/>
                  </a:lnTo>
                  <a:lnTo>
                    <a:pt x="0" y="3810"/>
                  </a:lnTo>
                  <a:lnTo>
                    <a:pt x="2286" y="6096"/>
                  </a:lnTo>
                  <a:lnTo>
                    <a:pt x="4572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9" name="object 3949"/>
            <p:cNvSpPr/>
            <p:nvPr/>
          </p:nvSpPr>
          <p:spPr>
            <a:xfrm>
              <a:off x="6306464" y="6210938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0" y="3810"/>
                  </a:moveTo>
                  <a:lnTo>
                    <a:pt x="3047" y="0"/>
                  </a:lnTo>
                  <a:lnTo>
                    <a:pt x="4572" y="2286"/>
                  </a:lnTo>
                  <a:lnTo>
                    <a:pt x="2286" y="6096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0" name="object 3950"/>
            <p:cNvSpPr/>
            <p:nvPr/>
          </p:nvSpPr>
          <p:spPr>
            <a:xfrm>
              <a:off x="6308750" y="621322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762"/>
                  </a:moveTo>
                  <a:lnTo>
                    <a:pt x="2285" y="0"/>
                  </a:lnTo>
                  <a:lnTo>
                    <a:pt x="0" y="3810"/>
                  </a:lnTo>
                  <a:lnTo>
                    <a:pt x="3048" y="5334"/>
                  </a:lnTo>
                  <a:lnTo>
                    <a:pt x="4572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1" name="object 3951"/>
            <p:cNvSpPr/>
            <p:nvPr/>
          </p:nvSpPr>
          <p:spPr>
            <a:xfrm>
              <a:off x="6308750" y="621322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3810"/>
                  </a:moveTo>
                  <a:lnTo>
                    <a:pt x="2285" y="0"/>
                  </a:lnTo>
                  <a:lnTo>
                    <a:pt x="4572" y="762"/>
                  </a:lnTo>
                  <a:lnTo>
                    <a:pt x="3048" y="5334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2" name="object 3952"/>
            <p:cNvSpPr/>
            <p:nvPr/>
          </p:nvSpPr>
          <p:spPr>
            <a:xfrm>
              <a:off x="6311785" y="621398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762"/>
                  </a:moveTo>
                  <a:lnTo>
                    <a:pt x="1523" y="0"/>
                  </a:lnTo>
                  <a:lnTo>
                    <a:pt x="0" y="4572"/>
                  </a:lnTo>
                  <a:lnTo>
                    <a:pt x="3048" y="5334"/>
                  </a:lnTo>
                  <a:lnTo>
                    <a:pt x="3810" y="5334"/>
                  </a:lnTo>
                  <a:lnTo>
                    <a:pt x="3810" y="762"/>
                  </a:lnTo>
                  <a:lnTo>
                    <a:pt x="4572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3" name="object 3953"/>
            <p:cNvSpPr/>
            <p:nvPr/>
          </p:nvSpPr>
          <p:spPr>
            <a:xfrm>
              <a:off x="6311785" y="621398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4572"/>
                  </a:moveTo>
                  <a:lnTo>
                    <a:pt x="1523" y="0"/>
                  </a:lnTo>
                  <a:lnTo>
                    <a:pt x="4572" y="762"/>
                  </a:lnTo>
                  <a:lnTo>
                    <a:pt x="3810" y="762"/>
                  </a:lnTo>
                  <a:lnTo>
                    <a:pt x="3810" y="5334"/>
                  </a:lnTo>
                  <a:lnTo>
                    <a:pt x="3048" y="533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4" name="object 3954"/>
            <p:cNvSpPr/>
            <p:nvPr/>
          </p:nvSpPr>
          <p:spPr>
            <a:xfrm>
              <a:off x="6315595" y="6214748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5334"/>
                  </a:moveTo>
                  <a:lnTo>
                    <a:pt x="3047" y="762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3048" y="5334"/>
                  </a:lnTo>
                  <a:lnTo>
                    <a:pt x="3810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5" name="object 3955"/>
            <p:cNvSpPr/>
            <p:nvPr/>
          </p:nvSpPr>
          <p:spPr>
            <a:xfrm>
              <a:off x="6315595" y="6214748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0" y="4572"/>
                  </a:moveTo>
                  <a:lnTo>
                    <a:pt x="0" y="0"/>
                  </a:lnTo>
                  <a:lnTo>
                    <a:pt x="3047" y="762"/>
                  </a:lnTo>
                  <a:lnTo>
                    <a:pt x="3810" y="5334"/>
                  </a:lnTo>
                  <a:lnTo>
                    <a:pt x="3048" y="533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6" name="object 3956"/>
            <p:cNvSpPr/>
            <p:nvPr/>
          </p:nvSpPr>
          <p:spPr>
            <a:xfrm>
              <a:off x="6318656" y="6214748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4572"/>
                  </a:moveTo>
                  <a:lnTo>
                    <a:pt x="3048" y="762"/>
                  </a:lnTo>
                  <a:lnTo>
                    <a:pt x="3048" y="0"/>
                  </a:lnTo>
                  <a:lnTo>
                    <a:pt x="0" y="762"/>
                  </a:lnTo>
                  <a:lnTo>
                    <a:pt x="762" y="5334"/>
                  </a:lnTo>
                  <a:lnTo>
                    <a:pt x="381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7" name="object 3957"/>
            <p:cNvSpPr/>
            <p:nvPr/>
          </p:nvSpPr>
          <p:spPr>
            <a:xfrm>
              <a:off x="6318656" y="6214748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762" y="5334"/>
                  </a:moveTo>
                  <a:lnTo>
                    <a:pt x="0" y="762"/>
                  </a:lnTo>
                  <a:lnTo>
                    <a:pt x="3048" y="0"/>
                  </a:lnTo>
                  <a:lnTo>
                    <a:pt x="3048" y="762"/>
                  </a:lnTo>
                  <a:lnTo>
                    <a:pt x="3810" y="4572"/>
                  </a:lnTo>
                  <a:lnTo>
                    <a:pt x="762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8" name="object 3958"/>
            <p:cNvSpPr/>
            <p:nvPr/>
          </p:nvSpPr>
          <p:spPr>
            <a:xfrm>
              <a:off x="6321704" y="621398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4572"/>
                  </a:moveTo>
                  <a:lnTo>
                    <a:pt x="2286" y="762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762" y="5334"/>
                  </a:lnTo>
                  <a:lnTo>
                    <a:pt x="4572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9" name="object 3959"/>
            <p:cNvSpPr/>
            <p:nvPr/>
          </p:nvSpPr>
          <p:spPr>
            <a:xfrm>
              <a:off x="6321704" y="621398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762" y="5334"/>
                  </a:moveTo>
                  <a:lnTo>
                    <a:pt x="0" y="1524"/>
                  </a:lnTo>
                  <a:lnTo>
                    <a:pt x="3048" y="0"/>
                  </a:lnTo>
                  <a:lnTo>
                    <a:pt x="2286" y="762"/>
                  </a:lnTo>
                  <a:lnTo>
                    <a:pt x="4572" y="4572"/>
                  </a:lnTo>
                  <a:lnTo>
                    <a:pt x="762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0" name="object 3960"/>
            <p:cNvSpPr/>
            <p:nvPr/>
          </p:nvSpPr>
          <p:spPr>
            <a:xfrm>
              <a:off x="6323990" y="62132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810"/>
                  </a:moveTo>
                  <a:lnTo>
                    <a:pt x="5334" y="3048"/>
                  </a:lnTo>
                  <a:lnTo>
                    <a:pt x="2540" y="254"/>
                  </a:lnTo>
                  <a:lnTo>
                    <a:pt x="0" y="1524"/>
                  </a:lnTo>
                  <a:lnTo>
                    <a:pt x="2286" y="5334"/>
                  </a:lnTo>
                  <a:lnTo>
                    <a:pt x="5334" y="3810"/>
                  </a:lnTo>
                  <a:close/>
                </a:path>
                <a:path w="5714" h="5714">
                  <a:moveTo>
                    <a:pt x="3048" y="0"/>
                  </a:moveTo>
                  <a:lnTo>
                    <a:pt x="2286" y="0"/>
                  </a:lnTo>
                  <a:lnTo>
                    <a:pt x="2540" y="254"/>
                  </a:lnTo>
                  <a:lnTo>
                    <a:pt x="30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1" name="object 3961"/>
            <p:cNvSpPr/>
            <p:nvPr/>
          </p:nvSpPr>
          <p:spPr>
            <a:xfrm>
              <a:off x="6323990" y="62132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2286" y="5334"/>
                  </a:moveTo>
                  <a:lnTo>
                    <a:pt x="0" y="1524"/>
                  </a:lnTo>
                  <a:lnTo>
                    <a:pt x="3048" y="0"/>
                  </a:lnTo>
                  <a:lnTo>
                    <a:pt x="2286" y="0"/>
                  </a:lnTo>
                  <a:lnTo>
                    <a:pt x="5334" y="3048"/>
                  </a:lnTo>
                  <a:lnTo>
                    <a:pt x="5334" y="3810"/>
                  </a:lnTo>
                  <a:lnTo>
                    <a:pt x="2286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2" name="object 3962"/>
            <p:cNvSpPr/>
            <p:nvPr/>
          </p:nvSpPr>
          <p:spPr>
            <a:xfrm>
              <a:off x="6326263" y="6210938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6096" y="3048"/>
                  </a:moveTo>
                  <a:lnTo>
                    <a:pt x="2286" y="762"/>
                  </a:lnTo>
                  <a:lnTo>
                    <a:pt x="2286" y="0"/>
                  </a:lnTo>
                  <a:lnTo>
                    <a:pt x="0" y="2286"/>
                  </a:lnTo>
                  <a:lnTo>
                    <a:pt x="3048" y="5334"/>
                  </a:lnTo>
                  <a:lnTo>
                    <a:pt x="6096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3" name="object 3963"/>
            <p:cNvSpPr/>
            <p:nvPr/>
          </p:nvSpPr>
          <p:spPr>
            <a:xfrm>
              <a:off x="6326263" y="6210938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3048" y="5334"/>
                  </a:moveTo>
                  <a:lnTo>
                    <a:pt x="0" y="2286"/>
                  </a:lnTo>
                  <a:lnTo>
                    <a:pt x="2286" y="0"/>
                  </a:lnTo>
                  <a:lnTo>
                    <a:pt x="2286" y="762"/>
                  </a:lnTo>
                  <a:lnTo>
                    <a:pt x="6096" y="3048"/>
                  </a:lnTo>
                  <a:lnTo>
                    <a:pt x="3048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4" name="object 3964"/>
            <p:cNvSpPr/>
            <p:nvPr/>
          </p:nvSpPr>
          <p:spPr>
            <a:xfrm>
              <a:off x="6328549" y="6209414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096" y="1524"/>
                  </a:moveTo>
                  <a:lnTo>
                    <a:pt x="1524" y="0"/>
                  </a:lnTo>
                  <a:lnTo>
                    <a:pt x="0" y="2286"/>
                  </a:lnTo>
                  <a:lnTo>
                    <a:pt x="3810" y="4572"/>
                  </a:lnTo>
                  <a:lnTo>
                    <a:pt x="5334" y="2286"/>
                  </a:lnTo>
                  <a:lnTo>
                    <a:pt x="6096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5" name="object 3965"/>
            <p:cNvSpPr/>
            <p:nvPr/>
          </p:nvSpPr>
          <p:spPr>
            <a:xfrm>
              <a:off x="6328549" y="6209414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3810" y="4572"/>
                  </a:moveTo>
                  <a:lnTo>
                    <a:pt x="0" y="2286"/>
                  </a:lnTo>
                  <a:lnTo>
                    <a:pt x="1524" y="0"/>
                  </a:lnTo>
                  <a:lnTo>
                    <a:pt x="6096" y="1524"/>
                  </a:lnTo>
                  <a:lnTo>
                    <a:pt x="5334" y="2286"/>
                  </a:lnTo>
                  <a:lnTo>
                    <a:pt x="381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6" name="object 3966"/>
            <p:cNvSpPr/>
            <p:nvPr/>
          </p:nvSpPr>
          <p:spPr>
            <a:xfrm>
              <a:off x="6330073" y="6207128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5334" y="762"/>
                  </a:moveTo>
                  <a:lnTo>
                    <a:pt x="762" y="0"/>
                  </a:lnTo>
                  <a:lnTo>
                    <a:pt x="0" y="2286"/>
                  </a:lnTo>
                  <a:lnTo>
                    <a:pt x="4572" y="3810"/>
                  </a:lnTo>
                  <a:lnTo>
                    <a:pt x="5334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7" name="object 3967"/>
            <p:cNvSpPr/>
            <p:nvPr/>
          </p:nvSpPr>
          <p:spPr>
            <a:xfrm>
              <a:off x="6330073" y="6207128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4572" y="3810"/>
                  </a:moveTo>
                  <a:lnTo>
                    <a:pt x="0" y="2286"/>
                  </a:lnTo>
                  <a:lnTo>
                    <a:pt x="762" y="0"/>
                  </a:lnTo>
                  <a:lnTo>
                    <a:pt x="5334" y="762"/>
                  </a:lnTo>
                  <a:lnTo>
                    <a:pt x="4572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8" name="object 3968"/>
            <p:cNvSpPr/>
            <p:nvPr/>
          </p:nvSpPr>
          <p:spPr>
            <a:xfrm>
              <a:off x="6330848" y="6204842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5334" y="0"/>
                  </a:moveTo>
                  <a:lnTo>
                    <a:pt x="762" y="0"/>
                  </a:lnTo>
                  <a:lnTo>
                    <a:pt x="0" y="2286"/>
                  </a:lnTo>
                  <a:lnTo>
                    <a:pt x="4572" y="3048"/>
                  </a:lnTo>
                  <a:lnTo>
                    <a:pt x="53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9" name="object 3969"/>
            <p:cNvSpPr/>
            <p:nvPr/>
          </p:nvSpPr>
          <p:spPr>
            <a:xfrm>
              <a:off x="6330848" y="6204842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4572" y="3048"/>
                  </a:moveTo>
                  <a:lnTo>
                    <a:pt x="0" y="2286"/>
                  </a:lnTo>
                  <a:lnTo>
                    <a:pt x="762" y="0"/>
                  </a:lnTo>
                  <a:lnTo>
                    <a:pt x="5334" y="0"/>
                  </a:lnTo>
                  <a:lnTo>
                    <a:pt x="4572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0" name="object 3970"/>
            <p:cNvSpPr/>
            <p:nvPr/>
          </p:nvSpPr>
          <p:spPr>
            <a:xfrm>
              <a:off x="6331597" y="6204080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4572" y="762"/>
                  </a:moveTo>
                  <a:lnTo>
                    <a:pt x="4572" y="0"/>
                  </a:lnTo>
                  <a:lnTo>
                    <a:pt x="0" y="762"/>
                  </a:lnTo>
                  <a:lnTo>
                    <a:pt x="4572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1" name="object 3971"/>
            <p:cNvSpPr/>
            <p:nvPr/>
          </p:nvSpPr>
          <p:spPr>
            <a:xfrm>
              <a:off x="6331597" y="6204080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4572" y="762"/>
                  </a:moveTo>
                  <a:lnTo>
                    <a:pt x="0" y="762"/>
                  </a:lnTo>
                  <a:lnTo>
                    <a:pt x="4572" y="0"/>
                  </a:lnTo>
                  <a:lnTo>
                    <a:pt x="4572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2" name="object 3972"/>
            <p:cNvSpPr/>
            <p:nvPr/>
          </p:nvSpPr>
          <p:spPr>
            <a:xfrm>
              <a:off x="6436753" y="6191126"/>
              <a:ext cx="29209" cy="26034"/>
            </a:xfrm>
            <a:custGeom>
              <a:avLst/>
              <a:gdLst/>
              <a:ahLst/>
              <a:cxnLst/>
              <a:rect l="l" t="t" r="r" b="b"/>
              <a:pathLst>
                <a:path w="29210" h="26035">
                  <a:moveTo>
                    <a:pt x="28955" y="12953"/>
                  </a:moveTo>
                  <a:lnTo>
                    <a:pt x="28955" y="9905"/>
                  </a:lnTo>
                  <a:lnTo>
                    <a:pt x="27431" y="7619"/>
                  </a:lnTo>
                  <a:lnTo>
                    <a:pt x="25907" y="4571"/>
                  </a:lnTo>
                  <a:lnTo>
                    <a:pt x="23621" y="3047"/>
                  </a:lnTo>
                  <a:lnTo>
                    <a:pt x="20573" y="1523"/>
                  </a:lnTo>
                  <a:lnTo>
                    <a:pt x="17525" y="0"/>
                  </a:lnTo>
                  <a:lnTo>
                    <a:pt x="11429" y="0"/>
                  </a:lnTo>
                  <a:lnTo>
                    <a:pt x="8381" y="1523"/>
                  </a:lnTo>
                  <a:lnTo>
                    <a:pt x="5333" y="3047"/>
                  </a:lnTo>
                  <a:lnTo>
                    <a:pt x="3047" y="4571"/>
                  </a:lnTo>
                  <a:lnTo>
                    <a:pt x="1523" y="7619"/>
                  </a:lnTo>
                  <a:lnTo>
                    <a:pt x="0" y="9905"/>
                  </a:lnTo>
                  <a:lnTo>
                    <a:pt x="0" y="16001"/>
                  </a:lnTo>
                  <a:lnTo>
                    <a:pt x="3047" y="20573"/>
                  </a:lnTo>
                  <a:lnTo>
                    <a:pt x="5333" y="22859"/>
                  </a:lnTo>
                  <a:lnTo>
                    <a:pt x="8381" y="24383"/>
                  </a:lnTo>
                  <a:lnTo>
                    <a:pt x="11429" y="25145"/>
                  </a:lnTo>
                  <a:lnTo>
                    <a:pt x="14477" y="25907"/>
                  </a:lnTo>
                  <a:lnTo>
                    <a:pt x="20573" y="24383"/>
                  </a:lnTo>
                  <a:lnTo>
                    <a:pt x="23621" y="22859"/>
                  </a:lnTo>
                  <a:lnTo>
                    <a:pt x="25907" y="20573"/>
                  </a:lnTo>
                  <a:lnTo>
                    <a:pt x="28955" y="16001"/>
                  </a:lnTo>
                  <a:lnTo>
                    <a:pt x="28955" y="12953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3" name="object 3973"/>
            <p:cNvSpPr/>
            <p:nvPr/>
          </p:nvSpPr>
          <p:spPr>
            <a:xfrm>
              <a:off x="6463423" y="6200270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572" y="3048"/>
                  </a:moveTo>
                  <a:lnTo>
                    <a:pt x="4572" y="0"/>
                  </a:lnTo>
                  <a:lnTo>
                    <a:pt x="0" y="1524"/>
                  </a:lnTo>
                  <a:lnTo>
                    <a:pt x="0" y="3810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4" name="object 3974"/>
            <p:cNvSpPr/>
            <p:nvPr/>
          </p:nvSpPr>
          <p:spPr>
            <a:xfrm>
              <a:off x="6463423" y="6200270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572" y="3048"/>
                  </a:moveTo>
                  <a:lnTo>
                    <a:pt x="0" y="3810"/>
                  </a:lnTo>
                  <a:lnTo>
                    <a:pt x="0" y="1524"/>
                  </a:lnTo>
                  <a:lnTo>
                    <a:pt x="4572" y="0"/>
                  </a:lnTo>
                  <a:lnTo>
                    <a:pt x="4572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5" name="object 3975"/>
            <p:cNvSpPr/>
            <p:nvPr/>
          </p:nvSpPr>
          <p:spPr>
            <a:xfrm>
              <a:off x="6462661" y="6197222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5334" y="3048"/>
                  </a:moveTo>
                  <a:lnTo>
                    <a:pt x="3810" y="0"/>
                  </a:lnTo>
                  <a:lnTo>
                    <a:pt x="0" y="2286"/>
                  </a:lnTo>
                  <a:lnTo>
                    <a:pt x="762" y="4572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6" name="object 3976"/>
            <p:cNvSpPr/>
            <p:nvPr/>
          </p:nvSpPr>
          <p:spPr>
            <a:xfrm>
              <a:off x="6462661" y="6197222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5334" y="3048"/>
                  </a:moveTo>
                  <a:lnTo>
                    <a:pt x="762" y="4572"/>
                  </a:lnTo>
                  <a:lnTo>
                    <a:pt x="0" y="2286"/>
                  </a:lnTo>
                  <a:lnTo>
                    <a:pt x="3810" y="0"/>
                  </a:lnTo>
                  <a:lnTo>
                    <a:pt x="5334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7" name="object 3977"/>
            <p:cNvSpPr/>
            <p:nvPr/>
          </p:nvSpPr>
          <p:spPr>
            <a:xfrm>
              <a:off x="6461137" y="619417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277" y="3463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77" y="3463"/>
                  </a:lnTo>
                  <a:close/>
                </a:path>
                <a:path w="5714" h="5714">
                  <a:moveTo>
                    <a:pt x="5334" y="3048"/>
                  </a:moveTo>
                  <a:lnTo>
                    <a:pt x="3048" y="0"/>
                  </a:lnTo>
                  <a:lnTo>
                    <a:pt x="277" y="3463"/>
                  </a:lnTo>
                  <a:lnTo>
                    <a:pt x="1524" y="5334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8" name="object 3978"/>
            <p:cNvSpPr/>
            <p:nvPr/>
          </p:nvSpPr>
          <p:spPr>
            <a:xfrm>
              <a:off x="6461137" y="619417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048"/>
                  </a:moveTo>
                  <a:lnTo>
                    <a:pt x="1524" y="5334"/>
                  </a:lnTo>
                  <a:lnTo>
                    <a:pt x="0" y="3048"/>
                  </a:lnTo>
                  <a:lnTo>
                    <a:pt x="0" y="3810"/>
                  </a:lnTo>
                  <a:lnTo>
                    <a:pt x="3048" y="0"/>
                  </a:lnTo>
                  <a:lnTo>
                    <a:pt x="5334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9" name="object 3979"/>
            <p:cNvSpPr/>
            <p:nvPr/>
          </p:nvSpPr>
          <p:spPr>
            <a:xfrm>
              <a:off x="6458851" y="6191888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5334" y="2286"/>
                  </a:moveTo>
                  <a:lnTo>
                    <a:pt x="3048" y="0"/>
                  </a:lnTo>
                  <a:lnTo>
                    <a:pt x="2286" y="0"/>
                  </a:lnTo>
                  <a:lnTo>
                    <a:pt x="762" y="3810"/>
                  </a:lnTo>
                  <a:lnTo>
                    <a:pt x="0" y="3810"/>
                  </a:lnTo>
                  <a:lnTo>
                    <a:pt x="2286" y="6096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0" name="object 3980"/>
            <p:cNvSpPr/>
            <p:nvPr/>
          </p:nvSpPr>
          <p:spPr>
            <a:xfrm>
              <a:off x="6458851" y="6191888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5334" y="2286"/>
                  </a:moveTo>
                  <a:lnTo>
                    <a:pt x="2286" y="6096"/>
                  </a:lnTo>
                  <a:lnTo>
                    <a:pt x="0" y="3810"/>
                  </a:lnTo>
                  <a:lnTo>
                    <a:pt x="762" y="3810"/>
                  </a:lnTo>
                  <a:lnTo>
                    <a:pt x="2286" y="0"/>
                  </a:lnTo>
                  <a:lnTo>
                    <a:pt x="3048" y="0"/>
                  </a:lnTo>
                  <a:lnTo>
                    <a:pt x="5334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1" name="object 3981"/>
            <p:cNvSpPr/>
            <p:nvPr/>
          </p:nvSpPr>
          <p:spPr>
            <a:xfrm>
              <a:off x="6456578" y="619036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1524"/>
                  </a:moveTo>
                  <a:lnTo>
                    <a:pt x="1524" y="0"/>
                  </a:lnTo>
                  <a:lnTo>
                    <a:pt x="0" y="3810"/>
                  </a:lnTo>
                  <a:lnTo>
                    <a:pt x="3048" y="5334"/>
                  </a:lnTo>
                  <a:lnTo>
                    <a:pt x="4572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2" name="object 3982"/>
            <p:cNvSpPr/>
            <p:nvPr/>
          </p:nvSpPr>
          <p:spPr>
            <a:xfrm>
              <a:off x="6456578" y="619036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1524"/>
                  </a:moveTo>
                  <a:lnTo>
                    <a:pt x="3048" y="5334"/>
                  </a:lnTo>
                  <a:lnTo>
                    <a:pt x="0" y="3810"/>
                  </a:lnTo>
                  <a:lnTo>
                    <a:pt x="1524" y="0"/>
                  </a:lnTo>
                  <a:lnTo>
                    <a:pt x="4572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3" name="object 3983"/>
            <p:cNvSpPr/>
            <p:nvPr/>
          </p:nvSpPr>
          <p:spPr>
            <a:xfrm>
              <a:off x="6454292" y="6188840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1524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2286" y="5334"/>
                  </a:lnTo>
                  <a:lnTo>
                    <a:pt x="3810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4" name="object 3984"/>
            <p:cNvSpPr/>
            <p:nvPr/>
          </p:nvSpPr>
          <p:spPr>
            <a:xfrm>
              <a:off x="6454292" y="6188840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1524"/>
                  </a:moveTo>
                  <a:lnTo>
                    <a:pt x="2286" y="5334"/>
                  </a:lnTo>
                  <a:lnTo>
                    <a:pt x="0" y="4572"/>
                  </a:lnTo>
                  <a:lnTo>
                    <a:pt x="0" y="0"/>
                  </a:lnTo>
                  <a:lnTo>
                    <a:pt x="762" y="0"/>
                  </a:lnTo>
                  <a:lnTo>
                    <a:pt x="381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5" name="object 3985"/>
            <p:cNvSpPr/>
            <p:nvPr/>
          </p:nvSpPr>
          <p:spPr>
            <a:xfrm>
              <a:off x="6447421" y="6188853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79">
                  <a:moveTo>
                    <a:pt x="381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762" y="4572"/>
                  </a:lnTo>
                  <a:lnTo>
                    <a:pt x="3810" y="4572"/>
                  </a:lnTo>
                  <a:lnTo>
                    <a:pt x="3810" y="0"/>
                  </a:lnTo>
                  <a:close/>
                </a:path>
                <a:path w="6985" h="5079">
                  <a:moveTo>
                    <a:pt x="6858" y="0"/>
                  </a:moveTo>
                  <a:lnTo>
                    <a:pt x="3822" y="0"/>
                  </a:lnTo>
                  <a:lnTo>
                    <a:pt x="3822" y="4572"/>
                  </a:lnTo>
                  <a:lnTo>
                    <a:pt x="6858" y="4572"/>
                  </a:lnTo>
                  <a:lnTo>
                    <a:pt x="68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6" name="object 3986"/>
            <p:cNvSpPr/>
            <p:nvPr/>
          </p:nvSpPr>
          <p:spPr>
            <a:xfrm>
              <a:off x="6447434" y="6188840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3810" y="0"/>
                  </a:moveTo>
                  <a:lnTo>
                    <a:pt x="3810" y="4572"/>
                  </a:lnTo>
                  <a:lnTo>
                    <a:pt x="762" y="4572"/>
                  </a:lnTo>
                  <a:lnTo>
                    <a:pt x="0" y="762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7" name="object 3987"/>
            <p:cNvSpPr/>
            <p:nvPr/>
          </p:nvSpPr>
          <p:spPr>
            <a:xfrm>
              <a:off x="6443611" y="618960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572" y="3810"/>
                  </a:moveTo>
                  <a:lnTo>
                    <a:pt x="3810" y="0"/>
                  </a:lnTo>
                  <a:lnTo>
                    <a:pt x="762" y="762"/>
                  </a:lnTo>
                  <a:lnTo>
                    <a:pt x="0" y="762"/>
                  </a:lnTo>
                  <a:lnTo>
                    <a:pt x="2286" y="4572"/>
                  </a:lnTo>
                  <a:lnTo>
                    <a:pt x="457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8" name="object 3988"/>
            <p:cNvSpPr/>
            <p:nvPr/>
          </p:nvSpPr>
          <p:spPr>
            <a:xfrm>
              <a:off x="6443611" y="618960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3810" y="0"/>
                  </a:moveTo>
                  <a:lnTo>
                    <a:pt x="4572" y="3810"/>
                  </a:lnTo>
                  <a:lnTo>
                    <a:pt x="2286" y="4572"/>
                  </a:lnTo>
                  <a:lnTo>
                    <a:pt x="0" y="762"/>
                  </a:lnTo>
                  <a:lnTo>
                    <a:pt x="762" y="762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9" name="object 3989"/>
            <p:cNvSpPr/>
            <p:nvPr/>
          </p:nvSpPr>
          <p:spPr>
            <a:xfrm>
              <a:off x="6440563" y="619036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810"/>
                  </a:moveTo>
                  <a:lnTo>
                    <a:pt x="3048" y="0"/>
                  </a:lnTo>
                  <a:lnTo>
                    <a:pt x="762" y="1524"/>
                  </a:lnTo>
                  <a:lnTo>
                    <a:pt x="0" y="1524"/>
                  </a:lnTo>
                  <a:lnTo>
                    <a:pt x="3048" y="5334"/>
                  </a:lnTo>
                  <a:lnTo>
                    <a:pt x="5334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0" name="object 3990"/>
            <p:cNvSpPr/>
            <p:nvPr/>
          </p:nvSpPr>
          <p:spPr>
            <a:xfrm>
              <a:off x="6440563" y="619036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3048" y="0"/>
                  </a:moveTo>
                  <a:lnTo>
                    <a:pt x="5334" y="3810"/>
                  </a:lnTo>
                  <a:lnTo>
                    <a:pt x="3048" y="5334"/>
                  </a:lnTo>
                  <a:lnTo>
                    <a:pt x="0" y="1524"/>
                  </a:lnTo>
                  <a:lnTo>
                    <a:pt x="762" y="1524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1" name="object 3991"/>
            <p:cNvSpPr/>
            <p:nvPr/>
          </p:nvSpPr>
          <p:spPr>
            <a:xfrm>
              <a:off x="6438290" y="619188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810"/>
                  </a:moveTo>
                  <a:lnTo>
                    <a:pt x="2286" y="0"/>
                  </a:lnTo>
                  <a:lnTo>
                    <a:pt x="0" y="2286"/>
                  </a:lnTo>
                  <a:lnTo>
                    <a:pt x="0" y="3048"/>
                  </a:lnTo>
                  <a:lnTo>
                    <a:pt x="3408" y="5093"/>
                  </a:lnTo>
                  <a:lnTo>
                    <a:pt x="5334" y="3810"/>
                  </a:lnTo>
                  <a:close/>
                </a:path>
                <a:path w="5714" h="5714">
                  <a:moveTo>
                    <a:pt x="3810" y="5334"/>
                  </a:moveTo>
                  <a:lnTo>
                    <a:pt x="3408" y="5093"/>
                  </a:lnTo>
                  <a:lnTo>
                    <a:pt x="3048" y="5334"/>
                  </a:lnTo>
                  <a:lnTo>
                    <a:pt x="3810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2" name="object 3992"/>
            <p:cNvSpPr/>
            <p:nvPr/>
          </p:nvSpPr>
          <p:spPr>
            <a:xfrm>
              <a:off x="6438290" y="619188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2286" y="0"/>
                  </a:moveTo>
                  <a:lnTo>
                    <a:pt x="5334" y="3810"/>
                  </a:lnTo>
                  <a:lnTo>
                    <a:pt x="3048" y="5334"/>
                  </a:lnTo>
                  <a:lnTo>
                    <a:pt x="3810" y="5334"/>
                  </a:lnTo>
                  <a:lnTo>
                    <a:pt x="0" y="3048"/>
                  </a:lnTo>
                  <a:lnTo>
                    <a:pt x="0" y="2286"/>
                  </a:lnTo>
                  <a:lnTo>
                    <a:pt x="228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3" name="object 3993"/>
            <p:cNvSpPr/>
            <p:nvPr/>
          </p:nvSpPr>
          <p:spPr>
            <a:xfrm>
              <a:off x="6436004" y="6194936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096" y="2285"/>
                  </a:moveTo>
                  <a:lnTo>
                    <a:pt x="2286" y="0"/>
                  </a:lnTo>
                  <a:lnTo>
                    <a:pt x="0" y="2286"/>
                  </a:lnTo>
                  <a:lnTo>
                    <a:pt x="4064" y="4318"/>
                  </a:lnTo>
                  <a:lnTo>
                    <a:pt x="6096" y="2285"/>
                  </a:lnTo>
                  <a:close/>
                </a:path>
                <a:path w="6350" h="5079">
                  <a:moveTo>
                    <a:pt x="4572" y="4572"/>
                  </a:moveTo>
                  <a:lnTo>
                    <a:pt x="4064" y="4318"/>
                  </a:lnTo>
                  <a:lnTo>
                    <a:pt x="3810" y="4572"/>
                  </a:lnTo>
                  <a:lnTo>
                    <a:pt x="4572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4" name="object 3994"/>
            <p:cNvSpPr/>
            <p:nvPr/>
          </p:nvSpPr>
          <p:spPr>
            <a:xfrm>
              <a:off x="6436004" y="6194936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2286" y="0"/>
                  </a:moveTo>
                  <a:lnTo>
                    <a:pt x="6096" y="2285"/>
                  </a:lnTo>
                  <a:lnTo>
                    <a:pt x="3810" y="4572"/>
                  </a:lnTo>
                  <a:lnTo>
                    <a:pt x="4572" y="4572"/>
                  </a:lnTo>
                  <a:lnTo>
                    <a:pt x="0" y="2286"/>
                  </a:lnTo>
                  <a:lnTo>
                    <a:pt x="228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5" name="object 3995"/>
            <p:cNvSpPr/>
            <p:nvPr/>
          </p:nvSpPr>
          <p:spPr>
            <a:xfrm>
              <a:off x="6434480" y="6197222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096" y="2285"/>
                  </a:moveTo>
                  <a:lnTo>
                    <a:pt x="1524" y="0"/>
                  </a:lnTo>
                  <a:lnTo>
                    <a:pt x="0" y="3048"/>
                  </a:lnTo>
                  <a:lnTo>
                    <a:pt x="0" y="3810"/>
                  </a:lnTo>
                  <a:lnTo>
                    <a:pt x="4572" y="4572"/>
                  </a:lnTo>
                  <a:lnTo>
                    <a:pt x="6096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6" name="object 3996"/>
            <p:cNvSpPr/>
            <p:nvPr/>
          </p:nvSpPr>
          <p:spPr>
            <a:xfrm>
              <a:off x="6434480" y="6197222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1524" y="0"/>
                  </a:moveTo>
                  <a:lnTo>
                    <a:pt x="6096" y="2285"/>
                  </a:lnTo>
                  <a:lnTo>
                    <a:pt x="4572" y="4572"/>
                  </a:lnTo>
                  <a:lnTo>
                    <a:pt x="0" y="3810"/>
                  </a:lnTo>
                  <a:lnTo>
                    <a:pt x="0" y="3048"/>
                  </a:lnTo>
                  <a:lnTo>
                    <a:pt x="152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7" name="object 3997"/>
            <p:cNvSpPr/>
            <p:nvPr/>
          </p:nvSpPr>
          <p:spPr>
            <a:xfrm>
              <a:off x="6434480" y="6201032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572" y="3047"/>
                  </a:moveTo>
                  <a:lnTo>
                    <a:pt x="4572" y="761"/>
                  </a:lnTo>
                  <a:lnTo>
                    <a:pt x="0" y="0"/>
                  </a:lnTo>
                  <a:lnTo>
                    <a:pt x="0" y="3048"/>
                  </a:lnTo>
                  <a:lnTo>
                    <a:pt x="4572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8" name="object 3998"/>
            <p:cNvSpPr/>
            <p:nvPr/>
          </p:nvSpPr>
          <p:spPr>
            <a:xfrm>
              <a:off x="6434480" y="6201032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0" y="0"/>
                  </a:moveTo>
                  <a:lnTo>
                    <a:pt x="4572" y="761"/>
                  </a:lnTo>
                  <a:lnTo>
                    <a:pt x="4572" y="3047"/>
                  </a:lnTo>
                  <a:lnTo>
                    <a:pt x="0" y="304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9" name="object 3999"/>
            <p:cNvSpPr/>
            <p:nvPr/>
          </p:nvSpPr>
          <p:spPr>
            <a:xfrm>
              <a:off x="6434480" y="6204080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572" y="2285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3048"/>
                  </a:lnTo>
                  <a:lnTo>
                    <a:pt x="762" y="3810"/>
                  </a:lnTo>
                  <a:lnTo>
                    <a:pt x="4572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0" name="object 4000"/>
            <p:cNvSpPr/>
            <p:nvPr/>
          </p:nvSpPr>
          <p:spPr>
            <a:xfrm>
              <a:off x="6434480" y="6204080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4572" y="0"/>
                  </a:lnTo>
                  <a:lnTo>
                    <a:pt x="4572" y="2285"/>
                  </a:lnTo>
                  <a:lnTo>
                    <a:pt x="762" y="3810"/>
                  </a:lnTo>
                  <a:lnTo>
                    <a:pt x="0" y="304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1" name="object 4001"/>
            <p:cNvSpPr/>
            <p:nvPr/>
          </p:nvSpPr>
          <p:spPr>
            <a:xfrm>
              <a:off x="6435242" y="620636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5334" y="2286"/>
                  </a:moveTo>
                  <a:lnTo>
                    <a:pt x="3810" y="0"/>
                  </a:lnTo>
                  <a:lnTo>
                    <a:pt x="0" y="1524"/>
                  </a:lnTo>
                  <a:lnTo>
                    <a:pt x="762" y="4572"/>
                  </a:lnTo>
                  <a:lnTo>
                    <a:pt x="4572" y="2286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2" name="object 4002"/>
            <p:cNvSpPr/>
            <p:nvPr/>
          </p:nvSpPr>
          <p:spPr>
            <a:xfrm>
              <a:off x="6435242" y="620636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0" y="1524"/>
                  </a:moveTo>
                  <a:lnTo>
                    <a:pt x="3810" y="0"/>
                  </a:lnTo>
                  <a:lnTo>
                    <a:pt x="5334" y="2286"/>
                  </a:lnTo>
                  <a:lnTo>
                    <a:pt x="4572" y="2286"/>
                  </a:lnTo>
                  <a:lnTo>
                    <a:pt x="762" y="4572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3" name="object 4003"/>
            <p:cNvSpPr/>
            <p:nvPr/>
          </p:nvSpPr>
          <p:spPr>
            <a:xfrm>
              <a:off x="6436004" y="620865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1524"/>
                  </a:moveTo>
                  <a:lnTo>
                    <a:pt x="3810" y="0"/>
                  </a:lnTo>
                  <a:lnTo>
                    <a:pt x="0" y="2286"/>
                  </a:lnTo>
                  <a:lnTo>
                    <a:pt x="2286" y="5334"/>
                  </a:lnTo>
                  <a:lnTo>
                    <a:pt x="5334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4" name="object 4004"/>
            <p:cNvSpPr/>
            <p:nvPr/>
          </p:nvSpPr>
          <p:spPr>
            <a:xfrm>
              <a:off x="6436004" y="620865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2286"/>
                  </a:moveTo>
                  <a:lnTo>
                    <a:pt x="3810" y="0"/>
                  </a:lnTo>
                  <a:lnTo>
                    <a:pt x="5334" y="1524"/>
                  </a:lnTo>
                  <a:lnTo>
                    <a:pt x="2286" y="5334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5" name="object 4005"/>
            <p:cNvSpPr/>
            <p:nvPr/>
          </p:nvSpPr>
          <p:spPr>
            <a:xfrm>
              <a:off x="6438290" y="6210176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5334" y="2286"/>
                  </a:moveTo>
                  <a:lnTo>
                    <a:pt x="3047" y="0"/>
                  </a:lnTo>
                  <a:lnTo>
                    <a:pt x="0" y="3810"/>
                  </a:lnTo>
                  <a:lnTo>
                    <a:pt x="3048" y="6096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6" name="object 4006"/>
            <p:cNvSpPr/>
            <p:nvPr/>
          </p:nvSpPr>
          <p:spPr>
            <a:xfrm>
              <a:off x="6438290" y="6210176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0" y="3810"/>
                  </a:moveTo>
                  <a:lnTo>
                    <a:pt x="3047" y="0"/>
                  </a:lnTo>
                  <a:lnTo>
                    <a:pt x="5334" y="2286"/>
                  </a:lnTo>
                  <a:lnTo>
                    <a:pt x="3048" y="6096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7" name="object 4007"/>
            <p:cNvSpPr/>
            <p:nvPr/>
          </p:nvSpPr>
          <p:spPr>
            <a:xfrm>
              <a:off x="6441338" y="621246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762"/>
                  </a:moveTo>
                  <a:lnTo>
                    <a:pt x="2285" y="0"/>
                  </a:lnTo>
                  <a:lnTo>
                    <a:pt x="0" y="3810"/>
                  </a:lnTo>
                  <a:lnTo>
                    <a:pt x="3048" y="5334"/>
                  </a:lnTo>
                  <a:lnTo>
                    <a:pt x="4572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8" name="object 4008"/>
            <p:cNvSpPr/>
            <p:nvPr/>
          </p:nvSpPr>
          <p:spPr>
            <a:xfrm>
              <a:off x="6441338" y="621246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3810"/>
                  </a:moveTo>
                  <a:lnTo>
                    <a:pt x="2285" y="0"/>
                  </a:lnTo>
                  <a:lnTo>
                    <a:pt x="4572" y="762"/>
                  </a:lnTo>
                  <a:lnTo>
                    <a:pt x="3048" y="5334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9" name="object 4009"/>
            <p:cNvSpPr/>
            <p:nvPr/>
          </p:nvSpPr>
          <p:spPr>
            <a:xfrm>
              <a:off x="6444373" y="6213224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5334"/>
                  </a:moveTo>
                  <a:lnTo>
                    <a:pt x="3810" y="762"/>
                  </a:lnTo>
                  <a:lnTo>
                    <a:pt x="1523" y="0"/>
                  </a:lnTo>
                  <a:lnTo>
                    <a:pt x="0" y="4572"/>
                  </a:lnTo>
                  <a:lnTo>
                    <a:pt x="3048" y="5334"/>
                  </a:lnTo>
                  <a:lnTo>
                    <a:pt x="3810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0" name="object 4010"/>
            <p:cNvSpPr/>
            <p:nvPr/>
          </p:nvSpPr>
          <p:spPr>
            <a:xfrm>
              <a:off x="6444373" y="6213224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0" y="4572"/>
                  </a:moveTo>
                  <a:lnTo>
                    <a:pt x="1523" y="0"/>
                  </a:lnTo>
                  <a:lnTo>
                    <a:pt x="3810" y="762"/>
                  </a:lnTo>
                  <a:lnTo>
                    <a:pt x="3810" y="5334"/>
                  </a:lnTo>
                  <a:lnTo>
                    <a:pt x="3048" y="533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1" name="object 4011"/>
            <p:cNvSpPr/>
            <p:nvPr/>
          </p:nvSpPr>
          <p:spPr>
            <a:xfrm>
              <a:off x="6448196" y="6213986"/>
              <a:ext cx="3175" cy="5715"/>
            </a:xfrm>
            <a:custGeom>
              <a:avLst/>
              <a:gdLst/>
              <a:ahLst/>
              <a:cxnLst/>
              <a:rect l="l" t="t" r="r" b="b"/>
              <a:pathLst>
                <a:path w="3175" h="5714">
                  <a:moveTo>
                    <a:pt x="3048" y="5334"/>
                  </a:moveTo>
                  <a:lnTo>
                    <a:pt x="3047" y="762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3048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2" name="object 4012"/>
            <p:cNvSpPr/>
            <p:nvPr/>
          </p:nvSpPr>
          <p:spPr>
            <a:xfrm>
              <a:off x="6448196" y="6213986"/>
              <a:ext cx="3175" cy="5715"/>
            </a:xfrm>
            <a:custGeom>
              <a:avLst/>
              <a:gdLst/>
              <a:ahLst/>
              <a:cxnLst/>
              <a:rect l="l" t="t" r="r" b="b"/>
              <a:pathLst>
                <a:path w="3175" h="5714">
                  <a:moveTo>
                    <a:pt x="0" y="4572"/>
                  </a:moveTo>
                  <a:lnTo>
                    <a:pt x="0" y="0"/>
                  </a:lnTo>
                  <a:lnTo>
                    <a:pt x="3047" y="762"/>
                  </a:lnTo>
                  <a:lnTo>
                    <a:pt x="3048" y="533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3" name="object 4013"/>
            <p:cNvSpPr/>
            <p:nvPr/>
          </p:nvSpPr>
          <p:spPr>
            <a:xfrm>
              <a:off x="6451244" y="6213986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4572"/>
                  </a:moveTo>
                  <a:lnTo>
                    <a:pt x="2285" y="762"/>
                  </a:lnTo>
                  <a:lnTo>
                    <a:pt x="3047" y="0"/>
                  </a:lnTo>
                  <a:lnTo>
                    <a:pt x="0" y="762"/>
                  </a:lnTo>
                  <a:lnTo>
                    <a:pt x="0" y="5334"/>
                  </a:lnTo>
                  <a:lnTo>
                    <a:pt x="381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4" name="object 4014"/>
            <p:cNvSpPr/>
            <p:nvPr/>
          </p:nvSpPr>
          <p:spPr>
            <a:xfrm>
              <a:off x="6451244" y="6213986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0" y="5334"/>
                  </a:moveTo>
                  <a:lnTo>
                    <a:pt x="0" y="762"/>
                  </a:lnTo>
                  <a:lnTo>
                    <a:pt x="3047" y="0"/>
                  </a:lnTo>
                  <a:lnTo>
                    <a:pt x="2285" y="762"/>
                  </a:lnTo>
                  <a:lnTo>
                    <a:pt x="3810" y="4572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5" name="object 4015"/>
            <p:cNvSpPr/>
            <p:nvPr/>
          </p:nvSpPr>
          <p:spPr>
            <a:xfrm>
              <a:off x="6453530" y="62132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4572"/>
                  </a:moveTo>
                  <a:lnTo>
                    <a:pt x="3048" y="762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1524" y="5334"/>
                  </a:lnTo>
                  <a:lnTo>
                    <a:pt x="5334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6" name="object 4016"/>
            <p:cNvSpPr/>
            <p:nvPr/>
          </p:nvSpPr>
          <p:spPr>
            <a:xfrm>
              <a:off x="6453530" y="62132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1524" y="5334"/>
                  </a:moveTo>
                  <a:lnTo>
                    <a:pt x="0" y="1524"/>
                  </a:lnTo>
                  <a:lnTo>
                    <a:pt x="3048" y="0"/>
                  </a:lnTo>
                  <a:lnTo>
                    <a:pt x="3048" y="762"/>
                  </a:lnTo>
                  <a:lnTo>
                    <a:pt x="5334" y="4572"/>
                  </a:lnTo>
                  <a:lnTo>
                    <a:pt x="1524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7" name="object 4017"/>
            <p:cNvSpPr/>
            <p:nvPr/>
          </p:nvSpPr>
          <p:spPr>
            <a:xfrm>
              <a:off x="6456578" y="621246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810"/>
                  </a:moveTo>
                  <a:lnTo>
                    <a:pt x="5334" y="3048"/>
                  </a:lnTo>
                  <a:lnTo>
                    <a:pt x="2286" y="0"/>
                  </a:lnTo>
                  <a:lnTo>
                    <a:pt x="0" y="1524"/>
                  </a:lnTo>
                  <a:lnTo>
                    <a:pt x="2286" y="5334"/>
                  </a:lnTo>
                  <a:lnTo>
                    <a:pt x="5334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8" name="object 4018"/>
            <p:cNvSpPr/>
            <p:nvPr/>
          </p:nvSpPr>
          <p:spPr>
            <a:xfrm>
              <a:off x="6456578" y="621246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2286" y="5334"/>
                  </a:moveTo>
                  <a:lnTo>
                    <a:pt x="0" y="1524"/>
                  </a:lnTo>
                  <a:lnTo>
                    <a:pt x="2286" y="0"/>
                  </a:lnTo>
                  <a:lnTo>
                    <a:pt x="5334" y="3048"/>
                  </a:lnTo>
                  <a:lnTo>
                    <a:pt x="5334" y="3810"/>
                  </a:lnTo>
                  <a:lnTo>
                    <a:pt x="2286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9" name="object 4019"/>
            <p:cNvSpPr/>
            <p:nvPr/>
          </p:nvSpPr>
          <p:spPr>
            <a:xfrm>
              <a:off x="6458851" y="6210176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6096" y="3048"/>
                  </a:moveTo>
                  <a:lnTo>
                    <a:pt x="2286" y="762"/>
                  </a:lnTo>
                  <a:lnTo>
                    <a:pt x="2286" y="0"/>
                  </a:lnTo>
                  <a:lnTo>
                    <a:pt x="0" y="2286"/>
                  </a:lnTo>
                  <a:lnTo>
                    <a:pt x="3048" y="5334"/>
                  </a:lnTo>
                  <a:lnTo>
                    <a:pt x="5334" y="3048"/>
                  </a:lnTo>
                  <a:lnTo>
                    <a:pt x="6096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0" name="object 4020"/>
            <p:cNvSpPr/>
            <p:nvPr/>
          </p:nvSpPr>
          <p:spPr>
            <a:xfrm>
              <a:off x="6458851" y="6210176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3048" y="5334"/>
                  </a:moveTo>
                  <a:lnTo>
                    <a:pt x="0" y="2286"/>
                  </a:lnTo>
                  <a:lnTo>
                    <a:pt x="2286" y="0"/>
                  </a:lnTo>
                  <a:lnTo>
                    <a:pt x="2286" y="762"/>
                  </a:lnTo>
                  <a:lnTo>
                    <a:pt x="6096" y="3048"/>
                  </a:lnTo>
                  <a:lnTo>
                    <a:pt x="5334" y="3048"/>
                  </a:lnTo>
                  <a:lnTo>
                    <a:pt x="3048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1" name="object 4021"/>
            <p:cNvSpPr/>
            <p:nvPr/>
          </p:nvSpPr>
          <p:spPr>
            <a:xfrm>
              <a:off x="6461137" y="6208652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5334" y="2286"/>
                  </a:moveTo>
                  <a:lnTo>
                    <a:pt x="5334" y="1524"/>
                  </a:lnTo>
                  <a:lnTo>
                    <a:pt x="1524" y="0"/>
                  </a:lnTo>
                  <a:lnTo>
                    <a:pt x="0" y="2286"/>
                  </a:lnTo>
                  <a:lnTo>
                    <a:pt x="3810" y="4572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2" name="object 4022"/>
            <p:cNvSpPr/>
            <p:nvPr/>
          </p:nvSpPr>
          <p:spPr>
            <a:xfrm>
              <a:off x="6461137" y="6208652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3810" y="4572"/>
                  </a:moveTo>
                  <a:lnTo>
                    <a:pt x="0" y="2286"/>
                  </a:lnTo>
                  <a:lnTo>
                    <a:pt x="1524" y="0"/>
                  </a:lnTo>
                  <a:lnTo>
                    <a:pt x="5334" y="1524"/>
                  </a:lnTo>
                  <a:lnTo>
                    <a:pt x="5334" y="2286"/>
                  </a:lnTo>
                  <a:lnTo>
                    <a:pt x="381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3" name="object 4023"/>
            <p:cNvSpPr/>
            <p:nvPr/>
          </p:nvSpPr>
          <p:spPr>
            <a:xfrm>
              <a:off x="6462661" y="6206366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5334" y="762"/>
                  </a:moveTo>
                  <a:lnTo>
                    <a:pt x="762" y="0"/>
                  </a:lnTo>
                  <a:lnTo>
                    <a:pt x="0" y="2286"/>
                  </a:lnTo>
                  <a:lnTo>
                    <a:pt x="3810" y="3810"/>
                  </a:lnTo>
                  <a:lnTo>
                    <a:pt x="5334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4" name="object 4024"/>
            <p:cNvSpPr/>
            <p:nvPr/>
          </p:nvSpPr>
          <p:spPr>
            <a:xfrm>
              <a:off x="6462661" y="6206366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3810" y="3810"/>
                  </a:moveTo>
                  <a:lnTo>
                    <a:pt x="0" y="2286"/>
                  </a:lnTo>
                  <a:lnTo>
                    <a:pt x="762" y="0"/>
                  </a:lnTo>
                  <a:lnTo>
                    <a:pt x="5334" y="762"/>
                  </a:lnTo>
                  <a:lnTo>
                    <a:pt x="381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5" name="object 4025"/>
            <p:cNvSpPr/>
            <p:nvPr/>
          </p:nvSpPr>
          <p:spPr>
            <a:xfrm>
              <a:off x="6463423" y="6204080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572" y="3048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2286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6" name="object 4026"/>
            <p:cNvSpPr/>
            <p:nvPr/>
          </p:nvSpPr>
          <p:spPr>
            <a:xfrm>
              <a:off x="6463423" y="6204080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572" y="3048"/>
                  </a:moveTo>
                  <a:lnTo>
                    <a:pt x="0" y="2286"/>
                  </a:lnTo>
                  <a:lnTo>
                    <a:pt x="0" y="0"/>
                  </a:lnTo>
                  <a:lnTo>
                    <a:pt x="4572" y="0"/>
                  </a:lnTo>
                  <a:lnTo>
                    <a:pt x="4572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7" name="object 4027"/>
            <p:cNvSpPr/>
            <p:nvPr/>
          </p:nvSpPr>
          <p:spPr>
            <a:xfrm>
              <a:off x="6463423" y="6203318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4572" y="762"/>
                  </a:moveTo>
                  <a:lnTo>
                    <a:pt x="4572" y="0"/>
                  </a:lnTo>
                  <a:lnTo>
                    <a:pt x="0" y="762"/>
                  </a:lnTo>
                  <a:lnTo>
                    <a:pt x="4572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8" name="object 4028"/>
            <p:cNvSpPr/>
            <p:nvPr/>
          </p:nvSpPr>
          <p:spPr>
            <a:xfrm>
              <a:off x="6463423" y="6203318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4572" y="762"/>
                  </a:moveTo>
                  <a:lnTo>
                    <a:pt x="0" y="762"/>
                  </a:lnTo>
                  <a:lnTo>
                    <a:pt x="4572" y="0"/>
                  </a:lnTo>
                  <a:lnTo>
                    <a:pt x="4572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9" name="object 4029"/>
            <p:cNvSpPr/>
            <p:nvPr/>
          </p:nvSpPr>
          <p:spPr>
            <a:xfrm>
              <a:off x="6306464" y="6148454"/>
              <a:ext cx="160020" cy="35560"/>
            </a:xfrm>
            <a:custGeom>
              <a:avLst/>
              <a:gdLst/>
              <a:ahLst/>
              <a:cxnLst/>
              <a:rect l="l" t="t" r="r" b="b"/>
              <a:pathLst>
                <a:path w="160020" h="35560">
                  <a:moveTo>
                    <a:pt x="0" y="35052"/>
                  </a:moveTo>
                  <a:lnTo>
                    <a:pt x="0" y="0"/>
                  </a:lnTo>
                  <a:lnTo>
                    <a:pt x="160020" y="0"/>
                  </a:lnTo>
                  <a:lnTo>
                    <a:pt x="160020" y="35051"/>
                  </a:lnTo>
                  <a:lnTo>
                    <a:pt x="0" y="3505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0" name="object 4030"/>
            <p:cNvSpPr/>
            <p:nvPr/>
          </p:nvSpPr>
          <p:spPr>
            <a:xfrm>
              <a:off x="6306464" y="6148454"/>
              <a:ext cx="160020" cy="35560"/>
            </a:xfrm>
            <a:custGeom>
              <a:avLst/>
              <a:gdLst/>
              <a:ahLst/>
              <a:cxnLst/>
              <a:rect l="l" t="t" r="r" b="b"/>
              <a:pathLst>
                <a:path w="160020" h="35560">
                  <a:moveTo>
                    <a:pt x="0" y="35052"/>
                  </a:moveTo>
                  <a:lnTo>
                    <a:pt x="0" y="0"/>
                  </a:lnTo>
                  <a:lnTo>
                    <a:pt x="160020" y="0"/>
                  </a:lnTo>
                  <a:lnTo>
                    <a:pt x="160020" y="35051"/>
                  </a:lnTo>
                  <a:lnTo>
                    <a:pt x="0" y="35052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1" name="object 4031"/>
            <p:cNvSpPr/>
            <p:nvPr/>
          </p:nvSpPr>
          <p:spPr>
            <a:xfrm>
              <a:off x="6306452" y="6146181"/>
              <a:ext cx="162560" cy="5080"/>
            </a:xfrm>
            <a:custGeom>
              <a:avLst/>
              <a:gdLst/>
              <a:ahLst/>
              <a:cxnLst/>
              <a:rect l="l" t="t" r="r" b="b"/>
              <a:pathLst>
                <a:path w="162560" h="5079">
                  <a:moveTo>
                    <a:pt x="162560" y="0"/>
                  </a:moveTo>
                  <a:lnTo>
                    <a:pt x="15748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157480" y="4572"/>
                  </a:lnTo>
                  <a:lnTo>
                    <a:pt x="157480" y="2286"/>
                  </a:lnTo>
                  <a:lnTo>
                    <a:pt x="162560" y="2286"/>
                  </a:lnTo>
                  <a:lnTo>
                    <a:pt x="1625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2" name="object 4032"/>
            <p:cNvSpPr/>
            <p:nvPr/>
          </p:nvSpPr>
          <p:spPr>
            <a:xfrm>
              <a:off x="6306464" y="6146168"/>
              <a:ext cx="162560" cy="5080"/>
            </a:xfrm>
            <a:custGeom>
              <a:avLst/>
              <a:gdLst/>
              <a:ahLst/>
              <a:cxnLst/>
              <a:rect l="l" t="t" r="r" b="b"/>
              <a:pathLst>
                <a:path w="162560" h="5079">
                  <a:moveTo>
                    <a:pt x="0" y="4572"/>
                  </a:moveTo>
                  <a:lnTo>
                    <a:pt x="0" y="0"/>
                  </a:lnTo>
                  <a:lnTo>
                    <a:pt x="162306" y="0"/>
                  </a:lnTo>
                  <a:lnTo>
                    <a:pt x="162306" y="2286"/>
                  </a:lnTo>
                  <a:lnTo>
                    <a:pt x="157734" y="2286"/>
                  </a:lnTo>
                  <a:lnTo>
                    <a:pt x="157734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3" name="object 4033"/>
            <p:cNvSpPr/>
            <p:nvPr/>
          </p:nvSpPr>
          <p:spPr>
            <a:xfrm>
              <a:off x="6464185" y="6148454"/>
              <a:ext cx="5080" cy="37465"/>
            </a:xfrm>
            <a:custGeom>
              <a:avLst/>
              <a:gdLst/>
              <a:ahLst/>
              <a:cxnLst/>
              <a:rect l="l" t="t" r="r" b="b"/>
              <a:pathLst>
                <a:path w="5079" h="37464">
                  <a:moveTo>
                    <a:pt x="4572" y="37338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32766"/>
                  </a:lnTo>
                  <a:lnTo>
                    <a:pt x="2286" y="32766"/>
                  </a:lnTo>
                  <a:lnTo>
                    <a:pt x="2286" y="37338"/>
                  </a:lnTo>
                  <a:lnTo>
                    <a:pt x="4572" y="3733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4" name="object 4034"/>
            <p:cNvSpPr/>
            <p:nvPr/>
          </p:nvSpPr>
          <p:spPr>
            <a:xfrm>
              <a:off x="6464185" y="6148454"/>
              <a:ext cx="5080" cy="37465"/>
            </a:xfrm>
            <a:custGeom>
              <a:avLst/>
              <a:gdLst/>
              <a:ahLst/>
              <a:cxnLst/>
              <a:rect l="l" t="t" r="r" b="b"/>
              <a:pathLst>
                <a:path w="5079" h="37464">
                  <a:moveTo>
                    <a:pt x="0" y="0"/>
                  </a:moveTo>
                  <a:lnTo>
                    <a:pt x="4572" y="0"/>
                  </a:lnTo>
                  <a:lnTo>
                    <a:pt x="4572" y="37338"/>
                  </a:lnTo>
                  <a:lnTo>
                    <a:pt x="2286" y="37338"/>
                  </a:lnTo>
                  <a:lnTo>
                    <a:pt x="2286" y="32766"/>
                  </a:lnTo>
                  <a:lnTo>
                    <a:pt x="0" y="3276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5" name="object 4035"/>
            <p:cNvSpPr/>
            <p:nvPr/>
          </p:nvSpPr>
          <p:spPr>
            <a:xfrm>
              <a:off x="6303899" y="6181233"/>
              <a:ext cx="162560" cy="5080"/>
            </a:xfrm>
            <a:custGeom>
              <a:avLst/>
              <a:gdLst/>
              <a:ahLst/>
              <a:cxnLst/>
              <a:rect l="l" t="t" r="r" b="b"/>
              <a:pathLst>
                <a:path w="162560" h="5079">
                  <a:moveTo>
                    <a:pt x="162560" y="0"/>
                  </a:moveTo>
                  <a:lnTo>
                    <a:pt x="5080" y="0"/>
                  </a:lnTo>
                  <a:lnTo>
                    <a:pt x="5080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5080" y="4572"/>
                  </a:lnTo>
                  <a:lnTo>
                    <a:pt x="162560" y="4572"/>
                  </a:lnTo>
                  <a:lnTo>
                    <a:pt x="1625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6" name="object 4036"/>
            <p:cNvSpPr/>
            <p:nvPr/>
          </p:nvSpPr>
          <p:spPr>
            <a:xfrm>
              <a:off x="6304165" y="6181220"/>
              <a:ext cx="162560" cy="5080"/>
            </a:xfrm>
            <a:custGeom>
              <a:avLst/>
              <a:gdLst/>
              <a:ahLst/>
              <a:cxnLst/>
              <a:rect l="l" t="t" r="r" b="b"/>
              <a:pathLst>
                <a:path w="162560" h="5079">
                  <a:moveTo>
                    <a:pt x="162305" y="0"/>
                  </a:moveTo>
                  <a:lnTo>
                    <a:pt x="162305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1" y="2286"/>
                  </a:lnTo>
                  <a:lnTo>
                    <a:pt x="4571" y="0"/>
                  </a:lnTo>
                  <a:lnTo>
                    <a:pt x="16230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7" name="object 4037"/>
            <p:cNvSpPr/>
            <p:nvPr/>
          </p:nvSpPr>
          <p:spPr>
            <a:xfrm>
              <a:off x="6304178" y="6146168"/>
              <a:ext cx="5080" cy="37465"/>
            </a:xfrm>
            <a:custGeom>
              <a:avLst/>
              <a:gdLst/>
              <a:ahLst/>
              <a:cxnLst/>
              <a:rect l="l" t="t" r="r" b="b"/>
              <a:pathLst>
                <a:path w="5079" h="37464">
                  <a:moveTo>
                    <a:pt x="4572" y="37337"/>
                  </a:moveTo>
                  <a:lnTo>
                    <a:pt x="4572" y="4571"/>
                  </a:lnTo>
                  <a:lnTo>
                    <a:pt x="2286" y="4571"/>
                  </a:lnTo>
                  <a:lnTo>
                    <a:pt x="2286" y="0"/>
                  </a:lnTo>
                  <a:lnTo>
                    <a:pt x="0" y="0"/>
                  </a:lnTo>
                  <a:lnTo>
                    <a:pt x="0" y="37337"/>
                  </a:lnTo>
                  <a:lnTo>
                    <a:pt x="4572" y="3733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8" name="object 4038"/>
            <p:cNvSpPr/>
            <p:nvPr/>
          </p:nvSpPr>
          <p:spPr>
            <a:xfrm>
              <a:off x="6304178" y="6146168"/>
              <a:ext cx="5080" cy="37465"/>
            </a:xfrm>
            <a:custGeom>
              <a:avLst/>
              <a:gdLst/>
              <a:ahLst/>
              <a:cxnLst/>
              <a:rect l="l" t="t" r="r" b="b"/>
              <a:pathLst>
                <a:path w="5079" h="37464">
                  <a:moveTo>
                    <a:pt x="4572" y="37337"/>
                  </a:moveTo>
                  <a:lnTo>
                    <a:pt x="0" y="37337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3733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9" name="object 4039"/>
            <p:cNvSpPr/>
            <p:nvPr/>
          </p:nvSpPr>
          <p:spPr>
            <a:xfrm>
              <a:off x="6305702" y="6124070"/>
              <a:ext cx="26034" cy="16510"/>
            </a:xfrm>
            <a:custGeom>
              <a:avLst/>
              <a:gdLst/>
              <a:ahLst/>
              <a:cxnLst/>
              <a:rect l="l" t="t" r="r" b="b"/>
              <a:pathLst>
                <a:path w="26035" h="16510">
                  <a:moveTo>
                    <a:pt x="0" y="16002"/>
                  </a:moveTo>
                  <a:lnTo>
                    <a:pt x="0" y="0"/>
                  </a:lnTo>
                  <a:lnTo>
                    <a:pt x="25908" y="0"/>
                  </a:lnTo>
                  <a:lnTo>
                    <a:pt x="25908" y="16001"/>
                  </a:lnTo>
                  <a:lnTo>
                    <a:pt x="0" y="1600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0" name="object 4040"/>
            <p:cNvSpPr/>
            <p:nvPr/>
          </p:nvSpPr>
          <p:spPr>
            <a:xfrm>
              <a:off x="6305702" y="6124070"/>
              <a:ext cx="26034" cy="16510"/>
            </a:xfrm>
            <a:custGeom>
              <a:avLst/>
              <a:gdLst/>
              <a:ahLst/>
              <a:cxnLst/>
              <a:rect l="l" t="t" r="r" b="b"/>
              <a:pathLst>
                <a:path w="26035" h="16510">
                  <a:moveTo>
                    <a:pt x="0" y="16002"/>
                  </a:moveTo>
                  <a:lnTo>
                    <a:pt x="0" y="0"/>
                  </a:lnTo>
                  <a:lnTo>
                    <a:pt x="25908" y="0"/>
                  </a:lnTo>
                  <a:lnTo>
                    <a:pt x="25908" y="16001"/>
                  </a:lnTo>
                  <a:lnTo>
                    <a:pt x="0" y="16002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1" name="object 4041"/>
            <p:cNvSpPr/>
            <p:nvPr/>
          </p:nvSpPr>
          <p:spPr>
            <a:xfrm>
              <a:off x="6305702" y="6121784"/>
              <a:ext cx="28575" cy="5080"/>
            </a:xfrm>
            <a:custGeom>
              <a:avLst/>
              <a:gdLst/>
              <a:ahLst/>
              <a:cxnLst/>
              <a:rect l="l" t="t" r="r" b="b"/>
              <a:pathLst>
                <a:path w="28575" h="5079">
                  <a:moveTo>
                    <a:pt x="28194" y="2286"/>
                  </a:moveTo>
                  <a:lnTo>
                    <a:pt x="28194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23622" y="4572"/>
                  </a:lnTo>
                  <a:lnTo>
                    <a:pt x="23622" y="2286"/>
                  </a:lnTo>
                  <a:lnTo>
                    <a:pt x="2819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2" name="object 4042"/>
            <p:cNvSpPr/>
            <p:nvPr/>
          </p:nvSpPr>
          <p:spPr>
            <a:xfrm>
              <a:off x="6305702" y="6121784"/>
              <a:ext cx="28575" cy="5080"/>
            </a:xfrm>
            <a:custGeom>
              <a:avLst/>
              <a:gdLst/>
              <a:ahLst/>
              <a:cxnLst/>
              <a:rect l="l" t="t" r="r" b="b"/>
              <a:pathLst>
                <a:path w="28575" h="5079">
                  <a:moveTo>
                    <a:pt x="0" y="4572"/>
                  </a:moveTo>
                  <a:lnTo>
                    <a:pt x="0" y="0"/>
                  </a:lnTo>
                  <a:lnTo>
                    <a:pt x="28194" y="0"/>
                  </a:lnTo>
                  <a:lnTo>
                    <a:pt x="28194" y="2286"/>
                  </a:lnTo>
                  <a:lnTo>
                    <a:pt x="23622" y="2286"/>
                  </a:lnTo>
                  <a:lnTo>
                    <a:pt x="23622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3" name="object 4043"/>
            <p:cNvSpPr/>
            <p:nvPr/>
          </p:nvSpPr>
          <p:spPr>
            <a:xfrm>
              <a:off x="6329311" y="6124070"/>
              <a:ext cx="5080" cy="18415"/>
            </a:xfrm>
            <a:custGeom>
              <a:avLst/>
              <a:gdLst/>
              <a:ahLst/>
              <a:cxnLst/>
              <a:rect l="l" t="t" r="r" b="b"/>
              <a:pathLst>
                <a:path w="5079" h="18414">
                  <a:moveTo>
                    <a:pt x="4572" y="18288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13716"/>
                  </a:lnTo>
                  <a:lnTo>
                    <a:pt x="2286" y="13716"/>
                  </a:lnTo>
                  <a:lnTo>
                    <a:pt x="2286" y="18288"/>
                  </a:lnTo>
                  <a:lnTo>
                    <a:pt x="4572" y="1828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4" name="object 4044"/>
            <p:cNvSpPr/>
            <p:nvPr/>
          </p:nvSpPr>
          <p:spPr>
            <a:xfrm>
              <a:off x="6329311" y="6124070"/>
              <a:ext cx="5080" cy="18415"/>
            </a:xfrm>
            <a:custGeom>
              <a:avLst/>
              <a:gdLst/>
              <a:ahLst/>
              <a:cxnLst/>
              <a:rect l="l" t="t" r="r" b="b"/>
              <a:pathLst>
                <a:path w="5079" h="18414">
                  <a:moveTo>
                    <a:pt x="0" y="0"/>
                  </a:moveTo>
                  <a:lnTo>
                    <a:pt x="4572" y="0"/>
                  </a:lnTo>
                  <a:lnTo>
                    <a:pt x="4572" y="18288"/>
                  </a:lnTo>
                  <a:lnTo>
                    <a:pt x="2286" y="18288"/>
                  </a:lnTo>
                  <a:lnTo>
                    <a:pt x="2286" y="13716"/>
                  </a:lnTo>
                  <a:lnTo>
                    <a:pt x="0" y="1371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5" name="object 4045"/>
            <p:cNvSpPr/>
            <p:nvPr/>
          </p:nvSpPr>
          <p:spPr>
            <a:xfrm>
              <a:off x="6303403" y="6137786"/>
              <a:ext cx="28575" cy="5080"/>
            </a:xfrm>
            <a:custGeom>
              <a:avLst/>
              <a:gdLst/>
              <a:ahLst/>
              <a:cxnLst/>
              <a:rect l="l" t="t" r="r" b="b"/>
              <a:pathLst>
                <a:path w="28575" h="5079">
                  <a:moveTo>
                    <a:pt x="28194" y="4572"/>
                  </a:moveTo>
                  <a:lnTo>
                    <a:pt x="28194" y="0"/>
                  </a:lnTo>
                  <a:lnTo>
                    <a:pt x="4572" y="0"/>
                  </a:lnTo>
                  <a:lnTo>
                    <a:pt x="4572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28194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6" name="object 4046"/>
            <p:cNvSpPr/>
            <p:nvPr/>
          </p:nvSpPr>
          <p:spPr>
            <a:xfrm>
              <a:off x="6303403" y="6137786"/>
              <a:ext cx="28575" cy="5080"/>
            </a:xfrm>
            <a:custGeom>
              <a:avLst/>
              <a:gdLst/>
              <a:ahLst/>
              <a:cxnLst/>
              <a:rect l="l" t="t" r="r" b="b"/>
              <a:pathLst>
                <a:path w="28575" h="5079">
                  <a:moveTo>
                    <a:pt x="28194" y="0"/>
                  </a:moveTo>
                  <a:lnTo>
                    <a:pt x="28194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2" y="2286"/>
                  </a:lnTo>
                  <a:lnTo>
                    <a:pt x="4572" y="0"/>
                  </a:lnTo>
                  <a:lnTo>
                    <a:pt x="2819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7" name="object 4047"/>
            <p:cNvSpPr/>
            <p:nvPr/>
          </p:nvSpPr>
          <p:spPr>
            <a:xfrm>
              <a:off x="6303416" y="6121784"/>
              <a:ext cx="5080" cy="18415"/>
            </a:xfrm>
            <a:custGeom>
              <a:avLst/>
              <a:gdLst/>
              <a:ahLst/>
              <a:cxnLst/>
              <a:rect l="l" t="t" r="r" b="b"/>
              <a:pathLst>
                <a:path w="5079" h="18414">
                  <a:moveTo>
                    <a:pt x="4572" y="18287"/>
                  </a:moveTo>
                  <a:lnTo>
                    <a:pt x="4572" y="4571"/>
                  </a:lnTo>
                  <a:lnTo>
                    <a:pt x="2286" y="4571"/>
                  </a:lnTo>
                  <a:lnTo>
                    <a:pt x="2286" y="0"/>
                  </a:lnTo>
                  <a:lnTo>
                    <a:pt x="0" y="0"/>
                  </a:lnTo>
                  <a:lnTo>
                    <a:pt x="0" y="18287"/>
                  </a:lnTo>
                  <a:lnTo>
                    <a:pt x="4572" y="182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8" name="object 4048"/>
            <p:cNvSpPr/>
            <p:nvPr/>
          </p:nvSpPr>
          <p:spPr>
            <a:xfrm>
              <a:off x="6303416" y="6121784"/>
              <a:ext cx="5080" cy="18415"/>
            </a:xfrm>
            <a:custGeom>
              <a:avLst/>
              <a:gdLst/>
              <a:ahLst/>
              <a:cxnLst/>
              <a:rect l="l" t="t" r="r" b="b"/>
              <a:pathLst>
                <a:path w="5079" h="18414">
                  <a:moveTo>
                    <a:pt x="4572" y="18287"/>
                  </a:moveTo>
                  <a:lnTo>
                    <a:pt x="0" y="18287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828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9" name="object 4049"/>
            <p:cNvSpPr/>
            <p:nvPr/>
          </p:nvSpPr>
          <p:spPr>
            <a:xfrm>
              <a:off x="6441338" y="6124070"/>
              <a:ext cx="25400" cy="16510"/>
            </a:xfrm>
            <a:custGeom>
              <a:avLst/>
              <a:gdLst/>
              <a:ahLst/>
              <a:cxnLst/>
              <a:rect l="l" t="t" r="r" b="b"/>
              <a:pathLst>
                <a:path w="25400" h="16510">
                  <a:moveTo>
                    <a:pt x="0" y="16002"/>
                  </a:moveTo>
                  <a:lnTo>
                    <a:pt x="0" y="0"/>
                  </a:lnTo>
                  <a:lnTo>
                    <a:pt x="25146" y="0"/>
                  </a:lnTo>
                  <a:lnTo>
                    <a:pt x="25146" y="16001"/>
                  </a:lnTo>
                  <a:lnTo>
                    <a:pt x="0" y="1600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0" name="object 4050"/>
            <p:cNvSpPr/>
            <p:nvPr/>
          </p:nvSpPr>
          <p:spPr>
            <a:xfrm>
              <a:off x="6441338" y="6124070"/>
              <a:ext cx="25400" cy="16510"/>
            </a:xfrm>
            <a:custGeom>
              <a:avLst/>
              <a:gdLst/>
              <a:ahLst/>
              <a:cxnLst/>
              <a:rect l="l" t="t" r="r" b="b"/>
              <a:pathLst>
                <a:path w="25400" h="16510">
                  <a:moveTo>
                    <a:pt x="0" y="16002"/>
                  </a:moveTo>
                  <a:lnTo>
                    <a:pt x="0" y="0"/>
                  </a:lnTo>
                  <a:lnTo>
                    <a:pt x="25146" y="0"/>
                  </a:lnTo>
                  <a:lnTo>
                    <a:pt x="25146" y="16001"/>
                  </a:lnTo>
                  <a:lnTo>
                    <a:pt x="0" y="16002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1" name="object 4051"/>
            <p:cNvSpPr/>
            <p:nvPr/>
          </p:nvSpPr>
          <p:spPr>
            <a:xfrm>
              <a:off x="6441338" y="6121784"/>
              <a:ext cx="27940" cy="5080"/>
            </a:xfrm>
            <a:custGeom>
              <a:avLst/>
              <a:gdLst/>
              <a:ahLst/>
              <a:cxnLst/>
              <a:rect l="l" t="t" r="r" b="b"/>
              <a:pathLst>
                <a:path w="27939" h="5079">
                  <a:moveTo>
                    <a:pt x="27432" y="2286"/>
                  </a:moveTo>
                  <a:lnTo>
                    <a:pt x="27432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22860" y="4572"/>
                  </a:lnTo>
                  <a:lnTo>
                    <a:pt x="22860" y="2286"/>
                  </a:lnTo>
                  <a:lnTo>
                    <a:pt x="27432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2" name="object 4052"/>
            <p:cNvSpPr/>
            <p:nvPr/>
          </p:nvSpPr>
          <p:spPr>
            <a:xfrm>
              <a:off x="6441338" y="6121784"/>
              <a:ext cx="27940" cy="5080"/>
            </a:xfrm>
            <a:custGeom>
              <a:avLst/>
              <a:gdLst/>
              <a:ahLst/>
              <a:cxnLst/>
              <a:rect l="l" t="t" r="r" b="b"/>
              <a:pathLst>
                <a:path w="27939" h="5079">
                  <a:moveTo>
                    <a:pt x="0" y="4572"/>
                  </a:moveTo>
                  <a:lnTo>
                    <a:pt x="0" y="0"/>
                  </a:lnTo>
                  <a:lnTo>
                    <a:pt x="27432" y="0"/>
                  </a:lnTo>
                  <a:lnTo>
                    <a:pt x="27432" y="2286"/>
                  </a:lnTo>
                  <a:lnTo>
                    <a:pt x="22860" y="2286"/>
                  </a:lnTo>
                  <a:lnTo>
                    <a:pt x="22860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3" name="object 4053"/>
            <p:cNvSpPr/>
            <p:nvPr/>
          </p:nvSpPr>
          <p:spPr>
            <a:xfrm>
              <a:off x="6464185" y="6124070"/>
              <a:ext cx="5080" cy="18415"/>
            </a:xfrm>
            <a:custGeom>
              <a:avLst/>
              <a:gdLst/>
              <a:ahLst/>
              <a:cxnLst/>
              <a:rect l="l" t="t" r="r" b="b"/>
              <a:pathLst>
                <a:path w="5079" h="18414">
                  <a:moveTo>
                    <a:pt x="4572" y="18288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13716"/>
                  </a:lnTo>
                  <a:lnTo>
                    <a:pt x="2286" y="13716"/>
                  </a:lnTo>
                  <a:lnTo>
                    <a:pt x="2286" y="18288"/>
                  </a:lnTo>
                  <a:lnTo>
                    <a:pt x="4572" y="1828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4" name="object 4054"/>
            <p:cNvSpPr/>
            <p:nvPr/>
          </p:nvSpPr>
          <p:spPr>
            <a:xfrm>
              <a:off x="6464185" y="6124070"/>
              <a:ext cx="5080" cy="18415"/>
            </a:xfrm>
            <a:custGeom>
              <a:avLst/>
              <a:gdLst/>
              <a:ahLst/>
              <a:cxnLst/>
              <a:rect l="l" t="t" r="r" b="b"/>
              <a:pathLst>
                <a:path w="5079" h="18414">
                  <a:moveTo>
                    <a:pt x="0" y="0"/>
                  </a:moveTo>
                  <a:lnTo>
                    <a:pt x="4572" y="0"/>
                  </a:lnTo>
                  <a:lnTo>
                    <a:pt x="4572" y="18288"/>
                  </a:lnTo>
                  <a:lnTo>
                    <a:pt x="2286" y="18288"/>
                  </a:lnTo>
                  <a:lnTo>
                    <a:pt x="2286" y="13716"/>
                  </a:lnTo>
                  <a:lnTo>
                    <a:pt x="0" y="1371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5" name="object 4055"/>
            <p:cNvSpPr/>
            <p:nvPr/>
          </p:nvSpPr>
          <p:spPr>
            <a:xfrm>
              <a:off x="6439039" y="6137786"/>
              <a:ext cx="27940" cy="5080"/>
            </a:xfrm>
            <a:custGeom>
              <a:avLst/>
              <a:gdLst/>
              <a:ahLst/>
              <a:cxnLst/>
              <a:rect l="l" t="t" r="r" b="b"/>
              <a:pathLst>
                <a:path w="27939" h="5079">
                  <a:moveTo>
                    <a:pt x="27432" y="4572"/>
                  </a:moveTo>
                  <a:lnTo>
                    <a:pt x="27432" y="0"/>
                  </a:lnTo>
                  <a:lnTo>
                    <a:pt x="4572" y="0"/>
                  </a:lnTo>
                  <a:lnTo>
                    <a:pt x="4572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27432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6" name="object 4056"/>
            <p:cNvSpPr/>
            <p:nvPr/>
          </p:nvSpPr>
          <p:spPr>
            <a:xfrm>
              <a:off x="6439039" y="6137786"/>
              <a:ext cx="27940" cy="5080"/>
            </a:xfrm>
            <a:custGeom>
              <a:avLst/>
              <a:gdLst/>
              <a:ahLst/>
              <a:cxnLst/>
              <a:rect l="l" t="t" r="r" b="b"/>
              <a:pathLst>
                <a:path w="27939" h="5079">
                  <a:moveTo>
                    <a:pt x="27432" y="0"/>
                  </a:moveTo>
                  <a:lnTo>
                    <a:pt x="27432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2" y="2286"/>
                  </a:lnTo>
                  <a:lnTo>
                    <a:pt x="4572" y="0"/>
                  </a:lnTo>
                  <a:lnTo>
                    <a:pt x="2743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7" name="object 4057"/>
            <p:cNvSpPr/>
            <p:nvPr/>
          </p:nvSpPr>
          <p:spPr>
            <a:xfrm>
              <a:off x="6439039" y="6121784"/>
              <a:ext cx="5080" cy="18415"/>
            </a:xfrm>
            <a:custGeom>
              <a:avLst/>
              <a:gdLst/>
              <a:ahLst/>
              <a:cxnLst/>
              <a:rect l="l" t="t" r="r" b="b"/>
              <a:pathLst>
                <a:path w="5079" h="18414">
                  <a:moveTo>
                    <a:pt x="4572" y="18287"/>
                  </a:moveTo>
                  <a:lnTo>
                    <a:pt x="4572" y="4571"/>
                  </a:lnTo>
                  <a:lnTo>
                    <a:pt x="2286" y="4571"/>
                  </a:lnTo>
                  <a:lnTo>
                    <a:pt x="2286" y="0"/>
                  </a:lnTo>
                  <a:lnTo>
                    <a:pt x="0" y="0"/>
                  </a:lnTo>
                  <a:lnTo>
                    <a:pt x="0" y="18287"/>
                  </a:lnTo>
                  <a:lnTo>
                    <a:pt x="4572" y="182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8" name="object 4058"/>
            <p:cNvSpPr/>
            <p:nvPr/>
          </p:nvSpPr>
          <p:spPr>
            <a:xfrm>
              <a:off x="6439039" y="6121784"/>
              <a:ext cx="5080" cy="18415"/>
            </a:xfrm>
            <a:custGeom>
              <a:avLst/>
              <a:gdLst/>
              <a:ahLst/>
              <a:cxnLst/>
              <a:rect l="l" t="t" r="r" b="b"/>
              <a:pathLst>
                <a:path w="5079" h="18414">
                  <a:moveTo>
                    <a:pt x="4572" y="18287"/>
                  </a:moveTo>
                  <a:lnTo>
                    <a:pt x="0" y="18287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828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59" name="object 4059"/>
            <p:cNvPicPr/>
            <p:nvPr/>
          </p:nvPicPr>
          <p:blipFill>
            <a:blip r:embed="rId227" cstate="print"/>
            <a:stretch>
              <a:fillRect/>
            </a:stretch>
          </p:blipFill>
          <p:spPr>
            <a:xfrm>
              <a:off x="6581546" y="5969384"/>
              <a:ext cx="579107" cy="51054"/>
            </a:xfrm>
            <a:prstGeom prst="rect">
              <a:avLst/>
            </a:prstGeom>
          </p:spPr>
        </p:pic>
        <p:pic>
          <p:nvPicPr>
            <p:cNvPr id="4060" name="object 4060"/>
            <p:cNvPicPr/>
            <p:nvPr/>
          </p:nvPicPr>
          <p:blipFill>
            <a:blip r:embed="rId228" cstate="print"/>
            <a:stretch>
              <a:fillRect/>
            </a:stretch>
          </p:blipFill>
          <p:spPr>
            <a:xfrm>
              <a:off x="6574688" y="6095876"/>
              <a:ext cx="745223" cy="102938"/>
            </a:xfrm>
            <a:prstGeom prst="rect">
              <a:avLst/>
            </a:prstGeom>
          </p:spPr>
        </p:pic>
        <p:pic>
          <p:nvPicPr>
            <p:cNvPr id="4061" name="object 4061"/>
            <p:cNvPicPr/>
            <p:nvPr/>
          </p:nvPicPr>
          <p:blipFill>
            <a:blip r:embed="rId229" cstate="print"/>
            <a:stretch>
              <a:fillRect/>
            </a:stretch>
          </p:blipFill>
          <p:spPr>
            <a:xfrm>
              <a:off x="4768748" y="2457868"/>
              <a:ext cx="178308" cy="66514"/>
            </a:xfrm>
            <a:prstGeom prst="rect">
              <a:avLst/>
            </a:prstGeom>
          </p:spPr>
        </p:pic>
        <p:pic>
          <p:nvPicPr>
            <p:cNvPr id="4062" name="object 4062"/>
            <p:cNvPicPr/>
            <p:nvPr/>
          </p:nvPicPr>
          <p:blipFill>
            <a:blip r:embed="rId230" cstate="print"/>
            <a:stretch>
              <a:fillRect/>
            </a:stretch>
          </p:blipFill>
          <p:spPr>
            <a:xfrm>
              <a:off x="6650888" y="1549784"/>
              <a:ext cx="1946148" cy="154686"/>
            </a:xfrm>
            <a:prstGeom prst="rect">
              <a:avLst/>
            </a:prstGeom>
          </p:spPr>
        </p:pic>
        <p:pic>
          <p:nvPicPr>
            <p:cNvPr id="4063" name="object 4063"/>
            <p:cNvPicPr/>
            <p:nvPr/>
          </p:nvPicPr>
          <p:blipFill>
            <a:blip r:embed="rId231" cstate="print"/>
            <a:stretch>
              <a:fillRect/>
            </a:stretch>
          </p:blipFill>
          <p:spPr>
            <a:xfrm>
              <a:off x="6605930" y="2151764"/>
              <a:ext cx="442722" cy="246125"/>
            </a:xfrm>
            <a:prstGeom prst="rect">
              <a:avLst/>
            </a:prstGeom>
          </p:spPr>
        </p:pic>
        <p:pic>
          <p:nvPicPr>
            <p:cNvPr id="4064" name="object 4064"/>
            <p:cNvPicPr/>
            <p:nvPr/>
          </p:nvPicPr>
          <p:blipFill>
            <a:blip r:embed="rId232" cstate="print"/>
            <a:stretch>
              <a:fillRect/>
            </a:stretch>
          </p:blipFill>
          <p:spPr>
            <a:xfrm>
              <a:off x="6658495" y="2173862"/>
              <a:ext cx="323100" cy="195834"/>
            </a:xfrm>
            <a:prstGeom prst="rect">
              <a:avLst/>
            </a:prstGeom>
          </p:spPr>
        </p:pic>
        <p:pic>
          <p:nvPicPr>
            <p:cNvPr id="4065" name="object 4065"/>
            <p:cNvPicPr/>
            <p:nvPr/>
          </p:nvPicPr>
          <p:blipFill>
            <a:blip r:embed="rId233" cstate="print"/>
            <a:stretch>
              <a:fillRect/>
            </a:stretch>
          </p:blipFill>
          <p:spPr>
            <a:xfrm>
              <a:off x="5186324" y="2139572"/>
              <a:ext cx="441960" cy="246887"/>
            </a:xfrm>
            <a:prstGeom prst="rect">
              <a:avLst/>
            </a:prstGeom>
          </p:spPr>
        </p:pic>
        <p:pic>
          <p:nvPicPr>
            <p:cNvPr id="4066" name="object 4066"/>
            <p:cNvPicPr/>
            <p:nvPr/>
          </p:nvPicPr>
          <p:blipFill>
            <a:blip r:embed="rId234" cstate="print"/>
            <a:stretch>
              <a:fillRect/>
            </a:stretch>
          </p:blipFill>
          <p:spPr>
            <a:xfrm>
              <a:off x="5257190" y="2173862"/>
              <a:ext cx="322325" cy="195834"/>
            </a:xfrm>
            <a:prstGeom prst="rect">
              <a:avLst/>
            </a:prstGeom>
          </p:spPr>
        </p:pic>
        <p:pic>
          <p:nvPicPr>
            <p:cNvPr id="4067" name="object 4067"/>
            <p:cNvPicPr/>
            <p:nvPr/>
          </p:nvPicPr>
          <p:blipFill>
            <a:blip r:embed="rId235" cstate="print"/>
            <a:stretch>
              <a:fillRect/>
            </a:stretch>
          </p:blipFill>
          <p:spPr>
            <a:xfrm>
              <a:off x="3106064" y="4043810"/>
              <a:ext cx="791718" cy="309372"/>
            </a:xfrm>
            <a:prstGeom prst="rect">
              <a:avLst/>
            </a:prstGeom>
          </p:spPr>
        </p:pic>
        <p:sp>
          <p:nvSpPr>
            <p:cNvPr id="4068" name="object 4068"/>
            <p:cNvSpPr/>
            <p:nvPr/>
          </p:nvSpPr>
          <p:spPr>
            <a:xfrm>
              <a:off x="2459875" y="3598053"/>
              <a:ext cx="1375410" cy="622300"/>
            </a:xfrm>
            <a:custGeom>
              <a:avLst/>
              <a:gdLst/>
              <a:ahLst/>
              <a:cxnLst/>
              <a:rect l="l" t="t" r="r" b="b"/>
              <a:pathLst>
                <a:path w="1375410" h="622300">
                  <a:moveTo>
                    <a:pt x="32004" y="137922"/>
                  </a:moveTo>
                  <a:lnTo>
                    <a:pt x="5334" y="137922"/>
                  </a:lnTo>
                  <a:lnTo>
                    <a:pt x="5334" y="123444"/>
                  </a:lnTo>
                  <a:lnTo>
                    <a:pt x="28956" y="123444"/>
                  </a:lnTo>
                  <a:lnTo>
                    <a:pt x="28956" y="118110"/>
                  </a:lnTo>
                  <a:lnTo>
                    <a:pt x="5334" y="118110"/>
                  </a:lnTo>
                  <a:lnTo>
                    <a:pt x="5334" y="105156"/>
                  </a:lnTo>
                  <a:lnTo>
                    <a:pt x="30480" y="105156"/>
                  </a:lnTo>
                  <a:lnTo>
                    <a:pt x="30480" y="99822"/>
                  </a:lnTo>
                  <a:lnTo>
                    <a:pt x="0" y="99822"/>
                  </a:lnTo>
                  <a:lnTo>
                    <a:pt x="0" y="143256"/>
                  </a:lnTo>
                  <a:lnTo>
                    <a:pt x="32004" y="143256"/>
                  </a:lnTo>
                  <a:lnTo>
                    <a:pt x="32004" y="137922"/>
                  </a:lnTo>
                  <a:close/>
                </a:path>
                <a:path w="1375410" h="622300">
                  <a:moveTo>
                    <a:pt x="76200" y="616458"/>
                  </a:moveTo>
                  <a:lnTo>
                    <a:pt x="50292" y="616458"/>
                  </a:lnTo>
                  <a:lnTo>
                    <a:pt x="50292" y="601980"/>
                  </a:lnTo>
                  <a:lnTo>
                    <a:pt x="73914" y="601980"/>
                  </a:lnTo>
                  <a:lnTo>
                    <a:pt x="73914" y="596646"/>
                  </a:lnTo>
                  <a:lnTo>
                    <a:pt x="50292" y="596646"/>
                  </a:lnTo>
                  <a:lnTo>
                    <a:pt x="50292" y="583692"/>
                  </a:lnTo>
                  <a:lnTo>
                    <a:pt x="75438" y="583692"/>
                  </a:lnTo>
                  <a:lnTo>
                    <a:pt x="75438" y="578358"/>
                  </a:lnTo>
                  <a:lnTo>
                    <a:pt x="44958" y="578358"/>
                  </a:lnTo>
                  <a:lnTo>
                    <a:pt x="44958" y="621792"/>
                  </a:lnTo>
                  <a:lnTo>
                    <a:pt x="76200" y="621792"/>
                  </a:lnTo>
                  <a:lnTo>
                    <a:pt x="76200" y="616458"/>
                  </a:lnTo>
                  <a:close/>
                </a:path>
                <a:path w="1375410" h="622300">
                  <a:moveTo>
                    <a:pt x="154686" y="76200"/>
                  </a:moveTo>
                  <a:lnTo>
                    <a:pt x="125730" y="76200"/>
                  </a:lnTo>
                  <a:lnTo>
                    <a:pt x="125730" y="119634"/>
                  </a:lnTo>
                  <a:lnTo>
                    <a:pt x="131064" y="119634"/>
                  </a:lnTo>
                  <a:lnTo>
                    <a:pt x="131064" y="99822"/>
                  </a:lnTo>
                  <a:lnTo>
                    <a:pt x="151638" y="99822"/>
                  </a:lnTo>
                  <a:lnTo>
                    <a:pt x="151638" y="95250"/>
                  </a:lnTo>
                  <a:lnTo>
                    <a:pt x="131064" y="95250"/>
                  </a:lnTo>
                  <a:lnTo>
                    <a:pt x="131064" y="81534"/>
                  </a:lnTo>
                  <a:lnTo>
                    <a:pt x="154686" y="81534"/>
                  </a:lnTo>
                  <a:lnTo>
                    <a:pt x="154686" y="76200"/>
                  </a:lnTo>
                  <a:close/>
                </a:path>
                <a:path w="1375410" h="622300">
                  <a:moveTo>
                    <a:pt x="180594" y="531114"/>
                  </a:moveTo>
                  <a:lnTo>
                    <a:pt x="151638" y="531114"/>
                  </a:lnTo>
                  <a:lnTo>
                    <a:pt x="151638" y="574548"/>
                  </a:lnTo>
                  <a:lnTo>
                    <a:pt x="156972" y="574548"/>
                  </a:lnTo>
                  <a:lnTo>
                    <a:pt x="156972" y="554736"/>
                  </a:lnTo>
                  <a:lnTo>
                    <a:pt x="176784" y="554736"/>
                  </a:lnTo>
                  <a:lnTo>
                    <a:pt x="176784" y="550164"/>
                  </a:lnTo>
                  <a:lnTo>
                    <a:pt x="156972" y="550164"/>
                  </a:lnTo>
                  <a:lnTo>
                    <a:pt x="156972" y="536448"/>
                  </a:lnTo>
                  <a:lnTo>
                    <a:pt x="180594" y="536448"/>
                  </a:lnTo>
                  <a:lnTo>
                    <a:pt x="180594" y="531114"/>
                  </a:lnTo>
                  <a:close/>
                </a:path>
                <a:path w="1375410" h="622300">
                  <a:moveTo>
                    <a:pt x="263652" y="64008"/>
                  </a:moveTo>
                  <a:lnTo>
                    <a:pt x="245364" y="64008"/>
                  </a:lnTo>
                  <a:lnTo>
                    <a:pt x="245364" y="69342"/>
                  </a:lnTo>
                  <a:lnTo>
                    <a:pt x="258318" y="69342"/>
                  </a:lnTo>
                  <a:lnTo>
                    <a:pt x="258318" y="76962"/>
                  </a:lnTo>
                  <a:lnTo>
                    <a:pt x="249174" y="81534"/>
                  </a:lnTo>
                  <a:lnTo>
                    <a:pt x="241554" y="81534"/>
                  </a:lnTo>
                  <a:lnTo>
                    <a:pt x="233934" y="77724"/>
                  </a:lnTo>
                  <a:lnTo>
                    <a:pt x="230124" y="69342"/>
                  </a:lnTo>
                  <a:lnTo>
                    <a:pt x="230124" y="60198"/>
                  </a:lnTo>
                  <a:lnTo>
                    <a:pt x="233934" y="51816"/>
                  </a:lnTo>
                  <a:lnTo>
                    <a:pt x="238506" y="48768"/>
                  </a:lnTo>
                  <a:lnTo>
                    <a:pt x="245364" y="47244"/>
                  </a:lnTo>
                  <a:lnTo>
                    <a:pt x="253746" y="49530"/>
                  </a:lnTo>
                  <a:lnTo>
                    <a:pt x="258318" y="56388"/>
                  </a:lnTo>
                  <a:lnTo>
                    <a:pt x="262890" y="54864"/>
                  </a:lnTo>
                  <a:lnTo>
                    <a:pt x="259842" y="48006"/>
                  </a:lnTo>
                  <a:lnTo>
                    <a:pt x="234899" y="44450"/>
                  </a:lnTo>
                  <a:lnTo>
                    <a:pt x="224586" y="61582"/>
                  </a:lnTo>
                  <a:lnTo>
                    <a:pt x="230759" y="81267"/>
                  </a:lnTo>
                  <a:lnTo>
                    <a:pt x="255270" y="85344"/>
                  </a:lnTo>
                  <a:lnTo>
                    <a:pt x="263652" y="80010"/>
                  </a:lnTo>
                  <a:lnTo>
                    <a:pt x="263652" y="64008"/>
                  </a:lnTo>
                  <a:close/>
                </a:path>
                <a:path w="1375410" h="622300">
                  <a:moveTo>
                    <a:pt x="284226" y="496062"/>
                  </a:moveTo>
                  <a:lnTo>
                    <a:pt x="280416" y="488442"/>
                  </a:lnTo>
                  <a:lnTo>
                    <a:pt x="255765" y="484886"/>
                  </a:lnTo>
                  <a:lnTo>
                    <a:pt x="245389" y="502335"/>
                  </a:lnTo>
                  <a:lnTo>
                    <a:pt x="251383" y="522173"/>
                  </a:lnTo>
                  <a:lnTo>
                    <a:pt x="275844" y="525780"/>
                  </a:lnTo>
                  <a:lnTo>
                    <a:pt x="284226" y="520446"/>
                  </a:lnTo>
                  <a:lnTo>
                    <a:pt x="284226" y="505206"/>
                  </a:lnTo>
                  <a:lnTo>
                    <a:pt x="265938" y="505206"/>
                  </a:lnTo>
                  <a:lnTo>
                    <a:pt x="265938" y="509778"/>
                  </a:lnTo>
                  <a:lnTo>
                    <a:pt x="278892" y="509778"/>
                  </a:lnTo>
                  <a:lnTo>
                    <a:pt x="278892" y="518160"/>
                  </a:lnTo>
                  <a:lnTo>
                    <a:pt x="276606" y="519684"/>
                  </a:lnTo>
                  <a:lnTo>
                    <a:pt x="257035" y="519696"/>
                  </a:lnTo>
                  <a:lnTo>
                    <a:pt x="250952" y="504621"/>
                  </a:lnTo>
                  <a:lnTo>
                    <a:pt x="257708" y="490220"/>
                  </a:lnTo>
                  <a:lnTo>
                    <a:pt x="276606" y="492252"/>
                  </a:lnTo>
                  <a:lnTo>
                    <a:pt x="278892" y="497586"/>
                  </a:lnTo>
                  <a:lnTo>
                    <a:pt x="284226" y="496062"/>
                  </a:lnTo>
                  <a:close/>
                </a:path>
                <a:path w="1375410" h="622300">
                  <a:moveTo>
                    <a:pt x="373380" y="0"/>
                  </a:moveTo>
                  <a:lnTo>
                    <a:pt x="368046" y="0"/>
                  </a:lnTo>
                  <a:lnTo>
                    <a:pt x="368046" y="18288"/>
                  </a:lnTo>
                  <a:lnTo>
                    <a:pt x="345948" y="18288"/>
                  </a:lnTo>
                  <a:lnTo>
                    <a:pt x="345948" y="0"/>
                  </a:lnTo>
                  <a:lnTo>
                    <a:pt x="339852" y="0"/>
                  </a:lnTo>
                  <a:lnTo>
                    <a:pt x="339852" y="43434"/>
                  </a:lnTo>
                  <a:lnTo>
                    <a:pt x="345948" y="43434"/>
                  </a:lnTo>
                  <a:lnTo>
                    <a:pt x="345948" y="22860"/>
                  </a:lnTo>
                  <a:lnTo>
                    <a:pt x="368046" y="22860"/>
                  </a:lnTo>
                  <a:lnTo>
                    <a:pt x="368046" y="43434"/>
                  </a:lnTo>
                  <a:lnTo>
                    <a:pt x="373380" y="43434"/>
                  </a:lnTo>
                  <a:lnTo>
                    <a:pt x="373380" y="0"/>
                  </a:lnTo>
                  <a:close/>
                </a:path>
                <a:path w="1375410" h="622300">
                  <a:moveTo>
                    <a:pt x="375666" y="445770"/>
                  </a:moveTo>
                  <a:lnTo>
                    <a:pt x="369570" y="445770"/>
                  </a:lnTo>
                  <a:lnTo>
                    <a:pt x="369570" y="463296"/>
                  </a:lnTo>
                  <a:lnTo>
                    <a:pt x="347472" y="463296"/>
                  </a:lnTo>
                  <a:lnTo>
                    <a:pt x="347472" y="445770"/>
                  </a:lnTo>
                  <a:lnTo>
                    <a:pt x="342138" y="445770"/>
                  </a:lnTo>
                  <a:lnTo>
                    <a:pt x="342138" y="488442"/>
                  </a:lnTo>
                  <a:lnTo>
                    <a:pt x="347472" y="488442"/>
                  </a:lnTo>
                  <a:lnTo>
                    <a:pt x="347472" y="468630"/>
                  </a:lnTo>
                  <a:lnTo>
                    <a:pt x="369570" y="468630"/>
                  </a:lnTo>
                  <a:lnTo>
                    <a:pt x="369570" y="488442"/>
                  </a:lnTo>
                  <a:lnTo>
                    <a:pt x="375666" y="488442"/>
                  </a:lnTo>
                  <a:lnTo>
                    <a:pt x="375666" y="445770"/>
                  </a:lnTo>
                  <a:close/>
                </a:path>
                <a:path w="1375410" h="622300">
                  <a:moveTo>
                    <a:pt x="1156716" y="79248"/>
                  </a:moveTo>
                  <a:lnTo>
                    <a:pt x="1127760" y="79248"/>
                  </a:lnTo>
                  <a:lnTo>
                    <a:pt x="1127760" y="122682"/>
                  </a:lnTo>
                  <a:lnTo>
                    <a:pt x="1133856" y="122682"/>
                  </a:lnTo>
                  <a:lnTo>
                    <a:pt x="1133856" y="102870"/>
                  </a:lnTo>
                  <a:lnTo>
                    <a:pt x="1153668" y="102870"/>
                  </a:lnTo>
                  <a:lnTo>
                    <a:pt x="1153668" y="97536"/>
                  </a:lnTo>
                  <a:lnTo>
                    <a:pt x="1133856" y="97536"/>
                  </a:lnTo>
                  <a:lnTo>
                    <a:pt x="1133856" y="84582"/>
                  </a:lnTo>
                  <a:lnTo>
                    <a:pt x="1156716" y="84582"/>
                  </a:lnTo>
                  <a:lnTo>
                    <a:pt x="1156716" y="79248"/>
                  </a:lnTo>
                  <a:close/>
                </a:path>
                <a:path w="1375410" h="622300">
                  <a:moveTo>
                    <a:pt x="1265682" y="67056"/>
                  </a:moveTo>
                  <a:lnTo>
                    <a:pt x="1248156" y="67056"/>
                  </a:lnTo>
                  <a:lnTo>
                    <a:pt x="1248156" y="71628"/>
                  </a:lnTo>
                  <a:lnTo>
                    <a:pt x="1260348" y="71628"/>
                  </a:lnTo>
                  <a:lnTo>
                    <a:pt x="1260348" y="80010"/>
                  </a:lnTo>
                  <a:lnTo>
                    <a:pt x="1251966" y="83820"/>
                  </a:lnTo>
                  <a:lnTo>
                    <a:pt x="1235227" y="78727"/>
                  </a:lnTo>
                  <a:lnTo>
                    <a:pt x="1232230" y="63665"/>
                  </a:lnTo>
                  <a:lnTo>
                    <a:pt x="1240447" y="51244"/>
                  </a:lnTo>
                  <a:lnTo>
                    <a:pt x="1257300" y="54102"/>
                  </a:lnTo>
                  <a:lnTo>
                    <a:pt x="1259586" y="59436"/>
                  </a:lnTo>
                  <a:lnTo>
                    <a:pt x="1264920" y="57912"/>
                  </a:lnTo>
                  <a:lnTo>
                    <a:pt x="1263396" y="54102"/>
                  </a:lnTo>
                  <a:lnTo>
                    <a:pt x="1259586" y="48768"/>
                  </a:lnTo>
                  <a:lnTo>
                    <a:pt x="1251966" y="45720"/>
                  </a:lnTo>
                  <a:lnTo>
                    <a:pt x="1241298" y="45720"/>
                  </a:lnTo>
                  <a:lnTo>
                    <a:pt x="1232154" y="51054"/>
                  </a:lnTo>
                  <a:lnTo>
                    <a:pt x="1229106" y="55626"/>
                  </a:lnTo>
                  <a:lnTo>
                    <a:pt x="1226058" y="67818"/>
                  </a:lnTo>
                  <a:lnTo>
                    <a:pt x="1229106" y="79248"/>
                  </a:lnTo>
                  <a:lnTo>
                    <a:pt x="1232154" y="83820"/>
                  </a:lnTo>
                  <a:lnTo>
                    <a:pt x="1242060" y="89154"/>
                  </a:lnTo>
                  <a:lnTo>
                    <a:pt x="1248156" y="89916"/>
                  </a:lnTo>
                  <a:lnTo>
                    <a:pt x="1257300" y="87630"/>
                  </a:lnTo>
                  <a:lnTo>
                    <a:pt x="1265682" y="83058"/>
                  </a:lnTo>
                  <a:lnTo>
                    <a:pt x="1265682" y="67056"/>
                  </a:lnTo>
                  <a:close/>
                </a:path>
                <a:path w="1375410" h="622300">
                  <a:moveTo>
                    <a:pt x="1375410" y="3048"/>
                  </a:moveTo>
                  <a:lnTo>
                    <a:pt x="1370076" y="3048"/>
                  </a:lnTo>
                  <a:lnTo>
                    <a:pt x="1370076" y="20574"/>
                  </a:lnTo>
                  <a:lnTo>
                    <a:pt x="1347978" y="20574"/>
                  </a:lnTo>
                  <a:lnTo>
                    <a:pt x="1347978" y="3048"/>
                  </a:lnTo>
                  <a:lnTo>
                    <a:pt x="1341882" y="3048"/>
                  </a:lnTo>
                  <a:lnTo>
                    <a:pt x="1341882" y="45720"/>
                  </a:lnTo>
                  <a:lnTo>
                    <a:pt x="1347978" y="45720"/>
                  </a:lnTo>
                  <a:lnTo>
                    <a:pt x="1347978" y="25908"/>
                  </a:lnTo>
                  <a:lnTo>
                    <a:pt x="1370076" y="25908"/>
                  </a:lnTo>
                  <a:lnTo>
                    <a:pt x="1370076" y="45720"/>
                  </a:lnTo>
                  <a:lnTo>
                    <a:pt x="1375410" y="45720"/>
                  </a:lnTo>
                  <a:lnTo>
                    <a:pt x="1375410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69" name="object 4069"/>
            <p:cNvPicPr/>
            <p:nvPr/>
          </p:nvPicPr>
          <p:blipFill>
            <a:blip r:embed="rId236" cstate="print"/>
            <a:stretch>
              <a:fillRect/>
            </a:stretch>
          </p:blipFill>
          <p:spPr>
            <a:xfrm>
              <a:off x="413918" y="3060830"/>
              <a:ext cx="1293114" cy="78701"/>
            </a:xfrm>
            <a:prstGeom prst="rect">
              <a:avLst/>
            </a:prstGeom>
          </p:spPr>
        </p:pic>
        <p:sp>
          <p:nvSpPr>
            <p:cNvPr id="4070" name="object 4070"/>
            <p:cNvSpPr/>
            <p:nvPr/>
          </p:nvSpPr>
          <p:spPr>
            <a:xfrm>
              <a:off x="1068476" y="420764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7619" y="0"/>
                  </a:moveTo>
                  <a:lnTo>
                    <a:pt x="0" y="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1" name="object 4071"/>
            <p:cNvSpPr/>
            <p:nvPr/>
          </p:nvSpPr>
          <p:spPr>
            <a:xfrm>
              <a:off x="1068476" y="420764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0" y="0"/>
                  </a:moveTo>
                  <a:lnTo>
                    <a:pt x="761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2" name="object 4072"/>
            <p:cNvSpPr/>
            <p:nvPr/>
          </p:nvSpPr>
          <p:spPr>
            <a:xfrm>
              <a:off x="1068476" y="403238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3" name="object 4073"/>
            <p:cNvSpPr/>
            <p:nvPr/>
          </p:nvSpPr>
          <p:spPr>
            <a:xfrm>
              <a:off x="1068476" y="403238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0" y="0"/>
                  </a:moveTo>
                  <a:lnTo>
                    <a:pt x="761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4" name="object 4074"/>
            <p:cNvSpPr/>
            <p:nvPr/>
          </p:nvSpPr>
          <p:spPr>
            <a:xfrm>
              <a:off x="1068476" y="4032380"/>
              <a:ext cx="7620" cy="175260"/>
            </a:xfrm>
            <a:custGeom>
              <a:avLst/>
              <a:gdLst/>
              <a:ahLst/>
              <a:cxnLst/>
              <a:rect l="l" t="t" r="r" b="b"/>
              <a:pathLst>
                <a:path w="7619" h="175260">
                  <a:moveTo>
                    <a:pt x="7620" y="0"/>
                  </a:moveTo>
                  <a:lnTo>
                    <a:pt x="7620" y="175260"/>
                  </a:lnTo>
                  <a:lnTo>
                    <a:pt x="0" y="175260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5" name="object 4075"/>
            <p:cNvSpPr/>
            <p:nvPr/>
          </p:nvSpPr>
          <p:spPr>
            <a:xfrm>
              <a:off x="1068476" y="4032380"/>
              <a:ext cx="7620" cy="175260"/>
            </a:xfrm>
            <a:custGeom>
              <a:avLst/>
              <a:gdLst/>
              <a:ahLst/>
              <a:cxnLst/>
              <a:rect l="l" t="t" r="r" b="b"/>
              <a:pathLst>
                <a:path w="7619" h="175260">
                  <a:moveTo>
                    <a:pt x="7620" y="0"/>
                  </a:moveTo>
                  <a:lnTo>
                    <a:pt x="7620" y="175260"/>
                  </a:lnTo>
                  <a:lnTo>
                    <a:pt x="0" y="175260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6" name="object 4076"/>
            <p:cNvSpPr/>
            <p:nvPr/>
          </p:nvSpPr>
          <p:spPr>
            <a:xfrm>
              <a:off x="977798" y="4250312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7619" y="0"/>
                  </a:moveTo>
                  <a:lnTo>
                    <a:pt x="0" y="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7" name="object 4077"/>
            <p:cNvSpPr/>
            <p:nvPr/>
          </p:nvSpPr>
          <p:spPr>
            <a:xfrm>
              <a:off x="977798" y="4250312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0" y="0"/>
                  </a:moveTo>
                  <a:lnTo>
                    <a:pt x="761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8" name="object 4078"/>
            <p:cNvSpPr/>
            <p:nvPr/>
          </p:nvSpPr>
          <p:spPr>
            <a:xfrm>
              <a:off x="977798" y="409486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9" name="object 4079"/>
            <p:cNvSpPr/>
            <p:nvPr/>
          </p:nvSpPr>
          <p:spPr>
            <a:xfrm>
              <a:off x="977798" y="409486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0" y="0"/>
                  </a:moveTo>
                  <a:lnTo>
                    <a:pt x="761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0" name="object 4080"/>
            <p:cNvSpPr/>
            <p:nvPr/>
          </p:nvSpPr>
          <p:spPr>
            <a:xfrm>
              <a:off x="977798" y="4094864"/>
              <a:ext cx="7620" cy="155575"/>
            </a:xfrm>
            <a:custGeom>
              <a:avLst/>
              <a:gdLst/>
              <a:ahLst/>
              <a:cxnLst/>
              <a:rect l="l" t="t" r="r" b="b"/>
              <a:pathLst>
                <a:path w="7619" h="155575">
                  <a:moveTo>
                    <a:pt x="7620" y="0"/>
                  </a:moveTo>
                  <a:lnTo>
                    <a:pt x="7620" y="155448"/>
                  </a:lnTo>
                  <a:lnTo>
                    <a:pt x="0" y="155448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1" name="object 4081"/>
            <p:cNvSpPr/>
            <p:nvPr/>
          </p:nvSpPr>
          <p:spPr>
            <a:xfrm>
              <a:off x="977798" y="4094864"/>
              <a:ext cx="7620" cy="155575"/>
            </a:xfrm>
            <a:custGeom>
              <a:avLst/>
              <a:gdLst/>
              <a:ahLst/>
              <a:cxnLst/>
              <a:rect l="l" t="t" r="r" b="b"/>
              <a:pathLst>
                <a:path w="7619" h="155575">
                  <a:moveTo>
                    <a:pt x="7620" y="0"/>
                  </a:moveTo>
                  <a:lnTo>
                    <a:pt x="7620" y="155448"/>
                  </a:lnTo>
                  <a:lnTo>
                    <a:pt x="0" y="155448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2" name="object 4082"/>
            <p:cNvSpPr/>
            <p:nvPr/>
          </p:nvSpPr>
          <p:spPr>
            <a:xfrm>
              <a:off x="1162964" y="417106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7619" y="0"/>
                  </a:moveTo>
                  <a:lnTo>
                    <a:pt x="0" y="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3" name="object 4083"/>
            <p:cNvSpPr/>
            <p:nvPr/>
          </p:nvSpPr>
          <p:spPr>
            <a:xfrm>
              <a:off x="1162964" y="417106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0" y="0"/>
                  </a:moveTo>
                  <a:lnTo>
                    <a:pt x="761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4" name="object 4084"/>
            <p:cNvSpPr/>
            <p:nvPr/>
          </p:nvSpPr>
          <p:spPr>
            <a:xfrm>
              <a:off x="1162964" y="3995042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5" name="object 4085"/>
            <p:cNvSpPr/>
            <p:nvPr/>
          </p:nvSpPr>
          <p:spPr>
            <a:xfrm>
              <a:off x="1162964" y="3995042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0" y="0"/>
                  </a:moveTo>
                  <a:lnTo>
                    <a:pt x="761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6" name="object 4086"/>
            <p:cNvSpPr/>
            <p:nvPr/>
          </p:nvSpPr>
          <p:spPr>
            <a:xfrm>
              <a:off x="1162964" y="3995042"/>
              <a:ext cx="7620" cy="176530"/>
            </a:xfrm>
            <a:custGeom>
              <a:avLst/>
              <a:gdLst/>
              <a:ahLst/>
              <a:cxnLst/>
              <a:rect l="l" t="t" r="r" b="b"/>
              <a:pathLst>
                <a:path w="7619" h="176529">
                  <a:moveTo>
                    <a:pt x="7620" y="0"/>
                  </a:moveTo>
                  <a:lnTo>
                    <a:pt x="7620" y="176022"/>
                  </a:lnTo>
                  <a:lnTo>
                    <a:pt x="0" y="176022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7" name="object 4087"/>
            <p:cNvSpPr/>
            <p:nvPr/>
          </p:nvSpPr>
          <p:spPr>
            <a:xfrm>
              <a:off x="1162964" y="3995042"/>
              <a:ext cx="7620" cy="176530"/>
            </a:xfrm>
            <a:custGeom>
              <a:avLst/>
              <a:gdLst/>
              <a:ahLst/>
              <a:cxnLst/>
              <a:rect l="l" t="t" r="r" b="b"/>
              <a:pathLst>
                <a:path w="7619" h="176529">
                  <a:moveTo>
                    <a:pt x="7620" y="0"/>
                  </a:moveTo>
                  <a:lnTo>
                    <a:pt x="7620" y="176022"/>
                  </a:lnTo>
                  <a:lnTo>
                    <a:pt x="0" y="176022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88" name="object 4088"/>
            <p:cNvPicPr/>
            <p:nvPr/>
          </p:nvPicPr>
          <p:blipFill>
            <a:blip r:embed="rId237" cstate="print"/>
            <a:stretch>
              <a:fillRect/>
            </a:stretch>
          </p:blipFill>
          <p:spPr>
            <a:xfrm>
              <a:off x="356768" y="3830450"/>
              <a:ext cx="859536" cy="521969"/>
            </a:xfrm>
            <a:prstGeom prst="rect">
              <a:avLst/>
            </a:prstGeom>
          </p:spPr>
        </p:pic>
        <p:pic>
          <p:nvPicPr>
            <p:cNvPr id="4089" name="object 4089"/>
            <p:cNvPicPr/>
            <p:nvPr/>
          </p:nvPicPr>
          <p:blipFill>
            <a:blip r:embed="rId238" cstate="print"/>
            <a:stretch>
              <a:fillRect/>
            </a:stretch>
          </p:blipFill>
          <p:spPr>
            <a:xfrm>
              <a:off x="454685" y="3804923"/>
              <a:ext cx="107442" cy="205739"/>
            </a:xfrm>
            <a:prstGeom prst="rect">
              <a:avLst/>
            </a:prstGeom>
          </p:spPr>
        </p:pic>
        <p:pic>
          <p:nvPicPr>
            <p:cNvPr id="4090" name="object 4090"/>
            <p:cNvPicPr/>
            <p:nvPr/>
          </p:nvPicPr>
          <p:blipFill>
            <a:blip r:embed="rId239" cstate="print"/>
            <a:stretch>
              <a:fillRect/>
            </a:stretch>
          </p:blipFill>
          <p:spPr>
            <a:xfrm>
              <a:off x="930935" y="3725675"/>
              <a:ext cx="183642" cy="218694"/>
            </a:xfrm>
            <a:prstGeom prst="rect">
              <a:avLst/>
            </a:prstGeom>
          </p:spPr>
        </p:pic>
        <p:sp>
          <p:nvSpPr>
            <p:cNvPr id="4091" name="object 4091"/>
            <p:cNvSpPr/>
            <p:nvPr/>
          </p:nvSpPr>
          <p:spPr>
            <a:xfrm>
              <a:off x="641756" y="4002662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381" y="0"/>
                  </a:move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2" name="object 4092"/>
            <p:cNvSpPr/>
            <p:nvPr/>
          </p:nvSpPr>
          <p:spPr>
            <a:xfrm>
              <a:off x="641756" y="4002662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3" name="object 4093"/>
            <p:cNvSpPr/>
            <p:nvPr/>
          </p:nvSpPr>
          <p:spPr>
            <a:xfrm>
              <a:off x="641756" y="3883790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4" name="object 4094"/>
            <p:cNvSpPr/>
            <p:nvPr/>
          </p:nvSpPr>
          <p:spPr>
            <a:xfrm>
              <a:off x="641756" y="3883790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5" name="object 4095"/>
            <p:cNvSpPr/>
            <p:nvPr/>
          </p:nvSpPr>
          <p:spPr>
            <a:xfrm>
              <a:off x="641756" y="3883790"/>
              <a:ext cx="8890" cy="119380"/>
            </a:xfrm>
            <a:custGeom>
              <a:avLst/>
              <a:gdLst/>
              <a:ahLst/>
              <a:cxnLst/>
              <a:rect l="l" t="t" r="r" b="b"/>
              <a:pathLst>
                <a:path w="8890" h="119379">
                  <a:moveTo>
                    <a:pt x="8382" y="0"/>
                  </a:moveTo>
                  <a:lnTo>
                    <a:pt x="8382" y="118872"/>
                  </a:lnTo>
                  <a:lnTo>
                    <a:pt x="0" y="118872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6" name="object 4096"/>
            <p:cNvSpPr/>
            <p:nvPr/>
          </p:nvSpPr>
          <p:spPr>
            <a:xfrm>
              <a:off x="641756" y="3883790"/>
              <a:ext cx="8890" cy="119380"/>
            </a:xfrm>
            <a:custGeom>
              <a:avLst/>
              <a:gdLst/>
              <a:ahLst/>
              <a:cxnLst/>
              <a:rect l="l" t="t" r="r" b="b"/>
              <a:pathLst>
                <a:path w="8890" h="119379">
                  <a:moveTo>
                    <a:pt x="8382" y="0"/>
                  </a:moveTo>
                  <a:lnTo>
                    <a:pt x="8382" y="118872"/>
                  </a:lnTo>
                  <a:lnTo>
                    <a:pt x="0" y="118872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7" name="object 4097"/>
            <p:cNvSpPr/>
            <p:nvPr/>
          </p:nvSpPr>
          <p:spPr>
            <a:xfrm>
              <a:off x="900074" y="3850262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7619" y="0"/>
                  </a:moveTo>
                  <a:lnTo>
                    <a:pt x="0" y="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8" name="object 4098"/>
            <p:cNvSpPr/>
            <p:nvPr/>
          </p:nvSpPr>
          <p:spPr>
            <a:xfrm>
              <a:off x="900074" y="3850262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0" y="0"/>
                  </a:moveTo>
                  <a:lnTo>
                    <a:pt x="761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9" name="object 4099"/>
            <p:cNvSpPr/>
            <p:nvPr/>
          </p:nvSpPr>
          <p:spPr>
            <a:xfrm>
              <a:off x="900074" y="371919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0" name="object 4100"/>
            <p:cNvSpPr/>
            <p:nvPr/>
          </p:nvSpPr>
          <p:spPr>
            <a:xfrm>
              <a:off x="900074" y="371919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0" y="0"/>
                  </a:moveTo>
                  <a:lnTo>
                    <a:pt x="761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1" name="object 4101"/>
            <p:cNvSpPr/>
            <p:nvPr/>
          </p:nvSpPr>
          <p:spPr>
            <a:xfrm>
              <a:off x="900074" y="3719198"/>
              <a:ext cx="7620" cy="131445"/>
            </a:xfrm>
            <a:custGeom>
              <a:avLst/>
              <a:gdLst/>
              <a:ahLst/>
              <a:cxnLst/>
              <a:rect l="l" t="t" r="r" b="b"/>
              <a:pathLst>
                <a:path w="7619" h="131445">
                  <a:moveTo>
                    <a:pt x="7619" y="0"/>
                  </a:moveTo>
                  <a:lnTo>
                    <a:pt x="7619" y="131063"/>
                  </a:lnTo>
                  <a:lnTo>
                    <a:pt x="0" y="131063"/>
                  </a:lnTo>
                  <a:lnTo>
                    <a:pt x="0" y="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2" name="object 4102"/>
            <p:cNvSpPr/>
            <p:nvPr/>
          </p:nvSpPr>
          <p:spPr>
            <a:xfrm>
              <a:off x="900074" y="3719198"/>
              <a:ext cx="7620" cy="131445"/>
            </a:xfrm>
            <a:custGeom>
              <a:avLst/>
              <a:gdLst/>
              <a:ahLst/>
              <a:cxnLst/>
              <a:rect l="l" t="t" r="r" b="b"/>
              <a:pathLst>
                <a:path w="7619" h="131445">
                  <a:moveTo>
                    <a:pt x="7619" y="0"/>
                  </a:moveTo>
                  <a:lnTo>
                    <a:pt x="7619" y="131063"/>
                  </a:lnTo>
                  <a:lnTo>
                    <a:pt x="0" y="131063"/>
                  </a:lnTo>
                  <a:lnTo>
                    <a:pt x="0" y="0"/>
                  </a:lnTo>
                  <a:lnTo>
                    <a:pt x="7619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3" name="object 4103"/>
            <p:cNvSpPr/>
            <p:nvPr/>
          </p:nvSpPr>
          <p:spPr>
            <a:xfrm>
              <a:off x="639470" y="3886838"/>
              <a:ext cx="3810" cy="6985"/>
            </a:xfrm>
            <a:custGeom>
              <a:avLst/>
              <a:gdLst/>
              <a:ahLst/>
              <a:cxnLst/>
              <a:rect l="l" t="t" r="r" b="b"/>
              <a:pathLst>
                <a:path w="3809" h="6985">
                  <a:moveTo>
                    <a:pt x="3809" y="6857"/>
                  </a:moveTo>
                  <a:lnTo>
                    <a:pt x="0" y="0"/>
                  </a:lnTo>
                  <a:lnTo>
                    <a:pt x="3809" y="6857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4" name="object 4104"/>
            <p:cNvSpPr/>
            <p:nvPr/>
          </p:nvSpPr>
          <p:spPr>
            <a:xfrm>
              <a:off x="639470" y="3886838"/>
              <a:ext cx="3810" cy="6985"/>
            </a:xfrm>
            <a:custGeom>
              <a:avLst/>
              <a:gdLst/>
              <a:ahLst/>
              <a:cxnLst/>
              <a:rect l="l" t="t" r="r" b="b"/>
              <a:pathLst>
                <a:path w="3809" h="6985">
                  <a:moveTo>
                    <a:pt x="3809" y="6857"/>
                  </a:moveTo>
                  <a:lnTo>
                    <a:pt x="0" y="0"/>
                  </a:lnTo>
                  <a:lnTo>
                    <a:pt x="3809" y="6857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5" name="object 4105"/>
            <p:cNvSpPr/>
            <p:nvPr/>
          </p:nvSpPr>
          <p:spPr>
            <a:xfrm>
              <a:off x="898550" y="3725294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80" h="6985">
                  <a:moveTo>
                    <a:pt x="4572" y="6858"/>
                  </a:moveTo>
                  <a:lnTo>
                    <a:pt x="0" y="0"/>
                  </a:lnTo>
                  <a:lnTo>
                    <a:pt x="4572" y="6858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6" name="object 4106"/>
            <p:cNvSpPr/>
            <p:nvPr/>
          </p:nvSpPr>
          <p:spPr>
            <a:xfrm>
              <a:off x="898550" y="3725294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80" h="6985">
                  <a:moveTo>
                    <a:pt x="0" y="0"/>
                  </a:moveTo>
                  <a:lnTo>
                    <a:pt x="4572" y="685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7" name="object 4107"/>
            <p:cNvSpPr/>
            <p:nvPr/>
          </p:nvSpPr>
          <p:spPr>
            <a:xfrm>
              <a:off x="639470" y="3725294"/>
              <a:ext cx="264160" cy="168910"/>
            </a:xfrm>
            <a:custGeom>
              <a:avLst/>
              <a:gdLst/>
              <a:ahLst/>
              <a:cxnLst/>
              <a:rect l="l" t="t" r="r" b="b"/>
              <a:pathLst>
                <a:path w="264159" h="168910">
                  <a:moveTo>
                    <a:pt x="263652" y="6857"/>
                  </a:moveTo>
                  <a:lnTo>
                    <a:pt x="259079" y="0"/>
                  </a:lnTo>
                  <a:lnTo>
                    <a:pt x="0" y="161543"/>
                  </a:lnTo>
                  <a:lnTo>
                    <a:pt x="3809" y="168401"/>
                  </a:lnTo>
                  <a:lnTo>
                    <a:pt x="263652" y="6857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8" name="object 4108"/>
            <p:cNvSpPr/>
            <p:nvPr/>
          </p:nvSpPr>
          <p:spPr>
            <a:xfrm>
              <a:off x="639470" y="3725294"/>
              <a:ext cx="264160" cy="168910"/>
            </a:xfrm>
            <a:custGeom>
              <a:avLst/>
              <a:gdLst/>
              <a:ahLst/>
              <a:cxnLst/>
              <a:rect l="l" t="t" r="r" b="b"/>
              <a:pathLst>
                <a:path w="264159" h="168910">
                  <a:moveTo>
                    <a:pt x="3809" y="168401"/>
                  </a:moveTo>
                  <a:lnTo>
                    <a:pt x="0" y="161543"/>
                  </a:lnTo>
                  <a:lnTo>
                    <a:pt x="259079" y="0"/>
                  </a:lnTo>
                  <a:lnTo>
                    <a:pt x="263652" y="6857"/>
                  </a:lnTo>
                  <a:lnTo>
                    <a:pt x="3809" y="168401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09" name="object 4109"/>
            <p:cNvPicPr/>
            <p:nvPr/>
          </p:nvPicPr>
          <p:blipFill>
            <a:blip r:embed="rId240" cstate="print"/>
            <a:stretch>
              <a:fillRect/>
            </a:stretch>
          </p:blipFill>
          <p:spPr>
            <a:xfrm>
              <a:off x="581939" y="3762251"/>
              <a:ext cx="107442" cy="186689"/>
            </a:xfrm>
            <a:prstGeom prst="rect">
              <a:avLst/>
            </a:prstGeom>
          </p:spPr>
        </p:pic>
        <p:pic>
          <p:nvPicPr>
            <p:cNvPr id="4110" name="object 4110"/>
            <p:cNvPicPr/>
            <p:nvPr/>
          </p:nvPicPr>
          <p:blipFill>
            <a:blip r:embed="rId241" cstate="print"/>
            <a:stretch>
              <a:fillRect/>
            </a:stretch>
          </p:blipFill>
          <p:spPr>
            <a:xfrm>
              <a:off x="735863" y="3722627"/>
              <a:ext cx="237744" cy="282701"/>
            </a:xfrm>
            <a:prstGeom prst="rect">
              <a:avLst/>
            </a:prstGeom>
          </p:spPr>
        </p:pic>
        <p:sp>
          <p:nvSpPr>
            <p:cNvPr id="4111" name="object 4111"/>
            <p:cNvSpPr/>
            <p:nvPr/>
          </p:nvSpPr>
          <p:spPr>
            <a:xfrm>
              <a:off x="1345844" y="407429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2"/>
                  </a:moveTo>
                  <a:lnTo>
                    <a:pt x="0" y="0"/>
                  </a:lnTo>
                  <a:lnTo>
                    <a:pt x="0" y="1600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2" name="object 4112"/>
            <p:cNvSpPr/>
            <p:nvPr/>
          </p:nvSpPr>
          <p:spPr>
            <a:xfrm>
              <a:off x="1345463" y="407429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3" name="object 4113"/>
            <p:cNvSpPr/>
            <p:nvPr/>
          </p:nvSpPr>
          <p:spPr>
            <a:xfrm>
              <a:off x="948080" y="407429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4" name="object 4114"/>
            <p:cNvSpPr/>
            <p:nvPr/>
          </p:nvSpPr>
          <p:spPr>
            <a:xfrm>
              <a:off x="947699" y="407429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5" name="object 4115"/>
            <p:cNvSpPr/>
            <p:nvPr/>
          </p:nvSpPr>
          <p:spPr>
            <a:xfrm>
              <a:off x="948067" y="4074303"/>
              <a:ext cx="398145" cy="16510"/>
            </a:xfrm>
            <a:custGeom>
              <a:avLst/>
              <a:gdLst/>
              <a:ahLst/>
              <a:cxnLst/>
              <a:rect l="l" t="t" r="r" b="b"/>
              <a:pathLst>
                <a:path w="398144" h="16510">
                  <a:moveTo>
                    <a:pt x="397764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397764" y="16002"/>
                  </a:lnTo>
                  <a:lnTo>
                    <a:pt x="397764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6" name="object 4116"/>
            <p:cNvSpPr/>
            <p:nvPr/>
          </p:nvSpPr>
          <p:spPr>
            <a:xfrm>
              <a:off x="1345463" y="401714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7" name="object 4117"/>
            <p:cNvSpPr/>
            <p:nvPr/>
          </p:nvSpPr>
          <p:spPr>
            <a:xfrm>
              <a:off x="1044092" y="401714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8" name="object 4118"/>
            <p:cNvSpPr/>
            <p:nvPr/>
          </p:nvSpPr>
          <p:spPr>
            <a:xfrm>
              <a:off x="1043711" y="401714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9" name="object 4119"/>
            <p:cNvSpPr/>
            <p:nvPr/>
          </p:nvSpPr>
          <p:spPr>
            <a:xfrm>
              <a:off x="1044079" y="4017153"/>
              <a:ext cx="302260" cy="16510"/>
            </a:xfrm>
            <a:custGeom>
              <a:avLst/>
              <a:gdLst/>
              <a:ahLst/>
              <a:cxnLst/>
              <a:rect l="l" t="t" r="r" b="b"/>
              <a:pathLst>
                <a:path w="302259" h="16510">
                  <a:moveTo>
                    <a:pt x="301752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301752" y="16002"/>
                  </a:lnTo>
                  <a:lnTo>
                    <a:pt x="30175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0" name="object 4120"/>
            <p:cNvSpPr/>
            <p:nvPr/>
          </p:nvSpPr>
          <p:spPr>
            <a:xfrm>
              <a:off x="1343177" y="394398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1" name="object 4121"/>
            <p:cNvSpPr/>
            <p:nvPr/>
          </p:nvSpPr>
          <p:spPr>
            <a:xfrm>
              <a:off x="1135532" y="3943988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2" name="object 4122"/>
            <p:cNvSpPr/>
            <p:nvPr/>
          </p:nvSpPr>
          <p:spPr>
            <a:xfrm>
              <a:off x="1135151" y="394398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3" name="object 4123"/>
            <p:cNvSpPr/>
            <p:nvPr/>
          </p:nvSpPr>
          <p:spPr>
            <a:xfrm>
              <a:off x="1135519" y="3944000"/>
              <a:ext cx="208279" cy="16510"/>
            </a:xfrm>
            <a:custGeom>
              <a:avLst/>
              <a:gdLst/>
              <a:ahLst/>
              <a:cxnLst/>
              <a:rect l="l" t="t" r="r" b="b"/>
              <a:pathLst>
                <a:path w="208280" h="16510">
                  <a:moveTo>
                    <a:pt x="208026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208026" y="16002"/>
                  </a:lnTo>
                  <a:lnTo>
                    <a:pt x="208026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4" name="object 4124"/>
            <p:cNvSpPr/>
            <p:nvPr/>
          </p:nvSpPr>
          <p:spPr>
            <a:xfrm>
              <a:off x="1398041" y="388379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5" name="object 4125"/>
            <p:cNvSpPr/>
            <p:nvPr/>
          </p:nvSpPr>
          <p:spPr>
            <a:xfrm>
              <a:off x="1220114" y="388379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6" name="object 4126"/>
            <p:cNvSpPr/>
            <p:nvPr/>
          </p:nvSpPr>
          <p:spPr>
            <a:xfrm>
              <a:off x="1219733" y="388379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7" name="object 4127"/>
            <p:cNvSpPr/>
            <p:nvPr/>
          </p:nvSpPr>
          <p:spPr>
            <a:xfrm>
              <a:off x="1220114" y="3883790"/>
              <a:ext cx="178435" cy="16510"/>
            </a:xfrm>
            <a:custGeom>
              <a:avLst/>
              <a:gdLst/>
              <a:ahLst/>
              <a:cxnLst/>
              <a:rect l="l" t="t" r="r" b="b"/>
              <a:pathLst>
                <a:path w="178434" h="16510">
                  <a:moveTo>
                    <a:pt x="178307" y="16001"/>
                  </a:moveTo>
                  <a:lnTo>
                    <a:pt x="178307" y="0"/>
                  </a:lnTo>
                  <a:lnTo>
                    <a:pt x="0" y="0"/>
                  </a:lnTo>
                  <a:lnTo>
                    <a:pt x="0" y="16001"/>
                  </a:lnTo>
                  <a:lnTo>
                    <a:pt x="178307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8" name="object 4128"/>
            <p:cNvSpPr/>
            <p:nvPr/>
          </p:nvSpPr>
          <p:spPr>
            <a:xfrm>
              <a:off x="395617" y="3422793"/>
              <a:ext cx="3810" cy="578485"/>
            </a:xfrm>
            <a:custGeom>
              <a:avLst/>
              <a:gdLst/>
              <a:ahLst/>
              <a:cxnLst/>
              <a:rect l="l" t="t" r="r" b="b"/>
              <a:pathLst>
                <a:path w="3810" h="578485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12" y="576072"/>
                  </a:lnTo>
                  <a:lnTo>
                    <a:pt x="12" y="578358"/>
                  </a:lnTo>
                  <a:lnTo>
                    <a:pt x="3810" y="578358"/>
                  </a:lnTo>
                  <a:lnTo>
                    <a:pt x="3810" y="576072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9" name="object 4129"/>
            <p:cNvSpPr/>
            <p:nvPr/>
          </p:nvSpPr>
          <p:spPr>
            <a:xfrm>
              <a:off x="395630" y="3425066"/>
              <a:ext cx="3810" cy="574040"/>
            </a:xfrm>
            <a:custGeom>
              <a:avLst/>
              <a:gdLst/>
              <a:ahLst/>
              <a:cxnLst/>
              <a:rect l="l" t="t" r="r" b="b"/>
              <a:pathLst>
                <a:path w="3810" h="574039">
                  <a:moveTo>
                    <a:pt x="3809" y="0"/>
                  </a:moveTo>
                  <a:lnTo>
                    <a:pt x="3809" y="573786"/>
                  </a:lnTo>
                  <a:lnTo>
                    <a:pt x="0" y="573786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0" name="object 4130"/>
            <p:cNvSpPr/>
            <p:nvPr/>
          </p:nvSpPr>
          <p:spPr>
            <a:xfrm>
              <a:off x="412381" y="4067444"/>
              <a:ext cx="466725" cy="123825"/>
            </a:xfrm>
            <a:custGeom>
              <a:avLst/>
              <a:gdLst/>
              <a:ahLst/>
              <a:cxnLst/>
              <a:rect l="l" t="t" r="r" b="b"/>
              <a:pathLst>
                <a:path w="466725" h="123825">
                  <a:moveTo>
                    <a:pt x="38100" y="30480"/>
                  </a:moveTo>
                  <a:lnTo>
                    <a:pt x="32004" y="28956"/>
                  </a:lnTo>
                  <a:lnTo>
                    <a:pt x="30480" y="34290"/>
                  </a:lnTo>
                  <a:lnTo>
                    <a:pt x="27432" y="37338"/>
                  </a:lnTo>
                  <a:lnTo>
                    <a:pt x="19812" y="40386"/>
                  </a:lnTo>
                  <a:lnTo>
                    <a:pt x="16002" y="39624"/>
                  </a:lnTo>
                  <a:lnTo>
                    <a:pt x="9144" y="35814"/>
                  </a:lnTo>
                  <a:lnTo>
                    <a:pt x="7620" y="32004"/>
                  </a:lnTo>
                  <a:lnTo>
                    <a:pt x="5334" y="22098"/>
                  </a:lnTo>
                  <a:lnTo>
                    <a:pt x="6858" y="13716"/>
                  </a:lnTo>
                  <a:lnTo>
                    <a:pt x="11430" y="7620"/>
                  </a:lnTo>
                  <a:lnTo>
                    <a:pt x="20574" y="4572"/>
                  </a:lnTo>
                  <a:lnTo>
                    <a:pt x="27432" y="6858"/>
                  </a:lnTo>
                  <a:lnTo>
                    <a:pt x="31242" y="13716"/>
                  </a:lnTo>
                  <a:lnTo>
                    <a:pt x="37338" y="12954"/>
                  </a:lnTo>
                  <a:lnTo>
                    <a:pt x="35052" y="7620"/>
                  </a:lnTo>
                  <a:lnTo>
                    <a:pt x="31242" y="3048"/>
                  </a:lnTo>
                  <a:lnTo>
                    <a:pt x="25908" y="762"/>
                  </a:lnTo>
                  <a:lnTo>
                    <a:pt x="20574" y="0"/>
                  </a:lnTo>
                  <a:lnTo>
                    <a:pt x="9906" y="2286"/>
                  </a:lnTo>
                  <a:lnTo>
                    <a:pt x="5334" y="6096"/>
                  </a:lnTo>
                  <a:lnTo>
                    <a:pt x="762" y="16002"/>
                  </a:lnTo>
                  <a:lnTo>
                    <a:pt x="0" y="22098"/>
                  </a:lnTo>
                  <a:lnTo>
                    <a:pt x="762" y="28194"/>
                  </a:lnTo>
                  <a:lnTo>
                    <a:pt x="4572" y="38862"/>
                  </a:lnTo>
                  <a:lnTo>
                    <a:pt x="8382" y="41910"/>
                  </a:lnTo>
                  <a:lnTo>
                    <a:pt x="13716" y="44196"/>
                  </a:lnTo>
                  <a:lnTo>
                    <a:pt x="20574" y="44958"/>
                  </a:lnTo>
                  <a:lnTo>
                    <a:pt x="28956" y="43434"/>
                  </a:lnTo>
                  <a:lnTo>
                    <a:pt x="35052" y="36576"/>
                  </a:lnTo>
                  <a:lnTo>
                    <a:pt x="38100" y="30480"/>
                  </a:lnTo>
                  <a:close/>
                </a:path>
                <a:path w="466725" h="123825">
                  <a:moveTo>
                    <a:pt x="72390" y="0"/>
                  </a:moveTo>
                  <a:lnTo>
                    <a:pt x="42672" y="22098"/>
                  </a:lnTo>
                  <a:lnTo>
                    <a:pt x="43434" y="33528"/>
                  </a:lnTo>
                  <a:lnTo>
                    <a:pt x="47244" y="39243"/>
                  </a:lnTo>
                  <a:lnTo>
                    <a:pt x="48768" y="41529"/>
                  </a:lnTo>
                  <a:lnTo>
                    <a:pt x="49530" y="42672"/>
                  </a:lnTo>
                  <a:lnTo>
                    <a:pt x="53340" y="44196"/>
                  </a:lnTo>
                  <a:lnTo>
                    <a:pt x="57912" y="44958"/>
                  </a:lnTo>
                  <a:lnTo>
                    <a:pt x="62484" y="44196"/>
                  </a:lnTo>
                  <a:lnTo>
                    <a:pt x="67056" y="41338"/>
                  </a:lnTo>
                  <a:lnTo>
                    <a:pt x="68580" y="40386"/>
                  </a:lnTo>
                  <a:lnTo>
                    <a:pt x="72390" y="33528"/>
                  </a:lnTo>
                  <a:lnTo>
                    <a:pt x="72390" y="28194"/>
                  </a:lnTo>
                  <a:lnTo>
                    <a:pt x="70866" y="19050"/>
                  </a:lnTo>
                  <a:lnTo>
                    <a:pt x="67056" y="15875"/>
                  </a:lnTo>
                  <a:lnTo>
                    <a:pt x="67056" y="25146"/>
                  </a:lnTo>
                  <a:lnTo>
                    <a:pt x="67056" y="32004"/>
                  </a:lnTo>
                  <a:lnTo>
                    <a:pt x="65532" y="35052"/>
                  </a:lnTo>
                  <a:lnTo>
                    <a:pt x="64770" y="37338"/>
                  </a:lnTo>
                  <a:lnTo>
                    <a:pt x="60198" y="40386"/>
                  </a:lnTo>
                  <a:lnTo>
                    <a:pt x="55626" y="40386"/>
                  </a:lnTo>
                  <a:lnTo>
                    <a:pt x="53340" y="39624"/>
                  </a:lnTo>
                  <a:lnTo>
                    <a:pt x="51816" y="38100"/>
                  </a:lnTo>
                  <a:lnTo>
                    <a:pt x="50292" y="35814"/>
                  </a:lnTo>
                  <a:lnTo>
                    <a:pt x="48768" y="32766"/>
                  </a:lnTo>
                  <a:lnTo>
                    <a:pt x="48768" y="25908"/>
                  </a:lnTo>
                  <a:lnTo>
                    <a:pt x="51358" y="20078"/>
                  </a:lnTo>
                  <a:lnTo>
                    <a:pt x="56362" y="17386"/>
                  </a:lnTo>
                  <a:lnTo>
                    <a:pt x="61772" y="18186"/>
                  </a:lnTo>
                  <a:lnTo>
                    <a:pt x="65532" y="22860"/>
                  </a:lnTo>
                  <a:lnTo>
                    <a:pt x="67056" y="25146"/>
                  </a:lnTo>
                  <a:lnTo>
                    <a:pt x="67056" y="15875"/>
                  </a:lnTo>
                  <a:lnTo>
                    <a:pt x="66294" y="15240"/>
                  </a:lnTo>
                  <a:lnTo>
                    <a:pt x="58674" y="12954"/>
                  </a:lnTo>
                  <a:lnTo>
                    <a:pt x="51816" y="14478"/>
                  </a:lnTo>
                  <a:lnTo>
                    <a:pt x="47244" y="19050"/>
                  </a:lnTo>
                  <a:lnTo>
                    <a:pt x="48768" y="11430"/>
                  </a:lnTo>
                  <a:lnTo>
                    <a:pt x="51816" y="7620"/>
                  </a:lnTo>
                  <a:lnTo>
                    <a:pt x="69342" y="5334"/>
                  </a:lnTo>
                  <a:lnTo>
                    <a:pt x="72390" y="0"/>
                  </a:lnTo>
                  <a:close/>
                </a:path>
                <a:path w="466725" h="123825">
                  <a:moveTo>
                    <a:pt x="105918" y="28194"/>
                  </a:moveTo>
                  <a:lnTo>
                    <a:pt x="105156" y="23622"/>
                  </a:lnTo>
                  <a:lnTo>
                    <a:pt x="104394" y="19812"/>
                  </a:lnTo>
                  <a:lnTo>
                    <a:pt x="102108" y="16002"/>
                  </a:lnTo>
                  <a:lnTo>
                    <a:pt x="100584" y="14859"/>
                  </a:lnTo>
                  <a:lnTo>
                    <a:pt x="100584" y="25146"/>
                  </a:lnTo>
                  <a:lnTo>
                    <a:pt x="100584" y="32004"/>
                  </a:lnTo>
                  <a:lnTo>
                    <a:pt x="99060" y="35052"/>
                  </a:lnTo>
                  <a:lnTo>
                    <a:pt x="97536" y="37338"/>
                  </a:lnTo>
                  <a:lnTo>
                    <a:pt x="96012" y="38862"/>
                  </a:lnTo>
                  <a:lnTo>
                    <a:pt x="93726" y="40386"/>
                  </a:lnTo>
                  <a:lnTo>
                    <a:pt x="89154" y="40386"/>
                  </a:lnTo>
                  <a:lnTo>
                    <a:pt x="86868" y="39624"/>
                  </a:lnTo>
                  <a:lnTo>
                    <a:pt x="85344" y="37338"/>
                  </a:lnTo>
                  <a:lnTo>
                    <a:pt x="83058" y="35052"/>
                  </a:lnTo>
                  <a:lnTo>
                    <a:pt x="82296" y="32004"/>
                  </a:lnTo>
                  <a:lnTo>
                    <a:pt x="82296" y="25146"/>
                  </a:lnTo>
                  <a:lnTo>
                    <a:pt x="83058" y="22098"/>
                  </a:lnTo>
                  <a:lnTo>
                    <a:pt x="88163" y="17475"/>
                  </a:lnTo>
                  <a:lnTo>
                    <a:pt x="92887" y="16649"/>
                  </a:lnTo>
                  <a:lnTo>
                    <a:pt x="97091" y="19291"/>
                  </a:lnTo>
                  <a:lnTo>
                    <a:pt x="100584" y="25146"/>
                  </a:lnTo>
                  <a:lnTo>
                    <a:pt x="100584" y="14859"/>
                  </a:lnTo>
                  <a:lnTo>
                    <a:pt x="99060" y="13716"/>
                  </a:lnTo>
                  <a:lnTo>
                    <a:pt x="91440" y="12192"/>
                  </a:lnTo>
                  <a:lnTo>
                    <a:pt x="87630" y="12192"/>
                  </a:lnTo>
                  <a:lnTo>
                    <a:pt x="81534" y="15240"/>
                  </a:lnTo>
                  <a:lnTo>
                    <a:pt x="79248" y="19050"/>
                  </a:lnTo>
                  <a:lnTo>
                    <a:pt x="77724" y="23622"/>
                  </a:lnTo>
                  <a:lnTo>
                    <a:pt x="76962" y="28194"/>
                  </a:lnTo>
                  <a:lnTo>
                    <a:pt x="77724" y="33528"/>
                  </a:lnTo>
                  <a:lnTo>
                    <a:pt x="78486" y="37338"/>
                  </a:lnTo>
                  <a:lnTo>
                    <a:pt x="80772" y="40386"/>
                  </a:lnTo>
                  <a:lnTo>
                    <a:pt x="82296" y="41910"/>
                  </a:lnTo>
                  <a:lnTo>
                    <a:pt x="83820" y="43434"/>
                  </a:lnTo>
                  <a:lnTo>
                    <a:pt x="91440" y="44958"/>
                  </a:lnTo>
                  <a:lnTo>
                    <a:pt x="93726" y="44196"/>
                  </a:lnTo>
                  <a:lnTo>
                    <a:pt x="97091" y="44081"/>
                  </a:lnTo>
                  <a:lnTo>
                    <a:pt x="99060" y="43434"/>
                  </a:lnTo>
                  <a:lnTo>
                    <a:pt x="100584" y="42418"/>
                  </a:lnTo>
                  <a:lnTo>
                    <a:pt x="101346" y="41910"/>
                  </a:lnTo>
                  <a:lnTo>
                    <a:pt x="104394" y="37338"/>
                  </a:lnTo>
                  <a:lnTo>
                    <a:pt x="105156" y="35052"/>
                  </a:lnTo>
                  <a:lnTo>
                    <a:pt x="105918" y="32004"/>
                  </a:lnTo>
                  <a:lnTo>
                    <a:pt x="105918" y="28194"/>
                  </a:lnTo>
                  <a:close/>
                </a:path>
                <a:path w="466725" h="123825">
                  <a:moveTo>
                    <a:pt x="111252" y="96012"/>
                  </a:moveTo>
                  <a:lnTo>
                    <a:pt x="110490" y="91440"/>
                  </a:lnTo>
                  <a:lnTo>
                    <a:pt x="108966" y="86868"/>
                  </a:lnTo>
                  <a:lnTo>
                    <a:pt x="106680" y="83820"/>
                  </a:lnTo>
                  <a:lnTo>
                    <a:pt x="105918" y="83058"/>
                  </a:lnTo>
                  <a:lnTo>
                    <a:pt x="105918" y="96012"/>
                  </a:lnTo>
                  <a:lnTo>
                    <a:pt x="105156" y="99822"/>
                  </a:lnTo>
                  <a:lnTo>
                    <a:pt x="102781" y="105321"/>
                  </a:lnTo>
                  <a:lnTo>
                    <a:pt x="97942" y="107873"/>
                  </a:lnTo>
                  <a:lnTo>
                    <a:pt x="92519" y="107149"/>
                  </a:lnTo>
                  <a:lnTo>
                    <a:pt x="88392" y="102870"/>
                  </a:lnTo>
                  <a:lnTo>
                    <a:pt x="87630" y="99822"/>
                  </a:lnTo>
                  <a:lnTo>
                    <a:pt x="87630" y="92202"/>
                  </a:lnTo>
                  <a:lnTo>
                    <a:pt x="88392" y="89154"/>
                  </a:lnTo>
                  <a:lnTo>
                    <a:pt x="89916" y="86868"/>
                  </a:lnTo>
                  <a:lnTo>
                    <a:pt x="91440" y="85344"/>
                  </a:lnTo>
                  <a:lnTo>
                    <a:pt x="93726" y="84582"/>
                  </a:lnTo>
                  <a:lnTo>
                    <a:pt x="99060" y="84582"/>
                  </a:lnTo>
                  <a:lnTo>
                    <a:pt x="105918" y="96012"/>
                  </a:lnTo>
                  <a:lnTo>
                    <a:pt x="105918" y="83058"/>
                  </a:lnTo>
                  <a:lnTo>
                    <a:pt x="104394" y="81534"/>
                  </a:lnTo>
                  <a:lnTo>
                    <a:pt x="100584" y="80010"/>
                  </a:lnTo>
                  <a:lnTo>
                    <a:pt x="92964" y="80010"/>
                  </a:lnTo>
                  <a:lnTo>
                    <a:pt x="86868" y="83058"/>
                  </a:lnTo>
                  <a:lnTo>
                    <a:pt x="84582" y="86106"/>
                  </a:lnTo>
                  <a:lnTo>
                    <a:pt x="82296" y="90678"/>
                  </a:lnTo>
                  <a:lnTo>
                    <a:pt x="82296" y="100584"/>
                  </a:lnTo>
                  <a:lnTo>
                    <a:pt x="83820" y="105156"/>
                  </a:lnTo>
                  <a:lnTo>
                    <a:pt x="86106" y="108204"/>
                  </a:lnTo>
                  <a:lnTo>
                    <a:pt x="87630" y="109347"/>
                  </a:lnTo>
                  <a:lnTo>
                    <a:pt x="89154" y="110490"/>
                  </a:lnTo>
                  <a:lnTo>
                    <a:pt x="92202" y="112014"/>
                  </a:lnTo>
                  <a:lnTo>
                    <a:pt x="96012" y="112776"/>
                  </a:lnTo>
                  <a:lnTo>
                    <a:pt x="99060" y="112776"/>
                  </a:lnTo>
                  <a:lnTo>
                    <a:pt x="101346" y="112014"/>
                  </a:lnTo>
                  <a:lnTo>
                    <a:pt x="105918" y="108966"/>
                  </a:lnTo>
                  <a:lnTo>
                    <a:pt x="108204" y="107442"/>
                  </a:lnTo>
                  <a:lnTo>
                    <a:pt x="108966" y="105156"/>
                  </a:lnTo>
                  <a:lnTo>
                    <a:pt x="110490" y="102870"/>
                  </a:lnTo>
                  <a:lnTo>
                    <a:pt x="111252" y="99822"/>
                  </a:lnTo>
                  <a:lnTo>
                    <a:pt x="111252" y="96012"/>
                  </a:lnTo>
                  <a:close/>
                </a:path>
                <a:path w="466725" h="123825">
                  <a:moveTo>
                    <a:pt x="139446" y="25908"/>
                  </a:moveTo>
                  <a:lnTo>
                    <a:pt x="137922" y="19812"/>
                  </a:lnTo>
                  <a:lnTo>
                    <a:pt x="137160" y="17526"/>
                  </a:lnTo>
                  <a:lnTo>
                    <a:pt x="135636" y="16002"/>
                  </a:lnTo>
                  <a:lnTo>
                    <a:pt x="134112" y="14986"/>
                  </a:lnTo>
                  <a:lnTo>
                    <a:pt x="134112" y="24384"/>
                  </a:lnTo>
                  <a:lnTo>
                    <a:pt x="134112" y="32004"/>
                  </a:lnTo>
                  <a:lnTo>
                    <a:pt x="132588" y="35052"/>
                  </a:lnTo>
                  <a:lnTo>
                    <a:pt x="129540" y="39624"/>
                  </a:lnTo>
                  <a:lnTo>
                    <a:pt x="128016" y="40386"/>
                  </a:lnTo>
                  <a:lnTo>
                    <a:pt x="123444" y="40386"/>
                  </a:lnTo>
                  <a:lnTo>
                    <a:pt x="121158" y="39624"/>
                  </a:lnTo>
                  <a:lnTo>
                    <a:pt x="118110" y="35052"/>
                  </a:lnTo>
                  <a:lnTo>
                    <a:pt x="116586" y="28956"/>
                  </a:lnTo>
                  <a:lnTo>
                    <a:pt x="117348" y="25146"/>
                  </a:lnTo>
                  <a:lnTo>
                    <a:pt x="118110" y="22098"/>
                  </a:lnTo>
                  <a:lnTo>
                    <a:pt x="121754" y="17208"/>
                  </a:lnTo>
                  <a:lnTo>
                    <a:pt x="126974" y="16433"/>
                  </a:lnTo>
                  <a:lnTo>
                    <a:pt x="131762" y="19050"/>
                  </a:lnTo>
                  <a:lnTo>
                    <a:pt x="134112" y="24384"/>
                  </a:lnTo>
                  <a:lnTo>
                    <a:pt x="134112" y="14986"/>
                  </a:lnTo>
                  <a:lnTo>
                    <a:pt x="131064" y="12954"/>
                  </a:lnTo>
                  <a:lnTo>
                    <a:pt x="128778" y="12192"/>
                  </a:lnTo>
                  <a:lnTo>
                    <a:pt x="124206" y="12192"/>
                  </a:lnTo>
                  <a:lnTo>
                    <a:pt x="122682" y="12954"/>
                  </a:lnTo>
                  <a:lnTo>
                    <a:pt x="121158" y="12954"/>
                  </a:lnTo>
                  <a:lnTo>
                    <a:pt x="119634" y="14478"/>
                  </a:lnTo>
                  <a:lnTo>
                    <a:pt x="118110" y="15240"/>
                  </a:lnTo>
                  <a:lnTo>
                    <a:pt x="116586" y="16764"/>
                  </a:lnTo>
                  <a:lnTo>
                    <a:pt x="116586" y="12954"/>
                  </a:lnTo>
                  <a:lnTo>
                    <a:pt x="112014" y="12954"/>
                  </a:lnTo>
                  <a:lnTo>
                    <a:pt x="112014" y="56388"/>
                  </a:lnTo>
                  <a:lnTo>
                    <a:pt x="117348" y="56388"/>
                  </a:lnTo>
                  <a:lnTo>
                    <a:pt x="117348" y="41148"/>
                  </a:lnTo>
                  <a:lnTo>
                    <a:pt x="118872" y="41910"/>
                  </a:lnTo>
                  <a:lnTo>
                    <a:pt x="119634" y="43434"/>
                  </a:lnTo>
                  <a:lnTo>
                    <a:pt x="121158" y="43434"/>
                  </a:lnTo>
                  <a:lnTo>
                    <a:pt x="124206" y="44958"/>
                  </a:lnTo>
                  <a:lnTo>
                    <a:pt x="125730" y="44958"/>
                  </a:lnTo>
                  <a:lnTo>
                    <a:pt x="132588" y="42672"/>
                  </a:lnTo>
                  <a:lnTo>
                    <a:pt x="134112" y="41656"/>
                  </a:lnTo>
                  <a:lnTo>
                    <a:pt x="134874" y="41148"/>
                  </a:lnTo>
                  <a:lnTo>
                    <a:pt x="136398" y="39624"/>
                  </a:lnTo>
                  <a:lnTo>
                    <a:pt x="137922" y="37338"/>
                  </a:lnTo>
                  <a:lnTo>
                    <a:pt x="139446" y="31242"/>
                  </a:lnTo>
                  <a:lnTo>
                    <a:pt x="139446" y="25908"/>
                  </a:lnTo>
                  <a:close/>
                </a:path>
                <a:path w="466725" h="123825">
                  <a:moveTo>
                    <a:pt x="145542" y="96012"/>
                  </a:moveTo>
                  <a:lnTo>
                    <a:pt x="144780" y="89916"/>
                  </a:lnTo>
                  <a:lnTo>
                    <a:pt x="140208" y="84048"/>
                  </a:lnTo>
                  <a:lnTo>
                    <a:pt x="140208" y="92964"/>
                  </a:lnTo>
                  <a:lnTo>
                    <a:pt x="140208" y="99822"/>
                  </a:lnTo>
                  <a:lnTo>
                    <a:pt x="139446" y="102108"/>
                  </a:lnTo>
                  <a:lnTo>
                    <a:pt x="134683" y="110617"/>
                  </a:lnTo>
                  <a:lnTo>
                    <a:pt x="125628" y="110629"/>
                  </a:lnTo>
                  <a:lnTo>
                    <a:pt x="122682" y="100584"/>
                  </a:lnTo>
                  <a:lnTo>
                    <a:pt x="121920" y="96774"/>
                  </a:lnTo>
                  <a:lnTo>
                    <a:pt x="123444" y="90678"/>
                  </a:lnTo>
                  <a:lnTo>
                    <a:pt x="124206" y="88392"/>
                  </a:lnTo>
                  <a:lnTo>
                    <a:pt x="126492" y="86106"/>
                  </a:lnTo>
                  <a:lnTo>
                    <a:pt x="131064" y="84582"/>
                  </a:lnTo>
                  <a:lnTo>
                    <a:pt x="134112" y="85344"/>
                  </a:lnTo>
                  <a:lnTo>
                    <a:pt x="136398" y="86106"/>
                  </a:lnTo>
                  <a:lnTo>
                    <a:pt x="137922" y="88392"/>
                  </a:lnTo>
                  <a:lnTo>
                    <a:pt x="139446" y="89916"/>
                  </a:lnTo>
                  <a:lnTo>
                    <a:pt x="140208" y="92964"/>
                  </a:lnTo>
                  <a:lnTo>
                    <a:pt x="140208" y="84048"/>
                  </a:lnTo>
                  <a:lnTo>
                    <a:pt x="139446" y="83058"/>
                  </a:lnTo>
                  <a:lnTo>
                    <a:pt x="131064" y="80772"/>
                  </a:lnTo>
                  <a:lnTo>
                    <a:pt x="124968" y="82296"/>
                  </a:lnTo>
                  <a:lnTo>
                    <a:pt x="120396" y="86106"/>
                  </a:lnTo>
                  <a:lnTo>
                    <a:pt x="121920" y="79248"/>
                  </a:lnTo>
                  <a:lnTo>
                    <a:pt x="126492" y="74676"/>
                  </a:lnTo>
                  <a:lnTo>
                    <a:pt x="137922" y="73914"/>
                  </a:lnTo>
                  <a:lnTo>
                    <a:pt x="144018" y="71628"/>
                  </a:lnTo>
                  <a:lnTo>
                    <a:pt x="144780" y="67818"/>
                  </a:lnTo>
                  <a:lnTo>
                    <a:pt x="140208" y="67056"/>
                  </a:lnTo>
                  <a:lnTo>
                    <a:pt x="139446" y="68580"/>
                  </a:lnTo>
                  <a:lnTo>
                    <a:pt x="133350" y="68580"/>
                  </a:lnTo>
                  <a:lnTo>
                    <a:pt x="122682" y="70866"/>
                  </a:lnTo>
                  <a:lnTo>
                    <a:pt x="118110" y="75438"/>
                  </a:lnTo>
                  <a:lnTo>
                    <a:pt x="116586" y="83820"/>
                  </a:lnTo>
                  <a:lnTo>
                    <a:pt x="116586" y="98298"/>
                  </a:lnTo>
                  <a:lnTo>
                    <a:pt x="119634" y="106680"/>
                  </a:lnTo>
                  <a:lnTo>
                    <a:pt x="120396" y="107264"/>
                  </a:lnTo>
                  <a:lnTo>
                    <a:pt x="121920" y="108458"/>
                  </a:lnTo>
                  <a:lnTo>
                    <a:pt x="126492" y="112014"/>
                  </a:lnTo>
                  <a:lnTo>
                    <a:pt x="131064" y="112776"/>
                  </a:lnTo>
                  <a:lnTo>
                    <a:pt x="135636" y="112014"/>
                  </a:lnTo>
                  <a:lnTo>
                    <a:pt x="140208" y="109156"/>
                  </a:lnTo>
                  <a:lnTo>
                    <a:pt x="141732" y="108204"/>
                  </a:lnTo>
                  <a:lnTo>
                    <a:pt x="145542" y="101346"/>
                  </a:lnTo>
                  <a:lnTo>
                    <a:pt x="145542" y="96012"/>
                  </a:lnTo>
                  <a:close/>
                </a:path>
                <a:path w="466725" h="123825">
                  <a:moveTo>
                    <a:pt x="158496" y="0"/>
                  </a:moveTo>
                  <a:lnTo>
                    <a:pt x="154686" y="0"/>
                  </a:lnTo>
                  <a:lnTo>
                    <a:pt x="151638" y="11430"/>
                  </a:lnTo>
                  <a:lnTo>
                    <a:pt x="145542" y="33528"/>
                  </a:lnTo>
                  <a:lnTo>
                    <a:pt x="141732" y="44958"/>
                  </a:lnTo>
                  <a:lnTo>
                    <a:pt x="146304" y="44958"/>
                  </a:lnTo>
                  <a:lnTo>
                    <a:pt x="149352" y="33528"/>
                  </a:lnTo>
                  <a:lnTo>
                    <a:pt x="155448" y="11430"/>
                  </a:lnTo>
                  <a:lnTo>
                    <a:pt x="158496" y="0"/>
                  </a:lnTo>
                  <a:close/>
                </a:path>
                <a:path w="466725" h="123825">
                  <a:moveTo>
                    <a:pt x="171373" y="80987"/>
                  </a:moveTo>
                  <a:lnTo>
                    <a:pt x="168402" y="80010"/>
                  </a:lnTo>
                  <a:lnTo>
                    <a:pt x="162306" y="80010"/>
                  </a:lnTo>
                  <a:lnTo>
                    <a:pt x="159258" y="81534"/>
                  </a:lnTo>
                  <a:lnTo>
                    <a:pt x="157734" y="83058"/>
                  </a:lnTo>
                  <a:lnTo>
                    <a:pt x="156972" y="84582"/>
                  </a:lnTo>
                  <a:lnTo>
                    <a:pt x="156972" y="80772"/>
                  </a:lnTo>
                  <a:lnTo>
                    <a:pt x="152400" y="80772"/>
                  </a:lnTo>
                  <a:lnTo>
                    <a:pt x="152400" y="123444"/>
                  </a:lnTo>
                  <a:lnTo>
                    <a:pt x="157734" y="123444"/>
                  </a:lnTo>
                  <a:lnTo>
                    <a:pt x="157734" y="108204"/>
                  </a:lnTo>
                  <a:lnTo>
                    <a:pt x="158496" y="109728"/>
                  </a:lnTo>
                  <a:lnTo>
                    <a:pt x="159258" y="110490"/>
                  </a:lnTo>
                  <a:lnTo>
                    <a:pt x="161721" y="111340"/>
                  </a:lnTo>
                  <a:lnTo>
                    <a:pt x="157734" y="102870"/>
                  </a:lnTo>
                  <a:lnTo>
                    <a:pt x="156972" y="99822"/>
                  </a:lnTo>
                  <a:lnTo>
                    <a:pt x="156972" y="92964"/>
                  </a:lnTo>
                  <a:lnTo>
                    <a:pt x="158496" y="89154"/>
                  </a:lnTo>
                  <a:lnTo>
                    <a:pt x="159766" y="82346"/>
                  </a:lnTo>
                  <a:lnTo>
                    <a:pt x="171373" y="80987"/>
                  </a:lnTo>
                  <a:close/>
                </a:path>
                <a:path w="466725" h="123825">
                  <a:moveTo>
                    <a:pt x="172135" y="81241"/>
                  </a:moveTo>
                  <a:lnTo>
                    <a:pt x="172097" y="80911"/>
                  </a:lnTo>
                  <a:lnTo>
                    <a:pt x="171373" y="80987"/>
                  </a:lnTo>
                  <a:lnTo>
                    <a:pt x="172135" y="81241"/>
                  </a:lnTo>
                  <a:close/>
                </a:path>
                <a:path w="466725" h="123825">
                  <a:moveTo>
                    <a:pt x="179070" y="92964"/>
                  </a:moveTo>
                  <a:lnTo>
                    <a:pt x="172135" y="81241"/>
                  </a:lnTo>
                  <a:lnTo>
                    <a:pt x="172974" y="92202"/>
                  </a:lnTo>
                  <a:lnTo>
                    <a:pt x="173736" y="96012"/>
                  </a:lnTo>
                  <a:lnTo>
                    <a:pt x="172974" y="99822"/>
                  </a:lnTo>
                  <a:lnTo>
                    <a:pt x="171970" y="108445"/>
                  </a:lnTo>
                  <a:lnTo>
                    <a:pt x="161848" y="111379"/>
                  </a:lnTo>
                  <a:lnTo>
                    <a:pt x="166001" y="112826"/>
                  </a:lnTo>
                  <a:lnTo>
                    <a:pt x="171970" y="110832"/>
                  </a:lnTo>
                  <a:lnTo>
                    <a:pt x="172135" y="110756"/>
                  </a:lnTo>
                  <a:lnTo>
                    <a:pt x="173736" y="109004"/>
                  </a:lnTo>
                  <a:lnTo>
                    <a:pt x="176720" y="105752"/>
                  </a:lnTo>
                  <a:lnTo>
                    <a:pt x="179070" y="99060"/>
                  </a:lnTo>
                  <a:lnTo>
                    <a:pt x="179070" y="92964"/>
                  </a:lnTo>
                  <a:close/>
                </a:path>
                <a:path w="466725" h="123825">
                  <a:moveTo>
                    <a:pt x="189738" y="12954"/>
                  </a:moveTo>
                  <a:lnTo>
                    <a:pt x="164592" y="12954"/>
                  </a:lnTo>
                  <a:lnTo>
                    <a:pt x="164592" y="39624"/>
                  </a:lnTo>
                  <a:lnTo>
                    <a:pt x="159258" y="39624"/>
                  </a:lnTo>
                  <a:lnTo>
                    <a:pt x="159258" y="44196"/>
                  </a:lnTo>
                  <a:lnTo>
                    <a:pt x="162306" y="44196"/>
                  </a:lnTo>
                  <a:lnTo>
                    <a:pt x="166166" y="44437"/>
                  </a:lnTo>
                  <a:lnTo>
                    <a:pt x="165531" y="44005"/>
                  </a:lnTo>
                  <a:lnTo>
                    <a:pt x="169164" y="42672"/>
                  </a:lnTo>
                  <a:lnTo>
                    <a:pt x="169926" y="41148"/>
                  </a:lnTo>
                  <a:lnTo>
                    <a:pt x="169926" y="38862"/>
                  </a:lnTo>
                  <a:lnTo>
                    <a:pt x="170688" y="35814"/>
                  </a:lnTo>
                  <a:lnTo>
                    <a:pt x="170688" y="17526"/>
                  </a:lnTo>
                  <a:lnTo>
                    <a:pt x="184404" y="17526"/>
                  </a:lnTo>
                  <a:lnTo>
                    <a:pt x="184404" y="44196"/>
                  </a:lnTo>
                  <a:lnTo>
                    <a:pt x="189738" y="44196"/>
                  </a:lnTo>
                  <a:lnTo>
                    <a:pt x="189738" y="12954"/>
                  </a:lnTo>
                  <a:close/>
                </a:path>
                <a:path w="466725" h="123825">
                  <a:moveTo>
                    <a:pt x="212598" y="112014"/>
                  </a:moveTo>
                  <a:lnTo>
                    <a:pt x="211074" y="108204"/>
                  </a:lnTo>
                  <a:lnTo>
                    <a:pt x="211074" y="91440"/>
                  </a:lnTo>
                  <a:lnTo>
                    <a:pt x="210312" y="84582"/>
                  </a:lnTo>
                  <a:lnTo>
                    <a:pt x="206006" y="81000"/>
                  </a:lnTo>
                  <a:lnTo>
                    <a:pt x="206006" y="99783"/>
                  </a:lnTo>
                  <a:lnTo>
                    <a:pt x="205143" y="102387"/>
                  </a:lnTo>
                  <a:lnTo>
                    <a:pt x="204216" y="104394"/>
                  </a:lnTo>
                  <a:lnTo>
                    <a:pt x="202692" y="105918"/>
                  </a:lnTo>
                  <a:lnTo>
                    <a:pt x="201168" y="106680"/>
                  </a:lnTo>
                  <a:lnTo>
                    <a:pt x="198843" y="108394"/>
                  </a:lnTo>
                  <a:lnTo>
                    <a:pt x="194475" y="109042"/>
                  </a:lnTo>
                  <a:lnTo>
                    <a:pt x="192024" y="107442"/>
                  </a:lnTo>
                  <a:lnTo>
                    <a:pt x="191262" y="106680"/>
                  </a:lnTo>
                  <a:lnTo>
                    <a:pt x="189738" y="105918"/>
                  </a:lnTo>
                  <a:lnTo>
                    <a:pt x="189738" y="104394"/>
                  </a:lnTo>
                  <a:lnTo>
                    <a:pt x="188976" y="102870"/>
                  </a:lnTo>
                  <a:lnTo>
                    <a:pt x="188976" y="102108"/>
                  </a:lnTo>
                  <a:lnTo>
                    <a:pt x="189738" y="102108"/>
                  </a:lnTo>
                  <a:lnTo>
                    <a:pt x="189738" y="101346"/>
                  </a:lnTo>
                  <a:lnTo>
                    <a:pt x="192024" y="99060"/>
                  </a:lnTo>
                  <a:lnTo>
                    <a:pt x="193548" y="99060"/>
                  </a:lnTo>
                  <a:lnTo>
                    <a:pt x="195072" y="98298"/>
                  </a:lnTo>
                  <a:lnTo>
                    <a:pt x="196596" y="98298"/>
                  </a:lnTo>
                  <a:lnTo>
                    <a:pt x="200406" y="97536"/>
                  </a:lnTo>
                  <a:lnTo>
                    <a:pt x="203454" y="96774"/>
                  </a:lnTo>
                  <a:lnTo>
                    <a:pt x="205740" y="96012"/>
                  </a:lnTo>
                  <a:lnTo>
                    <a:pt x="205740" y="97536"/>
                  </a:lnTo>
                  <a:lnTo>
                    <a:pt x="206006" y="99783"/>
                  </a:lnTo>
                  <a:lnTo>
                    <a:pt x="206006" y="81000"/>
                  </a:lnTo>
                  <a:lnTo>
                    <a:pt x="205740" y="80772"/>
                  </a:lnTo>
                  <a:lnTo>
                    <a:pt x="195072" y="80010"/>
                  </a:lnTo>
                  <a:lnTo>
                    <a:pt x="186690" y="83820"/>
                  </a:lnTo>
                  <a:lnTo>
                    <a:pt x="184404" y="89154"/>
                  </a:lnTo>
                  <a:lnTo>
                    <a:pt x="189738" y="89916"/>
                  </a:lnTo>
                  <a:lnTo>
                    <a:pt x="192786" y="85344"/>
                  </a:lnTo>
                  <a:lnTo>
                    <a:pt x="198120" y="84582"/>
                  </a:lnTo>
                  <a:lnTo>
                    <a:pt x="204216" y="86106"/>
                  </a:lnTo>
                  <a:lnTo>
                    <a:pt x="205740" y="92202"/>
                  </a:lnTo>
                  <a:lnTo>
                    <a:pt x="193548" y="94488"/>
                  </a:lnTo>
                  <a:lnTo>
                    <a:pt x="185928" y="97536"/>
                  </a:lnTo>
                  <a:lnTo>
                    <a:pt x="183642" y="101346"/>
                  </a:lnTo>
                  <a:lnTo>
                    <a:pt x="184404" y="106680"/>
                  </a:lnTo>
                  <a:lnTo>
                    <a:pt x="186690" y="109728"/>
                  </a:lnTo>
                  <a:lnTo>
                    <a:pt x="188976" y="111442"/>
                  </a:lnTo>
                  <a:lnTo>
                    <a:pt x="189738" y="112014"/>
                  </a:lnTo>
                  <a:lnTo>
                    <a:pt x="197358" y="112014"/>
                  </a:lnTo>
                  <a:lnTo>
                    <a:pt x="205740" y="107442"/>
                  </a:lnTo>
                  <a:lnTo>
                    <a:pt x="206006" y="108242"/>
                  </a:lnTo>
                  <a:lnTo>
                    <a:pt x="207264" y="112014"/>
                  </a:lnTo>
                  <a:lnTo>
                    <a:pt x="212598" y="112014"/>
                  </a:lnTo>
                  <a:close/>
                </a:path>
                <a:path w="466725" h="123825">
                  <a:moveTo>
                    <a:pt x="225552" y="28194"/>
                  </a:moveTo>
                  <a:lnTo>
                    <a:pt x="224790" y="23622"/>
                  </a:lnTo>
                  <a:lnTo>
                    <a:pt x="223266" y="19812"/>
                  </a:lnTo>
                  <a:lnTo>
                    <a:pt x="220980" y="16002"/>
                  </a:lnTo>
                  <a:lnTo>
                    <a:pt x="220218" y="15430"/>
                  </a:lnTo>
                  <a:lnTo>
                    <a:pt x="220218" y="28194"/>
                  </a:lnTo>
                  <a:lnTo>
                    <a:pt x="219456" y="32004"/>
                  </a:lnTo>
                  <a:lnTo>
                    <a:pt x="218694" y="35052"/>
                  </a:lnTo>
                  <a:lnTo>
                    <a:pt x="217170" y="37338"/>
                  </a:lnTo>
                  <a:lnTo>
                    <a:pt x="212598" y="40386"/>
                  </a:lnTo>
                  <a:lnTo>
                    <a:pt x="208026" y="40386"/>
                  </a:lnTo>
                  <a:lnTo>
                    <a:pt x="205740" y="39624"/>
                  </a:lnTo>
                  <a:lnTo>
                    <a:pt x="202692" y="35052"/>
                  </a:lnTo>
                  <a:lnTo>
                    <a:pt x="201930" y="32004"/>
                  </a:lnTo>
                  <a:lnTo>
                    <a:pt x="201168" y="28194"/>
                  </a:lnTo>
                  <a:lnTo>
                    <a:pt x="202692" y="22098"/>
                  </a:lnTo>
                  <a:lnTo>
                    <a:pt x="204216" y="19812"/>
                  </a:lnTo>
                  <a:lnTo>
                    <a:pt x="205740" y="18288"/>
                  </a:lnTo>
                  <a:lnTo>
                    <a:pt x="208026" y="16764"/>
                  </a:lnTo>
                  <a:lnTo>
                    <a:pt x="212598" y="16764"/>
                  </a:lnTo>
                  <a:lnTo>
                    <a:pt x="217170" y="19812"/>
                  </a:lnTo>
                  <a:lnTo>
                    <a:pt x="218694" y="22098"/>
                  </a:lnTo>
                  <a:lnTo>
                    <a:pt x="220218" y="28194"/>
                  </a:lnTo>
                  <a:lnTo>
                    <a:pt x="220218" y="15430"/>
                  </a:lnTo>
                  <a:lnTo>
                    <a:pt x="217932" y="13716"/>
                  </a:lnTo>
                  <a:lnTo>
                    <a:pt x="214884" y="12954"/>
                  </a:lnTo>
                  <a:lnTo>
                    <a:pt x="210312" y="12192"/>
                  </a:lnTo>
                  <a:lnTo>
                    <a:pt x="206502" y="12192"/>
                  </a:lnTo>
                  <a:lnTo>
                    <a:pt x="200406" y="15240"/>
                  </a:lnTo>
                  <a:lnTo>
                    <a:pt x="198120" y="19050"/>
                  </a:lnTo>
                  <a:lnTo>
                    <a:pt x="196596" y="23622"/>
                  </a:lnTo>
                  <a:lnTo>
                    <a:pt x="195834" y="28194"/>
                  </a:lnTo>
                  <a:lnTo>
                    <a:pt x="195834" y="33528"/>
                  </a:lnTo>
                  <a:lnTo>
                    <a:pt x="197358" y="37338"/>
                  </a:lnTo>
                  <a:lnTo>
                    <a:pt x="199644" y="40386"/>
                  </a:lnTo>
                  <a:lnTo>
                    <a:pt x="201168" y="41910"/>
                  </a:lnTo>
                  <a:lnTo>
                    <a:pt x="202692" y="43434"/>
                  </a:lnTo>
                  <a:lnTo>
                    <a:pt x="210312" y="44958"/>
                  </a:lnTo>
                  <a:lnTo>
                    <a:pt x="213360" y="44196"/>
                  </a:lnTo>
                  <a:lnTo>
                    <a:pt x="215646" y="44196"/>
                  </a:lnTo>
                  <a:lnTo>
                    <a:pt x="217932" y="43434"/>
                  </a:lnTo>
                  <a:lnTo>
                    <a:pt x="220218" y="41910"/>
                  </a:lnTo>
                  <a:lnTo>
                    <a:pt x="224790" y="35052"/>
                  </a:lnTo>
                  <a:lnTo>
                    <a:pt x="224790" y="32004"/>
                  </a:lnTo>
                  <a:lnTo>
                    <a:pt x="225552" y="28194"/>
                  </a:lnTo>
                  <a:close/>
                </a:path>
                <a:path w="466725" h="123825">
                  <a:moveTo>
                    <a:pt x="247650" y="96012"/>
                  </a:moveTo>
                  <a:lnTo>
                    <a:pt x="246126" y="89916"/>
                  </a:lnTo>
                  <a:lnTo>
                    <a:pt x="241554" y="84048"/>
                  </a:lnTo>
                  <a:lnTo>
                    <a:pt x="241554" y="92964"/>
                  </a:lnTo>
                  <a:lnTo>
                    <a:pt x="241554" y="99822"/>
                  </a:lnTo>
                  <a:lnTo>
                    <a:pt x="240792" y="102108"/>
                  </a:lnTo>
                  <a:lnTo>
                    <a:pt x="236067" y="110413"/>
                  </a:lnTo>
                  <a:lnTo>
                    <a:pt x="226745" y="110553"/>
                  </a:lnTo>
                  <a:lnTo>
                    <a:pt x="224028" y="100584"/>
                  </a:lnTo>
                  <a:lnTo>
                    <a:pt x="224028" y="93726"/>
                  </a:lnTo>
                  <a:lnTo>
                    <a:pt x="224790" y="90678"/>
                  </a:lnTo>
                  <a:lnTo>
                    <a:pt x="227838" y="86106"/>
                  </a:lnTo>
                  <a:lnTo>
                    <a:pt x="230124" y="85344"/>
                  </a:lnTo>
                  <a:lnTo>
                    <a:pt x="233172" y="84582"/>
                  </a:lnTo>
                  <a:lnTo>
                    <a:pt x="237744" y="86106"/>
                  </a:lnTo>
                  <a:lnTo>
                    <a:pt x="239268" y="88392"/>
                  </a:lnTo>
                  <a:lnTo>
                    <a:pt x="240792" y="89916"/>
                  </a:lnTo>
                  <a:lnTo>
                    <a:pt x="241554" y="92964"/>
                  </a:lnTo>
                  <a:lnTo>
                    <a:pt x="241554" y="84048"/>
                  </a:lnTo>
                  <a:lnTo>
                    <a:pt x="240792" y="83058"/>
                  </a:lnTo>
                  <a:lnTo>
                    <a:pt x="233172" y="80772"/>
                  </a:lnTo>
                  <a:lnTo>
                    <a:pt x="227076" y="82296"/>
                  </a:lnTo>
                  <a:lnTo>
                    <a:pt x="222504" y="86106"/>
                  </a:lnTo>
                  <a:lnTo>
                    <a:pt x="224790" y="76962"/>
                  </a:lnTo>
                  <a:lnTo>
                    <a:pt x="228600" y="74676"/>
                  </a:lnTo>
                  <a:lnTo>
                    <a:pt x="243840" y="73152"/>
                  </a:lnTo>
                  <a:lnTo>
                    <a:pt x="246888" y="67818"/>
                  </a:lnTo>
                  <a:lnTo>
                    <a:pt x="241554" y="67056"/>
                  </a:lnTo>
                  <a:lnTo>
                    <a:pt x="241554" y="67818"/>
                  </a:lnTo>
                  <a:lnTo>
                    <a:pt x="234696" y="68580"/>
                  </a:lnTo>
                  <a:lnTo>
                    <a:pt x="224790" y="70866"/>
                  </a:lnTo>
                  <a:lnTo>
                    <a:pt x="220218" y="75438"/>
                  </a:lnTo>
                  <a:lnTo>
                    <a:pt x="217932" y="89916"/>
                  </a:lnTo>
                  <a:lnTo>
                    <a:pt x="218694" y="101346"/>
                  </a:lnTo>
                  <a:lnTo>
                    <a:pt x="222504" y="107327"/>
                  </a:lnTo>
                  <a:lnTo>
                    <a:pt x="224028" y="109728"/>
                  </a:lnTo>
                  <a:lnTo>
                    <a:pt x="227838" y="112014"/>
                  </a:lnTo>
                  <a:lnTo>
                    <a:pt x="232410" y="112776"/>
                  </a:lnTo>
                  <a:lnTo>
                    <a:pt x="236982" y="112014"/>
                  </a:lnTo>
                  <a:lnTo>
                    <a:pt x="240030" y="110490"/>
                  </a:lnTo>
                  <a:lnTo>
                    <a:pt x="241554" y="108458"/>
                  </a:lnTo>
                  <a:lnTo>
                    <a:pt x="246888" y="101346"/>
                  </a:lnTo>
                  <a:lnTo>
                    <a:pt x="247650" y="96012"/>
                  </a:lnTo>
                  <a:close/>
                </a:path>
                <a:path w="466725" h="123825">
                  <a:moveTo>
                    <a:pt x="249174" y="12954"/>
                  </a:moveTo>
                  <a:lnTo>
                    <a:pt x="230886" y="12954"/>
                  </a:lnTo>
                  <a:lnTo>
                    <a:pt x="230886" y="44196"/>
                  </a:lnTo>
                  <a:lnTo>
                    <a:pt x="236220" y="44196"/>
                  </a:lnTo>
                  <a:lnTo>
                    <a:pt x="236220" y="17526"/>
                  </a:lnTo>
                  <a:lnTo>
                    <a:pt x="249174" y="17526"/>
                  </a:lnTo>
                  <a:lnTo>
                    <a:pt x="249174" y="12954"/>
                  </a:lnTo>
                  <a:close/>
                </a:path>
                <a:path w="466725" h="123825">
                  <a:moveTo>
                    <a:pt x="278892" y="12954"/>
                  </a:moveTo>
                  <a:lnTo>
                    <a:pt x="273558" y="12954"/>
                  </a:lnTo>
                  <a:lnTo>
                    <a:pt x="269748" y="19050"/>
                  </a:lnTo>
                  <a:lnTo>
                    <a:pt x="262890" y="30480"/>
                  </a:lnTo>
                  <a:lnTo>
                    <a:pt x="259080" y="36576"/>
                  </a:lnTo>
                  <a:lnTo>
                    <a:pt x="259080" y="12954"/>
                  </a:lnTo>
                  <a:lnTo>
                    <a:pt x="253746" y="12954"/>
                  </a:lnTo>
                  <a:lnTo>
                    <a:pt x="253746" y="44196"/>
                  </a:lnTo>
                  <a:lnTo>
                    <a:pt x="259080" y="44196"/>
                  </a:lnTo>
                  <a:lnTo>
                    <a:pt x="262890" y="38100"/>
                  </a:lnTo>
                  <a:lnTo>
                    <a:pt x="269748" y="26670"/>
                  </a:lnTo>
                  <a:lnTo>
                    <a:pt x="274320" y="20574"/>
                  </a:lnTo>
                  <a:lnTo>
                    <a:pt x="274320" y="44196"/>
                  </a:lnTo>
                  <a:lnTo>
                    <a:pt x="278892" y="44196"/>
                  </a:lnTo>
                  <a:lnTo>
                    <a:pt x="278892" y="12954"/>
                  </a:lnTo>
                  <a:close/>
                </a:path>
                <a:path w="466725" h="123825">
                  <a:moveTo>
                    <a:pt x="281178" y="96012"/>
                  </a:moveTo>
                  <a:lnTo>
                    <a:pt x="280416" y="91440"/>
                  </a:lnTo>
                  <a:lnTo>
                    <a:pt x="278892" y="86868"/>
                  </a:lnTo>
                  <a:lnTo>
                    <a:pt x="276606" y="83820"/>
                  </a:lnTo>
                  <a:lnTo>
                    <a:pt x="275082" y="82296"/>
                  </a:lnTo>
                  <a:lnTo>
                    <a:pt x="275082" y="92202"/>
                  </a:lnTo>
                  <a:lnTo>
                    <a:pt x="275082" y="99822"/>
                  </a:lnTo>
                  <a:lnTo>
                    <a:pt x="272681" y="105346"/>
                  </a:lnTo>
                  <a:lnTo>
                    <a:pt x="267855" y="107886"/>
                  </a:lnTo>
                  <a:lnTo>
                    <a:pt x="262458" y="107149"/>
                  </a:lnTo>
                  <a:lnTo>
                    <a:pt x="258318" y="102870"/>
                  </a:lnTo>
                  <a:lnTo>
                    <a:pt x="257556" y="99822"/>
                  </a:lnTo>
                  <a:lnTo>
                    <a:pt x="256794" y="96012"/>
                  </a:lnTo>
                  <a:lnTo>
                    <a:pt x="257556" y="92202"/>
                  </a:lnTo>
                  <a:lnTo>
                    <a:pt x="258318" y="89154"/>
                  </a:lnTo>
                  <a:lnTo>
                    <a:pt x="259842" y="86868"/>
                  </a:lnTo>
                  <a:lnTo>
                    <a:pt x="261366" y="85344"/>
                  </a:lnTo>
                  <a:lnTo>
                    <a:pt x="263652" y="84582"/>
                  </a:lnTo>
                  <a:lnTo>
                    <a:pt x="268986" y="84582"/>
                  </a:lnTo>
                  <a:lnTo>
                    <a:pt x="271272" y="85344"/>
                  </a:lnTo>
                  <a:lnTo>
                    <a:pt x="272796" y="86868"/>
                  </a:lnTo>
                  <a:lnTo>
                    <a:pt x="274320" y="89154"/>
                  </a:lnTo>
                  <a:lnTo>
                    <a:pt x="275082" y="92202"/>
                  </a:lnTo>
                  <a:lnTo>
                    <a:pt x="275082" y="82296"/>
                  </a:lnTo>
                  <a:lnTo>
                    <a:pt x="274320" y="81534"/>
                  </a:lnTo>
                  <a:lnTo>
                    <a:pt x="270510" y="80010"/>
                  </a:lnTo>
                  <a:lnTo>
                    <a:pt x="262890" y="80010"/>
                  </a:lnTo>
                  <a:lnTo>
                    <a:pt x="251460" y="96012"/>
                  </a:lnTo>
                  <a:lnTo>
                    <a:pt x="252222" y="100584"/>
                  </a:lnTo>
                  <a:lnTo>
                    <a:pt x="253746" y="105156"/>
                  </a:lnTo>
                  <a:lnTo>
                    <a:pt x="256032" y="108204"/>
                  </a:lnTo>
                  <a:lnTo>
                    <a:pt x="256794" y="108966"/>
                  </a:lnTo>
                  <a:lnTo>
                    <a:pt x="258318" y="110490"/>
                  </a:lnTo>
                  <a:lnTo>
                    <a:pt x="262128" y="112014"/>
                  </a:lnTo>
                  <a:lnTo>
                    <a:pt x="266700" y="112776"/>
                  </a:lnTo>
                  <a:lnTo>
                    <a:pt x="268986" y="112776"/>
                  </a:lnTo>
                  <a:lnTo>
                    <a:pt x="271272" y="112014"/>
                  </a:lnTo>
                  <a:lnTo>
                    <a:pt x="274320" y="110490"/>
                  </a:lnTo>
                  <a:lnTo>
                    <a:pt x="275082" y="109728"/>
                  </a:lnTo>
                  <a:lnTo>
                    <a:pt x="275844" y="108966"/>
                  </a:lnTo>
                  <a:lnTo>
                    <a:pt x="278130" y="107442"/>
                  </a:lnTo>
                  <a:lnTo>
                    <a:pt x="278892" y="105156"/>
                  </a:lnTo>
                  <a:lnTo>
                    <a:pt x="280416" y="102870"/>
                  </a:lnTo>
                  <a:lnTo>
                    <a:pt x="281178" y="99822"/>
                  </a:lnTo>
                  <a:lnTo>
                    <a:pt x="281178" y="96012"/>
                  </a:lnTo>
                  <a:close/>
                </a:path>
                <a:path w="466725" h="123825">
                  <a:moveTo>
                    <a:pt x="291630" y="31788"/>
                  </a:moveTo>
                  <a:lnTo>
                    <a:pt x="289648" y="22364"/>
                  </a:lnTo>
                  <a:lnTo>
                    <a:pt x="290322" y="14478"/>
                  </a:lnTo>
                  <a:lnTo>
                    <a:pt x="290322" y="12954"/>
                  </a:lnTo>
                  <a:lnTo>
                    <a:pt x="284988" y="12954"/>
                  </a:lnTo>
                  <a:lnTo>
                    <a:pt x="284988" y="15240"/>
                  </a:lnTo>
                  <a:lnTo>
                    <a:pt x="285292" y="23660"/>
                  </a:lnTo>
                  <a:lnTo>
                    <a:pt x="287756" y="29514"/>
                  </a:lnTo>
                  <a:lnTo>
                    <a:pt x="289648" y="30619"/>
                  </a:lnTo>
                  <a:lnTo>
                    <a:pt x="291630" y="31788"/>
                  </a:lnTo>
                  <a:close/>
                </a:path>
                <a:path w="466725" h="123825">
                  <a:moveTo>
                    <a:pt x="309372" y="80772"/>
                  </a:moveTo>
                  <a:lnTo>
                    <a:pt x="284226" y="80772"/>
                  </a:lnTo>
                  <a:lnTo>
                    <a:pt x="284226" y="84582"/>
                  </a:lnTo>
                  <a:lnTo>
                    <a:pt x="294132" y="84582"/>
                  </a:lnTo>
                  <a:lnTo>
                    <a:pt x="294132" y="112014"/>
                  </a:lnTo>
                  <a:lnTo>
                    <a:pt x="299466" y="112014"/>
                  </a:lnTo>
                  <a:lnTo>
                    <a:pt x="299466" y="84582"/>
                  </a:lnTo>
                  <a:lnTo>
                    <a:pt x="309372" y="84582"/>
                  </a:lnTo>
                  <a:lnTo>
                    <a:pt x="309372" y="80772"/>
                  </a:lnTo>
                  <a:close/>
                </a:path>
                <a:path w="466725" h="123825">
                  <a:moveTo>
                    <a:pt x="310134" y="12954"/>
                  </a:moveTo>
                  <a:lnTo>
                    <a:pt x="304800" y="12954"/>
                  </a:lnTo>
                  <a:lnTo>
                    <a:pt x="304800" y="26670"/>
                  </a:lnTo>
                  <a:lnTo>
                    <a:pt x="301752" y="28194"/>
                  </a:lnTo>
                  <a:lnTo>
                    <a:pt x="291782" y="31877"/>
                  </a:lnTo>
                  <a:lnTo>
                    <a:pt x="293039" y="32613"/>
                  </a:lnTo>
                  <a:lnTo>
                    <a:pt x="301752" y="32766"/>
                  </a:lnTo>
                  <a:lnTo>
                    <a:pt x="304800" y="31242"/>
                  </a:lnTo>
                  <a:lnTo>
                    <a:pt x="304800" y="44196"/>
                  </a:lnTo>
                  <a:lnTo>
                    <a:pt x="310134" y="44196"/>
                  </a:lnTo>
                  <a:lnTo>
                    <a:pt x="310134" y="12954"/>
                  </a:lnTo>
                  <a:close/>
                </a:path>
                <a:path w="466725" h="123825">
                  <a:moveTo>
                    <a:pt x="337566" y="112014"/>
                  </a:moveTo>
                  <a:lnTo>
                    <a:pt x="329946" y="99822"/>
                  </a:lnTo>
                  <a:lnTo>
                    <a:pt x="325374" y="96012"/>
                  </a:lnTo>
                  <a:lnTo>
                    <a:pt x="328422" y="93726"/>
                  </a:lnTo>
                  <a:lnTo>
                    <a:pt x="332232" y="85344"/>
                  </a:lnTo>
                  <a:lnTo>
                    <a:pt x="336804" y="84582"/>
                  </a:lnTo>
                  <a:lnTo>
                    <a:pt x="336804" y="80772"/>
                  </a:lnTo>
                  <a:lnTo>
                    <a:pt x="332994" y="80772"/>
                  </a:lnTo>
                  <a:lnTo>
                    <a:pt x="329184" y="82296"/>
                  </a:lnTo>
                  <a:lnTo>
                    <a:pt x="323088" y="92964"/>
                  </a:lnTo>
                  <a:lnTo>
                    <a:pt x="320040" y="93726"/>
                  </a:lnTo>
                  <a:lnTo>
                    <a:pt x="320040" y="80772"/>
                  </a:lnTo>
                  <a:lnTo>
                    <a:pt x="314706" y="80772"/>
                  </a:lnTo>
                  <a:lnTo>
                    <a:pt x="314706" y="112014"/>
                  </a:lnTo>
                  <a:lnTo>
                    <a:pt x="320040" y="112014"/>
                  </a:lnTo>
                  <a:lnTo>
                    <a:pt x="320040" y="97536"/>
                  </a:lnTo>
                  <a:lnTo>
                    <a:pt x="323088" y="98298"/>
                  </a:lnTo>
                  <a:lnTo>
                    <a:pt x="331470" y="112014"/>
                  </a:lnTo>
                  <a:lnTo>
                    <a:pt x="337566" y="112014"/>
                  </a:lnTo>
                  <a:close/>
                </a:path>
                <a:path w="466725" h="123825">
                  <a:moveTo>
                    <a:pt x="345948" y="28194"/>
                  </a:moveTo>
                  <a:lnTo>
                    <a:pt x="342785" y="18008"/>
                  </a:lnTo>
                  <a:lnTo>
                    <a:pt x="339852" y="15900"/>
                  </a:lnTo>
                  <a:lnTo>
                    <a:pt x="339852" y="22860"/>
                  </a:lnTo>
                  <a:lnTo>
                    <a:pt x="339852" y="25146"/>
                  </a:lnTo>
                  <a:lnTo>
                    <a:pt x="322326" y="25146"/>
                  </a:lnTo>
                  <a:lnTo>
                    <a:pt x="323088" y="22860"/>
                  </a:lnTo>
                  <a:lnTo>
                    <a:pt x="325551" y="14439"/>
                  </a:lnTo>
                  <a:lnTo>
                    <a:pt x="335813" y="14478"/>
                  </a:lnTo>
                  <a:lnTo>
                    <a:pt x="339852" y="22860"/>
                  </a:lnTo>
                  <a:lnTo>
                    <a:pt x="339852" y="15900"/>
                  </a:lnTo>
                  <a:lnTo>
                    <a:pt x="335483" y="12738"/>
                  </a:lnTo>
                  <a:lnTo>
                    <a:pt x="326555" y="13106"/>
                  </a:lnTo>
                  <a:lnTo>
                    <a:pt x="318516" y="19812"/>
                  </a:lnTo>
                  <a:lnTo>
                    <a:pt x="316992" y="23622"/>
                  </a:lnTo>
                  <a:lnTo>
                    <a:pt x="316230" y="28956"/>
                  </a:lnTo>
                  <a:lnTo>
                    <a:pt x="319100" y="38442"/>
                  </a:lnTo>
                  <a:lnTo>
                    <a:pt x="322326" y="41084"/>
                  </a:lnTo>
                  <a:lnTo>
                    <a:pt x="325755" y="43878"/>
                  </a:lnTo>
                  <a:lnTo>
                    <a:pt x="334327" y="44704"/>
                  </a:lnTo>
                  <a:lnTo>
                    <a:pt x="342900" y="40386"/>
                  </a:lnTo>
                  <a:lnTo>
                    <a:pt x="344424" y="38100"/>
                  </a:lnTo>
                  <a:lnTo>
                    <a:pt x="345186" y="35052"/>
                  </a:lnTo>
                  <a:lnTo>
                    <a:pt x="343662" y="35052"/>
                  </a:lnTo>
                  <a:lnTo>
                    <a:pt x="341376" y="34290"/>
                  </a:lnTo>
                  <a:lnTo>
                    <a:pt x="339852" y="34290"/>
                  </a:lnTo>
                  <a:lnTo>
                    <a:pt x="339090" y="35814"/>
                  </a:lnTo>
                  <a:lnTo>
                    <a:pt x="337566" y="38100"/>
                  </a:lnTo>
                  <a:lnTo>
                    <a:pt x="336804" y="38862"/>
                  </a:lnTo>
                  <a:lnTo>
                    <a:pt x="333756" y="40386"/>
                  </a:lnTo>
                  <a:lnTo>
                    <a:pt x="329184" y="40386"/>
                  </a:lnTo>
                  <a:lnTo>
                    <a:pt x="326898" y="39624"/>
                  </a:lnTo>
                  <a:lnTo>
                    <a:pt x="324612" y="38100"/>
                  </a:lnTo>
                  <a:lnTo>
                    <a:pt x="323850" y="35814"/>
                  </a:lnTo>
                  <a:lnTo>
                    <a:pt x="322326" y="32766"/>
                  </a:lnTo>
                  <a:lnTo>
                    <a:pt x="322326" y="29718"/>
                  </a:lnTo>
                  <a:lnTo>
                    <a:pt x="339852" y="29718"/>
                  </a:lnTo>
                  <a:lnTo>
                    <a:pt x="345948" y="29718"/>
                  </a:lnTo>
                  <a:lnTo>
                    <a:pt x="345948" y="28194"/>
                  </a:lnTo>
                  <a:close/>
                </a:path>
                <a:path w="466725" h="123825">
                  <a:moveTo>
                    <a:pt x="368046" y="112014"/>
                  </a:moveTo>
                  <a:lnTo>
                    <a:pt x="366522" y="108204"/>
                  </a:lnTo>
                  <a:lnTo>
                    <a:pt x="366864" y="95402"/>
                  </a:lnTo>
                  <a:lnTo>
                    <a:pt x="365531" y="85039"/>
                  </a:lnTo>
                  <a:lnTo>
                    <a:pt x="359168" y="79781"/>
                  </a:lnTo>
                  <a:lnTo>
                    <a:pt x="344424" y="82296"/>
                  </a:lnTo>
                  <a:lnTo>
                    <a:pt x="339852" y="89154"/>
                  </a:lnTo>
                  <a:lnTo>
                    <a:pt x="345186" y="89916"/>
                  </a:lnTo>
                  <a:lnTo>
                    <a:pt x="348234" y="85344"/>
                  </a:lnTo>
                  <a:lnTo>
                    <a:pt x="353568" y="84582"/>
                  </a:lnTo>
                  <a:lnTo>
                    <a:pt x="359664" y="86106"/>
                  </a:lnTo>
                  <a:lnTo>
                    <a:pt x="361188" y="92202"/>
                  </a:lnTo>
                  <a:lnTo>
                    <a:pt x="361188" y="96012"/>
                  </a:lnTo>
                  <a:lnTo>
                    <a:pt x="361188" y="102108"/>
                  </a:lnTo>
                  <a:lnTo>
                    <a:pt x="360426" y="102870"/>
                  </a:lnTo>
                  <a:lnTo>
                    <a:pt x="359664" y="104394"/>
                  </a:lnTo>
                  <a:lnTo>
                    <a:pt x="358140" y="105918"/>
                  </a:lnTo>
                  <a:lnTo>
                    <a:pt x="353568" y="108204"/>
                  </a:lnTo>
                  <a:lnTo>
                    <a:pt x="349758" y="108204"/>
                  </a:lnTo>
                  <a:lnTo>
                    <a:pt x="347472" y="107442"/>
                  </a:lnTo>
                  <a:lnTo>
                    <a:pt x="345948" y="105918"/>
                  </a:lnTo>
                  <a:lnTo>
                    <a:pt x="345186" y="104394"/>
                  </a:lnTo>
                  <a:lnTo>
                    <a:pt x="345186" y="102108"/>
                  </a:lnTo>
                  <a:lnTo>
                    <a:pt x="345948" y="101346"/>
                  </a:lnTo>
                  <a:lnTo>
                    <a:pt x="345948" y="100584"/>
                  </a:lnTo>
                  <a:lnTo>
                    <a:pt x="346710" y="99822"/>
                  </a:lnTo>
                  <a:lnTo>
                    <a:pt x="348234" y="99060"/>
                  </a:lnTo>
                  <a:lnTo>
                    <a:pt x="348996" y="99060"/>
                  </a:lnTo>
                  <a:lnTo>
                    <a:pt x="350520" y="98298"/>
                  </a:lnTo>
                  <a:lnTo>
                    <a:pt x="352806" y="98298"/>
                  </a:lnTo>
                  <a:lnTo>
                    <a:pt x="358902" y="96774"/>
                  </a:lnTo>
                  <a:lnTo>
                    <a:pt x="361188" y="96012"/>
                  </a:lnTo>
                  <a:lnTo>
                    <a:pt x="361188" y="92202"/>
                  </a:lnTo>
                  <a:lnTo>
                    <a:pt x="348996" y="94488"/>
                  </a:lnTo>
                  <a:lnTo>
                    <a:pt x="341376" y="97536"/>
                  </a:lnTo>
                  <a:lnTo>
                    <a:pt x="339090" y="103632"/>
                  </a:lnTo>
                  <a:lnTo>
                    <a:pt x="342138" y="109728"/>
                  </a:lnTo>
                  <a:lnTo>
                    <a:pt x="345186" y="112014"/>
                  </a:lnTo>
                  <a:lnTo>
                    <a:pt x="350520" y="112776"/>
                  </a:lnTo>
                  <a:lnTo>
                    <a:pt x="355854" y="111252"/>
                  </a:lnTo>
                  <a:lnTo>
                    <a:pt x="361188" y="107911"/>
                  </a:lnTo>
                  <a:lnTo>
                    <a:pt x="361950" y="107442"/>
                  </a:lnTo>
                  <a:lnTo>
                    <a:pt x="362712" y="112014"/>
                  </a:lnTo>
                  <a:lnTo>
                    <a:pt x="366522" y="112014"/>
                  </a:lnTo>
                  <a:lnTo>
                    <a:pt x="368046" y="112014"/>
                  </a:lnTo>
                  <a:close/>
                </a:path>
                <a:path w="466725" h="123825">
                  <a:moveTo>
                    <a:pt x="377190" y="22098"/>
                  </a:moveTo>
                  <a:lnTo>
                    <a:pt x="375666" y="17526"/>
                  </a:lnTo>
                  <a:lnTo>
                    <a:pt x="372618" y="14478"/>
                  </a:lnTo>
                  <a:lnTo>
                    <a:pt x="364236" y="12192"/>
                  </a:lnTo>
                  <a:lnTo>
                    <a:pt x="361188" y="12192"/>
                  </a:lnTo>
                  <a:lnTo>
                    <a:pt x="354330" y="16002"/>
                  </a:lnTo>
                  <a:lnTo>
                    <a:pt x="352044" y="19812"/>
                  </a:lnTo>
                  <a:lnTo>
                    <a:pt x="350520" y="28956"/>
                  </a:lnTo>
                  <a:lnTo>
                    <a:pt x="351282" y="35814"/>
                  </a:lnTo>
                  <a:lnTo>
                    <a:pt x="354330" y="41148"/>
                  </a:lnTo>
                  <a:lnTo>
                    <a:pt x="361950" y="44196"/>
                  </a:lnTo>
                  <a:lnTo>
                    <a:pt x="369570" y="44196"/>
                  </a:lnTo>
                  <a:lnTo>
                    <a:pt x="373380" y="41910"/>
                  </a:lnTo>
                  <a:lnTo>
                    <a:pt x="375666" y="38100"/>
                  </a:lnTo>
                  <a:lnTo>
                    <a:pt x="377190" y="33528"/>
                  </a:lnTo>
                  <a:lnTo>
                    <a:pt x="372618" y="32766"/>
                  </a:lnTo>
                  <a:lnTo>
                    <a:pt x="369570" y="38862"/>
                  </a:lnTo>
                  <a:lnTo>
                    <a:pt x="364236" y="40386"/>
                  </a:lnTo>
                  <a:lnTo>
                    <a:pt x="358140" y="38100"/>
                  </a:lnTo>
                  <a:lnTo>
                    <a:pt x="355854" y="28194"/>
                  </a:lnTo>
                  <a:lnTo>
                    <a:pt x="358140" y="19050"/>
                  </a:lnTo>
                  <a:lnTo>
                    <a:pt x="364998" y="16764"/>
                  </a:lnTo>
                  <a:lnTo>
                    <a:pt x="369570" y="18288"/>
                  </a:lnTo>
                  <a:lnTo>
                    <a:pt x="371856" y="22860"/>
                  </a:lnTo>
                  <a:lnTo>
                    <a:pt x="377190" y="22098"/>
                  </a:lnTo>
                  <a:close/>
                </a:path>
                <a:path w="466725" h="123825">
                  <a:moveTo>
                    <a:pt x="383527" y="115074"/>
                  </a:moveTo>
                  <a:lnTo>
                    <a:pt x="381266" y="113728"/>
                  </a:lnTo>
                  <a:lnTo>
                    <a:pt x="381762" y="107442"/>
                  </a:lnTo>
                  <a:lnTo>
                    <a:pt x="381762" y="105918"/>
                  </a:lnTo>
                  <a:lnTo>
                    <a:pt x="375666" y="105918"/>
                  </a:lnTo>
                  <a:lnTo>
                    <a:pt x="375666" y="112014"/>
                  </a:lnTo>
                  <a:lnTo>
                    <a:pt x="378714" y="112014"/>
                  </a:lnTo>
                  <a:lnTo>
                    <a:pt x="378714" y="115062"/>
                  </a:lnTo>
                  <a:lnTo>
                    <a:pt x="375666" y="118110"/>
                  </a:lnTo>
                  <a:lnTo>
                    <a:pt x="375666" y="118872"/>
                  </a:lnTo>
                  <a:lnTo>
                    <a:pt x="377190" y="120396"/>
                  </a:lnTo>
                  <a:lnTo>
                    <a:pt x="378714" y="119634"/>
                  </a:lnTo>
                  <a:lnTo>
                    <a:pt x="383527" y="115074"/>
                  </a:lnTo>
                  <a:close/>
                </a:path>
                <a:path w="466725" h="123825">
                  <a:moveTo>
                    <a:pt x="405384" y="44196"/>
                  </a:moveTo>
                  <a:lnTo>
                    <a:pt x="396240" y="30480"/>
                  </a:lnTo>
                  <a:lnTo>
                    <a:pt x="392430" y="28194"/>
                  </a:lnTo>
                  <a:lnTo>
                    <a:pt x="395478" y="25908"/>
                  </a:lnTo>
                  <a:lnTo>
                    <a:pt x="400050" y="17526"/>
                  </a:lnTo>
                  <a:lnTo>
                    <a:pt x="403860" y="16764"/>
                  </a:lnTo>
                  <a:lnTo>
                    <a:pt x="403860" y="12954"/>
                  </a:lnTo>
                  <a:lnTo>
                    <a:pt x="400050" y="12954"/>
                  </a:lnTo>
                  <a:lnTo>
                    <a:pt x="396240" y="14478"/>
                  </a:lnTo>
                  <a:lnTo>
                    <a:pt x="390906" y="25146"/>
                  </a:lnTo>
                  <a:lnTo>
                    <a:pt x="387096" y="26670"/>
                  </a:lnTo>
                  <a:lnTo>
                    <a:pt x="387096" y="12954"/>
                  </a:lnTo>
                  <a:lnTo>
                    <a:pt x="381762" y="12954"/>
                  </a:lnTo>
                  <a:lnTo>
                    <a:pt x="381762" y="44196"/>
                  </a:lnTo>
                  <a:lnTo>
                    <a:pt x="387096" y="44196"/>
                  </a:lnTo>
                  <a:lnTo>
                    <a:pt x="387096" y="29718"/>
                  </a:lnTo>
                  <a:lnTo>
                    <a:pt x="390144" y="30480"/>
                  </a:lnTo>
                  <a:lnTo>
                    <a:pt x="399288" y="44196"/>
                  </a:lnTo>
                  <a:lnTo>
                    <a:pt x="405384" y="44196"/>
                  </a:lnTo>
                  <a:close/>
                </a:path>
                <a:path w="466725" h="123825">
                  <a:moveTo>
                    <a:pt x="435864" y="44196"/>
                  </a:moveTo>
                  <a:lnTo>
                    <a:pt x="434340" y="40386"/>
                  </a:lnTo>
                  <a:lnTo>
                    <a:pt x="433578" y="19050"/>
                  </a:lnTo>
                  <a:lnTo>
                    <a:pt x="430530" y="13716"/>
                  </a:lnTo>
                  <a:lnTo>
                    <a:pt x="422148" y="12192"/>
                  </a:lnTo>
                  <a:lnTo>
                    <a:pt x="414528" y="12954"/>
                  </a:lnTo>
                  <a:lnTo>
                    <a:pt x="409956" y="16002"/>
                  </a:lnTo>
                  <a:lnTo>
                    <a:pt x="407670" y="22098"/>
                  </a:lnTo>
                  <a:lnTo>
                    <a:pt x="413004" y="22860"/>
                  </a:lnTo>
                  <a:lnTo>
                    <a:pt x="413766" y="19812"/>
                  </a:lnTo>
                  <a:lnTo>
                    <a:pt x="417576" y="16764"/>
                  </a:lnTo>
                  <a:lnTo>
                    <a:pt x="425196" y="16764"/>
                  </a:lnTo>
                  <a:lnTo>
                    <a:pt x="427482" y="18288"/>
                  </a:lnTo>
                  <a:lnTo>
                    <a:pt x="429006" y="24384"/>
                  </a:lnTo>
                  <a:lnTo>
                    <a:pt x="429006" y="28194"/>
                  </a:lnTo>
                  <a:lnTo>
                    <a:pt x="429006" y="30480"/>
                  </a:lnTo>
                  <a:lnTo>
                    <a:pt x="428244" y="32766"/>
                  </a:lnTo>
                  <a:lnTo>
                    <a:pt x="428244" y="35814"/>
                  </a:lnTo>
                  <a:lnTo>
                    <a:pt x="426720" y="37338"/>
                  </a:lnTo>
                  <a:lnTo>
                    <a:pt x="425958" y="38862"/>
                  </a:lnTo>
                  <a:lnTo>
                    <a:pt x="424434" y="39624"/>
                  </a:lnTo>
                  <a:lnTo>
                    <a:pt x="422148" y="40386"/>
                  </a:lnTo>
                  <a:lnTo>
                    <a:pt x="420624" y="40386"/>
                  </a:lnTo>
                  <a:lnTo>
                    <a:pt x="419100" y="41148"/>
                  </a:lnTo>
                  <a:lnTo>
                    <a:pt x="416814" y="40386"/>
                  </a:lnTo>
                  <a:lnTo>
                    <a:pt x="415290" y="40386"/>
                  </a:lnTo>
                  <a:lnTo>
                    <a:pt x="412242" y="37338"/>
                  </a:lnTo>
                  <a:lnTo>
                    <a:pt x="412242" y="35052"/>
                  </a:lnTo>
                  <a:lnTo>
                    <a:pt x="413004" y="34290"/>
                  </a:lnTo>
                  <a:lnTo>
                    <a:pt x="413004" y="33528"/>
                  </a:lnTo>
                  <a:lnTo>
                    <a:pt x="415290" y="31242"/>
                  </a:lnTo>
                  <a:lnTo>
                    <a:pt x="416052" y="31242"/>
                  </a:lnTo>
                  <a:lnTo>
                    <a:pt x="417576" y="30480"/>
                  </a:lnTo>
                  <a:lnTo>
                    <a:pt x="419862" y="30480"/>
                  </a:lnTo>
                  <a:lnTo>
                    <a:pt x="423672" y="29718"/>
                  </a:lnTo>
                  <a:lnTo>
                    <a:pt x="426720" y="28956"/>
                  </a:lnTo>
                  <a:lnTo>
                    <a:pt x="429006" y="28194"/>
                  </a:lnTo>
                  <a:lnTo>
                    <a:pt x="429006" y="24384"/>
                  </a:lnTo>
                  <a:lnTo>
                    <a:pt x="416052" y="26670"/>
                  </a:lnTo>
                  <a:lnTo>
                    <a:pt x="410718" y="28956"/>
                  </a:lnTo>
                  <a:lnTo>
                    <a:pt x="406908" y="33528"/>
                  </a:lnTo>
                  <a:lnTo>
                    <a:pt x="407670" y="39624"/>
                  </a:lnTo>
                  <a:lnTo>
                    <a:pt x="412242" y="43535"/>
                  </a:lnTo>
                  <a:lnTo>
                    <a:pt x="413004" y="44196"/>
                  </a:lnTo>
                  <a:lnTo>
                    <a:pt x="417576" y="44958"/>
                  </a:lnTo>
                  <a:lnTo>
                    <a:pt x="423672" y="43434"/>
                  </a:lnTo>
                  <a:lnTo>
                    <a:pt x="429006" y="40386"/>
                  </a:lnTo>
                  <a:lnTo>
                    <a:pt x="430530" y="44196"/>
                  </a:lnTo>
                  <a:lnTo>
                    <a:pt x="435864" y="44196"/>
                  </a:lnTo>
                  <a:close/>
                </a:path>
                <a:path w="466725" h="123825">
                  <a:moveTo>
                    <a:pt x="466344" y="12954"/>
                  </a:moveTo>
                  <a:lnTo>
                    <a:pt x="461010" y="12954"/>
                  </a:lnTo>
                  <a:lnTo>
                    <a:pt x="461010" y="17526"/>
                  </a:lnTo>
                  <a:lnTo>
                    <a:pt x="461010" y="27432"/>
                  </a:lnTo>
                  <a:lnTo>
                    <a:pt x="449580" y="27432"/>
                  </a:lnTo>
                  <a:lnTo>
                    <a:pt x="448056" y="26670"/>
                  </a:lnTo>
                  <a:lnTo>
                    <a:pt x="447294" y="25146"/>
                  </a:lnTo>
                  <a:lnTo>
                    <a:pt x="446532" y="24384"/>
                  </a:lnTo>
                  <a:lnTo>
                    <a:pt x="446532" y="19812"/>
                  </a:lnTo>
                  <a:lnTo>
                    <a:pt x="448056" y="18288"/>
                  </a:lnTo>
                  <a:lnTo>
                    <a:pt x="448818" y="18288"/>
                  </a:lnTo>
                  <a:lnTo>
                    <a:pt x="451104" y="17526"/>
                  </a:lnTo>
                  <a:lnTo>
                    <a:pt x="461010" y="17526"/>
                  </a:lnTo>
                  <a:lnTo>
                    <a:pt x="461010" y="12954"/>
                  </a:lnTo>
                  <a:lnTo>
                    <a:pt x="455676" y="12954"/>
                  </a:lnTo>
                  <a:lnTo>
                    <a:pt x="450532" y="13144"/>
                  </a:lnTo>
                  <a:lnTo>
                    <a:pt x="444779" y="11607"/>
                  </a:lnTo>
                  <a:lnTo>
                    <a:pt x="441960" y="17526"/>
                  </a:lnTo>
                  <a:lnTo>
                    <a:pt x="441198" y="19812"/>
                  </a:lnTo>
                  <a:lnTo>
                    <a:pt x="441198" y="24384"/>
                  </a:lnTo>
                  <a:lnTo>
                    <a:pt x="441960" y="26670"/>
                  </a:lnTo>
                  <a:lnTo>
                    <a:pt x="446532" y="31242"/>
                  </a:lnTo>
                  <a:lnTo>
                    <a:pt x="449580" y="31242"/>
                  </a:lnTo>
                  <a:lnTo>
                    <a:pt x="448056" y="32004"/>
                  </a:lnTo>
                  <a:lnTo>
                    <a:pt x="444246" y="35814"/>
                  </a:lnTo>
                  <a:lnTo>
                    <a:pt x="442722" y="38100"/>
                  </a:lnTo>
                  <a:lnTo>
                    <a:pt x="439674" y="41910"/>
                  </a:lnTo>
                  <a:lnTo>
                    <a:pt x="438912" y="44196"/>
                  </a:lnTo>
                  <a:lnTo>
                    <a:pt x="445770" y="44196"/>
                  </a:lnTo>
                  <a:lnTo>
                    <a:pt x="446532" y="42672"/>
                  </a:lnTo>
                  <a:lnTo>
                    <a:pt x="449580" y="39484"/>
                  </a:lnTo>
                  <a:lnTo>
                    <a:pt x="451142" y="37858"/>
                  </a:lnTo>
                  <a:lnTo>
                    <a:pt x="451777" y="37198"/>
                  </a:lnTo>
                  <a:lnTo>
                    <a:pt x="451142" y="30403"/>
                  </a:lnTo>
                  <a:lnTo>
                    <a:pt x="460248" y="32004"/>
                  </a:lnTo>
                  <a:lnTo>
                    <a:pt x="461010" y="32004"/>
                  </a:lnTo>
                  <a:lnTo>
                    <a:pt x="461010" y="44196"/>
                  </a:lnTo>
                  <a:lnTo>
                    <a:pt x="466344" y="44196"/>
                  </a:lnTo>
                  <a:lnTo>
                    <a:pt x="466344" y="1295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31" name="object 4131"/>
            <p:cNvPicPr/>
            <p:nvPr/>
          </p:nvPicPr>
          <p:blipFill>
            <a:blip r:embed="rId242" cstate="print"/>
            <a:stretch>
              <a:fillRect/>
            </a:stretch>
          </p:blipFill>
          <p:spPr>
            <a:xfrm>
              <a:off x="438302" y="4213889"/>
              <a:ext cx="415290" cy="113385"/>
            </a:xfrm>
            <a:prstGeom prst="rect">
              <a:avLst/>
            </a:prstGeom>
          </p:spPr>
        </p:pic>
        <p:sp>
          <p:nvSpPr>
            <p:cNvPr id="4132" name="object 4132"/>
            <p:cNvSpPr/>
            <p:nvPr/>
          </p:nvSpPr>
          <p:spPr>
            <a:xfrm>
              <a:off x="855103" y="3608721"/>
              <a:ext cx="342900" cy="472440"/>
            </a:xfrm>
            <a:custGeom>
              <a:avLst/>
              <a:gdLst/>
              <a:ahLst/>
              <a:cxnLst/>
              <a:rect l="l" t="t" r="r" b="b"/>
              <a:pathLst>
                <a:path w="342900" h="472439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2" y="220218"/>
                  </a:lnTo>
                  <a:lnTo>
                    <a:pt x="12" y="222504"/>
                  </a:lnTo>
                  <a:lnTo>
                    <a:pt x="3810" y="222504"/>
                  </a:lnTo>
                  <a:lnTo>
                    <a:pt x="3810" y="220218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  <a:path w="342900" h="472439">
                  <a:moveTo>
                    <a:pt x="67818" y="467106"/>
                  </a:moveTo>
                  <a:lnTo>
                    <a:pt x="41910" y="467106"/>
                  </a:lnTo>
                  <a:lnTo>
                    <a:pt x="41910" y="453390"/>
                  </a:lnTo>
                  <a:lnTo>
                    <a:pt x="65532" y="453390"/>
                  </a:lnTo>
                  <a:lnTo>
                    <a:pt x="65532" y="448056"/>
                  </a:lnTo>
                  <a:lnTo>
                    <a:pt x="41910" y="448056"/>
                  </a:lnTo>
                  <a:lnTo>
                    <a:pt x="41910" y="434340"/>
                  </a:lnTo>
                  <a:lnTo>
                    <a:pt x="67056" y="434340"/>
                  </a:lnTo>
                  <a:lnTo>
                    <a:pt x="67056" y="429768"/>
                  </a:lnTo>
                  <a:lnTo>
                    <a:pt x="35814" y="429768"/>
                  </a:lnTo>
                  <a:lnTo>
                    <a:pt x="35814" y="472440"/>
                  </a:lnTo>
                  <a:lnTo>
                    <a:pt x="67818" y="472440"/>
                  </a:lnTo>
                  <a:lnTo>
                    <a:pt x="67818" y="467106"/>
                  </a:lnTo>
                  <a:close/>
                </a:path>
                <a:path w="342900" h="472439">
                  <a:moveTo>
                    <a:pt x="157734" y="382524"/>
                  </a:moveTo>
                  <a:lnTo>
                    <a:pt x="128778" y="382524"/>
                  </a:lnTo>
                  <a:lnTo>
                    <a:pt x="128778" y="425958"/>
                  </a:lnTo>
                  <a:lnTo>
                    <a:pt x="134112" y="425958"/>
                  </a:lnTo>
                  <a:lnTo>
                    <a:pt x="134112" y="406146"/>
                  </a:lnTo>
                  <a:lnTo>
                    <a:pt x="154686" y="406146"/>
                  </a:lnTo>
                  <a:lnTo>
                    <a:pt x="154686" y="400812"/>
                  </a:lnTo>
                  <a:lnTo>
                    <a:pt x="134112" y="400812"/>
                  </a:lnTo>
                  <a:lnTo>
                    <a:pt x="134112" y="387096"/>
                  </a:lnTo>
                  <a:lnTo>
                    <a:pt x="157734" y="387096"/>
                  </a:lnTo>
                  <a:lnTo>
                    <a:pt x="157734" y="382524"/>
                  </a:lnTo>
                  <a:close/>
                </a:path>
                <a:path w="342900" h="472439">
                  <a:moveTo>
                    <a:pt x="252222" y="336804"/>
                  </a:moveTo>
                  <a:lnTo>
                    <a:pt x="233934" y="336804"/>
                  </a:lnTo>
                  <a:lnTo>
                    <a:pt x="233934" y="342138"/>
                  </a:lnTo>
                  <a:lnTo>
                    <a:pt x="246888" y="342138"/>
                  </a:lnTo>
                  <a:lnTo>
                    <a:pt x="246888" y="349758"/>
                  </a:lnTo>
                  <a:lnTo>
                    <a:pt x="237744" y="354330"/>
                  </a:lnTo>
                  <a:lnTo>
                    <a:pt x="222173" y="349516"/>
                  </a:lnTo>
                  <a:lnTo>
                    <a:pt x="218236" y="335203"/>
                  </a:lnTo>
                  <a:lnTo>
                    <a:pt x="225196" y="322440"/>
                  </a:lnTo>
                  <a:lnTo>
                    <a:pt x="242316" y="322326"/>
                  </a:lnTo>
                  <a:lnTo>
                    <a:pt x="246888" y="329184"/>
                  </a:lnTo>
                  <a:lnTo>
                    <a:pt x="251460" y="327660"/>
                  </a:lnTo>
                  <a:lnTo>
                    <a:pt x="250698" y="323850"/>
                  </a:lnTo>
                  <a:lnTo>
                    <a:pt x="246126" y="318516"/>
                  </a:lnTo>
                  <a:lnTo>
                    <a:pt x="238506" y="315468"/>
                  </a:lnTo>
                  <a:lnTo>
                    <a:pt x="227838" y="316230"/>
                  </a:lnTo>
                  <a:lnTo>
                    <a:pt x="220218" y="319278"/>
                  </a:lnTo>
                  <a:lnTo>
                    <a:pt x="214884" y="326136"/>
                  </a:lnTo>
                  <a:lnTo>
                    <a:pt x="212598" y="337566"/>
                  </a:lnTo>
                  <a:lnTo>
                    <a:pt x="214884" y="348996"/>
                  </a:lnTo>
                  <a:lnTo>
                    <a:pt x="218694" y="353568"/>
                  </a:lnTo>
                  <a:lnTo>
                    <a:pt x="223266" y="356616"/>
                  </a:lnTo>
                  <a:lnTo>
                    <a:pt x="234696" y="358902"/>
                  </a:lnTo>
                  <a:lnTo>
                    <a:pt x="243840" y="357378"/>
                  </a:lnTo>
                  <a:lnTo>
                    <a:pt x="252222" y="352806"/>
                  </a:lnTo>
                  <a:lnTo>
                    <a:pt x="252222" y="336804"/>
                  </a:lnTo>
                  <a:close/>
                </a:path>
                <a:path w="342900" h="472439">
                  <a:moveTo>
                    <a:pt x="342900" y="240030"/>
                  </a:moveTo>
                  <a:lnTo>
                    <a:pt x="337566" y="240030"/>
                  </a:lnTo>
                  <a:lnTo>
                    <a:pt x="337566" y="257556"/>
                  </a:lnTo>
                  <a:lnTo>
                    <a:pt x="315468" y="257556"/>
                  </a:lnTo>
                  <a:lnTo>
                    <a:pt x="315468" y="240030"/>
                  </a:lnTo>
                  <a:lnTo>
                    <a:pt x="310134" y="240030"/>
                  </a:lnTo>
                  <a:lnTo>
                    <a:pt x="310134" y="282702"/>
                  </a:lnTo>
                  <a:lnTo>
                    <a:pt x="315468" y="282702"/>
                  </a:lnTo>
                  <a:lnTo>
                    <a:pt x="315468" y="262128"/>
                  </a:lnTo>
                  <a:lnTo>
                    <a:pt x="337566" y="262128"/>
                  </a:lnTo>
                  <a:lnTo>
                    <a:pt x="337566" y="282702"/>
                  </a:lnTo>
                  <a:lnTo>
                    <a:pt x="342900" y="282702"/>
                  </a:lnTo>
                  <a:lnTo>
                    <a:pt x="342900" y="2400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3" name="object 4133"/>
            <p:cNvSpPr/>
            <p:nvPr/>
          </p:nvSpPr>
          <p:spPr>
            <a:xfrm>
              <a:off x="855116" y="3610232"/>
              <a:ext cx="3810" cy="219075"/>
            </a:xfrm>
            <a:custGeom>
              <a:avLst/>
              <a:gdLst/>
              <a:ahLst/>
              <a:cxnLst/>
              <a:rect l="l" t="t" r="r" b="b"/>
              <a:pathLst>
                <a:path w="3809" h="219075">
                  <a:moveTo>
                    <a:pt x="3809" y="0"/>
                  </a:moveTo>
                  <a:lnTo>
                    <a:pt x="3809" y="218693"/>
                  </a:lnTo>
                  <a:lnTo>
                    <a:pt x="0" y="218693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4" name="object 4134"/>
            <p:cNvSpPr/>
            <p:nvPr/>
          </p:nvSpPr>
          <p:spPr>
            <a:xfrm>
              <a:off x="716419" y="3550809"/>
              <a:ext cx="4445" cy="338455"/>
            </a:xfrm>
            <a:custGeom>
              <a:avLst/>
              <a:gdLst/>
              <a:ahLst/>
              <a:cxnLst/>
              <a:rect l="l" t="t" r="r" b="b"/>
              <a:pathLst>
                <a:path w="4445" h="338454">
                  <a:moveTo>
                    <a:pt x="3822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0" y="336804"/>
                  </a:lnTo>
                  <a:lnTo>
                    <a:pt x="0" y="338328"/>
                  </a:lnTo>
                  <a:lnTo>
                    <a:pt x="3810" y="338328"/>
                  </a:lnTo>
                  <a:lnTo>
                    <a:pt x="3810" y="336804"/>
                  </a:lnTo>
                  <a:lnTo>
                    <a:pt x="3810" y="2286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5" name="object 4135"/>
            <p:cNvSpPr/>
            <p:nvPr/>
          </p:nvSpPr>
          <p:spPr>
            <a:xfrm>
              <a:off x="716432" y="3553082"/>
              <a:ext cx="3810" cy="334645"/>
            </a:xfrm>
            <a:custGeom>
              <a:avLst/>
              <a:gdLst/>
              <a:ahLst/>
              <a:cxnLst/>
              <a:rect l="l" t="t" r="r" b="b"/>
              <a:pathLst>
                <a:path w="3809" h="334645">
                  <a:moveTo>
                    <a:pt x="3810" y="0"/>
                  </a:moveTo>
                  <a:lnTo>
                    <a:pt x="3810" y="334517"/>
                  </a:lnTo>
                  <a:lnTo>
                    <a:pt x="0" y="334517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6" name="object 4136"/>
            <p:cNvSpPr/>
            <p:nvPr/>
          </p:nvSpPr>
          <p:spPr>
            <a:xfrm>
              <a:off x="561733" y="3484515"/>
              <a:ext cx="3810" cy="471170"/>
            </a:xfrm>
            <a:custGeom>
              <a:avLst/>
              <a:gdLst/>
              <a:ahLst/>
              <a:cxnLst/>
              <a:rect l="l" t="t" r="r" b="b"/>
              <a:pathLst>
                <a:path w="3809" h="471170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12" y="468630"/>
                  </a:lnTo>
                  <a:lnTo>
                    <a:pt x="12" y="470916"/>
                  </a:lnTo>
                  <a:lnTo>
                    <a:pt x="3810" y="470916"/>
                  </a:lnTo>
                  <a:lnTo>
                    <a:pt x="3810" y="468630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7" name="object 4137"/>
            <p:cNvSpPr/>
            <p:nvPr/>
          </p:nvSpPr>
          <p:spPr>
            <a:xfrm>
              <a:off x="561746" y="3486788"/>
              <a:ext cx="3810" cy="466725"/>
            </a:xfrm>
            <a:custGeom>
              <a:avLst/>
              <a:gdLst/>
              <a:ahLst/>
              <a:cxnLst/>
              <a:rect l="l" t="t" r="r" b="b"/>
              <a:pathLst>
                <a:path w="3809" h="466725">
                  <a:moveTo>
                    <a:pt x="3809" y="0"/>
                  </a:moveTo>
                  <a:lnTo>
                    <a:pt x="3809" y="466343"/>
                  </a:lnTo>
                  <a:lnTo>
                    <a:pt x="0" y="466343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38" name="object 4138"/>
            <p:cNvPicPr/>
            <p:nvPr/>
          </p:nvPicPr>
          <p:blipFill>
            <a:blip r:embed="rId243" cstate="print"/>
            <a:stretch>
              <a:fillRect/>
            </a:stretch>
          </p:blipFill>
          <p:spPr>
            <a:xfrm>
              <a:off x="301904" y="4520822"/>
              <a:ext cx="680465" cy="299466"/>
            </a:xfrm>
            <a:prstGeom prst="rect">
              <a:avLst/>
            </a:prstGeom>
          </p:spPr>
        </p:pic>
        <p:pic>
          <p:nvPicPr>
            <p:cNvPr id="4139" name="object 4139"/>
            <p:cNvPicPr/>
            <p:nvPr/>
          </p:nvPicPr>
          <p:blipFill>
            <a:blip r:embed="rId244" cstate="print"/>
            <a:stretch>
              <a:fillRect/>
            </a:stretch>
          </p:blipFill>
          <p:spPr>
            <a:xfrm>
              <a:off x="385343" y="4406903"/>
              <a:ext cx="107441" cy="156972"/>
            </a:xfrm>
            <a:prstGeom prst="rect">
              <a:avLst/>
            </a:prstGeom>
          </p:spPr>
        </p:pic>
        <p:sp>
          <p:nvSpPr>
            <p:cNvPr id="4140" name="object 4140"/>
            <p:cNvSpPr/>
            <p:nvPr/>
          </p:nvSpPr>
          <p:spPr>
            <a:xfrm>
              <a:off x="512203" y="4343288"/>
              <a:ext cx="3810" cy="227965"/>
            </a:xfrm>
            <a:custGeom>
              <a:avLst/>
              <a:gdLst/>
              <a:ahLst/>
              <a:cxnLst/>
              <a:rect l="l" t="t" r="r" b="b"/>
              <a:pathLst>
                <a:path w="3809" h="227964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12" y="225552"/>
                  </a:lnTo>
                  <a:lnTo>
                    <a:pt x="12" y="227838"/>
                  </a:lnTo>
                  <a:lnTo>
                    <a:pt x="3810" y="227838"/>
                  </a:lnTo>
                  <a:lnTo>
                    <a:pt x="3810" y="225552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1" name="object 4141"/>
            <p:cNvSpPr/>
            <p:nvPr/>
          </p:nvSpPr>
          <p:spPr>
            <a:xfrm>
              <a:off x="512216" y="4345562"/>
              <a:ext cx="3810" cy="223520"/>
            </a:xfrm>
            <a:custGeom>
              <a:avLst/>
              <a:gdLst/>
              <a:ahLst/>
              <a:cxnLst/>
              <a:rect l="l" t="t" r="r" b="b"/>
              <a:pathLst>
                <a:path w="3809" h="223520">
                  <a:moveTo>
                    <a:pt x="3809" y="0"/>
                  </a:moveTo>
                  <a:lnTo>
                    <a:pt x="3809" y="223265"/>
                  </a:lnTo>
                  <a:lnTo>
                    <a:pt x="0" y="223265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2" name="object 4142"/>
            <p:cNvSpPr/>
            <p:nvPr/>
          </p:nvSpPr>
          <p:spPr>
            <a:xfrm>
              <a:off x="502297" y="4343288"/>
              <a:ext cx="460375" cy="387350"/>
            </a:xfrm>
            <a:custGeom>
              <a:avLst/>
              <a:gdLst/>
              <a:ahLst/>
              <a:cxnLst/>
              <a:rect l="l" t="t" r="r" b="b"/>
              <a:pathLst>
                <a:path w="460375" h="387350">
                  <a:moveTo>
                    <a:pt x="40386" y="387096"/>
                  </a:moveTo>
                  <a:lnTo>
                    <a:pt x="27432" y="355092"/>
                  </a:lnTo>
                  <a:lnTo>
                    <a:pt x="26670" y="353466"/>
                  </a:lnTo>
                  <a:lnTo>
                    <a:pt x="26670" y="368808"/>
                  </a:lnTo>
                  <a:lnTo>
                    <a:pt x="12192" y="368808"/>
                  </a:lnTo>
                  <a:lnTo>
                    <a:pt x="13716" y="365760"/>
                  </a:lnTo>
                  <a:lnTo>
                    <a:pt x="15240" y="359664"/>
                  </a:lnTo>
                  <a:lnTo>
                    <a:pt x="16764" y="356616"/>
                  </a:lnTo>
                  <a:lnTo>
                    <a:pt x="17526" y="353568"/>
                  </a:lnTo>
                  <a:lnTo>
                    <a:pt x="18288" y="351282"/>
                  </a:lnTo>
                  <a:lnTo>
                    <a:pt x="19050" y="348234"/>
                  </a:lnTo>
                  <a:lnTo>
                    <a:pt x="19812" y="350520"/>
                  </a:lnTo>
                  <a:lnTo>
                    <a:pt x="21336" y="353568"/>
                  </a:lnTo>
                  <a:lnTo>
                    <a:pt x="22098" y="357378"/>
                  </a:lnTo>
                  <a:lnTo>
                    <a:pt x="23622" y="360426"/>
                  </a:lnTo>
                  <a:lnTo>
                    <a:pt x="25908" y="365760"/>
                  </a:lnTo>
                  <a:lnTo>
                    <a:pt x="26670" y="368808"/>
                  </a:lnTo>
                  <a:lnTo>
                    <a:pt x="26670" y="353466"/>
                  </a:lnTo>
                  <a:lnTo>
                    <a:pt x="22098" y="343662"/>
                  </a:lnTo>
                  <a:lnTo>
                    <a:pt x="16002" y="343662"/>
                  </a:lnTo>
                  <a:lnTo>
                    <a:pt x="12192" y="355092"/>
                  </a:lnTo>
                  <a:lnTo>
                    <a:pt x="3810" y="375666"/>
                  </a:lnTo>
                  <a:lnTo>
                    <a:pt x="0" y="387096"/>
                  </a:lnTo>
                  <a:lnTo>
                    <a:pt x="5334" y="387096"/>
                  </a:lnTo>
                  <a:lnTo>
                    <a:pt x="6858" y="383286"/>
                  </a:lnTo>
                  <a:lnTo>
                    <a:pt x="9144" y="377190"/>
                  </a:lnTo>
                  <a:lnTo>
                    <a:pt x="9906" y="373380"/>
                  </a:lnTo>
                  <a:lnTo>
                    <a:pt x="12192" y="373380"/>
                  </a:lnTo>
                  <a:lnTo>
                    <a:pt x="26670" y="373380"/>
                  </a:lnTo>
                  <a:lnTo>
                    <a:pt x="28194" y="373380"/>
                  </a:lnTo>
                  <a:lnTo>
                    <a:pt x="29718" y="377190"/>
                  </a:lnTo>
                  <a:lnTo>
                    <a:pt x="32766" y="383286"/>
                  </a:lnTo>
                  <a:lnTo>
                    <a:pt x="33528" y="387096"/>
                  </a:lnTo>
                  <a:lnTo>
                    <a:pt x="40386" y="387096"/>
                  </a:lnTo>
                  <a:close/>
                </a:path>
                <a:path w="460375" h="387350">
                  <a:moveTo>
                    <a:pt x="49530" y="0"/>
                  </a:moveTo>
                  <a:lnTo>
                    <a:pt x="45720" y="0"/>
                  </a:lnTo>
                  <a:lnTo>
                    <a:pt x="45720" y="2286"/>
                  </a:lnTo>
                  <a:lnTo>
                    <a:pt x="45732" y="180594"/>
                  </a:lnTo>
                  <a:lnTo>
                    <a:pt x="45732" y="182880"/>
                  </a:lnTo>
                  <a:lnTo>
                    <a:pt x="49530" y="182880"/>
                  </a:lnTo>
                  <a:lnTo>
                    <a:pt x="49530" y="180594"/>
                  </a:lnTo>
                  <a:lnTo>
                    <a:pt x="49530" y="2286"/>
                  </a:lnTo>
                  <a:lnTo>
                    <a:pt x="49530" y="0"/>
                  </a:lnTo>
                  <a:close/>
                </a:path>
                <a:path w="460375" h="387350">
                  <a:moveTo>
                    <a:pt x="77724" y="354330"/>
                  </a:moveTo>
                  <a:lnTo>
                    <a:pt x="76962" y="352806"/>
                  </a:lnTo>
                  <a:lnTo>
                    <a:pt x="76200" y="350520"/>
                  </a:lnTo>
                  <a:lnTo>
                    <a:pt x="75438" y="348996"/>
                  </a:lnTo>
                  <a:lnTo>
                    <a:pt x="71628" y="345236"/>
                  </a:lnTo>
                  <a:lnTo>
                    <a:pt x="71628" y="355092"/>
                  </a:lnTo>
                  <a:lnTo>
                    <a:pt x="71628" y="356616"/>
                  </a:lnTo>
                  <a:lnTo>
                    <a:pt x="68453" y="365328"/>
                  </a:lnTo>
                  <a:lnTo>
                    <a:pt x="67843" y="364223"/>
                  </a:lnTo>
                  <a:lnTo>
                    <a:pt x="50292" y="364236"/>
                  </a:lnTo>
                  <a:lnTo>
                    <a:pt x="50292" y="348996"/>
                  </a:lnTo>
                  <a:lnTo>
                    <a:pt x="65532" y="348996"/>
                  </a:lnTo>
                  <a:lnTo>
                    <a:pt x="67056" y="349758"/>
                  </a:lnTo>
                  <a:lnTo>
                    <a:pt x="68580" y="349758"/>
                  </a:lnTo>
                  <a:lnTo>
                    <a:pt x="69342" y="350520"/>
                  </a:lnTo>
                  <a:lnTo>
                    <a:pt x="71628" y="355092"/>
                  </a:lnTo>
                  <a:lnTo>
                    <a:pt x="71628" y="345236"/>
                  </a:lnTo>
                  <a:lnTo>
                    <a:pt x="69088" y="342722"/>
                  </a:lnTo>
                  <a:lnTo>
                    <a:pt x="65824" y="343662"/>
                  </a:lnTo>
                  <a:lnTo>
                    <a:pt x="44958" y="343662"/>
                  </a:lnTo>
                  <a:lnTo>
                    <a:pt x="44958" y="387096"/>
                  </a:lnTo>
                  <a:lnTo>
                    <a:pt x="50292" y="387096"/>
                  </a:lnTo>
                  <a:lnTo>
                    <a:pt x="50292" y="368808"/>
                  </a:lnTo>
                  <a:lnTo>
                    <a:pt x="67056" y="368808"/>
                  </a:lnTo>
                  <a:lnTo>
                    <a:pt x="70866" y="367284"/>
                  </a:lnTo>
                  <a:lnTo>
                    <a:pt x="71628" y="366712"/>
                  </a:lnTo>
                  <a:lnTo>
                    <a:pt x="73914" y="364998"/>
                  </a:lnTo>
                  <a:lnTo>
                    <a:pt x="76200" y="362712"/>
                  </a:lnTo>
                  <a:lnTo>
                    <a:pt x="76962" y="359664"/>
                  </a:lnTo>
                  <a:lnTo>
                    <a:pt x="77724" y="355854"/>
                  </a:lnTo>
                  <a:lnTo>
                    <a:pt x="77724" y="354330"/>
                  </a:lnTo>
                  <a:close/>
                </a:path>
                <a:path w="460375" h="387350">
                  <a:moveTo>
                    <a:pt x="126492" y="343662"/>
                  </a:moveTo>
                  <a:lnTo>
                    <a:pt x="118872" y="343662"/>
                  </a:lnTo>
                  <a:lnTo>
                    <a:pt x="115824" y="351282"/>
                  </a:lnTo>
                  <a:lnTo>
                    <a:pt x="110490" y="365760"/>
                  </a:lnTo>
                  <a:lnTo>
                    <a:pt x="108204" y="373380"/>
                  </a:lnTo>
                  <a:lnTo>
                    <a:pt x="106680" y="376428"/>
                  </a:lnTo>
                  <a:lnTo>
                    <a:pt x="105918" y="378714"/>
                  </a:lnTo>
                  <a:lnTo>
                    <a:pt x="105918" y="380238"/>
                  </a:lnTo>
                  <a:lnTo>
                    <a:pt x="104394" y="377190"/>
                  </a:lnTo>
                  <a:lnTo>
                    <a:pt x="103632" y="374142"/>
                  </a:lnTo>
                  <a:lnTo>
                    <a:pt x="100584" y="365760"/>
                  </a:lnTo>
                  <a:lnTo>
                    <a:pt x="96012" y="352044"/>
                  </a:lnTo>
                  <a:lnTo>
                    <a:pt x="92964" y="343662"/>
                  </a:lnTo>
                  <a:lnTo>
                    <a:pt x="84582" y="343662"/>
                  </a:lnTo>
                  <a:lnTo>
                    <a:pt x="84582" y="387096"/>
                  </a:lnTo>
                  <a:lnTo>
                    <a:pt x="89916" y="387096"/>
                  </a:lnTo>
                  <a:lnTo>
                    <a:pt x="89916" y="350520"/>
                  </a:lnTo>
                  <a:lnTo>
                    <a:pt x="93726" y="359664"/>
                  </a:lnTo>
                  <a:lnTo>
                    <a:pt x="99060" y="377190"/>
                  </a:lnTo>
                  <a:lnTo>
                    <a:pt x="102870" y="387096"/>
                  </a:lnTo>
                  <a:lnTo>
                    <a:pt x="108204" y="387096"/>
                  </a:lnTo>
                  <a:lnTo>
                    <a:pt x="111252" y="377190"/>
                  </a:lnTo>
                  <a:lnTo>
                    <a:pt x="117348" y="359664"/>
                  </a:lnTo>
                  <a:lnTo>
                    <a:pt x="120396" y="351282"/>
                  </a:lnTo>
                  <a:lnTo>
                    <a:pt x="120396" y="387096"/>
                  </a:lnTo>
                  <a:lnTo>
                    <a:pt x="126492" y="387096"/>
                  </a:lnTo>
                  <a:lnTo>
                    <a:pt x="126492" y="343662"/>
                  </a:lnTo>
                  <a:close/>
                </a:path>
                <a:path w="460375" h="387350">
                  <a:moveTo>
                    <a:pt x="355092" y="278130"/>
                  </a:moveTo>
                  <a:lnTo>
                    <a:pt x="337566" y="278130"/>
                  </a:lnTo>
                  <a:lnTo>
                    <a:pt x="337566" y="283464"/>
                  </a:lnTo>
                  <a:lnTo>
                    <a:pt x="349758" y="283464"/>
                  </a:lnTo>
                  <a:lnTo>
                    <a:pt x="349758" y="291084"/>
                  </a:lnTo>
                  <a:lnTo>
                    <a:pt x="341376" y="294894"/>
                  </a:lnTo>
                  <a:lnTo>
                    <a:pt x="325132" y="290245"/>
                  </a:lnTo>
                  <a:lnTo>
                    <a:pt x="321259" y="276034"/>
                  </a:lnTo>
                  <a:lnTo>
                    <a:pt x="328409" y="263436"/>
                  </a:lnTo>
                  <a:lnTo>
                    <a:pt x="345186" y="263652"/>
                  </a:lnTo>
                  <a:lnTo>
                    <a:pt x="348996" y="270510"/>
                  </a:lnTo>
                  <a:lnTo>
                    <a:pt x="354330" y="268986"/>
                  </a:lnTo>
                  <a:lnTo>
                    <a:pt x="352806" y="265176"/>
                  </a:lnTo>
                  <a:lnTo>
                    <a:pt x="348996" y="259842"/>
                  </a:lnTo>
                  <a:lnTo>
                    <a:pt x="341376" y="256794"/>
                  </a:lnTo>
                  <a:lnTo>
                    <a:pt x="330708" y="256794"/>
                  </a:lnTo>
                  <a:lnTo>
                    <a:pt x="321564" y="262128"/>
                  </a:lnTo>
                  <a:lnTo>
                    <a:pt x="318516" y="266700"/>
                  </a:lnTo>
                  <a:lnTo>
                    <a:pt x="315468" y="278892"/>
                  </a:lnTo>
                  <a:lnTo>
                    <a:pt x="316230" y="284226"/>
                  </a:lnTo>
                  <a:lnTo>
                    <a:pt x="321564" y="294132"/>
                  </a:lnTo>
                  <a:lnTo>
                    <a:pt x="326136" y="297942"/>
                  </a:lnTo>
                  <a:lnTo>
                    <a:pt x="331470" y="299466"/>
                  </a:lnTo>
                  <a:lnTo>
                    <a:pt x="337566" y="300228"/>
                  </a:lnTo>
                  <a:lnTo>
                    <a:pt x="346710" y="298704"/>
                  </a:lnTo>
                  <a:lnTo>
                    <a:pt x="355092" y="294132"/>
                  </a:lnTo>
                  <a:lnTo>
                    <a:pt x="355092" y="278130"/>
                  </a:lnTo>
                  <a:close/>
                </a:path>
                <a:path w="460375" h="387350">
                  <a:moveTo>
                    <a:pt x="460248" y="214122"/>
                  </a:moveTo>
                  <a:lnTo>
                    <a:pt x="454914" y="214122"/>
                  </a:lnTo>
                  <a:lnTo>
                    <a:pt x="454914" y="231648"/>
                  </a:lnTo>
                  <a:lnTo>
                    <a:pt x="432054" y="231648"/>
                  </a:lnTo>
                  <a:lnTo>
                    <a:pt x="432054" y="214122"/>
                  </a:lnTo>
                  <a:lnTo>
                    <a:pt x="426720" y="214122"/>
                  </a:lnTo>
                  <a:lnTo>
                    <a:pt x="426720" y="256794"/>
                  </a:lnTo>
                  <a:lnTo>
                    <a:pt x="432054" y="256794"/>
                  </a:lnTo>
                  <a:lnTo>
                    <a:pt x="432054" y="236982"/>
                  </a:lnTo>
                  <a:lnTo>
                    <a:pt x="454914" y="236982"/>
                  </a:lnTo>
                  <a:lnTo>
                    <a:pt x="454914" y="256794"/>
                  </a:lnTo>
                  <a:lnTo>
                    <a:pt x="460248" y="256794"/>
                  </a:lnTo>
                  <a:lnTo>
                    <a:pt x="460248" y="21412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3" name="object 4143"/>
            <p:cNvSpPr/>
            <p:nvPr/>
          </p:nvSpPr>
          <p:spPr>
            <a:xfrm>
              <a:off x="548030" y="4345562"/>
              <a:ext cx="3810" cy="178435"/>
            </a:xfrm>
            <a:custGeom>
              <a:avLst/>
              <a:gdLst/>
              <a:ahLst/>
              <a:cxnLst/>
              <a:rect l="l" t="t" r="r" b="b"/>
              <a:pathLst>
                <a:path w="3809" h="178435">
                  <a:moveTo>
                    <a:pt x="3809" y="0"/>
                  </a:moveTo>
                  <a:lnTo>
                    <a:pt x="3809" y="178307"/>
                  </a:lnTo>
                  <a:lnTo>
                    <a:pt x="0" y="178307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4" name="object 4144"/>
            <p:cNvSpPr/>
            <p:nvPr/>
          </p:nvSpPr>
          <p:spPr>
            <a:xfrm>
              <a:off x="402488" y="342963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3810"/>
                  </a:moveTo>
                  <a:lnTo>
                    <a:pt x="0" y="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5" name="object 4145"/>
            <p:cNvSpPr/>
            <p:nvPr/>
          </p:nvSpPr>
          <p:spPr>
            <a:xfrm>
              <a:off x="402488" y="342963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1" y="1905"/>
                  </a:moveTo>
                  <a:lnTo>
                    <a:pt x="381" y="1905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6" name="object 4146"/>
            <p:cNvSpPr/>
            <p:nvPr/>
          </p:nvSpPr>
          <p:spPr>
            <a:xfrm>
              <a:off x="983894" y="342963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3810"/>
                  </a:moveTo>
                  <a:lnTo>
                    <a:pt x="0" y="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7" name="object 4147"/>
            <p:cNvSpPr/>
            <p:nvPr/>
          </p:nvSpPr>
          <p:spPr>
            <a:xfrm>
              <a:off x="983894" y="342963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1" y="1904"/>
                  </a:moveTo>
                  <a:lnTo>
                    <a:pt x="381" y="1904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8" name="object 4148"/>
            <p:cNvSpPr/>
            <p:nvPr/>
          </p:nvSpPr>
          <p:spPr>
            <a:xfrm>
              <a:off x="402475" y="3429650"/>
              <a:ext cx="581660" cy="3810"/>
            </a:xfrm>
            <a:custGeom>
              <a:avLst/>
              <a:gdLst/>
              <a:ahLst/>
              <a:cxnLst/>
              <a:rect l="l" t="t" r="r" b="b"/>
              <a:pathLst>
                <a:path w="581660" h="3810">
                  <a:moveTo>
                    <a:pt x="581406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581406" y="3810"/>
                  </a:lnTo>
                  <a:lnTo>
                    <a:pt x="5814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9" name="object 4149"/>
            <p:cNvSpPr/>
            <p:nvPr/>
          </p:nvSpPr>
          <p:spPr>
            <a:xfrm>
              <a:off x="557936" y="348678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1" y="1905"/>
                  </a:moveTo>
                  <a:lnTo>
                    <a:pt x="381" y="1905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0" name="object 4150"/>
            <p:cNvSpPr/>
            <p:nvPr/>
          </p:nvSpPr>
          <p:spPr>
            <a:xfrm>
              <a:off x="969416" y="348678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3810"/>
                  </a:moveTo>
                  <a:lnTo>
                    <a:pt x="0" y="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1" name="object 4151"/>
            <p:cNvSpPr/>
            <p:nvPr/>
          </p:nvSpPr>
          <p:spPr>
            <a:xfrm>
              <a:off x="969416" y="348678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1" y="1904"/>
                  </a:moveTo>
                  <a:lnTo>
                    <a:pt x="381" y="1904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2" name="object 4152"/>
            <p:cNvSpPr/>
            <p:nvPr/>
          </p:nvSpPr>
          <p:spPr>
            <a:xfrm>
              <a:off x="557923" y="3486800"/>
              <a:ext cx="411480" cy="3810"/>
            </a:xfrm>
            <a:custGeom>
              <a:avLst/>
              <a:gdLst/>
              <a:ahLst/>
              <a:cxnLst/>
              <a:rect l="l" t="t" r="r" b="b"/>
              <a:pathLst>
                <a:path w="411480" h="3810">
                  <a:moveTo>
                    <a:pt x="41148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11480" y="3810"/>
                  </a:lnTo>
                  <a:lnTo>
                    <a:pt x="4114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3" name="object 4153"/>
            <p:cNvSpPr/>
            <p:nvPr/>
          </p:nvSpPr>
          <p:spPr>
            <a:xfrm>
              <a:off x="719480" y="355079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1" y="1904"/>
                  </a:moveTo>
                  <a:lnTo>
                    <a:pt x="381" y="1904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4" name="object 4154"/>
            <p:cNvSpPr/>
            <p:nvPr/>
          </p:nvSpPr>
          <p:spPr>
            <a:xfrm>
              <a:off x="969416" y="355079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3810"/>
                  </a:moveTo>
                  <a:lnTo>
                    <a:pt x="0" y="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5" name="object 4155"/>
            <p:cNvSpPr/>
            <p:nvPr/>
          </p:nvSpPr>
          <p:spPr>
            <a:xfrm>
              <a:off x="969416" y="355079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1" y="1904"/>
                  </a:moveTo>
                  <a:lnTo>
                    <a:pt x="381" y="1904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6" name="object 4156"/>
            <p:cNvSpPr/>
            <p:nvPr/>
          </p:nvSpPr>
          <p:spPr>
            <a:xfrm>
              <a:off x="719467" y="3550809"/>
              <a:ext cx="250190" cy="3810"/>
            </a:xfrm>
            <a:custGeom>
              <a:avLst/>
              <a:gdLst/>
              <a:ahLst/>
              <a:cxnLst/>
              <a:rect l="l" t="t" r="r" b="b"/>
              <a:pathLst>
                <a:path w="250190" h="3810">
                  <a:moveTo>
                    <a:pt x="249936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49936" y="3810"/>
                  </a:lnTo>
                  <a:lnTo>
                    <a:pt x="2499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7" name="object 4157"/>
            <p:cNvSpPr/>
            <p:nvPr/>
          </p:nvSpPr>
          <p:spPr>
            <a:xfrm>
              <a:off x="857402" y="361328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1" y="1905"/>
                  </a:moveTo>
                  <a:lnTo>
                    <a:pt x="381" y="1905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8" name="object 4158"/>
            <p:cNvSpPr/>
            <p:nvPr/>
          </p:nvSpPr>
          <p:spPr>
            <a:xfrm>
              <a:off x="960272" y="361328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3810"/>
                  </a:moveTo>
                  <a:lnTo>
                    <a:pt x="0" y="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9" name="object 4159"/>
            <p:cNvSpPr/>
            <p:nvPr/>
          </p:nvSpPr>
          <p:spPr>
            <a:xfrm>
              <a:off x="960272" y="361328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1" y="1905"/>
                  </a:moveTo>
                  <a:lnTo>
                    <a:pt x="381" y="1905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0" name="object 4160"/>
            <p:cNvSpPr/>
            <p:nvPr/>
          </p:nvSpPr>
          <p:spPr>
            <a:xfrm>
              <a:off x="857389" y="3394598"/>
              <a:ext cx="165735" cy="250825"/>
            </a:xfrm>
            <a:custGeom>
              <a:avLst/>
              <a:gdLst/>
              <a:ahLst/>
              <a:cxnLst/>
              <a:rect l="l" t="t" r="r" b="b"/>
              <a:pathLst>
                <a:path w="165734" h="250825">
                  <a:moveTo>
                    <a:pt x="102870" y="218694"/>
                  </a:moveTo>
                  <a:lnTo>
                    <a:pt x="0" y="218694"/>
                  </a:lnTo>
                  <a:lnTo>
                    <a:pt x="0" y="222504"/>
                  </a:lnTo>
                  <a:lnTo>
                    <a:pt x="102870" y="222504"/>
                  </a:lnTo>
                  <a:lnTo>
                    <a:pt x="102870" y="218694"/>
                  </a:lnTo>
                  <a:close/>
                </a:path>
                <a:path w="165734" h="250825">
                  <a:moveTo>
                    <a:pt x="155448" y="207264"/>
                  </a:moveTo>
                  <a:lnTo>
                    <a:pt x="150114" y="207264"/>
                  </a:lnTo>
                  <a:lnTo>
                    <a:pt x="150114" y="225552"/>
                  </a:lnTo>
                  <a:lnTo>
                    <a:pt x="128016" y="225552"/>
                  </a:lnTo>
                  <a:lnTo>
                    <a:pt x="128016" y="207264"/>
                  </a:lnTo>
                  <a:lnTo>
                    <a:pt x="122682" y="207264"/>
                  </a:lnTo>
                  <a:lnTo>
                    <a:pt x="122682" y="250698"/>
                  </a:lnTo>
                  <a:lnTo>
                    <a:pt x="128016" y="250698"/>
                  </a:lnTo>
                  <a:lnTo>
                    <a:pt x="128016" y="230886"/>
                  </a:lnTo>
                  <a:lnTo>
                    <a:pt x="150114" y="230886"/>
                  </a:lnTo>
                  <a:lnTo>
                    <a:pt x="150114" y="250698"/>
                  </a:lnTo>
                  <a:lnTo>
                    <a:pt x="155448" y="250698"/>
                  </a:lnTo>
                  <a:lnTo>
                    <a:pt x="155448" y="207264"/>
                  </a:lnTo>
                  <a:close/>
                </a:path>
                <a:path w="165734" h="250825">
                  <a:moveTo>
                    <a:pt x="156210" y="152400"/>
                  </a:moveTo>
                  <a:lnTo>
                    <a:pt x="137922" y="152400"/>
                  </a:lnTo>
                  <a:lnTo>
                    <a:pt x="137922" y="157734"/>
                  </a:lnTo>
                  <a:lnTo>
                    <a:pt x="150114" y="157734"/>
                  </a:lnTo>
                  <a:lnTo>
                    <a:pt x="150114" y="165354"/>
                  </a:lnTo>
                  <a:lnTo>
                    <a:pt x="144780" y="168402"/>
                  </a:lnTo>
                  <a:lnTo>
                    <a:pt x="127508" y="166751"/>
                  </a:lnTo>
                  <a:lnTo>
                    <a:pt x="121958" y="152514"/>
                  </a:lnTo>
                  <a:lnTo>
                    <a:pt x="128206" y="138582"/>
                  </a:lnTo>
                  <a:lnTo>
                    <a:pt x="146304" y="137922"/>
                  </a:lnTo>
                  <a:lnTo>
                    <a:pt x="150114" y="144780"/>
                  </a:lnTo>
                  <a:lnTo>
                    <a:pt x="155448" y="143256"/>
                  </a:lnTo>
                  <a:lnTo>
                    <a:pt x="149352" y="134112"/>
                  </a:lnTo>
                  <a:lnTo>
                    <a:pt x="141732" y="131064"/>
                  </a:lnTo>
                  <a:lnTo>
                    <a:pt x="131826" y="131826"/>
                  </a:lnTo>
                  <a:lnTo>
                    <a:pt x="124206" y="134874"/>
                  </a:lnTo>
                  <a:lnTo>
                    <a:pt x="118872" y="140970"/>
                  </a:lnTo>
                  <a:lnTo>
                    <a:pt x="116586" y="153162"/>
                  </a:lnTo>
                  <a:lnTo>
                    <a:pt x="117348" y="159258"/>
                  </a:lnTo>
                  <a:lnTo>
                    <a:pt x="121920" y="169164"/>
                  </a:lnTo>
                  <a:lnTo>
                    <a:pt x="126492" y="172212"/>
                  </a:lnTo>
                  <a:lnTo>
                    <a:pt x="137922" y="175260"/>
                  </a:lnTo>
                  <a:lnTo>
                    <a:pt x="147066" y="173736"/>
                  </a:lnTo>
                  <a:lnTo>
                    <a:pt x="156210" y="168402"/>
                  </a:lnTo>
                  <a:lnTo>
                    <a:pt x="156210" y="152400"/>
                  </a:lnTo>
                  <a:close/>
                </a:path>
                <a:path w="165734" h="250825">
                  <a:moveTo>
                    <a:pt x="159258" y="64770"/>
                  </a:moveTo>
                  <a:lnTo>
                    <a:pt x="130302" y="64770"/>
                  </a:lnTo>
                  <a:lnTo>
                    <a:pt x="130302" y="108204"/>
                  </a:lnTo>
                  <a:lnTo>
                    <a:pt x="135636" y="108204"/>
                  </a:lnTo>
                  <a:lnTo>
                    <a:pt x="135636" y="88392"/>
                  </a:lnTo>
                  <a:lnTo>
                    <a:pt x="156210" y="88392"/>
                  </a:lnTo>
                  <a:lnTo>
                    <a:pt x="156210" y="83058"/>
                  </a:lnTo>
                  <a:lnTo>
                    <a:pt x="135636" y="83058"/>
                  </a:lnTo>
                  <a:lnTo>
                    <a:pt x="135636" y="70104"/>
                  </a:lnTo>
                  <a:lnTo>
                    <a:pt x="159258" y="70104"/>
                  </a:lnTo>
                  <a:lnTo>
                    <a:pt x="159258" y="64770"/>
                  </a:lnTo>
                  <a:close/>
                </a:path>
                <a:path w="165734" h="250825">
                  <a:moveTo>
                    <a:pt x="165354" y="38100"/>
                  </a:moveTo>
                  <a:lnTo>
                    <a:pt x="138684" y="38100"/>
                  </a:lnTo>
                  <a:lnTo>
                    <a:pt x="138684" y="23622"/>
                  </a:lnTo>
                  <a:lnTo>
                    <a:pt x="162306" y="23622"/>
                  </a:lnTo>
                  <a:lnTo>
                    <a:pt x="162306" y="18288"/>
                  </a:lnTo>
                  <a:lnTo>
                    <a:pt x="138684" y="18288"/>
                  </a:lnTo>
                  <a:lnTo>
                    <a:pt x="138684" y="5334"/>
                  </a:lnTo>
                  <a:lnTo>
                    <a:pt x="164592" y="5334"/>
                  </a:lnTo>
                  <a:lnTo>
                    <a:pt x="164592" y="0"/>
                  </a:lnTo>
                  <a:lnTo>
                    <a:pt x="133350" y="0"/>
                  </a:lnTo>
                  <a:lnTo>
                    <a:pt x="133350" y="43434"/>
                  </a:lnTo>
                  <a:lnTo>
                    <a:pt x="165354" y="43434"/>
                  </a:lnTo>
                  <a:lnTo>
                    <a:pt x="165354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1" name="object 4161"/>
            <p:cNvSpPr/>
            <p:nvPr/>
          </p:nvSpPr>
          <p:spPr>
            <a:xfrm>
              <a:off x="1717700" y="279717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2" name="object 4162"/>
            <p:cNvSpPr/>
            <p:nvPr/>
          </p:nvSpPr>
          <p:spPr>
            <a:xfrm>
              <a:off x="1717700" y="279717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3" name="object 4163"/>
            <p:cNvSpPr/>
            <p:nvPr/>
          </p:nvSpPr>
          <p:spPr>
            <a:xfrm>
              <a:off x="1717700" y="2605916"/>
              <a:ext cx="3810" cy="191770"/>
            </a:xfrm>
            <a:custGeom>
              <a:avLst/>
              <a:gdLst/>
              <a:ahLst/>
              <a:cxnLst/>
              <a:rect l="l" t="t" r="r" b="b"/>
              <a:pathLst>
                <a:path w="3810" h="191769">
                  <a:moveTo>
                    <a:pt x="0" y="191262"/>
                  </a:moveTo>
                  <a:lnTo>
                    <a:pt x="3810" y="191262"/>
                  </a:lnTo>
                  <a:lnTo>
                    <a:pt x="3810" y="0"/>
                  </a:lnTo>
                  <a:lnTo>
                    <a:pt x="0" y="0"/>
                  </a:lnTo>
                  <a:lnTo>
                    <a:pt x="0" y="1912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4" name="object 4164"/>
            <p:cNvSpPr/>
            <p:nvPr/>
          </p:nvSpPr>
          <p:spPr>
            <a:xfrm>
              <a:off x="1719605" y="2605916"/>
              <a:ext cx="0" cy="191770"/>
            </a:xfrm>
            <a:custGeom>
              <a:avLst/>
              <a:gdLst/>
              <a:ahLst/>
              <a:cxnLst/>
              <a:rect l="l" t="t" r="r" b="b"/>
              <a:pathLst>
                <a:path h="191769">
                  <a:moveTo>
                    <a:pt x="0" y="0"/>
                  </a:moveTo>
                  <a:lnTo>
                    <a:pt x="0" y="19164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5" name="object 4165"/>
            <p:cNvSpPr/>
            <p:nvPr/>
          </p:nvSpPr>
          <p:spPr>
            <a:xfrm>
              <a:off x="1694078" y="2747648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30" h="49530">
                  <a:moveTo>
                    <a:pt x="49530" y="0"/>
                  </a:moveTo>
                  <a:lnTo>
                    <a:pt x="0" y="0"/>
                  </a:lnTo>
                  <a:lnTo>
                    <a:pt x="25146" y="49530"/>
                  </a:lnTo>
                  <a:lnTo>
                    <a:pt x="4953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6" name="object 4166"/>
            <p:cNvSpPr/>
            <p:nvPr/>
          </p:nvSpPr>
          <p:spPr>
            <a:xfrm>
              <a:off x="1694078" y="2747648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30" h="49530">
                  <a:moveTo>
                    <a:pt x="0" y="0"/>
                  </a:moveTo>
                  <a:lnTo>
                    <a:pt x="25146" y="49530"/>
                  </a:lnTo>
                  <a:lnTo>
                    <a:pt x="49530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7" name="object 4167"/>
            <p:cNvSpPr/>
            <p:nvPr/>
          </p:nvSpPr>
          <p:spPr>
            <a:xfrm>
              <a:off x="1692554" y="2746886"/>
              <a:ext cx="28575" cy="55244"/>
            </a:xfrm>
            <a:custGeom>
              <a:avLst/>
              <a:gdLst/>
              <a:ahLst/>
              <a:cxnLst/>
              <a:rect l="l" t="t" r="r" b="b"/>
              <a:pathLst>
                <a:path w="28575" h="55244">
                  <a:moveTo>
                    <a:pt x="28194" y="51054"/>
                  </a:moveTo>
                  <a:lnTo>
                    <a:pt x="25146" y="49530"/>
                  </a:lnTo>
                  <a:lnTo>
                    <a:pt x="26670" y="45720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26670" y="54864"/>
                  </a:lnTo>
                  <a:lnTo>
                    <a:pt x="28194" y="5105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8" name="object 4168"/>
            <p:cNvSpPr/>
            <p:nvPr/>
          </p:nvSpPr>
          <p:spPr>
            <a:xfrm>
              <a:off x="1692554" y="2746886"/>
              <a:ext cx="28575" cy="55244"/>
            </a:xfrm>
            <a:custGeom>
              <a:avLst/>
              <a:gdLst/>
              <a:ahLst/>
              <a:cxnLst/>
              <a:rect l="l" t="t" r="r" b="b"/>
              <a:pathLst>
                <a:path w="28575" h="55244">
                  <a:moveTo>
                    <a:pt x="0" y="1524"/>
                  </a:moveTo>
                  <a:lnTo>
                    <a:pt x="3810" y="0"/>
                  </a:lnTo>
                  <a:lnTo>
                    <a:pt x="26670" y="45720"/>
                  </a:lnTo>
                  <a:lnTo>
                    <a:pt x="25146" y="49530"/>
                  </a:lnTo>
                  <a:lnTo>
                    <a:pt x="28194" y="51054"/>
                  </a:lnTo>
                  <a:lnTo>
                    <a:pt x="26670" y="54864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9" name="object 4169"/>
            <p:cNvSpPr/>
            <p:nvPr/>
          </p:nvSpPr>
          <p:spPr>
            <a:xfrm>
              <a:off x="1717700" y="2745362"/>
              <a:ext cx="29209" cy="52705"/>
            </a:xfrm>
            <a:custGeom>
              <a:avLst/>
              <a:gdLst/>
              <a:ahLst/>
              <a:cxnLst/>
              <a:rect l="l" t="t" r="r" b="b"/>
              <a:pathLst>
                <a:path w="29210" h="52705">
                  <a:moveTo>
                    <a:pt x="28956" y="0"/>
                  </a:moveTo>
                  <a:lnTo>
                    <a:pt x="25908" y="0"/>
                  </a:lnTo>
                  <a:lnTo>
                    <a:pt x="25908" y="3809"/>
                  </a:lnTo>
                  <a:lnTo>
                    <a:pt x="22860" y="3809"/>
                  </a:lnTo>
                  <a:lnTo>
                    <a:pt x="0" y="51053"/>
                  </a:lnTo>
                  <a:lnTo>
                    <a:pt x="3048" y="52577"/>
                  </a:lnTo>
                  <a:lnTo>
                    <a:pt x="289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0" name="object 4170"/>
            <p:cNvSpPr/>
            <p:nvPr/>
          </p:nvSpPr>
          <p:spPr>
            <a:xfrm>
              <a:off x="1717700" y="2745362"/>
              <a:ext cx="29209" cy="52705"/>
            </a:xfrm>
            <a:custGeom>
              <a:avLst/>
              <a:gdLst/>
              <a:ahLst/>
              <a:cxnLst/>
              <a:rect l="l" t="t" r="r" b="b"/>
              <a:pathLst>
                <a:path w="29210" h="52705">
                  <a:moveTo>
                    <a:pt x="3048" y="52577"/>
                  </a:moveTo>
                  <a:lnTo>
                    <a:pt x="0" y="51053"/>
                  </a:lnTo>
                  <a:lnTo>
                    <a:pt x="22860" y="3809"/>
                  </a:lnTo>
                  <a:lnTo>
                    <a:pt x="25908" y="3809"/>
                  </a:lnTo>
                  <a:lnTo>
                    <a:pt x="25908" y="0"/>
                  </a:lnTo>
                  <a:lnTo>
                    <a:pt x="28956" y="0"/>
                  </a:lnTo>
                  <a:lnTo>
                    <a:pt x="3048" y="5257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1" name="object 4171"/>
            <p:cNvSpPr/>
            <p:nvPr/>
          </p:nvSpPr>
          <p:spPr>
            <a:xfrm>
              <a:off x="1691030" y="2745362"/>
              <a:ext cx="52705" cy="3810"/>
            </a:xfrm>
            <a:custGeom>
              <a:avLst/>
              <a:gdLst/>
              <a:ahLst/>
              <a:cxnLst/>
              <a:rect l="l" t="t" r="r" b="b"/>
              <a:pathLst>
                <a:path w="52705" h="3810">
                  <a:moveTo>
                    <a:pt x="52577" y="3810"/>
                  </a:moveTo>
                  <a:lnTo>
                    <a:pt x="52577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5333" y="1524"/>
                  </a:lnTo>
                  <a:lnTo>
                    <a:pt x="6095" y="3810"/>
                  </a:lnTo>
                  <a:lnTo>
                    <a:pt x="52577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2" name="object 4172"/>
            <p:cNvSpPr/>
            <p:nvPr/>
          </p:nvSpPr>
          <p:spPr>
            <a:xfrm>
              <a:off x="1691030" y="2745362"/>
              <a:ext cx="52705" cy="3810"/>
            </a:xfrm>
            <a:custGeom>
              <a:avLst/>
              <a:gdLst/>
              <a:ahLst/>
              <a:cxnLst/>
              <a:rect l="l" t="t" r="r" b="b"/>
              <a:pathLst>
                <a:path w="52705" h="3810">
                  <a:moveTo>
                    <a:pt x="52577" y="0"/>
                  </a:moveTo>
                  <a:lnTo>
                    <a:pt x="52577" y="3810"/>
                  </a:lnTo>
                  <a:lnTo>
                    <a:pt x="6095" y="3810"/>
                  </a:lnTo>
                  <a:lnTo>
                    <a:pt x="5333" y="1524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52577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73" name="object 4173"/>
            <p:cNvPicPr/>
            <p:nvPr/>
          </p:nvPicPr>
          <p:blipFill>
            <a:blip r:embed="rId245" cstate="print"/>
            <a:stretch>
              <a:fillRect/>
            </a:stretch>
          </p:blipFill>
          <p:spPr>
            <a:xfrm>
              <a:off x="1632356" y="2816990"/>
              <a:ext cx="431292" cy="109727"/>
            </a:xfrm>
            <a:prstGeom prst="rect">
              <a:avLst/>
            </a:prstGeom>
          </p:spPr>
        </p:pic>
        <p:sp>
          <p:nvSpPr>
            <p:cNvPr id="4174" name="object 4174"/>
            <p:cNvSpPr/>
            <p:nvPr/>
          </p:nvSpPr>
          <p:spPr>
            <a:xfrm>
              <a:off x="593737" y="4433966"/>
              <a:ext cx="4445" cy="130810"/>
            </a:xfrm>
            <a:custGeom>
              <a:avLst/>
              <a:gdLst/>
              <a:ahLst/>
              <a:cxnLst/>
              <a:rect l="l" t="t" r="r" b="b"/>
              <a:pathLst>
                <a:path w="4445" h="130810">
                  <a:moveTo>
                    <a:pt x="3822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0" y="128016"/>
                  </a:lnTo>
                  <a:lnTo>
                    <a:pt x="0" y="130302"/>
                  </a:lnTo>
                  <a:lnTo>
                    <a:pt x="3810" y="130302"/>
                  </a:lnTo>
                  <a:lnTo>
                    <a:pt x="3810" y="128016"/>
                  </a:lnTo>
                  <a:lnTo>
                    <a:pt x="3810" y="2286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5" name="object 4175"/>
            <p:cNvSpPr/>
            <p:nvPr/>
          </p:nvSpPr>
          <p:spPr>
            <a:xfrm>
              <a:off x="593750" y="4436240"/>
              <a:ext cx="3810" cy="125730"/>
            </a:xfrm>
            <a:custGeom>
              <a:avLst/>
              <a:gdLst/>
              <a:ahLst/>
              <a:cxnLst/>
              <a:rect l="l" t="t" r="r" b="b"/>
              <a:pathLst>
                <a:path w="3809" h="125729">
                  <a:moveTo>
                    <a:pt x="3810" y="0"/>
                  </a:moveTo>
                  <a:lnTo>
                    <a:pt x="3810" y="125729"/>
                  </a:lnTo>
                  <a:lnTo>
                    <a:pt x="0" y="125729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6" name="object 4176"/>
            <p:cNvSpPr/>
            <p:nvPr/>
          </p:nvSpPr>
          <p:spPr>
            <a:xfrm>
              <a:off x="617359" y="4435491"/>
              <a:ext cx="3810" cy="86360"/>
            </a:xfrm>
            <a:custGeom>
              <a:avLst/>
              <a:gdLst/>
              <a:ahLst/>
              <a:cxnLst/>
              <a:rect l="l" t="t" r="r" b="b"/>
              <a:pathLst>
                <a:path w="3809" h="86360">
                  <a:moveTo>
                    <a:pt x="3810" y="84582"/>
                  </a:moveTo>
                  <a:lnTo>
                    <a:pt x="12" y="84582"/>
                  </a:lnTo>
                  <a:lnTo>
                    <a:pt x="12" y="86106"/>
                  </a:lnTo>
                  <a:lnTo>
                    <a:pt x="3810" y="86106"/>
                  </a:lnTo>
                  <a:lnTo>
                    <a:pt x="3810" y="84582"/>
                  </a:lnTo>
                  <a:close/>
                </a:path>
                <a:path w="3809" h="86360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7" name="object 4177"/>
            <p:cNvSpPr/>
            <p:nvPr/>
          </p:nvSpPr>
          <p:spPr>
            <a:xfrm>
              <a:off x="617372" y="4437764"/>
              <a:ext cx="3810" cy="82550"/>
            </a:xfrm>
            <a:custGeom>
              <a:avLst/>
              <a:gdLst/>
              <a:ahLst/>
              <a:cxnLst/>
              <a:rect l="l" t="t" r="r" b="b"/>
              <a:pathLst>
                <a:path w="3809" h="82550">
                  <a:moveTo>
                    <a:pt x="3809" y="0"/>
                  </a:moveTo>
                  <a:lnTo>
                    <a:pt x="3809" y="82295"/>
                  </a:lnTo>
                  <a:lnTo>
                    <a:pt x="0" y="82295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8" name="object 4178"/>
            <p:cNvSpPr/>
            <p:nvPr/>
          </p:nvSpPr>
          <p:spPr>
            <a:xfrm>
              <a:off x="1057795" y="4236609"/>
              <a:ext cx="4445" cy="86360"/>
            </a:xfrm>
            <a:custGeom>
              <a:avLst/>
              <a:gdLst/>
              <a:ahLst/>
              <a:cxnLst/>
              <a:rect l="l" t="t" r="r" b="b"/>
              <a:pathLst>
                <a:path w="4444" h="86360">
                  <a:moveTo>
                    <a:pt x="3810" y="84582"/>
                  </a:moveTo>
                  <a:lnTo>
                    <a:pt x="0" y="84582"/>
                  </a:lnTo>
                  <a:lnTo>
                    <a:pt x="0" y="86106"/>
                  </a:lnTo>
                  <a:lnTo>
                    <a:pt x="3810" y="86106"/>
                  </a:lnTo>
                  <a:lnTo>
                    <a:pt x="3810" y="84582"/>
                  </a:lnTo>
                  <a:close/>
                </a:path>
                <a:path w="4444" h="86360">
                  <a:moveTo>
                    <a:pt x="3822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22" y="2286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9" name="object 4179"/>
            <p:cNvSpPr/>
            <p:nvPr/>
          </p:nvSpPr>
          <p:spPr>
            <a:xfrm>
              <a:off x="1057808" y="4238882"/>
              <a:ext cx="3810" cy="82550"/>
            </a:xfrm>
            <a:custGeom>
              <a:avLst/>
              <a:gdLst/>
              <a:ahLst/>
              <a:cxnLst/>
              <a:rect l="l" t="t" r="r" b="b"/>
              <a:pathLst>
                <a:path w="3809" h="82550">
                  <a:moveTo>
                    <a:pt x="3810" y="0"/>
                  </a:moveTo>
                  <a:lnTo>
                    <a:pt x="3810" y="82295"/>
                  </a:lnTo>
                  <a:lnTo>
                    <a:pt x="0" y="82295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0" name="object 4180"/>
            <p:cNvSpPr/>
            <p:nvPr/>
          </p:nvSpPr>
          <p:spPr>
            <a:xfrm>
              <a:off x="1153045" y="4179459"/>
              <a:ext cx="4445" cy="86360"/>
            </a:xfrm>
            <a:custGeom>
              <a:avLst/>
              <a:gdLst/>
              <a:ahLst/>
              <a:cxnLst/>
              <a:rect l="l" t="t" r="r" b="b"/>
              <a:pathLst>
                <a:path w="4444" h="86360">
                  <a:moveTo>
                    <a:pt x="3810" y="84582"/>
                  </a:moveTo>
                  <a:lnTo>
                    <a:pt x="0" y="84582"/>
                  </a:lnTo>
                  <a:lnTo>
                    <a:pt x="0" y="86106"/>
                  </a:lnTo>
                  <a:lnTo>
                    <a:pt x="3810" y="86106"/>
                  </a:lnTo>
                  <a:lnTo>
                    <a:pt x="3810" y="84582"/>
                  </a:lnTo>
                  <a:close/>
                </a:path>
                <a:path w="4444" h="86360">
                  <a:moveTo>
                    <a:pt x="3822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22" y="2286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1" name="object 4181"/>
            <p:cNvSpPr/>
            <p:nvPr/>
          </p:nvSpPr>
          <p:spPr>
            <a:xfrm>
              <a:off x="1153058" y="4181732"/>
              <a:ext cx="3810" cy="82550"/>
            </a:xfrm>
            <a:custGeom>
              <a:avLst/>
              <a:gdLst/>
              <a:ahLst/>
              <a:cxnLst/>
              <a:rect l="l" t="t" r="r" b="b"/>
              <a:pathLst>
                <a:path w="3809" h="82550">
                  <a:moveTo>
                    <a:pt x="3810" y="0"/>
                  </a:moveTo>
                  <a:lnTo>
                    <a:pt x="3810" y="82295"/>
                  </a:lnTo>
                  <a:lnTo>
                    <a:pt x="0" y="82295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2" name="object 4182"/>
            <p:cNvSpPr/>
            <p:nvPr/>
          </p:nvSpPr>
          <p:spPr>
            <a:xfrm>
              <a:off x="967879" y="4294521"/>
              <a:ext cx="3810" cy="86360"/>
            </a:xfrm>
            <a:custGeom>
              <a:avLst/>
              <a:gdLst/>
              <a:ahLst/>
              <a:cxnLst/>
              <a:rect l="l" t="t" r="r" b="b"/>
              <a:pathLst>
                <a:path w="3809" h="86360">
                  <a:moveTo>
                    <a:pt x="3810" y="84582"/>
                  </a:moveTo>
                  <a:lnTo>
                    <a:pt x="12" y="84582"/>
                  </a:lnTo>
                  <a:lnTo>
                    <a:pt x="12" y="86106"/>
                  </a:lnTo>
                  <a:lnTo>
                    <a:pt x="3810" y="86106"/>
                  </a:lnTo>
                  <a:lnTo>
                    <a:pt x="3810" y="84582"/>
                  </a:lnTo>
                  <a:close/>
                </a:path>
                <a:path w="3809" h="86360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3" name="object 4183"/>
            <p:cNvSpPr/>
            <p:nvPr/>
          </p:nvSpPr>
          <p:spPr>
            <a:xfrm>
              <a:off x="967892" y="4296032"/>
              <a:ext cx="3810" cy="83185"/>
            </a:xfrm>
            <a:custGeom>
              <a:avLst/>
              <a:gdLst/>
              <a:ahLst/>
              <a:cxnLst/>
              <a:rect l="l" t="t" r="r" b="b"/>
              <a:pathLst>
                <a:path w="3809" h="83185">
                  <a:moveTo>
                    <a:pt x="3809" y="0"/>
                  </a:moveTo>
                  <a:lnTo>
                    <a:pt x="3809" y="83057"/>
                  </a:lnTo>
                  <a:lnTo>
                    <a:pt x="0" y="83057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4" name="object 4184"/>
            <p:cNvSpPr/>
            <p:nvPr/>
          </p:nvSpPr>
          <p:spPr>
            <a:xfrm>
              <a:off x="676795" y="4436253"/>
              <a:ext cx="4445" cy="125730"/>
            </a:xfrm>
            <a:custGeom>
              <a:avLst/>
              <a:gdLst/>
              <a:ahLst/>
              <a:cxnLst/>
              <a:rect l="l" t="t" r="r" b="b"/>
              <a:pathLst>
                <a:path w="4445" h="125729">
                  <a:moveTo>
                    <a:pt x="3822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0" y="123444"/>
                  </a:lnTo>
                  <a:lnTo>
                    <a:pt x="0" y="125730"/>
                  </a:lnTo>
                  <a:lnTo>
                    <a:pt x="3810" y="125730"/>
                  </a:lnTo>
                  <a:lnTo>
                    <a:pt x="3810" y="123444"/>
                  </a:lnTo>
                  <a:lnTo>
                    <a:pt x="3810" y="2286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5" name="object 4185"/>
            <p:cNvSpPr/>
            <p:nvPr/>
          </p:nvSpPr>
          <p:spPr>
            <a:xfrm>
              <a:off x="676808" y="4438526"/>
              <a:ext cx="3810" cy="121285"/>
            </a:xfrm>
            <a:custGeom>
              <a:avLst/>
              <a:gdLst/>
              <a:ahLst/>
              <a:cxnLst/>
              <a:rect l="l" t="t" r="r" b="b"/>
              <a:pathLst>
                <a:path w="3809" h="121285">
                  <a:moveTo>
                    <a:pt x="3810" y="0"/>
                  </a:moveTo>
                  <a:lnTo>
                    <a:pt x="3810" y="121158"/>
                  </a:lnTo>
                  <a:lnTo>
                    <a:pt x="0" y="121158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6" name="object 4186"/>
            <p:cNvSpPr/>
            <p:nvPr/>
          </p:nvSpPr>
          <p:spPr>
            <a:xfrm>
              <a:off x="700417" y="4433966"/>
              <a:ext cx="3810" cy="86360"/>
            </a:xfrm>
            <a:custGeom>
              <a:avLst/>
              <a:gdLst/>
              <a:ahLst/>
              <a:cxnLst/>
              <a:rect l="l" t="t" r="r" b="b"/>
              <a:pathLst>
                <a:path w="3809" h="86360">
                  <a:moveTo>
                    <a:pt x="3810" y="83820"/>
                  </a:moveTo>
                  <a:lnTo>
                    <a:pt x="12" y="83820"/>
                  </a:lnTo>
                  <a:lnTo>
                    <a:pt x="12" y="86106"/>
                  </a:lnTo>
                  <a:lnTo>
                    <a:pt x="3810" y="86106"/>
                  </a:lnTo>
                  <a:lnTo>
                    <a:pt x="3810" y="83820"/>
                  </a:lnTo>
                  <a:close/>
                </a:path>
                <a:path w="3809" h="86360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7" name="object 4187"/>
            <p:cNvSpPr/>
            <p:nvPr/>
          </p:nvSpPr>
          <p:spPr>
            <a:xfrm>
              <a:off x="700430" y="4435478"/>
              <a:ext cx="3810" cy="82550"/>
            </a:xfrm>
            <a:custGeom>
              <a:avLst/>
              <a:gdLst/>
              <a:ahLst/>
              <a:cxnLst/>
              <a:rect l="l" t="t" r="r" b="b"/>
              <a:pathLst>
                <a:path w="3809" h="82550">
                  <a:moveTo>
                    <a:pt x="3809" y="0"/>
                  </a:moveTo>
                  <a:lnTo>
                    <a:pt x="3809" y="82295"/>
                  </a:lnTo>
                  <a:lnTo>
                    <a:pt x="0" y="82295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8" name="object 4188"/>
            <p:cNvSpPr/>
            <p:nvPr/>
          </p:nvSpPr>
          <p:spPr>
            <a:xfrm>
              <a:off x="762901" y="4438538"/>
              <a:ext cx="4445" cy="125730"/>
            </a:xfrm>
            <a:custGeom>
              <a:avLst/>
              <a:gdLst/>
              <a:ahLst/>
              <a:cxnLst/>
              <a:rect l="l" t="t" r="r" b="b"/>
              <a:pathLst>
                <a:path w="4445" h="125729">
                  <a:moveTo>
                    <a:pt x="3822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0" y="124206"/>
                  </a:lnTo>
                  <a:lnTo>
                    <a:pt x="0" y="125730"/>
                  </a:lnTo>
                  <a:lnTo>
                    <a:pt x="3810" y="125730"/>
                  </a:lnTo>
                  <a:lnTo>
                    <a:pt x="3810" y="124206"/>
                  </a:lnTo>
                  <a:lnTo>
                    <a:pt x="3810" y="2286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9" name="object 4189"/>
            <p:cNvSpPr/>
            <p:nvPr/>
          </p:nvSpPr>
          <p:spPr>
            <a:xfrm>
              <a:off x="762914" y="4440812"/>
              <a:ext cx="3810" cy="121920"/>
            </a:xfrm>
            <a:custGeom>
              <a:avLst/>
              <a:gdLst/>
              <a:ahLst/>
              <a:cxnLst/>
              <a:rect l="l" t="t" r="r" b="b"/>
              <a:pathLst>
                <a:path w="3809" h="121920">
                  <a:moveTo>
                    <a:pt x="3810" y="0"/>
                  </a:moveTo>
                  <a:lnTo>
                    <a:pt x="3810" y="121919"/>
                  </a:lnTo>
                  <a:lnTo>
                    <a:pt x="0" y="121919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0" name="object 4190"/>
            <p:cNvSpPr/>
            <p:nvPr/>
          </p:nvSpPr>
          <p:spPr>
            <a:xfrm>
              <a:off x="786523" y="4436253"/>
              <a:ext cx="3810" cy="86360"/>
            </a:xfrm>
            <a:custGeom>
              <a:avLst/>
              <a:gdLst/>
              <a:ahLst/>
              <a:cxnLst/>
              <a:rect l="l" t="t" r="r" b="b"/>
              <a:pathLst>
                <a:path w="3809" h="86360">
                  <a:moveTo>
                    <a:pt x="3810" y="83820"/>
                  </a:moveTo>
                  <a:lnTo>
                    <a:pt x="12" y="83820"/>
                  </a:lnTo>
                  <a:lnTo>
                    <a:pt x="12" y="86106"/>
                  </a:lnTo>
                  <a:lnTo>
                    <a:pt x="3810" y="86106"/>
                  </a:lnTo>
                  <a:lnTo>
                    <a:pt x="3810" y="83820"/>
                  </a:lnTo>
                  <a:close/>
                </a:path>
                <a:path w="3809" h="86360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1" name="object 4191"/>
            <p:cNvSpPr/>
            <p:nvPr/>
          </p:nvSpPr>
          <p:spPr>
            <a:xfrm>
              <a:off x="786536" y="4437764"/>
              <a:ext cx="3810" cy="82550"/>
            </a:xfrm>
            <a:custGeom>
              <a:avLst/>
              <a:gdLst/>
              <a:ahLst/>
              <a:cxnLst/>
              <a:rect l="l" t="t" r="r" b="b"/>
              <a:pathLst>
                <a:path w="3809" h="82550">
                  <a:moveTo>
                    <a:pt x="3809" y="0"/>
                  </a:moveTo>
                  <a:lnTo>
                    <a:pt x="3809" y="82295"/>
                  </a:lnTo>
                  <a:lnTo>
                    <a:pt x="0" y="82295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2" name="object 4192"/>
            <p:cNvSpPr/>
            <p:nvPr/>
          </p:nvSpPr>
          <p:spPr>
            <a:xfrm>
              <a:off x="599071" y="4366148"/>
              <a:ext cx="204470" cy="45720"/>
            </a:xfrm>
            <a:custGeom>
              <a:avLst/>
              <a:gdLst/>
              <a:ahLst/>
              <a:cxnLst/>
              <a:rect l="l" t="t" r="r" b="b"/>
              <a:pathLst>
                <a:path w="204470" h="45720">
                  <a:moveTo>
                    <a:pt x="28956" y="2286"/>
                  </a:moveTo>
                  <a:lnTo>
                    <a:pt x="0" y="2286"/>
                  </a:lnTo>
                  <a:lnTo>
                    <a:pt x="0" y="44958"/>
                  </a:lnTo>
                  <a:lnTo>
                    <a:pt x="6096" y="44958"/>
                  </a:lnTo>
                  <a:lnTo>
                    <a:pt x="6096" y="25908"/>
                  </a:lnTo>
                  <a:lnTo>
                    <a:pt x="25908" y="25908"/>
                  </a:lnTo>
                  <a:lnTo>
                    <a:pt x="25908" y="20574"/>
                  </a:lnTo>
                  <a:lnTo>
                    <a:pt x="6096" y="20574"/>
                  </a:lnTo>
                  <a:lnTo>
                    <a:pt x="6096" y="7620"/>
                  </a:lnTo>
                  <a:lnTo>
                    <a:pt x="28956" y="7620"/>
                  </a:lnTo>
                  <a:lnTo>
                    <a:pt x="28956" y="2286"/>
                  </a:lnTo>
                  <a:close/>
                </a:path>
                <a:path w="204470" h="45720">
                  <a:moveTo>
                    <a:pt x="115824" y="23622"/>
                  </a:moveTo>
                  <a:lnTo>
                    <a:pt x="97536" y="23622"/>
                  </a:lnTo>
                  <a:lnTo>
                    <a:pt x="97536" y="28194"/>
                  </a:lnTo>
                  <a:lnTo>
                    <a:pt x="110490" y="28194"/>
                  </a:lnTo>
                  <a:lnTo>
                    <a:pt x="110490" y="36576"/>
                  </a:lnTo>
                  <a:lnTo>
                    <a:pt x="108204" y="38100"/>
                  </a:lnTo>
                  <a:lnTo>
                    <a:pt x="98298" y="40386"/>
                  </a:lnTo>
                  <a:lnTo>
                    <a:pt x="89916" y="38862"/>
                  </a:lnTo>
                  <a:lnTo>
                    <a:pt x="84582" y="33528"/>
                  </a:lnTo>
                  <a:lnTo>
                    <a:pt x="82296" y="23622"/>
                  </a:lnTo>
                  <a:lnTo>
                    <a:pt x="83820" y="15240"/>
                  </a:lnTo>
                  <a:lnTo>
                    <a:pt x="86868" y="10668"/>
                  </a:lnTo>
                  <a:lnTo>
                    <a:pt x="91440" y="7620"/>
                  </a:lnTo>
                  <a:lnTo>
                    <a:pt x="97536" y="6858"/>
                  </a:lnTo>
                  <a:lnTo>
                    <a:pt x="105918" y="9144"/>
                  </a:lnTo>
                  <a:lnTo>
                    <a:pt x="109728" y="15240"/>
                  </a:lnTo>
                  <a:lnTo>
                    <a:pt x="115062" y="14478"/>
                  </a:lnTo>
                  <a:lnTo>
                    <a:pt x="112014" y="7620"/>
                  </a:lnTo>
                  <a:lnTo>
                    <a:pt x="106680" y="3048"/>
                  </a:lnTo>
                  <a:lnTo>
                    <a:pt x="97536" y="1524"/>
                  </a:lnTo>
                  <a:lnTo>
                    <a:pt x="86868" y="4572"/>
                  </a:lnTo>
                  <a:lnTo>
                    <a:pt x="82296" y="7620"/>
                  </a:lnTo>
                  <a:lnTo>
                    <a:pt x="79248" y="12192"/>
                  </a:lnTo>
                  <a:lnTo>
                    <a:pt x="76962" y="23622"/>
                  </a:lnTo>
                  <a:lnTo>
                    <a:pt x="77724" y="29718"/>
                  </a:lnTo>
                  <a:lnTo>
                    <a:pt x="82296" y="39624"/>
                  </a:lnTo>
                  <a:lnTo>
                    <a:pt x="86868" y="42672"/>
                  </a:lnTo>
                  <a:lnTo>
                    <a:pt x="92202" y="44958"/>
                  </a:lnTo>
                  <a:lnTo>
                    <a:pt x="98298" y="45720"/>
                  </a:lnTo>
                  <a:lnTo>
                    <a:pt x="107442" y="44196"/>
                  </a:lnTo>
                  <a:lnTo>
                    <a:pt x="115824" y="39624"/>
                  </a:lnTo>
                  <a:lnTo>
                    <a:pt x="115824" y="23622"/>
                  </a:lnTo>
                  <a:close/>
                </a:path>
                <a:path w="204470" h="45720">
                  <a:moveTo>
                    <a:pt x="204216" y="0"/>
                  </a:moveTo>
                  <a:lnTo>
                    <a:pt x="198120" y="0"/>
                  </a:lnTo>
                  <a:lnTo>
                    <a:pt x="198120" y="17526"/>
                  </a:lnTo>
                  <a:lnTo>
                    <a:pt x="176784" y="17526"/>
                  </a:lnTo>
                  <a:lnTo>
                    <a:pt x="176784" y="0"/>
                  </a:lnTo>
                  <a:lnTo>
                    <a:pt x="170688" y="0"/>
                  </a:lnTo>
                  <a:lnTo>
                    <a:pt x="170688" y="42672"/>
                  </a:lnTo>
                  <a:lnTo>
                    <a:pt x="176784" y="42672"/>
                  </a:lnTo>
                  <a:lnTo>
                    <a:pt x="176784" y="22860"/>
                  </a:lnTo>
                  <a:lnTo>
                    <a:pt x="198120" y="22860"/>
                  </a:lnTo>
                  <a:lnTo>
                    <a:pt x="198120" y="42672"/>
                  </a:lnTo>
                  <a:lnTo>
                    <a:pt x="204216" y="42672"/>
                  </a:lnTo>
                  <a:lnTo>
                    <a:pt x="2042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3" name="object 4193"/>
            <p:cNvSpPr/>
            <p:nvPr/>
          </p:nvSpPr>
          <p:spPr>
            <a:xfrm>
              <a:off x="725576" y="5707256"/>
              <a:ext cx="504190" cy="203200"/>
            </a:xfrm>
            <a:custGeom>
              <a:avLst/>
              <a:gdLst/>
              <a:ahLst/>
              <a:cxnLst/>
              <a:rect l="l" t="t" r="r" b="b"/>
              <a:pathLst>
                <a:path w="504190" h="203200">
                  <a:moveTo>
                    <a:pt x="0" y="0"/>
                  </a:moveTo>
                  <a:lnTo>
                    <a:pt x="0" y="202691"/>
                  </a:lnTo>
                  <a:lnTo>
                    <a:pt x="503681" y="202691"/>
                  </a:lnTo>
                  <a:lnTo>
                    <a:pt x="5036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4" name="object 4194"/>
            <p:cNvSpPr/>
            <p:nvPr/>
          </p:nvSpPr>
          <p:spPr>
            <a:xfrm>
              <a:off x="790333" y="4821825"/>
              <a:ext cx="276225" cy="1012825"/>
            </a:xfrm>
            <a:custGeom>
              <a:avLst/>
              <a:gdLst/>
              <a:ahLst/>
              <a:cxnLst/>
              <a:rect l="l" t="t" r="r" b="b"/>
              <a:pathLst>
                <a:path w="276225" h="1012825">
                  <a:moveTo>
                    <a:pt x="3810" y="886968"/>
                  </a:moveTo>
                  <a:lnTo>
                    <a:pt x="0" y="886968"/>
                  </a:lnTo>
                  <a:lnTo>
                    <a:pt x="0" y="889254"/>
                  </a:lnTo>
                  <a:lnTo>
                    <a:pt x="3810" y="889254"/>
                  </a:lnTo>
                  <a:lnTo>
                    <a:pt x="3810" y="886968"/>
                  </a:lnTo>
                  <a:close/>
                </a:path>
                <a:path w="276225" h="1012825">
                  <a:moveTo>
                    <a:pt x="3822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3822" y="1524"/>
                  </a:lnTo>
                  <a:lnTo>
                    <a:pt x="3822" y="0"/>
                  </a:lnTo>
                  <a:close/>
                </a:path>
                <a:path w="276225" h="1012825">
                  <a:moveTo>
                    <a:pt x="151638" y="996696"/>
                  </a:moveTo>
                  <a:lnTo>
                    <a:pt x="145542" y="995172"/>
                  </a:lnTo>
                  <a:lnTo>
                    <a:pt x="144018" y="1000506"/>
                  </a:lnTo>
                  <a:lnTo>
                    <a:pt x="126441" y="1006449"/>
                  </a:lnTo>
                  <a:lnTo>
                    <a:pt x="117716" y="991793"/>
                  </a:lnTo>
                  <a:lnTo>
                    <a:pt x="121183" y="974445"/>
                  </a:lnTo>
                  <a:lnTo>
                    <a:pt x="140208" y="972312"/>
                  </a:lnTo>
                  <a:lnTo>
                    <a:pt x="144780" y="979170"/>
                  </a:lnTo>
                  <a:lnTo>
                    <a:pt x="150876" y="978408"/>
                  </a:lnTo>
                  <a:lnTo>
                    <a:pt x="149352" y="975360"/>
                  </a:lnTo>
                  <a:lnTo>
                    <a:pt x="141732" y="966216"/>
                  </a:lnTo>
                  <a:lnTo>
                    <a:pt x="132588" y="964692"/>
                  </a:lnTo>
                  <a:lnTo>
                    <a:pt x="121920" y="966978"/>
                  </a:lnTo>
                  <a:lnTo>
                    <a:pt x="113538" y="975360"/>
                  </a:lnTo>
                  <a:lnTo>
                    <a:pt x="111252" y="987552"/>
                  </a:lnTo>
                  <a:lnTo>
                    <a:pt x="113538" y="1000506"/>
                  </a:lnTo>
                  <a:lnTo>
                    <a:pt x="116586" y="1005078"/>
                  </a:lnTo>
                  <a:lnTo>
                    <a:pt x="122682" y="1010412"/>
                  </a:lnTo>
                  <a:lnTo>
                    <a:pt x="132588" y="1012698"/>
                  </a:lnTo>
                  <a:lnTo>
                    <a:pt x="139446" y="1011174"/>
                  </a:lnTo>
                  <a:lnTo>
                    <a:pt x="147066" y="1005840"/>
                  </a:lnTo>
                  <a:lnTo>
                    <a:pt x="151638" y="996696"/>
                  </a:lnTo>
                  <a:close/>
                </a:path>
                <a:path w="276225" h="1012825">
                  <a:moveTo>
                    <a:pt x="188976" y="965454"/>
                  </a:moveTo>
                  <a:lnTo>
                    <a:pt x="159258" y="965454"/>
                  </a:lnTo>
                  <a:lnTo>
                    <a:pt x="159258" y="1011174"/>
                  </a:lnTo>
                  <a:lnTo>
                    <a:pt x="165354" y="1011174"/>
                  </a:lnTo>
                  <a:lnTo>
                    <a:pt x="165354" y="970788"/>
                  </a:lnTo>
                  <a:lnTo>
                    <a:pt x="188976" y="970788"/>
                  </a:lnTo>
                  <a:lnTo>
                    <a:pt x="188976" y="965454"/>
                  </a:lnTo>
                  <a:close/>
                </a:path>
                <a:path w="276225" h="1012825">
                  <a:moveTo>
                    <a:pt x="230124" y="965454"/>
                  </a:moveTo>
                  <a:lnTo>
                    <a:pt x="224028" y="965454"/>
                  </a:lnTo>
                  <a:lnTo>
                    <a:pt x="217932" y="974598"/>
                  </a:lnTo>
                  <a:lnTo>
                    <a:pt x="205740" y="992124"/>
                  </a:lnTo>
                  <a:lnTo>
                    <a:pt x="199644" y="1002030"/>
                  </a:lnTo>
                  <a:lnTo>
                    <a:pt x="199644" y="965454"/>
                  </a:lnTo>
                  <a:lnTo>
                    <a:pt x="194310" y="965454"/>
                  </a:lnTo>
                  <a:lnTo>
                    <a:pt x="194310" y="1011174"/>
                  </a:lnTo>
                  <a:lnTo>
                    <a:pt x="200406" y="1011174"/>
                  </a:lnTo>
                  <a:lnTo>
                    <a:pt x="206502" y="1002030"/>
                  </a:lnTo>
                  <a:lnTo>
                    <a:pt x="218694" y="984504"/>
                  </a:lnTo>
                  <a:lnTo>
                    <a:pt x="224790" y="975360"/>
                  </a:lnTo>
                  <a:lnTo>
                    <a:pt x="224790" y="1011174"/>
                  </a:lnTo>
                  <a:lnTo>
                    <a:pt x="230124" y="1011174"/>
                  </a:lnTo>
                  <a:lnTo>
                    <a:pt x="230124" y="965454"/>
                  </a:lnTo>
                  <a:close/>
                </a:path>
                <a:path w="276225" h="1012825">
                  <a:moveTo>
                    <a:pt x="275844" y="965454"/>
                  </a:moveTo>
                  <a:lnTo>
                    <a:pt x="269748" y="965454"/>
                  </a:lnTo>
                  <a:lnTo>
                    <a:pt x="265938" y="973074"/>
                  </a:lnTo>
                  <a:lnTo>
                    <a:pt x="256794" y="993648"/>
                  </a:lnTo>
                  <a:lnTo>
                    <a:pt x="245364" y="973074"/>
                  </a:lnTo>
                  <a:lnTo>
                    <a:pt x="241554" y="965454"/>
                  </a:lnTo>
                  <a:lnTo>
                    <a:pt x="235458" y="965454"/>
                  </a:lnTo>
                  <a:lnTo>
                    <a:pt x="249174" y="990600"/>
                  </a:lnTo>
                  <a:lnTo>
                    <a:pt x="254508" y="998982"/>
                  </a:lnTo>
                  <a:lnTo>
                    <a:pt x="252984" y="1002030"/>
                  </a:lnTo>
                  <a:lnTo>
                    <a:pt x="252222" y="1004316"/>
                  </a:lnTo>
                  <a:lnTo>
                    <a:pt x="249936" y="1006602"/>
                  </a:lnTo>
                  <a:lnTo>
                    <a:pt x="248412" y="1006602"/>
                  </a:lnTo>
                  <a:lnTo>
                    <a:pt x="246888" y="1007364"/>
                  </a:lnTo>
                  <a:lnTo>
                    <a:pt x="245364" y="1006602"/>
                  </a:lnTo>
                  <a:lnTo>
                    <a:pt x="243078" y="1006602"/>
                  </a:lnTo>
                  <a:lnTo>
                    <a:pt x="241554" y="1005840"/>
                  </a:lnTo>
                  <a:lnTo>
                    <a:pt x="241554" y="1011174"/>
                  </a:lnTo>
                  <a:lnTo>
                    <a:pt x="243840" y="1011174"/>
                  </a:lnTo>
                  <a:lnTo>
                    <a:pt x="245364" y="1011936"/>
                  </a:lnTo>
                  <a:lnTo>
                    <a:pt x="249936" y="1011936"/>
                  </a:lnTo>
                  <a:lnTo>
                    <a:pt x="251460" y="1011174"/>
                  </a:lnTo>
                  <a:lnTo>
                    <a:pt x="253746" y="1010412"/>
                  </a:lnTo>
                  <a:lnTo>
                    <a:pt x="255270" y="1008126"/>
                  </a:lnTo>
                  <a:lnTo>
                    <a:pt x="256794" y="1005078"/>
                  </a:lnTo>
                  <a:lnTo>
                    <a:pt x="259080" y="1001268"/>
                  </a:lnTo>
                  <a:lnTo>
                    <a:pt x="262890" y="991362"/>
                  </a:lnTo>
                  <a:lnTo>
                    <a:pt x="275844" y="96545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5" name="object 4195"/>
            <p:cNvSpPr/>
            <p:nvPr/>
          </p:nvSpPr>
          <p:spPr>
            <a:xfrm>
              <a:off x="790346" y="4821812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09" h="1904">
                  <a:moveTo>
                    <a:pt x="0" y="1524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1524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6" name="object 4196"/>
            <p:cNvSpPr/>
            <p:nvPr/>
          </p:nvSpPr>
          <p:spPr>
            <a:xfrm>
              <a:off x="790346" y="4823336"/>
              <a:ext cx="3810" cy="885825"/>
            </a:xfrm>
            <a:custGeom>
              <a:avLst/>
              <a:gdLst/>
              <a:ahLst/>
              <a:cxnLst/>
              <a:rect l="l" t="t" r="r" b="b"/>
              <a:pathLst>
                <a:path w="3809" h="885825">
                  <a:moveTo>
                    <a:pt x="3810" y="0"/>
                  </a:moveTo>
                  <a:lnTo>
                    <a:pt x="3810" y="885443"/>
                  </a:lnTo>
                  <a:lnTo>
                    <a:pt x="0" y="885443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7" name="object 4197"/>
            <p:cNvSpPr/>
            <p:nvPr/>
          </p:nvSpPr>
          <p:spPr>
            <a:xfrm>
              <a:off x="790346" y="4823336"/>
              <a:ext cx="3810" cy="885825"/>
            </a:xfrm>
            <a:custGeom>
              <a:avLst/>
              <a:gdLst/>
              <a:ahLst/>
              <a:cxnLst/>
              <a:rect l="l" t="t" r="r" b="b"/>
              <a:pathLst>
                <a:path w="3809" h="885825">
                  <a:moveTo>
                    <a:pt x="3810" y="0"/>
                  </a:moveTo>
                  <a:lnTo>
                    <a:pt x="3810" y="885443"/>
                  </a:lnTo>
                  <a:lnTo>
                    <a:pt x="0" y="885443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8" name="object 4198"/>
            <p:cNvSpPr/>
            <p:nvPr/>
          </p:nvSpPr>
          <p:spPr>
            <a:xfrm>
              <a:off x="1118006" y="4571876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2"/>
                  </a:moveTo>
                  <a:lnTo>
                    <a:pt x="0" y="0"/>
                  </a:lnTo>
                  <a:lnTo>
                    <a:pt x="0" y="1600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9" name="object 4199"/>
            <p:cNvSpPr/>
            <p:nvPr/>
          </p:nvSpPr>
          <p:spPr>
            <a:xfrm>
              <a:off x="1117625" y="4571876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0" name="object 4200"/>
            <p:cNvSpPr/>
            <p:nvPr/>
          </p:nvSpPr>
          <p:spPr>
            <a:xfrm>
              <a:off x="983894" y="4571876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1" name="object 4201"/>
            <p:cNvSpPr/>
            <p:nvPr/>
          </p:nvSpPr>
          <p:spPr>
            <a:xfrm>
              <a:off x="983513" y="4571876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2" name="object 4202"/>
            <p:cNvSpPr/>
            <p:nvPr/>
          </p:nvSpPr>
          <p:spPr>
            <a:xfrm>
              <a:off x="983881" y="4571888"/>
              <a:ext cx="134620" cy="16510"/>
            </a:xfrm>
            <a:custGeom>
              <a:avLst/>
              <a:gdLst/>
              <a:ahLst/>
              <a:cxnLst/>
              <a:rect l="l" t="t" r="r" b="b"/>
              <a:pathLst>
                <a:path w="134619" h="16510">
                  <a:moveTo>
                    <a:pt x="134112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134112" y="16002"/>
                  </a:lnTo>
                  <a:lnTo>
                    <a:pt x="13411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3" name="object 4203"/>
            <p:cNvSpPr/>
            <p:nvPr/>
          </p:nvSpPr>
          <p:spPr>
            <a:xfrm>
              <a:off x="1032281" y="4624454"/>
              <a:ext cx="1270" cy="15240"/>
            </a:xfrm>
            <a:custGeom>
              <a:avLst/>
              <a:gdLst/>
              <a:ahLst/>
              <a:cxnLst/>
              <a:rect l="l" t="t" r="r" b="b"/>
              <a:pathLst>
                <a:path w="1269" h="15239">
                  <a:moveTo>
                    <a:pt x="0" y="15239"/>
                  </a:moveTo>
                  <a:lnTo>
                    <a:pt x="762" y="15239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4" name="object 4204"/>
            <p:cNvSpPr/>
            <p:nvPr/>
          </p:nvSpPr>
          <p:spPr>
            <a:xfrm>
              <a:off x="893216" y="4624454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0" y="15239"/>
                  </a:move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5" name="object 4205"/>
            <p:cNvSpPr/>
            <p:nvPr/>
          </p:nvSpPr>
          <p:spPr>
            <a:xfrm>
              <a:off x="892835" y="4624454"/>
              <a:ext cx="1270" cy="15240"/>
            </a:xfrm>
            <a:custGeom>
              <a:avLst/>
              <a:gdLst/>
              <a:ahLst/>
              <a:cxnLst/>
              <a:rect l="l" t="t" r="r" b="b"/>
              <a:pathLst>
                <a:path w="1269" h="15239">
                  <a:moveTo>
                    <a:pt x="0" y="15239"/>
                  </a:moveTo>
                  <a:lnTo>
                    <a:pt x="762" y="15239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6" name="object 4206"/>
            <p:cNvSpPr/>
            <p:nvPr/>
          </p:nvSpPr>
          <p:spPr>
            <a:xfrm>
              <a:off x="893216" y="4624454"/>
              <a:ext cx="139700" cy="15240"/>
            </a:xfrm>
            <a:custGeom>
              <a:avLst/>
              <a:gdLst/>
              <a:ahLst/>
              <a:cxnLst/>
              <a:rect l="l" t="t" r="r" b="b"/>
              <a:pathLst>
                <a:path w="139700" h="15239">
                  <a:moveTo>
                    <a:pt x="139445" y="15239"/>
                  </a:moveTo>
                  <a:lnTo>
                    <a:pt x="139445" y="0"/>
                  </a:lnTo>
                  <a:lnTo>
                    <a:pt x="0" y="0"/>
                  </a:lnTo>
                  <a:lnTo>
                    <a:pt x="0" y="15239"/>
                  </a:lnTo>
                  <a:lnTo>
                    <a:pt x="139445" y="15239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7" name="object 4207"/>
            <p:cNvSpPr/>
            <p:nvPr/>
          </p:nvSpPr>
          <p:spPr>
            <a:xfrm>
              <a:off x="852055" y="4355481"/>
              <a:ext cx="3810" cy="133350"/>
            </a:xfrm>
            <a:custGeom>
              <a:avLst/>
              <a:gdLst/>
              <a:ahLst/>
              <a:cxnLst/>
              <a:rect l="l" t="t" r="r" b="b"/>
              <a:pathLst>
                <a:path w="3809" h="133350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12" y="131826"/>
                  </a:lnTo>
                  <a:lnTo>
                    <a:pt x="12" y="133350"/>
                  </a:lnTo>
                  <a:lnTo>
                    <a:pt x="3810" y="133350"/>
                  </a:lnTo>
                  <a:lnTo>
                    <a:pt x="3810" y="131826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8" name="object 4208"/>
            <p:cNvSpPr/>
            <p:nvPr/>
          </p:nvSpPr>
          <p:spPr>
            <a:xfrm>
              <a:off x="852068" y="4357754"/>
              <a:ext cx="3810" cy="129539"/>
            </a:xfrm>
            <a:custGeom>
              <a:avLst/>
              <a:gdLst/>
              <a:ahLst/>
              <a:cxnLst/>
              <a:rect l="l" t="t" r="r" b="b"/>
              <a:pathLst>
                <a:path w="3809" h="129539">
                  <a:moveTo>
                    <a:pt x="3809" y="0"/>
                  </a:moveTo>
                  <a:lnTo>
                    <a:pt x="3809" y="129539"/>
                  </a:lnTo>
                  <a:lnTo>
                    <a:pt x="0" y="129539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9" name="object 4209"/>
            <p:cNvSpPr/>
            <p:nvPr/>
          </p:nvSpPr>
          <p:spPr>
            <a:xfrm>
              <a:off x="1061605" y="5605160"/>
              <a:ext cx="3810" cy="102235"/>
            </a:xfrm>
            <a:custGeom>
              <a:avLst/>
              <a:gdLst/>
              <a:ahLst/>
              <a:cxnLst/>
              <a:rect l="l" t="t" r="r" b="b"/>
              <a:pathLst>
                <a:path w="3809" h="102235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12" y="100584"/>
                  </a:lnTo>
                  <a:lnTo>
                    <a:pt x="12" y="102108"/>
                  </a:lnTo>
                  <a:lnTo>
                    <a:pt x="3810" y="102108"/>
                  </a:lnTo>
                  <a:lnTo>
                    <a:pt x="3810" y="100584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0" name="object 4210"/>
            <p:cNvSpPr/>
            <p:nvPr/>
          </p:nvSpPr>
          <p:spPr>
            <a:xfrm>
              <a:off x="1061618" y="5607434"/>
              <a:ext cx="3810" cy="98425"/>
            </a:xfrm>
            <a:custGeom>
              <a:avLst/>
              <a:gdLst/>
              <a:ahLst/>
              <a:cxnLst/>
              <a:rect l="l" t="t" r="r" b="b"/>
              <a:pathLst>
                <a:path w="3809" h="98425">
                  <a:moveTo>
                    <a:pt x="3809" y="0"/>
                  </a:moveTo>
                  <a:lnTo>
                    <a:pt x="3809" y="98298"/>
                  </a:lnTo>
                  <a:lnTo>
                    <a:pt x="0" y="98298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11" name="object 4211"/>
            <p:cNvPicPr/>
            <p:nvPr/>
          </p:nvPicPr>
          <p:blipFill>
            <a:blip r:embed="rId246" cstate="print"/>
            <a:stretch>
              <a:fillRect/>
            </a:stretch>
          </p:blipFill>
          <p:spPr>
            <a:xfrm>
              <a:off x="7735214" y="5925950"/>
              <a:ext cx="588264" cy="50291"/>
            </a:xfrm>
            <a:prstGeom prst="rect">
              <a:avLst/>
            </a:prstGeom>
          </p:spPr>
        </p:pic>
        <p:sp>
          <p:nvSpPr>
            <p:cNvPr id="4212" name="object 4212"/>
            <p:cNvSpPr/>
            <p:nvPr/>
          </p:nvSpPr>
          <p:spPr>
            <a:xfrm>
              <a:off x="3356762" y="440042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3" name="object 4213"/>
            <p:cNvSpPr/>
            <p:nvPr/>
          </p:nvSpPr>
          <p:spPr>
            <a:xfrm>
              <a:off x="3356762" y="440042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4" name="object 4214"/>
            <p:cNvSpPr/>
            <p:nvPr/>
          </p:nvSpPr>
          <p:spPr>
            <a:xfrm>
              <a:off x="3356762" y="4400426"/>
              <a:ext cx="3810" cy="896619"/>
            </a:xfrm>
            <a:custGeom>
              <a:avLst/>
              <a:gdLst/>
              <a:ahLst/>
              <a:cxnLst/>
              <a:rect l="l" t="t" r="r" b="b"/>
              <a:pathLst>
                <a:path w="3810" h="896620">
                  <a:moveTo>
                    <a:pt x="3809" y="0"/>
                  </a:moveTo>
                  <a:lnTo>
                    <a:pt x="3809" y="896112"/>
                  </a:lnTo>
                  <a:lnTo>
                    <a:pt x="0" y="896112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5" name="object 4215"/>
            <p:cNvSpPr/>
            <p:nvPr/>
          </p:nvSpPr>
          <p:spPr>
            <a:xfrm>
              <a:off x="3356762" y="4400426"/>
              <a:ext cx="3810" cy="896619"/>
            </a:xfrm>
            <a:custGeom>
              <a:avLst/>
              <a:gdLst/>
              <a:ahLst/>
              <a:cxnLst/>
              <a:rect l="l" t="t" r="r" b="b"/>
              <a:pathLst>
                <a:path w="3810" h="896620">
                  <a:moveTo>
                    <a:pt x="3809" y="0"/>
                  </a:moveTo>
                  <a:lnTo>
                    <a:pt x="3809" y="896112"/>
                  </a:lnTo>
                  <a:lnTo>
                    <a:pt x="0" y="896112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6" name="object 4216"/>
            <p:cNvSpPr/>
            <p:nvPr/>
          </p:nvSpPr>
          <p:spPr>
            <a:xfrm>
              <a:off x="3343046" y="5264534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242" y="0"/>
                  </a:moveTo>
                  <a:lnTo>
                    <a:pt x="0" y="0"/>
                  </a:lnTo>
                  <a:lnTo>
                    <a:pt x="16002" y="31242"/>
                  </a:lnTo>
                  <a:lnTo>
                    <a:pt x="312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7" name="object 4217"/>
            <p:cNvSpPr/>
            <p:nvPr/>
          </p:nvSpPr>
          <p:spPr>
            <a:xfrm>
              <a:off x="3343046" y="5264534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0" y="0"/>
                  </a:moveTo>
                  <a:lnTo>
                    <a:pt x="16002" y="31242"/>
                  </a:lnTo>
                  <a:lnTo>
                    <a:pt x="3124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8" name="object 4218"/>
            <p:cNvSpPr/>
            <p:nvPr/>
          </p:nvSpPr>
          <p:spPr>
            <a:xfrm>
              <a:off x="3341522" y="5263772"/>
              <a:ext cx="19050" cy="36830"/>
            </a:xfrm>
            <a:custGeom>
              <a:avLst/>
              <a:gdLst/>
              <a:ahLst/>
              <a:cxnLst/>
              <a:rect l="l" t="t" r="r" b="b"/>
              <a:pathLst>
                <a:path w="19050" h="36829">
                  <a:moveTo>
                    <a:pt x="19050" y="32766"/>
                  </a:moveTo>
                  <a:lnTo>
                    <a:pt x="16002" y="31242"/>
                  </a:lnTo>
                  <a:lnTo>
                    <a:pt x="17526" y="2819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17526" y="36576"/>
                  </a:lnTo>
                  <a:lnTo>
                    <a:pt x="19050" y="3276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9" name="object 4219"/>
            <p:cNvSpPr/>
            <p:nvPr/>
          </p:nvSpPr>
          <p:spPr>
            <a:xfrm>
              <a:off x="3341522" y="5263772"/>
              <a:ext cx="19050" cy="36830"/>
            </a:xfrm>
            <a:custGeom>
              <a:avLst/>
              <a:gdLst/>
              <a:ahLst/>
              <a:cxnLst/>
              <a:rect l="l" t="t" r="r" b="b"/>
              <a:pathLst>
                <a:path w="19050" h="36829">
                  <a:moveTo>
                    <a:pt x="0" y="1524"/>
                  </a:moveTo>
                  <a:lnTo>
                    <a:pt x="3048" y="0"/>
                  </a:lnTo>
                  <a:lnTo>
                    <a:pt x="17526" y="28194"/>
                  </a:lnTo>
                  <a:lnTo>
                    <a:pt x="16002" y="31242"/>
                  </a:lnTo>
                  <a:lnTo>
                    <a:pt x="19050" y="32766"/>
                  </a:lnTo>
                  <a:lnTo>
                    <a:pt x="17526" y="3657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0" name="object 4220"/>
            <p:cNvSpPr/>
            <p:nvPr/>
          </p:nvSpPr>
          <p:spPr>
            <a:xfrm>
              <a:off x="3357524" y="5263010"/>
              <a:ext cx="20320" cy="33655"/>
            </a:xfrm>
            <a:custGeom>
              <a:avLst/>
              <a:gdLst/>
              <a:ahLst/>
              <a:cxnLst/>
              <a:rect l="l" t="t" r="r" b="b"/>
              <a:pathLst>
                <a:path w="20320" h="33654">
                  <a:moveTo>
                    <a:pt x="19812" y="0"/>
                  </a:moveTo>
                  <a:lnTo>
                    <a:pt x="16764" y="0"/>
                  </a:lnTo>
                  <a:lnTo>
                    <a:pt x="16764" y="3809"/>
                  </a:lnTo>
                  <a:lnTo>
                    <a:pt x="14478" y="3809"/>
                  </a:lnTo>
                  <a:lnTo>
                    <a:pt x="0" y="32003"/>
                  </a:lnTo>
                  <a:lnTo>
                    <a:pt x="3048" y="33527"/>
                  </a:lnTo>
                  <a:lnTo>
                    <a:pt x="198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1" name="object 4221"/>
            <p:cNvSpPr/>
            <p:nvPr/>
          </p:nvSpPr>
          <p:spPr>
            <a:xfrm>
              <a:off x="3357524" y="5263010"/>
              <a:ext cx="20320" cy="33655"/>
            </a:xfrm>
            <a:custGeom>
              <a:avLst/>
              <a:gdLst/>
              <a:ahLst/>
              <a:cxnLst/>
              <a:rect l="l" t="t" r="r" b="b"/>
              <a:pathLst>
                <a:path w="20320" h="33654">
                  <a:moveTo>
                    <a:pt x="3048" y="33527"/>
                  </a:moveTo>
                  <a:lnTo>
                    <a:pt x="0" y="32003"/>
                  </a:lnTo>
                  <a:lnTo>
                    <a:pt x="14478" y="3809"/>
                  </a:lnTo>
                  <a:lnTo>
                    <a:pt x="16764" y="3809"/>
                  </a:lnTo>
                  <a:lnTo>
                    <a:pt x="16764" y="0"/>
                  </a:lnTo>
                  <a:lnTo>
                    <a:pt x="19812" y="0"/>
                  </a:lnTo>
                  <a:lnTo>
                    <a:pt x="3048" y="3352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2" name="object 4222"/>
            <p:cNvSpPr/>
            <p:nvPr/>
          </p:nvSpPr>
          <p:spPr>
            <a:xfrm>
              <a:off x="3339998" y="5263010"/>
              <a:ext cx="34290" cy="3810"/>
            </a:xfrm>
            <a:custGeom>
              <a:avLst/>
              <a:gdLst/>
              <a:ahLst/>
              <a:cxnLst/>
              <a:rect l="l" t="t" r="r" b="b"/>
              <a:pathLst>
                <a:path w="34289" h="3810">
                  <a:moveTo>
                    <a:pt x="34289" y="3810"/>
                  </a:moveTo>
                  <a:lnTo>
                    <a:pt x="34289" y="0"/>
                  </a:lnTo>
                  <a:lnTo>
                    <a:pt x="0" y="0"/>
                  </a:lnTo>
                  <a:lnTo>
                    <a:pt x="1523" y="2286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3428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3" name="object 4223"/>
            <p:cNvSpPr/>
            <p:nvPr/>
          </p:nvSpPr>
          <p:spPr>
            <a:xfrm>
              <a:off x="3339998" y="5263010"/>
              <a:ext cx="34290" cy="3810"/>
            </a:xfrm>
            <a:custGeom>
              <a:avLst/>
              <a:gdLst/>
              <a:ahLst/>
              <a:cxnLst/>
              <a:rect l="l" t="t" r="r" b="b"/>
              <a:pathLst>
                <a:path w="34289" h="3810">
                  <a:moveTo>
                    <a:pt x="34289" y="0"/>
                  </a:moveTo>
                  <a:lnTo>
                    <a:pt x="34289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1523" y="2286"/>
                  </a:lnTo>
                  <a:lnTo>
                    <a:pt x="0" y="0"/>
                  </a:lnTo>
                  <a:lnTo>
                    <a:pt x="3428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4" name="object 4224"/>
            <p:cNvSpPr/>
            <p:nvPr/>
          </p:nvSpPr>
          <p:spPr>
            <a:xfrm>
              <a:off x="3249307" y="4488831"/>
              <a:ext cx="212725" cy="44450"/>
            </a:xfrm>
            <a:custGeom>
              <a:avLst/>
              <a:gdLst/>
              <a:ahLst/>
              <a:cxnLst/>
              <a:rect l="l" t="t" r="r" b="b"/>
              <a:pathLst>
                <a:path w="212725" h="44450">
                  <a:moveTo>
                    <a:pt x="28194" y="9906"/>
                  </a:moveTo>
                  <a:lnTo>
                    <a:pt x="22860" y="2286"/>
                  </a:lnTo>
                  <a:lnTo>
                    <a:pt x="15240" y="0"/>
                  </a:lnTo>
                  <a:lnTo>
                    <a:pt x="9906" y="762"/>
                  </a:lnTo>
                  <a:lnTo>
                    <a:pt x="5334" y="3048"/>
                  </a:lnTo>
                  <a:lnTo>
                    <a:pt x="762" y="12192"/>
                  </a:lnTo>
                  <a:lnTo>
                    <a:pt x="6096" y="12954"/>
                  </a:lnTo>
                  <a:lnTo>
                    <a:pt x="9144" y="6858"/>
                  </a:lnTo>
                  <a:lnTo>
                    <a:pt x="15240" y="4572"/>
                  </a:lnTo>
                  <a:lnTo>
                    <a:pt x="18288" y="5334"/>
                  </a:lnTo>
                  <a:lnTo>
                    <a:pt x="22860" y="9144"/>
                  </a:lnTo>
                  <a:lnTo>
                    <a:pt x="22860" y="12192"/>
                  </a:lnTo>
                  <a:lnTo>
                    <a:pt x="20574" y="18288"/>
                  </a:lnTo>
                  <a:lnTo>
                    <a:pt x="6858" y="31242"/>
                  </a:lnTo>
                  <a:lnTo>
                    <a:pt x="762" y="39624"/>
                  </a:lnTo>
                  <a:lnTo>
                    <a:pt x="0" y="43434"/>
                  </a:lnTo>
                  <a:lnTo>
                    <a:pt x="28194" y="43434"/>
                  </a:lnTo>
                  <a:lnTo>
                    <a:pt x="28194" y="38100"/>
                  </a:lnTo>
                  <a:lnTo>
                    <a:pt x="7620" y="38100"/>
                  </a:lnTo>
                  <a:lnTo>
                    <a:pt x="25908" y="19812"/>
                  </a:lnTo>
                  <a:lnTo>
                    <a:pt x="28194" y="12192"/>
                  </a:lnTo>
                  <a:lnTo>
                    <a:pt x="28194" y="9906"/>
                  </a:lnTo>
                  <a:close/>
                </a:path>
                <a:path w="212725" h="44450">
                  <a:moveTo>
                    <a:pt x="60960" y="43434"/>
                  </a:moveTo>
                  <a:lnTo>
                    <a:pt x="57912" y="39624"/>
                  </a:lnTo>
                  <a:lnTo>
                    <a:pt x="52578" y="31242"/>
                  </a:lnTo>
                  <a:lnTo>
                    <a:pt x="49530" y="27432"/>
                  </a:lnTo>
                  <a:lnTo>
                    <a:pt x="52578" y="23622"/>
                  </a:lnTo>
                  <a:lnTo>
                    <a:pt x="57150" y="16002"/>
                  </a:lnTo>
                  <a:lnTo>
                    <a:pt x="60198" y="12192"/>
                  </a:lnTo>
                  <a:lnTo>
                    <a:pt x="54102" y="12192"/>
                  </a:lnTo>
                  <a:lnTo>
                    <a:pt x="52578" y="14478"/>
                  </a:lnTo>
                  <a:lnTo>
                    <a:pt x="50292" y="17526"/>
                  </a:lnTo>
                  <a:lnTo>
                    <a:pt x="48768" y="19812"/>
                  </a:lnTo>
                  <a:lnTo>
                    <a:pt x="48006" y="20574"/>
                  </a:lnTo>
                  <a:lnTo>
                    <a:pt x="47244" y="22098"/>
                  </a:lnTo>
                  <a:lnTo>
                    <a:pt x="46482" y="22860"/>
                  </a:lnTo>
                  <a:lnTo>
                    <a:pt x="45720" y="22098"/>
                  </a:lnTo>
                  <a:lnTo>
                    <a:pt x="44958" y="20574"/>
                  </a:lnTo>
                  <a:lnTo>
                    <a:pt x="44196" y="19812"/>
                  </a:lnTo>
                  <a:lnTo>
                    <a:pt x="42672" y="17526"/>
                  </a:lnTo>
                  <a:lnTo>
                    <a:pt x="40386" y="14478"/>
                  </a:lnTo>
                  <a:lnTo>
                    <a:pt x="38862" y="12192"/>
                  </a:lnTo>
                  <a:lnTo>
                    <a:pt x="32766" y="12192"/>
                  </a:lnTo>
                  <a:lnTo>
                    <a:pt x="35814" y="16002"/>
                  </a:lnTo>
                  <a:lnTo>
                    <a:pt x="40386" y="23622"/>
                  </a:lnTo>
                  <a:lnTo>
                    <a:pt x="43434" y="27432"/>
                  </a:lnTo>
                  <a:lnTo>
                    <a:pt x="40386" y="31242"/>
                  </a:lnTo>
                  <a:lnTo>
                    <a:pt x="35052" y="39624"/>
                  </a:lnTo>
                  <a:lnTo>
                    <a:pt x="32004" y="43434"/>
                  </a:lnTo>
                  <a:lnTo>
                    <a:pt x="38100" y="43434"/>
                  </a:lnTo>
                  <a:lnTo>
                    <a:pt x="44958" y="34290"/>
                  </a:lnTo>
                  <a:lnTo>
                    <a:pt x="46482" y="31242"/>
                  </a:lnTo>
                  <a:lnTo>
                    <a:pt x="47244" y="32004"/>
                  </a:lnTo>
                  <a:lnTo>
                    <a:pt x="48006" y="33528"/>
                  </a:lnTo>
                  <a:lnTo>
                    <a:pt x="50292" y="36576"/>
                  </a:lnTo>
                  <a:lnTo>
                    <a:pt x="54864" y="43434"/>
                  </a:lnTo>
                  <a:lnTo>
                    <a:pt x="60960" y="43434"/>
                  </a:lnTo>
                  <a:close/>
                </a:path>
                <a:path w="212725" h="44450">
                  <a:moveTo>
                    <a:pt x="180594" y="12954"/>
                  </a:moveTo>
                  <a:lnTo>
                    <a:pt x="179832" y="7620"/>
                  </a:lnTo>
                  <a:lnTo>
                    <a:pt x="176784" y="3810"/>
                  </a:lnTo>
                  <a:lnTo>
                    <a:pt x="169926" y="762"/>
                  </a:lnTo>
                  <a:lnTo>
                    <a:pt x="161544" y="1524"/>
                  </a:lnTo>
                  <a:lnTo>
                    <a:pt x="155448" y="5334"/>
                  </a:lnTo>
                  <a:lnTo>
                    <a:pt x="153162" y="12954"/>
                  </a:lnTo>
                  <a:lnTo>
                    <a:pt x="158496" y="13716"/>
                  </a:lnTo>
                  <a:lnTo>
                    <a:pt x="160782" y="7620"/>
                  </a:lnTo>
                  <a:lnTo>
                    <a:pt x="166878" y="5334"/>
                  </a:lnTo>
                  <a:lnTo>
                    <a:pt x="172974" y="6858"/>
                  </a:lnTo>
                  <a:lnTo>
                    <a:pt x="175260" y="12192"/>
                  </a:lnTo>
                  <a:lnTo>
                    <a:pt x="172212" y="19050"/>
                  </a:lnTo>
                  <a:lnTo>
                    <a:pt x="159258" y="31242"/>
                  </a:lnTo>
                  <a:lnTo>
                    <a:pt x="152400" y="40386"/>
                  </a:lnTo>
                  <a:lnTo>
                    <a:pt x="151638" y="44196"/>
                  </a:lnTo>
                  <a:lnTo>
                    <a:pt x="180594" y="44196"/>
                  </a:lnTo>
                  <a:lnTo>
                    <a:pt x="180594" y="38862"/>
                  </a:lnTo>
                  <a:lnTo>
                    <a:pt x="159258" y="38862"/>
                  </a:lnTo>
                  <a:lnTo>
                    <a:pt x="178308" y="20574"/>
                  </a:lnTo>
                  <a:lnTo>
                    <a:pt x="180594" y="12954"/>
                  </a:lnTo>
                  <a:close/>
                </a:path>
                <a:path w="212725" h="44450">
                  <a:moveTo>
                    <a:pt x="212598" y="44196"/>
                  </a:moveTo>
                  <a:lnTo>
                    <a:pt x="209550" y="39624"/>
                  </a:lnTo>
                  <a:lnTo>
                    <a:pt x="204216" y="32004"/>
                  </a:lnTo>
                  <a:lnTo>
                    <a:pt x="201168" y="27432"/>
                  </a:lnTo>
                  <a:lnTo>
                    <a:pt x="204216" y="23622"/>
                  </a:lnTo>
                  <a:lnTo>
                    <a:pt x="208788" y="16764"/>
                  </a:lnTo>
                  <a:lnTo>
                    <a:pt x="211836" y="12954"/>
                  </a:lnTo>
                  <a:lnTo>
                    <a:pt x="205740" y="12954"/>
                  </a:lnTo>
                  <a:lnTo>
                    <a:pt x="204216" y="14478"/>
                  </a:lnTo>
                  <a:lnTo>
                    <a:pt x="201930" y="18288"/>
                  </a:lnTo>
                  <a:lnTo>
                    <a:pt x="200406" y="19812"/>
                  </a:lnTo>
                  <a:lnTo>
                    <a:pt x="199644" y="21336"/>
                  </a:lnTo>
                  <a:lnTo>
                    <a:pt x="198882" y="22098"/>
                  </a:lnTo>
                  <a:lnTo>
                    <a:pt x="198120" y="23622"/>
                  </a:lnTo>
                  <a:lnTo>
                    <a:pt x="197358" y="22860"/>
                  </a:lnTo>
                  <a:lnTo>
                    <a:pt x="195834" y="19812"/>
                  </a:lnTo>
                  <a:lnTo>
                    <a:pt x="194310" y="18288"/>
                  </a:lnTo>
                  <a:lnTo>
                    <a:pt x="192024" y="14478"/>
                  </a:lnTo>
                  <a:lnTo>
                    <a:pt x="191262" y="12954"/>
                  </a:lnTo>
                  <a:lnTo>
                    <a:pt x="185166" y="12954"/>
                  </a:lnTo>
                  <a:lnTo>
                    <a:pt x="187452" y="16764"/>
                  </a:lnTo>
                  <a:lnTo>
                    <a:pt x="192024" y="23622"/>
                  </a:lnTo>
                  <a:lnTo>
                    <a:pt x="195072" y="27432"/>
                  </a:lnTo>
                  <a:lnTo>
                    <a:pt x="192024" y="32004"/>
                  </a:lnTo>
                  <a:lnTo>
                    <a:pt x="186690" y="39624"/>
                  </a:lnTo>
                  <a:lnTo>
                    <a:pt x="183642" y="44196"/>
                  </a:lnTo>
                  <a:lnTo>
                    <a:pt x="190500" y="44196"/>
                  </a:lnTo>
                  <a:lnTo>
                    <a:pt x="192024" y="41148"/>
                  </a:lnTo>
                  <a:lnTo>
                    <a:pt x="195834" y="35052"/>
                  </a:lnTo>
                  <a:lnTo>
                    <a:pt x="198120" y="32004"/>
                  </a:lnTo>
                  <a:lnTo>
                    <a:pt x="198882" y="32766"/>
                  </a:lnTo>
                  <a:lnTo>
                    <a:pt x="201168" y="37338"/>
                  </a:lnTo>
                  <a:lnTo>
                    <a:pt x="204216" y="41910"/>
                  </a:lnTo>
                  <a:lnTo>
                    <a:pt x="206502" y="44196"/>
                  </a:lnTo>
                  <a:lnTo>
                    <a:pt x="212598" y="441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5" name="object 4225"/>
            <p:cNvSpPr/>
            <p:nvPr/>
          </p:nvSpPr>
          <p:spPr>
            <a:xfrm>
              <a:off x="2866796" y="5790314"/>
              <a:ext cx="779780" cy="203200"/>
            </a:xfrm>
            <a:custGeom>
              <a:avLst/>
              <a:gdLst/>
              <a:ahLst/>
              <a:cxnLst/>
              <a:rect l="l" t="t" r="r" b="b"/>
              <a:pathLst>
                <a:path w="779779" h="203200">
                  <a:moveTo>
                    <a:pt x="0" y="0"/>
                  </a:moveTo>
                  <a:lnTo>
                    <a:pt x="0" y="202691"/>
                  </a:lnTo>
                  <a:lnTo>
                    <a:pt x="779526" y="202691"/>
                  </a:lnTo>
                  <a:lnTo>
                    <a:pt x="779526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6" name="object 4226"/>
            <p:cNvSpPr/>
            <p:nvPr/>
          </p:nvSpPr>
          <p:spPr>
            <a:xfrm>
              <a:off x="2078888" y="5287394"/>
              <a:ext cx="435609" cy="203200"/>
            </a:xfrm>
            <a:custGeom>
              <a:avLst/>
              <a:gdLst/>
              <a:ahLst/>
              <a:cxnLst/>
              <a:rect l="l" t="t" r="r" b="b"/>
              <a:pathLst>
                <a:path w="435610" h="203200">
                  <a:moveTo>
                    <a:pt x="435101" y="202691"/>
                  </a:moveTo>
                  <a:lnTo>
                    <a:pt x="435101" y="0"/>
                  </a:lnTo>
                  <a:lnTo>
                    <a:pt x="0" y="0"/>
                  </a:lnTo>
                  <a:lnTo>
                    <a:pt x="0" y="202691"/>
                  </a:lnTo>
                  <a:lnTo>
                    <a:pt x="435101" y="20269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7" name="object 4227"/>
            <p:cNvSpPr/>
            <p:nvPr/>
          </p:nvSpPr>
          <p:spPr>
            <a:xfrm>
              <a:off x="2078888" y="5287394"/>
              <a:ext cx="435609" cy="203200"/>
            </a:xfrm>
            <a:custGeom>
              <a:avLst/>
              <a:gdLst/>
              <a:ahLst/>
              <a:cxnLst/>
              <a:rect l="l" t="t" r="r" b="b"/>
              <a:pathLst>
                <a:path w="435610" h="203200">
                  <a:moveTo>
                    <a:pt x="0" y="0"/>
                  </a:moveTo>
                  <a:lnTo>
                    <a:pt x="0" y="202691"/>
                  </a:lnTo>
                  <a:lnTo>
                    <a:pt x="435101" y="202691"/>
                  </a:lnTo>
                  <a:lnTo>
                    <a:pt x="43510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8" name="object 4228"/>
            <p:cNvSpPr/>
            <p:nvPr/>
          </p:nvSpPr>
          <p:spPr>
            <a:xfrm>
              <a:off x="2100986" y="5391788"/>
              <a:ext cx="434340" cy="203200"/>
            </a:xfrm>
            <a:custGeom>
              <a:avLst/>
              <a:gdLst/>
              <a:ahLst/>
              <a:cxnLst/>
              <a:rect l="l" t="t" r="r" b="b"/>
              <a:pathLst>
                <a:path w="434339" h="203200">
                  <a:moveTo>
                    <a:pt x="434340" y="202691"/>
                  </a:moveTo>
                  <a:lnTo>
                    <a:pt x="434339" y="0"/>
                  </a:lnTo>
                  <a:lnTo>
                    <a:pt x="0" y="0"/>
                  </a:lnTo>
                  <a:lnTo>
                    <a:pt x="0" y="202691"/>
                  </a:lnTo>
                  <a:lnTo>
                    <a:pt x="434340" y="20269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9" name="object 4229"/>
            <p:cNvSpPr/>
            <p:nvPr/>
          </p:nvSpPr>
          <p:spPr>
            <a:xfrm>
              <a:off x="2100986" y="5391788"/>
              <a:ext cx="434340" cy="203200"/>
            </a:xfrm>
            <a:custGeom>
              <a:avLst/>
              <a:gdLst/>
              <a:ahLst/>
              <a:cxnLst/>
              <a:rect l="l" t="t" r="r" b="b"/>
              <a:pathLst>
                <a:path w="434339" h="203200">
                  <a:moveTo>
                    <a:pt x="0" y="0"/>
                  </a:moveTo>
                  <a:lnTo>
                    <a:pt x="0" y="202691"/>
                  </a:lnTo>
                  <a:lnTo>
                    <a:pt x="434340" y="202691"/>
                  </a:lnTo>
                  <a:lnTo>
                    <a:pt x="434339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0" name="object 4230"/>
            <p:cNvSpPr/>
            <p:nvPr/>
          </p:nvSpPr>
          <p:spPr>
            <a:xfrm>
              <a:off x="2180221" y="5436759"/>
              <a:ext cx="289560" cy="120650"/>
            </a:xfrm>
            <a:custGeom>
              <a:avLst/>
              <a:gdLst/>
              <a:ahLst/>
              <a:cxnLst/>
              <a:rect l="l" t="t" r="r" b="b"/>
              <a:pathLst>
                <a:path w="289560" h="120650">
                  <a:moveTo>
                    <a:pt x="17526" y="74676"/>
                  </a:moveTo>
                  <a:lnTo>
                    <a:pt x="13716" y="74676"/>
                  </a:lnTo>
                  <a:lnTo>
                    <a:pt x="12954" y="76200"/>
                  </a:lnTo>
                  <a:lnTo>
                    <a:pt x="9144" y="80010"/>
                  </a:lnTo>
                  <a:lnTo>
                    <a:pt x="6096" y="82296"/>
                  </a:lnTo>
                  <a:lnTo>
                    <a:pt x="3810" y="83820"/>
                  </a:lnTo>
                  <a:lnTo>
                    <a:pt x="0" y="85344"/>
                  </a:lnTo>
                  <a:lnTo>
                    <a:pt x="0" y="91440"/>
                  </a:lnTo>
                  <a:lnTo>
                    <a:pt x="2286" y="89916"/>
                  </a:lnTo>
                  <a:lnTo>
                    <a:pt x="4572" y="89154"/>
                  </a:lnTo>
                  <a:lnTo>
                    <a:pt x="6096" y="88392"/>
                  </a:lnTo>
                  <a:lnTo>
                    <a:pt x="10668" y="85344"/>
                  </a:lnTo>
                  <a:lnTo>
                    <a:pt x="12192" y="84582"/>
                  </a:lnTo>
                  <a:lnTo>
                    <a:pt x="12192" y="120396"/>
                  </a:lnTo>
                  <a:lnTo>
                    <a:pt x="17526" y="120396"/>
                  </a:lnTo>
                  <a:lnTo>
                    <a:pt x="17526" y="74676"/>
                  </a:lnTo>
                  <a:close/>
                </a:path>
                <a:path w="289560" h="120650">
                  <a:moveTo>
                    <a:pt x="68580" y="104394"/>
                  </a:moveTo>
                  <a:lnTo>
                    <a:pt x="67056" y="100584"/>
                  </a:lnTo>
                  <a:lnTo>
                    <a:pt x="60960" y="96012"/>
                  </a:lnTo>
                  <a:lnTo>
                    <a:pt x="42672" y="90678"/>
                  </a:lnTo>
                  <a:lnTo>
                    <a:pt x="39624" y="86106"/>
                  </a:lnTo>
                  <a:lnTo>
                    <a:pt x="41910" y="80772"/>
                  </a:lnTo>
                  <a:lnTo>
                    <a:pt x="50292" y="78486"/>
                  </a:lnTo>
                  <a:lnTo>
                    <a:pt x="58674" y="80772"/>
                  </a:lnTo>
                  <a:lnTo>
                    <a:pt x="60960" y="83820"/>
                  </a:lnTo>
                  <a:lnTo>
                    <a:pt x="61722" y="87630"/>
                  </a:lnTo>
                  <a:lnTo>
                    <a:pt x="67818" y="87630"/>
                  </a:lnTo>
                  <a:lnTo>
                    <a:pt x="67056" y="83058"/>
                  </a:lnTo>
                  <a:lnTo>
                    <a:pt x="65532" y="80010"/>
                  </a:lnTo>
                  <a:lnTo>
                    <a:pt x="59436" y="75438"/>
                  </a:lnTo>
                  <a:lnTo>
                    <a:pt x="50292" y="73914"/>
                  </a:lnTo>
                  <a:lnTo>
                    <a:pt x="41910" y="75438"/>
                  </a:lnTo>
                  <a:lnTo>
                    <a:pt x="35814" y="79248"/>
                  </a:lnTo>
                  <a:lnTo>
                    <a:pt x="33528" y="86106"/>
                  </a:lnTo>
                  <a:lnTo>
                    <a:pt x="35052" y="92202"/>
                  </a:lnTo>
                  <a:lnTo>
                    <a:pt x="40386" y="96012"/>
                  </a:lnTo>
                  <a:lnTo>
                    <a:pt x="60198" y="102870"/>
                  </a:lnTo>
                  <a:lnTo>
                    <a:pt x="62484" y="105918"/>
                  </a:lnTo>
                  <a:lnTo>
                    <a:pt x="61722" y="112014"/>
                  </a:lnTo>
                  <a:lnTo>
                    <a:pt x="54864" y="115062"/>
                  </a:lnTo>
                  <a:lnTo>
                    <a:pt x="48006" y="115062"/>
                  </a:lnTo>
                  <a:lnTo>
                    <a:pt x="39624" y="110490"/>
                  </a:lnTo>
                  <a:lnTo>
                    <a:pt x="38100" y="105156"/>
                  </a:lnTo>
                  <a:lnTo>
                    <a:pt x="32004" y="105918"/>
                  </a:lnTo>
                  <a:lnTo>
                    <a:pt x="34290" y="113538"/>
                  </a:lnTo>
                  <a:lnTo>
                    <a:pt x="41148" y="119634"/>
                  </a:lnTo>
                  <a:lnTo>
                    <a:pt x="45720" y="120396"/>
                  </a:lnTo>
                  <a:lnTo>
                    <a:pt x="56388" y="120396"/>
                  </a:lnTo>
                  <a:lnTo>
                    <a:pt x="64008" y="117348"/>
                  </a:lnTo>
                  <a:lnTo>
                    <a:pt x="68580" y="110490"/>
                  </a:lnTo>
                  <a:lnTo>
                    <a:pt x="68580" y="104394"/>
                  </a:lnTo>
                  <a:close/>
                </a:path>
                <a:path w="289560" h="120650">
                  <a:moveTo>
                    <a:pt x="113538" y="74676"/>
                  </a:moveTo>
                  <a:lnTo>
                    <a:pt x="107442" y="74676"/>
                  </a:lnTo>
                  <a:lnTo>
                    <a:pt x="107442" y="92964"/>
                  </a:lnTo>
                  <a:lnTo>
                    <a:pt x="83820" y="92964"/>
                  </a:lnTo>
                  <a:lnTo>
                    <a:pt x="83820" y="74676"/>
                  </a:lnTo>
                  <a:lnTo>
                    <a:pt x="77724" y="74676"/>
                  </a:lnTo>
                  <a:lnTo>
                    <a:pt x="77724" y="120396"/>
                  </a:lnTo>
                  <a:lnTo>
                    <a:pt x="83820" y="120396"/>
                  </a:lnTo>
                  <a:lnTo>
                    <a:pt x="83820" y="99060"/>
                  </a:lnTo>
                  <a:lnTo>
                    <a:pt x="107442" y="99060"/>
                  </a:lnTo>
                  <a:lnTo>
                    <a:pt x="107442" y="120396"/>
                  </a:lnTo>
                  <a:lnTo>
                    <a:pt x="113538" y="120396"/>
                  </a:lnTo>
                  <a:lnTo>
                    <a:pt x="113538" y="74676"/>
                  </a:lnTo>
                  <a:close/>
                </a:path>
                <a:path w="289560" h="120650">
                  <a:moveTo>
                    <a:pt x="131826" y="12192"/>
                  </a:moveTo>
                  <a:lnTo>
                    <a:pt x="130302" y="7620"/>
                  </a:lnTo>
                  <a:lnTo>
                    <a:pt x="125730" y="2286"/>
                  </a:lnTo>
                  <a:lnTo>
                    <a:pt x="120396" y="762"/>
                  </a:lnTo>
                  <a:lnTo>
                    <a:pt x="111252" y="762"/>
                  </a:lnTo>
                  <a:lnTo>
                    <a:pt x="104394" y="4572"/>
                  </a:lnTo>
                  <a:lnTo>
                    <a:pt x="102108" y="12954"/>
                  </a:lnTo>
                  <a:lnTo>
                    <a:pt x="107442" y="13716"/>
                  </a:lnTo>
                  <a:lnTo>
                    <a:pt x="110490" y="6858"/>
                  </a:lnTo>
                  <a:lnTo>
                    <a:pt x="116586" y="4572"/>
                  </a:lnTo>
                  <a:lnTo>
                    <a:pt x="120396" y="5334"/>
                  </a:lnTo>
                  <a:lnTo>
                    <a:pt x="124968" y="9144"/>
                  </a:lnTo>
                  <a:lnTo>
                    <a:pt x="125730" y="12192"/>
                  </a:lnTo>
                  <a:lnTo>
                    <a:pt x="122682" y="19050"/>
                  </a:lnTo>
                  <a:lnTo>
                    <a:pt x="108204" y="32766"/>
                  </a:lnTo>
                  <a:lnTo>
                    <a:pt x="101346" y="42672"/>
                  </a:lnTo>
                  <a:lnTo>
                    <a:pt x="100584" y="46482"/>
                  </a:lnTo>
                  <a:lnTo>
                    <a:pt x="131826" y="46482"/>
                  </a:lnTo>
                  <a:lnTo>
                    <a:pt x="131826" y="41148"/>
                  </a:lnTo>
                  <a:lnTo>
                    <a:pt x="108966" y="41148"/>
                  </a:lnTo>
                  <a:lnTo>
                    <a:pt x="128778" y="20574"/>
                  </a:lnTo>
                  <a:lnTo>
                    <a:pt x="131826" y="12192"/>
                  </a:lnTo>
                  <a:close/>
                </a:path>
                <a:path w="289560" h="120650">
                  <a:moveTo>
                    <a:pt x="153162" y="0"/>
                  </a:moveTo>
                  <a:lnTo>
                    <a:pt x="148590" y="0"/>
                  </a:lnTo>
                  <a:lnTo>
                    <a:pt x="144780" y="11430"/>
                  </a:lnTo>
                  <a:lnTo>
                    <a:pt x="137922" y="35052"/>
                  </a:lnTo>
                  <a:lnTo>
                    <a:pt x="134874" y="47244"/>
                  </a:lnTo>
                  <a:lnTo>
                    <a:pt x="139446" y="47244"/>
                  </a:lnTo>
                  <a:lnTo>
                    <a:pt x="143256" y="35052"/>
                  </a:lnTo>
                  <a:lnTo>
                    <a:pt x="149352" y="11430"/>
                  </a:lnTo>
                  <a:lnTo>
                    <a:pt x="153162" y="0"/>
                  </a:lnTo>
                  <a:close/>
                </a:path>
                <a:path w="289560" h="120650">
                  <a:moveTo>
                    <a:pt x="162306" y="120396"/>
                  </a:moveTo>
                  <a:lnTo>
                    <a:pt x="156972" y="108204"/>
                  </a:lnTo>
                  <a:lnTo>
                    <a:pt x="147828" y="86106"/>
                  </a:lnTo>
                  <a:lnTo>
                    <a:pt x="147828" y="101346"/>
                  </a:lnTo>
                  <a:lnTo>
                    <a:pt x="131826" y="101346"/>
                  </a:lnTo>
                  <a:lnTo>
                    <a:pt x="133350" y="97536"/>
                  </a:lnTo>
                  <a:lnTo>
                    <a:pt x="135636" y="91440"/>
                  </a:lnTo>
                  <a:lnTo>
                    <a:pt x="137160" y="87630"/>
                  </a:lnTo>
                  <a:lnTo>
                    <a:pt x="137922" y="84582"/>
                  </a:lnTo>
                  <a:lnTo>
                    <a:pt x="138684" y="82296"/>
                  </a:lnTo>
                  <a:lnTo>
                    <a:pt x="139446" y="79248"/>
                  </a:lnTo>
                  <a:lnTo>
                    <a:pt x="140208" y="81534"/>
                  </a:lnTo>
                  <a:lnTo>
                    <a:pt x="141732" y="84582"/>
                  </a:lnTo>
                  <a:lnTo>
                    <a:pt x="143256" y="88392"/>
                  </a:lnTo>
                  <a:lnTo>
                    <a:pt x="144018" y="91440"/>
                  </a:lnTo>
                  <a:lnTo>
                    <a:pt x="146304" y="98298"/>
                  </a:lnTo>
                  <a:lnTo>
                    <a:pt x="147828" y="101346"/>
                  </a:lnTo>
                  <a:lnTo>
                    <a:pt x="147828" y="86106"/>
                  </a:lnTo>
                  <a:lnTo>
                    <a:pt x="143256" y="74676"/>
                  </a:lnTo>
                  <a:lnTo>
                    <a:pt x="136398" y="74676"/>
                  </a:lnTo>
                  <a:lnTo>
                    <a:pt x="131826" y="86106"/>
                  </a:lnTo>
                  <a:lnTo>
                    <a:pt x="122682" y="108204"/>
                  </a:lnTo>
                  <a:lnTo>
                    <a:pt x="118110" y="120396"/>
                  </a:lnTo>
                  <a:lnTo>
                    <a:pt x="124968" y="120396"/>
                  </a:lnTo>
                  <a:lnTo>
                    <a:pt x="126492" y="116586"/>
                  </a:lnTo>
                  <a:lnTo>
                    <a:pt x="128778" y="109728"/>
                  </a:lnTo>
                  <a:lnTo>
                    <a:pt x="130302" y="106680"/>
                  </a:lnTo>
                  <a:lnTo>
                    <a:pt x="131826" y="106680"/>
                  </a:lnTo>
                  <a:lnTo>
                    <a:pt x="147828" y="106680"/>
                  </a:lnTo>
                  <a:lnTo>
                    <a:pt x="150114" y="106680"/>
                  </a:lnTo>
                  <a:lnTo>
                    <a:pt x="150876" y="109728"/>
                  </a:lnTo>
                  <a:lnTo>
                    <a:pt x="153924" y="116586"/>
                  </a:lnTo>
                  <a:lnTo>
                    <a:pt x="155448" y="120396"/>
                  </a:lnTo>
                  <a:lnTo>
                    <a:pt x="162306" y="120396"/>
                  </a:lnTo>
                  <a:close/>
                </a:path>
                <a:path w="289560" h="120650">
                  <a:moveTo>
                    <a:pt x="185166" y="29718"/>
                  </a:moveTo>
                  <a:lnTo>
                    <a:pt x="179070" y="29718"/>
                  </a:lnTo>
                  <a:lnTo>
                    <a:pt x="179070" y="762"/>
                  </a:lnTo>
                  <a:lnTo>
                    <a:pt x="174498" y="762"/>
                  </a:lnTo>
                  <a:lnTo>
                    <a:pt x="172974" y="2730"/>
                  </a:lnTo>
                  <a:lnTo>
                    <a:pt x="172974" y="9144"/>
                  </a:lnTo>
                  <a:lnTo>
                    <a:pt x="172974" y="29718"/>
                  </a:lnTo>
                  <a:lnTo>
                    <a:pt x="159258" y="29718"/>
                  </a:lnTo>
                  <a:lnTo>
                    <a:pt x="163068" y="24384"/>
                  </a:lnTo>
                  <a:lnTo>
                    <a:pt x="169164" y="14478"/>
                  </a:lnTo>
                  <a:lnTo>
                    <a:pt x="172974" y="9144"/>
                  </a:lnTo>
                  <a:lnTo>
                    <a:pt x="172974" y="2730"/>
                  </a:lnTo>
                  <a:lnTo>
                    <a:pt x="169164" y="7620"/>
                  </a:lnTo>
                  <a:lnTo>
                    <a:pt x="159258" y="22098"/>
                  </a:lnTo>
                  <a:lnTo>
                    <a:pt x="153924" y="29718"/>
                  </a:lnTo>
                  <a:lnTo>
                    <a:pt x="153924" y="35052"/>
                  </a:lnTo>
                  <a:lnTo>
                    <a:pt x="159258" y="35052"/>
                  </a:lnTo>
                  <a:lnTo>
                    <a:pt x="172974" y="35052"/>
                  </a:lnTo>
                  <a:lnTo>
                    <a:pt x="172974" y="46482"/>
                  </a:lnTo>
                  <a:lnTo>
                    <a:pt x="179070" y="46482"/>
                  </a:lnTo>
                  <a:lnTo>
                    <a:pt x="179070" y="35052"/>
                  </a:lnTo>
                  <a:lnTo>
                    <a:pt x="185166" y="35052"/>
                  </a:lnTo>
                  <a:lnTo>
                    <a:pt x="185166" y="29718"/>
                  </a:lnTo>
                  <a:close/>
                </a:path>
                <a:path w="289560" h="120650">
                  <a:moveTo>
                    <a:pt x="204216" y="120396"/>
                  </a:moveTo>
                  <a:lnTo>
                    <a:pt x="198882" y="113538"/>
                  </a:lnTo>
                  <a:lnTo>
                    <a:pt x="188976" y="99822"/>
                  </a:lnTo>
                  <a:lnTo>
                    <a:pt x="183642" y="92964"/>
                  </a:lnTo>
                  <a:lnTo>
                    <a:pt x="188976" y="88392"/>
                  </a:lnTo>
                  <a:lnTo>
                    <a:pt x="198882" y="79248"/>
                  </a:lnTo>
                  <a:lnTo>
                    <a:pt x="203454" y="74676"/>
                  </a:lnTo>
                  <a:lnTo>
                    <a:pt x="195072" y="74676"/>
                  </a:lnTo>
                  <a:lnTo>
                    <a:pt x="172212" y="97536"/>
                  </a:lnTo>
                  <a:lnTo>
                    <a:pt x="172212" y="74676"/>
                  </a:lnTo>
                  <a:lnTo>
                    <a:pt x="166878" y="74676"/>
                  </a:lnTo>
                  <a:lnTo>
                    <a:pt x="166878" y="120396"/>
                  </a:lnTo>
                  <a:lnTo>
                    <a:pt x="172212" y="120396"/>
                  </a:lnTo>
                  <a:lnTo>
                    <a:pt x="172212" y="104394"/>
                  </a:lnTo>
                  <a:lnTo>
                    <a:pt x="174498" y="102870"/>
                  </a:lnTo>
                  <a:lnTo>
                    <a:pt x="177546" y="99060"/>
                  </a:lnTo>
                  <a:lnTo>
                    <a:pt x="179832" y="97536"/>
                  </a:lnTo>
                  <a:lnTo>
                    <a:pt x="184404" y="102870"/>
                  </a:lnTo>
                  <a:lnTo>
                    <a:pt x="192024" y="114300"/>
                  </a:lnTo>
                  <a:lnTo>
                    <a:pt x="196596" y="120396"/>
                  </a:lnTo>
                  <a:lnTo>
                    <a:pt x="204216" y="120396"/>
                  </a:lnTo>
                  <a:close/>
                </a:path>
                <a:path w="289560" h="120650">
                  <a:moveTo>
                    <a:pt x="236982" y="115062"/>
                  </a:moveTo>
                  <a:lnTo>
                    <a:pt x="214122" y="115062"/>
                  </a:lnTo>
                  <a:lnTo>
                    <a:pt x="232410" y="98298"/>
                  </a:lnTo>
                  <a:lnTo>
                    <a:pt x="236537" y="85585"/>
                  </a:lnTo>
                  <a:lnTo>
                    <a:pt x="231990" y="77114"/>
                  </a:lnTo>
                  <a:lnTo>
                    <a:pt x="222135" y="74460"/>
                  </a:lnTo>
                  <a:lnTo>
                    <a:pt x="210312" y="79248"/>
                  </a:lnTo>
                  <a:lnTo>
                    <a:pt x="207264" y="87630"/>
                  </a:lnTo>
                  <a:lnTo>
                    <a:pt x="213360" y="87630"/>
                  </a:lnTo>
                  <a:lnTo>
                    <a:pt x="215646" y="80772"/>
                  </a:lnTo>
                  <a:lnTo>
                    <a:pt x="222504" y="78486"/>
                  </a:lnTo>
                  <a:lnTo>
                    <a:pt x="226314" y="79248"/>
                  </a:lnTo>
                  <a:lnTo>
                    <a:pt x="230886" y="83820"/>
                  </a:lnTo>
                  <a:lnTo>
                    <a:pt x="230886" y="86868"/>
                  </a:lnTo>
                  <a:lnTo>
                    <a:pt x="228600" y="93726"/>
                  </a:lnTo>
                  <a:lnTo>
                    <a:pt x="208788" y="113538"/>
                  </a:lnTo>
                  <a:lnTo>
                    <a:pt x="206502" y="120396"/>
                  </a:lnTo>
                  <a:lnTo>
                    <a:pt x="236982" y="120396"/>
                  </a:lnTo>
                  <a:lnTo>
                    <a:pt x="236982" y="115062"/>
                  </a:lnTo>
                  <a:close/>
                </a:path>
                <a:path w="289560" h="120650">
                  <a:moveTo>
                    <a:pt x="289560" y="74676"/>
                  </a:moveTo>
                  <a:lnTo>
                    <a:pt x="281178" y="74676"/>
                  </a:lnTo>
                  <a:lnTo>
                    <a:pt x="278130" y="82296"/>
                  </a:lnTo>
                  <a:lnTo>
                    <a:pt x="272796" y="98298"/>
                  </a:lnTo>
                  <a:lnTo>
                    <a:pt x="269748" y="106680"/>
                  </a:lnTo>
                  <a:lnTo>
                    <a:pt x="268986" y="109728"/>
                  </a:lnTo>
                  <a:lnTo>
                    <a:pt x="268224" y="112014"/>
                  </a:lnTo>
                  <a:lnTo>
                    <a:pt x="267462" y="113538"/>
                  </a:lnTo>
                  <a:lnTo>
                    <a:pt x="266700" y="112014"/>
                  </a:lnTo>
                  <a:lnTo>
                    <a:pt x="256794" y="82296"/>
                  </a:lnTo>
                  <a:lnTo>
                    <a:pt x="253746" y="74676"/>
                  </a:lnTo>
                  <a:lnTo>
                    <a:pt x="244602" y="74676"/>
                  </a:lnTo>
                  <a:lnTo>
                    <a:pt x="244602" y="120396"/>
                  </a:lnTo>
                  <a:lnTo>
                    <a:pt x="250698" y="120396"/>
                  </a:lnTo>
                  <a:lnTo>
                    <a:pt x="250698" y="80772"/>
                  </a:lnTo>
                  <a:lnTo>
                    <a:pt x="254508" y="91440"/>
                  </a:lnTo>
                  <a:lnTo>
                    <a:pt x="260604" y="110490"/>
                  </a:lnTo>
                  <a:lnTo>
                    <a:pt x="264414" y="120396"/>
                  </a:lnTo>
                  <a:lnTo>
                    <a:pt x="269748" y="120396"/>
                  </a:lnTo>
                  <a:lnTo>
                    <a:pt x="273558" y="110490"/>
                  </a:lnTo>
                  <a:lnTo>
                    <a:pt x="279654" y="91440"/>
                  </a:lnTo>
                  <a:lnTo>
                    <a:pt x="283464" y="81534"/>
                  </a:lnTo>
                  <a:lnTo>
                    <a:pt x="283464" y="120396"/>
                  </a:lnTo>
                  <a:lnTo>
                    <a:pt x="289560" y="120396"/>
                  </a:lnTo>
                  <a:lnTo>
                    <a:pt x="289560" y="746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1" name="object 4231"/>
            <p:cNvSpPr/>
            <p:nvPr/>
          </p:nvSpPr>
          <p:spPr>
            <a:xfrm>
              <a:off x="2247290" y="539102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2" name="object 4232"/>
            <p:cNvSpPr/>
            <p:nvPr/>
          </p:nvSpPr>
          <p:spPr>
            <a:xfrm>
              <a:off x="2247290" y="441414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3" name="object 4233"/>
            <p:cNvSpPr/>
            <p:nvPr/>
          </p:nvSpPr>
          <p:spPr>
            <a:xfrm>
              <a:off x="2247290" y="441414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4" name="object 4234"/>
            <p:cNvSpPr/>
            <p:nvPr/>
          </p:nvSpPr>
          <p:spPr>
            <a:xfrm>
              <a:off x="2247290" y="4414142"/>
              <a:ext cx="3810" cy="977265"/>
            </a:xfrm>
            <a:custGeom>
              <a:avLst/>
              <a:gdLst/>
              <a:ahLst/>
              <a:cxnLst/>
              <a:rect l="l" t="t" r="r" b="b"/>
              <a:pathLst>
                <a:path w="3810" h="977264">
                  <a:moveTo>
                    <a:pt x="3810" y="0"/>
                  </a:moveTo>
                  <a:lnTo>
                    <a:pt x="3810" y="976884"/>
                  </a:lnTo>
                  <a:lnTo>
                    <a:pt x="0" y="976884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5" name="object 4235"/>
            <p:cNvSpPr/>
            <p:nvPr/>
          </p:nvSpPr>
          <p:spPr>
            <a:xfrm>
              <a:off x="2247290" y="4414142"/>
              <a:ext cx="3810" cy="977265"/>
            </a:xfrm>
            <a:custGeom>
              <a:avLst/>
              <a:gdLst/>
              <a:ahLst/>
              <a:cxnLst/>
              <a:rect l="l" t="t" r="r" b="b"/>
              <a:pathLst>
                <a:path w="3810" h="977264">
                  <a:moveTo>
                    <a:pt x="3810" y="0"/>
                  </a:moveTo>
                  <a:lnTo>
                    <a:pt x="3810" y="976884"/>
                  </a:lnTo>
                  <a:lnTo>
                    <a:pt x="0" y="976884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6" name="object 4236"/>
            <p:cNvSpPr/>
            <p:nvPr/>
          </p:nvSpPr>
          <p:spPr>
            <a:xfrm>
              <a:off x="2233574" y="5359022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004" y="0"/>
                  </a:moveTo>
                  <a:lnTo>
                    <a:pt x="0" y="0"/>
                  </a:lnTo>
                  <a:lnTo>
                    <a:pt x="16002" y="32004"/>
                  </a:lnTo>
                  <a:lnTo>
                    <a:pt x="320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7" name="object 4237"/>
            <p:cNvSpPr/>
            <p:nvPr/>
          </p:nvSpPr>
          <p:spPr>
            <a:xfrm>
              <a:off x="2233574" y="5359022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0" y="0"/>
                  </a:moveTo>
                  <a:lnTo>
                    <a:pt x="16002" y="32004"/>
                  </a:lnTo>
                  <a:lnTo>
                    <a:pt x="32004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8" name="object 4238"/>
            <p:cNvSpPr/>
            <p:nvPr/>
          </p:nvSpPr>
          <p:spPr>
            <a:xfrm>
              <a:off x="2232050" y="5358260"/>
              <a:ext cx="19050" cy="36830"/>
            </a:xfrm>
            <a:custGeom>
              <a:avLst/>
              <a:gdLst/>
              <a:ahLst/>
              <a:cxnLst/>
              <a:rect l="l" t="t" r="r" b="b"/>
              <a:pathLst>
                <a:path w="19050" h="36829">
                  <a:moveTo>
                    <a:pt x="19050" y="33528"/>
                  </a:moveTo>
                  <a:lnTo>
                    <a:pt x="16002" y="32004"/>
                  </a:lnTo>
                  <a:lnTo>
                    <a:pt x="17526" y="28194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17526" y="36576"/>
                  </a:lnTo>
                  <a:lnTo>
                    <a:pt x="19050" y="335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9" name="object 4239"/>
            <p:cNvSpPr/>
            <p:nvPr/>
          </p:nvSpPr>
          <p:spPr>
            <a:xfrm>
              <a:off x="2232050" y="5358260"/>
              <a:ext cx="19050" cy="36830"/>
            </a:xfrm>
            <a:custGeom>
              <a:avLst/>
              <a:gdLst/>
              <a:ahLst/>
              <a:cxnLst/>
              <a:rect l="l" t="t" r="r" b="b"/>
              <a:pathLst>
                <a:path w="19050" h="36829">
                  <a:moveTo>
                    <a:pt x="0" y="1524"/>
                  </a:moveTo>
                  <a:lnTo>
                    <a:pt x="3810" y="0"/>
                  </a:lnTo>
                  <a:lnTo>
                    <a:pt x="17526" y="28194"/>
                  </a:lnTo>
                  <a:lnTo>
                    <a:pt x="16002" y="32004"/>
                  </a:lnTo>
                  <a:lnTo>
                    <a:pt x="19050" y="33528"/>
                  </a:lnTo>
                  <a:lnTo>
                    <a:pt x="17526" y="3657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0" name="object 4240"/>
            <p:cNvSpPr/>
            <p:nvPr/>
          </p:nvSpPr>
          <p:spPr>
            <a:xfrm>
              <a:off x="2248052" y="5357498"/>
              <a:ext cx="20955" cy="34290"/>
            </a:xfrm>
            <a:custGeom>
              <a:avLst/>
              <a:gdLst/>
              <a:ahLst/>
              <a:cxnLst/>
              <a:rect l="l" t="t" r="r" b="b"/>
              <a:pathLst>
                <a:path w="20955" h="34289">
                  <a:moveTo>
                    <a:pt x="20574" y="0"/>
                  </a:moveTo>
                  <a:lnTo>
                    <a:pt x="17526" y="0"/>
                  </a:lnTo>
                  <a:lnTo>
                    <a:pt x="17526" y="3809"/>
                  </a:lnTo>
                  <a:lnTo>
                    <a:pt x="14478" y="3809"/>
                  </a:lnTo>
                  <a:lnTo>
                    <a:pt x="0" y="32765"/>
                  </a:lnTo>
                  <a:lnTo>
                    <a:pt x="3048" y="34289"/>
                  </a:lnTo>
                  <a:lnTo>
                    <a:pt x="2057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1" name="object 4241"/>
            <p:cNvSpPr/>
            <p:nvPr/>
          </p:nvSpPr>
          <p:spPr>
            <a:xfrm>
              <a:off x="2248052" y="5357498"/>
              <a:ext cx="20955" cy="34290"/>
            </a:xfrm>
            <a:custGeom>
              <a:avLst/>
              <a:gdLst/>
              <a:ahLst/>
              <a:cxnLst/>
              <a:rect l="l" t="t" r="r" b="b"/>
              <a:pathLst>
                <a:path w="20955" h="34289">
                  <a:moveTo>
                    <a:pt x="3048" y="34289"/>
                  </a:moveTo>
                  <a:lnTo>
                    <a:pt x="0" y="32765"/>
                  </a:lnTo>
                  <a:lnTo>
                    <a:pt x="14478" y="3809"/>
                  </a:lnTo>
                  <a:lnTo>
                    <a:pt x="17526" y="3809"/>
                  </a:lnTo>
                  <a:lnTo>
                    <a:pt x="17526" y="0"/>
                  </a:lnTo>
                  <a:lnTo>
                    <a:pt x="20574" y="0"/>
                  </a:lnTo>
                  <a:lnTo>
                    <a:pt x="3048" y="3428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2" name="object 4242"/>
            <p:cNvSpPr/>
            <p:nvPr/>
          </p:nvSpPr>
          <p:spPr>
            <a:xfrm>
              <a:off x="2230526" y="5357498"/>
              <a:ext cx="35560" cy="3810"/>
            </a:xfrm>
            <a:custGeom>
              <a:avLst/>
              <a:gdLst/>
              <a:ahLst/>
              <a:cxnLst/>
              <a:rect l="l" t="t" r="r" b="b"/>
              <a:pathLst>
                <a:path w="35560" h="3810">
                  <a:moveTo>
                    <a:pt x="35051" y="3810"/>
                  </a:moveTo>
                  <a:lnTo>
                    <a:pt x="35051" y="0"/>
                  </a:lnTo>
                  <a:lnTo>
                    <a:pt x="0" y="0"/>
                  </a:lnTo>
                  <a:lnTo>
                    <a:pt x="1523" y="2286"/>
                  </a:lnTo>
                  <a:lnTo>
                    <a:pt x="5333" y="762"/>
                  </a:lnTo>
                  <a:lnTo>
                    <a:pt x="6095" y="3810"/>
                  </a:lnTo>
                  <a:lnTo>
                    <a:pt x="3505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3" name="object 4243"/>
            <p:cNvSpPr/>
            <p:nvPr/>
          </p:nvSpPr>
          <p:spPr>
            <a:xfrm>
              <a:off x="2230526" y="5357498"/>
              <a:ext cx="35560" cy="3810"/>
            </a:xfrm>
            <a:custGeom>
              <a:avLst/>
              <a:gdLst/>
              <a:ahLst/>
              <a:cxnLst/>
              <a:rect l="l" t="t" r="r" b="b"/>
              <a:pathLst>
                <a:path w="35560" h="3810">
                  <a:moveTo>
                    <a:pt x="35051" y="0"/>
                  </a:moveTo>
                  <a:lnTo>
                    <a:pt x="35051" y="3810"/>
                  </a:lnTo>
                  <a:lnTo>
                    <a:pt x="6095" y="3810"/>
                  </a:lnTo>
                  <a:lnTo>
                    <a:pt x="5333" y="762"/>
                  </a:lnTo>
                  <a:lnTo>
                    <a:pt x="1523" y="2286"/>
                  </a:lnTo>
                  <a:lnTo>
                    <a:pt x="0" y="0"/>
                  </a:lnTo>
                  <a:lnTo>
                    <a:pt x="3505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4" name="object 4244"/>
            <p:cNvSpPr/>
            <p:nvPr/>
          </p:nvSpPr>
          <p:spPr>
            <a:xfrm>
              <a:off x="3154070" y="5293490"/>
              <a:ext cx="434340" cy="203200"/>
            </a:xfrm>
            <a:custGeom>
              <a:avLst/>
              <a:gdLst/>
              <a:ahLst/>
              <a:cxnLst/>
              <a:rect l="l" t="t" r="r" b="b"/>
              <a:pathLst>
                <a:path w="434339" h="203200">
                  <a:moveTo>
                    <a:pt x="434339" y="202691"/>
                  </a:moveTo>
                  <a:lnTo>
                    <a:pt x="434339" y="0"/>
                  </a:lnTo>
                  <a:lnTo>
                    <a:pt x="0" y="0"/>
                  </a:lnTo>
                  <a:lnTo>
                    <a:pt x="0" y="202691"/>
                  </a:lnTo>
                  <a:lnTo>
                    <a:pt x="434339" y="20269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5" name="object 4245"/>
            <p:cNvSpPr/>
            <p:nvPr/>
          </p:nvSpPr>
          <p:spPr>
            <a:xfrm>
              <a:off x="3154070" y="5293490"/>
              <a:ext cx="434340" cy="203200"/>
            </a:xfrm>
            <a:custGeom>
              <a:avLst/>
              <a:gdLst/>
              <a:ahLst/>
              <a:cxnLst/>
              <a:rect l="l" t="t" r="r" b="b"/>
              <a:pathLst>
                <a:path w="434339" h="203200">
                  <a:moveTo>
                    <a:pt x="0" y="0"/>
                  </a:moveTo>
                  <a:lnTo>
                    <a:pt x="0" y="202691"/>
                  </a:lnTo>
                  <a:lnTo>
                    <a:pt x="434339" y="202691"/>
                  </a:lnTo>
                  <a:lnTo>
                    <a:pt x="434339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6" name="object 4246"/>
            <p:cNvSpPr/>
            <p:nvPr/>
          </p:nvSpPr>
          <p:spPr>
            <a:xfrm>
              <a:off x="3106826" y="5400932"/>
              <a:ext cx="434340" cy="201930"/>
            </a:xfrm>
            <a:custGeom>
              <a:avLst/>
              <a:gdLst/>
              <a:ahLst/>
              <a:cxnLst/>
              <a:rect l="l" t="t" r="r" b="b"/>
              <a:pathLst>
                <a:path w="434339" h="201929">
                  <a:moveTo>
                    <a:pt x="434340" y="201929"/>
                  </a:moveTo>
                  <a:lnTo>
                    <a:pt x="434339" y="0"/>
                  </a:lnTo>
                  <a:lnTo>
                    <a:pt x="0" y="0"/>
                  </a:lnTo>
                  <a:lnTo>
                    <a:pt x="0" y="201929"/>
                  </a:lnTo>
                  <a:lnTo>
                    <a:pt x="434340" y="20192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7" name="object 4247"/>
            <p:cNvSpPr/>
            <p:nvPr/>
          </p:nvSpPr>
          <p:spPr>
            <a:xfrm>
              <a:off x="3106826" y="5400932"/>
              <a:ext cx="434340" cy="201930"/>
            </a:xfrm>
            <a:custGeom>
              <a:avLst/>
              <a:gdLst/>
              <a:ahLst/>
              <a:cxnLst/>
              <a:rect l="l" t="t" r="r" b="b"/>
              <a:pathLst>
                <a:path w="434339" h="201929">
                  <a:moveTo>
                    <a:pt x="0" y="0"/>
                  </a:moveTo>
                  <a:lnTo>
                    <a:pt x="0" y="201929"/>
                  </a:lnTo>
                  <a:lnTo>
                    <a:pt x="434340" y="201929"/>
                  </a:lnTo>
                  <a:lnTo>
                    <a:pt x="434339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8" name="object 4248"/>
            <p:cNvSpPr/>
            <p:nvPr/>
          </p:nvSpPr>
          <p:spPr>
            <a:xfrm>
              <a:off x="3157105" y="5446665"/>
              <a:ext cx="294640" cy="121920"/>
            </a:xfrm>
            <a:custGeom>
              <a:avLst/>
              <a:gdLst/>
              <a:ahLst/>
              <a:cxnLst/>
              <a:rect l="l" t="t" r="r" b="b"/>
              <a:pathLst>
                <a:path w="294639" h="121920">
                  <a:moveTo>
                    <a:pt x="30480" y="87630"/>
                  </a:moveTo>
                  <a:lnTo>
                    <a:pt x="29718" y="83058"/>
                  </a:lnTo>
                  <a:lnTo>
                    <a:pt x="24384" y="76962"/>
                  </a:lnTo>
                  <a:lnTo>
                    <a:pt x="16002" y="74676"/>
                  </a:lnTo>
                  <a:lnTo>
                    <a:pt x="10668" y="75438"/>
                  </a:lnTo>
                  <a:lnTo>
                    <a:pt x="3810" y="80010"/>
                  </a:lnTo>
                  <a:lnTo>
                    <a:pt x="1524" y="88392"/>
                  </a:lnTo>
                  <a:lnTo>
                    <a:pt x="6858" y="89154"/>
                  </a:lnTo>
                  <a:lnTo>
                    <a:pt x="9906" y="82296"/>
                  </a:lnTo>
                  <a:lnTo>
                    <a:pt x="16002" y="79248"/>
                  </a:lnTo>
                  <a:lnTo>
                    <a:pt x="22098" y="81534"/>
                  </a:lnTo>
                  <a:lnTo>
                    <a:pt x="24384" y="87630"/>
                  </a:lnTo>
                  <a:lnTo>
                    <a:pt x="22098" y="94488"/>
                  </a:lnTo>
                  <a:lnTo>
                    <a:pt x="11430" y="104394"/>
                  </a:lnTo>
                  <a:lnTo>
                    <a:pt x="2286" y="114300"/>
                  </a:lnTo>
                  <a:lnTo>
                    <a:pt x="0" y="121158"/>
                  </a:lnTo>
                  <a:lnTo>
                    <a:pt x="30480" y="121158"/>
                  </a:lnTo>
                  <a:lnTo>
                    <a:pt x="30480" y="115824"/>
                  </a:lnTo>
                  <a:lnTo>
                    <a:pt x="8382" y="115824"/>
                  </a:lnTo>
                  <a:lnTo>
                    <a:pt x="19812" y="104394"/>
                  </a:lnTo>
                  <a:lnTo>
                    <a:pt x="29718" y="92964"/>
                  </a:lnTo>
                  <a:lnTo>
                    <a:pt x="30480" y="87630"/>
                  </a:lnTo>
                  <a:close/>
                </a:path>
                <a:path w="294639" h="121920">
                  <a:moveTo>
                    <a:pt x="73914" y="108204"/>
                  </a:moveTo>
                  <a:lnTo>
                    <a:pt x="72390" y="101346"/>
                  </a:lnTo>
                  <a:lnTo>
                    <a:pt x="66294" y="96774"/>
                  </a:lnTo>
                  <a:lnTo>
                    <a:pt x="55626" y="94488"/>
                  </a:lnTo>
                  <a:lnTo>
                    <a:pt x="46482" y="90678"/>
                  </a:lnTo>
                  <a:lnTo>
                    <a:pt x="44958" y="86868"/>
                  </a:lnTo>
                  <a:lnTo>
                    <a:pt x="47244" y="81534"/>
                  </a:lnTo>
                  <a:lnTo>
                    <a:pt x="50292" y="80010"/>
                  </a:lnTo>
                  <a:lnTo>
                    <a:pt x="55626" y="80010"/>
                  </a:lnTo>
                  <a:lnTo>
                    <a:pt x="63246" y="82296"/>
                  </a:lnTo>
                  <a:lnTo>
                    <a:pt x="67056" y="88392"/>
                  </a:lnTo>
                  <a:lnTo>
                    <a:pt x="72390" y="88392"/>
                  </a:lnTo>
                  <a:lnTo>
                    <a:pt x="72390" y="84582"/>
                  </a:lnTo>
                  <a:lnTo>
                    <a:pt x="55448" y="73520"/>
                  </a:lnTo>
                  <a:lnTo>
                    <a:pt x="41643" y="79705"/>
                  </a:lnTo>
                  <a:lnTo>
                    <a:pt x="39966" y="92519"/>
                  </a:lnTo>
                  <a:lnTo>
                    <a:pt x="59436" y="101346"/>
                  </a:lnTo>
                  <a:lnTo>
                    <a:pt x="67056" y="104394"/>
                  </a:lnTo>
                  <a:lnTo>
                    <a:pt x="67818" y="108966"/>
                  </a:lnTo>
                  <a:lnTo>
                    <a:pt x="67056" y="112776"/>
                  </a:lnTo>
                  <a:lnTo>
                    <a:pt x="62484" y="115824"/>
                  </a:lnTo>
                  <a:lnTo>
                    <a:pt x="56388" y="116586"/>
                  </a:lnTo>
                  <a:lnTo>
                    <a:pt x="49530" y="115062"/>
                  </a:lnTo>
                  <a:lnTo>
                    <a:pt x="44958" y="111252"/>
                  </a:lnTo>
                  <a:lnTo>
                    <a:pt x="42672" y="105918"/>
                  </a:lnTo>
                  <a:lnTo>
                    <a:pt x="37338" y="105918"/>
                  </a:lnTo>
                  <a:lnTo>
                    <a:pt x="38100" y="110490"/>
                  </a:lnTo>
                  <a:lnTo>
                    <a:pt x="42672" y="118110"/>
                  </a:lnTo>
                  <a:lnTo>
                    <a:pt x="51054" y="121920"/>
                  </a:lnTo>
                  <a:lnTo>
                    <a:pt x="61722" y="121920"/>
                  </a:lnTo>
                  <a:lnTo>
                    <a:pt x="69342" y="118110"/>
                  </a:lnTo>
                  <a:lnTo>
                    <a:pt x="73914" y="112014"/>
                  </a:lnTo>
                  <a:lnTo>
                    <a:pt x="73914" y="108204"/>
                  </a:lnTo>
                  <a:close/>
                </a:path>
                <a:path w="294639" h="121920">
                  <a:moveTo>
                    <a:pt x="118110" y="74676"/>
                  </a:moveTo>
                  <a:lnTo>
                    <a:pt x="112014" y="74676"/>
                  </a:lnTo>
                  <a:lnTo>
                    <a:pt x="112014" y="94488"/>
                  </a:lnTo>
                  <a:lnTo>
                    <a:pt x="88392" y="94488"/>
                  </a:lnTo>
                  <a:lnTo>
                    <a:pt x="88392" y="74676"/>
                  </a:lnTo>
                  <a:lnTo>
                    <a:pt x="82296" y="74676"/>
                  </a:lnTo>
                  <a:lnTo>
                    <a:pt x="82296" y="121158"/>
                  </a:lnTo>
                  <a:lnTo>
                    <a:pt x="88392" y="121158"/>
                  </a:lnTo>
                  <a:lnTo>
                    <a:pt x="88392" y="99060"/>
                  </a:lnTo>
                  <a:lnTo>
                    <a:pt x="112014" y="99060"/>
                  </a:lnTo>
                  <a:lnTo>
                    <a:pt x="112014" y="121158"/>
                  </a:lnTo>
                  <a:lnTo>
                    <a:pt x="118110" y="121158"/>
                  </a:lnTo>
                  <a:lnTo>
                    <a:pt x="118110" y="74676"/>
                  </a:lnTo>
                  <a:close/>
                </a:path>
                <a:path w="294639" h="121920">
                  <a:moveTo>
                    <a:pt x="136398" y="13716"/>
                  </a:moveTo>
                  <a:lnTo>
                    <a:pt x="134874" y="8382"/>
                  </a:lnTo>
                  <a:lnTo>
                    <a:pt x="130302" y="2286"/>
                  </a:lnTo>
                  <a:lnTo>
                    <a:pt x="121920" y="762"/>
                  </a:lnTo>
                  <a:lnTo>
                    <a:pt x="115824" y="1524"/>
                  </a:lnTo>
                  <a:lnTo>
                    <a:pt x="109728" y="6096"/>
                  </a:lnTo>
                  <a:lnTo>
                    <a:pt x="106680" y="13716"/>
                  </a:lnTo>
                  <a:lnTo>
                    <a:pt x="112776" y="14478"/>
                  </a:lnTo>
                  <a:lnTo>
                    <a:pt x="115062" y="7620"/>
                  </a:lnTo>
                  <a:lnTo>
                    <a:pt x="121158" y="5334"/>
                  </a:lnTo>
                  <a:lnTo>
                    <a:pt x="124968" y="6096"/>
                  </a:lnTo>
                  <a:lnTo>
                    <a:pt x="129540" y="9906"/>
                  </a:lnTo>
                  <a:lnTo>
                    <a:pt x="130302" y="12954"/>
                  </a:lnTo>
                  <a:lnTo>
                    <a:pt x="127254" y="19812"/>
                  </a:lnTo>
                  <a:lnTo>
                    <a:pt x="120396" y="26670"/>
                  </a:lnTo>
                  <a:lnTo>
                    <a:pt x="108204" y="40386"/>
                  </a:lnTo>
                  <a:lnTo>
                    <a:pt x="105918" y="47244"/>
                  </a:lnTo>
                  <a:lnTo>
                    <a:pt x="136398" y="47244"/>
                  </a:lnTo>
                  <a:lnTo>
                    <a:pt x="136398" y="41910"/>
                  </a:lnTo>
                  <a:lnTo>
                    <a:pt x="113538" y="41910"/>
                  </a:lnTo>
                  <a:lnTo>
                    <a:pt x="127254" y="28194"/>
                  </a:lnTo>
                  <a:lnTo>
                    <a:pt x="134874" y="19050"/>
                  </a:lnTo>
                  <a:lnTo>
                    <a:pt x="136398" y="13716"/>
                  </a:lnTo>
                  <a:close/>
                </a:path>
                <a:path w="294639" h="121920">
                  <a:moveTo>
                    <a:pt x="156972" y="0"/>
                  </a:moveTo>
                  <a:lnTo>
                    <a:pt x="152400" y="0"/>
                  </a:lnTo>
                  <a:lnTo>
                    <a:pt x="149352" y="12192"/>
                  </a:lnTo>
                  <a:lnTo>
                    <a:pt x="143256" y="35814"/>
                  </a:lnTo>
                  <a:lnTo>
                    <a:pt x="139446" y="48006"/>
                  </a:lnTo>
                  <a:lnTo>
                    <a:pt x="144018" y="48006"/>
                  </a:lnTo>
                  <a:lnTo>
                    <a:pt x="147828" y="35814"/>
                  </a:lnTo>
                  <a:lnTo>
                    <a:pt x="153924" y="12192"/>
                  </a:lnTo>
                  <a:lnTo>
                    <a:pt x="156972" y="0"/>
                  </a:lnTo>
                  <a:close/>
                </a:path>
                <a:path w="294639" h="121920">
                  <a:moveTo>
                    <a:pt x="166116" y="121158"/>
                  </a:moveTo>
                  <a:lnTo>
                    <a:pt x="152400" y="86868"/>
                  </a:lnTo>
                  <a:lnTo>
                    <a:pt x="152400" y="102108"/>
                  </a:lnTo>
                  <a:lnTo>
                    <a:pt x="136398" y="102108"/>
                  </a:lnTo>
                  <a:lnTo>
                    <a:pt x="137922" y="98298"/>
                  </a:lnTo>
                  <a:lnTo>
                    <a:pt x="140208" y="92202"/>
                  </a:lnTo>
                  <a:lnTo>
                    <a:pt x="141732" y="89154"/>
                  </a:lnTo>
                  <a:lnTo>
                    <a:pt x="144018" y="80010"/>
                  </a:lnTo>
                  <a:lnTo>
                    <a:pt x="145542" y="82296"/>
                  </a:lnTo>
                  <a:lnTo>
                    <a:pt x="146304" y="86106"/>
                  </a:lnTo>
                  <a:lnTo>
                    <a:pt x="147828" y="89916"/>
                  </a:lnTo>
                  <a:lnTo>
                    <a:pt x="148590" y="92964"/>
                  </a:lnTo>
                  <a:lnTo>
                    <a:pt x="150876" y="99060"/>
                  </a:lnTo>
                  <a:lnTo>
                    <a:pt x="152400" y="102108"/>
                  </a:lnTo>
                  <a:lnTo>
                    <a:pt x="152400" y="86868"/>
                  </a:lnTo>
                  <a:lnTo>
                    <a:pt x="147828" y="74676"/>
                  </a:lnTo>
                  <a:lnTo>
                    <a:pt x="140970" y="74676"/>
                  </a:lnTo>
                  <a:lnTo>
                    <a:pt x="128016" y="109728"/>
                  </a:lnTo>
                  <a:lnTo>
                    <a:pt x="123444" y="121158"/>
                  </a:lnTo>
                  <a:lnTo>
                    <a:pt x="129540" y="121158"/>
                  </a:lnTo>
                  <a:lnTo>
                    <a:pt x="131064" y="118110"/>
                  </a:lnTo>
                  <a:lnTo>
                    <a:pt x="133350" y="111252"/>
                  </a:lnTo>
                  <a:lnTo>
                    <a:pt x="134874" y="107442"/>
                  </a:lnTo>
                  <a:lnTo>
                    <a:pt x="136398" y="107442"/>
                  </a:lnTo>
                  <a:lnTo>
                    <a:pt x="152400" y="107442"/>
                  </a:lnTo>
                  <a:lnTo>
                    <a:pt x="153924" y="107442"/>
                  </a:lnTo>
                  <a:lnTo>
                    <a:pt x="155448" y="111252"/>
                  </a:lnTo>
                  <a:lnTo>
                    <a:pt x="158496" y="118110"/>
                  </a:lnTo>
                  <a:lnTo>
                    <a:pt x="159258" y="121158"/>
                  </a:lnTo>
                  <a:lnTo>
                    <a:pt x="166116" y="121158"/>
                  </a:lnTo>
                  <a:close/>
                </a:path>
                <a:path w="294639" h="121920">
                  <a:moveTo>
                    <a:pt x="189738" y="30480"/>
                  </a:moveTo>
                  <a:lnTo>
                    <a:pt x="183642" y="30480"/>
                  </a:lnTo>
                  <a:lnTo>
                    <a:pt x="183642" y="762"/>
                  </a:lnTo>
                  <a:lnTo>
                    <a:pt x="179070" y="762"/>
                  </a:lnTo>
                  <a:lnTo>
                    <a:pt x="178308" y="1854"/>
                  </a:lnTo>
                  <a:lnTo>
                    <a:pt x="178308" y="9906"/>
                  </a:lnTo>
                  <a:lnTo>
                    <a:pt x="178308" y="30480"/>
                  </a:lnTo>
                  <a:lnTo>
                    <a:pt x="163068" y="30480"/>
                  </a:lnTo>
                  <a:lnTo>
                    <a:pt x="166878" y="25146"/>
                  </a:lnTo>
                  <a:lnTo>
                    <a:pt x="174498" y="15240"/>
                  </a:lnTo>
                  <a:lnTo>
                    <a:pt x="178308" y="9906"/>
                  </a:lnTo>
                  <a:lnTo>
                    <a:pt x="178308" y="1854"/>
                  </a:lnTo>
                  <a:lnTo>
                    <a:pt x="173736" y="8382"/>
                  </a:lnTo>
                  <a:lnTo>
                    <a:pt x="163830" y="22860"/>
                  </a:lnTo>
                  <a:lnTo>
                    <a:pt x="157734" y="30480"/>
                  </a:lnTo>
                  <a:lnTo>
                    <a:pt x="157734" y="35814"/>
                  </a:lnTo>
                  <a:lnTo>
                    <a:pt x="163068" y="35814"/>
                  </a:lnTo>
                  <a:lnTo>
                    <a:pt x="178308" y="35814"/>
                  </a:lnTo>
                  <a:lnTo>
                    <a:pt x="178308" y="47244"/>
                  </a:lnTo>
                  <a:lnTo>
                    <a:pt x="183642" y="47244"/>
                  </a:lnTo>
                  <a:lnTo>
                    <a:pt x="183642" y="35814"/>
                  </a:lnTo>
                  <a:lnTo>
                    <a:pt x="189738" y="35814"/>
                  </a:lnTo>
                  <a:lnTo>
                    <a:pt x="189738" y="30480"/>
                  </a:lnTo>
                  <a:close/>
                </a:path>
                <a:path w="294639" h="121920">
                  <a:moveTo>
                    <a:pt x="209550" y="121158"/>
                  </a:moveTo>
                  <a:lnTo>
                    <a:pt x="204216" y="114300"/>
                  </a:lnTo>
                  <a:lnTo>
                    <a:pt x="194310" y="100584"/>
                  </a:lnTo>
                  <a:lnTo>
                    <a:pt x="188976" y="93726"/>
                  </a:lnTo>
                  <a:lnTo>
                    <a:pt x="194310" y="89154"/>
                  </a:lnTo>
                  <a:lnTo>
                    <a:pt x="208788" y="74676"/>
                  </a:lnTo>
                  <a:lnTo>
                    <a:pt x="200406" y="74676"/>
                  </a:lnTo>
                  <a:lnTo>
                    <a:pt x="176784" y="98298"/>
                  </a:lnTo>
                  <a:lnTo>
                    <a:pt x="176784" y="74676"/>
                  </a:lnTo>
                  <a:lnTo>
                    <a:pt x="170688" y="74676"/>
                  </a:lnTo>
                  <a:lnTo>
                    <a:pt x="170688" y="121158"/>
                  </a:lnTo>
                  <a:lnTo>
                    <a:pt x="176784" y="121158"/>
                  </a:lnTo>
                  <a:lnTo>
                    <a:pt x="176784" y="105156"/>
                  </a:lnTo>
                  <a:lnTo>
                    <a:pt x="179070" y="103632"/>
                  </a:lnTo>
                  <a:lnTo>
                    <a:pt x="184404" y="98298"/>
                  </a:lnTo>
                  <a:lnTo>
                    <a:pt x="188976" y="104394"/>
                  </a:lnTo>
                  <a:lnTo>
                    <a:pt x="197358" y="115062"/>
                  </a:lnTo>
                  <a:lnTo>
                    <a:pt x="201168" y="121158"/>
                  </a:lnTo>
                  <a:lnTo>
                    <a:pt x="209550" y="121158"/>
                  </a:lnTo>
                  <a:close/>
                </a:path>
                <a:path w="294639" h="121920">
                  <a:moveTo>
                    <a:pt x="241554" y="87630"/>
                  </a:moveTo>
                  <a:lnTo>
                    <a:pt x="240792" y="83058"/>
                  </a:lnTo>
                  <a:lnTo>
                    <a:pt x="235458" y="76962"/>
                  </a:lnTo>
                  <a:lnTo>
                    <a:pt x="230124" y="75438"/>
                  </a:lnTo>
                  <a:lnTo>
                    <a:pt x="220980" y="75438"/>
                  </a:lnTo>
                  <a:lnTo>
                    <a:pt x="214884" y="80010"/>
                  </a:lnTo>
                  <a:lnTo>
                    <a:pt x="212598" y="88392"/>
                  </a:lnTo>
                  <a:lnTo>
                    <a:pt x="217932" y="89154"/>
                  </a:lnTo>
                  <a:lnTo>
                    <a:pt x="220218" y="82296"/>
                  </a:lnTo>
                  <a:lnTo>
                    <a:pt x="227076" y="79248"/>
                  </a:lnTo>
                  <a:lnTo>
                    <a:pt x="233172" y="81534"/>
                  </a:lnTo>
                  <a:lnTo>
                    <a:pt x="235458" y="87630"/>
                  </a:lnTo>
                  <a:lnTo>
                    <a:pt x="233172" y="94488"/>
                  </a:lnTo>
                  <a:lnTo>
                    <a:pt x="218694" y="107442"/>
                  </a:lnTo>
                  <a:lnTo>
                    <a:pt x="211836" y="117348"/>
                  </a:lnTo>
                  <a:lnTo>
                    <a:pt x="211074" y="121158"/>
                  </a:lnTo>
                  <a:lnTo>
                    <a:pt x="241554" y="121158"/>
                  </a:lnTo>
                  <a:lnTo>
                    <a:pt x="241554" y="115824"/>
                  </a:lnTo>
                  <a:lnTo>
                    <a:pt x="218694" y="115824"/>
                  </a:lnTo>
                  <a:lnTo>
                    <a:pt x="233172" y="102108"/>
                  </a:lnTo>
                  <a:lnTo>
                    <a:pt x="240792" y="92964"/>
                  </a:lnTo>
                  <a:lnTo>
                    <a:pt x="241554" y="87630"/>
                  </a:lnTo>
                  <a:close/>
                </a:path>
                <a:path w="294639" h="121920">
                  <a:moveTo>
                    <a:pt x="294132" y="74676"/>
                  </a:moveTo>
                  <a:lnTo>
                    <a:pt x="285750" y="74676"/>
                  </a:lnTo>
                  <a:lnTo>
                    <a:pt x="282702" y="83058"/>
                  </a:lnTo>
                  <a:lnTo>
                    <a:pt x="277368" y="98298"/>
                  </a:lnTo>
                  <a:lnTo>
                    <a:pt x="275082" y="106680"/>
                  </a:lnTo>
                  <a:lnTo>
                    <a:pt x="273558" y="110490"/>
                  </a:lnTo>
                  <a:lnTo>
                    <a:pt x="272796" y="112776"/>
                  </a:lnTo>
                  <a:lnTo>
                    <a:pt x="272034" y="114300"/>
                  </a:lnTo>
                  <a:lnTo>
                    <a:pt x="271272" y="112776"/>
                  </a:lnTo>
                  <a:lnTo>
                    <a:pt x="270510" y="110490"/>
                  </a:lnTo>
                  <a:lnTo>
                    <a:pt x="269748" y="107442"/>
                  </a:lnTo>
                  <a:lnTo>
                    <a:pt x="266700" y="99060"/>
                  </a:lnTo>
                  <a:lnTo>
                    <a:pt x="261366" y="83058"/>
                  </a:lnTo>
                  <a:lnTo>
                    <a:pt x="259080" y="74676"/>
                  </a:lnTo>
                  <a:lnTo>
                    <a:pt x="249936" y="74676"/>
                  </a:lnTo>
                  <a:lnTo>
                    <a:pt x="249936" y="121158"/>
                  </a:lnTo>
                  <a:lnTo>
                    <a:pt x="256032" y="121158"/>
                  </a:lnTo>
                  <a:lnTo>
                    <a:pt x="256032" y="81534"/>
                  </a:lnTo>
                  <a:lnTo>
                    <a:pt x="259080" y="92202"/>
                  </a:lnTo>
                  <a:lnTo>
                    <a:pt x="265938" y="111252"/>
                  </a:lnTo>
                  <a:lnTo>
                    <a:pt x="268986" y="121158"/>
                  </a:lnTo>
                  <a:lnTo>
                    <a:pt x="275082" y="121158"/>
                  </a:lnTo>
                  <a:lnTo>
                    <a:pt x="278130" y="111252"/>
                  </a:lnTo>
                  <a:lnTo>
                    <a:pt x="284226" y="92202"/>
                  </a:lnTo>
                  <a:lnTo>
                    <a:pt x="288036" y="82296"/>
                  </a:lnTo>
                  <a:lnTo>
                    <a:pt x="288036" y="121158"/>
                  </a:lnTo>
                  <a:lnTo>
                    <a:pt x="294132" y="121158"/>
                  </a:lnTo>
                  <a:lnTo>
                    <a:pt x="294132" y="746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9" name="object 4249"/>
            <p:cNvSpPr/>
            <p:nvPr/>
          </p:nvSpPr>
          <p:spPr>
            <a:xfrm>
              <a:off x="3316376" y="540093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0" name="object 4250"/>
            <p:cNvSpPr/>
            <p:nvPr/>
          </p:nvSpPr>
          <p:spPr>
            <a:xfrm>
              <a:off x="3316376" y="441414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1" name="object 4251"/>
            <p:cNvSpPr/>
            <p:nvPr/>
          </p:nvSpPr>
          <p:spPr>
            <a:xfrm>
              <a:off x="3316376" y="441414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2" name="object 4252"/>
            <p:cNvSpPr/>
            <p:nvPr/>
          </p:nvSpPr>
          <p:spPr>
            <a:xfrm>
              <a:off x="3316376" y="4414142"/>
              <a:ext cx="3810" cy="986790"/>
            </a:xfrm>
            <a:custGeom>
              <a:avLst/>
              <a:gdLst/>
              <a:ahLst/>
              <a:cxnLst/>
              <a:rect l="l" t="t" r="r" b="b"/>
              <a:pathLst>
                <a:path w="3810" h="986789">
                  <a:moveTo>
                    <a:pt x="3810" y="0"/>
                  </a:moveTo>
                  <a:lnTo>
                    <a:pt x="3810" y="986789"/>
                  </a:lnTo>
                  <a:lnTo>
                    <a:pt x="0" y="986789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3" name="object 4253"/>
            <p:cNvSpPr/>
            <p:nvPr/>
          </p:nvSpPr>
          <p:spPr>
            <a:xfrm>
              <a:off x="3316376" y="4414142"/>
              <a:ext cx="3810" cy="986790"/>
            </a:xfrm>
            <a:custGeom>
              <a:avLst/>
              <a:gdLst/>
              <a:ahLst/>
              <a:cxnLst/>
              <a:rect l="l" t="t" r="r" b="b"/>
              <a:pathLst>
                <a:path w="3810" h="986789">
                  <a:moveTo>
                    <a:pt x="3810" y="0"/>
                  </a:moveTo>
                  <a:lnTo>
                    <a:pt x="3810" y="986789"/>
                  </a:lnTo>
                  <a:lnTo>
                    <a:pt x="0" y="986789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4" name="object 4254"/>
            <p:cNvSpPr/>
            <p:nvPr/>
          </p:nvSpPr>
          <p:spPr>
            <a:xfrm>
              <a:off x="3302660" y="5368166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004" y="0"/>
                  </a:moveTo>
                  <a:lnTo>
                    <a:pt x="0" y="0"/>
                  </a:lnTo>
                  <a:lnTo>
                    <a:pt x="16002" y="32004"/>
                  </a:lnTo>
                  <a:lnTo>
                    <a:pt x="320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5" name="object 4255"/>
            <p:cNvSpPr/>
            <p:nvPr/>
          </p:nvSpPr>
          <p:spPr>
            <a:xfrm>
              <a:off x="3302660" y="5368166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0" y="0"/>
                  </a:moveTo>
                  <a:lnTo>
                    <a:pt x="16002" y="32004"/>
                  </a:lnTo>
                  <a:lnTo>
                    <a:pt x="32004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6" name="object 4256"/>
            <p:cNvSpPr/>
            <p:nvPr/>
          </p:nvSpPr>
          <p:spPr>
            <a:xfrm>
              <a:off x="3301136" y="5367404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19050" y="33528"/>
                  </a:moveTo>
                  <a:lnTo>
                    <a:pt x="16002" y="32004"/>
                  </a:lnTo>
                  <a:lnTo>
                    <a:pt x="17526" y="28956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17526" y="37338"/>
                  </a:lnTo>
                  <a:lnTo>
                    <a:pt x="19050" y="335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7" name="object 4257"/>
            <p:cNvSpPr/>
            <p:nvPr/>
          </p:nvSpPr>
          <p:spPr>
            <a:xfrm>
              <a:off x="3301136" y="5367404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0" y="1524"/>
                  </a:moveTo>
                  <a:lnTo>
                    <a:pt x="3810" y="0"/>
                  </a:lnTo>
                  <a:lnTo>
                    <a:pt x="17526" y="28956"/>
                  </a:lnTo>
                  <a:lnTo>
                    <a:pt x="16002" y="32004"/>
                  </a:lnTo>
                  <a:lnTo>
                    <a:pt x="19050" y="33528"/>
                  </a:lnTo>
                  <a:lnTo>
                    <a:pt x="17526" y="37338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8" name="object 4258"/>
            <p:cNvSpPr/>
            <p:nvPr/>
          </p:nvSpPr>
          <p:spPr>
            <a:xfrm>
              <a:off x="3317138" y="5366642"/>
              <a:ext cx="20955" cy="34290"/>
            </a:xfrm>
            <a:custGeom>
              <a:avLst/>
              <a:gdLst/>
              <a:ahLst/>
              <a:cxnLst/>
              <a:rect l="l" t="t" r="r" b="b"/>
              <a:pathLst>
                <a:path w="20954" h="34289">
                  <a:moveTo>
                    <a:pt x="20574" y="0"/>
                  </a:moveTo>
                  <a:lnTo>
                    <a:pt x="17526" y="0"/>
                  </a:lnTo>
                  <a:lnTo>
                    <a:pt x="17526" y="3809"/>
                  </a:lnTo>
                  <a:lnTo>
                    <a:pt x="14478" y="3809"/>
                  </a:lnTo>
                  <a:lnTo>
                    <a:pt x="0" y="32765"/>
                  </a:lnTo>
                  <a:lnTo>
                    <a:pt x="3048" y="34289"/>
                  </a:lnTo>
                  <a:lnTo>
                    <a:pt x="2057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9" name="object 4259"/>
            <p:cNvSpPr/>
            <p:nvPr/>
          </p:nvSpPr>
          <p:spPr>
            <a:xfrm>
              <a:off x="3317138" y="5366642"/>
              <a:ext cx="20955" cy="34290"/>
            </a:xfrm>
            <a:custGeom>
              <a:avLst/>
              <a:gdLst/>
              <a:ahLst/>
              <a:cxnLst/>
              <a:rect l="l" t="t" r="r" b="b"/>
              <a:pathLst>
                <a:path w="20954" h="34289">
                  <a:moveTo>
                    <a:pt x="3048" y="34289"/>
                  </a:moveTo>
                  <a:lnTo>
                    <a:pt x="0" y="32765"/>
                  </a:lnTo>
                  <a:lnTo>
                    <a:pt x="14478" y="3809"/>
                  </a:lnTo>
                  <a:lnTo>
                    <a:pt x="17526" y="3809"/>
                  </a:lnTo>
                  <a:lnTo>
                    <a:pt x="17526" y="0"/>
                  </a:lnTo>
                  <a:lnTo>
                    <a:pt x="20574" y="0"/>
                  </a:lnTo>
                  <a:lnTo>
                    <a:pt x="3048" y="3428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0" name="object 4260"/>
            <p:cNvSpPr/>
            <p:nvPr/>
          </p:nvSpPr>
          <p:spPr>
            <a:xfrm>
              <a:off x="3299612" y="5366642"/>
              <a:ext cx="35560" cy="3810"/>
            </a:xfrm>
            <a:custGeom>
              <a:avLst/>
              <a:gdLst/>
              <a:ahLst/>
              <a:cxnLst/>
              <a:rect l="l" t="t" r="r" b="b"/>
              <a:pathLst>
                <a:path w="35560" h="3810">
                  <a:moveTo>
                    <a:pt x="35051" y="3810"/>
                  </a:moveTo>
                  <a:lnTo>
                    <a:pt x="35051" y="0"/>
                  </a:lnTo>
                  <a:lnTo>
                    <a:pt x="0" y="0"/>
                  </a:lnTo>
                  <a:lnTo>
                    <a:pt x="1523" y="2286"/>
                  </a:lnTo>
                  <a:lnTo>
                    <a:pt x="5333" y="762"/>
                  </a:lnTo>
                  <a:lnTo>
                    <a:pt x="6095" y="3810"/>
                  </a:lnTo>
                  <a:lnTo>
                    <a:pt x="3505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1" name="object 4261"/>
            <p:cNvSpPr/>
            <p:nvPr/>
          </p:nvSpPr>
          <p:spPr>
            <a:xfrm>
              <a:off x="3299612" y="5366642"/>
              <a:ext cx="35560" cy="3810"/>
            </a:xfrm>
            <a:custGeom>
              <a:avLst/>
              <a:gdLst/>
              <a:ahLst/>
              <a:cxnLst/>
              <a:rect l="l" t="t" r="r" b="b"/>
              <a:pathLst>
                <a:path w="35560" h="3810">
                  <a:moveTo>
                    <a:pt x="35051" y="0"/>
                  </a:moveTo>
                  <a:lnTo>
                    <a:pt x="35051" y="3810"/>
                  </a:lnTo>
                  <a:lnTo>
                    <a:pt x="6095" y="3810"/>
                  </a:lnTo>
                  <a:lnTo>
                    <a:pt x="5333" y="762"/>
                  </a:lnTo>
                  <a:lnTo>
                    <a:pt x="1523" y="2286"/>
                  </a:lnTo>
                  <a:lnTo>
                    <a:pt x="0" y="0"/>
                  </a:lnTo>
                  <a:lnTo>
                    <a:pt x="3505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2" name="object 4262"/>
            <p:cNvSpPr/>
            <p:nvPr/>
          </p:nvSpPr>
          <p:spPr>
            <a:xfrm>
              <a:off x="2633624" y="535521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3" name="object 4263"/>
            <p:cNvSpPr/>
            <p:nvPr/>
          </p:nvSpPr>
          <p:spPr>
            <a:xfrm>
              <a:off x="2633624" y="535521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4" name="object 4264"/>
            <p:cNvSpPr/>
            <p:nvPr/>
          </p:nvSpPr>
          <p:spPr>
            <a:xfrm>
              <a:off x="2633624" y="578955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5" name="object 4265"/>
            <p:cNvSpPr/>
            <p:nvPr/>
          </p:nvSpPr>
          <p:spPr>
            <a:xfrm>
              <a:off x="2633624" y="578955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6" name="object 4266"/>
            <p:cNvSpPr/>
            <p:nvPr/>
          </p:nvSpPr>
          <p:spPr>
            <a:xfrm>
              <a:off x="2633624" y="5355212"/>
              <a:ext cx="3810" cy="434340"/>
            </a:xfrm>
            <a:custGeom>
              <a:avLst/>
              <a:gdLst/>
              <a:ahLst/>
              <a:cxnLst/>
              <a:rect l="l" t="t" r="r" b="b"/>
              <a:pathLst>
                <a:path w="3810" h="434339">
                  <a:moveTo>
                    <a:pt x="0" y="434340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3809" y="434340"/>
                  </a:lnTo>
                  <a:lnTo>
                    <a:pt x="0" y="4343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7" name="object 4267"/>
            <p:cNvSpPr/>
            <p:nvPr/>
          </p:nvSpPr>
          <p:spPr>
            <a:xfrm>
              <a:off x="2633624" y="5355212"/>
              <a:ext cx="3810" cy="434340"/>
            </a:xfrm>
            <a:custGeom>
              <a:avLst/>
              <a:gdLst/>
              <a:ahLst/>
              <a:cxnLst/>
              <a:rect l="l" t="t" r="r" b="b"/>
              <a:pathLst>
                <a:path w="3810" h="434339">
                  <a:moveTo>
                    <a:pt x="0" y="434340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3809" y="434340"/>
                  </a:lnTo>
                  <a:lnTo>
                    <a:pt x="0" y="43434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8" name="object 4268"/>
            <p:cNvSpPr/>
            <p:nvPr/>
          </p:nvSpPr>
          <p:spPr>
            <a:xfrm>
              <a:off x="3049676" y="554723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9" name="object 4269"/>
            <p:cNvSpPr/>
            <p:nvPr/>
          </p:nvSpPr>
          <p:spPr>
            <a:xfrm>
              <a:off x="3049676" y="554723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0" name="object 4270"/>
            <p:cNvSpPr/>
            <p:nvPr/>
          </p:nvSpPr>
          <p:spPr>
            <a:xfrm>
              <a:off x="3049676" y="579336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1" name="object 4271"/>
            <p:cNvSpPr/>
            <p:nvPr/>
          </p:nvSpPr>
          <p:spPr>
            <a:xfrm>
              <a:off x="3049676" y="579336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2" name="object 4272"/>
            <p:cNvSpPr/>
            <p:nvPr/>
          </p:nvSpPr>
          <p:spPr>
            <a:xfrm>
              <a:off x="3049676" y="5547236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10" h="246379">
                  <a:moveTo>
                    <a:pt x="0" y="246126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246126"/>
                  </a:lnTo>
                  <a:lnTo>
                    <a:pt x="0" y="2461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3" name="object 4273"/>
            <p:cNvSpPr/>
            <p:nvPr/>
          </p:nvSpPr>
          <p:spPr>
            <a:xfrm>
              <a:off x="3049676" y="5547236"/>
              <a:ext cx="3810" cy="246379"/>
            </a:xfrm>
            <a:custGeom>
              <a:avLst/>
              <a:gdLst/>
              <a:ahLst/>
              <a:cxnLst/>
              <a:rect l="l" t="t" r="r" b="b"/>
              <a:pathLst>
                <a:path w="3810" h="246379">
                  <a:moveTo>
                    <a:pt x="0" y="246126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246126"/>
                  </a:lnTo>
                  <a:lnTo>
                    <a:pt x="0" y="24612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4" name="object 4274"/>
            <p:cNvSpPr/>
            <p:nvPr/>
          </p:nvSpPr>
          <p:spPr>
            <a:xfrm>
              <a:off x="2997860" y="535292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5" name="object 4275"/>
            <p:cNvSpPr/>
            <p:nvPr/>
          </p:nvSpPr>
          <p:spPr>
            <a:xfrm>
              <a:off x="2997860" y="535292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6" name="object 4276"/>
            <p:cNvSpPr/>
            <p:nvPr/>
          </p:nvSpPr>
          <p:spPr>
            <a:xfrm>
              <a:off x="2997860" y="578955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7" name="object 4277"/>
            <p:cNvSpPr/>
            <p:nvPr/>
          </p:nvSpPr>
          <p:spPr>
            <a:xfrm>
              <a:off x="2997860" y="578955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8" name="object 4278"/>
            <p:cNvSpPr/>
            <p:nvPr/>
          </p:nvSpPr>
          <p:spPr>
            <a:xfrm>
              <a:off x="2997860" y="5352926"/>
              <a:ext cx="3810" cy="436880"/>
            </a:xfrm>
            <a:custGeom>
              <a:avLst/>
              <a:gdLst/>
              <a:ahLst/>
              <a:cxnLst/>
              <a:rect l="l" t="t" r="r" b="b"/>
              <a:pathLst>
                <a:path w="3810" h="436879">
                  <a:moveTo>
                    <a:pt x="0" y="436626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36626"/>
                  </a:lnTo>
                  <a:lnTo>
                    <a:pt x="0" y="4366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9" name="object 4279"/>
            <p:cNvSpPr/>
            <p:nvPr/>
          </p:nvSpPr>
          <p:spPr>
            <a:xfrm>
              <a:off x="2997860" y="5352926"/>
              <a:ext cx="3810" cy="436880"/>
            </a:xfrm>
            <a:custGeom>
              <a:avLst/>
              <a:gdLst/>
              <a:ahLst/>
              <a:cxnLst/>
              <a:rect l="l" t="t" r="r" b="b"/>
              <a:pathLst>
                <a:path w="3810" h="436879">
                  <a:moveTo>
                    <a:pt x="0" y="436626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36626"/>
                  </a:lnTo>
                  <a:lnTo>
                    <a:pt x="0" y="43662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0" name="object 4280"/>
            <p:cNvSpPr/>
            <p:nvPr/>
          </p:nvSpPr>
          <p:spPr>
            <a:xfrm>
              <a:off x="1650644" y="2024510"/>
              <a:ext cx="332740" cy="426084"/>
            </a:xfrm>
            <a:custGeom>
              <a:avLst/>
              <a:gdLst/>
              <a:ahLst/>
              <a:cxnLst/>
              <a:rect l="l" t="t" r="r" b="b"/>
              <a:pathLst>
                <a:path w="332739" h="426085">
                  <a:moveTo>
                    <a:pt x="332231" y="425957"/>
                  </a:moveTo>
                  <a:lnTo>
                    <a:pt x="332231" y="0"/>
                  </a:lnTo>
                  <a:lnTo>
                    <a:pt x="0" y="0"/>
                  </a:lnTo>
                  <a:lnTo>
                    <a:pt x="0" y="425957"/>
                  </a:lnTo>
                  <a:lnTo>
                    <a:pt x="332231" y="42595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1" name="object 4281"/>
            <p:cNvSpPr/>
            <p:nvPr/>
          </p:nvSpPr>
          <p:spPr>
            <a:xfrm>
              <a:off x="1650644" y="2024510"/>
              <a:ext cx="332740" cy="426084"/>
            </a:xfrm>
            <a:custGeom>
              <a:avLst/>
              <a:gdLst/>
              <a:ahLst/>
              <a:cxnLst/>
              <a:rect l="l" t="t" r="r" b="b"/>
              <a:pathLst>
                <a:path w="332739" h="426085">
                  <a:moveTo>
                    <a:pt x="0" y="0"/>
                  </a:moveTo>
                  <a:lnTo>
                    <a:pt x="0" y="425957"/>
                  </a:lnTo>
                  <a:lnTo>
                    <a:pt x="332231" y="425957"/>
                  </a:lnTo>
                  <a:lnTo>
                    <a:pt x="33223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2" name="object 4282"/>
            <p:cNvSpPr/>
            <p:nvPr/>
          </p:nvSpPr>
          <p:spPr>
            <a:xfrm>
              <a:off x="1575968" y="2072516"/>
              <a:ext cx="332740" cy="426084"/>
            </a:xfrm>
            <a:custGeom>
              <a:avLst/>
              <a:gdLst/>
              <a:ahLst/>
              <a:cxnLst/>
              <a:rect l="l" t="t" r="r" b="b"/>
              <a:pathLst>
                <a:path w="332739" h="426085">
                  <a:moveTo>
                    <a:pt x="332231" y="425957"/>
                  </a:moveTo>
                  <a:lnTo>
                    <a:pt x="332231" y="0"/>
                  </a:lnTo>
                  <a:lnTo>
                    <a:pt x="0" y="0"/>
                  </a:lnTo>
                  <a:lnTo>
                    <a:pt x="0" y="425957"/>
                  </a:lnTo>
                  <a:lnTo>
                    <a:pt x="332231" y="42595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3" name="object 4283"/>
            <p:cNvSpPr/>
            <p:nvPr/>
          </p:nvSpPr>
          <p:spPr>
            <a:xfrm>
              <a:off x="1575968" y="2072516"/>
              <a:ext cx="332740" cy="426084"/>
            </a:xfrm>
            <a:custGeom>
              <a:avLst/>
              <a:gdLst/>
              <a:ahLst/>
              <a:cxnLst/>
              <a:rect l="l" t="t" r="r" b="b"/>
              <a:pathLst>
                <a:path w="332739" h="426085">
                  <a:moveTo>
                    <a:pt x="0" y="0"/>
                  </a:moveTo>
                  <a:lnTo>
                    <a:pt x="0" y="425957"/>
                  </a:lnTo>
                  <a:lnTo>
                    <a:pt x="332231" y="425957"/>
                  </a:lnTo>
                  <a:lnTo>
                    <a:pt x="33223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4" name="object 4284"/>
            <p:cNvSpPr/>
            <p:nvPr/>
          </p:nvSpPr>
          <p:spPr>
            <a:xfrm>
              <a:off x="1510436" y="2126618"/>
              <a:ext cx="331470" cy="426084"/>
            </a:xfrm>
            <a:custGeom>
              <a:avLst/>
              <a:gdLst/>
              <a:ahLst/>
              <a:cxnLst/>
              <a:rect l="l" t="t" r="r" b="b"/>
              <a:pathLst>
                <a:path w="331469" h="426085">
                  <a:moveTo>
                    <a:pt x="331469" y="425957"/>
                  </a:moveTo>
                  <a:lnTo>
                    <a:pt x="331469" y="0"/>
                  </a:lnTo>
                  <a:lnTo>
                    <a:pt x="0" y="0"/>
                  </a:lnTo>
                  <a:lnTo>
                    <a:pt x="0" y="425957"/>
                  </a:lnTo>
                  <a:lnTo>
                    <a:pt x="331469" y="42595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5" name="object 4285"/>
            <p:cNvSpPr/>
            <p:nvPr/>
          </p:nvSpPr>
          <p:spPr>
            <a:xfrm>
              <a:off x="1510436" y="2126618"/>
              <a:ext cx="331470" cy="426084"/>
            </a:xfrm>
            <a:custGeom>
              <a:avLst/>
              <a:gdLst/>
              <a:ahLst/>
              <a:cxnLst/>
              <a:rect l="l" t="t" r="r" b="b"/>
              <a:pathLst>
                <a:path w="331469" h="426085">
                  <a:moveTo>
                    <a:pt x="0" y="0"/>
                  </a:moveTo>
                  <a:lnTo>
                    <a:pt x="0" y="425957"/>
                  </a:lnTo>
                  <a:lnTo>
                    <a:pt x="331469" y="425957"/>
                  </a:lnTo>
                  <a:lnTo>
                    <a:pt x="331469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6" name="object 4286"/>
            <p:cNvSpPr/>
            <p:nvPr/>
          </p:nvSpPr>
          <p:spPr>
            <a:xfrm>
              <a:off x="1432712" y="2179958"/>
              <a:ext cx="332740" cy="426084"/>
            </a:xfrm>
            <a:custGeom>
              <a:avLst/>
              <a:gdLst/>
              <a:ahLst/>
              <a:cxnLst/>
              <a:rect l="l" t="t" r="r" b="b"/>
              <a:pathLst>
                <a:path w="332739" h="426085">
                  <a:moveTo>
                    <a:pt x="332232" y="425957"/>
                  </a:moveTo>
                  <a:lnTo>
                    <a:pt x="332231" y="0"/>
                  </a:lnTo>
                  <a:lnTo>
                    <a:pt x="0" y="0"/>
                  </a:lnTo>
                  <a:lnTo>
                    <a:pt x="0" y="425957"/>
                  </a:lnTo>
                  <a:lnTo>
                    <a:pt x="332232" y="42595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7" name="object 4287"/>
            <p:cNvSpPr/>
            <p:nvPr/>
          </p:nvSpPr>
          <p:spPr>
            <a:xfrm>
              <a:off x="1432712" y="2179958"/>
              <a:ext cx="332740" cy="426084"/>
            </a:xfrm>
            <a:custGeom>
              <a:avLst/>
              <a:gdLst/>
              <a:ahLst/>
              <a:cxnLst/>
              <a:rect l="l" t="t" r="r" b="b"/>
              <a:pathLst>
                <a:path w="332739" h="426085">
                  <a:moveTo>
                    <a:pt x="0" y="0"/>
                  </a:moveTo>
                  <a:lnTo>
                    <a:pt x="0" y="425957"/>
                  </a:lnTo>
                  <a:lnTo>
                    <a:pt x="332232" y="425957"/>
                  </a:lnTo>
                  <a:lnTo>
                    <a:pt x="33223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8" name="object 4288"/>
            <p:cNvSpPr/>
            <p:nvPr/>
          </p:nvSpPr>
          <p:spPr>
            <a:xfrm>
              <a:off x="1496707" y="2339228"/>
              <a:ext cx="199390" cy="53340"/>
            </a:xfrm>
            <a:custGeom>
              <a:avLst/>
              <a:gdLst/>
              <a:ahLst/>
              <a:cxnLst/>
              <a:rect l="l" t="t" r="r" b="b"/>
              <a:pathLst>
                <a:path w="199389" h="53339">
                  <a:moveTo>
                    <a:pt x="53340" y="53340"/>
                  </a:moveTo>
                  <a:lnTo>
                    <a:pt x="47244" y="39624"/>
                  </a:lnTo>
                  <a:lnTo>
                    <a:pt x="33528" y="3962"/>
                  </a:lnTo>
                  <a:lnTo>
                    <a:pt x="33528" y="32004"/>
                  </a:lnTo>
                  <a:lnTo>
                    <a:pt x="19050" y="32004"/>
                  </a:lnTo>
                  <a:lnTo>
                    <a:pt x="21336" y="27432"/>
                  </a:lnTo>
                  <a:lnTo>
                    <a:pt x="24384" y="17526"/>
                  </a:lnTo>
                  <a:lnTo>
                    <a:pt x="26670" y="12954"/>
                  </a:lnTo>
                  <a:lnTo>
                    <a:pt x="28194" y="17526"/>
                  </a:lnTo>
                  <a:lnTo>
                    <a:pt x="31242" y="27432"/>
                  </a:lnTo>
                  <a:lnTo>
                    <a:pt x="33528" y="32004"/>
                  </a:lnTo>
                  <a:lnTo>
                    <a:pt x="33528" y="3962"/>
                  </a:lnTo>
                  <a:lnTo>
                    <a:pt x="32004" y="0"/>
                  </a:lnTo>
                  <a:lnTo>
                    <a:pt x="20574" y="0"/>
                  </a:lnTo>
                  <a:lnTo>
                    <a:pt x="0" y="53340"/>
                  </a:lnTo>
                  <a:lnTo>
                    <a:pt x="11430" y="53340"/>
                  </a:lnTo>
                  <a:lnTo>
                    <a:pt x="12192" y="50292"/>
                  </a:lnTo>
                  <a:lnTo>
                    <a:pt x="14478" y="44196"/>
                  </a:lnTo>
                  <a:lnTo>
                    <a:pt x="16002" y="41148"/>
                  </a:lnTo>
                  <a:lnTo>
                    <a:pt x="19050" y="41148"/>
                  </a:lnTo>
                  <a:lnTo>
                    <a:pt x="33528" y="41148"/>
                  </a:lnTo>
                  <a:lnTo>
                    <a:pt x="36576" y="41148"/>
                  </a:lnTo>
                  <a:lnTo>
                    <a:pt x="38100" y="44196"/>
                  </a:lnTo>
                  <a:lnTo>
                    <a:pt x="40386" y="50292"/>
                  </a:lnTo>
                  <a:lnTo>
                    <a:pt x="41148" y="53340"/>
                  </a:lnTo>
                  <a:lnTo>
                    <a:pt x="53340" y="53340"/>
                  </a:lnTo>
                  <a:close/>
                </a:path>
                <a:path w="199389" h="53339">
                  <a:moveTo>
                    <a:pt x="98298" y="53340"/>
                  </a:moveTo>
                  <a:lnTo>
                    <a:pt x="85344" y="30480"/>
                  </a:lnTo>
                  <a:lnTo>
                    <a:pt x="80010" y="25908"/>
                  </a:lnTo>
                  <a:lnTo>
                    <a:pt x="82296" y="24384"/>
                  </a:lnTo>
                  <a:lnTo>
                    <a:pt x="87630" y="13716"/>
                  </a:lnTo>
                  <a:lnTo>
                    <a:pt x="91440" y="8382"/>
                  </a:lnTo>
                  <a:lnTo>
                    <a:pt x="97536" y="7620"/>
                  </a:lnTo>
                  <a:lnTo>
                    <a:pt x="97536" y="0"/>
                  </a:lnTo>
                  <a:lnTo>
                    <a:pt x="89154" y="762"/>
                  </a:lnTo>
                  <a:lnTo>
                    <a:pt x="83820" y="3810"/>
                  </a:lnTo>
                  <a:lnTo>
                    <a:pt x="75438" y="19812"/>
                  </a:lnTo>
                  <a:lnTo>
                    <a:pt x="69342" y="22860"/>
                  </a:lnTo>
                  <a:lnTo>
                    <a:pt x="69342" y="0"/>
                  </a:lnTo>
                  <a:lnTo>
                    <a:pt x="58674" y="0"/>
                  </a:lnTo>
                  <a:lnTo>
                    <a:pt x="58674" y="53340"/>
                  </a:lnTo>
                  <a:lnTo>
                    <a:pt x="69342" y="53340"/>
                  </a:lnTo>
                  <a:lnTo>
                    <a:pt x="69342" y="30480"/>
                  </a:lnTo>
                  <a:lnTo>
                    <a:pt x="71628" y="30480"/>
                  </a:lnTo>
                  <a:lnTo>
                    <a:pt x="75438" y="32766"/>
                  </a:lnTo>
                  <a:lnTo>
                    <a:pt x="85344" y="53340"/>
                  </a:lnTo>
                  <a:lnTo>
                    <a:pt x="98298" y="53340"/>
                  </a:lnTo>
                  <a:close/>
                </a:path>
                <a:path w="199389" h="53339">
                  <a:moveTo>
                    <a:pt x="145542" y="0"/>
                  </a:moveTo>
                  <a:lnTo>
                    <a:pt x="134874" y="0"/>
                  </a:lnTo>
                  <a:lnTo>
                    <a:pt x="134874" y="21336"/>
                  </a:lnTo>
                  <a:lnTo>
                    <a:pt x="114300" y="21336"/>
                  </a:lnTo>
                  <a:lnTo>
                    <a:pt x="114300" y="0"/>
                  </a:lnTo>
                  <a:lnTo>
                    <a:pt x="103632" y="0"/>
                  </a:lnTo>
                  <a:lnTo>
                    <a:pt x="103632" y="53340"/>
                  </a:lnTo>
                  <a:lnTo>
                    <a:pt x="114300" y="53340"/>
                  </a:lnTo>
                  <a:lnTo>
                    <a:pt x="114300" y="30480"/>
                  </a:lnTo>
                  <a:lnTo>
                    <a:pt x="134874" y="30480"/>
                  </a:lnTo>
                  <a:lnTo>
                    <a:pt x="134874" y="53340"/>
                  </a:lnTo>
                  <a:lnTo>
                    <a:pt x="145542" y="53340"/>
                  </a:lnTo>
                  <a:lnTo>
                    <a:pt x="145542" y="0"/>
                  </a:lnTo>
                  <a:close/>
                </a:path>
                <a:path w="199389" h="53339">
                  <a:moveTo>
                    <a:pt x="198882" y="0"/>
                  </a:moveTo>
                  <a:lnTo>
                    <a:pt x="156972" y="0"/>
                  </a:lnTo>
                  <a:lnTo>
                    <a:pt x="156972" y="53340"/>
                  </a:lnTo>
                  <a:lnTo>
                    <a:pt x="167640" y="53340"/>
                  </a:lnTo>
                  <a:lnTo>
                    <a:pt x="167640" y="9144"/>
                  </a:lnTo>
                  <a:lnTo>
                    <a:pt x="188214" y="9144"/>
                  </a:lnTo>
                  <a:lnTo>
                    <a:pt x="188214" y="53340"/>
                  </a:lnTo>
                  <a:lnTo>
                    <a:pt x="198882" y="53340"/>
                  </a:lnTo>
                  <a:lnTo>
                    <a:pt x="1988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9" name="object 4289"/>
            <p:cNvSpPr/>
            <p:nvPr/>
          </p:nvSpPr>
          <p:spPr>
            <a:xfrm>
              <a:off x="3774338" y="2036702"/>
              <a:ext cx="332740" cy="426084"/>
            </a:xfrm>
            <a:custGeom>
              <a:avLst/>
              <a:gdLst/>
              <a:ahLst/>
              <a:cxnLst/>
              <a:rect l="l" t="t" r="r" b="b"/>
              <a:pathLst>
                <a:path w="332739" h="426085">
                  <a:moveTo>
                    <a:pt x="0" y="0"/>
                  </a:moveTo>
                  <a:lnTo>
                    <a:pt x="0" y="425958"/>
                  </a:lnTo>
                  <a:lnTo>
                    <a:pt x="332232" y="425958"/>
                  </a:lnTo>
                  <a:lnTo>
                    <a:pt x="332232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0" name="object 4290"/>
            <p:cNvSpPr/>
            <p:nvPr/>
          </p:nvSpPr>
          <p:spPr>
            <a:xfrm>
              <a:off x="3699662" y="2085470"/>
              <a:ext cx="331470" cy="426084"/>
            </a:xfrm>
            <a:custGeom>
              <a:avLst/>
              <a:gdLst/>
              <a:ahLst/>
              <a:cxnLst/>
              <a:rect l="l" t="t" r="r" b="b"/>
              <a:pathLst>
                <a:path w="331470" h="426085">
                  <a:moveTo>
                    <a:pt x="331470" y="425957"/>
                  </a:moveTo>
                  <a:lnTo>
                    <a:pt x="331470" y="0"/>
                  </a:lnTo>
                  <a:lnTo>
                    <a:pt x="0" y="0"/>
                  </a:lnTo>
                  <a:lnTo>
                    <a:pt x="0" y="425957"/>
                  </a:lnTo>
                  <a:lnTo>
                    <a:pt x="331470" y="42595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1" name="object 4291"/>
            <p:cNvSpPr/>
            <p:nvPr/>
          </p:nvSpPr>
          <p:spPr>
            <a:xfrm>
              <a:off x="3699662" y="2085470"/>
              <a:ext cx="331470" cy="426084"/>
            </a:xfrm>
            <a:custGeom>
              <a:avLst/>
              <a:gdLst/>
              <a:ahLst/>
              <a:cxnLst/>
              <a:rect l="l" t="t" r="r" b="b"/>
              <a:pathLst>
                <a:path w="331470" h="426085">
                  <a:moveTo>
                    <a:pt x="0" y="0"/>
                  </a:moveTo>
                  <a:lnTo>
                    <a:pt x="0" y="425957"/>
                  </a:lnTo>
                  <a:lnTo>
                    <a:pt x="331470" y="425957"/>
                  </a:lnTo>
                  <a:lnTo>
                    <a:pt x="33147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2" name="object 4292"/>
            <p:cNvSpPr/>
            <p:nvPr/>
          </p:nvSpPr>
          <p:spPr>
            <a:xfrm>
              <a:off x="3634130" y="2138810"/>
              <a:ext cx="332740" cy="426084"/>
            </a:xfrm>
            <a:custGeom>
              <a:avLst/>
              <a:gdLst/>
              <a:ahLst/>
              <a:cxnLst/>
              <a:rect l="l" t="t" r="r" b="b"/>
              <a:pathLst>
                <a:path w="332739" h="426085">
                  <a:moveTo>
                    <a:pt x="332232" y="425957"/>
                  </a:moveTo>
                  <a:lnTo>
                    <a:pt x="332232" y="0"/>
                  </a:lnTo>
                  <a:lnTo>
                    <a:pt x="0" y="0"/>
                  </a:lnTo>
                  <a:lnTo>
                    <a:pt x="0" y="425957"/>
                  </a:lnTo>
                  <a:lnTo>
                    <a:pt x="332232" y="42595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3" name="object 4293"/>
            <p:cNvSpPr/>
            <p:nvPr/>
          </p:nvSpPr>
          <p:spPr>
            <a:xfrm>
              <a:off x="3634130" y="2138810"/>
              <a:ext cx="332740" cy="426084"/>
            </a:xfrm>
            <a:custGeom>
              <a:avLst/>
              <a:gdLst/>
              <a:ahLst/>
              <a:cxnLst/>
              <a:rect l="l" t="t" r="r" b="b"/>
              <a:pathLst>
                <a:path w="332739" h="426085">
                  <a:moveTo>
                    <a:pt x="0" y="0"/>
                  </a:moveTo>
                  <a:lnTo>
                    <a:pt x="0" y="425957"/>
                  </a:lnTo>
                  <a:lnTo>
                    <a:pt x="332232" y="425957"/>
                  </a:lnTo>
                  <a:lnTo>
                    <a:pt x="332232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4" name="object 4294"/>
            <p:cNvSpPr/>
            <p:nvPr/>
          </p:nvSpPr>
          <p:spPr>
            <a:xfrm>
              <a:off x="3556406" y="2192150"/>
              <a:ext cx="332740" cy="426084"/>
            </a:xfrm>
            <a:custGeom>
              <a:avLst/>
              <a:gdLst/>
              <a:ahLst/>
              <a:cxnLst/>
              <a:rect l="l" t="t" r="r" b="b"/>
              <a:pathLst>
                <a:path w="332739" h="426085">
                  <a:moveTo>
                    <a:pt x="332232" y="425957"/>
                  </a:moveTo>
                  <a:lnTo>
                    <a:pt x="332232" y="0"/>
                  </a:lnTo>
                  <a:lnTo>
                    <a:pt x="0" y="0"/>
                  </a:lnTo>
                  <a:lnTo>
                    <a:pt x="0" y="425957"/>
                  </a:lnTo>
                  <a:lnTo>
                    <a:pt x="332232" y="42595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5" name="object 4295"/>
            <p:cNvSpPr/>
            <p:nvPr/>
          </p:nvSpPr>
          <p:spPr>
            <a:xfrm>
              <a:off x="3556406" y="2192150"/>
              <a:ext cx="332740" cy="426084"/>
            </a:xfrm>
            <a:custGeom>
              <a:avLst/>
              <a:gdLst/>
              <a:ahLst/>
              <a:cxnLst/>
              <a:rect l="l" t="t" r="r" b="b"/>
              <a:pathLst>
                <a:path w="332739" h="426085">
                  <a:moveTo>
                    <a:pt x="0" y="0"/>
                  </a:moveTo>
                  <a:lnTo>
                    <a:pt x="0" y="425957"/>
                  </a:lnTo>
                  <a:lnTo>
                    <a:pt x="332232" y="425957"/>
                  </a:lnTo>
                  <a:lnTo>
                    <a:pt x="332232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96" name="object 4296"/>
            <p:cNvPicPr/>
            <p:nvPr/>
          </p:nvPicPr>
          <p:blipFill>
            <a:blip r:embed="rId247" cstate="print"/>
            <a:stretch>
              <a:fillRect/>
            </a:stretch>
          </p:blipFill>
          <p:spPr>
            <a:xfrm>
              <a:off x="3624224" y="2317118"/>
              <a:ext cx="190500" cy="64769"/>
            </a:xfrm>
            <a:prstGeom prst="rect">
              <a:avLst/>
            </a:prstGeom>
          </p:spPr>
        </p:pic>
        <p:sp>
          <p:nvSpPr>
            <p:cNvPr id="4297" name="object 4297"/>
            <p:cNvSpPr/>
            <p:nvPr/>
          </p:nvSpPr>
          <p:spPr>
            <a:xfrm>
              <a:off x="2738018" y="2040512"/>
              <a:ext cx="332740" cy="426084"/>
            </a:xfrm>
            <a:custGeom>
              <a:avLst/>
              <a:gdLst/>
              <a:ahLst/>
              <a:cxnLst/>
              <a:rect l="l" t="t" r="r" b="b"/>
              <a:pathLst>
                <a:path w="332739" h="426085">
                  <a:moveTo>
                    <a:pt x="0" y="0"/>
                  </a:moveTo>
                  <a:lnTo>
                    <a:pt x="0" y="425957"/>
                  </a:lnTo>
                  <a:lnTo>
                    <a:pt x="332232" y="425957"/>
                  </a:lnTo>
                  <a:lnTo>
                    <a:pt x="332232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8" name="object 4298"/>
            <p:cNvSpPr/>
            <p:nvPr/>
          </p:nvSpPr>
          <p:spPr>
            <a:xfrm>
              <a:off x="2663342" y="2088518"/>
              <a:ext cx="332740" cy="426084"/>
            </a:xfrm>
            <a:custGeom>
              <a:avLst/>
              <a:gdLst/>
              <a:ahLst/>
              <a:cxnLst/>
              <a:rect l="l" t="t" r="r" b="b"/>
              <a:pathLst>
                <a:path w="332739" h="426085">
                  <a:moveTo>
                    <a:pt x="332232" y="425957"/>
                  </a:moveTo>
                  <a:lnTo>
                    <a:pt x="332232" y="0"/>
                  </a:lnTo>
                  <a:lnTo>
                    <a:pt x="0" y="0"/>
                  </a:lnTo>
                  <a:lnTo>
                    <a:pt x="0" y="425957"/>
                  </a:lnTo>
                  <a:lnTo>
                    <a:pt x="332232" y="42595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9" name="object 4299"/>
            <p:cNvSpPr/>
            <p:nvPr/>
          </p:nvSpPr>
          <p:spPr>
            <a:xfrm>
              <a:off x="2663342" y="2088518"/>
              <a:ext cx="332740" cy="426084"/>
            </a:xfrm>
            <a:custGeom>
              <a:avLst/>
              <a:gdLst/>
              <a:ahLst/>
              <a:cxnLst/>
              <a:rect l="l" t="t" r="r" b="b"/>
              <a:pathLst>
                <a:path w="332739" h="426085">
                  <a:moveTo>
                    <a:pt x="0" y="0"/>
                  </a:moveTo>
                  <a:lnTo>
                    <a:pt x="0" y="425957"/>
                  </a:lnTo>
                  <a:lnTo>
                    <a:pt x="332232" y="425957"/>
                  </a:lnTo>
                  <a:lnTo>
                    <a:pt x="332232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0" name="object 4300"/>
            <p:cNvSpPr/>
            <p:nvPr/>
          </p:nvSpPr>
          <p:spPr>
            <a:xfrm>
              <a:off x="2597810" y="2142620"/>
              <a:ext cx="332740" cy="426084"/>
            </a:xfrm>
            <a:custGeom>
              <a:avLst/>
              <a:gdLst/>
              <a:ahLst/>
              <a:cxnLst/>
              <a:rect l="l" t="t" r="r" b="b"/>
              <a:pathLst>
                <a:path w="332739" h="426085">
                  <a:moveTo>
                    <a:pt x="332232" y="425957"/>
                  </a:moveTo>
                  <a:lnTo>
                    <a:pt x="332232" y="0"/>
                  </a:lnTo>
                  <a:lnTo>
                    <a:pt x="0" y="0"/>
                  </a:lnTo>
                  <a:lnTo>
                    <a:pt x="0" y="425957"/>
                  </a:lnTo>
                  <a:lnTo>
                    <a:pt x="332232" y="42595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1" name="object 4301"/>
            <p:cNvSpPr/>
            <p:nvPr/>
          </p:nvSpPr>
          <p:spPr>
            <a:xfrm>
              <a:off x="2597810" y="2142620"/>
              <a:ext cx="332740" cy="426084"/>
            </a:xfrm>
            <a:custGeom>
              <a:avLst/>
              <a:gdLst/>
              <a:ahLst/>
              <a:cxnLst/>
              <a:rect l="l" t="t" r="r" b="b"/>
              <a:pathLst>
                <a:path w="332739" h="426085">
                  <a:moveTo>
                    <a:pt x="0" y="0"/>
                  </a:moveTo>
                  <a:lnTo>
                    <a:pt x="0" y="425957"/>
                  </a:lnTo>
                  <a:lnTo>
                    <a:pt x="332232" y="425957"/>
                  </a:lnTo>
                  <a:lnTo>
                    <a:pt x="332232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2" name="object 4302"/>
            <p:cNvSpPr/>
            <p:nvPr/>
          </p:nvSpPr>
          <p:spPr>
            <a:xfrm>
              <a:off x="2520086" y="2195960"/>
              <a:ext cx="332740" cy="426084"/>
            </a:xfrm>
            <a:custGeom>
              <a:avLst/>
              <a:gdLst/>
              <a:ahLst/>
              <a:cxnLst/>
              <a:rect l="l" t="t" r="r" b="b"/>
              <a:pathLst>
                <a:path w="332739" h="426085">
                  <a:moveTo>
                    <a:pt x="332232" y="425957"/>
                  </a:moveTo>
                  <a:lnTo>
                    <a:pt x="332232" y="0"/>
                  </a:lnTo>
                  <a:lnTo>
                    <a:pt x="0" y="0"/>
                  </a:lnTo>
                  <a:lnTo>
                    <a:pt x="0" y="425957"/>
                  </a:lnTo>
                  <a:lnTo>
                    <a:pt x="332232" y="42595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3" name="object 4303"/>
            <p:cNvSpPr/>
            <p:nvPr/>
          </p:nvSpPr>
          <p:spPr>
            <a:xfrm>
              <a:off x="2520086" y="2195960"/>
              <a:ext cx="332740" cy="426084"/>
            </a:xfrm>
            <a:custGeom>
              <a:avLst/>
              <a:gdLst/>
              <a:ahLst/>
              <a:cxnLst/>
              <a:rect l="l" t="t" r="r" b="b"/>
              <a:pathLst>
                <a:path w="332739" h="426085">
                  <a:moveTo>
                    <a:pt x="0" y="0"/>
                  </a:moveTo>
                  <a:lnTo>
                    <a:pt x="0" y="425957"/>
                  </a:lnTo>
                  <a:lnTo>
                    <a:pt x="332232" y="425957"/>
                  </a:lnTo>
                  <a:lnTo>
                    <a:pt x="332232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4" name="object 4304"/>
            <p:cNvSpPr/>
            <p:nvPr/>
          </p:nvSpPr>
          <p:spPr>
            <a:xfrm>
              <a:off x="2583319" y="2355992"/>
              <a:ext cx="197485" cy="55244"/>
            </a:xfrm>
            <a:custGeom>
              <a:avLst/>
              <a:gdLst/>
              <a:ahLst/>
              <a:cxnLst/>
              <a:rect l="l" t="t" r="r" b="b"/>
              <a:pathLst>
                <a:path w="197485" h="55244">
                  <a:moveTo>
                    <a:pt x="45720" y="37338"/>
                  </a:moveTo>
                  <a:lnTo>
                    <a:pt x="35052" y="34290"/>
                  </a:lnTo>
                  <a:lnTo>
                    <a:pt x="31242" y="43434"/>
                  </a:lnTo>
                  <a:lnTo>
                    <a:pt x="23622" y="45720"/>
                  </a:lnTo>
                  <a:lnTo>
                    <a:pt x="18288" y="44958"/>
                  </a:lnTo>
                  <a:lnTo>
                    <a:pt x="12192" y="38862"/>
                  </a:lnTo>
                  <a:lnTo>
                    <a:pt x="10668" y="32004"/>
                  </a:lnTo>
                  <a:lnTo>
                    <a:pt x="11430" y="19050"/>
                  </a:lnTo>
                  <a:lnTo>
                    <a:pt x="14478" y="13716"/>
                  </a:lnTo>
                  <a:lnTo>
                    <a:pt x="21336" y="9906"/>
                  </a:lnTo>
                  <a:lnTo>
                    <a:pt x="27432" y="10668"/>
                  </a:lnTo>
                  <a:lnTo>
                    <a:pt x="33528" y="14478"/>
                  </a:lnTo>
                  <a:lnTo>
                    <a:pt x="35052" y="18288"/>
                  </a:lnTo>
                  <a:lnTo>
                    <a:pt x="44958" y="15240"/>
                  </a:lnTo>
                  <a:lnTo>
                    <a:pt x="42672" y="10668"/>
                  </a:lnTo>
                  <a:lnTo>
                    <a:pt x="36576" y="3810"/>
                  </a:lnTo>
                  <a:lnTo>
                    <a:pt x="28956" y="762"/>
                  </a:lnTo>
                  <a:lnTo>
                    <a:pt x="19050" y="762"/>
                  </a:lnTo>
                  <a:lnTo>
                    <a:pt x="9906" y="4572"/>
                  </a:lnTo>
                  <a:lnTo>
                    <a:pt x="3048" y="12192"/>
                  </a:lnTo>
                  <a:lnTo>
                    <a:pt x="0" y="22098"/>
                  </a:lnTo>
                  <a:lnTo>
                    <a:pt x="0" y="34290"/>
                  </a:lnTo>
                  <a:lnTo>
                    <a:pt x="1524" y="38862"/>
                  </a:lnTo>
                  <a:lnTo>
                    <a:pt x="6096" y="48006"/>
                  </a:lnTo>
                  <a:lnTo>
                    <a:pt x="13716" y="53340"/>
                  </a:lnTo>
                  <a:lnTo>
                    <a:pt x="23622" y="54864"/>
                  </a:lnTo>
                  <a:lnTo>
                    <a:pt x="35052" y="52578"/>
                  </a:lnTo>
                  <a:lnTo>
                    <a:pt x="42672" y="45720"/>
                  </a:lnTo>
                  <a:lnTo>
                    <a:pt x="45720" y="37338"/>
                  </a:lnTo>
                  <a:close/>
                </a:path>
                <a:path w="197485" h="55244">
                  <a:moveTo>
                    <a:pt x="96774" y="1524"/>
                  </a:moveTo>
                  <a:lnTo>
                    <a:pt x="86106" y="1524"/>
                  </a:lnTo>
                  <a:lnTo>
                    <a:pt x="80772" y="10668"/>
                  </a:lnTo>
                  <a:lnTo>
                    <a:pt x="70104" y="27432"/>
                  </a:lnTo>
                  <a:lnTo>
                    <a:pt x="64770" y="36576"/>
                  </a:lnTo>
                  <a:lnTo>
                    <a:pt x="64770" y="1524"/>
                  </a:lnTo>
                  <a:lnTo>
                    <a:pt x="54864" y="1524"/>
                  </a:lnTo>
                  <a:lnTo>
                    <a:pt x="54864" y="54102"/>
                  </a:lnTo>
                  <a:lnTo>
                    <a:pt x="65532" y="54102"/>
                  </a:lnTo>
                  <a:lnTo>
                    <a:pt x="70866" y="44958"/>
                  </a:lnTo>
                  <a:lnTo>
                    <a:pt x="81534" y="28194"/>
                  </a:lnTo>
                  <a:lnTo>
                    <a:pt x="86868" y="19050"/>
                  </a:lnTo>
                  <a:lnTo>
                    <a:pt x="86868" y="54102"/>
                  </a:lnTo>
                  <a:lnTo>
                    <a:pt x="96774" y="54102"/>
                  </a:lnTo>
                  <a:lnTo>
                    <a:pt x="96774" y="1524"/>
                  </a:lnTo>
                  <a:close/>
                </a:path>
                <a:path w="197485" h="55244">
                  <a:moveTo>
                    <a:pt x="155448" y="54102"/>
                  </a:moveTo>
                  <a:lnTo>
                    <a:pt x="150114" y="40386"/>
                  </a:lnTo>
                  <a:lnTo>
                    <a:pt x="139446" y="15240"/>
                  </a:lnTo>
                  <a:lnTo>
                    <a:pt x="135636" y="5448"/>
                  </a:lnTo>
                  <a:lnTo>
                    <a:pt x="135636" y="32766"/>
                  </a:lnTo>
                  <a:lnTo>
                    <a:pt x="121158" y="32766"/>
                  </a:lnTo>
                  <a:lnTo>
                    <a:pt x="122682" y="28194"/>
                  </a:lnTo>
                  <a:lnTo>
                    <a:pt x="126492" y="18288"/>
                  </a:lnTo>
                  <a:lnTo>
                    <a:pt x="128778" y="13716"/>
                  </a:lnTo>
                  <a:lnTo>
                    <a:pt x="130302" y="18288"/>
                  </a:lnTo>
                  <a:lnTo>
                    <a:pt x="134112" y="28194"/>
                  </a:lnTo>
                  <a:lnTo>
                    <a:pt x="135636" y="32766"/>
                  </a:lnTo>
                  <a:lnTo>
                    <a:pt x="135636" y="5448"/>
                  </a:lnTo>
                  <a:lnTo>
                    <a:pt x="134112" y="1524"/>
                  </a:lnTo>
                  <a:lnTo>
                    <a:pt x="122682" y="1524"/>
                  </a:lnTo>
                  <a:lnTo>
                    <a:pt x="107442" y="40386"/>
                  </a:lnTo>
                  <a:lnTo>
                    <a:pt x="102870" y="54102"/>
                  </a:lnTo>
                  <a:lnTo>
                    <a:pt x="113538" y="54102"/>
                  </a:lnTo>
                  <a:lnTo>
                    <a:pt x="114300" y="51054"/>
                  </a:lnTo>
                  <a:lnTo>
                    <a:pt x="116586" y="44958"/>
                  </a:lnTo>
                  <a:lnTo>
                    <a:pt x="118110" y="41910"/>
                  </a:lnTo>
                  <a:lnTo>
                    <a:pt x="121158" y="41910"/>
                  </a:lnTo>
                  <a:lnTo>
                    <a:pt x="135636" y="41910"/>
                  </a:lnTo>
                  <a:lnTo>
                    <a:pt x="138684" y="41910"/>
                  </a:lnTo>
                  <a:lnTo>
                    <a:pt x="140208" y="44958"/>
                  </a:lnTo>
                  <a:lnTo>
                    <a:pt x="142494" y="51054"/>
                  </a:lnTo>
                  <a:lnTo>
                    <a:pt x="143256" y="54102"/>
                  </a:lnTo>
                  <a:lnTo>
                    <a:pt x="155448" y="54102"/>
                  </a:lnTo>
                  <a:close/>
                </a:path>
                <a:path w="197485" h="55244">
                  <a:moveTo>
                    <a:pt x="197358" y="39624"/>
                  </a:moveTo>
                  <a:lnTo>
                    <a:pt x="195072" y="31242"/>
                  </a:lnTo>
                  <a:lnTo>
                    <a:pt x="186690" y="25908"/>
                  </a:lnTo>
                  <a:lnTo>
                    <a:pt x="190500" y="23622"/>
                  </a:lnTo>
                  <a:lnTo>
                    <a:pt x="195072" y="17526"/>
                  </a:lnTo>
                  <a:lnTo>
                    <a:pt x="195834" y="13716"/>
                  </a:lnTo>
                  <a:lnTo>
                    <a:pt x="194310" y="9144"/>
                  </a:lnTo>
                  <a:lnTo>
                    <a:pt x="188214" y="2286"/>
                  </a:lnTo>
                  <a:lnTo>
                    <a:pt x="176784" y="0"/>
                  </a:lnTo>
                  <a:lnTo>
                    <a:pt x="166878" y="2286"/>
                  </a:lnTo>
                  <a:lnTo>
                    <a:pt x="160020" y="7620"/>
                  </a:lnTo>
                  <a:lnTo>
                    <a:pt x="157734" y="12954"/>
                  </a:lnTo>
                  <a:lnTo>
                    <a:pt x="168402" y="15240"/>
                  </a:lnTo>
                  <a:lnTo>
                    <a:pt x="169926" y="12954"/>
                  </a:lnTo>
                  <a:lnTo>
                    <a:pt x="173736" y="9144"/>
                  </a:lnTo>
                  <a:lnTo>
                    <a:pt x="179832" y="9906"/>
                  </a:lnTo>
                  <a:lnTo>
                    <a:pt x="184404" y="12954"/>
                  </a:lnTo>
                  <a:lnTo>
                    <a:pt x="184404" y="19050"/>
                  </a:lnTo>
                  <a:lnTo>
                    <a:pt x="179070" y="23622"/>
                  </a:lnTo>
                  <a:lnTo>
                    <a:pt x="173736" y="23622"/>
                  </a:lnTo>
                  <a:lnTo>
                    <a:pt x="173736" y="32004"/>
                  </a:lnTo>
                  <a:lnTo>
                    <a:pt x="176022" y="32004"/>
                  </a:lnTo>
                  <a:lnTo>
                    <a:pt x="183642" y="33528"/>
                  </a:lnTo>
                  <a:lnTo>
                    <a:pt x="186690" y="38862"/>
                  </a:lnTo>
                  <a:lnTo>
                    <a:pt x="185928" y="41910"/>
                  </a:lnTo>
                  <a:lnTo>
                    <a:pt x="181356" y="45720"/>
                  </a:lnTo>
                  <a:lnTo>
                    <a:pt x="176784" y="46482"/>
                  </a:lnTo>
                  <a:lnTo>
                    <a:pt x="170688" y="44958"/>
                  </a:lnTo>
                  <a:lnTo>
                    <a:pt x="166878" y="38862"/>
                  </a:lnTo>
                  <a:lnTo>
                    <a:pt x="156972" y="41910"/>
                  </a:lnTo>
                  <a:lnTo>
                    <a:pt x="158496" y="45720"/>
                  </a:lnTo>
                  <a:lnTo>
                    <a:pt x="163830" y="52578"/>
                  </a:lnTo>
                  <a:lnTo>
                    <a:pt x="172974" y="54864"/>
                  </a:lnTo>
                  <a:lnTo>
                    <a:pt x="182118" y="54864"/>
                  </a:lnTo>
                  <a:lnTo>
                    <a:pt x="192024" y="51054"/>
                  </a:lnTo>
                  <a:lnTo>
                    <a:pt x="195834" y="45720"/>
                  </a:lnTo>
                  <a:lnTo>
                    <a:pt x="197358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05" name="object 4305"/>
            <p:cNvPicPr/>
            <p:nvPr/>
          </p:nvPicPr>
          <p:blipFill>
            <a:blip r:embed="rId248" cstate="print"/>
            <a:stretch>
              <a:fillRect/>
            </a:stretch>
          </p:blipFill>
          <p:spPr>
            <a:xfrm>
              <a:off x="1849907" y="2456945"/>
              <a:ext cx="116586" cy="210312"/>
            </a:xfrm>
            <a:prstGeom prst="rect">
              <a:avLst/>
            </a:prstGeom>
          </p:spPr>
        </p:pic>
        <p:sp>
          <p:nvSpPr>
            <p:cNvPr id="4306" name="object 4306"/>
            <p:cNvSpPr/>
            <p:nvPr/>
          </p:nvSpPr>
          <p:spPr>
            <a:xfrm>
              <a:off x="1796948" y="271412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7" name="object 4307"/>
            <p:cNvSpPr/>
            <p:nvPr/>
          </p:nvSpPr>
          <p:spPr>
            <a:xfrm>
              <a:off x="1796948" y="271412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8" name="object 4308"/>
            <p:cNvSpPr/>
            <p:nvPr/>
          </p:nvSpPr>
          <p:spPr>
            <a:xfrm>
              <a:off x="1796948" y="255257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9" name="object 4309"/>
            <p:cNvSpPr/>
            <p:nvPr/>
          </p:nvSpPr>
          <p:spPr>
            <a:xfrm>
              <a:off x="1796948" y="255257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0" name="object 4310"/>
            <p:cNvSpPr/>
            <p:nvPr/>
          </p:nvSpPr>
          <p:spPr>
            <a:xfrm>
              <a:off x="1796948" y="2552576"/>
              <a:ext cx="3810" cy="161925"/>
            </a:xfrm>
            <a:custGeom>
              <a:avLst/>
              <a:gdLst/>
              <a:ahLst/>
              <a:cxnLst/>
              <a:rect l="l" t="t" r="r" b="b"/>
              <a:pathLst>
                <a:path w="3810" h="161925">
                  <a:moveTo>
                    <a:pt x="3810" y="0"/>
                  </a:moveTo>
                  <a:lnTo>
                    <a:pt x="3810" y="161544"/>
                  </a:lnTo>
                  <a:lnTo>
                    <a:pt x="0" y="161544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1" name="object 4311"/>
            <p:cNvSpPr/>
            <p:nvPr/>
          </p:nvSpPr>
          <p:spPr>
            <a:xfrm>
              <a:off x="1796948" y="2552576"/>
              <a:ext cx="3810" cy="161925"/>
            </a:xfrm>
            <a:custGeom>
              <a:avLst/>
              <a:gdLst/>
              <a:ahLst/>
              <a:cxnLst/>
              <a:rect l="l" t="t" r="r" b="b"/>
              <a:pathLst>
                <a:path w="3810" h="161925">
                  <a:moveTo>
                    <a:pt x="3810" y="0"/>
                  </a:moveTo>
                  <a:lnTo>
                    <a:pt x="3810" y="161544"/>
                  </a:lnTo>
                  <a:lnTo>
                    <a:pt x="0" y="161544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2" name="object 4312"/>
            <p:cNvSpPr/>
            <p:nvPr/>
          </p:nvSpPr>
          <p:spPr>
            <a:xfrm>
              <a:off x="1777136" y="2672210"/>
              <a:ext cx="43180" cy="41910"/>
            </a:xfrm>
            <a:custGeom>
              <a:avLst/>
              <a:gdLst/>
              <a:ahLst/>
              <a:cxnLst/>
              <a:rect l="l" t="t" r="r" b="b"/>
              <a:pathLst>
                <a:path w="43180" h="41910">
                  <a:moveTo>
                    <a:pt x="42672" y="0"/>
                  </a:moveTo>
                  <a:lnTo>
                    <a:pt x="0" y="0"/>
                  </a:lnTo>
                  <a:lnTo>
                    <a:pt x="21336" y="41910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3" name="object 4313"/>
            <p:cNvSpPr/>
            <p:nvPr/>
          </p:nvSpPr>
          <p:spPr>
            <a:xfrm>
              <a:off x="1777136" y="2672210"/>
              <a:ext cx="43180" cy="41910"/>
            </a:xfrm>
            <a:custGeom>
              <a:avLst/>
              <a:gdLst/>
              <a:ahLst/>
              <a:cxnLst/>
              <a:rect l="l" t="t" r="r" b="b"/>
              <a:pathLst>
                <a:path w="43180" h="41910">
                  <a:moveTo>
                    <a:pt x="0" y="0"/>
                  </a:moveTo>
                  <a:lnTo>
                    <a:pt x="21336" y="41910"/>
                  </a:lnTo>
                  <a:lnTo>
                    <a:pt x="4267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4" name="object 4314"/>
            <p:cNvSpPr/>
            <p:nvPr/>
          </p:nvSpPr>
          <p:spPr>
            <a:xfrm>
              <a:off x="1775612" y="2670686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25146" y="44196"/>
                  </a:moveTo>
                  <a:lnTo>
                    <a:pt x="21336" y="42672"/>
                  </a:lnTo>
                  <a:lnTo>
                    <a:pt x="22860" y="39624"/>
                  </a:lnTo>
                  <a:lnTo>
                    <a:pt x="3048" y="0"/>
                  </a:lnTo>
                  <a:lnTo>
                    <a:pt x="0" y="2286"/>
                  </a:lnTo>
                  <a:lnTo>
                    <a:pt x="22860" y="48006"/>
                  </a:lnTo>
                  <a:lnTo>
                    <a:pt x="25146" y="441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5" name="object 4315"/>
            <p:cNvSpPr/>
            <p:nvPr/>
          </p:nvSpPr>
          <p:spPr>
            <a:xfrm>
              <a:off x="1775612" y="2670686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0" y="2286"/>
                  </a:moveTo>
                  <a:lnTo>
                    <a:pt x="3048" y="0"/>
                  </a:lnTo>
                  <a:lnTo>
                    <a:pt x="22860" y="39624"/>
                  </a:lnTo>
                  <a:lnTo>
                    <a:pt x="21336" y="42672"/>
                  </a:lnTo>
                  <a:lnTo>
                    <a:pt x="25146" y="44196"/>
                  </a:lnTo>
                  <a:lnTo>
                    <a:pt x="22860" y="48006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6" name="object 4316"/>
            <p:cNvSpPr/>
            <p:nvPr/>
          </p:nvSpPr>
          <p:spPr>
            <a:xfrm>
              <a:off x="1796948" y="2669924"/>
              <a:ext cx="26034" cy="45085"/>
            </a:xfrm>
            <a:custGeom>
              <a:avLst/>
              <a:gdLst/>
              <a:ahLst/>
              <a:cxnLst/>
              <a:rect l="l" t="t" r="r" b="b"/>
              <a:pathLst>
                <a:path w="26035" h="45085">
                  <a:moveTo>
                    <a:pt x="25908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3434"/>
                  </a:lnTo>
                  <a:lnTo>
                    <a:pt x="3810" y="44958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7" name="object 4317"/>
            <p:cNvSpPr/>
            <p:nvPr/>
          </p:nvSpPr>
          <p:spPr>
            <a:xfrm>
              <a:off x="1796948" y="2669924"/>
              <a:ext cx="26034" cy="45085"/>
            </a:xfrm>
            <a:custGeom>
              <a:avLst/>
              <a:gdLst/>
              <a:ahLst/>
              <a:cxnLst/>
              <a:rect l="l" t="t" r="r" b="b"/>
              <a:pathLst>
                <a:path w="26035" h="45085">
                  <a:moveTo>
                    <a:pt x="3810" y="44958"/>
                  </a:moveTo>
                  <a:lnTo>
                    <a:pt x="0" y="43434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5908" y="0"/>
                  </a:lnTo>
                  <a:lnTo>
                    <a:pt x="3810" y="449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8" name="object 4318"/>
            <p:cNvSpPr/>
            <p:nvPr/>
          </p:nvSpPr>
          <p:spPr>
            <a:xfrm>
              <a:off x="1774088" y="2669924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3810"/>
                  </a:moveTo>
                  <a:lnTo>
                    <a:pt x="45719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4571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9" name="object 4319"/>
            <p:cNvSpPr/>
            <p:nvPr/>
          </p:nvSpPr>
          <p:spPr>
            <a:xfrm>
              <a:off x="1774088" y="2669924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0"/>
                  </a:moveTo>
                  <a:lnTo>
                    <a:pt x="45719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4571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0" name="object 4320"/>
            <p:cNvSpPr/>
            <p:nvPr/>
          </p:nvSpPr>
          <p:spPr>
            <a:xfrm>
              <a:off x="3843680" y="277889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1" name="object 4321"/>
            <p:cNvSpPr/>
            <p:nvPr/>
          </p:nvSpPr>
          <p:spPr>
            <a:xfrm>
              <a:off x="3843680" y="277889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2" name="object 4322"/>
            <p:cNvSpPr/>
            <p:nvPr/>
          </p:nvSpPr>
          <p:spPr>
            <a:xfrm>
              <a:off x="3843680" y="261658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3" name="object 4323"/>
            <p:cNvSpPr/>
            <p:nvPr/>
          </p:nvSpPr>
          <p:spPr>
            <a:xfrm>
              <a:off x="3843680" y="261658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4" name="object 4324"/>
            <p:cNvSpPr/>
            <p:nvPr/>
          </p:nvSpPr>
          <p:spPr>
            <a:xfrm>
              <a:off x="3843680" y="2616584"/>
              <a:ext cx="3810" cy="162560"/>
            </a:xfrm>
            <a:custGeom>
              <a:avLst/>
              <a:gdLst/>
              <a:ahLst/>
              <a:cxnLst/>
              <a:rect l="l" t="t" r="r" b="b"/>
              <a:pathLst>
                <a:path w="3810" h="162560">
                  <a:moveTo>
                    <a:pt x="3809" y="0"/>
                  </a:moveTo>
                  <a:lnTo>
                    <a:pt x="3809" y="162305"/>
                  </a:lnTo>
                  <a:lnTo>
                    <a:pt x="0" y="162305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5" name="object 4325"/>
            <p:cNvSpPr/>
            <p:nvPr/>
          </p:nvSpPr>
          <p:spPr>
            <a:xfrm>
              <a:off x="3843680" y="2616584"/>
              <a:ext cx="3810" cy="162560"/>
            </a:xfrm>
            <a:custGeom>
              <a:avLst/>
              <a:gdLst/>
              <a:ahLst/>
              <a:cxnLst/>
              <a:rect l="l" t="t" r="r" b="b"/>
              <a:pathLst>
                <a:path w="3810" h="162560">
                  <a:moveTo>
                    <a:pt x="3809" y="0"/>
                  </a:moveTo>
                  <a:lnTo>
                    <a:pt x="3809" y="162305"/>
                  </a:lnTo>
                  <a:lnTo>
                    <a:pt x="0" y="162305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6" name="object 4326"/>
            <p:cNvSpPr/>
            <p:nvPr/>
          </p:nvSpPr>
          <p:spPr>
            <a:xfrm>
              <a:off x="3824630" y="2736218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80">
                  <a:moveTo>
                    <a:pt x="41910" y="0"/>
                  </a:moveTo>
                  <a:lnTo>
                    <a:pt x="0" y="0"/>
                  </a:lnTo>
                  <a:lnTo>
                    <a:pt x="20574" y="42672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7" name="object 4327"/>
            <p:cNvSpPr/>
            <p:nvPr/>
          </p:nvSpPr>
          <p:spPr>
            <a:xfrm>
              <a:off x="3824630" y="2736218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80">
                  <a:moveTo>
                    <a:pt x="0" y="0"/>
                  </a:moveTo>
                  <a:lnTo>
                    <a:pt x="20574" y="42672"/>
                  </a:lnTo>
                  <a:lnTo>
                    <a:pt x="41910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8" name="object 4328"/>
            <p:cNvSpPr/>
            <p:nvPr/>
          </p:nvSpPr>
          <p:spPr>
            <a:xfrm>
              <a:off x="3822344" y="2735456"/>
              <a:ext cx="25400" cy="47625"/>
            </a:xfrm>
            <a:custGeom>
              <a:avLst/>
              <a:gdLst/>
              <a:ahLst/>
              <a:cxnLst/>
              <a:rect l="l" t="t" r="r" b="b"/>
              <a:pathLst>
                <a:path w="25400" h="47625">
                  <a:moveTo>
                    <a:pt x="25146" y="44196"/>
                  </a:moveTo>
                  <a:lnTo>
                    <a:pt x="21336" y="42672"/>
                  </a:lnTo>
                  <a:lnTo>
                    <a:pt x="22860" y="38862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22860" y="47244"/>
                  </a:lnTo>
                  <a:lnTo>
                    <a:pt x="25146" y="441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9" name="object 4329"/>
            <p:cNvSpPr/>
            <p:nvPr/>
          </p:nvSpPr>
          <p:spPr>
            <a:xfrm>
              <a:off x="3822344" y="2735456"/>
              <a:ext cx="25400" cy="47625"/>
            </a:xfrm>
            <a:custGeom>
              <a:avLst/>
              <a:gdLst/>
              <a:ahLst/>
              <a:cxnLst/>
              <a:rect l="l" t="t" r="r" b="b"/>
              <a:pathLst>
                <a:path w="25400" h="47625">
                  <a:moveTo>
                    <a:pt x="0" y="1524"/>
                  </a:moveTo>
                  <a:lnTo>
                    <a:pt x="3810" y="0"/>
                  </a:lnTo>
                  <a:lnTo>
                    <a:pt x="22860" y="38862"/>
                  </a:lnTo>
                  <a:lnTo>
                    <a:pt x="21336" y="42672"/>
                  </a:lnTo>
                  <a:lnTo>
                    <a:pt x="25146" y="44196"/>
                  </a:lnTo>
                  <a:lnTo>
                    <a:pt x="22860" y="47244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0" name="object 4330"/>
            <p:cNvSpPr/>
            <p:nvPr/>
          </p:nvSpPr>
          <p:spPr>
            <a:xfrm>
              <a:off x="3843680" y="2733932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19">
                  <a:moveTo>
                    <a:pt x="25908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4196"/>
                  </a:lnTo>
                  <a:lnTo>
                    <a:pt x="3810" y="45720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1" name="object 4331"/>
            <p:cNvSpPr/>
            <p:nvPr/>
          </p:nvSpPr>
          <p:spPr>
            <a:xfrm>
              <a:off x="3843680" y="2733932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19">
                  <a:moveTo>
                    <a:pt x="3810" y="45720"/>
                  </a:moveTo>
                  <a:lnTo>
                    <a:pt x="0" y="44196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5908" y="0"/>
                  </a:lnTo>
                  <a:lnTo>
                    <a:pt x="3810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2" name="object 4332"/>
            <p:cNvSpPr/>
            <p:nvPr/>
          </p:nvSpPr>
          <p:spPr>
            <a:xfrm>
              <a:off x="3820820" y="2733932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20" h="3810">
                  <a:moveTo>
                    <a:pt x="45720" y="3810"/>
                  </a:moveTo>
                  <a:lnTo>
                    <a:pt x="45720" y="0"/>
                  </a:lnTo>
                  <a:lnTo>
                    <a:pt x="0" y="0"/>
                  </a:lnTo>
                  <a:lnTo>
                    <a:pt x="1524" y="3048"/>
                  </a:lnTo>
                  <a:lnTo>
                    <a:pt x="5334" y="1524"/>
                  </a:lnTo>
                  <a:lnTo>
                    <a:pt x="6858" y="3810"/>
                  </a:lnTo>
                  <a:lnTo>
                    <a:pt x="4572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3" name="object 4333"/>
            <p:cNvSpPr/>
            <p:nvPr/>
          </p:nvSpPr>
          <p:spPr>
            <a:xfrm>
              <a:off x="3820820" y="2733932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20" h="3810">
                  <a:moveTo>
                    <a:pt x="45720" y="0"/>
                  </a:moveTo>
                  <a:lnTo>
                    <a:pt x="45720" y="3810"/>
                  </a:lnTo>
                  <a:lnTo>
                    <a:pt x="6858" y="3810"/>
                  </a:lnTo>
                  <a:lnTo>
                    <a:pt x="5334" y="1524"/>
                  </a:lnTo>
                  <a:lnTo>
                    <a:pt x="1524" y="3048"/>
                  </a:lnTo>
                  <a:lnTo>
                    <a:pt x="0" y="0"/>
                  </a:lnTo>
                  <a:lnTo>
                    <a:pt x="4572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4" name="object 4334"/>
            <p:cNvSpPr/>
            <p:nvPr/>
          </p:nvSpPr>
          <p:spPr>
            <a:xfrm>
              <a:off x="3924452" y="273088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5" name="object 4335"/>
            <p:cNvSpPr/>
            <p:nvPr/>
          </p:nvSpPr>
          <p:spPr>
            <a:xfrm>
              <a:off x="3924452" y="273088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6" name="object 4336"/>
            <p:cNvSpPr/>
            <p:nvPr/>
          </p:nvSpPr>
          <p:spPr>
            <a:xfrm>
              <a:off x="3924452" y="256857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7" name="object 4337"/>
            <p:cNvSpPr/>
            <p:nvPr/>
          </p:nvSpPr>
          <p:spPr>
            <a:xfrm>
              <a:off x="3924452" y="256857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8" name="object 4338"/>
            <p:cNvSpPr/>
            <p:nvPr/>
          </p:nvSpPr>
          <p:spPr>
            <a:xfrm>
              <a:off x="3924452" y="2568578"/>
              <a:ext cx="3810" cy="162560"/>
            </a:xfrm>
            <a:custGeom>
              <a:avLst/>
              <a:gdLst/>
              <a:ahLst/>
              <a:cxnLst/>
              <a:rect l="l" t="t" r="r" b="b"/>
              <a:pathLst>
                <a:path w="3810" h="162560">
                  <a:moveTo>
                    <a:pt x="3810" y="0"/>
                  </a:moveTo>
                  <a:lnTo>
                    <a:pt x="3810" y="162305"/>
                  </a:lnTo>
                  <a:lnTo>
                    <a:pt x="0" y="162305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9" name="object 4339"/>
            <p:cNvSpPr/>
            <p:nvPr/>
          </p:nvSpPr>
          <p:spPr>
            <a:xfrm>
              <a:off x="3924452" y="2568578"/>
              <a:ext cx="3810" cy="162560"/>
            </a:xfrm>
            <a:custGeom>
              <a:avLst/>
              <a:gdLst/>
              <a:ahLst/>
              <a:cxnLst/>
              <a:rect l="l" t="t" r="r" b="b"/>
              <a:pathLst>
                <a:path w="3810" h="162560">
                  <a:moveTo>
                    <a:pt x="3810" y="0"/>
                  </a:moveTo>
                  <a:lnTo>
                    <a:pt x="3810" y="162305"/>
                  </a:lnTo>
                  <a:lnTo>
                    <a:pt x="0" y="162305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0" name="object 4340"/>
            <p:cNvSpPr/>
            <p:nvPr/>
          </p:nvSpPr>
          <p:spPr>
            <a:xfrm>
              <a:off x="3905402" y="2688212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80">
                  <a:moveTo>
                    <a:pt x="42672" y="0"/>
                  </a:moveTo>
                  <a:lnTo>
                    <a:pt x="0" y="0"/>
                  </a:lnTo>
                  <a:lnTo>
                    <a:pt x="20574" y="42672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1" name="object 4341"/>
            <p:cNvSpPr/>
            <p:nvPr/>
          </p:nvSpPr>
          <p:spPr>
            <a:xfrm>
              <a:off x="3905402" y="2688212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80">
                  <a:moveTo>
                    <a:pt x="0" y="0"/>
                  </a:moveTo>
                  <a:lnTo>
                    <a:pt x="20574" y="42672"/>
                  </a:lnTo>
                  <a:lnTo>
                    <a:pt x="4267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2" name="object 4342"/>
            <p:cNvSpPr/>
            <p:nvPr/>
          </p:nvSpPr>
          <p:spPr>
            <a:xfrm>
              <a:off x="3903878" y="2687450"/>
              <a:ext cx="24130" cy="48260"/>
            </a:xfrm>
            <a:custGeom>
              <a:avLst/>
              <a:gdLst/>
              <a:ahLst/>
              <a:cxnLst/>
              <a:rect l="l" t="t" r="r" b="b"/>
              <a:pathLst>
                <a:path w="24129" h="48260">
                  <a:moveTo>
                    <a:pt x="23622" y="44196"/>
                  </a:moveTo>
                  <a:lnTo>
                    <a:pt x="20574" y="42672"/>
                  </a:lnTo>
                  <a:lnTo>
                    <a:pt x="22098" y="39624"/>
                  </a:lnTo>
                  <a:lnTo>
                    <a:pt x="3048" y="0"/>
                  </a:lnTo>
                  <a:lnTo>
                    <a:pt x="0" y="2286"/>
                  </a:lnTo>
                  <a:lnTo>
                    <a:pt x="22098" y="48006"/>
                  </a:lnTo>
                  <a:lnTo>
                    <a:pt x="23622" y="441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3" name="object 4343"/>
            <p:cNvSpPr/>
            <p:nvPr/>
          </p:nvSpPr>
          <p:spPr>
            <a:xfrm>
              <a:off x="3903878" y="2687450"/>
              <a:ext cx="24130" cy="48260"/>
            </a:xfrm>
            <a:custGeom>
              <a:avLst/>
              <a:gdLst/>
              <a:ahLst/>
              <a:cxnLst/>
              <a:rect l="l" t="t" r="r" b="b"/>
              <a:pathLst>
                <a:path w="24129" h="48260">
                  <a:moveTo>
                    <a:pt x="0" y="2286"/>
                  </a:moveTo>
                  <a:lnTo>
                    <a:pt x="3048" y="0"/>
                  </a:lnTo>
                  <a:lnTo>
                    <a:pt x="22098" y="39624"/>
                  </a:lnTo>
                  <a:lnTo>
                    <a:pt x="20574" y="42672"/>
                  </a:lnTo>
                  <a:lnTo>
                    <a:pt x="23622" y="44196"/>
                  </a:lnTo>
                  <a:lnTo>
                    <a:pt x="22098" y="48006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4" name="object 4344"/>
            <p:cNvSpPr/>
            <p:nvPr/>
          </p:nvSpPr>
          <p:spPr>
            <a:xfrm>
              <a:off x="3924452" y="2686688"/>
              <a:ext cx="26670" cy="45085"/>
            </a:xfrm>
            <a:custGeom>
              <a:avLst/>
              <a:gdLst/>
              <a:ahLst/>
              <a:cxnLst/>
              <a:rect l="l" t="t" r="r" b="b"/>
              <a:pathLst>
                <a:path w="26670" h="45085">
                  <a:moveTo>
                    <a:pt x="26670" y="0"/>
                  </a:moveTo>
                  <a:lnTo>
                    <a:pt x="23622" y="0"/>
                  </a:lnTo>
                  <a:lnTo>
                    <a:pt x="23622" y="3810"/>
                  </a:lnTo>
                  <a:lnTo>
                    <a:pt x="20574" y="3810"/>
                  </a:lnTo>
                  <a:lnTo>
                    <a:pt x="0" y="43434"/>
                  </a:lnTo>
                  <a:lnTo>
                    <a:pt x="3048" y="44958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5" name="object 4345"/>
            <p:cNvSpPr/>
            <p:nvPr/>
          </p:nvSpPr>
          <p:spPr>
            <a:xfrm>
              <a:off x="3924452" y="2686688"/>
              <a:ext cx="26670" cy="45085"/>
            </a:xfrm>
            <a:custGeom>
              <a:avLst/>
              <a:gdLst/>
              <a:ahLst/>
              <a:cxnLst/>
              <a:rect l="l" t="t" r="r" b="b"/>
              <a:pathLst>
                <a:path w="26670" h="45085">
                  <a:moveTo>
                    <a:pt x="3048" y="44958"/>
                  </a:moveTo>
                  <a:lnTo>
                    <a:pt x="0" y="43434"/>
                  </a:lnTo>
                  <a:lnTo>
                    <a:pt x="20574" y="3810"/>
                  </a:lnTo>
                  <a:lnTo>
                    <a:pt x="23622" y="3810"/>
                  </a:lnTo>
                  <a:lnTo>
                    <a:pt x="23622" y="0"/>
                  </a:lnTo>
                  <a:lnTo>
                    <a:pt x="26670" y="0"/>
                  </a:lnTo>
                  <a:lnTo>
                    <a:pt x="3048" y="449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6" name="object 4346"/>
            <p:cNvSpPr/>
            <p:nvPr/>
          </p:nvSpPr>
          <p:spPr>
            <a:xfrm>
              <a:off x="3902354" y="2686688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20" h="3810">
                  <a:moveTo>
                    <a:pt x="45720" y="3810"/>
                  </a:moveTo>
                  <a:lnTo>
                    <a:pt x="45720" y="0"/>
                  </a:lnTo>
                  <a:lnTo>
                    <a:pt x="0" y="0"/>
                  </a:lnTo>
                  <a:lnTo>
                    <a:pt x="1524" y="3048"/>
                  </a:lnTo>
                  <a:lnTo>
                    <a:pt x="4572" y="762"/>
                  </a:lnTo>
                  <a:lnTo>
                    <a:pt x="6096" y="3810"/>
                  </a:lnTo>
                  <a:lnTo>
                    <a:pt x="4572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7" name="object 4347"/>
            <p:cNvSpPr/>
            <p:nvPr/>
          </p:nvSpPr>
          <p:spPr>
            <a:xfrm>
              <a:off x="3902354" y="2686688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20" h="3810">
                  <a:moveTo>
                    <a:pt x="45720" y="0"/>
                  </a:moveTo>
                  <a:lnTo>
                    <a:pt x="45720" y="3810"/>
                  </a:lnTo>
                  <a:lnTo>
                    <a:pt x="6096" y="3810"/>
                  </a:lnTo>
                  <a:lnTo>
                    <a:pt x="4572" y="762"/>
                  </a:lnTo>
                  <a:lnTo>
                    <a:pt x="1524" y="3048"/>
                  </a:lnTo>
                  <a:lnTo>
                    <a:pt x="0" y="0"/>
                  </a:lnTo>
                  <a:lnTo>
                    <a:pt x="4572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8" name="object 4348"/>
            <p:cNvSpPr/>
            <p:nvPr/>
          </p:nvSpPr>
          <p:spPr>
            <a:xfrm>
              <a:off x="4005986" y="267449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9" name="object 4349"/>
            <p:cNvSpPr/>
            <p:nvPr/>
          </p:nvSpPr>
          <p:spPr>
            <a:xfrm>
              <a:off x="4005986" y="267449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0" name="object 4350"/>
            <p:cNvSpPr/>
            <p:nvPr/>
          </p:nvSpPr>
          <p:spPr>
            <a:xfrm>
              <a:off x="4005986" y="251142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1" name="object 4351"/>
            <p:cNvSpPr/>
            <p:nvPr/>
          </p:nvSpPr>
          <p:spPr>
            <a:xfrm>
              <a:off x="4005986" y="251142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2" name="object 4352"/>
            <p:cNvSpPr/>
            <p:nvPr/>
          </p:nvSpPr>
          <p:spPr>
            <a:xfrm>
              <a:off x="4005986" y="2511428"/>
              <a:ext cx="3810" cy="163195"/>
            </a:xfrm>
            <a:custGeom>
              <a:avLst/>
              <a:gdLst/>
              <a:ahLst/>
              <a:cxnLst/>
              <a:rect l="l" t="t" r="r" b="b"/>
              <a:pathLst>
                <a:path w="3810" h="163194">
                  <a:moveTo>
                    <a:pt x="3810" y="0"/>
                  </a:moveTo>
                  <a:lnTo>
                    <a:pt x="3810" y="163067"/>
                  </a:lnTo>
                  <a:lnTo>
                    <a:pt x="0" y="163067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3" name="object 4353"/>
            <p:cNvSpPr/>
            <p:nvPr/>
          </p:nvSpPr>
          <p:spPr>
            <a:xfrm>
              <a:off x="4005986" y="2511428"/>
              <a:ext cx="3810" cy="163195"/>
            </a:xfrm>
            <a:custGeom>
              <a:avLst/>
              <a:gdLst/>
              <a:ahLst/>
              <a:cxnLst/>
              <a:rect l="l" t="t" r="r" b="b"/>
              <a:pathLst>
                <a:path w="3810" h="163194">
                  <a:moveTo>
                    <a:pt x="3810" y="0"/>
                  </a:moveTo>
                  <a:lnTo>
                    <a:pt x="3810" y="163067"/>
                  </a:lnTo>
                  <a:lnTo>
                    <a:pt x="0" y="163067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4" name="object 4354"/>
            <p:cNvSpPr/>
            <p:nvPr/>
          </p:nvSpPr>
          <p:spPr>
            <a:xfrm>
              <a:off x="3986174" y="2631824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80">
                  <a:moveTo>
                    <a:pt x="42672" y="0"/>
                  </a:moveTo>
                  <a:lnTo>
                    <a:pt x="0" y="0"/>
                  </a:lnTo>
                  <a:lnTo>
                    <a:pt x="21336" y="42672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5" name="object 4355"/>
            <p:cNvSpPr/>
            <p:nvPr/>
          </p:nvSpPr>
          <p:spPr>
            <a:xfrm>
              <a:off x="3986174" y="2631824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80">
                  <a:moveTo>
                    <a:pt x="0" y="0"/>
                  </a:moveTo>
                  <a:lnTo>
                    <a:pt x="21336" y="42672"/>
                  </a:lnTo>
                  <a:lnTo>
                    <a:pt x="4267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6" name="object 4356"/>
            <p:cNvSpPr/>
            <p:nvPr/>
          </p:nvSpPr>
          <p:spPr>
            <a:xfrm>
              <a:off x="3984650" y="2631062"/>
              <a:ext cx="24765" cy="47625"/>
            </a:xfrm>
            <a:custGeom>
              <a:avLst/>
              <a:gdLst/>
              <a:ahLst/>
              <a:cxnLst/>
              <a:rect l="l" t="t" r="r" b="b"/>
              <a:pathLst>
                <a:path w="24764" h="47625">
                  <a:moveTo>
                    <a:pt x="24384" y="44196"/>
                  </a:moveTo>
                  <a:lnTo>
                    <a:pt x="21336" y="41910"/>
                  </a:lnTo>
                  <a:lnTo>
                    <a:pt x="22860" y="38862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2860" y="47244"/>
                  </a:lnTo>
                  <a:lnTo>
                    <a:pt x="24384" y="441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7" name="object 4357"/>
            <p:cNvSpPr/>
            <p:nvPr/>
          </p:nvSpPr>
          <p:spPr>
            <a:xfrm>
              <a:off x="3984650" y="2631062"/>
              <a:ext cx="24765" cy="47625"/>
            </a:xfrm>
            <a:custGeom>
              <a:avLst/>
              <a:gdLst/>
              <a:ahLst/>
              <a:cxnLst/>
              <a:rect l="l" t="t" r="r" b="b"/>
              <a:pathLst>
                <a:path w="24764" h="47625">
                  <a:moveTo>
                    <a:pt x="0" y="1524"/>
                  </a:moveTo>
                  <a:lnTo>
                    <a:pt x="3048" y="0"/>
                  </a:lnTo>
                  <a:lnTo>
                    <a:pt x="22860" y="38862"/>
                  </a:lnTo>
                  <a:lnTo>
                    <a:pt x="21336" y="41910"/>
                  </a:lnTo>
                  <a:lnTo>
                    <a:pt x="24384" y="44196"/>
                  </a:lnTo>
                  <a:lnTo>
                    <a:pt x="22860" y="47244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8" name="object 4358"/>
            <p:cNvSpPr/>
            <p:nvPr/>
          </p:nvSpPr>
          <p:spPr>
            <a:xfrm>
              <a:off x="4005986" y="2629538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19">
                  <a:moveTo>
                    <a:pt x="25908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3434"/>
                  </a:lnTo>
                  <a:lnTo>
                    <a:pt x="3048" y="45720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9" name="object 4359"/>
            <p:cNvSpPr/>
            <p:nvPr/>
          </p:nvSpPr>
          <p:spPr>
            <a:xfrm>
              <a:off x="4005986" y="2629538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19">
                  <a:moveTo>
                    <a:pt x="3048" y="45720"/>
                  </a:moveTo>
                  <a:lnTo>
                    <a:pt x="0" y="43434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5908" y="0"/>
                  </a:lnTo>
                  <a:lnTo>
                    <a:pt x="3048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0" name="object 4360"/>
            <p:cNvSpPr/>
            <p:nvPr/>
          </p:nvSpPr>
          <p:spPr>
            <a:xfrm>
              <a:off x="3983126" y="2629538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20" h="3810">
                  <a:moveTo>
                    <a:pt x="45720" y="3810"/>
                  </a:moveTo>
                  <a:lnTo>
                    <a:pt x="45720" y="0"/>
                  </a:lnTo>
                  <a:lnTo>
                    <a:pt x="0" y="0"/>
                  </a:lnTo>
                  <a:lnTo>
                    <a:pt x="1524" y="3048"/>
                  </a:lnTo>
                  <a:lnTo>
                    <a:pt x="4572" y="1524"/>
                  </a:lnTo>
                  <a:lnTo>
                    <a:pt x="6096" y="3810"/>
                  </a:lnTo>
                  <a:lnTo>
                    <a:pt x="4572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1" name="object 4361"/>
            <p:cNvSpPr/>
            <p:nvPr/>
          </p:nvSpPr>
          <p:spPr>
            <a:xfrm>
              <a:off x="3983126" y="2629538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20" h="3810">
                  <a:moveTo>
                    <a:pt x="45720" y="0"/>
                  </a:moveTo>
                  <a:lnTo>
                    <a:pt x="45720" y="3810"/>
                  </a:lnTo>
                  <a:lnTo>
                    <a:pt x="6096" y="3810"/>
                  </a:lnTo>
                  <a:lnTo>
                    <a:pt x="4572" y="1524"/>
                  </a:lnTo>
                  <a:lnTo>
                    <a:pt x="1524" y="3048"/>
                  </a:lnTo>
                  <a:lnTo>
                    <a:pt x="0" y="0"/>
                  </a:lnTo>
                  <a:lnTo>
                    <a:pt x="4572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2" name="object 4362"/>
            <p:cNvSpPr/>
            <p:nvPr/>
          </p:nvSpPr>
          <p:spPr>
            <a:xfrm>
              <a:off x="4076852" y="263182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3" name="object 4363"/>
            <p:cNvSpPr/>
            <p:nvPr/>
          </p:nvSpPr>
          <p:spPr>
            <a:xfrm>
              <a:off x="4076852" y="263182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4" name="object 4364"/>
            <p:cNvSpPr/>
            <p:nvPr/>
          </p:nvSpPr>
          <p:spPr>
            <a:xfrm>
              <a:off x="4076852" y="246875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5" name="object 4365"/>
            <p:cNvSpPr/>
            <p:nvPr/>
          </p:nvSpPr>
          <p:spPr>
            <a:xfrm>
              <a:off x="4076852" y="246875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6" name="object 4366"/>
            <p:cNvSpPr/>
            <p:nvPr/>
          </p:nvSpPr>
          <p:spPr>
            <a:xfrm>
              <a:off x="4076852" y="2468756"/>
              <a:ext cx="3810" cy="163195"/>
            </a:xfrm>
            <a:custGeom>
              <a:avLst/>
              <a:gdLst/>
              <a:ahLst/>
              <a:cxnLst/>
              <a:rect l="l" t="t" r="r" b="b"/>
              <a:pathLst>
                <a:path w="3810" h="163194">
                  <a:moveTo>
                    <a:pt x="3810" y="0"/>
                  </a:moveTo>
                  <a:lnTo>
                    <a:pt x="3810" y="163067"/>
                  </a:lnTo>
                  <a:lnTo>
                    <a:pt x="0" y="163067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7" name="object 4367"/>
            <p:cNvSpPr/>
            <p:nvPr/>
          </p:nvSpPr>
          <p:spPr>
            <a:xfrm>
              <a:off x="4076852" y="2468756"/>
              <a:ext cx="3810" cy="163195"/>
            </a:xfrm>
            <a:custGeom>
              <a:avLst/>
              <a:gdLst/>
              <a:ahLst/>
              <a:cxnLst/>
              <a:rect l="l" t="t" r="r" b="b"/>
              <a:pathLst>
                <a:path w="3810" h="163194">
                  <a:moveTo>
                    <a:pt x="3810" y="0"/>
                  </a:moveTo>
                  <a:lnTo>
                    <a:pt x="3810" y="163067"/>
                  </a:lnTo>
                  <a:lnTo>
                    <a:pt x="0" y="163067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8" name="object 4368"/>
            <p:cNvSpPr/>
            <p:nvPr/>
          </p:nvSpPr>
          <p:spPr>
            <a:xfrm>
              <a:off x="4057040" y="2588390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43434" y="0"/>
                  </a:moveTo>
                  <a:lnTo>
                    <a:pt x="0" y="0"/>
                  </a:lnTo>
                  <a:lnTo>
                    <a:pt x="22098" y="43434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9" name="object 4369"/>
            <p:cNvSpPr/>
            <p:nvPr/>
          </p:nvSpPr>
          <p:spPr>
            <a:xfrm>
              <a:off x="4057040" y="2588390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0" y="0"/>
                  </a:moveTo>
                  <a:lnTo>
                    <a:pt x="22098" y="43434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0" name="object 4370"/>
            <p:cNvSpPr/>
            <p:nvPr/>
          </p:nvSpPr>
          <p:spPr>
            <a:xfrm>
              <a:off x="4056278" y="2587628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4" h="48260">
                  <a:moveTo>
                    <a:pt x="24384" y="44958"/>
                  </a:moveTo>
                  <a:lnTo>
                    <a:pt x="21336" y="43434"/>
                  </a:lnTo>
                  <a:lnTo>
                    <a:pt x="22860" y="3962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2860" y="48006"/>
                  </a:lnTo>
                  <a:lnTo>
                    <a:pt x="24384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1" name="object 4371"/>
            <p:cNvSpPr/>
            <p:nvPr/>
          </p:nvSpPr>
          <p:spPr>
            <a:xfrm>
              <a:off x="4056278" y="2587628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4" h="48260">
                  <a:moveTo>
                    <a:pt x="0" y="1524"/>
                  </a:moveTo>
                  <a:lnTo>
                    <a:pt x="3048" y="0"/>
                  </a:lnTo>
                  <a:lnTo>
                    <a:pt x="22860" y="39624"/>
                  </a:lnTo>
                  <a:lnTo>
                    <a:pt x="21336" y="43434"/>
                  </a:lnTo>
                  <a:lnTo>
                    <a:pt x="24384" y="44958"/>
                  </a:lnTo>
                  <a:lnTo>
                    <a:pt x="22860" y="4800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2" name="object 4372"/>
            <p:cNvSpPr/>
            <p:nvPr/>
          </p:nvSpPr>
          <p:spPr>
            <a:xfrm>
              <a:off x="4077614" y="2586104"/>
              <a:ext cx="26034" cy="46990"/>
            </a:xfrm>
            <a:custGeom>
              <a:avLst/>
              <a:gdLst/>
              <a:ahLst/>
              <a:cxnLst/>
              <a:rect l="l" t="t" r="r" b="b"/>
              <a:pathLst>
                <a:path w="26035" h="46989">
                  <a:moveTo>
                    <a:pt x="25908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4958"/>
                  </a:lnTo>
                  <a:lnTo>
                    <a:pt x="3048" y="46482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3" name="object 4373"/>
            <p:cNvSpPr/>
            <p:nvPr/>
          </p:nvSpPr>
          <p:spPr>
            <a:xfrm>
              <a:off x="4077614" y="2586104"/>
              <a:ext cx="26034" cy="46990"/>
            </a:xfrm>
            <a:custGeom>
              <a:avLst/>
              <a:gdLst/>
              <a:ahLst/>
              <a:cxnLst/>
              <a:rect l="l" t="t" r="r" b="b"/>
              <a:pathLst>
                <a:path w="26035" h="46989">
                  <a:moveTo>
                    <a:pt x="3048" y="46482"/>
                  </a:moveTo>
                  <a:lnTo>
                    <a:pt x="0" y="44958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5908" y="0"/>
                  </a:lnTo>
                  <a:lnTo>
                    <a:pt x="3048" y="46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4" name="object 4374"/>
            <p:cNvSpPr/>
            <p:nvPr/>
          </p:nvSpPr>
          <p:spPr>
            <a:xfrm>
              <a:off x="4054754" y="2586104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20" h="3810">
                  <a:moveTo>
                    <a:pt x="45720" y="3810"/>
                  </a:moveTo>
                  <a:lnTo>
                    <a:pt x="45720" y="0"/>
                  </a:lnTo>
                  <a:lnTo>
                    <a:pt x="0" y="0"/>
                  </a:lnTo>
                  <a:lnTo>
                    <a:pt x="1524" y="3048"/>
                  </a:lnTo>
                  <a:lnTo>
                    <a:pt x="4572" y="1524"/>
                  </a:lnTo>
                  <a:lnTo>
                    <a:pt x="5334" y="3810"/>
                  </a:lnTo>
                  <a:lnTo>
                    <a:pt x="4572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5" name="object 4375"/>
            <p:cNvSpPr/>
            <p:nvPr/>
          </p:nvSpPr>
          <p:spPr>
            <a:xfrm>
              <a:off x="4054754" y="2586104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20" h="3810">
                  <a:moveTo>
                    <a:pt x="45720" y="0"/>
                  </a:moveTo>
                  <a:lnTo>
                    <a:pt x="45720" y="3810"/>
                  </a:lnTo>
                  <a:lnTo>
                    <a:pt x="5334" y="3810"/>
                  </a:lnTo>
                  <a:lnTo>
                    <a:pt x="4572" y="1524"/>
                  </a:lnTo>
                  <a:lnTo>
                    <a:pt x="1524" y="3048"/>
                  </a:lnTo>
                  <a:lnTo>
                    <a:pt x="0" y="0"/>
                  </a:lnTo>
                  <a:lnTo>
                    <a:pt x="4572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76" name="object 4376"/>
            <p:cNvPicPr/>
            <p:nvPr/>
          </p:nvPicPr>
          <p:blipFill>
            <a:blip r:embed="rId249" cstate="print"/>
            <a:stretch>
              <a:fillRect/>
            </a:stretch>
          </p:blipFill>
          <p:spPr>
            <a:xfrm>
              <a:off x="3734714" y="2806322"/>
              <a:ext cx="432053" cy="108966"/>
            </a:xfrm>
            <a:prstGeom prst="rect">
              <a:avLst/>
            </a:prstGeom>
          </p:spPr>
        </p:pic>
        <p:sp>
          <p:nvSpPr>
            <p:cNvPr id="4377" name="object 4377"/>
            <p:cNvSpPr/>
            <p:nvPr/>
          </p:nvSpPr>
          <p:spPr>
            <a:xfrm>
              <a:off x="2778404" y="278879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8" name="object 4378"/>
            <p:cNvSpPr/>
            <p:nvPr/>
          </p:nvSpPr>
          <p:spPr>
            <a:xfrm>
              <a:off x="2778404" y="278879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9" name="object 4379"/>
            <p:cNvSpPr/>
            <p:nvPr/>
          </p:nvSpPr>
          <p:spPr>
            <a:xfrm>
              <a:off x="2778404" y="262572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0" name="object 4380"/>
            <p:cNvSpPr/>
            <p:nvPr/>
          </p:nvSpPr>
          <p:spPr>
            <a:xfrm>
              <a:off x="2778404" y="262572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1" name="object 4381"/>
            <p:cNvSpPr/>
            <p:nvPr/>
          </p:nvSpPr>
          <p:spPr>
            <a:xfrm>
              <a:off x="2778404" y="2625728"/>
              <a:ext cx="3810" cy="163195"/>
            </a:xfrm>
            <a:custGeom>
              <a:avLst/>
              <a:gdLst/>
              <a:ahLst/>
              <a:cxnLst/>
              <a:rect l="l" t="t" r="r" b="b"/>
              <a:pathLst>
                <a:path w="3810" h="163194">
                  <a:moveTo>
                    <a:pt x="3809" y="0"/>
                  </a:moveTo>
                  <a:lnTo>
                    <a:pt x="3809" y="163067"/>
                  </a:lnTo>
                  <a:lnTo>
                    <a:pt x="0" y="163067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2" name="object 4382"/>
            <p:cNvSpPr/>
            <p:nvPr/>
          </p:nvSpPr>
          <p:spPr>
            <a:xfrm>
              <a:off x="2778404" y="2625728"/>
              <a:ext cx="3810" cy="163195"/>
            </a:xfrm>
            <a:custGeom>
              <a:avLst/>
              <a:gdLst/>
              <a:ahLst/>
              <a:cxnLst/>
              <a:rect l="l" t="t" r="r" b="b"/>
              <a:pathLst>
                <a:path w="3810" h="163194">
                  <a:moveTo>
                    <a:pt x="3809" y="0"/>
                  </a:moveTo>
                  <a:lnTo>
                    <a:pt x="3809" y="163067"/>
                  </a:lnTo>
                  <a:lnTo>
                    <a:pt x="0" y="163067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3" name="object 4383"/>
            <p:cNvSpPr/>
            <p:nvPr/>
          </p:nvSpPr>
          <p:spPr>
            <a:xfrm>
              <a:off x="2759354" y="2745362"/>
              <a:ext cx="43180" cy="43815"/>
            </a:xfrm>
            <a:custGeom>
              <a:avLst/>
              <a:gdLst/>
              <a:ahLst/>
              <a:cxnLst/>
              <a:rect l="l" t="t" r="r" b="b"/>
              <a:pathLst>
                <a:path w="43180" h="43814">
                  <a:moveTo>
                    <a:pt x="42672" y="0"/>
                  </a:moveTo>
                  <a:lnTo>
                    <a:pt x="0" y="0"/>
                  </a:lnTo>
                  <a:lnTo>
                    <a:pt x="21336" y="43434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4" name="object 4384"/>
            <p:cNvSpPr/>
            <p:nvPr/>
          </p:nvSpPr>
          <p:spPr>
            <a:xfrm>
              <a:off x="2759354" y="2745362"/>
              <a:ext cx="43180" cy="43815"/>
            </a:xfrm>
            <a:custGeom>
              <a:avLst/>
              <a:gdLst/>
              <a:ahLst/>
              <a:cxnLst/>
              <a:rect l="l" t="t" r="r" b="b"/>
              <a:pathLst>
                <a:path w="43180" h="43814">
                  <a:moveTo>
                    <a:pt x="0" y="0"/>
                  </a:moveTo>
                  <a:lnTo>
                    <a:pt x="21336" y="43434"/>
                  </a:lnTo>
                  <a:lnTo>
                    <a:pt x="4267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5" name="object 4385"/>
            <p:cNvSpPr/>
            <p:nvPr/>
          </p:nvSpPr>
          <p:spPr>
            <a:xfrm>
              <a:off x="2757830" y="2744600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4" h="48260">
                  <a:moveTo>
                    <a:pt x="24384" y="44958"/>
                  </a:moveTo>
                  <a:lnTo>
                    <a:pt x="21336" y="42672"/>
                  </a:lnTo>
                  <a:lnTo>
                    <a:pt x="22860" y="3962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2860" y="48006"/>
                  </a:lnTo>
                  <a:lnTo>
                    <a:pt x="24384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6" name="object 4386"/>
            <p:cNvSpPr/>
            <p:nvPr/>
          </p:nvSpPr>
          <p:spPr>
            <a:xfrm>
              <a:off x="2757830" y="2744600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4" h="48260">
                  <a:moveTo>
                    <a:pt x="0" y="1524"/>
                  </a:moveTo>
                  <a:lnTo>
                    <a:pt x="3048" y="0"/>
                  </a:lnTo>
                  <a:lnTo>
                    <a:pt x="22860" y="39624"/>
                  </a:lnTo>
                  <a:lnTo>
                    <a:pt x="21336" y="42672"/>
                  </a:lnTo>
                  <a:lnTo>
                    <a:pt x="24384" y="44958"/>
                  </a:lnTo>
                  <a:lnTo>
                    <a:pt x="22860" y="4800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7" name="object 4387"/>
            <p:cNvSpPr/>
            <p:nvPr/>
          </p:nvSpPr>
          <p:spPr>
            <a:xfrm>
              <a:off x="2779166" y="2743838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19">
                  <a:moveTo>
                    <a:pt x="25908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3434"/>
                  </a:lnTo>
                  <a:lnTo>
                    <a:pt x="3048" y="45720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8" name="object 4388"/>
            <p:cNvSpPr/>
            <p:nvPr/>
          </p:nvSpPr>
          <p:spPr>
            <a:xfrm>
              <a:off x="2779166" y="2743838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19">
                  <a:moveTo>
                    <a:pt x="3048" y="45720"/>
                  </a:moveTo>
                  <a:lnTo>
                    <a:pt x="0" y="43434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5908" y="0"/>
                  </a:lnTo>
                  <a:lnTo>
                    <a:pt x="3048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9" name="object 4389"/>
            <p:cNvSpPr/>
            <p:nvPr/>
          </p:nvSpPr>
          <p:spPr>
            <a:xfrm>
              <a:off x="2756306" y="2743838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3810"/>
                  </a:moveTo>
                  <a:lnTo>
                    <a:pt x="45719" y="0"/>
                  </a:lnTo>
                  <a:lnTo>
                    <a:pt x="0" y="0"/>
                  </a:lnTo>
                  <a:lnTo>
                    <a:pt x="1523" y="2286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4571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0" name="object 4390"/>
            <p:cNvSpPr/>
            <p:nvPr/>
          </p:nvSpPr>
          <p:spPr>
            <a:xfrm>
              <a:off x="2756306" y="2743838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0"/>
                  </a:moveTo>
                  <a:lnTo>
                    <a:pt x="45719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1523" y="2286"/>
                  </a:lnTo>
                  <a:lnTo>
                    <a:pt x="0" y="0"/>
                  </a:lnTo>
                  <a:lnTo>
                    <a:pt x="4571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1" name="object 4391"/>
            <p:cNvSpPr/>
            <p:nvPr/>
          </p:nvSpPr>
          <p:spPr>
            <a:xfrm>
              <a:off x="2817266" y="278879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2" name="object 4392"/>
            <p:cNvSpPr/>
            <p:nvPr/>
          </p:nvSpPr>
          <p:spPr>
            <a:xfrm>
              <a:off x="2817266" y="278879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3" name="object 4393"/>
            <p:cNvSpPr/>
            <p:nvPr/>
          </p:nvSpPr>
          <p:spPr>
            <a:xfrm>
              <a:off x="2817266" y="262572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4" name="object 4394"/>
            <p:cNvSpPr/>
            <p:nvPr/>
          </p:nvSpPr>
          <p:spPr>
            <a:xfrm>
              <a:off x="2817266" y="262572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5" name="object 4395"/>
            <p:cNvSpPr/>
            <p:nvPr/>
          </p:nvSpPr>
          <p:spPr>
            <a:xfrm>
              <a:off x="2817266" y="2625728"/>
              <a:ext cx="3810" cy="163195"/>
            </a:xfrm>
            <a:custGeom>
              <a:avLst/>
              <a:gdLst/>
              <a:ahLst/>
              <a:cxnLst/>
              <a:rect l="l" t="t" r="r" b="b"/>
              <a:pathLst>
                <a:path w="3810" h="163194">
                  <a:moveTo>
                    <a:pt x="3809" y="0"/>
                  </a:moveTo>
                  <a:lnTo>
                    <a:pt x="3809" y="163067"/>
                  </a:lnTo>
                  <a:lnTo>
                    <a:pt x="0" y="163067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6" name="object 4396"/>
            <p:cNvSpPr/>
            <p:nvPr/>
          </p:nvSpPr>
          <p:spPr>
            <a:xfrm>
              <a:off x="2817266" y="2625728"/>
              <a:ext cx="3810" cy="163195"/>
            </a:xfrm>
            <a:custGeom>
              <a:avLst/>
              <a:gdLst/>
              <a:ahLst/>
              <a:cxnLst/>
              <a:rect l="l" t="t" r="r" b="b"/>
              <a:pathLst>
                <a:path w="3810" h="163194">
                  <a:moveTo>
                    <a:pt x="3809" y="0"/>
                  </a:moveTo>
                  <a:lnTo>
                    <a:pt x="3809" y="163067"/>
                  </a:lnTo>
                  <a:lnTo>
                    <a:pt x="0" y="163067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7" name="object 4397"/>
            <p:cNvSpPr/>
            <p:nvPr/>
          </p:nvSpPr>
          <p:spPr>
            <a:xfrm>
              <a:off x="2797454" y="2745362"/>
              <a:ext cx="43180" cy="43815"/>
            </a:xfrm>
            <a:custGeom>
              <a:avLst/>
              <a:gdLst/>
              <a:ahLst/>
              <a:cxnLst/>
              <a:rect l="l" t="t" r="r" b="b"/>
              <a:pathLst>
                <a:path w="43180" h="43814">
                  <a:moveTo>
                    <a:pt x="42672" y="0"/>
                  </a:moveTo>
                  <a:lnTo>
                    <a:pt x="0" y="0"/>
                  </a:lnTo>
                  <a:lnTo>
                    <a:pt x="21336" y="43434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8" name="object 4398"/>
            <p:cNvSpPr/>
            <p:nvPr/>
          </p:nvSpPr>
          <p:spPr>
            <a:xfrm>
              <a:off x="2797454" y="2745362"/>
              <a:ext cx="43180" cy="43815"/>
            </a:xfrm>
            <a:custGeom>
              <a:avLst/>
              <a:gdLst/>
              <a:ahLst/>
              <a:cxnLst/>
              <a:rect l="l" t="t" r="r" b="b"/>
              <a:pathLst>
                <a:path w="43180" h="43814">
                  <a:moveTo>
                    <a:pt x="0" y="0"/>
                  </a:moveTo>
                  <a:lnTo>
                    <a:pt x="21336" y="43434"/>
                  </a:lnTo>
                  <a:lnTo>
                    <a:pt x="4267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9" name="object 4399"/>
            <p:cNvSpPr/>
            <p:nvPr/>
          </p:nvSpPr>
          <p:spPr>
            <a:xfrm>
              <a:off x="2795930" y="2744600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4" h="48260">
                  <a:moveTo>
                    <a:pt x="24384" y="44958"/>
                  </a:moveTo>
                  <a:lnTo>
                    <a:pt x="21336" y="42672"/>
                  </a:lnTo>
                  <a:lnTo>
                    <a:pt x="22860" y="3962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2860" y="48006"/>
                  </a:lnTo>
                  <a:lnTo>
                    <a:pt x="24384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0" name="object 4400"/>
            <p:cNvSpPr/>
            <p:nvPr/>
          </p:nvSpPr>
          <p:spPr>
            <a:xfrm>
              <a:off x="2795930" y="2744600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4" h="48260">
                  <a:moveTo>
                    <a:pt x="0" y="1524"/>
                  </a:moveTo>
                  <a:lnTo>
                    <a:pt x="3048" y="0"/>
                  </a:lnTo>
                  <a:lnTo>
                    <a:pt x="22860" y="39624"/>
                  </a:lnTo>
                  <a:lnTo>
                    <a:pt x="21336" y="42672"/>
                  </a:lnTo>
                  <a:lnTo>
                    <a:pt x="24384" y="44958"/>
                  </a:lnTo>
                  <a:lnTo>
                    <a:pt x="22860" y="4800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1" name="object 4401"/>
            <p:cNvSpPr/>
            <p:nvPr/>
          </p:nvSpPr>
          <p:spPr>
            <a:xfrm>
              <a:off x="2817266" y="2743838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19">
                  <a:moveTo>
                    <a:pt x="25908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3434"/>
                  </a:lnTo>
                  <a:lnTo>
                    <a:pt x="3048" y="45720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2" name="object 4402"/>
            <p:cNvSpPr/>
            <p:nvPr/>
          </p:nvSpPr>
          <p:spPr>
            <a:xfrm>
              <a:off x="2817266" y="2743838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19">
                  <a:moveTo>
                    <a:pt x="3048" y="45720"/>
                  </a:moveTo>
                  <a:lnTo>
                    <a:pt x="0" y="43434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5908" y="0"/>
                  </a:lnTo>
                  <a:lnTo>
                    <a:pt x="3048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3" name="object 4403"/>
            <p:cNvSpPr/>
            <p:nvPr/>
          </p:nvSpPr>
          <p:spPr>
            <a:xfrm>
              <a:off x="2794406" y="2743838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3810"/>
                  </a:moveTo>
                  <a:lnTo>
                    <a:pt x="45719" y="0"/>
                  </a:lnTo>
                  <a:lnTo>
                    <a:pt x="0" y="0"/>
                  </a:lnTo>
                  <a:lnTo>
                    <a:pt x="1523" y="2286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4571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4" name="object 4404"/>
            <p:cNvSpPr/>
            <p:nvPr/>
          </p:nvSpPr>
          <p:spPr>
            <a:xfrm>
              <a:off x="2794406" y="2743838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0"/>
                  </a:moveTo>
                  <a:lnTo>
                    <a:pt x="45719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1523" y="2286"/>
                  </a:lnTo>
                  <a:lnTo>
                    <a:pt x="0" y="0"/>
                  </a:lnTo>
                  <a:lnTo>
                    <a:pt x="4571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05" name="object 4405"/>
            <p:cNvPicPr/>
            <p:nvPr/>
          </p:nvPicPr>
          <p:blipFill>
            <a:blip r:embed="rId250" cstate="print"/>
            <a:stretch>
              <a:fillRect/>
            </a:stretch>
          </p:blipFill>
          <p:spPr>
            <a:xfrm>
              <a:off x="2645816" y="2811656"/>
              <a:ext cx="432053" cy="108966"/>
            </a:xfrm>
            <a:prstGeom prst="rect">
              <a:avLst/>
            </a:prstGeom>
          </p:spPr>
        </p:pic>
        <p:sp>
          <p:nvSpPr>
            <p:cNvPr id="4406" name="object 4406"/>
            <p:cNvSpPr/>
            <p:nvPr/>
          </p:nvSpPr>
          <p:spPr>
            <a:xfrm>
              <a:off x="2878988" y="273088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7" name="object 4407"/>
            <p:cNvSpPr/>
            <p:nvPr/>
          </p:nvSpPr>
          <p:spPr>
            <a:xfrm>
              <a:off x="2878988" y="273088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8" name="object 4408"/>
            <p:cNvSpPr/>
            <p:nvPr/>
          </p:nvSpPr>
          <p:spPr>
            <a:xfrm>
              <a:off x="2878988" y="256857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9" name="object 4409"/>
            <p:cNvSpPr/>
            <p:nvPr/>
          </p:nvSpPr>
          <p:spPr>
            <a:xfrm>
              <a:off x="2878988" y="256857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0" name="object 4410"/>
            <p:cNvSpPr/>
            <p:nvPr/>
          </p:nvSpPr>
          <p:spPr>
            <a:xfrm>
              <a:off x="2878988" y="2568578"/>
              <a:ext cx="3810" cy="162560"/>
            </a:xfrm>
            <a:custGeom>
              <a:avLst/>
              <a:gdLst/>
              <a:ahLst/>
              <a:cxnLst/>
              <a:rect l="l" t="t" r="r" b="b"/>
              <a:pathLst>
                <a:path w="3810" h="162560">
                  <a:moveTo>
                    <a:pt x="3810" y="0"/>
                  </a:moveTo>
                  <a:lnTo>
                    <a:pt x="3810" y="162305"/>
                  </a:lnTo>
                  <a:lnTo>
                    <a:pt x="0" y="162305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1" name="object 4411"/>
            <p:cNvSpPr/>
            <p:nvPr/>
          </p:nvSpPr>
          <p:spPr>
            <a:xfrm>
              <a:off x="2878988" y="2568578"/>
              <a:ext cx="3810" cy="162560"/>
            </a:xfrm>
            <a:custGeom>
              <a:avLst/>
              <a:gdLst/>
              <a:ahLst/>
              <a:cxnLst/>
              <a:rect l="l" t="t" r="r" b="b"/>
              <a:pathLst>
                <a:path w="3810" h="162560">
                  <a:moveTo>
                    <a:pt x="3810" y="0"/>
                  </a:moveTo>
                  <a:lnTo>
                    <a:pt x="3810" y="162305"/>
                  </a:lnTo>
                  <a:lnTo>
                    <a:pt x="0" y="162305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2" name="object 4412"/>
            <p:cNvSpPr/>
            <p:nvPr/>
          </p:nvSpPr>
          <p:spPr>
            <a:xfrm>
              <a:off x="2859176" y="2688212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80">
                  <a:moveTo>
                    <a:pt x="43434" y="0"/>
                  </a:moveTo>
                  <a:lnTo>
                    <a:pt x="0" y="0"/>
                  </a:lnTo>
                  <a:lnTo>
                    <a:pt x="22098" y="42672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3" name="object 4413"/>
            <p:cNvSpPr/>
            <p:nvPr/>
          </p:nvSpPr>
          <p:spPr>
            <a:xfrm>
              <a:off x="2859176" y="2688212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80">
                  <a:moveTo>
                    <a:pt x="0" y="0"/>
                  </a:moveTo>
                  <a:lnTo>
                    <a:pt x="22098" y="42672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4" name="object 4414"/>
            <p:cNvSpPr/>
            <p:nvPr/>
          </p:nvSpPr>
          <p:spPr>
            <a:xfrm>
              <a:off x="2857652" y="2687450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25146" y="44196"/>
                  </a:moveTo>
                  <a:lnTo>
                    <a:pt x="21336" y="42672"/>
                  </a:lnTo>
                  <a:lnTo>
                    <a:pt x="23622" y="39624"/>
                  </a:lnTo>
                  <a:lnTo>
                    <a:pt x="3048" y="0"/>
                  </a:lnTo>
                  <a:lnTo>
                    <a:pt x="0" y="2286"/>
                  </a:lnTo>
                  <a:lnTo>
                    <a:pt x="23622" y="48006"/>
                  </a:lnTo>
                  <a:lnTo>
                    <a:pt x="25146" y="441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5" name="object 4415"/>
            <p:cNvSpPr/>
            <p:nvPr/>
          </p:nvSpPr>
          <p:spPr>
            <a:xfrm>
              <a:off x="2857652" y="2687450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0" y="2286"/>
                  </a:moveTo>
                  <a:lnTo>
                    <a:pt x="3048" y="0"/>
                  </a:lnTo>
                  <a:lnTo>
                    <a:pt x="23622" y="39624"/>
                  </a:lnTo>
                  <a:lnTo>
                    <a:pt x="21336" y="42672"/>
                  </a:lnTo>
                  <a:lnTo>
                    <a:pt x="25146" y="44196"/>
                  </a:lnTo>
                  <a:lnTo>
                    <a:pt x="23622" y="48006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6" name="object 4416"/>
            <p:cNvSpPr/>
            <p:nvPr/>
          </p:nvSpPr>
          <p:spPr>
            <a:xfrm>
              <a:off x="2878988" y="2686688"/>
              <a:ext cx="26670" cy="45085"/>
            </a:xfrm>
            <a:custGeom>
              <a:avLst/>
              <a:gdLst/>
              <a:ahLst/>
              <a:cxnLst/>
              <a:rect l="l" t="t" r="r" b="b"/>
              <a:pathLst>
                <a:path w="26669" h="45085">
                  <a:moveTo>
                    <a:pt x="26670" y="0"/>
                  </a:moveTo>
                  <a:lnTo>
                    <a:pt x="23622" y="0"/>
                  </a:lnTo>
                  <a:lnTo>
                    <a:pt x="23622" y="3810"/>
                  </a:lnTo>
                  <a:lnTo>
                    <a:pt x="19812" y="3810"/>
                  </a:lnTo>
                  <a:lnTo>
                    <a:pt x="0" y="43434"/>
                  </a:lnTo>
                  <a:lnTo>
                    <a:pt x="3810" y="44958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7" name="object 4417"/>
            <p:cNvSpPr/>
            <p:nvPr/>
          </p:nvSpPr>
          <p:spPr>
            <a:xfrm>
              <a:off x="2878988" y="2686688"/>
              <a:ext cx="26670" cy="45085"/>
            </a:xfrm>
            <a:custGeom>
              <a:avLst/>
              <a:gdLst/>
              <a:ahLst/>
              <a:cxnLst/>
              <a:rect l="l" t="t" r="r" b="b"/>
              <a:pathLst>
                <a:path w="26669" h="45085">
                  <a:moveTo>
                    <a:pt x="3810" y="44958"/>
                  </a:moveTo>
                  <a:lnTo>
                    <a:pt x="0" y="43434"/>
                  </a:lnTo>
                  <a:lnTo>
                    <a:pt x="19812" y="3810"/>
                  </a:lnTo>
                  <a:lnTo>
                    <a:pt x="23622" y="3810"/>
                  </a:lnTo>
                  <a:lnTo>
                    <a:pt x="23622" y="0"/>
                  </a:lnTo>
                  <a:lnTo>
                    <a:pt x="26670" y="0"/>
                  </a:lnTo>
                  <a:lnTo>
                    <a:pt x="3810" y="449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8" name="object 4418"/>
            <p:cNvSpPr/>
            <p:nvPr/>
          </p:nvSpPr>
          <p:spPr>
            <a:xfrm>
              <a:off x="2856128" y="2686688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3810"/>
                  </a:moveTo>
                  <a:lnTo>
                    <a:pt x="46481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4648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9" name="object 4419"/>
            <p:cNvSpPr/>
            <p:nvPr/>
          </p:nvSpPr>
          <p:spPr>
            <a:xfrm>
              <a:off x="2856128" y="2686688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0"/>
                  </a:moveTo>
                  <a:lnTo>
                    <a:pt x="46481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4648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0" name="object 4420"/>
            <p:cNvSpPr/>
            <p:nvPr/>
          </p:nvSpPr>
          <p:spPr>
            <a:xfrm>
              <a:off x="2917088" y="273088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1" name="object 4421"/>
            <p:cNvSpPr/>
            <p:nvPr/>
          </p:nvSpPr>
          <p:spPr>
            <a:xfrm>
              <a:off x="2917088" y="273088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2" name="object 4422"/>
            <p:cNvSpPr/>
            <p:nvPr/>
          </p:nvSpPr>
          <p:spPr>
            <a:xfrm>
              <a:off x="2917088" y="256857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3" name="object 4423"/>
            <p:cNvSpPr/>
            <p:nvPr/>
          </p:nvSpPr>
          <p:spPr>
            <a:xfrm>
              <a:off x="2917088" y="256857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4" name="object 4424"/>
            <p:cNvSpPr/>
            <p:nvPr/>
          </p:nvSpPr>
          <p:spPr>
            <a:xfrm>
              <a:off x="2917088" y="2568578"/>
              <a:ext cx="3810" cy="162560"/>
            </a:xfrm>
            <a:custGeom>
              <a:avLst/>
              <a:gdLst/>
              <a:ahLst/>
              <a:cxnLst/>
              <a:rect l="l" t="t" r="r" b="b"/>
              <a:pathLst>
                <a:path w="3810" h="162560">
                  <a:moveTo>
                    <a:pt x="3810" y="0"/>
                  </a:moveTo>
                  <a:lnTo>
                    <a:pt x="3810" y="162305"/>
                  </a:lnTo>
                  <a:lnTo>
                    <a:pt x="0" y="162305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5" name="object 4425"/>
            <p:cNvSpPr/>
            <p:nvPr/>
          </p:nvSpPr>
          <p:spPr>
            <a:xfrm>
              <a:off x="2917088" y="2568578"/>
              <a:ext cx="3810" cy="162560"/>
            </a:xfrm>
            <a:custGeom>
              <a:avLst/>
              <a:gdLst/>
              <a:ahLst/>
              <a:cxnLst/>
              <a:rect l="l" t="t" r="r" b="b"/>
              <a:pathLst>
                <a:path w="3810" h="162560">
                  <a:moveTo>
                    <a:pt x="3810" y="0"/>
                  </a:moveTo>
                  <a:lnTo>
                    <a:pt x="3810" y="162305"/>
                  </a:lnTo>
                  <a:lnTo>
                    <a:pt x="0" y="162305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6" name="object 4426"/>
            <p:cNvSpPr/>
            <p:nvPr/>
          </p:nvSpPr>
          <p:spPr>
            <a:xfrm>
              <a:off x="2897276" y="2688212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42672" y="0"/>
                  </a:moveTo>
                  <a:lnTo>
                    <a:pt x="0" y="0"/>
                  </a:lnTo>
                  <a:lnTo>
                    <a:pt x="21336" y="42672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7" name="object 4427"/>
            <p:cNvSpPr/>
            <p:nvPr/>
          </p:nvSpPr>
          <p:spPr>
            <a:xfrm>
              <a:off x="2897276" y="2688212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0" y="0"/>
                  </a:moveTo>
                  <a:lnTo>
                    <a:pt x="21336" y="42672"/>
                  </a:lnTo>
                  <a:lnTo>
                    <a:pt x="4267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8" name="object 4428"/>
            <p:cNvSpPr/>
            <p:nvPr/>
          </p:nvSpPr>
          <p:spPr>
            <a:xfrm>
              <a:off x="2895752" y="2687450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25146" y="44196"/>
                  </a:moveTo>
                  <a:lnTo>
                    <a:pt x="21336" y="42672"/>
                  </a:lnTo>
                  <a:lnTo>
                    <a:pt x="22860" y="39624"/>
                  </a:lnTo>
                  <a:lnTo>
                    <a:pt x="3048" y="0"/>
                  </a:lnTo>
                  <a:lnTo>
                    <a:pt x="0" y="2286"/>
                  </a:lnTo>
                  <a:lnTo>
                    <a:pt x="22860" y="48006"/>
                  </a:lnTo>
                  <a:lnTo>
                    <a:pt x="25146" y="441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9" name="object 4429"/>
            <p:cNvSpPr/>
            <p:nvPr/>
          </p:nvSpPr>
          <p:spPr>
            <a:xfrm>
              <a:off x="2895752" y="2687450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0" y="2286"/>
                  </a:moveTo>
                  <a:lnTo>
                    <a:pt x="3048" y="0"/>
                  </a:lnTo>
                  <a:lnTo>
                    <a:pt x="22860" y="39624"/>
                  </a:lnTo>
                  <a:lnTo>
                    <a:pt x="21336" y="42672"/>
                  </a:lnTo>
                  <a:lnTo>
                    <a:pt x="25146" y="44196"/>
                  </a:lnTo>
                  <a:lnTo>
                    <a:pt x="22860" y="48006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0" name="object 4430"/>
            <p:cNvSpPr/>
            <p:nvPr/>
          </p:nvSpPr>
          <p:spPr>
            <a:xfrm>
              <a:off x="2917088" y="2686688"/>
              <a:ext cx="26034" cy="45085"/>
            </a:xfrm>
            <a:custGeom>
              <a:avLst/>
              <a:gdLst/>
              <a:ahLst/>
              <a:cxnLst/>
              <a:rect l="l" t="t" r="r" b="b"/>
              <a:pathLst>
                <a:path w="26035" h="45085">
                  <a:moveTo>
                    <a:pt x="25908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3434"/>
                  </a:lnTo>
                  <a:lnTo>
                    <a:pt x="3810" y="44958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1" name="object 4431"/>
            <p:cNvSpPr/>
            <p:nvPr/>
          </p:nvSpPr>
          <p:spPr>
            <a:xfrm>
              <a:off x="2917088" y="2686688"/>
              <a:ext cx="26034" cy="45085"/>
            </a:xfrm>
            <a:custGeom>
              <a:avLst/>
              <a:gdLst/>
              <a:ahLst/>
              <a:cxnLst/>
              <a:rect l="l" t="t" r="r" b="b"/>
              <a:pathLst>
                <a:path w="26035" h="45085">
                  <a:moveTo>
                    <a:pt x="3810" y="44958"/>
                  </a:moveTo>
                  <a:lnTo>
                    <a:pt x="0" y="43434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5908" y="0"/>
                  </a:lnTo>
                  <a:lnTo>
                    <a:pt x="3810" y="449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2" name="object 4432"/>
            <p:cNvSpPr/>
            <p:nvPr/>
          </p:nvSpPr>
          <p:spPr>
            <a:xfrm>
              <a:off x="2894228" y="2686688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3810"/>
                  </a:moveTo>
                  <a:lnTo>
                    <a:pt x="45719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4571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3" name="object 4433"/>
            <p:cNvSpPr/>
            <p:nvPr/>
          </p:nvSpPr>
          <p:spPr>
            <a:xfrm>
              <a:off x="2894228" y="2686688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0"/>
                  </a:moveTo>
                  <a:lnTo>
                    <a:pt x="45719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4571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4" name="object 4434"/>
            <p:cNvSpPr/>
            <p:nvPr/>
          </p:nvSpPr>
          <p:spPr>
            <a:xfrm>
              <a:off x="2940710" y="267906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5" name="object 4435"/>
            <p:cNvSpPr/>
            <p:nvPr/>
          </p:nvSpPr>
          <p:spPr>
            <a:xfrm>
              <a:off x="2940710" y="267906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6" name="object 4436"/>
            <p:cNvSpPr/>
            <p:nvPr/>
          </p:nvSpPr>
          <p:spPr>
            <a:xfrm>
              <a:off x="2940710" y="251600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7" name="object 4437"/>
            <p:cNvSpPr/>
            <p:nvPr/>
          </p:nvSpPr>
          <p:spPr>
            <a:xfrm>
              <a:off x="2940710" y="251600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8" name="object 4438"/>
            <p:cNvSpPr/>
            <p:nvPr/>
          </p:nvSpPr>
          <p:spPr>
            <a:xfrm>
              <a:off x="2940710" y="2516000"/>
              <a:ext cx="3810" cy="163195"/>
            </a:xfrm>
            <a:custGeom>
              <a:avLst/>
              <a:gdLst/>
              <a:ahLst/>
              <a:cxnLst/>
              <a:rect l="l" t="t" r="r" b="b"/>
              <a:pathLst>
                <a:path w="3810" h="163194">
                  <a:moveTo>
                    <a:pt x="3810" y="0"/>
                  </a:moveTo>
                  <a:lnTo>
                    <a:pt x="3810" y="163067"/>
                  </a:lnTo>
                  <a:lnTo>
                    <a:pt x="0" y="163067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9" name="object 4439"/>
            <p:cNvSpPr/>
            <p:nvPr/>
          </p:nvSpPr>
          <p:spPr>
            <a:xfrm>
              <a:off x="2940710" y="2516000"/>
              <a:ext cx="3810" cy="163195"/>
            </a:xfrm>
            <a:custGeom>
              <a:avLst/>
              <a:gdLst/>
              <a:ahLst/>
              <a:cxnLst/>
              <a:rect l="l" t="t" r="r" b="b"/>
              <a:pathLst>
                <a:path w="3810" h="163194">
                  <a:moveTo>
                    <a:pt x="3810" y="0"/>
                  </a:moveTo>
                  <a:lnTo>
                    <a:pt x="3810" y="163067"/>
                  </a:lnTo>
                  <a:lnTo>
                    <a:pt x="0" y="163067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0" name="object 4440"/>
            <p:cNvSpPr/>
            <p:nvPr/>
          </p:nvSpPr>
          <p:spPr>
            <a:xfrm>
              <a:off x="2920898" y="2635634"/>
              <a:ext cx="43180" cy="43815"/>
            </a:xfrm>
            <a:custGeom>
              <a:avLst/>
              <a:gdLst/>
              <a:ahLst/>
              <a:cxnLst/>
              <a:rect l="l" t="t" r="r" b="b"/>
              <a:pathLst>
                <a:path w="43180" h="43814">
                  <a:moveTo>
                    <a:pt x="42672" y="0"/>
                  </a:moveTo>
                  <a:lnTo>
                    <a:pt x="0" y="0"/>
                  </a:lnTo>
                  <a:lnTo>
                    <a:pt x="22098" y="43434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1" name="object 4441"/>
            <p:cNvSpPr/>
            <p:nvPr/>
          </p:nvSpPr>
          <p:spPr>
            <a:xfrm>
              <a:off x="2920898" y="2635634"/>
              <a:ext cx="43180" cy="43815"/>
            </a:xfrm>
            <a:custGeom>
              <a:avLst/>
              <a:gdLst/>
              <a:ahLst/>
              <a:cxnLst/>
              <a:rect l="l" t="t" r="r" b="b"/>
              <a:pathLst>
                <a:path w="43180" h="43814">
                  <a:moveTo>
                    <a:pt x="0" y="0"/>
                  </a:moveTo>
                  <a:lnTo>
                    <a:pt x="22098" y="43434"/>
                  </a:lnTo>
                  <a:lnTo>
                    <a:pt x="4267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2" name="object 4442"/>
            <p:cNvSpPr/>
            <p:nvPr/>
          </p:nvSpPr>
          <p:spPr>
            <a:xfrm>
              <a:off x="2919374" y="2634872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25146" y="44958"/>
                  </a:moveTo>
                  <a:lnTo>
                    <a:pt x="22098" y="43434"/>
                  </a:lnTo>
                  <a:lnTo>
                    <a:pt x="23622" y="39624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23622" y="48768"/>
                  </a:lnTo>
                  <a:lnTo>
                    <a:pt x="25146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3" name="object 4443"/>
            <p:cNvSpPr/>
            <p:nvPr/>
          </p:nvSpPr>
          <p:spPr>
            <a:xfrm>
              <a:off x="2919374" y="2634872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0" y="1524"/>
                  </a:moveTo>
                  <a:lnTo>
                    <a:pt x="3810" y="0"/>
                  </a:lnTo>
                  <a:lnTo>
                    <a:pt x="23622" y="39624"/>
                  </a:lnTo>
                  <a:lnTo>
                    <a:pt x="22098" y="43434"/>
                  </a:lnTo>
                  <a:lnTo>
                    <a:pt x="25146" y="44958"/>
                  </a:lnTo>
                  <a:lnTo>
                    <a:pt x="23622" y="48768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4" name="object 4444"/>
            <p:cNvSpPr/>
            <p:nvPr/>
          </p:nvSpPr>
          <p:spPr>
            <a:xfrm>
              <a:off x="2941472" y="2634110"/>
              <a:ext cx="25400" cy="45720"/>
            </a:xfrm>
            <a:custGeom>
              <a:avLst/>
              <a:gdLst/>
              <a:ahLst/>
              <a:cxnLst/>
              <a:rect l="l" t="t" r="r" b="b"/>
              <a:pathLst>
                <a:path w="25400" h="45719">
                  <a:moveTo>
                    <a:pt x="25146" y="0"/>
                  </a:moveTo>
                  <a:lnTo>
                    <a:pt x="22098" y="0"/>
                  </a:lnTo>
                  <a:lnTo>
                    <a:pt x="22098" y="3810"/>
                  </a:lnTo>
                  <a:lnTo>
                    <a:pt x="19812" y="3810"/>
                  </a:lnTo>
                  <a:lnTo>
                    <a:pt x="0" y="44196"/>
                  </a:lnTo>
                  <a:lnTo>
                    <a:pt x="3048" y="45720"/>
                  </a:lnTo>
                  <a:lnTo>
                    <a:pt x="2514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5" name="object 4445"/>
            <p:cNvSpPr/>
            <p:nvPr/>
          </p:nvSpPr>
          <p:spPr>
            <a:xfrm>
              <a:off x="2941472" y="2634110"/>
              <a:ext cx="25400" cy="45720"/>
            </a:xfrm>
            <a:custGeom>
              <a:avLst/>
              <a:gdLst/>
              <a:ahLst/>
              <a:cxnLst/>
              <a:rect l="l" t="t" r="r" b="b"/>
              <a:pathLst>
                <a:path w="25400" h="45719">
                  <a:moveTo>
                    <a:pt x="3048" y="45720"/>
                  </a:moveTo>
                  <a:lnTo>
                    <a:pt x="0" y="44196"/>
                  </a:lnTo>
                  <a:lnTo>
                    <a:pt x="19812" y="3810"/>
                  </a:lnTo>
                  <a:lnTo>
                    <a:pt x="22098" y="3810"/>
                  </a:lnTo>
                  <a:lnTo>
                    <a:pt x="22098" y="0"/>
                  </a:lnTo>
                  <a:lnTo>
                    <a:pt x="25146" y="0"/>
                  </a:lnTo>
                  <a:lnTo>
                    <a:pt x="3048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6" name="object 4446"/>
            <p:cNvSpPr/>
            <p:nvPr/>
          </p:nvSpPr>
          <p:spPr>
            <a:xfrm>
              <a:off x="2917850" y="2634110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3810"/>
                  </a:moveTo>
                  <a:lnTo>
                    <a:pt x="45719" y="0"/>
                  </a:lnTo>
                  <a:lnTo>
                    <a:pt x="0" y="0"/>
                  </a:lnTo>
                  <a:lnTo>
                    <a:pt x="1523" y="2286"/>
                  </a:lnTo>
                  <a:lnTo>
                    <a:pt x="5333" y="762"/>
                  </a:lnTo>
                  <a:lnTo>
                    <a:pt x="6095" y="3810"/>
                  </a:lnTo>
                  <a:lnTo>
                    <a:pt x="4571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7" name="object 4447"/>
            <p:cNvSpPr/>
            <p:nvPr/>
          </p:nvSpPr>
          <p:spPr>
            <a:xfrm>
              <a:off x="2917850" y="2634110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0"/>
                  </a:moveTo>
                  <a:lnTo>
                    <a:pt x="45719" y="3810"/>
                  </a:lnTo>
                  <a:lnTo>
                    <a:pt x="6095" y="3810"/>
                  </a:lnTo>
                  <a:lnTo>
                    <a:pt x="5333" y="762"/>
                  </a:lnTo>
                  <a:lnTo>
                    <a:pt x="1523" y="2286"/>
                  </a:lnTo>
                  <a:lnTo>
                    <a:pt x="0" y="0"/>
                  </a:lnTo>
                  <a:lnTo>
                    <a:pt x="4571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8" name="object 4448"/>
            <p:cNvSpPr/>
            <p:nvPr/>
          </p:nvSpPr>
          <p:spPr>
            <a:xfrm>
              <a:off x="2978810" y="267906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9" name="object 4449"/>
            <p:cNvSpPr/>
            <p:nvPr/>
          </p:nvSpPr>
          <p:spPr>
            <a:xfrm>
              <a:off x="2978810" y="267906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0" name="object 4450"/>
            <p:cNvSpPr/>
            <p:nvPr/>
          </p:nvSpPr>
          <p:spPr>
            <a:xfrm>
              <a:off x="2978810" y="251676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1" name="object 4451"/>
            <p:cNvSpPr/>
            <p:nvPr/>
          </p:nvSpPr>
          <p:spPr>
            <a:xfrm>
              <a:off x="2978810" y="251676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2" name="object 4452"/>
            <p:cNvSpPr/>
            <p:nvPr/>
          </p:nvSpPr>
          <p:spPr>
            <a:xfrm>
              <a:off x="2978810" y="2516762"/>
              <a:ext cx="3810" cy="162560"/>
            </a:xfrm>
            <a:custGeom>
              <a:avLst/>
              <a:gdLst/>
              <a:ahLst/>
              <a:cxnLst/>
              <a:rect l="l" t="t" r="r" b="b"/>
              <a:pathLst>
                <a:path w="3810" h="162560">
                  <a:moveTo>
                    <a:pt x="3810" y="0"/>
                  </a:moveTo>
                  <a:lnTo>
                    <a:pt x="3810" y="162305"/>
                  </a:lnTo>
                  <a:lnTo>
                    <a:pt x="0" y="162305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3" name="object 4453"/>
            <p:cNvSpPr/>
            <p:nvPr/>
          </p:nvSpPr>
          <p:spPr>
            <a:xfrm>
              <a:off x="2978810" y="2516762"/>
              <a:ext cx="3810" cy="162560"/>
            </a:xfrm>
            <a:custGeom>
              <a:avLst/>
              <a:gdLst/>
              <a:ahLst/>
              <a:cxnLst/>
              <a:rect l="l" t="t" r="r" b="b"/>
              <a:pathLst>
                <a:path w="3810" h="162560">
                  <a:moveTo>
                    <a:pt x="3810" y="0"/>
                  </a:moveTo>
                  <a:lnTo>
                    <a:pt x="3810" y="162305"/>
                  </a:lnTo>
                  <a:lnTo>
                    <a:pt x="0" y="162305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4" name="object 4454"/>
            <p:cNvSpPr/>
            <p:nvPr/>
          </p:nvSpPr>
          <p:spPr>
            <a:xfrm>
              <a:off x="2959760" y="2635634"/>
              <a:ext cx="43180" cy="43815"/>
            </a:xfrm>
            <a:custGeom>
              <a:avLst/>
              <a:gdLst/>
              <a:ahLst/>
              <a:cxnLst/>
              <a:rect l="l" t="t" r="r" b="b"/>
              <a:pathLst>
                <a:path w="43180" h="43814">
                  <a:moveTo>
                    <a:pt x="42672" y="0"/>
                  </a:moveTo>
                  <a:lnTo>
                    <a:pt x="0" y="0"/>
                  </a:lnTo>
                  <a:lnTo>
                    <a:pt x="20574" y="43434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5" name="object 4455"/>
            <p:cNvSpPr/>
            <p:nvPr/>
          </p:nvSpPr>
          <p:spPr>
            <a:xfrm>
              <a:off x="2959760" y="2635634"/>
              <a:ext cx="43180" cy="43815"/>
            </a:xfrm>
            <a:custGeom>
              <a:avLst/>
              <a:gdLst/>
              <a:ahLst/>
              <a:cxnLst/>
              <a:rect l="l" t="t" r="r" b="b"/>
              <a:pathLst>
                <a:path w="43180" h="43814">
                  <a:moveTo>
                    <a:pt x="0" y="0"/>
                  </a:moveTo>
                  <a:lnTo>
                    <a:pt x="20574" y="43434"/>
                  </a:lnTo>
                  <a:lnTo>
                    <a:pt x="4267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6" name="object 4456"/>
            <p:cNvSpPr/>
            <p:nvPr/>
          </p:nvSpPr>
          <p:spPr>
            <a:xfrm>
              <a:off x="2958236" y="2634872"/>
              <a:ext cx="24765" cy="48895"/>
            </a:xfrm>
            <a:custGeom>
              <a:avLst/>
              <a:gdLst/>
              <a:ahLst/>
              <a:cxnLst/>
              <a:rect l="l" t="t" r="r" b="b"/>
              <a:pathLst>
                <a:path w="24764" h="48894">
                  <a:moveTo>
                    <a:pt x="24384" y="44958"/>
                  </a:moveTo>
                  <a:lnTo>
                    <a:pt x="20574" y="43434"/>
                  </a:lnTo>
                  <a:lnTo>
                    <a:pt x="22098" y="3962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2098" y="48768"/>
                  </a:lnTo>
                  <a:lnTo>
                    <a:pt x="24384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7" name="object 4457"/>
            <p:cNvSpPr/>
            <p:nvPr/>
          </p:nvSpPr>
          <p:spPr>
            <a:xfrm>
              <a:off x="2958236" y="2634872"/>
              <a:ext cx="24765" cy="48895"/>
            </a:xfrm>
            <a:custGeom>
              <a:avLst/>
              <a:gdLst/>
              <a:ahLst/>
              <a:cxnLst/>
              <a:rect l="l" t="t" r="r" b="b"/>
              <a:pathLst>
                <a:path w="24764" h="48894">
                  <a:moveTo>
                    <a:pt x="0" y="1524"/>
                  </a:moveTo>
                  <a:lnTo>
                    <a:pt x="3048" y="0"/>
                  </a:lnTo>
                  <a:lnTo>
                    <a:pt x="22098" y="39624"/>
                  </a:lnTo>
                  <a:lnTo>
                    <a:pt x="20574" y="43434"/>
                  </a:lnTo>
                  <a:lnTo>
                    <a:pt x="24384" y="44958"/>
                  </a:lnTo>
                  <a:lnTo>
                    <a:pt x="22098" y="48768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8" name="object 4458"/>
            <p:cNvSpPr/>
            <p:nvPr/>
          </p:nvSpPr>
          <p:spPr>
            <a:xfrm>
              <a:off x="2978810" y="2634110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19">
                  <a:moveTo>
                    <a:pt x="26670" y="0"/>
                  </a:moveTo>
                  <a:lnTo>
                    <a:pt x="23622" y="0"/>
                  </a:lnTo>
                  <a:lnTo>
                    <a:pt x="23622" y="3810"/>
                  </a:lnTo>
                  <a:lnTo>
                    <a:pt x="20574" y="3810"/>
                  </a:lnTo>
                  <a:lnTo>
                    <a:pt x="0" y="44196"/>
                  </a:lnTo>
                  <a:lnTo>
                    <a:pt x="3810" y="45720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9" name="object 4459"/>
            <p:cNvSpPr/>
            <p:nvPr/>
          </p:nvSpPr>
          <p:spPr>
            <a:xfrm>
              <a:off x="2978810" y="2634110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19">
                  <a:moveTo>
                    <a:pt x="3810" y="45720"/>
                  </a:moveTo>
                  <a:lnTo>
                    <a:pt x="0" y="44196"/>
                  </a:lnTo>
                  <a:lnTo>
                    <a:pt x="20574" y="3810"/>
                  </a:lnTo>
                  <a:lnTo>
                    <a:pt x="23622" y="3810"/>
                  </a:lnTo>
                  <a:lnTo>
                    <a:pt x="23622" y="0"/>
                  </a:lnTo>
                  <a:lnTo>
                    <a:pt x="26670" y="0"/>
                  </a:lnTo>
                  <a:lnTo>
                    <a:pt x="3810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0" name="object 4460"/>
            <p:cNvSpPr/>
            <p:nvPr/>
          </p:nvSpPr>
          <p:spPr>
            <a:xfrm>
              <a:off x="2956712" y="2634110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3810"/>
                  </a:moveTo>
                  <a:lnTo>
                    <a:pt x="45719" y="0"/>
                  </a:lnTo>
                  <a:lnTo>
                    <a:pt x="0" y="0"/>
                  </a:lnTo>
                  <a:lnTo>
                    <a:pt x="1523" y="2286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4571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1" name="object 4461"/>
            <p:cNvSpPr/>
            <p:nvPr/>
          </p:nvSpPr>
          <p:spPr>
            <a:xfrm>
              <a:off x="2956712" y="2634110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0"/>
                  </a:moveTo>
                  <a:lnTo>
                    <a:pt x="45719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1523" y="2286"/>
                  </a:lnTo>
                  <a:lnTo>
                    <a:pt x="0" y="0"/>
                  </a:lnTo>
                  <a:lnTo>
                    <a:pt x="4571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2" name="object 4462"/>
            <p:cNvSpPr/>
            <p:nvPr/>
          </p:nvSpPr>
          <p:spPr>
            <a:xfrm>
              <a:off x="3016910" y="262649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3" name="object 4463"/>
            <p:cNvSpPr/>
            <p:nvPr/>
          </p:nvSpPr>
          <p:spPr>
            <a:xfrm>
              <a:off x="3016910" y="262649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4" name="object 4464"/>
            <p:cNvSpPr/>
            <p:nvPr/>
          </p:nvSpPr>
          <p:spPr>
            <a:xfrm>
              <a:off x="3016910" y="246418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5" name="object 4465"/>
            <p:cNvSpPr/>
            <p:nvPr/>
          </p:nvSpPr>
          <p:spPr>
            <a:xfrm>
              <a:off x="3016910" y="246418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6" name="object 4466"/>
            <p:cNvSpPr/>
            <p:nvPr/>
          </p:nvSpPr>
          <p:spPr>
            <a:xfrm>
              <a:off x="3016910" y="2464184"/>
              <a:ext cx="3810" cy="162560"/>
            </a:xfrm>
            <a:custGeom>
              <a:avLst/>
              <a:gdLst/>
              <a:ahLst/>
              <a:cxnLst/>
              <a:rect l="l" t="t" r="r" b="b"/>
              <a:pathLst>
                <a:path w="3810" h="162560">
                  <a:moveTo>
                    <a:pt x="3810" y="0"/>
                  </a:moveTo>
                  <a:lnTo>
                    <a:pt x="3810" y="162305"/>
                  </a:lnTo>
                  <a:lnTo>
                    <a:pt x="0" y="162305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7" name="object 4467"/>
            <p:cNvSpPr/>
            <p:nvPr/>
          </p:nvSpPr>
          <p:spPr>
            <a:xfrm>
              <a:off x="3016910" y="2464184"/>
              <a:ext cx="3810" cy="162560"/>
            </a:xfrm>
            <a:custGeom>
              <a:avLst/>
              <a:gdLst/>
              <a:ahLst/>
              <a:cxnLst/>
              <a:rect l="l" t="t" r="r" b="b"/>
              <a:pathLst>
                <a:path w="3810" h="162560">
                  <a:moveTo>
                    <a:pt x="3810" y="0"/>
                  </a:moveTo>
                  <a:lnTo>
                    <a:pt x="3810" y="162305"/>
                  </a:lnTo>
                  <a:lnTo>
                    <a:pt x="0" y="162305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8" name="object 4468"/>
            <p:cNvSpPr/>
            <p:nvPr/>
          </p:nvSpPr>
          <p:spPr>
            <a:xfrm>
              <a:off x="2997860" y="2583818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42672" y="0"/>
                  </a:moveTo>
                  <a:lnTo>
                    <a:pt x="0" y="0"/>
                  </a:lnTo>
                  <a:lnTo>
                    <a:pt x="21336" y="42672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9" name="object 4469"/>
            <p:cNvSpPr/>
            <p:nvPr/>
          </p:nvSpPr>
          <p:spPr>
            <a:xfrm>
              <a:off x="2997860" y="2583818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0" y="0"/>
                  </a:moveTo>
                  <a:lnTo>
                    <a:pt x="21336" y="42672"/>
                  </a:lnTo>
                  <a:lnTo>
                    <a:pt x="4267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0" name="object 4470"/>
            <p:cNvSpPr/>
            <p:nvPr/>
          </p:nvSpPr>
          <p:spPr>
            <a:xfrm>
              <a:off x="2996336" y="2583056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4" h="48260">
                  <a:moveTo>
                    <a:pt x="24384" y="44196"/>
                  </a:moveTo>
                  <a:lnTo>
                    <a:pt x="20574" y="42672"/>
                  </a:lnTo>
                  <a:lnTo>
                    <a:pt x="22860" y="3962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2860" y="48006"/>
                  </a:lnTo>
                  <a:lnTo>
                    <a:pt x="24384" y="441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1" name="object 4471"/>
            <p:cNvSpPr/>
            <p:nvPr/>
          </p:nvSpPr>
          <p:spPr>
            <a:xfrm>
              <a:off x="2996336" y="2583056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4" h="48260">
                  <a:moveTo>
                    <a:pt x="0" y="1524"/>
                  </a:moveTo>
                  <a:lnTo>
                    <a:pt x="3048" y="0"/>
                  </a:lnTo>
                  <a:lnTo>
                    <a:pt x="22860" y="39624"/>
                  </a:lnTo>
                  <a:lnTo>
                    <a:pt x="20574" y="42672"/>
                  </a:lnTo>
                  <a:lnTo>
                    <a:pt x="24384" y="44196"/>
                  </a:lnTo>
                  <a:lnTo>
                    <a:pt x="22860" y="4800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2" name="object 4472"/>
            <p:cNvSpPr/>
            <p:nvPr/>
          </p:nvSpPr>
          <p:spPr>
            <a:xfrm>
              <a:off x="3016910" y="2581532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19">
                  <a:moveTo>
                    <a:pt x="26670" y="0"/>
                  </a:moveTo>
                  <a:lnTo>
                    <a:pt x="23622" y="0"/>
                  </a:lnTo>
                  <a:lnTo>
                    <a:pt x="23622" y="3810"/>
                  </a:lnTo>
                  <a:lnTo>
                    <a:pt x="20574" y="3810"/>
                  </a:lnTo>
                  <a:lnTo>
                    <a:pt x="0" y="44196"/>
                  </a:lnTo>
                  <a:lnTo>
                    <a:pt x="3810" y="45720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3" name="object 4473"/>
            <p:cNvSpPr/>
            <p:nvPr/>
          </p:nvSpPr>
          <p:spPr>
            <a:xfrm>
              <a:off x="3016910" y="2581532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19">
                  <a:moveTo>
                    <a:pt x="3810" y="45720"/>
                  </a:moveTo>
                  <a:lnTo>
                    <a:pt x="0" y="44196"/>
                  </a:lnTo>
                  <a:lnTo>
                    <a:pt x="20574" y="3810"/>
                  </a:lnTo>
                  <a:lnTo>
                    <a:pt x="23622" y="3810"/>
                  </a:lnTo>
                  <a:lnTo>
                    <a:pt x="23622" y="0"/>
                  </a:lnTo>
                  <a:lnTo>
                    <a:pt x="26670" y="0"/>
                  </a:lnTo>
                  <a:lnTo>
                    <a:pt x="3810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4" name="object 4474"/>
            <p:cNvSpPr/>
            <p:nvPr/>
          </p:nvSpPr>
          <p:spPr>
            <a:xfrm>
              <a:off x="2994812" y="2581532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3810"/>
                  </a:moveTo>
                  <a:lnTo>
                    <a:pt x="45719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4571" y="1524"/>
                  </a:lnTo>
                  <a:lnTo>
                    <a:pt x="6095" y="3810"/>
                  </a:lnTo>
                  <a:lnTo>
                    <a:pt x="4571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5" name="object 4475"/>
            <p:cNvSpPr/>
            <p:nvPr/>
          </p:nvSpPr>
          <p:spPr>
            <a:xfrm>
              <a:off x="2994812" y="2581532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0"/>
                  </a:moveTo>
                  <a:lnTo>
                    <a:pt x="45719" y="3810"/>
                  </a:lnTo>
                  <a:lnTo>
                    <a:pt x="6095" y="3810"/>
                  </a:lnTo>
                  <a:lnTo>
                    <a:pt x="4571" y="1524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4571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6" name="object 4476"/>
            <p:cNvSpPr/>
            <p:nvPr/>
          </p:nvSpPr>
          <p:spPr>
            <a:xfrm>
              <a:off x="3055010" y="262649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7" name="object 4477"/>
            <p:cNvSpPr/>
            <p:nvPr/>
          </p:nvSpPr>
          <p:spPr>
            <a:xfrm>
              <a:off x="3055010" y="262649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8" name="object 4478"/>
            <p:cNvSpPr/>
            <p:nvPr/>
          </p:nvSpPr>
          <p:spPr>
            <a:xfrm>
              <a:off x="3055010" y="246418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9" name="object 4479"/>
            <p:cNvSpPr/>
            <p:nvPr/>
          </p:nvSpPr>
          <p:spPr>
            <a:xfrm>
              <a:off x="3055010" y="246418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0" name="object 4480"/>
            <p:cNvSpPr/>
            <p:nvPr/>
          </p:nvSpPr>
          <p:spPr>
            <a:xfrm>
              <a:off x="3055010" y="2464184"/>
              <a:ext cx="3810" cy="162560"/>
            </a:xfrm>
            <a:custGeom>
              <a:avLst/>
              <a:gdLst/>
              <a:ahLst/>
              <a:cxnLst/>
              <a:rect l="l" t="t" r="r" b="b"/>
              <a:pathLst>
                <a:path w="3810" h="162560">
                  <a:moveTo>
                    <a:pt x="3810" y="0"/>
                  </a:moveTo>
                  <a:lnTo>
                    <a:pt x="3810" y="162305"/>
                  </a:lnTo>
                  <a:lnTo>
                    <a:pt x="0" y="162305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1" name="object 4481"/>
            <p:cNvSpPr/>
            <p:nvPr/>
          </p:nvSpPr>
          <p:spPr>
            <a:xfrm>
              <a:off x="3055010" y="2464184"/>
              <a:ext cx="3810" cy="162560"/>
            </a:xfrm>
            <a:custGeom>
              <a:avLst/>
              <a:gdLst/>
              <a:ahLst/>
              <a:cxnLst/>
              <a:rect l="l" t="t" r="r" b="b"/>
              <a:pathLst>
                <a:path w="3810" h="162560">
                  <a:moveTo>
                    <a:pt x="3810" y="0"/>
                  </a:moveTo>
                  <a:lnTo>
                    <a:pt x="3810" y="162305"/>
                  </a:lnTo>
                  <a:lnTo>
                    <a:pt x="0" y="162305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2" name="object 4482"/>
            <p:cNvSpPr/>
            <p:nvPr/>
          </p:nvSpPr>
          <p:spPr>
            <a:xfrm>
              <a:off x="3035198" y="2583818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80">
                  <a:moveTo>
                    <a:pt x="43434" y="0"/>
                  </a:moveTo>
                  <a:lnTo>
                    <a:pt x="0" y="0"/>
                  </a:lnTo>
                  <a:lnTo>
                    <a:pt x="22098" y="42672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3" name="object 4483"/>
            <p:cNvSpPr/>
            <p:nvPr/>
          </p:nvSpPr>
          <p:spPr>
            <a:xfrm>
              <a:off x="3035198" y="2583818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80">
                  <a:moveTo>
                    <a:pt x="0" y="0"/>
                  </a:moveTo>
                  <a:lnTo>
                    <a:pt x="22098" y="42672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4" name="object 4484"/>
            <p:cNvSpPr/>
            <p:nvPr/>
          </p:nvSpPr>
          <p:spPr>
            <a:xfrm>
              <a:off x="3033674" y="2583056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25146" y="44196"/>
                  </a:moveTo>
                  <a:lnTo>
                    <a:pt x="21336" y="42672"/>
                  </a:lnTo>
                  <a:lnTo>
                    <a:pt x="23622" y="3962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3622" y="48006"/>
                  </a:lnTo>
                  <a:lnTo>
                    <a:pt x="25146" y="441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5" name="object 4485"/>
            <p:cNvSpPr/>
            <p:nvPr/>
          </p:nvSpPr>
          <p:spPr>
            <a:xfrm>
              <a:off x="3033674" y="2583056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0" y="1524"/>
                  </a:moveTo>
                  <a:lnTo>
                    <a:pt x="3048" y="0"/>
                  </a:lnTo>
                  <a:lnTo>
                    <a:pt x="23622" y="39624"/>
                  </a:lnTo>
                  <a:lnTo>
                    <a:pt x="21336" y="42672"/>
                  </a:lnTo>
                  <a:lnTo>
                    <a:pt x="25146" y="44196"/>
                  </a:lnTo>
                  <a:lnTo>
                    <a:pt x="23622" y="4800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6" name="object 4486"/>
            <p:cNvSpPr/>
            <p:nvPr/>
          </p:nvSpPr>
          <p:spPr>
            <a:xfrm>
              <a:off x="3055010" y="2581532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19">
                  <a:moveTo>
                    <a:pt x="26670" y="0"/>
                  </a:moveTo>
                  <a:lnTo>
                    <a:pt x="23622" y="0"/>
                  </a:lnTo>
                  <a:lnTo>
                    <a:pt x="23622" y="3810"/>
                  </a:lnTo>
                  <a:lnTo>
                    <a:pt x="20574" y="3810"/>
                  </a:lnTo>
                  <a:lnTo>
                    <a:pt x="0" y="44196"/>
                  </a:lnTo>
                  <a:lnTo>
                    <a:pt x="3810" y="45720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7" name="object 4487"/>
            <p:cNvSpPr/>
            <p:nvPr/>
          </p:nvSpPr>
          <p:spPr>
            <a:xfrm>
              <a:off x="3055010" y="2581532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19">
                  <a:moveTo>
                    <a:pt x="3810" y="45720"/>
                  </a:moveTo>
                  <a:lnTo>
                    <a:pt x="0" y="44196"/>
                  </a:lnTo>
                  <a:lnTo>
                    <a:pt x="20574" y="3810"/>
                  </a:lnTo>
                  <a:lnTo>
                    <a:pt x="23622" y="3810"/>
                  </a:lnTo>
                  <a:lnTo>
                    <a:pt x="23622" y="0"/>
                  </a:lnTo>
                  <a:lnTo>
                    <a:pt x="26670" y="0"/>
                  </a:lnTo>
                  <a:lnTo>
                    <a:pt x="3810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8" name="object 4488"/>
            <p:cNvSpPr/>
            <p:nvPr/>
          </p:nvSpPr>
          <p:spPr>
            <a:xfrm>
              <a:off x="3032150" y="2581532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3810"/>
                  </a:moveTo>
                  <a:lnTo>
                    <a:pt x="46481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4571" y="1524"/>
                  </a:lnTo>
                  <a:lnTo>
                    <a:pt x="6095" y="3810"/>
                  </a:lnTo>
                  <a:lnTo>
                    <a:pt x="4648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9" name="object 4489"/>
            <p:cNvSpPr/>
            <p:nvPr/>
          </p:nvSpPr>
          <p:spPr>
            <a:xfrm>
              <a:off x="3032150" y="2581532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0"/>
                  </a:moveTo>
                  <a:lnTo>
                    <a:pt x="46481" y="3810"/>
                  </a:lnTo>
                  <a:lnTo>
                    <a:pt x="6095" y="3810"/>
                  </a:lnTo>
                  <a:lnTo>
                    <a:pt x="4571" y="1524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4648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0" name="object 4490"/>
            <p:cNvSpPr/>
            <p:nvPr/>
          </p:nvSpPr>
          <p:spPr>
            <a:xfrm>
              <a:off x="1063142" y="281775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09" y="0"/>
                  </a:move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1" name="object 4491"/>
            <p:cNvSpPr/>
            <p:nvPr/>
          </p:nvSpPr>
          <p:spPr>
            <a:xfrm>
              <a:off x="1063142" y="281775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2" name="object 4492"/>
            <p:cNvSpPr/>
            <p:nvPr/>
          </p:nvSpPr>
          <p:spPr>
            <a:xfrm>
              <a:off x="1063142" y="2626490"/>
              <a:ext cx="3810" cy="191770"/>
            </a:xfrm>
            <a:custGeom>
              <a:avLst/>
              <a:gdLst/>
              <a:ahLst/>
              <a:cxnLst/>
              <a:rect l="l" t="t" r="r" b="b"/>
              <a:pathLst>
                <a:path w="3809" h="191769">
                  <a:moveTo>
                    <a:pt x="0" y="191262"/>
                  </a:moveTo>
                  <a:lnTo>
                    <a:pt x="3809" y="191262"/>
                  </a:lnTo>
                  <a:lnTo>
                    <a:pt x="3809" y="0"/>
                  </a:lnTo>
                  <a:lnTo>
                    <a:pt x="0" y="0"/>
                  </a:lnTo>
                  <a:lnTo>
                    <a:pt x="0" y="1912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3" name="object 4493"/>
            <p:cNvSpPr/>
            <p:nvPr/>
          </p:nvSpPr>
          <p:spPr>
            <a:xfrm>
              <a:off x="1065047" y="2626490"/>
              <a:ext cx="0" cy="191770"/>
            </a:xfrm>
            <a:custGeom>
              <a:avLst/>
              <a:gdLst/>
              <a:ahLst/>
              <a:cxnLst/>
              <a:rect l="l" t="t" r="r" b="b"/>
              <a:pathLst>
                <a:path h="191769">
                  <a:moveTo>
                    <a:pt x="0" y="0"/>
                  </a:moveTo>
                  <a:lnTo>
                    <a:pt x="0" y="191642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94" name="object 4494"/>
            <p:cNvPicPr/>
            <p:nvPr/>
          </p:nvPicPr>
          <p:blipFill>
            <a:blip r:embed="rId251" cstate="print"/>
            <a:stretch>
              <a:fillRect/>
            </a:stretch>
          </p:blipFill>
          <p:spPr>
            <a:xfrm>
              <a:off x="995324" y="2765555"/>
              <a:ext cx="431292" cy="157352"/>
            </a:xfrm>
            <a:prstGeom prst="rect">
              <a:avLst/>
            </a:prstGeom>
          </p:spPr>
        </p:pic>
        <p:sp>
          <p:nvSpPr>
            <p:cNvPr id="4495" name="object 4495"/>
            <p:cNvSpPr/>
            <p:nvPr/>
          </p:nvSpPr>
          <p:spPr>
            <a:xfrm>
              <a:off x="996848" y="2044322"/>
              <a:ext cx="332740" cy="426720"/>
            </a:xfrm>
            <a:custGeom>
              <a:avLst/>
              <a:gdLst/>
              <a:ahLst/>
              <a:cxnLst/>
              <a:rect l="l" t="t" r="r" b="b"/>
              <a:pathLst>
                <a:path w="332740" h="426719">
                  <a:moveTo>
                    <a:pt x="332231" y="426720"/>
                  </a:moveTo>
                  <a:lnTo>
                    <a:pt x="332231" y="0"/>
                  </a:lnTo>
                  <a:lnTo>
                    <a:pt x="0" y="0"/>
                  </a:lnTo>
                  <a:lnTo>
                    <a:pt x="0" y="426720"/>
                  </a:lnTo>
                  <a:lnTo>
                    <a:pt x="332231" y="42672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6" name="object 4496"/>
            <p:cNvSpPr/>
            <p:nvPr/>
          </p:nvSpPr>
          <p:spPr>
            <a:xfrm>
              <a:off x="996848" y="2044322"/>
              <a:ext cx="332740" cy="426720"/>
            </a:xfrm>
            <a:custGeom>
              <a:avLst/>
              <a:gdLst/>
              <a:ahLst/>
              <a:cxnLst/>
              <a:rect l="l" t="t" r="r" b="b"/>
              <a:pathLst>
                <a:path w="332740" h="426719">
                  <a:moveTo>
                    <a:pt x="0" y="0"/>
                  </a:moveTo>
                  <a:lnTo>
                    <a:pt x="0" y="426720"/>
                  </a:lnTo>
                  <a:lnTo>
                    <a:pt x="332231" y="426720"/>
                  </a:lnTo>
                  <a:lnTo>
                    <a:pt x="33223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7" name="object 4497"/>
            <p:cNvSpPr/>
            <p:nvPr/>
          </p:nvSpPr>
          <p:spPr>
            <a:xfrm>
              <a:off x="921410" y="2093090"/>
              <a:ext cx="332740" cy="426084"/>
            </a:xfrm>
            <a:custGeom>
              <a:avLst/>
              <a:gdLst/>
              <a:ahLst/>
              <a:cxnLst/>
              <a:rect l="l" t="t" r="r" b="b"/>
              <a:pathLst>
                <a:path w="332740" h="426085">
                  <a:moveTo>
                    <a:pt x="332231" y="425957"/>
                  </a:moveTo>
                  <a:lnTo>
                    <a:pt x="332231" y="0"/>
                  </a:lnTo>
                  <a:lnTo>
                    <a:pt x="0" y="0"/>
                  </a:lnTo>
                  <a:lnTo>
                    <a:pt x="0" y="425957"/>
                  </a:lnTo>
                  <a:lnTo>
                    <a:pt x="332231" y="42595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8" name="object 4498"/>
            <p:cNvSpPr/>
            <p:nvPr/>
          </p:nvSpPr>
          <p:spPr>
            <a:xfrm>
              <a:off x="921410" y="2093090"/>
              <a:ext cx="332740" cy="426084"/>
            </a:xfrm>
            <a:custGeom>
              <a:avLst/>
              <a:gdLst/>
              <a:ahLst/>
              <a:cxnLst/>
              <a:rect l="l" t="t" r="r" b="b"/>
              <a:pathLst>
                <a:path w="332740" h="426085">
                  <a:moveTo>
                    <a:pt x="0" y="0"/>
                  </a:moveTo>
                  <a:lnTo>
                    <a:pt x="0" y="425957"/>
                  </a:lnTo>
                  <a:lnTo>
                    <a:pt x="332231" y="425957"/>
                  </a:lnTo>
                  <a:lnTo>
                    <a:pt x="33223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9" name="object 4499"/>
            <p:cNvSpPr/>
            <p:nvPr/>
          </p:nvSpPr>
          <p:spPr>
            <a:xfrm>
              <a:off x="855878" y="2147192"/>
              <a:ext cx="332740" cy="425450"/>
            </a:xfrm>
            <a:custGeom>
              <a:avLst/>
              <a:gdLst/>
              <a:ahLst/>
              <a:cxnLst/>
              <a:rect l="l" t="t" r="r" b="b"/>
              <a:pathLst>
                <a:path w="332740" h="425450">
                  <a:moveTo>
                    <a:pt x="332231" y="425195"/>
                  </a:moveTo>
                  <a:lnTo>
                    <a:pt x="332231" y="0"/>
                  </a:lnTo>
                  <a:lnTo>
                    <a:pt x="0" y="0"/>
                  </a:lnTo>
                  <a:lnTo>
                    <a:pt x="0" y="425195"/>
                  </a:lnTo>
                  <a:lnTo>
                    <a:pt x="332231" y="42519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0" name="object 4500"/>
            <p:cNvSpPr/>
            <p:nvPr/>
          </p:nvSpPr>
          <p:spPr>
            <a:xfrm>
              <a:off x="855878" y="2147192"/>
              <a:ext cx="332740" cy="425450"/>
            </a:xfrm>
            <a:custGeom>
              <a:avLst/>
              <a:gdLst/>
              <a:ahLst/>
              <a:cxnLst/>
              <a:rect l="l" t="t" r="r" b="b"/>
              <a:pathLst>
                <a:path w="332740" h="425450">
                  <a:moveTo>
                    <a:pt x="0" y="0"/>
                  </a:moveTo>
                  <a:lnTo>
                    <a:pt x="0" y="425195"/>
                  </a:lnTo>
                  <a:lnTo>
                    <a:pt x="332231" y="425195"/>
                  </a:lnTo>
                  <a:lnTo>
                    <a:pt x="33223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1" name="object 4501"/>
            <p:cNvSpPr/>
            <p:nvPr/>
          </p:nvSpPr>
          <p:spPr>
            <a:xfrm>
              <a:off x="778154" y="2199770"/>
              <a:ext cx="333375" cy="426720"/>
            </a:xfrm>
            <a:custGeom>
              <a:avLst/>
              <a:gdLst/>
              <a:ahLst/>
              <a:cxnLst/>
              <a:rect l="l" t="t" r="r" b="b"/>
              <a:pathLst>
                <a:path w="333375" h="426719">
                  <a:moveTo>
                    <a:pt x="332994" y="426719"/>
                  </a:moveTo>
                  <a:lnTo>
                    <a:pt x="332993" y="0"/>
                  </a:lnTo>
                  <a:lnTo>
                    <a:pt x="0" y="0"/>
                  </a:lnTo>
                  <a:lnTo>
                    <a:pt x="0" y="426719"/>
                  </a:lnTo>
                  <a:lnTo>
                    <a:pt x="332994" y="4267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2" name="object 4502"/>
            <p:cNvSpPr/>
            <p:nvPr/>
          </p:nvSpPr>
          <p:spPr>
            <a:xfrm>
              <a:off x="778154" y="2199770"/>
              <a:ext cx="333375" cy="426720"/>
            </a:xfrm>
            <a:custGeom>
              <a:avLst/>
              <a:gdLst/>
              <a:ahLst/>
              <a:cxnLst/>
              <a:rect l="l" t="t" r="r" b="b"/>
              <a:pathLst>
                <a:path w="333375" h="426719">
                  <a:moveTo>
                    <a:pt x="0" y="0"/>
                  </a:moveTo>
                  <a:lnTo>
                    <a:pt x="0" y="426719"/>
                  </a:lnTo>
                  <a:lnTo>
                    <a:pt x="332994" y="426719"/>
                  </a:lnTo>
                  <a:lnTo>
                    <a:pt x="3329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03" name="object 4503"/>
            <p:cNvPicPr/>
            <p:nvPr/>
          </p:nvPicPr>
          <p:blipFill>
            <a:blip r:embed="rId252" cstate="print"/>
            <a:stretch>
              <a:fillRect/>
            </a:stretch>
          </p:blipFill>
          <p:spPr>
            <a:xfrm>
              <a:off x="1196111" y="2476757"/>
              <a:ext cx="116585" cy="211073"/>
            </a:xfrm>
            <a:prstGeom prst="rect">
              <a:avLst/>
            </a:prstGeom>
          </p:spPr>
        </p:pic>
        <p:sp>
          <p:nvSpPr>
            <p:cNvPr id="4504" name="object 4504"/>
            <p:cNvSpPr/>
            <p:nvPr/>
          </p:nvSpPr>
          <p:spPr>
            <a:xfrm>
              <a:off x="1142390" y="273469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09" y="0"/>
                  </a:move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5" name="object 4505"/>
            <p:cNvSpPr/>
            <p:nvPr/>
          </p:nvSpPr>
          <p:spPr>
            <a:xfrm>
              <a:off x="1142390" y="273469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6" name="object 4506"/>
            <p:cNvSpPr/>
            <p:nvPr/>
          </p:nvSpPr>
          <p:spPr>
            <a:xfrm>
              <a:off x="1142390" y="257238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7" name="object 4507"/>
            <p:cNvSpPr/>
            <p:nvPr/>
          </p:nvSpPr>
          <p:spPr>
            <a:xfrm>
              <a:off x="1142390" y="257238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8" name="object 4508"/>
            <p:cNvSpPr/>
            <p:nvPr/>
          </p:nvSpPr>
          <p:spPr>
            <a:xfrm>
              <a:off x="1142390" y="2572388"/>
              <a:ext cx="3810" cy="162560"/>
            </a:xfrm>
            <a:custGeom>
              <a:avLst/>
              <a:gdLst/>
              <a:ahLst/>
              <a:cxnLst/>
              <a:rect l="l" t="t" r="r" b="b"/>
              <a:pathLst>
                <a:path w="3809" h="162560">
                  <a:moveTo>
                    <a:pt x="3810" y="0"/>
                  </a:moveTo>
                  <a:lnTo>
                    <a:pt x="3810" y="162305"/>
                  </a:lnTo>
                  <a:lnTo>
                    <a:pt x="0" y="162305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9" name="object 4509"/>
            <p:cNvSpPr/>
            <p:nvPr/>
          </p:nvSpPr>
          <p:spPr>
            <a:xfrm>
              <a:off x="1142390" y="2572388"/>
              <a:ext cx="3810" cy="162560"/>
            </a:xfrm>
            <a:custGeom>
              <a:avLst/>
              <a:gdLst/>
              <a:ahLst/>
              <a:cxnLst/>
              <a:rect l="l" t="t" r="r" b="b"/>
              <a:pathLst>
                <a:path w="3809" h="162560">
                  <a:moveTo>
                    <a:pt x="3810" y="0"/>
                  </a:moveTo>
                  <a:lnTo>
                    <a:pt x="3810" y="162305"/>
                  </a:lnTo>
                  <a:lnTo>
                    <a:pt x="0" y="162305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0" name="object 4510"/>
            <p:cNvSpPr/>
            <p:nvPr/>
          </p:nvSpPr>
          <p:spPr>
            <a:xfrm>
              <a:off x="1122578" y="2692022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5" h="43180">
                  <a:moveTo>
                    <a:pt x="43434" y="0"/>
                  </a:moveTo>
                  <a:lnTo>
                    <a:pt x="0" y="0"/>
                  </a:lnTo>
                  <a:lnTo>
                    <a:pt x="22098" y="42672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1" name="object 4511"/>
            <p:cNvSpPr/>
            <p:nvPr/>
          </p:nvSpPr>
          <p:spPr>
            <a:xfrm>
              <a:off x="1122578" y="2692022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5" h="43180">
                  <a:moveTo>
                    <a:pt x="0" y="0"/>
                  </a:moveTo>
                  <a:lnTo>
                    <a:pt x="22098" y="42672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2" name="object 4512"/>
            <p:cNvSpPr/>
            <p:nvPr/>
          </p:nvSpPr>
          <p:spPr>
            <a:xfrm>
              <a:off x="1121054" y="2691260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25146" y="44196"/>
                  </a:moveTo>
                  <a:lnTo>
                    <a:pt x="22098" y="42672"/>
                  </a:lnTo>
                  <a:lnTo>
                    <a:pt x="23622" y="39624"/>
                  </a:lnTo>
                  <a:lnTo>
                    <a:pt x="3810" y="0"/>
                  </a:lnTo>
                  <a:lnTo>
                    <a:pt x="0" y="2286"/>
                  </a:lnTo>
                  <a:lnTo>
                    <a:pt x="23622" y="48006"/>
                  </a:lnTo>
                  <a:lnTo>
                    <a:pt x="25146" y="441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3" name="object 4513"/>
            <p:cNvSpPr/>
            <p:nvPr/>
          </p:nvSpPr>
          <p:spPr>
            <a:xfrm>
              <a:off x="1121054" y="2691260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0" y="2286"/>
                  </a:moveTo>
                  <a:lnTo>
                    <a:pt x="3810" y="0"/>
                  </a:lnTo>
                  <a:lnTo>
                    <a:pt x="23622" y="39624"/>
                  </a:lnTo>
                  <a:lnTo>
                    <a:pt x="22098" y="42672"/>
                  </a:lnTo>
                  <a:lnTo>
                    <a:pt x="25146" y="44196"/>
                  </a:lnTo>
                  <a:lnTo>
                    <a:pt x="23622" y="48006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4" name="object 4514"/>
            <p:cNvSpPr/>
            <p:nvPr/>
          </p:nvSpPr>
          <p:spPr>
            <a:xfrm>
              <a:off x="1143152" y="2690498"/>
              <a:ext cx="26034" cy="45085"/>
            </a:xfrm>
            <a:custGeom>
              <a:avLst/>
              <a:gdLst/>
              <a:ahLst/>
              <a:cxnLst/>
              <a:rect l="l" t="t" r="r" b="b"/>
              <a:pathLst>
                <a:path w="26034" h="45085">
                  <a:moveTo>
                    <a:pt x="25907" y="0"/>
                  </a:moveTo>
                  <a:lnTo>
                    <a:pt x="22859" y="0"/>
                  </a:lnTo>
                  <a:lnTo>
                    <a:pt x="22859" y="3810"/>
                  </a:lnTo>
                  <a:lnTo>
                    <a:pt x="19811" y="3810"/>
                  </a:lnTo>
                  <a:lnTo>
                    <a:pt x="0" y="43434"/>
                  </a:lnTo>
                  <a:lnTo>
                    <a:pt x="3047" y="44958"/>
                  </a:lnTo>
                  <a:lnTo>
                    <a:pt x="259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5" name="object 4515"/>
            <p:cNvSpPr/>
            <p:nvPr/>
          </p:nvSpPr>
          <p:spPr>
            <a:xfrm>
              <a:off x="1143152" y="2690498"/>
              <a:ext cx="26034" cy="45085"/>
            </a:xfrm>
            <a:custGeom>
              <a:avLst/>
              <a:gdLst/>
              <a:ahLst/>
              <a:cxnLst/>
              <a:rect l="l" t="t" r="r" b="b"/>
              <a:pathLst>
                <a:path w="26034" h="45085">
                  <a:moveTo>
                    <a:pt x="3047" y="44958"/>
                  </a:moveTo>
                  <a:lnTo>
                    <a:pt x="0" y="43434"/>
                  </a:lnTo>
                  <a:lnTo>
                    <a:pt x="19811" y="3810"/>
                  </a:lnTo>
                  <a:lnTo>
                    <a:pt x="22859" y="3810"/>
                  </a:lnTo>
                  <a:lnTo>
                    <a:pt x="22859" y="0"/>
                  </a:lnTo>
                  <a:lnTo>
                    <a:pt x="25907" y="0"/>
                  </a:lnTo>
                  <a:lnTo>
                    <a:pt x="3047" y="449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6" name="object 4516"/>
            <p:cNvSpPr/>
            <p:nvPr/>
          </p:nvSpPr>
          <p:spPr>
            <a:xfrm>
              <a:off x="1119530" y="2690498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90" h="3810">
                  <a:moveTo>
                    <a:pt x="46481" y="3810"/>
                  </a:moveTo>
                  <a:lnTo>
                    <a:pt x="46481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5333" y="762"/>
                  </a:lnTo>
                  <a:lnTo>
                    <a:pt x="6095" y="3810"/>
                  </a:lnTo>
                  <a:lnTo>
                    <a:pt x="4648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7" name="object 4517"/>
            <p:cNvSpPr/>
            <p:nvPr/>
          </p:nvSpPr>
          <p:spPr>
            <a:xfrm>
              <a:off x="1119530" y="2690498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90" h="3810">
                  <a:moveTo>
                    <a:pt x="46481" y="0"/>
                  </a:moveTo>
                  <a:lnTo>
                    <a:pt x="46481" y="3810"/>
                  </a:lnTo>
                  <a:lnTo>
                    <a:pt x="6095" y="3810"/>
                  </a:lnTo>
                  <a:lnTo>
                    <a:pt x="5333" y="762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4648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8" name="object 4518"/>
            <p:cNvSpPr/>
            <p:nvPr/>
          </p:nvSpPr>
          <p:spPr>
            <a:xfrm>
              <a:off x="836053" y="2347153"/>
              <a:ext cx="1295400" cy="2938780"/>
            </a:xfrm>
            <a:custGeom>
              <a:avLst/>
              <a:gdLst/>
              <a:ahLst/>
              <a:cxnLst/>
              <a:rect l="l" t="t" r="r" b="b"/>
              <a:pathLst>
                <a:path w="1295400" h="2938779">
                  <a:moveTo>
                    <a:pt x="45720" y="37033"/>
                  </a:moveTo>
                  <a:lnTo>
                    <a:pt x="35052" y="33985"/>
                  </a:lnTo>
                  <a:lnTo>
                    <a:pt x="33528" y="39319"/>
                  </a:lnTo>
                  <a:lnTo>
                    <a:pt x="31242" y="42367"/>
                  </a:lnTo>
                  <a:lnTo>
                    <a:pt x="23622" y="45415"/>
                  </a:lnTo>
                  <a:lnTo>
                    <a:pt x="18288" y="44653"/>
                  </a:lnTo>
                  <a:lnTo>
                    <a:pt x="12192" y="38557"/>
                  </a:lnTo>
                  <a:lnTo>
                    <a:pt x="10668" y="31699"/>
                  </a:lnTo>
                  <a:lnTo>
                    <a:pt x="11430" y="18745"/>
                  </a:lnTo>
                  <a:lnTo>
                    <a:pt x="16002" y="11125"/>
                  </a:lnTo>
                  <a:lnTo>
                    <a:pt x="23622" y="8839"/>
                  </a:lnTo>
                  <a:lnTo>
                    <a:pt x="31242" y="11125"/>
                  </a:lnTo>
                  <a:lnTo>
                    <a:pt x="33528" y="14173"/>
                  </a:lnTo>
                  <a:lnTo>
                    <a:pt x="35052" y="17983"/>
                  </a:lnTo>
                  <a:lnTo>
                    <a:pt x="44958" y="15697"/>
                  </a:lnTo>
                  <a:lnTo>
                    <a:pt x="42672" y="9601"/>
                  </a:lnTo>
                  <a:lnTo>
                    <a:pt x="36576" y="2743"/>
                  </a:lnTo>
                  <a:lnTo>
                    <a:pt x="24041" y="0"/>
                  </a:lnTo>
                  <a:lnTo>
                    <a:pt x="13055" y="2387"/>
                  </a:lnTo>
                  <a:lnTo>
                    <a:pt x="4686" y="9715"/>
                  </a:lnTo>
                  <a:lnTo>
                    <a:pt x="0" y="21793"/>
                  </a:lnTo>
                  <a:lnTo>
                    <a:pt x="0" y="33985"/>
                  </a:lnTo>
                  <a:lnTo>
                    <a:pt x="1524" y="38557"/>
                  </a:lnTo>
                  <a:lnTo>
                    <a:pt x="6858" y="47701"/>
                  </a:lnTo>
                  <a:lnTo>
                    <a:pt x="13716" y="53035"/>
                  </a:lnTo>
                  <a:lnTo>
                    <a:pt x="23622" y="54559"/>
                  </a:lnTo>
                  <a:lnTo>
                    <a:pt x="31242" y="53797"/>
                  </a:lnTo>
                  <a:lnTo>
                    <a:pt x="39624" y="47701"/>
                  </a:lnTo>
                  <a:lnTo>
                    <a:pt x="45720" y="37033"/>
                  </a:lnTo>
                  <a:close/>
                </a:path>
                <a:path w="1295400" h="2938779">
                  <a:moveTo>
                    <a:pt x="102108" y="53797"/>
                  </a:moveTo>
                  <a:lnTo>
                    <a:pt x="96774" y="40081"/>
                  </a:lnTo>
                  <a:lnTo>
                    <a:pt x="86106" y="14935"/>
                  </a:lnTo>
                  <a:lnTo>
                    <a:pt x="82296" y="5143"/>
                  </a:lnTo>
                  <a:lnTo>
                    <a:pt x="82296" y="32461"/>
                  </a:lnTo>
                  <a:lnTo>
                    <a:pt x="67818" y="32461"/>
                  </a:lnTo>
                  <a:lnTo>
                    <a:pt x="70104" y="27889"/>
                  </a:lnTo>
                  <a:lnTo>
                    <a:pt x="73152" y="17983"/>
                  </a:lnTo>
                  <a:lnTo>
                    <a:pt x="75438" y="13411"/>
                  </a:lnTo>
                  <a:lnTo>
                    <a:pt x="76962" y="17983"/>
                  </a:lnTo>
                  <a:lnTo>
                    <a:pt x="80772" y="27889"/>
                  </a:lnTo>
                  <a:lnTo>
                    <a:pt x="82296" y="32461"/>
                  </a:lnTo>
                  <a:lnTo>
                    <a:pt x="82296" y="5143"/>
                  </a:lnTo>
                  <a:lnTo>
                    <a:pt x="80772" y="1219"/>
                  </a:lnTo>
                  <a:lnTo>
                    <a:pt x="69342" y="1219"/>
                  </a:lnTo>
                  <a:lnTo>
                    <a:pt x="48768" y="53797"/>
                  </a:lnTo>
                  <a:lnTo>
                    <a:pt x="60198" y="53797"/>
                  </a:lnTo>
                  <a:lnTo>
                    <a:pt x="61722" y="50749"/>
                  </a:lnTo>
                  <a:lnTo>
                    <a:pt x="64008" y="44653"/>
                  </a:lnTo>
                  <a:lnTo>
                    <a:pt x="64770" y="41605"/>
                  </a:lnTo>
                  <a:lnTo>
                    <a:pt x="67818" y="41605"/>
                  </a:lnTo>
                  <a:lnTo>
                    <a:pt x="82296" y="41605"/>
                  </a:lnTo>
                  <a:lnTo>
                    <a:pt x="86106" y="41605"/>
                  </a:lnTo>
                  <a:lnTo>
                    <a:pt x="86868" y="44653"/>
                  </a:lnTo>
                  <a:lnTo>
                    <a:pt x="89154" y="50749"/>
                  </a:lnTo>
                  <a:lnTo>
                    <a:pt x="90678" y="53797"/>
                  </a:lnTo>
                  <a:lnTo>
                    <a:pt x="102108" y="53797"/>
                  </a:lnTo>
                  <a:close/>
                </a:path>
                <a:path w="1295400" h="2938779">
                  <a:moveTo>
                    <a:pt x="148958" y="18529"/>
                  </a:moveTo>
                  <a:lnTo>
                    <a:pt x="137160" y="1460"/>
                  </a:lnTo>
                  <a:lnTo>
                    <a:pt x="137160" y="15697"/>
                  </a:lnTo>
                  <a:lnTo>
                    <a:pt x="137160" y="20269"/>
                  </a:lnTo>
                  <a:lnTo>
                    <a:pt x="136398" y="21793"/>
                  </a:lnTo>
                  <a:lnTo>
                    <a:pt x="135636" y="22555"/>
                  </a:lnTo>
                  <a:lnTo>
                    <a:pt x="132588" y="24079"/>
                  </a:lnTo>
                  <a:lnTo>
                    <a:pt x="131064" y="24079"/>
                  </a:lnTo>
                  <a:lnTo>
                    <a:pt x="128473" y="24726"/>
                  </a:lnTo>
                  <a:lnTo>
                    <a:pt x="118110" y="24841"/>
                  </a:lnTo>
                  <a:lnTo>
                    <a:pt x="118110" y="9601"/>
                  </a:lnTo>
                  <a:lnTo>
                    <a:pt x="129540" y="9601"/>
                  </a:lnTo>
                  <a:lnTo>
                    <a:pt x="131064" y="10363"/>
                  </a:lnTo>
                  <a:lnTo>
                    <a:pt x="133350" y="10363"/>
                  </a:lnTo>
                  <a:lnTo>
                    <a:pt x="134874" y="11125"/>
                  </a:lnTo>
                  <a:lnTo>
                    <a:pt x="137160" y="15697"/>
                  </a:lnTo>
                  <a:lnTo>
                    <a:pt x="137160" y="1460"/>
                  </a:lnTo>
                  <a:lnTo>
                    <a:pt x="133350" y="165"/>
                  </a:lnTo>
                  <a:lnTo>
                    <a:pt x="128473" y="1536"/>
                  </a:lnTo>
                  <a:lnTo>
                    <a:pt x="120396" y="1219"/>
                  </a:lnTo>
                  <a:lnTo>
                    <a:pt x="107442" y="1219"/>
                  </a:lnTo>
                  <a:lnTo>
                    <a:pt x="107442" y="53797"/>
                  </a:lnTo>
                  <a:lnTo>
                    <a:pt x="118110" y="53797"/>
                  </a:lnTo>
                  <a:lnTo>
                    <a:pt x="118110" y="33985"/>
                  </a:lnTo>
                  <a:lnTo>
                    <a:pt x="129540" y="33985"/>
                  </a:lnTo>
                  <a:lnTo>
                    <a:pt x="133350" y="33223"/>
                  </a:lnTo>
                  <a:lnTo>
                    <a:pt x="136398" y="33223"/>
                  </a:lnTo>
                  <a:lnTo>
                    <a:pt x="137160" y="32969"/>
                  </a:lnTo>
                  <a:lnTo>
                    <a:pt x="138684" y="32461"/>
                  </a:lnTo>
                  <a:lnTo>
                    <a:pt x="140208" y="31699"/>
                  </a:lnTo>
                  <a:lnTo>
                    <a:pt x="141732" y="30175"/>
                  </a:lnTo>
                  <a:lnTo>
                    <a:pt x="144018" y="29413"/>
                  </a:lnTo>
                  <a:lnTo>
                    <a:pt x="144780" y="27127"/>
                  </a:lnTo>
                  <a:lnTo>
                    <a:pt x="146304" y="24841"/>
                  </a:lnTo>
                  <a:lnTo>
                    <a:pt x="148958" y="18529"/>
                  </a:lnTo>
                  <a:close/>
                </a:path>
                <a:path w="1295400" h="2938779">
                  <a:moveTo>
                    <a:pt x="208026" y="1219"/>
                  </a:moveTo>
                  <a:lnTo>
                    <a:pt x="192024" y="1219"/>
                  </a:lnTo>
                  <a:lnTo>
                    <a:pt x="188976" y="10363"/>
                  </a:lnTo>
                  <a:lnTo>
                    <a:pt x="184404" y="27889"/>
                  </a:lnTo>
                  <a:lnTo>
                    <a:pt x="182118" y="37033"/>
                  </a:lnTo>
                  <a:lnTo>
                    <a:pt x="179832" y="27889"/>
                  </a:lnTo>
                  <a:lnTo>
                    <a:pt x="175260" y="10363"/>
                  </a:lnTo>
                  <a:lnTo>
                    <a:pt x="172974" y="1219"/>
                  </a:lnTo>
                  <a:lnTo>
                    <a:pt x="156972" y="1219"/>
                  </a:lnTo>
                  <a:lnTo>
                    <a:pt x="156972" y="53797"/>
                  </a:lnTo>
                  <a:lnTo>
                    <a:pt x="166878" y="53797"/>
                  </a:lnTo>
                  <a:lnTo>
                    <a:pt x="166878" y="11887"/>
                  </a:lnTo>
                  <a:lnTo>
                    <a:pt x="169164" y="22555"/>
                  </a:lnTo>
                  <a:lnTo>
                    <a:pt x="174498" y="43129"/>
                  </a:lnTo>
                  <a:lnTo>
                    <a:pt x="176784" y="53797"/>
                  </a:lnTo>
                  <a:lnTo>
                    <a:pt x="187452" y="53797"/>
                  </a:lnTo>
                  <a:lnTo>
                    <a:pt x="189738" y="43129"/>
                  </a:lnTo>
                  <a:lnTo>
                    <a:pt x="195072" y="22555"/>
                  </a:lnTo>
                  <a:lnTo>
                    <a:pt x="198120" y="11887"/>
                  </a:lnTo>
                  <a:lnTo>
                    <a:pt x="198120" y="53797"/>
                  </a:lnTo>
                  <a:lnTo>
                    <a:pt x="208026" y="53797"/>
                  </a:lnTo>
                  <a:lnTo>
                    <a:pt x="208026" y="1219"/>
                  </a:lnTo>
                  <a:close/>
                </a:path>
                <a:path w="1295400" h="2938779">
                  <a:moveTo>
                    <a:pt x="1295400" y="2936443"/>
                  </a:moveTo>
                  <a:lnTo>
                    <a:pt x="1291590" y="2936443"/>
                  </a:lnTo>
                  <a:lnTo>
                    <a:pt x="1291590" y="2938729"/>
                  </a:lnTo>
                  <a:lnTo>
                    <a:pt x="1295400" y="2938729"/>
                  </a:lnTo>
                  <a:lnTo>
                    <a:pt x="1295400" y="2936443"/>
                  </a:lnTo>
                  <a:close/>
                </a:path>
                <a:path w="1295400" h="2938779">
                  <a:moveTo>
                    <a:pt x="1295400" y="2852623"/>
                  </a:moveTo>
                  <a:lnTo>
                    <a:pt x="1291590" y="2852623"/>
                  </a:lnTo>
                  <a:lnTo>
                    <a:pt x="1291590" y="2854147"/>
                  </a:lnTo>
                  <a:lnTo>
                    <a:pt x="1295400" y="2854147"/>
                  </a:lnTo>
                  <a:lnTo>
                    <a:pt x="1295400" y="2852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9" name="object 4519"/>
            <p:cNvSpPr/>
            <p:nvPr/>
          </p:nvSpPr>
          <p:spPr>
            <a:xfrm>
              <a:off x="2127656" y="5201288"/>
              <a:ext cx="3810" cy="82550"/>
            </a:xfrm>
            <a:custGeom>
              <a:avLst/>
              <a:gdLst/>
              <a:ahLst/>
              <a:cxnLst/>
              <a:rect l="l" t="t" r="r" b="b"/>
              <a:pathLst>
                <a:path w="3810" h="82550">
                  <a:moveTo>
                    <a:pt x="3810" y="0"/>
                  </a:moveTo>
                  <a:lnTo>
                    <a:pt x="3810" y="82295"/>
                  </a:lnTo>
                  <a:lnTo>
                    <a:pt x="0" y="82295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0" name="object 4520"/>
            <p:cNvSpPr/>
            <p:nvPr/>
          </p:nvSpPr>
          <p:spPr>
            <a:xfrm>
              <a:off x="2161171" y="5199777"/>
              <a:ext cx="3810" cy="86360"/>
            </a:xfrm>
            <a:custGeom>
              <a:avLst/>
              <a:gdLst/>
              <a:ahLst/>
              <a:cxnLst/>
              <a:rect l="l" t="t" r="r" b="b"/>
              <a:pathLst>
                <a:path w="3810" h="86360">
                  <a:moveTo>
                    <a:pt x="3810" y="83820"/>
                  </a:moveTo>
                  <a:lnTo>
                    <a:pt x="0" y="83820"/>
                  </a:lnTo>
                  <a:lnTo>
                    <a:pt x="0" y="86106"/>
                  </a:lnTo>
                  <a:lnTo>
                    <a:pt x="3810" y="86106"/>
                  </a:lnTo>
                  <a:lnTo>
                    <a:pt x="3810" y="83820"/>
                  </a:lnTo>
                  <a:close/>
                </a:path>
                <a:path w="3810" h="86360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1" name="object 4521"/>
            <p:cNvSpPr/>
            <p:nvPr/>
          </p:nvSpPr>
          <p:spPr>
            <a:xfrm>
              <a:off x="2161184" y="5201288"/>
              <a:ext cx="3810" cy="82550"/>
            </a:xfrm>
            <a:custGeom>
              <a:avLst/>
              <a:gdLst/>
              <a:ahLst/>
              <a:cxnLst/>
              <a:rect l="l" t="t" r="r" b="b"/>
              <a:pathLst>
                <a:path w="3810" h="82550">
                  <a:moveTo>
                    <a:pt x="3810" y="0"/>
                  </a:moveTo>
                  <a:lnTo>
                    <a:pt x="3810" y="82295"/>
                  </a:lnTo>
                  <a:lnTo>
                    <a:pt x="0" y="82295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2" name="object 4522"/>
            <p:cNvSpPr/>
            <p:nvPr/>
          </p:nvSpPr>
          <p:spPr>
            <a:xfrm>
              <a:off x="2199271" y="5199777"/>
              <a:ext cx="3810" cy="86360"/>
            </a:xfrm>
            <a:custGeom>
              <a:avLst/>
              <a:gdLst/>
              <a:ahLst/>
              <a:cxnLst/>
              <a:rect l="l" t="t" r="r" b="b"/>
              <a:pathLst>
                <a:path w="3810" h="86360">
                  <a:moveTo>
                    <a:pt x="3810" y="83820"/>
                  </a:moveTo>
                  <a:lnTo>
                    <a:pt x="0" y="83820"/>
                  </a:lnTo>
                  <a:lnTo>
                    <a:pt x="0" y="86106"/>
                  </a:lnTo>
                  <a:lnTo>
                    <a:pt x="3810" y="86106"/>
                  </a:lnTo>
                  <a:lnTo>
                    <a:pt x="3810" y="83820"/>
                  </a:lnTo>
                  <a:close/>
                </a:path>
                <a:path w="3810" h="86360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3" name="object 4523"/>
            <p:cNvSpPr/>
            <p:nvPr/>
          </p:nvSpPr>
          <p:spPr>
            <a:xfrm>
              <a:off x="2199284" y="5201288"/>
              <a:ext cx="3810" cy="82550"/>
            </a:xfrm>
            <a:custGeom>
              <a:avLst/>
              <a:gdLst/>
              <a:ahLst/>
              <a:cxnLst/>
              <a:rect l="l" t="t" r="r" b="b"/>
              <a:pathLst>
                <a:path w="3810" h="82550">
                  <a:moveTo>
                    <a:pt x="3810" y="0"/>
                  </a:moveTo>
                  <a:lnTo>
                    <a:pt x="3810" y="82295"/>
                  </a:lnTo>
                  <a:lnTo>
                    <a:pt x="0" y="82295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4" name="object 4524"/>
            <p:cNvSpPr/>
            <p:nvPr/>
          </p:nvSpPr>
          <p:spPr>
            <a:xfrm>
              <a:off x="3196729" y="5208921"/>
              <a:ext cx="3810" cy="86360"/>
            </a:xfrm>
            <a:custGeom>
              <a:avLst/>
              <a:gdLst/>
              <a:ahLst/>
              <a:cxnLst/>
              <a:rect l="l" t="t" r="r" b="b"/>
              <a:pathLst>
                <a:path w="3810" h="86360">
                  <a:moveTo>
                    <a:pt x="3810" y="84582"/>
                  </a:moveTo>
                  <a:lnTo>
                    <a:pt x="12" y="84582"/>
                  </a:lnTo>
                  <a:lnTo>
                    <a:pt x="12" y="86106"/>
                  </a:lnTo>
                  <a:lnTo>
                    <a:pt x="3810" y="86106"/>
                  </a:lnTo>
                  <a:lnTo>
                    <a:pt x="3810" y="84582"/>
                  </a:lnTo>
                  <a:close/>
                </a:path>
                <a:path w="3810" h="86360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5" name="object 4525"/>
            <p:cNvSpPr/>
            <p:nvPr/>
          </p:nvSpPr>
          <p:spPr>
            <a:xfrm>
              <a:off x="3196742" y="5211194"/>
              <a:ext cx="3810" cy="82550"/>
            </a:xfrm>
            <a:custGeom>
              <a:avLst/>
              <a:gdLst/>
              <a:ahLst/>
              <a:cxnLst/>
              <a:rect l="l" t="t" r="r" b="b"/>
              <a:pathLst>
                <a:path w="3810" h="82550">
                  <a:moveTo>
                    <a:pt x="3809" y="0"/>
                  </a:moveTo>
                  <a:lnTo>
                    <a:pt x="3809" y="82296"/>
                  </a:lnTo>
                  <a:lnTo>
                    <a:pt x="0" y="82296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6" name="object 4526"/>
            <p:cNvSpPr/>
            <p:nvPr/>
          </p:nvSpPr>
          <p:spPr>
            <a:xfrm>
              <a:off x="3231019" y="5208921"/>
              <a:ext cx="3810" cy="86360"/>
            </a:xfrm>
            <a:custGeom>
              <a:avLst/>
              <a:gdLst/>
              <a:ahLst/>
              <a:cxnLst/>
              <a:rect l="l" t="t" r="r" b="b"/>
              <a:pathLst>
                <a:path w="3810" h="86360">
                  <a:moveTo>
                    <a:pt x="3810" y="84582"/>
                  </a:moveTo>
                  <a:lnTo>
                    <a:pt x="12" y="84582"/>
                  </a:lnTo>
                  <a:lnTo>
                    <a:pt x="12" y="86106"/>
                  </a:lnTo>
                  <a:lnTo>
                    <a:pt x="3810" y="86106"/>
                  </a:lnTo>
                  <a:lnTo>
                    <a:pt x="3810" y="84582"/>
                  </a:lnTo>
                  <a:close/>
                </a:path>
                <a:path w="3810" h="86360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7" name="object 4527"/>
            <p:cNvSpPr/>
            <p:nvPr/>
          </p:nvSpPr>
          <p:spPr>
            <a:xfrm>
              <a:off x="3231032" y="5211194"/>
              <a:ext cx="3810" cy="82550"/>
            </a:xfrm>
            <a:custGeom>
              <a:avLst/>
              <a:gdLst/>
              <a:ahLst/>
              <a:cxnLst/>
              <a:rect l="l" t="t" r="r" b="b"/>
              <a:pathLst>
                <a:path w="3810" h="82550">
                  <a:moveTo>
                    <a:pt x="3809" y="0"/>
                  </a:moveTo>
                  <a:lnTo>
                    <a:pt x="3809" y="82296"/>
                  </a:lnTo>
                  <a:lnTo>
                    <a:pt x="0" y="82296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8" name="object 4528"/>
            <p:cNvSpPr/>
            <p:nvPr/>
          </p:nvSpPr>
          <p:spPr>
            <a:xfrm>
              <a:off x="3268357" y="5208921"/>
              <a:ext cx="3810" cy="86360"/>
            </a:xfrm>
            <a:custGeom>
              <a:avLst/>
              <a:gdLst/>
              <a:ahLst/>
              <a:cxnLst/>
              <a:rect l="l" t="t" r="r" b="b"/>
              <a:pathLst>
                <a:path w="3810" h="86360">
                  <a:moveTo>
                    <a:pt x="3810" y="84582"/>
                  </a:moveTo>
                  <a:lnTo>
                    <a:pt x="12" y="84582"/>
                  </a:lnTo>
                  <a:lnTo>
                    <a:pt x="12" y="86106"/>
                  </a:lnTo>
                  <a:lnTo>
                    <a:pt x="3810" y="86106"/>
                  </a:lnTo>
                  <a:lnTo>
                    <a:pt x="3810" y="84582"/>
                  </a:lnTo>
                  <a:close/>
                </a:path>
                <a:path w="3810" h="86360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9" name="object 4529"/>
            <p:cNvSpPr/>
            <p:nvPr/>
          </p:nvSpPr>
          <p:spPr>
            <a:xfrm>
              <a:off x="3268370" y="5211194"/>
              <a:ext cx="3810" cy="82550"/>
            </a:xfrm>
            <a:custGeom>
              <a:avLst/>
              <a:gdLst/>
              <a:ahLst/>
              <a:cxnLst/>
              <a:rect l="l" t="t" r="r" b="b"/>
              <a:pathLst>
                <a:path w="3810" h="82550">
                  <a:moveTo>
                    <a:pt x="3809" y="0"/>
                  </a:moveTo>
                  <a:lnTo>
                    <a:pt x="3809" y="82296"/>
                  </a:lnTo>
                  <a:lnTo>
                    <a:pt x="0" y="82296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0" name="object 4530"/>
            <p:cNvSpPr/>
            <p:nvPr/>
          </p:nvSpPr>
          <p:spPr>
            <a:xfrm>
              <a:off x="2958223" y="5871098"/>
              <a:ext cx="659130" cy="59690"/>
            </a:xfrm>
            <a:custGeom>
              <a:avLst/>
              <a:gdLst/>
              <a:ahLst/>
              <a:cxnLst/>
              <a:rect l="l" t="t" r="r" b="b"/>
              <a:pathLst>
                <a:path w="659129" h="59689">
                  <a:moveTo>
                    <a:pt x="36576" y="0"/>
                  </a:moveTo>
                  <a:lnTo>
                    <a:pt x="0" y="0"/>
                  </a:lnTo>
                  <a:lnTo>
                    <a:pt x="0" y="46482"/>
                  </a:lnTo>
                  <a:lnTo>
                    <a:pt x="6096" y="46482"/>
                  </a:lnTo>
                  <a:lnTo>
                    <a:pt x="6096" y="6096"/>
                  </a:lnTo>
                  <a:lnTo>
                    <a:pt x="29718" y="6096"/>
                  </a:lnTo>
                  <a:lnTo>
                    <a:pt x="29718" y="46482"/>
                  </a:lnTo>
                  <a:lnTo>
                    <a:pt x="36576" y="46482"/>
                  </a:lnTo>
                  <a:lnTo>
                    <a:pt x="36576" y="0"/>
                  </a:lnTo>
                  <a:close/>
                </a:path>
                <a:path w="659129" h="59689">
                  <a:moveTo>
                    <a:pt x="74676" y="29718"/>
                  </a:moveTo>
                  <a:lnTo>
                    <a:pt x="73152" y="23622"/>
                  </a:lnTo>
                  <a:lnTo>
                    <a:pt x="73152" y="20574"/>
                  </a:lnTo>
                  <a:lnTo>
                    <a:pt x="70104" y="16002"/>
                  </a:lnTo>
                  <a:lnTo>
                    <a:pt x="68580" y="14986"/>
                  </a:lnTo>
                  <a:lnTo>
                    <a:pt x="68580" y="25146"/>
                  </a:lnTo>
                  <a:lnTo>
                    <a:pt x="68580" y="33528"/>
                  </a:lnTo>
                  <a:lnTo>
                    <a:pt x="67818" y="36576"/>
                  </a:lnTo>
                  <a:lnTo>
                    <a:pt x="66294" y="39624"/>
                  </a:lnTo>
                  <a:lnTo>
                    <a:pt x="64008" y="41148"/>
                  </a:lnTo>
                  <a:lnTo>
                    <a:pt x="59436" y="42672"/>
                  </a:lnTo>
                  <a:lnTo>
                    <a:pt x="54864" y="41148"/>
                  </a:lnTo>
                  <a:lnTo>
                    <a:pt x="53340" y="39624"/>
                  </a:lnTo>
                  <a:lnTo>
                    <a:pt x="51816" y="37338"/>
                  </a:lnTo>
                  <a:lnTo>
                    <a:pt x="51054" y="33528"/>
                  </a:lnTo>
                  <a:lnTo>
                    <a:pt x="51054" y="25908"/>
                  </a:lnTo>
                  <a:lnTo>
                    <a:pt x="51816" y="22860"/>
                  </a:lnTo>
                  <a:lnTo>
                    <a:pt x="55854" y="17792"/>
                  </a:lnTo>
                  <a:lnTo>
                    <a:pt x="61087" y="16776"/>
                  </a:lnTo>
                  <a:lnTo>
                    <a:pt x="65874" y="19367"/>
                  </a:lnTo>
                  <a:lnTo>
                    <a:pt x="68580" y="25146"/>
                  </a:lnTo>
                  <a:lnTo>
                    <a:pt x="68580" y="14986"/>
                  </a:lnTo>
                  <a:lnTo>
                    <a:pt x="65532" y="12954"/>
                  </a:lnTo>
                  <a:lnTo>
                    <a:pt x="63246" y="12192"/>
                  </a:lnTo>
                  <a:lnTo>
                    <a:pt x="58674" y="12192"/>
                  </a:lnTo>
                  <a:lnTo>
                    <a:pt x="56388" y="12954"/>
                  </a:lnTo>
                  <a:lnTo>
                    <a:pt x="53340" y="14478"/>
                  </a:lnTo>
                  <a:lnTo>
                    <a:pt x="51816" y="16002"/>
                  </a:lnTo>
                  <a:lnTo>
                    <a:pt x="51054" y="17526"/>
                  </a:lnTo>
                  <a:lnTo>
                    <a:pt x="51054" y="12954"/>
                  </a:lnTo>
                  <a:lnTo>
                    <a:pt x="45720" y="12954"/>
                  </a:lnTo>
                  <a:lnTo>
                    <a:pt x="45720" y="59436"/>
                  </a:lnTo>
                  <a:lnTo>
                    <a:pt x="51054" y="59436"/>
                  </a:lnTo>
                  <a:lnTo>
                    <a:pt x="51054" y="42672"/>
                  </a:lnTo>
                  <a:lnTo>
                    <a:pt x="53340" y="44958"/>
                  </a:lnTo>
                  <a:lnTo>
                    <a:pt x="57912" y="47244"/>
                  </a:lnTo>
                  <a:lnTo>
                    <a:pt x="62484" y="47244"/>
                  </a:lnTo>
                  <a:lnTo>
                    <a:pt x="65532" y="46482"/>
                  </a:lnTo>
                  <a:lnTo>
                    <a:pt x="67818" y="44958"/>
                  </a:lnTo>
                  <a:lnTo>
                    <a:pt x="68580" y="44196"/>
                  </a:lnTo>
                  <a:lnTo>
                    <a:pt x="71628" y="41148"/>
                  </a:lnTo>
                  <a:lnTo>
                    <a:pt x="73152" y="38862"/>
                  </a:lnTo>
                  <a:lnTo>
                    <a:pt x="73152" y="35814"/>
                  </a:lnTo>
                  <a:lnTo>
                    <a:pt x="74676" y="29718"/>
                  </a:lnTo>
                  <a:close/>
                </a:path>
                <a:path w="659129" h="59689">
                  <a:moveTo>
                    <a:pt x="110490" y="29718"/>
                  </a:moveTo>
                  <a:lnTo>
                    <a:pt x="107213" y="18427"/>
                  </a:lnTo>
                  <a:lnTo>
                    <a:pt x="104394" y="16497"/>
                  </a:lnTo>
                  <a:lnTo>
                    <a:pt x="104394" y="26670"/>
                  </a:lnTo>
                  <a:lnTo>
                    <a:pt x="85344" y="26670"/>
                  </a:lnTo>
                  <a:lnTo>
                    <a:pt x="86106" y="23622"/>
                  </a:lnTo>
                  <a:lnTo>
                    <a:pt x="86868" y="21336"/>
                  </a:lnTo>
                  <a:lnTo>
                    <a:pt x="88392" y="19050"/>
                  </a:lnTo>
                  <a:lnTo>
                    <a:pt x="89916" y="18288"/>
                  </a:lnTo>
                  <a:lnTo>
                    <a:pt x="92202" y="16764"/>
                  </a:lnTo>
                  <a:lnTo>
                    <a:pt x="97536" y="16764"/>
                  </a:lnTo>
                  <a:lnTo>
                    <a:pt x="102108" y="19812"/>
                  </a:lnTo>
                  <a:lnTo>
                    <a:pt x="102870" y="22098"/>
                  </a:lnTo>
                  <a:lnTo>
                    <a:pt x="103632" y="23622"/>
                  </a:lnTo>
                  <a:lnTo>
                    <a:pt x="104394" y="26670"/>
                  </a:lnTo>
                  <a:lnTo>
                    <a:pt x="104394" y="16497"/>
                  </a:lnTo>
                  <a:lnTo>
                    <a:pt x="99060" y="12827"/>
                  </a:lnTo>
                  <a:lnTo>
                    <a:pt x="89204" y="13385"/>
                  </a:lnTo>
                  <a:lnTo>
                    <a:pt x="80772" y="20574"/>
                  </a:lnTo>
                  <a:lnTo>
                    <a:pt x="80010" y="24384"/>
                  </a:lnTo>
                  <a:lnTo>
                    <a:pt x="79248" y="29718"/>
                  </a:lnTo>
                  <a:lnTo>
                    <a:pt x="80010" y="35052"/>
                  </a:lnTo>
                  <a:lnTo>
                    <a:pt x="80772" y="39624"/>
                  </a:lnTo>
                  <a:lnTo>
                    <a:pt x="85344" y="44196"/>
                  </a:lnTo>
                  <a:lnTo>
                    <a:pt x="86868" y="45720"/>
                  </a:lnTo>
                  <a:lnTo>
                    <a:pt x="90678" y="47244"/>
                  </a:lnTo>
                  <a:lnTo>
                    <a:pt x="99060" y="47244"/>
                  </a:lnTo>
                  <a:lnTo>
                    <a:pt x="105156" y="44196"/>
                  </a:lnTo>
                  <a:lnTo>
                    <a:pt x="106680" y="41910"/>
                  </a:lnTo>
                  <a:lnTo>
                    <a:pt x="108966" y="39624"/>
                  </a:lnTo>
                  <a:lnTo>
                    <a:pt x="109728" y="36576"/>
                  </a:lnTo>
                  <a:lnTo>
                    <a:pt x="108204" y="36576"/>
                  </a:lnTo>
                  <a:lnTo>
                    <a:pt x="105918" y="35814"/>
                  </a:lnTo>
                  <a:lnTo>
                    <a:pt x="104394" y="35814"/>
                  </a:lnTo>
                  <a:lnTo>
                    <a:pt x="102870" y="38100"/>
                  </a:lnTo>
                  <a:lnTo>
                    <a:pt x="98818" y="42151"/>
                  </a:lnTo>
                  <a:lnTo>
                    <a:pt x="93078" y="42291"/>
                  </a:lnTo>
                  <a:lnTo>
                    <a:pt x="87858" y="39382"/>
                  </a:lnTo>
                  <a:lnTo>
                    <a:pt x="85344" y="34290"/>
                  </a:lnTo>
                  <a:lnTo>
                    <a:pt x="85344" y="31242"/>
                  </a:lnTo>
                  <a:lnTo>
                    <a:pt x="104394" y="31242"/>
                  </a:lnTo>
                  <a:lnTo>
                    <a:pt x="110490" y="31242"/>
                  </a:lnTo>
                  <a:lnTo>
                    <a:pt x="110490" y="29718"/>
                  </a:lnTo>
                  <a:close/>
                </a:path>
                <a:path w="659129" h="59689">
                  <a:moveTo>
                    <a:pt x="145542" y="26670"/>
                  </a:moveTo>
                  <a:lnTo>
                    <a:pt x="143179" y="18948"/>
                  </a:lnTo>
                  <a:lnTo>
                    <a:pt x="140208" y="15481"/>
                  </a:lnTo>
                  <a:lnTo>
                    <a:pt x="140208" y="25146"/>
                  </a:lnTo>
                  <a:lnTo>
                    <a:pt x="140208" y="33528"/>
                  </a:lnTo>
                  <a:lnTo>
                    <a:pt x="137160" y="39624"/>
                  </a:lnTo>
                  <a:lnTo>
                    <a:pt x="135636" y="41148"/>
                  </a:lnTo>
                  <a:lnTo>
                    <a:pt x="131064" y="42672"/>
                  </a:lnTo>
                  <a:lnTo>
                    <a:pt x="126492" y="41148"/>
                  </a:lnTo>
                  <a:lnTo>
                    <a:pt x="124968" y="39624"/>
                  </a:lnTo>
                  <a:lnTo>
                    <a:pt x="123444" y="37338"/>
                  </a:lnTo>
                  <a:lnTo>
                    <a:pt x="122682" y="33528"/>
                  </a:lnTo>
                  <a:lnTo>
                    <a:pt x="122682" y="25908"/>
                  </a:lnTo>
                  <a:lnTo>
                    <a:pt x="123444" y="22860"/>
                  </a:lnTo>
                  <a:lnTo>
                    <a:pt x="127622" y="17703"/>
                  </a:lnTo>
                  <a:lnTo>
                    <a:pt x="132397" y="16751"/>
                  </a:lnTo>
                  <a:lnTo>
                    <a:pt x="136893" y="19418"/>
                  </a:lnTo>
                  <a:lnTo>
                    <a:pt x="140208" y="25146"/>
                  </a:lnTo>
                  <a:lnTo>
                    <a:pt x="140208" y="15481"/>
                  </a:lnTo>
                  <a:lnTo>
                    <a:pt x="138785" y="13804"/>
                  </a:lnTo>
                  <a:lnTo>
                    <a:pt x="132638" y="12026"/>
                  </a:lnTo>
                  <a:lnTo>
                    <a:pt x="124968" y="14478"/>
                  </a:lnTo>
                  <a:lnTo>
                    <a:pt x="123444" y="16002"/>
                  </a:lnTo>
                  <a:lnTo>
                    <a:pt x="122682" y="17526"/>
                  </a:lnTo>
                  <a:lnTo>
                    <a:pt x="122682" y="12954"/>
                  </a:lnTo>
                  <a:lnTo>
                    <a:pt x="117348" y="12954"/>
                  </a:lnTo>
                  <a:lnTo>
                    <a:pt x="117348" y="59436"/>
                  </a:lnTo>
                  <a:lnTo>
                    <a:pt x="122682" y="59436"/>
                  </a:lnTo>
                  <a:lnTo>
                    <a:pt x="122682" y="42672"/>
                  </a:lnTo>
                  <a:lnTo>
                    <a:pt x="124968" y="44958"/>
                  </a:lnTo>
                  <a:lnTo>
                    <a:pt x="132181" y="47358"/>
                  </a:lnTo>
                  <a:lnTo>
                    <a:pt x="138544" y="45288"/>
                  </a:lnTo>
                  <a:lnTo>
                    <a:pt x="140208" y="43421"/>
                  </a:lnTo>
                  <a:lnTo>
                    <a:pt x="143268" y="40005"/>
                  </a:lnTo>
                  <a:lnTo>
                    <a:pt x="145542" y="32766"/>
                  </a:lnTo>
                  <a:lnTo>
                    <a:pt x="145542" y="26670"/>
                  </a:lnTo>
                  <a:close/>
                </a:path>
                <a:path w="659129" h="59689">
                  <a:moveTo>
                    <a:pt x="180530" y="37007"/>
                  </a:moveTo>
                  <a:lnTo>
                    <a:pt x="175628" y="28676"/>
                  </a:lnTo>
                  <a:lnTo>
                    <a:pt x="174498" y="28486"/>
                  </a:lnTo>
                  <a:lnTo>
                    <a:pt x="174498" y="35052"/>
                  </a:lnTo>
                  <a:lnTo>
                    <a:pt x="174498" y="38100"/>
                  </a:lnTo>
                  <a:lnTo>
                    <a:pt x="173736" y="39624"/>
                  </a:lnTo>
                  <a:lnTo>
                    <a:pt x="172212" y="40386"/>
                  </a:lnTo>
                  <a:lnTo>
                    <a:pt x="167640" y="41910"/>
                  </a:lnTo>
                  <a:lnTo>
                    <a:pt x="158496" y="41910"/>
                  </a:lnTo>
                  <a:lnTo>
                    <a:pt x="158496" y="30480"/>
                  </a:lnTo>
                  <a:lnTo>
                    <a:pt x="165354" y="30480"/>
                  </a:lnTo>
                  <a:lnTo>
                    <a:pt x="171450" y="32004"/>
                  </a:lnTo>
                  <a:lnTo>
                    <a:pt x="172974" y="32766"/>
                  </a:lnTo>
                  <a:lnTo>
                    <a:pt x="173736" y="33528"/>
                  </a:lnTo>
                  <a:lnTo>
                    <a:pt x="174498" y="35052"/>
                  </a:lnTo>
                  <a:lnTo>
                    <a:pt x="174498" y="28486"/>
                  </a:lnTo>
                  <a:lnTo>
                    <a:pt x="160020" y="25908"/>
                  </a:lnTo>
                  <a:lnTo>
                    <a:pt x="158496" y="25908"/>
                  </a:lnTo>
                  <a:lnTo>
                    <a:pt x="158496" y="12954"/>
                  </a:lnTo>
                  <a:lnTo>
                    <a:pt x="152400" y="12954"/>
                  </a:lnTo>
                  <a:lnTo>
                    <a:pt x="152400" y="46482"/>
                  </a:lnTo>
                  <a:lnTo>
                    <a:pt x="156210" y="46482"/>
                  </a:lnTo>
                  <a:lnTo>
                    <a:pt x="174218" y="44919"/>
                  </a:lnTo>
                  <a:lnTo>
                    <a:pt x="174498" y="44564"/>
                  </a:lnTo>
                  <a:lnTo>
                    <a:pt x="180530" y="37007"/>
                  </a:lnTo>
                  <a:close/>
                </a:path>
                <a:path w="659129" h="59689">
                  <a:moveTo>
                    <a:pt x="190512" y="12954"/>
                  </a:moveTo>
                  <a:lnTo>
                    <a:pt x="184404" y="12954"/>
                  </a:lnTo>
                  <a:lnTo>
                    <a:pt x="184404" y="46482"/>
                  </a:lnTo>
                  <a:lnTo>
                    <a:pt x="190512" y="46482"/>
                  </a:lnTo>
                  <a:lnTo>
                    <a:pt x="190512" y="12954"/>
                  </a:lnTo>
                  <a:close/>
                </a:path>
                <a:path w="659129" h="59689">
                  <a:moveTo>
                    <a:pt x="226314" y="35052"/>
                  </a:moveTo>
                  <a:lnTo>
                    <a:pt x="224790" y="32004"/>
                  </a:lnTo>
                  <a:lnTo>
                    <a:pt x="222504" y="29718"/>
                  </a:lnTo>
                  <a:lnTo>
                    <a:pt x="220980" y="28956"/>
                  </a:lnTo>
                  <a:lnTo>
                    <a:pt x="221742" y="28194"/>
                  </a:lnTo>
                  <a:lnTo>
                    <a:pt x="223266" y="27432"/>
                  </a:lnTo>
                  <a:lnTo>
                    <a:pt x="224218" y="24638"/>
                  </a:lnTo>
                  <a:lnTo>
                    <a:pt x="225996" y="21234"/>
                  </a:lnTo>
                  <a:lnTo>
                    <a:pt x="224028" y="18288"/>
                  </a:lnTo>
                  <a:lnTo>
                    <a:pt x="223266" y="16764"/>
                  </a:lnTo>
                  <a:lnTo>
                    <a:pt x="221742" y="15240"/>
                  </a:lnTo>
                  <a:lnTo>
                    <a:pt x="220776" y="14732"/>
                  </a:lnTo>
                  <a:lnTo>
                    <a:pt x="220776" y="42202"/>
                  </a:lnTo>
                  <a:lnTo>
                    <a:pt x="213080" y="42138"/>
                  </a:lnTo>
                  <a:lnTo>
                    <a:pt x="210312" y="41960"/>
                  </a:lnTo>
                  <a:lnTo>
                    <a:pt x="204978" y="41910"/>
                  </a:lnTo>
                  <a:lnTo>
                    <a:pt x="204978" y="32004"/>
                  </a:lnTo>
                  <a:lnTo>
                    <a:pt x="210312" y="32067"/>
                  </a:lnTo>
                  <a:lnTo>
                    <a:pt x="213080" y="32346"/>
                  </a:lnTo>
                  <a:lnTo>
                    <a:pt x="218440" y="30759"/>
                  </a:lnTo>
                  <a:lnTo>
                    <a:pt x="218440" y="25171"/>
                  </a:lnTo>
                  <a:lnTo>
                    <a:pt x="218440" y="24663"/>
                  </a:lnTo>
                  <a:lnTo>
                    <a:pt x="216408" y="26670"/>
                  </a:lnTo>
                  <a:lnTo>
                    <a:pt x="204978" y="26670"/>
                  </a:lnTo>
                  <a:lnTo>
                    <a:pt x="204978" y="17526"/>
                  </a:lnTo>
                  <a:lnTo>
                    <a:pt x="213360" y="17526"/>
                  </a:lnTo>
                  <a:lnTo>
                    <a:pt x="215646" y="18288"/>
                  </a:lnTo>
                  <a:lnTo>
                    <a:pt x="217170" y="18288"/>
                  </a:lnTo>
                  <a:lnTo>
                    <a:pt x="217449" y="18846"/>
                  </a:lnTo>
                  <a:lnTo>
                    <a:pt x="217932" y="19812"/>
                  </a:lnTo>
                  <a:lnTo>
                    <a:pt x="218694" y="20574"/>
                  </a:lnTo>
                  <a:lnTo>
                    <a:pt x="218478" y="24638"/>
                  </a:lnTo>
                  <a:lnTo>
                    <a:pt x="218694" y="24409"/>
                  </a:lnTo>
                  <a:lnTo>
                    <a:pt x="219595" y="23533"/>
                  </a:lnTo>
                  <a:lnTo>
                    <a:pt x="218478" y="25120"/>
                  </a:lnTo>
                  <a:lnTo>
                    <a:pt x="218478" y="30759"/>
                  </a:lnTo>
                  <a:lnTo>
                    <a:pt x="218782" y="30670"/>
                  </a:lnTo>
                  <a:lnTo>
                    <a:pt x="219595" y="33147"/>
                  </a:lnTo>
                  <a:lnTo>
                    <a:pt x="220218" y="35052"/>
                  </a:lnTo>
                  <a:lnTo>
                    <a:pt x="220218" y="36576"/>
                  </a:lnTo>
                  <a:lnTo>
                    <a:pt x="220776" y="42202"/>
                  </a:lnTo>
                  <a:lnTo>
                    <a:pt x="220776" y="14732"/>
                  </a:lnTo>
                  <a:lnTo>
                    <a:pt x="214820" y="11506"/>
                  </a:lnTo>
                  <a:lnTo>
                    <a:pt x="217449" y="13360"/>
                  </a:lnTo>
                  <a:lnTo>
                    <a:pt x="210312" y="13017"/>
                  </a:lnTo>
                  <a:lnTo>
                    <a:pt x="198882" y="12954"/>
                  </a:lnTo>
                  <a:lnTo>
                    <a:pt x="198882" y="46482"/>
                  </a:lnTo>
                  <a:lnTo>
                    <a:pt x="204978" y="46482"/>
                  </a:lnTo>
                  <a:lnTo>
                    <a:pt x="213360" y="46393"/>
                  </a:lnTo>
                  <a:lnTo>
                    <a:pt x="219100" y="46228"/>
                  </a:lnTo>
                  <a:lnTo>
                    <a:pt x="217551" y="47802"/>
                  </a:lnTo>
                  <a:lnTo>
                    <a:pt x="219100" y="46697"/>
                  </a:lnTo>
                  <a:lnTo>
                    <a:pt x="220776" y="45516"/>
                  </a:lnTo>
                  <a:lnTo>
                    <a:pt x="220980" y="45364"/>
                  </a:lnTo>
                  <a:lnTo>
                    <a:pt x="224790" y="42672"/>
                  </a:lnTo>
                  <a:lnTo>
                    <a:pt x="225552" y="40386"/>
                  </a:lnTo>
                  <a:lnTo>
                    <a:pt x="226314" y="37338"/>
                  </a:lnTo>
                  <a:lnTo>
                    <a:pt x="226314" y="35052"/>
                  </a:lnTo>
                  <a:close/>
                </a:path>
                <a:path w="659129" h="59689">
                  <a:moveTo>
                    <a:pt x="262128" y="46482"/>
                  </a:moveTo>
                  <a:lnTo>
                    <a:pt x="260604" y="42672"/>
                  </a:lnTo>
                  <a:lnTo>
                    <a:pt x="259842" y="19812"/>
                  </a:lnTo>
                  <a:lnTo>
                    <a:pt x="256794" y="14478"/>
                  </a:lnTo>
                  <a:lnTo>
                    <a:pt x="247650" y="12192"/>
                  </a:lnTo>
                  <a:lnTo>
                    <a:pt x="240030" y="12954"/>
                  </a:lnTo>
                  <a:lnTo>
                    <a:pt x="234696" y="16764"/>
                  </a:lnTo>
                  <a:lnTo>
                    <a:pt x="232410" y="22098"/>
                  </a:lnTo>
                  <a:lnTo>
                    <a:pt x="237744" y="23622"/>
                  </a:lnTo>
                  <a:lnTo>
                    <a:pt x="240792" y="18288"/>
                  </a:lnTo>
                  <a:lnTo>
                    <a:pt x="246888" y="16764"/>
                  </a:lnTo>
                  <a:lnTo>
                    <a:pt x="252984" y="19050"/>
                  </a:lnTo>
                  <a:lnTo>
                    <a:pt x="254508" y="25146"/>
                  </a:lnTo>
                  <a:lnTo>
                    <a:pt x="254508" y="29718"/>
                  </a:lnTo>
                  <a:lnTo>
                    <a:pt x="254508" y="34290"/>
                  </a:lnTo>
                  <a:lnTo>
                    <a:pt x="253746" y="35814"/>
                  </a:lnTo>
                  <a:lnTo>
                    <a:pt x="253746" y="37338"/>
                  </a:lnTo>
                  <a:lnTo>
                    <a:pt x="252222" y="38862"/>
                  </a:lnTo>
                  <a:lnTo>
                    <a:pt x="251460" y="40386"/>
                  </a:lnTo>
                  <a:lnTo>
                    <a:pt x="249936" y="41148"/>
                  </a:lnTo>
                  <a:lnTo>
                    <a:pt x="247167" y="42976"/>
                  </a:lnTo>
                  <a:lnTo>
                    <a:pt x="242951" y="43294"/>
                  </a:lnTo>
                  <a:lnTo>
                    <a:pt x="240030" y="41910"/>
                  </a:lnTo>
                  <a:lnTo>
                    <a:pt x="239268" y="41148"/>
                  </a:lnTo>
                  <a:lnTo>
                    <a:pt x="237744" y="40386"/>
                  </a:lnTo>
                  <a:lnTo>
                    <a:pt x="237744" y="38862"/>
                  </a:lnTo>
                  <a:lnTo>
                    <a:pt x="236982" y="37338"/>
                  </a:lnTo>
                  <a:lnTo>
                    <a:pt x="236982" y="36576"/>
                  </a:lnTo>
                  <a:lnTo>
                    <a:pt x="237744" y="35814"/>
                  </a:lnTo>
                  <a:lnTo>
                    <a:pt x="237744" y="35052"/>
                  </a:lnTo>
                  <a:lnTo>
                    <a:pt x="240030" y="32766"/>
                  </a:lnTo>
                  <a:lnTo>
                    <a:pt x="241554" y="32766"/>
                  </a:lnTo>
                  <a:lnTo>
                    <a:pt x="242951" y="32067"/>
                  </a:lnTo>
                  <a:lnTo>
                    <a:pt x="245364" y="32004"/>
                  </a:lnTo>
                  <a:lnTo>
                    <a:pt x="249174" y="31242"/>
                  </a:lnTo>
                  <a:lnTo>
                    <a:pt x="252222" y="30480"/>
                  </a:lnTo>
                  <a:lnTo>
                    <a:pt x="254508" y="29718"/>
                  </a:lnTo>
                  <a:lnTo>
                    <a:pt x="254508" y="25146"/>
                  </a:lnTo>
                  <a:lnTo>
                    <a:pt x="244602" y="27432"/>
                  </a:lnTo>
                  <a:lnTo>
                    <a:pt x="235458" y="29718"/>
                  </a:lnTo>
                  <a:lnTo>
                    <a:pt x="232410" y="32766"/>
                  </a:lnTo>
                  <a:lnTo>
                    <a:pt x="230886" y="37338"/>
                  </a:lnTo>
                  <a:lnTo>
                    <a:pt x="231648" y="41910"/>
                  </a:lnTo>
                  <a:lnTo>
                    <a:pt x="236982" y="45910"/>
                  </a:lnTo>
                  <a:lnTo>
                    <a:pt x="237744" y="46482"/>
                  </a:lnTo>
                  <a:lnTo>
                    <a:pt x="242316" y="47244"/>
                  </a:lnTo>
                  <a:lnTo>
                    <a:pt x="246126" y="47244"/>
                  </a:lnTo>
                  <a:lnTo>
                    <a:pt x="254508" y="43053"/>
                  </a:lnTo>
                  <a:lnTo>
                    <a:pt x="255270" y="42672"/>
                  </a:lnTo>
                  <a:lnTo>
                    <a:pt x="256032" y="46482"/>
                  </a:lnTo>
                  <a:lnTo>
                    <a:pt x="262128" y="46482"/>
                  </a:lnTo>
                  <a:close/>
                </a:path>
                <a:path w="659129" h="59689">
                  <a:moveTo>
                    <a:pt x="293370" y="12954"/>
                  </a:moveTo>
                  <a:lnTo>
                    <a:pt x="265938" y="12954"/>
                  </a:lnTo>
                  <a:lnTo>
                    <a:pt x="265938" y="17526"/>
                  </a:lnTo>
                  <a:lnTo>
                    <a:pt x="276606" y="17526"/>
                  </a:lnTo>
                  <a:lnTo>
                    <a:pt x="276606" y="46482"/>
                  </a:lnTo>
                  <a:lnTo>
                    <a:pt x="281940" y="46482"/>
                  </a:lnTo>
                  <a:lnTo>
                    <a:pt x="281940" y="17526"/>
                  </a:lnTo>
                  <a:lnTo>
                    <a:pt x="293370" y="17526"/>
                  </a:lnTo>
                  <a:lnTo>
                    <a:pt x="293370" y="12954"/>
                  </a:lnTo>
                  <a:close/>
                </a:path>
                <a:path w="659129" h="59689">
                  <a:moveTo>
                    <a:pt x="326898" y="29718"/>
                  </a:moveTo>
                  <a:lnTo>
                    <a:pt x="324726" y="18783"/>
                  </a:lnTo>
                  <a:lnTo>
                    <a:pt x="320802" y="15951"/>
                  </a:lnTo>
                  <a:lnTo>
                    <a:pt x="320802" y="23622"/>
                  </a:lnTo>
                  <a:lnTo>
                    <a:pt x="320802" y="26670"/>
                  </a:lnTo>
                  <a:lnTo>
                    <a:pt x="302514" y="26670"/>
                  </a:lnTo>
                  <a:lnTo>
                    <a:pt x="303276" y="23622"/>
                  </a:lnTo>
                  <a:lnTo>
                    <a:pt x="304038" y="21336"/>
                  </a:lnTo>
                  <a:lnTo>
                    <a:pt x="305562" y="19050"/>
                  </a:lnTo>
                  <a:lnTo>
                    <a:pt x="307086" y="18288"/>
                  </a:lnTo>
                  <a:lnTo>
                    <a:pt x="309372" y="16764"/>
                  </a:lnTo>
                  <a:lnTo>
                    <a:pt x="314706" y="16764"/>
                  </a:lnTo>
                  <a:lnTo>
                    <a:pt x="319278" y="19812"/>
                  </a:lnTo>
                  <a:lnTo>
                    <a:pt x="320040" y="22098"/>
                  </a:lnTo>
                  <a:lnTo>
                    <a:pt x="320802" y="23622"/>
                  </a:lnTo>
                  <a:lnTo>
                    <a:pt x="320802" y="15951"/>
                  </a:lnTo>
                  <a:lnTo>
                    <a:pt x="316725" y="13004"/>
                  </a:lnTo>
                  <a:lnTo>
                    <a:pt x="306578" y="13296"/>
                  </a:lnTo>
                  <a:lnTo>
                    <a:pt x="297942" y="20574"/>
                  </a:lnTo>
                  <a:lnTo>
                    <a:pt x="297180" y="24384"/>
                  </a:lnTo>
                  <a:lnTo>
                    <a:pt x="296418" y="29718"/>
                  </a:lnTo>
                  <a:lnTo>
                    <a:pt x="297180" y="35052"/>
                  </a:lnTo>
                  <a:lnTo>
                    <a:pt x="297942" y="39624"/>
                  </a:lnTo>
                  <a:lnTo>
                    <a:pt x="302514" y="44196"/>
                  </a:lnTo>
                  <a:lnTo>
                    <a:pt x="304038" y="45720"/>
                  </a:lnTo>
                  <a:lnTo>
                    <a:pt x="307848" y="47244"/>
                  </a:lnTo>
                  <a:lnTo>
                    <a:pt x="316230" y="47244"/>
                  </a:lnTo>
                  <a:lnTo>
                    <a:pt x="326898" y="36576"/>
                  </a:lnTo>
                  <a:lnTo>
                    <a:pt x="325374" y="36576"/>
                  </a:lnTo>
                  <a:lnTo>
                    <a:pt x="323088" y="35814"/>
                  </a:lnTo>
                  <a:lnTo>
                    <a:pt x="320802" y="35814"/>
                  </a:lnTo>
                  <a:lnTo>
                    <a:pt x="320040" y="38100"/>
                  </a:lnTo>
                  <a:lnTo>
                    <a:pt x="319278" y="39624"/>
                  </a:lnTo>
                  <a:lnTo>
                    <a:pt x="317754" y="41148"/>
                  </a:lnTo>
                  <a:lnTo>
                    <a:pt x="316230" y="41910"/>
                  </a:lnTo>
                  <a:lnTo>
                    <a:pt x="313944" y="42672"/>
                  </a:lnTo>
                  <a:lnTo>
                    <a:pt x="312420" y="42672"/>
                  </a:lnTo>
                  <a:lnTo>
                    <a:pt x="309372" y="41910"/>
                  </a:lnTo>
                  <a:lnTo>
                    <a:pt x="307086" y="41148"/>
                  </a:lnTo>
                  <a:lnTo>
                    <a:pt x="303276" y="37338"/>
                  </a:lnTo>
                  <a:lnTo>
                    <a:pt x="302514" y="34290"/>
                  </a:lnTo>
                  <a:lnTo>
                    <a:pt x="302514" y="31242"/>
                  </a:lnTo>
                  <a:lnTo>
                    <a:pt x="320802" y="31242"/>
                  </a:lnTo>
                  <a:lnTo>
                    <a:pt x="326898" y="31242"/>
                  </a:lnTo>
                  <a:lnTo>
                    <a:pt x="326898" y="29718"/>
                  </a:lnTo>
                  <a:close/>
                </a:path>
                <a:path w="659129" h="59689">
                  <a:moveTo>
                    <a:pt x="362712" y="12954"/>
                  </a:moveTo>
                  <a:lnTo>
                    <a:pt x="336804" y="12954"/>
                  </a:lnTo>
                  <a:lnTo>
                    <a:pt x="336804" y="40386"/>
                  </a:lnTo>
                  <a:lnTo>
                    <a:pt x="336042" y="41148"/>
                  </a:lnTo>
                  <a:lnTo>
                    <a:pt x="335280" y="41148"/>
                  </a:lnTo>
                  <a:lnTo>
                    <a:pt x="335280" y="41910"/>
                  </a:lnTo>
                  <a:lnTo>
                    <a:pt x="330708" y="41910"/>
                  </a:lnTo>
                  <a:lnTo>
                    <a:pt x="330708" y="46482"/>
                  </a:lnTo>
                  <a:lnTo>
                    <a:pt x="339090" y="46482"/>
                  </a:lnTo>
                  <a:lnTo>
                    <a:pt x="342138" y="43434"/>
                  </a:lnTo>
                  <a:lnTo>
                    <a:pt x="342138" y="41910"/>
                  </a:lnTo>
                  <a:lnTo>
                    <a:pt x="342900" y="40386"/>
                  </a:lnTo>
                  <a:lnTo>
                    <a:pt x="342900" y="17526"/>
                  </a:lnTo>
                  <a:lnTo>
                    <a:pt x="357378" y="17526"/>
                  </a:lnTo>
                  <a:lnTo>
                    <a:pt x="357378" y="46482"/>
                  </a:lnTo>
                  <a:lnTo>
                    <a:pt x="362712" y="46482"/>
                  </a:lnTo>
                  <a:lnTo>
                    <a:pt x="362712" y="12954"/>
                  </a:lnTo>
                  <a:close/>
                </a:path>
                <a:path w="659129" h="59689">
                  <a:moveTo>
                    <a:pt x="399288" y="12954"/>
                  </a:moveTo>
                  <a:lnTo>
                    <a:pt x="393192" y="12954"/>
                  </a:lnTo>
                  <a:lnTo>
                    <a:pt x="388620" y="19812"/>
                  </a:lnTo>
                  <a:lnTo>
                    <a:pt x="381762" y="32004"/>
                  </a:lnTo>
                  <a:lnTo>
                    <a:pt x="377190" y="38862"/>
                  </a:lnTo>
                  <a:lnTo>
                    <a:pt x="377190" y="12954"/>
                  </a:lnTo>
                  <a:lnTo>
                    <a:pt x="371856" y="12954"/>
                  </a:lnTo>
                  <a:lnTo>
                    <a:pt x="371856" y="46482"/>
                  </a:lnTo>
                  <a:lnTo>
                    <a:pt x="377952" y="46482"/>
                  </a:lnTo>
                  <a:lnTo>
                    <a:pt x="389382" y="28194"/>
                  </a:lnTo>
                  <a:lnTo>
                    <a:pt x="393192" y="21336"/>
                  </a:lnTo>
                  <a:lnTo>
                    <a:pt x="393192" y="46482"/>
                  </a:lnTo>
                  <a:lnTo>
                    <a:pt x="399288" y="46482"/>
                  </a:lnTo>
                  <a:lnTo>
                    <a:pt x="399288" y="12954"/>
                  </a:lnTo>
                  <a:close/>
                </a:path>
                <a:path w="659129" h="59689">
                  <a:moveTo>
                    <a:pt x="451866" y="12954"/>
                  </a:moveTo>
                  <a:lnTo>
                    <a:pt x="425196" y="12954"/>
                  </a:lnTo>
                  <a:lnTo>
                    <a:pt x="425196" y="46482"/>
                  </a:lnTo>
                  <a:lnTo>
                    <a:pt x="431292" y="46482"/>
                  </a:lnTo>
                  <a:lnTo>
                    <a:pt x="431292" y="17526"/>
                  </a:lnTo>
                  <a:lnTo>
                    <a:pt x="446532" y="17526"/>
                  </a:lnTo>
                  <a:lnTo>
                    <a:pt x="446532" y="46482"/>
                  </a:lnTo>
                  <a:lnTo>
                    <a:pt x="451866" y="46482"/>
                  </a:lnTo>
                  <a:lnTo>
                    <a:pt x="451866" y="12954"/>
                  </a:lnTo>
                  <a:close/>
                </a:path>
                <a:path w="659129" h="59689">
                  <a:moveTo>
                    <a:pt x="487680" y="12954"/>
                  </a:moveTo>
                  <a:lnTo>
                    <a:pt x="482346" y="12954"/>
                  </a:lnTo>
                  <a:lnTo>
                    <a:pt x="477774" y="19812"/>
                  </a:lnTo>
                  <a:lnTo>
                    <a:pt x="470154" y="32004"/>
                  </a:lnTo>
                  <a:lnTo>
                    <a:pt x="466344" y="38862"/>
                  </a:lnTo>
                  <a:lnTo>
                    <a:pt x="466344" y="12954"/>
                  </a:lnTo>
                  <a:lnTo>
                    <a:pt x="460248" y="12954"/>
                  </a:lnTo>
                  <a:lnTo>
                    <a:pt x="460248" y="46482"/>
                  </a:lnTo>
                  <a:lnTo>
                    <a:pt x="466344" y="46482"/>
                  </a:lnTo>
                  <a:lnTo>
                    <a:pt x="470916" y="40386"/>
                  </a:lnTo>
                  <a:lnTo>
                    <a:pt x="478536" y="28194"/>
                  </a:lnTo>
                  <a:lnTo>
                    <a:pt x="482346" y="21336"/>
                  </a:lnTo>
                  <a:lnTo>
                    <a:pt x="482346" y="46482"/>
                  </a:lnTo>
                  <a:lnTo>
                    <a:pt x="487680" y="46482"/>
                  </a:lnTo>
                  <a:lnTo>
                    <a:pt x="487680" y="12954"/>
                  </a:lnTo>
                  <a:close/>
                </a:path>
                <a:path w="659129" h="59689">
                  <a:moveTo>
                    <a:pt x="520446" y="12954"/>
                  </a:moveTo>
                  <a:lnTo>
                    <a:pt x="493014" y="12954"/>
                  </a:lnTo>
                  <a:lnTo>
                    <a:pt x="493014" y="17526"/>
                  </a:lnTo>
                  <a:lnTo>
                    <a:pt x="503682" y="17526"/>
                  </a:lnTo>
                  <a:lnTo>
                    <a:pt x="503682" y="46482"/>
                  </a:lnTo>
                  <a:lnTo>
                    <a:pt x="509016" y="46482"/>
                  </a:lnTo>
                  <a:lnTo>
                    <a:pt x="509016" y="17526"/>
                  </a:lnTo>
                  <a:lnTo>
                    <a:pt x="520446" y="17526"/>
                  </a:lnTo>
                  <a:lnTo>
                    <a:pt x="520446" y="12954"/>
                  </a:lnTo>
                  <a:close/>
                </a:path>
                <a:path w="659129" h="59689">
                  <a:moveTo>
                    <a:pt x="553974" y="46482"/>
                  </a:moveTo>
                  <a:lnTo>
                    <a:pt x="553212" y="44958"/>
                  </a:lnTo>
                  <a:lnTo>
                    <a:pt x="552450" y="19812"/>
                  </a:lnTo>
                  <a:lnTo>
                    <a:pt x="549402" y="14478"/>
                  </a:lnTo>
                  <a:lnTo>
                    <a:pt x="547408" y="14020"/>
                  </a:lnTo>
                  <a:lnTo>
                    <a:pt x="547408" y="37287"/>
                  </a:lnTo>
                  <a:lnTo>
                    <a:pt x="544068" y="40386"/>
                  </a:lnTo>
                  <a:lnTo>
                    <a:pt x="541020" y="41910"/>
                  </a:lnTo>
                  <a:lnTo>
                    <a:pt x="538734" y="42672"/>
                  </a:lnTo>
                  <a:lnTo>
                    <a:pt x="534924" y="42672"/>
                  </a:lnTo>
                  <a:lnTo>
                    <a:pt x="532638" y="41910"/>
                  </a:lnTo>
                  <a:lnTo>
                    <a:pt x="531114" y="41148"/>
                  </a:lnTo>
                  <a:lnTo>
                    <a:pt x="530352" y="40386"/>
                  </a:lnTo>
                  <a:lnTo>
                    <a:pt x="530352" y="38862"/>
                  </a:lnTo>
                  <a:lnTo>
                    <a:pt x="529590" y="37338"/>
                  </a:lnTo>
                  <a:lnTo>
                    <a:pt x="530352" y="36576"/>
                  </a:lnTo>
                  <a:lnTo>
                    <a:pt x="530352" y="35052"/>
                  </a:lnTo>
                  <a:lnTo>
                    <a:pt x="532638" y="32766"/>
                  </a:lnTo>
                  <a:lnTo>
                    <a:pt x="534162" y="32766"/>
                  </a:lnTo>
                  <a:lnTo>
                    <a:pt x="535686" y="32004"/>
                  </a:lnTo>
                  <a:lnTo>
                    <a:pt x="537972" y="32004"/>
                  </a:lnTo>
                  <a:lnTo>
                    <a:pt x="541782" y="31242"/>
                  </a:lnTo>
                  <a:lnTo>
                    <a:pt x="544830" y="30480"/>
                  </a:lnTo>
                  <a:lnTo>
                    <a:pt x="547116" y="29718"/>
                  </a:lnTo>
                  <a:lnTo>
                    <a:pt x="547116" y="31242"/>
                  </a:lnTo>
                  <a:lnTo>
                    <a:pt x="547268" y="35420"/>
                  </a:lnTo>
                  <a:lnTo>
                    <a:pt x="547408" y="37287"/>
                  </a:lnTo>
                  <a:lnTo>
                    <a:pt x="547408" y="14020"/>
                  </a:lnTo>
                  <a:lnTo>
                    <a:pt x="539496" y="12192"/>
                  </a:lnTo>
                  <a:lnTo>
                    <a:pt x="531876" y="12954"/>
                  </a:lnTo>
                  <a:lnTo>
                    <a:pt x="527304" y="16764"/>
                  </a:lnTo>
                  <a:lnTo>
                    <a:pt x="524256" y="22098"/>
                  </a:lnTo>
                  <a:lnTo>
                    <a:pt x="530352" y="23622"/>
                  </a:lnTo>
                  <a:lnTo>
                    <a:pt x="531114" y="20574"/>
                  </a:lnTo>
                  <a:lnTo>
                    <a:pt x="535686" y="17526"/>
                  </a:lnTo>
                  <a:lnTo>
                    <a:pt x="542544" y="17526"/>
                  </a:lnTo>
                  <a:lnTo>
                    <a:pt x="547116" y="20574"/>
                  </a:lnTo>
                  <a:lnTo>
                    <a:pt x="547116" y="25146"/>
                  </a:lnTo>
                  <a:lnTo>
                    <a:pt x="534162" y="27432"/>
                  </a:lnTo>
                  <a:lnTo>
                    <a:pt x="525780" y="31242"/>
                  </a:lnTo>
                  <a:lnTo>
                    <a:pt x="523494" y="37338"/>
                  </a:lnTo>
                  <a:lnTo>
                    <a:pt x="524256" y="41910"/>
                  </a:lnTo>
                  <a:lnTo>
                    <a:pt x="529590" y="45910"/>
                  </a:lnTo>
                  <a:lnTo>
                    <a:pt x="530352" y="46482"/>
                  </a:lnTo>
                  <a:lnTo>
                    <a:pt x="538734" y="47244"/>
                  </a:lnTo>
                  <a:lnTo>
                    <a:pt x="547408" y="42900"/>
                  </a:lnTo>
                  <a:lnTo>
                    <a:pt x="547878" y="42672"/>
                  </a:lnTo>
                  <a:lnTo>
                    <a:pt x="548640" y="46482"/>
                  </a:lnTo>
                  <a:lnTo>
                    <a:pt x="553974" y="46482"/>
                  </a:lnTo>
                  <a:close/>
                </a:path>
                <a:path w="659129" h="59689">
                  <a:moveTo>
                    <a:pt x="588264" y="12954"/>
                  </a:moveTo>
                  <a:lnTo>
                    <a:pt x="582930" y="12954"/>
                  </a:lnTo>
                  <a:lnTo>
                    <a:pt x="582930" y="26670"/>
                  </a:lnTo>
                  <a:lnTo>
                    <a:pt x="566928" y="26670"/>
                  </a:lnTo>
                  <a:lnTo>
                    <a:pt x="566928" y="12954"/>
                  </a:lnTo>
                  <a:lnTo>
                    <a:pt x="561594" y="12954"/>
                  </a:lnTo>
                  <a:lnTo>
                    <a:pt x="561594" y="46482"/>
                  </a:lnTo>
                  <a:lnTo>
                    <a:pt x="566928" y="46482"/>
                  </a:lnTo>
                  <a:lnTo>
                    <a:pt x="566928" y="31242"/>
                  </a:lnTo>
                  <a:lnTo>
                    <a:pt x="582930" y="31242"/>
                  </a:lnTo>
                  <a:lnTo>
                    <a:pt x="582930" y="46482"/>
                  </a:lnTo>
                  <a:lnTo>
                    <a:pt x="588264" y="46482"/>
                  </a:lnTo>
                  <a:lnTo>
                    <a:pt x="588264" y="12954"/>
                  </a:lnTo>
                  <a:close/>
                </a:path>
                <a:path w="659129" h="59689">
                  <a:moveTo>
                    <a:pt x="624078" y="12954"/>
                  </a:moveTo>
                  <a:lnTo>
                    <a:pt x="618744" y="12954"/>
                  </a:lnTo>
                  <a:lnTo>
                    <a:pt x="614172" y="19812"/>
                  </a:lnTo>
                  <a:lnTo>
                    <a:pt x="606552" y="32004"/>
                  </a:lnTo>
                  <a:lnTo>
                    <a:pt x="602742" y="38862"/>
                  </a:lnTo>
                  <a:lnTo>
                    <a:pt x="602742" y="12954"/>
                  </a:lnTo>
                  <a:lnTo>
                    <a:pt x="596646" y="12954"/>
                  </a:lnTo>
                  <a:lnTo>
                    <a:pt x="596646" y="46482"/>
                  </a:lnTo>
                  <a:lnTo>
                    <a:pt x="603504" y="46482"/>
                  </a:lnTo>
                  <a:lnTo>
                    <a:pt x="614934" y="28194"/>
                  </a:lnTo>
                  <a:lnTo>
                    <a:pt x="618744" y="21336"/>
                  </a:lnTo>
                  <a:lnTo>
                    <a:pt x="618744" y="46482"/>
                  </a:lnTo>
                  <a:lnTo>
                    <a:pt x="624078" y="46482"/>
                  </a:lnTo>
                  <a:lnTo>
                    <a:pt x="624078" y="12954"/>
                  </a:lnTo>
                  <a:close/>
                </a:path>
                <a:path w="659129" h="59689">
                  <a:moveTo>
                    <a:pt x="659130" y="12954"/>
                  </a:moveTo>
                  <a:lnTo>
                    <a:pt x="653796" y="12979"/>
                  </a:lnTo>
                  <a:lnTo>
                    <a:pt x="653796" y="17526"/>
                  </a:lnTo>
                  <a:lnTo>
                    <a:pt x="653796" y="28956"/>
                  </a:lnTo>
                  <a:lnTo>
                    <a:pt x="643890" y="28956"/>
                  </a:lnTo>
                  <a:lnTo>
                    <a:pt x="639318" y="27432"/>
                  </a:lnTo>
                  <a:lnTo>
                    <a:pt x="638556" y="26670"/>
                  </a:lnTo>
                  <a:lnTo>
                    <a:pt x="637794" y="25146"/>
                  </a:lnTo>
                  <a:lnTo>
                    <a:pt x="637794" y="20574"/>
                  </a:lnTo>
                  <a:lnTo>
                    <a:pt x="640080" y="18288"/>
                  </a:lnTo>
                  <a:lnTo>
                    <a:pt x="642366" y="17526"/>
                  </a:lnTo>
                  <a:lnTo>
                    <a:pt x="653796" y="17526"/>
                  </a:lnTo>
                  <a:lnTo>
                    <a:pt x="653796" y="12979"/>
                  </a:lnTo>
                  <a:lnTo>
                    <a:pt x="646176" y="13004"/>
                  </a:lnTo>
                  <a:lnTo>
                    <a:pt x="640308" y="13258"/>
                  </a:lnTo>
                  <a:lnTo>
                    <a:pt x="637882" y="11328"/>
                  </a:lnTo>
                  <a:lnTo>
                    <a:pt x="632460" y="17526"/>
                  </a:lnTo>
                  <a:lnTo>
                    <a:pt x="631698" y="19812"/>
                  </a:lnTo>
                  <a:lnTo>
                    <a:pt x="631698" y="25146"/>
                  </a:lnTo>
                  <a:lnTo>
                    <a:pt x="632460" y="27432"/>
                  </a:lnTo>
                  <a:lnTo>
                    <a:pt x="635508" y="30480"/>
                  </a:lnTo>
                  <a:lnTo>
                    <a:pt x="637794" y="31623"/>
                  </a:lnTo>
                  <a:lnTo>
                    <a:pt x="638556" y="32004"/>
                  </a:lnTo>
                  <a:lnTo>
                    <a:pt x="641604" y="32766"/>
                  </a:lnTo>
                  <a:lnTo>
                    <a:pt x="639318" y="33528"/>
                  </a:lnTo>
                  <a:lnTo>
                    <a:pt x="635508" y="37338"/>
                  </a:lnTo>
                  <a:lnTo>
                    <a:pt x="629412" y="46482"/>
                  </a:lnTo>
                  <a:lnTo>
                    <a:pt x="636270" y="46482"/>
                  </a:lnTo>
                  <a:lnTo>
                    <a:pt x="637794" y="44958"/>
                  </a:lnTo>
                  <a:lnTo>
                    <a:pt x="640080" y="41148"/>
                  </a:lnTo>
                  <a:lnTo>
                    <a:pt x="641604" y="38862"/>
                  </a:lnTo>
                  <a:lnTo>
                    <a:pt x="643128" y="36576"/>
                  </a:lnTo>
                  <a:lnTo>
                    <a:pt x="644652" y="35052"/>
                  </a:lnTo>
                  <a:lnTo>
                    <a:pt x="646176" y="34290"/>
                  </a:lnTo>
                  <a:lnTo>
                    <a:pt x="646938" y="33528"/>
                  </a:lnTo>
                  <a:lnTo>
                    <a:pt x="653796" y="33528"/>
                  </a:lnTo>
                  <a:lnTo>
                    <a:pt x="653796" y="46482"/>
                  </a:lnTo>
                  <a:lnTo>
                    <a:pt x="659130" y="46482"/>
                  </a:lnTo>
                  <a:lnTo>
                    <a:pt x="659130" y="1295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1" name="object 4531"/>
            <p:cNvSpPr/>
            <p:nvPr/>
          </p:nvSpPr>
          <p:spPr>
            <a:xfrm>
              <a:off x="2475890" y="528129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2" name="object 4532"/>
            <p:cNvSpPr/>
            <p:nvPr/>
          </p:nvSpPr>
          <p:spPr>
            <a:xfrm>
              <a:off x="2475890" y="514261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3" name="object 4533"/>
            <p:cNvSpPr/>
            <p:nvPr/>
          </p:nvSpPr>
          <p:spPr>
            <a:xfrm>
              <a:off x="2475890" y="514261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4" name="object 4534"/>
            <p:cNvSpPr/>
            <p:nvPr/>
          </p:nvSpPr>
          <p:spPr>
            <a:xfrm>
              <a:off x="2475890" y="5142614"/>
              <a:ext cx="3810" cy="139065"/>
            </a:xfrm>
            <a:custGeom>
              <a:avLst/>
              <a:gdLst/>
              <a:ahLst/>
              <a:cxnLst/>
              <a:rect l="l" t="t" r="r" b="b"/>
              <a:pathLst>
                <a:path w="3810" h="139064">
                  <a:moveTo>
                    <a:pt x="3809" y="0"/>
                  </a:moveTo>
                  <a:lnTo>
                    <a:pt x="3809" y="138683"/>
                  </a:lnTo>
                  <a:lnTo>
                    <a:pt x="0" y="138683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5" name="object 4535"/>
            <p:cNvSpPr/>
            <p:nvPr/>
          </p:nvSpPr>
          <p:spPr>
            <a:xfrm>
              <a:off x="2475890" y="5142614"/>
              <a:ext cx="3810" cy="139065"/>
            </a:xfrm>
            <a:custGeom>
              <a:avLst/>
              <a:gdLst/>
              <a:ahLst/>
              <a:cxnLst/>
              <a:rect l="l" t="t" r="r" b="b"/>
              <a:pathLst>
                <a:path w="3810" h="139064">
                  <a:moveTo>
                    <a:pt x="3809" y="0"/>
                  </a:moveTo>
                  <a:lnTo>
                    <a:pt x="3809" y="138683"/>
                  </a:lnTo>
                  <a:lnTo>
                    <a:pt x="0" y="138683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6" name="object 4536"/>
            <p:cNvSpPr/>
            <p:nvPr/>
          </p:nvSpPr>
          <p:spPr>
            <a:xfrm>
              <a:off x="2462174" y="5248532"/>
              <a:ext cx="31750" cy="32384"/>
            </a:xfrm>
            <a:custGeom>
              <a:avLst/>
              <a:gdLst/>
              <a:ahLst/>
              <a:cxnLst/>
              <a:rect l="l" t="t" r="r" b="b"/>
              <a:pathLst>
                <a:path w="31750" h="32385">
                  <a:moveTo>
                    <a:pt x="31242" y="0"/>
                  </a:moveTo>
                  <a:lnTo>
                    <a:pt x="0" y="0"/>
                  </a:lnTo>
                  <a:lnTo>
                    <a:pt x="16002" y="32004"/>
                  </a:lnTo>
                  <a:lnTo>
                    <a:pt x="312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7" name="object 4537"/>
            <p:cNvSpPr/>
            <p:nvPr/>
          </p:nvSpPr>
          <p:spPr>
            <a:xfrm>
              <a:off x="2462174" y="5248532"/>
              <a:ext cx="31750" cy="32384"/>
            </a:xfrm>
            <a:custGeom>
              <a:avLst/>
              <a:gdLst/>
              <a:ahLst/>
              <a:cxnLst/>
              <a:rect l="l" t="t" r="r" b="b"/>
              <a:pathLst>
                <a:path w="31750" h="32385">
                  <a:moveTo>
                    <a:pt x="0" y="0"/>
                  </a:moveTo>
                  <a:lnTo>
                    <a:pt x="16002" y="32004"/>
                  </a:lnTo>
                  <a:lnTo>
                    <a:pt x="3124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8" name="object 4538"/>
            <p:cNvSpPr/>
            <p:nvPr/>
          </p:nvSpPr>
          <p:spPr>
            <a:xfrm>
              <a:off x="2459888" y="5247770"/>
              <a:ext cx="20320" cy="37465"/>
            </a:xfrm>
            <a:custGeom>
              <a:avLst/>
              <a:gdLst/>
              <a:ahLst/>
              <a:cxnLst/>
              <a:rect l="l" t="t" r="r" b="b"/>
              <a:pathLst>
                <a:path w="20319" h="37464">
                  <a:moveTo>
                    <a:pt x="19812" y="33528"/>
                  </a:moveTo>
                  <a:lnTo>
                    <a:pt x="16002" y="32004"/>
                  </a:lnTo>
                  <a:lnTo>
                    <a:pt x="18288" y="28956"/>
                  </a:lnTo>
                  <a:lnTo>
                    <a:pt x="3810" y="0"/>
                  </a:lnTo>
                  <a:lnTo>
                    <a:pt x="0" y="2286"/>
                  </a:lnTo>
                  <a:lnTo>
                    <a:pt x="18288" y="37338"/>
                  </a:lnTo>
                  <a:lnTo>
                    <a:pt x="19812" y="335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9" name="object 4539"/>
            <p:cNvSpPr/>
            <p:nvPr/>
          </p:nvSpPr>
          <p:spPr>
            <a:xfrm>
              <a:off x="2459888" y="5247770"/>
              <a:ext cx="20320" cy="37465"/>
            </a:xfrm>
            <a:custGeom>
              <a:avLst/>
              <a:gdLst/>
              <a:ahLst/>
              <a:cxnLst/>
              <a:rect l="l" t="t" r="r" b="b"/>
              <a:pathLst>
                <a:path w="20319" h="37464">
                  <a:moveTo>
                    <a:pt x="0" y="2286"/>
                  </a:moveTo>
                  <a:lnTo>
                    <a:pt x="3810" y="0"/>
                  </a:lnTo>
                  <a:lnTo>
                    <a:pt x="18288" y="28956"/>
                  </a:lnTo>
                  <a:lnTo>
                    <a:pt x="16002" y="32004"/>
                  </a:lnTo>
                  <a:lnTo>
                    <a:pt x="19812" y="33528"/>
                  </a:lnTo>
                  <a:lnTo>
                    <a:pt x="18288" y="37338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0" name="object 4540"/>
            <p:cNvSpPr/>
            <p:nvPr/>
          </p:nvSpPr>
          <p:spPr>
            <a:xfrm>
              <a:off x="2475890" y="5247008"/>
              <a:ext cx="20955" cy="34290"/>
            </a:xfrm>
            <a:custGeom>
              <a:avLst/>
              <a:gdLst/>
              <a:ahLst/>
              <a:cxnLst/>
              <a:rect l="l" t="t" r="r" b="b"/>
              <a:pathLst>
                <a:path w="20955" h="34289">
                  <a:moveTo>
                    <a:pt x="20574" y="0"/>
                  </a:moveTo>
                  <a:lnTo>
                    <a:pt x="17526" y="0"/>
                  </a:lnTo>
                  <a:lnTo>
                    <a:pt x="17526" y="3809"/>
                  </a:lnTo>
                  <a:lnTo>
                    <a:pt x="14478" y="3809"/>
                  </a:lnTo>
                  <a:lnTo>
                    <a:pt x="0" y="32765"/>
                  </a:lnTo>
                  <a:lnTo>
                    <a:pt x="3810" y="34289"/>
                  </a:lnTo>
                  <a:lnTo>
                    <a:pt x="2057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1" name="object 4541"/>
            <p:cNvSpPr/>
            <p:nvPr/>
          </p:nvSpPr>
          <p:spPr>
            <a:xfrm>
              <a:off x="2475890" y="5247008"/>
              <a:ext cx="20955" cy="34290"/>
            </a:xfrm>
            <a:custGeom>
              <a:avLst/>
              <a:gdLst/>
              <a:ahLst/>
              <a:cxnLst/>
              <a:rect l="l" t="t" r="r" b="b"/>
              <a:pathLst>
                <a:path w="20955" h="34289">
                  <a:moveTo>
                    <a:pt x="3810" y="34289"/>
                  </a:moveTo>
                  <a:lnTo>
                    <a:pt x="0" y="32765"/>
                  </a:lnTo>
                  <a:lnTo>
                    <a:pt x="14478" y="3809"/>
                  </a:lnTo>
                  <a:lnTo>
                    <a:pt x="17526" y="3809"/>
                  </a:lnTo>
                  <a:lnTo>
                    <a:pt x="17526" y="0"/>
                  </a:lnTo>
                  <a:lnTo>
                    <a:pt x="20574" y="0"/>
                  </a:lnTo>
                  <a:lnTo>
                    <a:pt x="3810" y="3428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2" name="object 4542"/>
            <p:cNvSpPr/>
            <p:nvPr/>
          </p:nvSpPr>
          <p:spPr>
            <a:xfrm>
              <a:off x="2459126" y="5247008"/>
              <a:ext cx="34290" cy="3810"/>
            </a:xfrm>
            <a:custGeom>
              <a:avLst/>
              <a:gdLst/>
              <a:ahLst/>
              <a:cxnLst/>
              <a:rect l="l" t="t" r="r" b="b"/>
              <a:pathLst>
                <a:path w="34289" h="3810">
                  <a:moveTo>
                    <a:pt x="34289" y="3810"/>
                  </a:moveTo>
                  <a:lnTo>
                    <a:pt x="34289" y="0"/>
                  </a:lnTo>
                  <a:lnTo>
                    <a:pt x="0" y="0"/>
                  </a:lnTo>
                  <a:lnTo>
                    <a:pt x="761" y="3048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3428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3" name="object 4543"/>
            <p:cNvSpPr/>
            <p:nvPr/>
          </p:nvSpPr>
          <p:spPr>
            <a:xfrm>
              <a:off x="2459126" y="5247008"/>
              <a:ext cx="34290" cy="3810"/>
            </a:xfrm>
            <a:custGeom>
              <a:avLst/>
              <a:gdLst/>
              <a:ahLst/>
              <a:cxnLst/>
              <a:rect l="l" t="t" r="r" b="b"/>
              <a:pathLst>
                <a:path w="34289" h="3810">
                  <a:moveTo>
                    <a:pt x="34289" y="0"/>
                  </a:moveTo>
                  <a:lnTo>
                    <a:pt x="34289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761" y="3048"/>
                  </a:lnTo>
                  <a:lnTo>
                    <a:pt x="0" y="0"/>
                  </a:lnTo>
                  <a:lnTo>
                    <a:pt x="3428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4" name="object 4544"/>
            <p:cNvSpPr/>
            <p:nvPr/>
          </p:nvSpPr>
          <p:spPr>
            <a:xfrm>
              <a:off x="2480449" y="514032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3810"/>
                  </a:moveTo>
                  <a:lnTo>
                    <a:pt x="0" y="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5" name="object 4545"/>
            <p:cNvSpPr/>
            <p:nvPr/>
          </p:nvSpPr>
          <p:spPr>
            <a:xfrm>
              <a:off x="2480449" y="514032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1" y="1905"/>
                  </a:moveTo>
                  <a:lnTo>
                    <a:pt x="381" y="1905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6" name="object 4546"/>
            <p:cNvSpPr/>
            <p:nvPr/>
          </p:nvSpPr>
          <p:spPr>
            <a:xfrm>
              <a:off x="3161690" y="514032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3810"/>
                  </a:moveTo>
                  <a:lnTo>
                    <a:pt x="0" y="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7" name="object 4547"/>
            <p:cNvSpPr/>
            <p:nvPr/>
          </p:nvSpPr>
          <p:spPr>
            <a:xfrm>
              <a:off x="3161690" y="514032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1" y="1905"/>
                  </a:moveTo>
                  <a:lnTo>
                    <a:pt x="381" y="1905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8" name="object 4548"/>
            <p:cNvSpPr/>
            <p:nvPr/>
          </p:nvSpPr>
          <p:spPr>
            <a:xfrm>
              <a:off x="2480437" y="5140340"/>
              <a:ext cx="681355" cy="3810"/>
            </a:xfrm>
            <a:custGeom>
              <a:avLst/>
              <a:gdLst/>
              <a:ahLst/>
              <a:cxnLst/>
              <a:rect l="l" t="t" r="r" b="b"/>
              <a:pathLst>
                <a:path w="681355" h="3810">
                  <a:moveTo>
                    <a:pt x="681228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81228" y="3810"/>
                  </a:lnTo>
                  <a:lnTo>
                    <a:pt x="68122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9" name="object 4549"/>
            <p:cNvSpPr/>
            <p:nvPr/>
          </p:nvSpPr>
          <p:spPr>
            <a:xfrm>
              <a:off x="2433218" y="538645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0" name="object 4550"/>
            <p:cNvSpPr/>
            <p:nvPr/>
          </p:nvSpPr>
          <p:spPr>
            <a:xfrm>
              <a:off x="2433218" y="506184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1" name="object 4551"/>
            <p:cNvSpPr/>
            <p:nvPr/>
          </p:nvSpPr>
          <p:spPr>
            <a:xfrm>
              <a:off x="2433218" y="506184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2" name="object 4552"/>
            <p:cNvSpPr/>
            <p:nvPr/>
          </p:nvSpPr>
          <p:spPr>
            <a:xfrm>
              <a:off x="2433218" y="5061842"/>
              <a:ext cx="3810" cy="325120"/>
            </a:xfrm>
            <a:custGeom>
              <a:avLst/>
              <a:gdLst/>
              <a:ahLst/>
              <a:cxnLst/>
              <a:rect l="l" t="t" r="r" b="b"/>
              <a:pathLst>
                <a:path w="3810" h="325120">
                  <a:moveTo>
                    <a:pt x="3809" y="0"/>
                  </a:moveTo>
                  <a:lnTo>
                    <a:pt x="3809" y="324612"/>
                  </a:lnTo>
                  <a:lnTo>
                    <a:pt x="0" y="324612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3" name="object 4553"/>
            <p:cNvSpPr/>
            <p:nvPr/>
          </p:nvSpPr>
          <p:spPr>
            <a:xfrm>
              <a:off x="2433218" y="5061842"/>
              <a:ext cx="3810" cy="325120"/>
            </a:xfrm>
            <a:custGeom>
              <a:avLst/>
              <a:gdLst/>
              <a:ahLst/>
              <a:cxnLst/>
              <a:rect l="l" t="t" r="r" b="b"/>
              <a:pathLst>
                <a:path w="3810" h="325120">
                  <a:moveTo>
                    <a:pt x="3809" y="0"/>
                  </a:moveTo>
                  <a:lnTo>
                    <a:pt x="3809" y="324612"/>
                  </a:lnTo>
                  <a:lnTo>
                    <a:pt x="0" y="324612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4" name="object 4554"/>
            <p:cNvSpPr/>
            <p:nvPr/>
          </p:nvSpPr>
          <p:spPr>
            <a:xfrm>
              <a:off x="2418740" y="5354450"/>
              <a:ext cx="32384" cy="31750"/>
            </a:xfrm>
            <a:custGeom>
              <a:avLst/>
              <a:gdLst/>
              <a:ahLst/>
              <a:cxnLst/>
              <a:rect l="l" t="t" r="r" b="b"/>
              <a:pathLst>
                <a:path w="32385" h="31750">
                  <a:moveTo>
                    <a:pt x="32004" y="0"/>
                  </a:moveTo>
                  <a:lnTo>
                    <a:pt x="0" y="0"/>
                  </a:lnTo>
                  <a:lnTo>
                    <a:pt x="16002" y="31242"/>
                  </a:lnTo>
                  <a:lnTo>
                    <a:pt x="320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5" name="object 4555"/>
            <p:cNvSpPr/>
            <p:nvPr/>
          </p:nvSpPr>
          <p:spPr>
            <a:xfrm>
              <a:off x="2418740" y="5354450"/>
              <a:ext cx="32384" cy="31750"/>
            </a:xfrm>
            <a:custGeom>
              <a:avLst/>
              <a:gdLst/>
              <a:ahLst/>
              <a:cxnLst/>
              <a:rect l="l" t="t" r="r" b="b"/>
              <a:pathLst>
                <a:path w="32385" h="31750">
                  <a:moveTo>
                    <a:pt x="0" y="0"/>
                  </a:moveTo>
                  <a:lnTo>
                    <a:pt x="16002" y="31242"/>
                  </a:lnTo>
                  <a:lnTo>
                    <a:pt x="32004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6" name="object 4556"/>
            <p:cNvSpPr/>
            <p:nvPr/>
          </p:nvSpPr>
          <p:spPr>
            <a:xfrm>
              <a:off x="2417216" y="5353688"/>
              <a:ext cx="20320" cy="36830"/>
            </a:xfrm>
            <a:custGeom>
              <a:avLst/>
              <a:gdLst/>
              <a:ahLst/>
              <a:cxnLst/>
              <a:rect l="l" t="t" r="r" b="b"/>
              <a:pathLst>
                <a:path w="20319" h="36829">
                  <a:moveTo>
                    <a:pt x="19812" y="32766"/>
                  </a:moveTo>
                  <a:lnTo>
                    <a:pt x="16002" y="31242"/>
                  </a:lnTo>
                  <a:lnTo>
                    <a:pt x="17526" y="28194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17526" y="36576"/>
                  </a:lnTo>
                  <a:lnTo>
                    <a:pt x="19812" y="3276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7" name="object 4557"/>
            <p:cNvSpPr/>
            <p:nvPr/>
          </p:nvSpPr>
          <p:spPr>
            <a:xfrm>
              <a:off x="2417216" y="5353688"/>
              <a:ext cx="20320" cy="36830"/>
            </a:xfrm>
            <a:custGeom>
              <a:avLst/>
              <a:gdLst/>
              <a:ahLst/>
              <a:cxnLst/>
              <a:rect l="l" t="t" r="r" b="b"/>
              <a:pathLst>
                <a:path w="20319" h="36829">
                  <a:moveTo>
                    <a:pt x="0" y="1524"/>
                  </a:moveTo>
                  <a:lnTo>
                    <a:pt x="3810" y="0"/>
                  </a:lnTo>
                  <a:lnTo>
                    <a:pt x="17526" y="28194"/>
                  </a:lnTo>
                  <a:lnTo>
                    <a:pt x="16002" y="31242"/>
                  </a:lnTo>
                  <a:lnTo>
                    <a:pt x="19812" y="32766"/>
                  </a:lnTo>
                  <a:lnTo>
                    <a:pt x="17526" y="3657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8" name="object 4558"/>
            <p:cNvSpPr/>
            <p:nvPr/>
          </p:nvSpPr>
          <p:spPr>
            <a:xfrm>
              <a:off x="2433218" y="5352164"/>
              <a:ext cx="20955" cy="34290"/>
            </a:xfrm>
            <a:custGeom>
              <a:avLst/>
              <a:gdLst/>
              <a:ahLst/>
              <a:cxnLst/>
              <a:rect l="l" t="t" r="r" b="b"/>
              <a:pathLst>
                <a:path w="20955" h="34289">
                  <a:moveTo>
                    <a:pt x="20574" y="0"/>
                  </a:moveTo>
                  <a:lnTo>
                    <a:pt x="17526" y="0"/>
                  </a:lnTo>
                  <a:lnTo>
                    <a:pt x="17526" y="3809"/>
                  </a:lnTo>
                  <a:lnTo>
                    <a:pt x="14478" y="3809"/>
                  </a:lnTo>
                  <a:lnTo>
                    <a:pt x="0" y="32765"/>
                  </a:lnTo>
                  <a:lnTo>
                    <a:pt x="3810" y="34289"/>
                  </a:lnTo>
                  <a:lnTo>
                    <a:pt x="2057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9" name="object 4559"/>
            <p:cNvSpPr/>
            <p:nvPr/>
          </p:nvSpPr>
          <p:spPr>
            <a:xfrm>
              <a:off x="2433218" y="5352164"/>
              <a:ext cx="20955" cy="34290"/>
            </a:xfrm>
            <a:custGeom>
              <a:avLst/>
              <a:gdLst/>
              <a:ahLst/>
              <a:cxnLst/>
              <a:rect l="l" t="t" r="r" b="b"/>
              <a:pathLst>
                <a:path w="20955" h="34289">
                  <a:moveTo>
                    <a:pt x="3810" y="34289"/>
                  </a:moveTo>
                  <a:lnTo>
                    <a:pt x="0" y="32765"/>
                  </a:lnTo>
                  <a:lnTo>
                    <a:pt x="14478" y="3809"/>
                  </a:lnTo>
                  <a:lnTo>
                    <a:pt x="17526" y="3809"/>
                  </a:lnTo>
                  <a:lnTo>
                    <a:pt x="17526" y="0"/>
                  </a:lnTo>
                  <a:lnTo>
                    <a:pt x="20574" y="0"/>
                  </a:lnTo>
                  <a:lnTo>
                    <a:pt x="3810" y="3428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0" name="object 4560"/>
            <p:cNvSpPr/>
            <p:nvPr/>
          </p:nvSpPr>
          <p:spPr>
            <a:xfrm>
              <a:off x="2416454" y="5352164"/>
              <a:ext cx="34290" cy="3810"/>
            </a:xfrm>
            <a:custGeom>
              <a:avLst/>
              <a:gdLst/>
              <a:ahLst/>
              <a:cxnLst/>
              <a:rect l="l" t="t" r="r" b="b"/>
              <a:pathLst>
                <a:path w="34289" h="3810">
                  <a:moveTo>
                    <a:pt x="34289" y="3810"/>
                  </a:moveTo>
                  <a:lnTo>
                    <a:pt x="34289" y="0"/>
                  </a:lnTo>
                  <a:lnTo>
                    <a:pt x="0" y="0"/>
                  </a:lnTo>
                  <a:lnTo>
                    <a:pt x="761" y="3048"/>
                  </a:lnTo>
                  <a:lnTo>
                    <a:pt x="4571" y="1524"/>
                  </a:lnTo>
                  <a:lnTo>
                    <a:pt x="5333" y="3810"/>
                  </a:lnTo>
                  <a:lnTo>
                    <a:pt x="3428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1" name="object 4561"/>
            <p:cNvSpPr/>
            <p:nvPr/>
          </p:nvSpPr>
          <p:spPr>
            <a:xfrm>
              <a:off x="2416454" y="5352164"/>
              <a:ext cx="34290" cy="3810"/>
            </a:xfrm>
            <a:custGeom>
              <a:avLst/>
              <a:gdLst/>
              <a:ahLst/>
              <a:cxnLst/>
              <a:rect l="l" t="t" r="r" b="b"/>
              <a:pathLst>
                <a:path w="34289" h="3810">
                  <a:moveTo>
                    <a:pt x="34289" y="0"/>
                  </a:moveTo>
                  <a:lnTo>
                    <a:pt x="34289" y="3810"/>
                  </a:lnTo>
                  <a:lnTo>
                    <a:pt x="5333" y="3810"/>
                  </a:lnTo>
                  <a:lnTo>
                    <a:pt x="4571" y="1524"/>
                  </a:lnTo>
                  <a:lnTo>
                    <a:pt x="761" y="3048"/>
                  </a:lnTo>
                  <a:lnTo>
                    <a:pt x="0" y="0"/>
                  </a:lnTo>
                  <a:lnTo>
                    <a:pt x="3428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2" name="object 4562"/>
            <p:cNvSpPr/>
            <p:nvPr/>
          </p:nvSpPr>
          <p:spPr>
            <a:xfrm>
              <a:off x="2437028" y="506489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3810"/>
                  </a:moveTo>
                  <a:lnTo>
                    <a:pt x="0" y="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3" name="object 4563"/>
            <p:cNvSpPr/>
            <p:nvPr/>
          </p:nvSpPr>
          <p:spPr>
            <a:xfrm>
              <a:off x="2437028" y="506489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1" y="1905"/>
                  </a:moveTo>
                  <a:lnTo>
                    <a:pt x="381" y="1905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4" name="object 4564"/>
            <p:cNvSpPr/>
            <p:nvPr/>
          </p:nvSpPr>
          <p:spPr>
            <a:xfrm>
              <a:off x="3122828" y="506489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3810"/>
                  </a:moveTo>
                  <a:lnTo>
                    <a:pt x="0" y="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5" name="object 4565"/>
            <p:cNvSpPr/>
            <p:nvPr/>
          </p:nvSpPr>
          <p:spPr>
            <a:xfrm>
              <a:off x="3122828" y="506489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1" y="1905"/>
                  </a:moveTo>
                  <a:lnTo>
                    <a:pt x="381" y="1905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6" name="object 4566"/>
            <p:cNvSpPr/>
            <p:nvPr/>
          </p:nvSpPr>
          <p:spPr>
            <a:xfrm>
              <a:off x="2437015" y="5064903"/>
              <a:ext cx="685800" cy="3810"/>
            </a:xfrm>
            <a:custGeom>
              <a:avLst/>
              <a:gdLst/>
              <a:ahLst/>
              <a:cxnLst/>
              <a:rect l="l" t="t" r="r" b="b"/>
              <a:pathLst>
                <a:path w="685800" h="3810">
                  <a:moveTo>
                    <a:pt x="68580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85800" y="3810"/>
                  </a:lnTo>
                  <a:lnTo>
                    <a:pt x="6858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7" name="object 4567"/>
            <p:cNvSpPr/>
            <p:nvPr/>
          </p:nvSpPr>
          <p:spPr>
            <a:xfrm>
              <a:off x="3161690" y="440957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8" name="object 4568"/>
            <p:cNvSpPr/>
            <p:nvPr/>
          </p:nvSpPr>
          <p:spPr>
            <a:xfrm>
              <a:off x="3161690" y="5140328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4572" y="0"/>
                  </a:move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9" name="object 4569"/>
            <p:cNvSpPr/>
            <p:nvPr/>
          </p:nvSpPr>
          <p:spPr>
            <a:xfrm>
              <a:off x="3161690" y="5140328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0" name="object 4570"/>
            <p:cNvSpPr/>
            <p:nvPr/>
          </p:nvSpPr>
          <p:spPr>
            <a:xfrm>
              <a:off x="3161690" y="4409570"/>
              <a:ext cx="5080" cy="730885"/>
            </a:xfrm>
            <a:custGeom>
              <a:avLst/>
              <a:gdLst/>
              <a:ahLst/>
              <a:cxnLst/>
              <a:rect l="l" t="t" r="r" b="b"/>
              <a:pathLst>
                <a:path w="5080" h="730885">
                  <a:moveTo>
                    <a:pt x="0" y="730758"/>
                  </a:moveTo>
                  <a:lnTo>
                    <a:pt x="0" y="0"/>
                  </a:lnTo>
                  <a:lnTo>
                    <a:pt x="4572" y="0"/>
                  </a:lnTo>
                  <a:lnTo>
                    <a:pt x="4572" y="730758"/>
                  </a:lnTo>
                  <a:lnTo>
                    <a:pt x="0" y="7307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1" name="object 4571"/>
            <p:cNvSpPr/>
            <p:nvPr/>
          </p:nvSpPr>
          <p:spPr>
            <a:xfrm>
              <a:off x="3161690" y="4409570"/>
              <a:ext cx="5080" cy="730885"/>
            </a:xfrm>
            <a:custGeom>
              <a:avLst/>
              <a:gdLst/>
              <a:ahLst/>
              <a:cxnLst/>
              <a:rect l="l" t="t" r="r" b="b"/>
              <a:pathLst>
                <a:path w="5080" h="730885">
                  <a:moveTo>
                    <a:pt x="0" y="730758"/>
                  </a:moveTo>
                  <a:lnTo>
                    <a:pt x="0" y="0"/>
                  </a:lnTo>
                  <a:lnTo>
                    <a:pt x="4572" y="0"/>
                  </a:lnTo>
                  <a:lnTo>
                    <a:pt x="4572" y="730758"/>
                  </a:lnTo>
                  <a:lnTo>
                    <a:pt x="0" y="7307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2" name="object 4572"/>
            <p:cNvSpPr/>
            <p:nvPr/>
          </p:nvSpPr>
          <p:spPr>
            <a:xfrm>
              <a:off x="3119018" y="440957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3" name="object 4573"/>
            <p:cNvSpPr/>
            <p:nvPr/>
          </p:nvSpPr>
          <p:spPr>
            <a:xfrm>
              <a:off x="3119018" y="440957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4" name="object 4574"/>
            <p:cNvSpPr/>
            <p:nvPr/>
          </p:nvSpPr>
          <p:spPr>
            <a:xfrm>
              <a:off x="3119018" y="507098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5" name="object 4575"/>
            <p:cNvSpPr/>
            <p:nvPr/>
          </p:nvSpPr>
          <p:spPr>
            <a:xfrm>
              <a:off x="3119018" y="507098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6" name="object 4576"/>
            <p:cNvSpPr/>
            <p:nvPr/>
          </p:nvSpPr>
          <p:spPr>
            <a:xfrm>
              <a:off x="3119018" y="4409570"/>
              <a:ext cx="3810" cy="661670"/>
            </a:xfrm>
            <a:custGeom>
              <a:avLst/>
              <a:gdLst/>
              <a:ahLst/>
              <a:cxnLst/>
              <a:rect l="l" t="t" r="r" b="b"/>
              <a:pathLst>
                <a:path w="3810" h="661670">
                  <a:moveTo>
                    <a:pt x="0" y="661416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3809" y="661416"/>
                  </a:lnTo>
                  <a:lnTo>
                    <a:pt x="0" y="6614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7" name="object 4577"/>
            <p:cNvSpPr/>
            <p:nvPr/>
          </p:nvSpPr>
          <p:spPr>
            <a:xfrm>
              <a:off x="3119018" y="4409570"/>
              <a:ext cx="3810" cy="661670"/>
            </a:xfrm>
            <a:custGeom>
              <a:avLst/>
              <a:gdLst/>
              <a:ahLst/>
              <a:cxnLst/>
              <a:rect l="l" t="t" r="r" b="b"/>
              <a:pathLst>
                <a:path w="3810" h="661670">
                  <a:moveTo>
                    <a:pt x="0" y="661416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3809" y="661416"/>
                  </a:lnTo>
                  <a:lnTo>
                    <a:pt x="0" y="66141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8" name="object 4578"/>
            <p:cNvSpPr/>
            <p:nvPr/>
          </p:nvSpPr>
          <p:spPr>
            <a:xfrm>
              <a:off x="2331097" y="5194443"/>
              <a:ext cx="3810" cy="86995"/>
            </a:xfrm>
            <a:custGeom>
              <a:avLst/>
              <a:gdLst/>
              <a:ahLst/>
              <a:cxnLst/>
              <a:rect l="l" t="t" r="r" b="b"/>
              <a:pathLst>
                <a:path w="3810" h="86995">
                  <a:moveTo>
                    <a:pt x="3810" y="84582"/>
                  </a:moveTo>
                  <a:lnTo>
                    <a:pt x="12" y="84582"/>
                  </a:lnTo>
                  <a:lnTo>
                    <a:pt x="12" y="86868"/>
                  </a:lnTo>
                  <a:lnTo>
                    <a:pt x="3810" y="86868"/>
                  </a:lnTo>
                  <a:lnTo>
                    <a:pt x="3810" y="84582"/>
                  </a:lnTo>
                  <a:close/>
                </a:path>
                <a:path w="3810" h="86995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9" name="object 4579"/>
            <p:cNvSpPr/>
            <p:nvPr/>
          </p:nvSpPr>
          <p:spPr>
            <a:xfrm>
              <a:off x="2331110" y="5196716"/>
              <a:ext cx="3810" cy="82550"/>
            </a:xfrm>
            <a:custGeom>
              <a:avLst/>
              <a:gdLst/>
              <a:ahLst/>
              <a:cxnLst/>
              <a:rect l="l" t="t" r="r" b="b"/>
              <a:pathLst>
                <a:path w="3810" h="82550">
                  <a:moveTo>
                    <a:pt x="3809" y="0"/>
                  </a:moveTo>
                  <a:lnTo>
                    <a:pt x="3809" y="82296"/>
                  </a:lnTo>
                  <a:lnTo>
                    <a:pt x="0" y="82296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0" name="object 4580"/>
            <p:cNvSpPr/>
            <p:nvPr/>
          </p:nvSpPr>
          <p:spPr>
            <a:xfrm>
              <a:off x="2363863" y="5194443"/>
              <a:ext cx="3810" cy="86995"/>
            </a:xfrm>
            <a:custGeom>
              <a:avLst/>
              <a:gdLst/>
              <a:ahLst/>
              <a:cxnLst/>
              <a:rect l="l" t="t" r="r" b="b"/>
              <a:pathLst>
                <a:path w="3810" h="86995">
                  <a:moveTo>
                    <a:pt x="3810" y="84582"/>
                  </a:moveTo>
                  <a:lnTo>
                    <a:pt x="0" y="84582"/>
                  </a:lnTo>
                  <a:lnTo>
                    <a:pt x="0" y="86868"/>
                  </a:lnTo>
                  <a:lnTo>
                    <a:pt x="3810" y="86868"/>
                  </a:lnTo>
                  <a:lnTo>
                    <a:pt x="3810" y="84582"/>
                  </a:lnTo>
                  <a:close/>
                </a:path>
                <a:path w="3810" h="86995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1" name="object 4581"/>
            <p:cNvSpPr/>
            <p:nvPr/>
          </p:nvSpPr>
          <p:spPr>
            <a:xfrm>
              <a:off x="2363876" y="5196716"/>
              <a:ext cx="3810" cy="82550"/>
            </a:xfrm>
            <a:custGeom>
              <a:avLst/>
              <a:gdLst/>
              <a:ahLst/>
              <a:cxnLst/>
              <a:rect l="l" t="t" r="r" b="b"/>
              <a:pathLst>
                <a:path w="3810" h="82550">
                  <a:moveTo>
                    <a:pt x="3810" y="0"/>
                  </a:moveTo>
                  <a:lnTo>
                    <a:pt x="3810" y="82296"/>
                  </a:lnTo>
                  <a:lnTo>
                    <a:pt x="0" y="82296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2" name="object 4582"/>
            <p:cNvSpPr/>
            <p:nvPr/>
          </p:nvSpPr>
          <p:spPr>
            <a:xfrm>
              <a:off x="2401963" y="5194443"/>
              <a:ext cx="3810" cy="86995"/>
            </a:xfrm>
            <a:custGeom>
              <a:avLst/>
              <a:gdLst/>
              <a:ahLst/>
              <a:cxnLst/>
              <a:rect l="l" t="t" r="r" b="b"/>
              <a:pathLst>
                <a:path w="3810" h="86995">
                  <a:moveTo>
                    <a:pt x="3810" y="84582"/>
                  </a:moveTo>
                  <a:lnTo>
                    <a:pt x="0" y="84582"/>
                  </a:lnTo>
                  <a:lnTo>
                    <a:pt x="0" y="86868"/>
                  </a:lnTo>
                  <a:lnTo>
                    <a:pt x="3810" y="86868"/>
                  </a:lnTo>
                  <a:lnTo>
                    <a:pt x="3810" y="84582"/>
                  </a:lnTo>
                  <a:close/>
                </a:path>
                <a:path w="3810" h="86995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3" name="object 4583"/>
            <p:cNvSpPr/>
            <p:nvPr/>
          </p:nvSpPr>
          <p:spPr>
            <a:xfrm>
              <a:off x="2401976" y="5196716"/>
              <a:ext cx="3810" cy="82550"/>
            </a:xfrm>
            <a:custGeom>
              <a:avLst/>
              <a:gdLst/>
              <a:ahLst/>
              <a:cxnLst/>
              <a:rect l="l" t="t" r="r" b="b"/>
              <a:pathLst>
                <a:path w="3810" h="82550">
                  <a:moveTo>
                    <a:pt x="3810" y="0"/>
                  </a:moveTo>
                  <a:lnTo>
                    <a:pt x="3810" y="82296"/>
                  </a:lnTo>
                  <a:lnTo>
                    <a:pt x="0" y="82296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4" name="object 4584"/>
            <p:cNvSpPr/>
            <p:nvPr/>
          </p:nvSpPr>
          <p:spPr>
            <a:xfrm>
              <a:off x="3402469" y="5208921"/>
              <a:ext cx="3810" cy="86360"/>
            </a:xfrm>
            <a:custGeom>
              <a:avLst/>
              <a:gdLst/>
              <a:ahLst/>
              <a:cxnLst/>
              <a:rect l="l" t="t" r="r" b="b"/>
              <a:pathLst>
                <a:path w="3810" h="86360">
                  <a:moveTo>
                    <a:pt x="3810" y="83820"/>
                  </a:moveTo>
                  <a:lnTo>
                    <a:pt x="12" y="83820"/>
                  </a:lnTo>
                  <a:lnTo>
                    <a:pt x="12" y="86106"/>
                  </a:lnTo>
                  <a:lnTo>
                    <a:pt x="3810" y="86106"/>
                  </a:lnTo>
                  <a:lnTo>
                    <a:pt x="3810" y="83820"/>
                  </a:lnTo>
                  <a:close/>
                </a:path>
                <a:path w="3810" h="86360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5" name="object 4585"/>
            <p:cNvSpPr/>
            <p:nvPr/>
          </p:nvSpPr>
          <p:spPr>
            <a:xfrm>
              <a:off x="3402482" y="5211194"/>
              <a:ext cx="3810" cy="81915"/>
            </a:xfrm>
            <a:custGeom>
              <a:avLst/>
              <a:gdLst/>
              <a:ahLst/>
              <a:cxnLst/>
              <a:rect l="l" t="t" r="r" b="b"/>
              <a:pathLst>
                <a:path w="3810" h="81914">
                  <a:moveTo>
                    <a:pt x="3809" y="0"/>
                  </a:moveTo>
                  <a:lnTo>
                    <a:pt x="3809" y="81534"/>
                  </a:lnTo>
                  <a:lnTo>
                    <a:pt x="0" y="81534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6" name="object 4586"/>
            <p:cNvSpPr/>
            <p:nvPr/>
          </p:nvSpPr>
          <p:spPr>
            <a:xfrm>
              <a:off x="3435997" y="5208921"/>
              <a:ext cx="4445" cy="86360"/>
            </a:xfrm>
            <a:custGeom>
              <a:avLst/>
              <a:gdLst/>
              <a:ahLst/>
              <a:cxnLst/>
              <a:rect l="l" t="t" r="r" b="b"/>
              <a:pathLst>
                <a:path w="4445" h="86360">
                  <a:moveTo>
                    <a:pt x="3810" y="83820"/>
                  </a:moveTo>
                  <a:lnTo>
                    <a:pt x="0" y="83820"/>
                  </a:lnTo>
                  <a:lnTo>
                    <a:pt x="0" y="86106"/>
                  </a:lnTo>
                  <a:lnTo>
                    <a:pt x="3810" y="86106"/>
                  </a:lnTo>
                  <a:lnTo>
                    <a:pt x="3810" y="83820"/>
                  </a:lnTo>
                  <a:close/>
                </a:path>
                <a:path w="4445" h="86360">
                  <a:moveTo>
                    <a:pt x="3822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22" y="2286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7" name="object 4587"/>
            <p:cNvSpPr/>
            <p:nvPr/>
          </p:nvSpPr>
          <p:spPr>
            <a:xfrm>
              <a:off x="3436010" y="5211194"/>
              <a:ext cx="3810" cy="81915"/>
            </a:xfrm>
            <a:custGeom>
              <a:avLst/>
              <a:gdLst/>
              <a:ahLst/>
              <a:cxnLst/>
              <a:rect l="l" t="t" r="r" b="b"/>
              <a:pathLst>
                <a:path w="3810" h="81914">
                  <a:moveTo>
                    <a:pt x="3810" y="0"/>
                  </a:moveTo>
                  <a:lnTo>
                    <a:pt x="3810" y="81534"/>
                  </a:lnTo>
                  <a:lnTo>
                    <a:pt x="0" y="81534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8" name="object 4588"/>
            <p:cNvSpPr/>
            <p:nvPr/>
          </p:nvSpPr>
          <p:spPr>
            <a:xfrm>
              <a:off x="3474097" y="5208921"/>
              <a:ext cx="4445" cy="86360"/>
            </a:xfrm>
            <a:custGeom>
              <a:avLst/>
              <a:gdLst/>
              <a:ahLst/>
              <a:cxnLst/>
              <a:rect l="l" t="t" r="r" b="b"/>
              <a:pathLst>
                <a:path w="4445" h="86360">
                  <a:moveTo>
                    <a:pt x="3810" y="83820"/>
                  </a:moveTo>
                  <a:lnTo>
                    <a:pt x="0" y="83820"/>
                  </a:lnTo>
                  <a:lnTo>
                    <a:pt x="0" y="86106"/>
                  </a:lnTo>
                  <a:lnTo>
                    <a:pt x="3810" y="86106"/>
                  </a:lnTo>
                  <a:lnTo>
                    <a:pt x="3810" y="83820"/>
                  </a:lnTo>
                  <a:close/>
                </a:path>
                <a:path w="4445" h="86360">
                  <a:moveTo>
                    <a:pt x="3822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22" y="2286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9" name="object 4589"/>
            <p:cNvSpPr/>
            <p:nvPr/>
          </p:nvSpPr>
          <p:spPr>
            <a:xfrm>
              <a:off x="3474110" y="5211194"/>
              <a:ext cx="3810" cy="81915"/>
            </a:xfrm>
            <a:custGeom>
              <a:avLst/>
              <a:gdLst/>
              <a:ahLst/>
              <a:cxnLst/>
              <a:rect l="l" t="t" r="r" b="b"/>
              <a:pathLst>
                <a:path w="3810" h="81914">
                  <a:moveTo>
                    <a:pt x="3810" y="0"/>
                  </a:moveTo>
                  <a:lnTo>
                    <a:pt x="3810" y="81534"/>
                  </a:lnTo>
                  <a:lnTo>
                    <a:pt x="0" y="81534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0" name="object 4590"/>
            <p:cNvSpPr/>
            <p:nvPr/>
          </p:nvSpPr>
          <p:spPr>
            <a:xfrm>
              <a:off x="3523640" y="540093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1" name="object 4591"/>
            <p:cNvSpPr/>
            <p:nvPr/>
          </p:nvSpPr>
          <p:spPr>
            <a:xfrm>
              <a:off x="3523640" y="540093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2" name="object 4592"/>
            <p:cNvSpPr/>
            <p:nvPr/>
          </p:nvSpPr>
          <p:spPr>
            <a:xfrm>
              <a:off x="3523640" y="494220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3" name="object 4593"/>
            <p:cNvSpPr/>
            <p:nvPr/>
          </p:nvSpPr>
          <p:spPr>
            <a:xfrm>
              <a:off x="3523640" y="494220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4" name="object 4594"/>
            <p:cNvSpPr/>
            <p:nvPr/>
          </p:nvSpPr>
          <p:spPr>
            <a:xfrm>
              <a:off x="3523640" y="4942208"/>
              <a:ext cx="3810" cy="459105"/>
            </a:xfrm>
            <a:custGeom>
              <a:avLst/>
              <a:gdLst/>
              <a:ahLst/>
              <a:cxnLst/>
              <a:rect l="l" t="t" r="r" b="b"/>
              <a:pathLst>
                <a:path w="3810" h="459104">
                  <a:moveTo>
                    <a:pt x="3810" y="0"/>
                  </a:moveTo>
                  <a:lnTo>
                    <a:pt x="3810" y="458724"/>
                  </a:lnTo>
                  <a:lnTo>
                    <a:pt x="0" y="458724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5" name="object 4595"/>
            <p:cNvSpPr/>
            <p:nvPr/>
          </p:nvSpPr>
          <p:spPr>
            <a:xfrm>
              <a:off x="3523640" y="4942208"/>
              <a:ext cx="3810" cy="459105"/>
            </a:xfrm>
            <a:custGeom>
              <a:avLst/>
              <a:gdLst/>
              <a:ahLst/>
              <a:cxnLst/>
              <a:rect l="l" t="t" r="r" b="b"/>
              <a:pathLst>
                <a:path w="3810" h="459104">
                  <a:moveTo>
                    <a:pt x="3810" y="0"/>
                  </a:moveTo>
                  <a:lnTo>
                    <a:pt x="3810" y="458724"/>
                  </a:lnTo>
                  <a:lnTo>
                    <a:pt x="0" y="458724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6" name="object 4596"/>
            <p:cNvSpPr/>
            <p:nvPr/>
          </p:nvSpPr>
          <p:spPr>
            <a:xfrm>
              <a:off x="3509924" y="5368166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004" y="0"/>
                  </a:moveTo>
                  <a:lnTo>
                    <a:pt x="0" y="0"/>
                  </a:lnTo>
                  <a:lnTo>
                    <a:pt x="16002" y="32004"/>
                  </a:lnTo>
                  <a:lnTo>
                    <a:pt x="320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7" name="object 4597"/>
            <p:cNvSpPr/>
            <p:nvPr/>
          </p:nvSpPr>
          <p:spPr>
            <a:xfrm>
              <a:off x="3509924" y="5368166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0" y="0"/>
                  </a:moveTo>
                  <a:lnTo>
                    <a:pt x="16002" y="32004"/>
                  </a:lnTo>
                  <a:lnTo>
                    <a:pt x="32004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8" name="object 4598"/>
            <p:cNvSpPr/>
            <p:nvPr/>
          </p:nvSpPr>
          <p:spPr>
            <a:xfrm>
              <a:off x="3508400" y="5367404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19050" y="33528"/>
                  </a:moveTo>
                  <a:lnTo>
                    <a:pt x="16002" y="32004"/>
                  </a:lnTo>
                  <a:lnTo>
                    <a:pt x="17526" y="28956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17526" y="37338"/>
                  </a:lnTo>
                  <a:lnTo>
                    <a:pt x="19050" y="335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9" name="object 4599"/>
            <p:cNvSpPr/>
            <p:nvPr/>
          </p:nvSpPr>
          <p:spPr>
            <a:xfrm>
              <a:off x="3508400" y="5367404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0" y="1524"/>
                  </a:moveTo>
                  <a:lnTo>
                    <a:pt x="3048" y="0"/>
                  </a:lnTo>
                  <a:lnTo>
                    <a:pt x="17526" y="28956"/>
                  </a:lnTo>
                  <a:lnTo>
                    <a:pt x="16002" y="32004"/>
                  </a:lnTo>
                  <a:lnTo>
                    <a:pt x="19050" y="33528"/>
                  </a:lnTo>
                  <a:lnTo>
                    <a:pt x="17526" y="37338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0" name="object 4600"/>
            <p:cNvSpPr/>
            <p:nvPr/>
          </p:nvSpPr>
          <p:spPr>
            <a:xfrm>
              <a:off x="3524402" y="5366642"/>
              <a:ext cx="20955" cy="34290"/>
            </a:xfrm>
            <a:custGeom>
              <a:avLst/>
              <a:gdLst/>
              <a:ahLst/>
              <a:cxnLst/>
              <a:rect l="l" t="t" r="r" b="b"/>
              <a:pathLst>
                <a:path w="20954" h="34289">
                  <a:moveTo>
                    <a:pt x="20574" y="0"/>
                  </a:moveTo>
                  <a:lnTo>
                    <a:pt x="17526" y="0"/>
                  </a:lnTo>
                  <a:lnTo>
                    <a:pt x="17526" y="3809"/>
                  </a:lnTo>
                  <a:lnTo>
                    <a:pt x="14478" y="3809"/>
                  </a:lnTo>
                  <a:lnTo>
                    <a:pt x="0" y="32765"/>
                  </a:lnTo>
                  <a:lnTo>
                    <a:pt x="3048" y="34289"/>
                  </a:lnTo>
                  <a:lnTo>
                    <a:pt x="2057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1" name="object 4601"/>
            <p:cNvSpPr/>
            <p:nvPr/>
          </p:nvSpPr>
          <p:spPr>
            <a:xfrm>
              <a:off x="3524402" y="5366642"/>
              <a:ext cx="20955" cy="34290"/>
            </a:xfrm>
            <a:custGeom>
              <a:avLst/>
              <a:gdLst/>
              <a:ahLst/>
              <a:cxnLst/>
              <a:rect l="l" t="t" r="r" b="b"/>
              <a:pathLst>
                <a:path w="20954" h="34289">
                  <a:moveTo>
                    <a:pt x="3048" y="34289"/>
                  </a:moveTo>
                  <a:lnTo>
                    <a:pt x="0" y="32765"/>
                  </a:lnTo>
                  <a:lnTo>
                    <a:pt x="14478" y="3809"/>
                  </a:lnTo>
                  <a:lnTo>
                    <a:pt x="17526" y="3809"/>
                  </a:lnTo>
                  <a:lnTo>
                    <a:pt x="17526" y="0"/>
                  </a:lnTo>
                  <a:lnTo>
                    <a:pt x="20574" y="0"/>
                  </a:lnTo>
                  <a:lnTo>
                    <a:pt x="3048" y="3428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2" name="object 4602"/>
            <p:cNvSpPr/>
            <p:nvPr/>
          </p:nvSpPr>
          <p:spPr>
            <a:xfrm>
              <a:off x="3506876" y="5366642"/>
              <a:ext cx="35560" cy="3810"/>
            </a:xfrm>
            <a:custGeom>
              <a:avLst/>
              <a:gdLst/>
              <a:ahLst/>
              <a:cxnLst/>
              <a:rect l="l" t="t" r="r" b="b"/>
              <a:pathLst>
                <a:path w="35560" h="3810">
                  <a:moveTo>
                    <a:pt x="35051" y="3810"/>
                  </a:moveTo>
                  <a:lnTo>
                    <a:pt x="35051" y="0"/>
                  </a:lnTo>
                  <a:lnTo>
                    <a:pt x="0" y="0"/>
                  </a:lnTo>
                  <a:lnTo>
                    <a:pt x="1523" y="2286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3505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3" name="object 4603"/>
            <p:cNvSpPr/>
            <p:nvPr/>
          </p:nvSpPr>
          <p:spPr>
            <a:xfrm>
              <a:off x="3506876" y="5366642"/>
              <a:ext cx="35560" cy="3810"/>
            </a:xfrm>
            <a:custGeom>
              <a:avLst/>
              <a:gdLst/>
              <a:ahLst/>
              <a:cxnLst/>
              <a:rect l="l" t="t" r="r" b="b"/>
              <a:pathLst>
                <a:path w="35560" h="3810">
                  <a:moveTo>
                    <a:pt x="35051" y="0"/>
                  </a:moveTo>
                  <a:lnTo>
                    <a:pt x="35051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1523" y="2286"/>
                  </a:lnTo>
                  <a:lnTo>
                    <a:pt x="0" y="0"/>
                  </a:lnTo>
                  <a:lnTo>
                    <a:pt x="3505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4" name="object 4604"/>
            <p:cNvSpPr/>
            <p:nvPr/>
          </p:nvSpPr>
          <p:spPr>
            <a:xfrm>
              <a:off x="3571646" y="529501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5" name="object 4605"/>
            <p:cNvSpPr/>
            <p:nvPr/>
          </p:nvSpPr>
          <p:spPr>
            <a:xfrm>
              <a:off x="3571646" y="529501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6" name="object 4606"/>
            <p:cNvSpPr/>
            <p:nvPr/>
          </p:nvSpPr>
          <p:spPr>
            <a:xfrm>
              <a:off x="3571646" y="485229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7" name="object 4607"/>
            <p:cNvSpPr/>
            <p:nvPr/>
          </p:nvSpPr>
          <p:spPr>
            <a:xfrm>
              <a:off x="3571646" y="485229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8" name="object 4608"/>
            <p:cNvSpPr/>
            <p:nvPr/>
          </p:nvSpPr>
          <p:spPr>
            <a:xfrm>
              <a:off x="3571646" y="4852292"/>
              <a:ext cx="3810" cy="443230"/>
            </a:xfrm>
            <a:custGeom>
              <a:avLst/>
              <a:gdLst/>
              <a:ahLst/>
              <a:cxnLst/>
              <a:rect l="l" t="t" r="r" b="b"/>
              <a:pathLst>
                <a:path w="3810" h="443229">
                  <a:moveTo>
                    <a:pt x="3809" y="0"/>
                  </a:moveTo>
                  <a:lnTo>
                    <a:pt x="3809" y="442722"/>
                  </a:lnTo>
                  <a:lnTo>
                    <a:pt x="0" y="442722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9" name="object 4609"/>
            <p:cNvSpPr/>
            <p:nvPr/>
          </p:nvSpPr>
          <p:spPr>
            <a:xfrm>
              <a:off x="3571646" y="4852292"/>
              <a:ext cx="3810" cy="443230"/>
            </a:xfrm>
            <a:custGeom>
              <a:avLst/>
              <a:gdLst/>
              <a:ahLst/>
              <a:cxnLst/>
              <a:rect l="l" t="t" r="r" b="b"/>
              <a:pathLst>
                <a:path w="3810" h="443229">
                  <a:moveTo>
                    <a:pt x="3809" y="0"/>
                  </a:moveTo>
                  <a:lnTo>
                    <a:pt x="3809" y="442722"/>
                  </a:lnTo>
                  <a:lnTo>
                    <a:pt x="0" y="442722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0" name="object 4610"/>
            <p:cNvSpPr/>
            <p:nvPr/>
          </p:nvSpPr>
          <p:spPr>
            <a:xfrm>
              <a:off x="3557930" y="5263010"/>
              <a:ext cx="31750" cy="32384"/>
            </a:xfrm>
            <a:custGeom>
              <a:avLst/>
              <a:gdLst/>
              <a:ahLst/>
              <a:cxnLst/>
              <a:rect l="l" t="t" r="r" b="b"/>
              <a:pathLst>
                <a:path w="31750" h="32385">
                  <a:moveTo>
                    <a:pt x="31242" y="0"/>
                  </a:moveTo>
                  <a:lnTo>
                    <a:pt x="0" y="0"/>
                  </a:lnTo>
                  <a:lnTo>
                    <a:pt x="16002" y="32004"/>
                  </a:lnTo>
                  <a:lnTo>
                    <a:pt x="312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1" name="object 4611"/>
            <p:cNvSpPr/>
            <p:nvPr/>
          </p:nvSpPr>
          <p:spPr>
            <a:xfrm>
              <a:off x="3557930" y="5263010"/>
              <a:ext cx="31750" cy="32384"/>
            </a:xfrm>
            <a:custGeom>
              <a:avLst/>
              <a:gdLst/>
              <a:ahLst/>
              <a:cxnLst/>
              <a:rect l="l" t="t" r="r" b="b"/>
              <a:pathLst>
                <a:path w="31750" h="32385">
                  <a:moveTo>
                    <a:pt x="0" y="0"/>
                  </a:moveTo>
                  <a:lnTo>
                    <a:pt x="16002" y="32004"/>
                  </a:lnTo>
                  <a:lnTo>
                    <a:pt x="3124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2" name="object 4612"/>
            <p:cNvSpPr/>
            <p:nvPr/>
          </p:nvSpPr>
          <p:spPr>
            <a:xfrm>
              <a:off x="3555644" y="5262248"/>
              <a:ext cx="20320" cy="36830"/>
            </a:xfrm>
            <a:custGeom>
              <a:avLst/>
              <a:gdLst/>
              <a:ahLst/>
              <a:cxnLst/>
              <a:rect l="l" t="t" r="r" b="b"/>
              <a:pathLst>
                <a:path w="20320" h="36829">
                  <a:moveTo>
                    <a:pt x="19812" y="33528"/>
                  </a:moveTo>
                  <a:lnTo>
                    <a:pt x="16002" y="32004"/>
                  </a:lnTo>
                  <a:lnTo>
                    <a:pt x="18288" y="28956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18288" y="36576"/>
                  </a:lnTo>
                  <a:lnTo>
                    <a:pt x="19812" y="335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3" name="object 4613"/>
            <p:cNvSpPr/>
            <p:nvPr/>
          </p:nvSpPr>
          <p:spPr>
            <a:xfrm>
              <a:off x="3555644" y="5262248"/>
              <a:ext cx="20320" cy="36830"/>
            </a:xfrm>
            <a:custGeom>
              <a:avLst/>
              <a:gdLst/>
              <a:ahLst/>
              <a:cxnLst/>
              <a:rect l="l" t="t" r="r" b="b"/>
              <a:pathLst>
                <a:path w="20320" h="36829">
                  <a:moveTo>
                    <a:pt x="0" y="1524"/>
                  </a:moveTo>
                  <a:lnTo>
                    <a:pt x="3810" y="0"/>
                  </a:lnTo>
                  <a:lnTo>
                    <a:pt x="18288" y="28956"/>
                  </a:lnTo>
                  <a:lnTo>
                    <a:pt x="16002" y="32004"/>
                  </a:lnTo>
                  <a:lnTo>
                    <a:pt x="19812" y="33528"/>
                  </a:lnTo>
                  <a:lnTo>
                    <a:pt x="18288" y="3657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4" name="object 4614"/>
            <p:cNvSpPr/>
            <p:nvPr/>
          </p:nvSpPr>
          <p:spPr>
            <a:xfrm>
              <a:off x="3571646" y="5261486"/>
              <a:ext cx="20955" cy="34290"/>
            </a:xfrm>
            <a:custGeom>
              <a:avLst/>
              <a:gdLst/>
              <a:ahLst/>
              <a:cxnLst/>
              <a:rect l="l" t="t" r="r" b="b"/>
              <a:pathLst>
                <a:path w="20954" h="34289">
                  <a:moveTo>
                    <a:pt x="20574" y="0"/>
                  </a:moveTo>
                  <a:lnTo>
                    <a:pt x="17526" y="0"/>
                  </a:lnTo>
                  <a:lnTo>
                    <a:pt x="17526" y="3809"/>
                  </a:lnTo>
                  <a:lnTo>
                    <a:pt x="14478" y="3809"/>
                  </a:lnTo>
                  <a:lnTo>
                    <a:pt x="0" y="32765"/>
                  </a:lnTo>
                  <a:lnTo>
                    <a:pt x="3810" y="34289"/>
                  </a:lnTo>
                  <a:lnTo>
                    <a:pt x="2057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5" name="object 4615"/>
            <p:cNvSpPr/>
            <p:nvPr/>
          </p:nvSpPr>
          <p:spPr>
            <a:xfrm>
              <a:off x="3571646" y="5261486"/>
              <a:ext cx="20955" cy="34290"/>
            </a:xfrm>
            <a:custGeom>
              <a:avLst/>
              <a:gdLst/>
              <a:ahLst/>
              <a:cxnLst/>
              <a:rect l="l" t="t" r="r" b="b"/>
              <a:pathLst>
                <a:path w="20954" h="34289">
                  <a:moveTo>
                    <a:pt x="3810" y="34289"/>
                  </a:moveTo>
                  <a:lnTo>
                    <a:pt x="0" y="32765"/>
                  </a:lnTo>
                  <a:lnTo>
                    <a:pt x="14478" y="3809"/>
                  </a:lnTo>
                  <a:lnTo>
                    <a:pt x="17526" y="3809"/>
                  </a:lnTo>
                  <a:lnTo>
                    <a:pt x="17526" y="0"/>
                  </a:lnTo>
                  <a:lnTo>
                    <a:pt x="20574" y="0"/>
                  </a:lnTo>
                  <a:lnTo>
                    <a:pt x="3810" y="3428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6" name="object 4616"/>
            <p:cNvSpPr/>
            <p:nvPr/>
          </p:nvSpPr>
          <p:spPr>
            <a:xfrm>
              <a:off x="3554882" y="5261486"/>
              <a:ext cx="34290" cy="3810"/>
            </a:xfrm>
            <a:custGeom>
              <a:avLst/>
              <a:gdLst/>
              <a:ahLst/>
              <a:cxnLst/>
              <a:rect l="l" t="t" r="r" b="b"/>
              <a:pathLst>
                <a:path w="34289" h="3810">
                  <a:moveTo>
                    <a:pt x="34289" y="3810"/>
                  </a:moveTo>
                  <a:lnTo>
                    <a:pt x="34289" y="0"/>
                  </a:lnTo>
                  <a:lnTo>
                    <a:pt x="0" y="0"/>
                  </a:lnTo>
                  <a:lnTo>
                    <a:pt x="761" y="2286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3428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7" name="object 4617"/>
            <p:cNvSpPr/>
            <p:nvPr/>
          </p:nvSpPr>
          <p:spPr>
            <a:xfrm>
              <a:off x="3554882" y="5261486"/>
              <a:ext cx="34290" cy="3810"/>
            </a:xfrm>
            <a:custGeom>
              <a:avLst/>
              <a:gdLst/>
              <a:ahLst/>
              <a:cxnLst/>
              <a:rect l="l" t="t" r="r" b="b"/>
              <a:pathLst>
                <a:path w="34289" h="3810">
                  <a:moveTo>
                    <a:pt x="34289" y="0"/>
                  </a:moveTo>
                  <a:lnTo>
                    <a:pt x="34289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761" y="2286"/>
                  </a:lnTo>
                  <a:lnTo>
                    <a:pt x="0" y="0"/>
                  </a:lnTo>
                  <a:lnTo>
                    <a:pt x="3428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8" name="object 4618"/>
            <p:cNvSpPr/>
            <p:nvPr/>
          </p:nvSpPr>
          <p:spPr>
            <a:xfrm>
              <a:off x="2417978" y="494525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3810"/>
                  </a:moveTo>
                  <a:lnTo>
                    <a:pt x="0" y="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9" name="object 4619"/>
            <p:cNvSpPr/>
            <p:nvPr/>
          </p:nvSpPr>
          <p:spPr>
            <a:xfrm>
              <a:off x="2417978" y="494525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1" y="1905"/>
                  </a:moveTo>
                  <a:lnTo>
                    <a:pt x="381" y="1905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0" name="object 4620"/>
            <p:cNvSpPr/>
            <p:nvPr/>
          </p:nvSpPr>
          <p:spPr>
            <a:xfrm>
              <a:off x="3528212" y="494525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3810"/>
                  </a:moveTo>
                  <a:lnTo>
                    <a:pt x="0" y="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1" name="object 4621"/>
            <p:cNvSpPr/>
            <p:nvPr/>
          </p:nvSpPr>
          <p:spPr>
            <a:xfrm>
              <a:off x="3528212" y="494525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0" y="1905"/>
                  </a:moveTo>
                  <a:lnTo>
                    <a:pt x="380" y="1905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2" name="object 4622"/>
            <p:cNvSpPr/>
            <p:nvPr/>
          </p:nvSpPr>
          <p:spPr>
            <a:xfrm>
              <a:off x="2417965" y="4945269"/>
              <a:ext cx="1110615" cy="3810"/>
            </a:xfrm>
            <a:custGeom>
              <a:avLst/>
              <a:gdLst/>
              <a:ahLst/>
              <a:cxnLst/>
              <a:rect l="l" t="t" r="r" b="b"/>
              <a:pathLst>
                <a:path w="1110614" h="3810">
                  <a:moveTo>
                    <a:pt x="1110234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10234" y="3810"/>
                  </a:lnTo>
                  <a:lnTo>
                    <a:pt x="11102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3" name="object 4623"/>
            <p:cNvSpPr/>
            <p:nvPr/>
          </p:nvSpPr>
          <p:spPr>
            <a:xfrm>
              <a:off x="2451506" y="485457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1" y="1905"/>
                  </a:moveTo>
                  <a:lnTo>
                    <a:pt x="381" y="1905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4" name="object 4624"/>
            <p:cNvSpPr/>
            <p:nvPr/>
          </p:nvSpPr>
          <p:spPr>
            <a:xfrm>
              <a:off x="3576218" y="485457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3810"/>
                  </a:moveTo>
                  <a:lnTo>
                    <a:pt x="0" y="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5" name="object 4625"/>
            <p:cNvSpPr/>
            <p:nvPr/>
          </p:nvSpPr>
          <p:spPr>
            <a:xfrm>
              <a:off x="3576218" y="485457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0" y="1905"/>
                  </a:moveTo>
                  <a:lnTo>
                    <a:pt x="380" y="1905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6" name="object 4626"/>
            <p:cNvSpPr/>
            <p:nvPr/>
          </p:nvSpPr>
          <p:spPr>
            <a:xfrm>
              <a:off x="2451493" y="4854590"/>
              <a:ext cx="1125220" cy="3810"/>
            </a:xfrm>
            <a:custGeom>
              <a:avLst/>
              <a:gdLst/>
              <a:ahLst/>
              <a:cxnLst/>
              <a:rect l="l" t="t" r="r" b="b"/>
              <a:pathLst>
                <a:path w="1125220" h="3810">
                  <a:moveTo>
                    <a:pt x="1124712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24712" y="3810"/>
                  </a:lnTo>
                  <a:lnTo>
                    <a:pt x="11247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7" name="object 4627"/>
            <p:cNvSpPr/>
            <p:nvPr/>
          </p:nvSpPr>
          <p:spPr>
            <a:xfrm>
              <a:off x="2409596" y="440804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8" name="object 4628"/>
            <p:cNvSpPr/>
            <p:nvPr/>
          </p:nvSpPr>
          <p:spPr>
            <a:xfrm>
              <a:off x="2409596" y="495211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9" name="object 4629"/>
            <p:cNvSpPr/>
            <p:nvPr/>
          </p:nvSpPr>
          <p:spPr>
            <a:xfrm>
              <a:off x="2409596" y="495211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0" name="object 4630"/>
            <p:cNvSpPr/>
            <p:nvPr/>
          </p:nvSpPr>
          <p:spPr>
            <a:xfrm>
              <a:off x="2409596" y="4408046"/>
              <a:ext cx="3810" cy="544195"/>
            </a:xfrm>
            <a:custGeom>
              <a:avLst/>
              <a:gdLst/>
              <a:ahLst/>
              <a:cxnLst/>
              <a:rect l="l" t="t" r="r" b="b"/>
              <a:pathLst>
                <a:path w="3810" h="544195">
                  <a:moveTo>
                    <a:pt x="0" y="544068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3809" y="544068"/>
                  </a:lnTo>
                  <a:lnTo>
                    <a:pt x="0" y="5440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1" name="object 4631"/>
            <p:cNvSpPr/>
            <p:nvPr/>
          </p:nvSpPr>
          <p:spPr>
            <a:xfrm>
              <a:off x="2409596" y="4408046"/>
              <a:ext cx="3810" cy="544195"/>
            </a:xfrm>
            <a:custGeom>
              <a:avLst/>
              <a:gdLst/>
              <a:ahLst/>
              <a:cxnLst/>
              <a:rect l="l" t="t" r="r" b="b"/>
              <a:pathLst>
                <a:path w="3810" h="544195">
                  <a:moveTo>
                    <a:pt x="0" y="544068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3809" y="544068"/>
                  </a:lnTo>
                  <a:lnTo>
                    <a:pt x="0" y="54406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2" name="object 4632"/>
            <p:cNvSpPr/>
            <p:nvPr/>
          </p:nvSpPr>
          <p:spPr>
            <a:xfrm>
              <a:off x="2446934" y="4418714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4572" y="0"/>
                  </a:move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3" name="object 4633"/>
            <p:cNvSpPr/>
            <p:nvPr/>
          </p:nvSpPr>
          <p:spPr>
            <a:xfrm>
              <a:off x="2446934" y="4418714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4" name="object 4634"/>
            <p:cNvSpPr/>
            <p:nvPr/>
          </p:nvSpPr>
          <p:spPr>
            <a:xfrm>
              <a:off x="2446934" y="4856864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4572" y="0"/>
                  </a:move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5" name="object 4635"/>
            <p:cNvSpPr/>
            <p:nvPr/>
          </p:nvSpPr>
          <p:spPr>
            <a:xfrm>
              <a:off x="2446934" y="4856864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6" name="object 4636"/>
            <p:cNvSpPr/>
            <p:nvPr/>
          </p:nvSpPr>
          <p:spPr>
            <a:xfrm>
              <a:off x="2446934" y="4418714"/>
              <a:ext cx="5080" cy="438150"/>
            </a:xfrm>
            <a:custGeom>
              <a:avLst/>
              <a:gdLst/>
              <a:ahLst/>
              <a:cxnLst/>
              <a:rect l="l" t="t" r="r" b="b"/>
              <a:pathLst>
                <a:path w="5080" h="438150">
                  <a:moveTo>
                    <a:pt x="0" y="438150"/>
                  </a:moveTo>
                  <a:lnTo>
                    <a:pt x="0" y="0"/>
                  </a:lnTo>
                  <a:lnTo>
                    <a:pt x="4572" y="0"/>
                  </a:lnTo>
                  <a:lnTo>
                    <a:pt x="4572" y="438150"/>
                  </a:lnTo>
                  <a:lnTo>
                    <a:pt x="0" y="4381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7" name="object 4637"/>
            <p:cNvSpPr/>
            <p:nvPr/>
          </p:nvSpPr>
          <p:spPr>
            <a:xfrm>
              <a:off x="2446934" y="4418714"/>
              <a:ext cx="5080" cy="438150"/>
            </a:xfrm>
            <a:custGeom>
              <a:avLst/>
              <a:gdLst/>
              <a:ahLst/>
              <a:cxnLst/>
              <a:rect l="l" t="t" r="r" b="b"/>
              <a:pathLst>
                <a:path w="5080" h="438150">
                  <a:moveTo>
                    <a:pt x="0" y="438150"/>
                  </a:moveTo>
                  <a:lnTo>
                    <a:pt x="0" y="0"/>
                  </a:lnTo>
                  <a:lnTo>
                    <a:pt x="4572" y="0"/>
                  </a:lnTo>
                  <a:lnTo>
                    <a:pt x="4572" y="438150"/>
                  </a:lnTo>
                  <a:lnTo>
                    <a:pt x="0" y="43815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8" name="object 4638"/>
            <p:cNvSpPr/>
            <p:nvPr/>
          </p:nvSpPr>
          <p:spPr>
            <a:xfrm>
              <a:off x="2116213" y="5304171"/>
              <a:ext cx="3810" cy="86360"/>
            </a:xfrm>
            <a:custGeom>
              <a:avLst/>
              <a:gdLst/>
              <a:ahLst/>
              <a:cxnLst/>
              <a:rect l="l" t="t" r="r" b="b"/>
              <a:pathLst>
                <a:path w="3810" h="86360">
                  <a:moveTo>
                    <a:pt x="3810" y="83820"/>
                  </a:moveTo>
                  <a:lnTo>
                    <a:pt x="0" y="83820"/>
                  </a:lnTo>
                  <a:lnTo>
                    <a:pt x="0" y="86106"/>
                  </a:lnTo>
                  <a:lnTo>
                    <a:pt x="3810" y="86106"/>
                  </a:lnTo>
                  <a:lnTo>
                    <a:pt x="3810" y="83820"/>
                  </a:lnTo>
                  <a:close/>
                </a:path>
                <a:path w="3810" h="86360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9" name="object 4639"/>
            <p:cNvSpPr/>
            <p:nvPr/>
          </p:nvSpPr>
          <p:spPr>
            <a:xfrm>
              <a:off x="2116226" y="5305682"/>
              <a:ext cx="3810" cy="82550"/>
            </a:xfrm>
            <a:custGeom>
              <a:avLst/>
              <a:gdLst/>
              <a:ahLst/>
              <a:cxnLst/>
              <a:rect l="l" t="t" r="r" b="b"/>
              <a:pathLst>
                <a:path w="3810" h="82550">
                  <a:moveTo>
                    <a:pt x="3810" y="0"/>
                  </a:moveTo>
                  <a:lnTo>
                    <a:pt x="3810" y="82296"/>
                  </a:lnTo>
                  <a:lnTo>
                    <a:pt x="0" y="82296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0" name="object 4640"/>
            <p:cNvSpPr/>
            <p:nvPr/>
          </p:nvSpPr>
          <p:spPr>
            <a:xfrm>
              <a:off x="2149754" y="5387978"/>
              <a:ext cx="3810" cy="2540"/>
            </a:xfrm>
            <a:custGeom>
              <a:avLst/>
              <a:gdLst/>
              <a:ahLst/>
              <a:cxnLst/>
              <a:rect l="l" t="t" r="r" b="b"/>
              <a:pathLst>
                <a:path w="3810" h="2539">
                  <a:moveTo>
                    <a:pt x="3810" y="2285"/>
                  </a:moveTo>
                  <a:lnTo>
                    <a:pt x="3810" y="0"/>
                  </a:lnTo>
                  <a:lnTo>
                    <a:pt x="0" y="0"/>
                  </a:lnTo>
                  <a:lnTo>
                    <a:pt x="0" y="2285"/>
                  </a:lnTo>
                  <a:lnTo>
                    <a:pt x="3810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1" name="object 4641"/>
            <p:cNvSpPr/>
            <p:nvPr/>
          </p:nvSpPr>
          <p:spPr>
            <a:xfrm>
              <a:off x="2149754" y="5387978"/>
              <a:ext cx="3810" cy="2540"/>
            </a:xfrm>
            <a:custGeom>
              <a:avLst/>
              <a:gdLst/>
              <a:ahLst/>
              <a:cxnLst/>
              <a:rect l="l" t="t" r="r" b="b"/>
              <a:pathLst>
                <a:path w="3810" h="2539">
                  <a:moveTo>
                    <a:pt x="3810" y="0"/>
                  </a:moveTo>
                  <a:lnTo>
                    <a:pt x="3810" y="2285"/>
                  </a:lnTo>
                  <a:lnTo>
                    <a:pt x="0" y="2285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2" name="object 4642"/>
            <p:cNvSpPr/>
            <p:nvPr/>
          </p:nvSpPr>
          <p:spPr>
            <a:xfrm>
              <a:off x="2149754" y="5304158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10" h="1904">
                  <a:moveTo>
                    <a:pt x="3810" y="1524"/>
                  </a:moveTo>
                  <a:lnTo>
                    <a:pt x="3810" y="0"/>
                  </a:lnTo>
                  <a:lnTo>
                    <a:pt x="0" y="0"/>
                  </a:lnTo>
                  <a:lnTo>
                    <a:pt x="0" y="1524"/>
                  </a:lnTo>
                  <a:lnTo>
                    <a:pt x="3810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3" name="object 4643"/>
            <p:cNvSpPr/>
            <p:nvPr/>
          </p:nvSpPr>
          <p:spPr>
            <a:xfrm>
              <a:off x="2149754" y="5305682"/>
              <a:ext cx="3810" cy="82550"/>
            </a:xfrm>
            <a:custGeom>
              <a:avLst/>
              <a:gdLst/>
              <a:ahLst/>
              <a:cxnLst/>
              <a:rect l="l" t="t" r="r" b="b"/>
              <a:pathLst>
                <a:path w="3810" h="82550">
                  <a:moveTo>
                    <a:pt x="3810" y="0"/>
                  </a:moveTo>
                  <a:lnTo>
                    <a:pt x="3810" y="82296"/>
                  </a:lnTo>
                  <a:lnTo>
                    <a:pt x="0" y="82296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4" name="object 4644"/>
            <p:cNvSpPr/>
            <p:nvPr/>
          </p:nvSpPr>
          <p:spPr>
            <a:xfrm>
              <a:off x="2187841" y="5304171"/>
              <a:ext cx="3810" cy="86360"/>
            </a:xfrm>
            <a:custGeom>
              <a:avLst/>
              <a:gdLst/>
              <a:ahLst/>
              <a:cxnLst/>
              <a:rect l="l" t="t" r="r" b="b"/>
              <a:pathLst>
                <a:path w="3810" h="86360">
                  <a:moveTo>
                    <a:pt x="3810" y="83820"/>
                  </a:moveTo>
                  <a:lnTo>
                    <a:pt x="0" y="83820"/>
                  </a:lnTo>
                  <a:lnTo>
                    <a:pt x="0" y="86106"/>
                  </a:lnTo>
                  <a:lnTo>
                    <a:pt x="3810" y="86106"/>
                  </a:lnTo>
                  <a:lnTo>
                    <a:pt x="3810" y="83820"/>
                  </a:lnTo>
                  <a:close/>
                </a:path>
                <a:path w="3810" h="86360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5" name="object 4645"/>
            <p:cNvSpPr/>
            <p:nvPr/>
          </p:nvSpPr>
          <p:spPr>
            <a:xfrm>
              <a:off x="2187854" y="5305682"/>
              <a:ext cx="3810" cy="82550"/>
            </a:xfrm>
            <a:custGeom>
              <a:avLst/>
              <a:gdLst/>
              <a:ahLst/>
              <a:cxnLst/>
              <a:rect l="l" t="t" r="r" b="b"/>
              <a:pathLst>
                <a:path w="3810" h="82550">
                  <a:moveTo>
                    <a:pt x="3810" y="0"/>
                  </a:moveTo>
                  <a:lnTo>
                    <a:pt x="3810" y="82296"/>
                  </a:lnTo>
                  <a:lnTo>
                    <a:pt x="0" y="82296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6" name="object 4646"/>
            <p:cNvSpPr/>
            <p:nvPr/>
          </p:nvSpPr>
          <p:spPr>
            <a:xfrm>
              <a:off x="2311285" y="5298837"/>
              <a:ext cx="3810" cy="86995"/>
            </a:xfrm>
            <a:custGeom>
              <a:avLst/>
              <a:gdLst/>
              <a:ahLst/>
              <a:cxnLst/>
              <a:rect l="l" t="t" r="r" b="b"/>
              <a:pathLst>
                <a:path w="3810" h="86995">
                  <a:moveTo>
                    <a:pt x="3810" y="84582"/>
                  </a:moveTo>
                  <a:lnTo>
                    <a:pt x="0" y="84582"/>
                  </a:lnTo>
                  <a:lnTo>
                    <a:pt x="0" y="86868"/>
                  </a:lnTo>
                  <a:lnTo>
                    <a:pt x="3810" y="86868"/>
                  </a:lnTo>
                  <a:lnTo>
                    <a:pt x="3810" y="84582"/>
                  </a:lnTo>
                  <a:close/>
                </a:path>
                <a:path w="3810" h="86995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7" name="object 4647"/>
            <p:cNvSpPr/>
            <p:nvPr/>
          </p:nvSpPr>
          <p:spPr>
            <a:xfrm>
              <a:off x="2311298" y="5301110"/>
              <a:ext cx="3810" cy="82550"/>
            </a:xfrm>
            <a:custGeom>
              <a:avLst/>
              <a:gdLst/>
              <a:ahLst/>
              <a:cxnLst/>
              <a:rect l="l" t="t" r="r" b="b"/>
              <a:pathLst>
                <a:path w="3810" h="82550">
                  <a:moveTo>
                    <a:pt x="3810" y="0"/>
                  </a:moveTo>
                  <a:lnTo>
                    <a:pt x="3810" y="82296"/>
                  </a:lnTo>
                  <a:lnTo>
                    <a:pt x="0" y="82296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8" name="object 4648"/>
            <p:cNvSpPr/>
            <p:nvPr/>
          </p:nvSpPr>
          <p:spPr>
            <a:xfrm>
              <a:off x="2345575" y="5298837"/>
              <a:ext cx="3175" cy="86995"/>
            </a:xfrm>
            <a:custGeom>
              <a:avLst/>
              <a:gdLst/>
              <a:ahLst/>
              <a:cxnLst/>
              <a:rect l="l" t="t" r="r" b="b"/>
              <a:pathLst>
                <a:path w="3175" h="86995">
                  <a:moveTo>
                    <a:pt x="3048" y="84582"/>
                  </a:moveTo>
                  <a:lnTo>
                    <a:pt x="0" y="84582"/>
                  </a:lnTo>
                  <a:lnTo>
                    <a:pt x="0" y="86868"/>
                  </a:lnTo>
                  <a:lnTo>
                    <a:pt x="3048" y="86868"/>
                  </a:lnTo>
                  <a:lnTo>
                    <a:pt x="3048" y="84582"/>
                  </a:lnTo>
                  <a:close/>
                </a:path>
                <a:path w="3175" h="86995">
                  <a:moveTo>
                    <a:pt x="306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060" y="2286"/>
                  </a:lnTo>
                  <a:lnTo>
                    <a:pt x="30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9" name="object 4649"/>
            <p:cNvSpPr/>
            <p:nvPr/>
          </p:nvSpPr>
          <p:spPr>
            <a:xfrm>
              <a:off x="2345588" y="5301110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3048" y="0"/>
                  </a:moveTo>
                  <a:lnTo>
                    <a:pt x="3048" y="82296"/>
                  </a:lnTo>
                  <a:lnTo>
                    <a:pt x="0" y="82296"/>
                  </a:lnTo>
                  <a:lnTo>
                    <a:pt x="0" y="0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0" name="object 4650"/>
            <p:cNvSpPr/>
            <p:nvPr/>
          </p:nvSpPr>
          <p:spPr>
            <a:xfrm>
              <a:off x="2382913" y="5298837"/>
              <a:ext cx="3810" cy="86995"/>
            </a:xfrm>
            <a:custGeom>
              <a:avLst/>
              <a:gdLst/>
              <a:ahLst/>
              <a:cxnLst/>
              <a:rect l="l" t="t" r="r" b="b"/>
              <a:pathLst>
                <a:path w="3810" h="86995">
                  <a:moveTo>
                    <a:pt x="3810" y="84582"/>
                  </a:moveTo>
                  <a:lnTo>
                    <a:pt x="0" y="84582"/>
                  </a:lnTo>
                  <a:lnTo>
                    <a:pt x="0" y="86868"/>
                  </a:lnTo>
                  <a:lnTo>
                    <a:pt x="3810" y="86868"/>
                  </a:lnTo>
                  <a:lnTo>
                    <a:pt x="3810" y="84582"/>
                  </a:lnTo>
                  <a:close/>
                </a:path>
                <a:path w="3810" h="86995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1" name="object 4651"/>
            <p:cNvSpPr/>
            <p:nvPr/>
          </p:nvSpPr>
          <p:spPr>
            <a:xfrm>
              <a:off x="2382926" y="5301110"/>
              <a:ext cx="3810" cy="82550"/>
            </a:xfrm>
            <a:custGeom>
              <a:avLst/>
              <a:gdLst/>
              <a:ahLst/>
              <a:cxnLst/>
              <a:rect l="l" t="t" r="r" b="b"/>
              <a:pathLst>
                <a:path w="3810" h="82550">
                  <a:moveTo>
                    <a:pt x="3810" y="0"/>
                  </a:moveTo>
                  <a:lnTo>
                    <a:pt x="3810" y="82296"/>
                  </a:lnTo>
                  <a:lnTo>
                    <a:pt x="0" y="82296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2" name="object 4652"/>
            <p:cNvSpPr/>
            <p:nvPr/>
          </p:nvSpPr>
          <p:spPr>
            <a:xfrm>
              <a:off x="3178441" y="5313315"/>
              <a:ext cx="3810" cy="86995"/>
            </a:xfrm>
            <a:custGeom>
              <a:avLst/>
              <a:gdLst/>
              <a:ahLst/>
              <a:cxnLst/>
              <a:rect l="l" t="t" r="r" b="b"/>
              <a:pathLst>
                <a:path w="3810" h="86995">
                  <a:moveTo>
                    <a:pt x="3810" y="84582"/>
                  </a:moveTo>
                  <a:lnTo>
                    <a:pt x="12" y="84582"/>
                  </a:lnTo>
                  <a:lnTo>
                    <a:pt x="12" y="86868"/>
                  </a:lnTo>
                  <a:lnTo>
                    <a:pt x="3810" y="86868"/>
                  </a:lnTo>
                  <a:lnTo>
                    <a:pt x="3810" y="84582"/>
                  </a:lnTo>
                  <a:close/>
                </a:path>
                <a:path w="3810" h="86995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3" name="object 4653"/>
            <p:cNvSpPr/>
            <p:nvPr/>
          </p:nvSpPr>
          <p:spPr>
            <a:xfrm>
              <a:off x="3178454" y="5315588"/>
              <a:ext cx="3810" cy="82550"/>
            </a:xfrm>
            <a:custGeom>
              <a:avLst/>
              <a:gdLst/>
              <a:ahLst/>
              <a:cxnLst/>
              <a:rect l="l" t="t" r="r" b="b"/>
              <a:pathLst>
                <a:path w="3810" h="82550">
                  <a:moveTo>
                    <a:pt x="3809" y="0"/>
                  </a:moveTo>
                  <a:lnTo>
                    <a:pt x="3809" y="82296"/>
                  </a:lnTo>
                  <a:lnTo>
                    <a:pt x="0" y="82296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4" name="object 4654"/>
            <p:cNvSpPr/>
            <p:nvPr/>
          </p:nvSpPr>
          <p:spPr>
            <a:xfrm>
              <a:off x="3211969" y="5313315"/>
              <a:ext cx="3810" cy="86995"/>
            </a:xfrm>
            <a:custGeom>
              <a:avLst/>
              <a:gdLst/>
              <a:ahLst/>
              <a:cxnLst/>
              <a:rect l="l" t="t" r="r" b="b"/>
              <a:pathLst>
                <a:path w="3810" h="86995">
                  <a:moveTo>
                    <a:pt x="3810" y="84582"/>
                  </a:moveTo>
                  <a:lnTo>
                    <a:pt x="12" y="84582"/>
                  </a:lnTo>
                  <a:lnTo>
                    <a:pt x="12" y="86868"/>
                  </a:lnTo>
                  <a:lnTo>
                    <a:pt x="3810" y="86868"/>
                  </a:lnTo>
                  <a:lnTo>
                    <a:pt x="3810" y="84582"/>
                  </a:lnTo>
                  <a:close/>
                </a:path>
                <a:path w="3810" h="86995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5" name="object 4655"/>
            <p:cNvSpPr/>
            <p:nvPr/>
          </p:nvSpPr>
          <p:spPr>
            <a:xfrm>
              <a:off x="3211982" y="5315588"/>
              <a:ext cx="3810" cy="82550"/>
            </a:xfrm>
            <a:custGeom>
              <a:avLst/>
              <a:gdLst/>
              <a:ahLst/>
              <a:cxnLst/>
              <a:rect l="l" t="t" r="r" b="b"/>
              <a:pathLst>
                <a:path w="3810" h="82550">
                  <a:moveTo>
                    <a:pt x="3809" y="0"/>
                  </a:moveTo>
                  <a:lnTo>
                    <a:pt x="3809" y="82296"/>
                  </a:lnTo>
                  <a:lnTo>
                    <a:pt x="0" y="82296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6" name="object 4656"/>
            <p:cNvSpPr/>
            <p:nvPr/>
          </p:nvSpPr>
          <p:spPr>
            <a:xfrm>
              <a:off x="3250069" y="5313315"/>
              <a:ext cx="3810" cy="86995"/>
            </a:xfrm>
            <a:custGeom>
              <a:avLst/>
              <a:gdLst/>
              <a:ahLst/>
              <a:cxnLst/>
              <a:rect l="l" t="t" r="r" b="b"/>
              <a:pathLst>
                <a:path w="3810" h="86995">
                  <a:moveTo>
                    <a:pt x="3810" y="84582"/>
                  </a:moveTo>
                  <a:lnTo>
                    <a:pt x="12" y="84582"/>
                  </a:lnTo>
                  <a:lnTo>
                    <a:pt x="12" y="86868"/>
                  </a:lnTo>
                  <a:lnTo>
                    <a:pt x="3810" y="86868"/>
                  </a:lnTo>
                  <a:lnTo>
                    <a:pt x="3810" y="84582"/>
                  </a:lnTo>
                  <a:close/>
                </a:path>
                <a:path w="3810" h="86995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7" name="object 4657"/>
            <p:cNvSpPr/>
            <p:nvPr/>
          </p:nvSpPr>
          <p:spPr>
            <a:xfrm>
              <a:off x="3250082" y="5315588"/>
              <a:ext cx="3810" cy="82550"/>
            </a:xfrm>
            <a:custGeom>
              <a:avLst/>
              <a:gdLst/>
              <a:ahLst/>
              <a:cxnLst/>
              <a:rect l="l" t="t" r="r" b="b"/>
              <a:pathLst>
                <a:path w="3810" h="82550">
                  <a:moveTo>
                    <a:pt x="3809" y="0"/>
                  </a:moveTo>
                  <a:lnTo>
                    <a:pt x="3809" y="82296"/>
                  </a:lnTo>
                  <a:lnTo>
                    <a:pt x="0" y="82296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8" name="object 4658"/>
            <p:cNvSpPr/>
            <p:nvPr/>
          </p:nvSpPr>
          <p:spPr>
            <a:xfrm>
              <a:off x="3387991" y="5313315"/>
              <a:ext cx="3810" cy="86995"/>
            </a:xfrm>
            <a:custGeom>
              <a:avLst/>
              <a:gdLst/>
              <a:ahLst/>
              <a:cxnLst/>
              <a:rect l="l" t="t" r="r" b="b"/>
              <a:pathLst>
                <a:path w="3810" h="86995">
                  <a:moveTo>
                    <a:pt x="3810" y="84582"/>
                  </a:moveTo>
                  <a:lnTo>
                    <a:pt x="12" y="84582"/>
                  </a:lnTo>
                  <a:lnTo>
                    <a:pt x="12" y="86868"/>
                  </a:lnTo>
                  <a:lnTo>
                    <a:pt x="3810" y="86868"/>
                  </a:lnTo>
                  <a:lnTo>
                    <a:pt x="3810" y="84582"/>
                  </a:lnTo>
                  <a:close/>
                </a:path>
                <a:path w="3810" h="86995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9" name="object 4659"/>
            <p:cNvSpPr/>
            <p:nvPr/>
          </p:nvSpPr>
          <p:spPr>
            <a:xfrm>
              <a:off x="3388004" y="5315588"/>
              <a:ext cx="3810" cy="82550"/>
            </a:xfrm>
            <a:custGeom>
              <a:avLst/>
              <a:gdLst/>
              <a:ahLst/>
              <a:cxnLst/>
              <a:rect l="l" t="t" r="r" b="b"/>
              <a:pathLst>
                <a:path w="3810" h="82550">
                  <a:moveTo>
                    <a:pt x="3809" y="0"/>
                  </a:moveTo>
                  <a:lnTo>
                    <a:pt x="3809" y="82296"/>
                  </a:lnTo>
                  <a:lnTo>
                    <a:pt x="0" y="82296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0" name="object 4660"/>
            <p:cNvSpPr/>
            <p:nvPr/>
          </p:nvSpPr>
          <p:spPr>
            <a:xfrm>
              <a:off x="3421519" y="5313315"/>
              <a:ext cx="3810" cy="86995"/>
            </a:xfrm>
            <a:custGeom>
              <a:avLst/>
              <a:gdLst/>
              <a:ahLst/>
              <a:cxnLst/>
              <a:rect l="l" t="t" r="r" b="b"/>
              <a:pathLst>
                <a:path w="3810" h="86995">
                  <a:moveTo>
                    <a:pt x="3810" y="84582"/>
                  </a:moveTo>
                  <a:lnTo>
                    <a:pt x="12" y="84582"/>
                  </a:lnTo>
                  <a:lnTo>
                    <a:pt x="12" y="86868"/>
                  </a:lnTo>
                  <a:lnTo>
                    <a:pt x="3810" y="86868"/>
                  </a:lnTo>
                  <a:lnTo>
                    <a:pt x="3810" y="84582"/>
                  </a:lnTo>
                  <a:close/>
                </a:path>
                <a:path w="3810" h="86995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1" name="object 4661"/>
            <p:cNvSpPr/>
            <p:nvPr/>
          </p:nvSpPr>
          <p:spPr>
            <a:xfrm>
              <a:off x="3421532" y="5315588"/>
              <a:ext cx="3810" cy="82550"/>
            </a:xfrm>
            <a:custGeom>
              <a:avLst/>
              <a:gdLst/>
              <a:ahLst/>
              <a:cxnLst/>
              <a:rect l="l" t="t" r="r" b="b"/>
              <a:pathLst>
                <a:path w="3810" h="82550">
                  <a:moveTo>
                    <a:pt x="3809" y="0"/>
                  </a:moveTo>
                  <a:lnTo>
                    <a:pt x="3809" y="82296"/>
                  </a:lnTo>
                  <a:lnTo>
                    <a:pt x="0" y="82296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2" name="object 4662"/>
            <p:cNvSpPr/>
            <p:nvPr/>
          </p:nvSpPr>
          <p:spPr>
            <a:xfrm>
              <a:off x="3459619" y="5313315"/>
              <a:ext cx="3810" cy="86995"/>
            </a:xfrm>
            <a:custGeom>
              <a:avLst/>
              <a:gdLst/>
              <a:ahLst/>
              <a:cxnLst/>
              <a:rect l="l" t="t" r="r" b="b"/>
              <a:pathLst>
                <a:path w="3810" h="86995">
                  <a:moveTo>
                    <a:pt x="3810" y="84582"/>
                  </a:moveTo>
                  <a:lnTo>
                    <a:pt x="12" y="84582"/>
                  </a:lnTo>
                  <a:lnTo>
                    <a:pt x="12" y="86868"/>
                  </a:lnTo>
                  <a:lnTo>
                    <a:pt x="3810" y="86868"/>
                  </a:lnTo>
                  <a:lnTo>
                    <a:pt x="3810" y="84582"/>
                  </a:lnTo>
                  <a:close/>
                </a:path>
                <a:path w="3810" h="86995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3" name="object 4663"/>
            <p:cNvSpPr/>
            <p:nvPr/>
          </p:nvSpPr>
          <p:spPr>
            <a:xfrm>
              <a:off x="3459632" y="5315588"/>
              <a:ext cx="3810" cy="82550"/>
            </a:xfrm>
            <a:custGeom>
              <a:avLst/>
              <a:gdLst/>
              <a:ahLst/>
              <a:cxnLst/>
              <a:rect l="l" t="t" r="r" b="b"/>
              <a:pathLst>
                <a:path w="3810" h="82550">
                  <a:moveTo>
                    <a:pt x="3809" y="0"/>
                  </a:moveTo>
                  <a:lnTo>
                    <a:pt x="3809" y="82296"/>
                  </a:lnTo>
                  <a:lnTo>
                    <a:pt x="0" y="82296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4" name="object 4664"/>
            <p:cNvSpPr/>
            <p:nvPr/>
          </p:nvSpPr>
          <p:spPr>
            <a:xfrm>
              <a:off x="995311" y="4360815"/>
              <a:ext cx="346075" cy="1350010"/>
            </a:xfrm>
            <a:custGeom>
              <a:avLst/>
              <a:gdLst/>
              <a:ahLst/>
              <a:cxnLst/>
              <a:rect l="l" t="t" r="r" b="b"/>
              <a:pathLst>
                <a:path w="346075" h="1350010">
                  <a:moveTo>
                    <a:pt x="17526" y="762"/>
                  </a:moveTo>
                  <a:lnTo>
                    <a:pt x="13716" y="762"/>
                  </a:lnTo>
                  <a:lnTo>
                    <a:pt x="12192" y="2286"/>
                  </a:lnTo>
                  <a:lnTo>
                    <a:pt x="10668" y="4572"/>
                  </a:lnTo>
                  <a:lnTo>
                    <a:pt x="8382" y="6858"/>
                  </a:lnTo>
                  <a:lnTo>
                    <a:pt x="6096" y="8382"/>
                  </a:lnTo>
                  <a:lnTo>
                    <a:pt x="3048" y="10668"/>
                  </a:lnTo>
                  <a:lnTo>
                    <a:pt x="0" y="12192"/>
                  </a:lnTo>
                  <a:lnTo>
                    <a:pt x="0" y="17526"/>
                  </a:lnTo>
                  <a:lnTo>
                    <a:pt x="2286" y="16764"/>
                  </a:lnTo>
                  <a:lnTo>
                    <a:pt x="3810" y="16002"/>
                  </a:lnTo>
                  <a:lnTo>
                    <a:pt x="6096" y="14478"/>
                  </a:lnTo>
                  <a:lnTo>
                    <a:pt x="8382" y="13716"/>
                  </a:lnTo>
                  <a:lnTo>
                    <a:pt x="11430" y="10668"/>
                  </a:lnTo>
                  <a:lnTo>
                    <a:pt x="11430" y="46482"/>
                  </a:lnTo>
                  <a:lnTo>
                    <a:pt x="17526" y="46482"/>
                  </a:lnTo>
                  <a:lnTo>
                    <a:pt x="17526" y="762"/>
                  </a:lnTo>
                  <a:close/>
                </a:path>
                <a:path w="346075" h="1350010">
                  <a:moveTo>
                    <a:pt x="48768" y="27432"/>
                  </a:moveTo>
                  <a:lnTo>
                    <a:pt x="31242" y="27432"/>
                  </a:lnTo>
                  <a:lnTo>
                    <a:pt x="31242" y="32766"/>
                  </a:lnTo>
                  <a:lnTo>
                    <a:pt x="48768" y="32766"/>
                  </a:lnTo>
                  <a:lnTo>
                    <a:pt x="48768" y="27432"/>
                  </a:lnTo>
                  <a:close/>
                </a:path>
                <a:path w="346075" h="1350010">
                  <a:moveTo>
                    <a:pt x="83058" y="30480"/>
                  </a:moveTo>
                  <a:lnTo>
                    <a:pt x="76962" y="30480"/>
                  </a:lnTo>
                  <a:lnTo>
                    <a:pt x="76962" y="762"/>
                  </a:lnTo>
                  <a:lnTo>
                    <a:pt x="72390" y="762"/>
                  </a:lnTo>
                  <a:lnTo>
                    <a:pt x="70866" y="2946"/>
                  </a:lnTo>
                  <a:lnTo>
                    <a:pt x="70866" y="9906"/>
                  </a:lnTo>
                  <a:lnTo>
                    <a:pt x="70866" y="30480"/>
                  </a:lnTo>
                  <a:lnTo>
                    <a:pt x="57150" y="30480"/>
                  </a:lnTo>
                  <a:lnTo>
                    <a:pt x="60198" y="25146"/>
                  </a:lnTo>
                  <a:lnTo>
                    <a:pt x="67818" y="15240"/>
                  </a:lnTo>
                  <a:lnTo>
                    <a:pt x="70866" y="9906"/>
                  </a:lnTo>
                  <a:lnTo>
                    <a:pt x="70866" y="2946"/>
                  </a:lnTo>
                  <a:lnTo>
                    <a:pt x="67056" y="8382"/>
                  </a:lnTo>
                  <a:lnTo>
                    <a:pt x="56388" y="22860"/>
                  </a:lnTo>
                  <a:lnTo>
                    <a:pt x="51816" y="30480"/>
                  </a:lnTo>
                  <a:lnTo>
                    <a:pt x="51816" y="35814"/>
                  </a:lnTo>
                  <a:lnTo>
                    <a:pt x="57150" y="35814"/>
                  </a:lnTo>
                  <a:lnTo>
                    <a:pt x="70866" y="35814"/>
                  </a:lnTo>
                  <a:lnTo>
                    <a:pt x="70866" y="46482"/>
                  </a:lnTo>
                  <a:lnTo>
                    <a:pt x="76962" y="46482"/>
                  </a:lnTo>
                  <a:lnTo>
                    <a:pt x="76962" y="35814"/>
                  </a:lnTo>
                  <a:lnTo>
                    <a:pt x="83058" y="35814"/>
                  </a:lnTo>
                  <a:lnTo>
                    <a:pt x="83058" y="30480"/>
                  </a:lnTo>
                  <a:close/>
                </a:path>
                <a:path w="346075" h="1350010">
                  <a:moveTo>
                    <a:pt x="109728" y="1247394"/>
                  </a:moveTo>
                  <a:lnTo>
                    <a:pt x="105918" y="1247394"/>
                  </a:lnTo>
                  <a:lnTo>
                    <a:pt x="105918" y="1249680"/>
                  </a:lnTo>
                  <a:lnTo>
                    <a:pt x="105930" y="1347978"/>
                  </a:lnTo>
                  <a:lnTo>
                    <a:pt x="105930" y="1349502"/>
                  </a:lnTo>
                  <a:lnTo>
                    <a:pt x="109728" y="1349502"/>
                  </a:lnTo>
                  <a:lnTo>
                    <a:pt x="109728" y="1347978"/>
                  </a:lnTo>
                  <a:lnTo>
                    <a:pt x="109728" y="1249680"/>
                  </a:lnTo>
                  <a:lnTo>
                    <a:pt x="109728" y="1247394"/>
                  </a:lnTo>
                  <a:close/>
                </a:path>
                <a:path w="346075" h="1350010">
                  <a:moveTo>
                    <a:pt x="125730" y="33528"/>
                  </a:moveTo>
                  <a:lnTo>
                    <a:pt x="123444" y="27432"/>
                  </a:lnTo>
                  <a:lnTo>
                    <a:pt x="118110" y="22860"/>
                  </a:lnTo>
                  <a:lnTo>
                    <a:pt x="99822" y="17526"/>
                  </a:lnTo>
                  <a:lnTo>
                    <a:pt x="96774" y="12192"/>
                  </a:lnTo>
                  <a:lnTo>
                    <a:pt x="99060" y="7620"/>
                  </a:lnTo>
                  <a:lnTo>
                    <a:pt x="102870" y="6096"/>
                  </a:lnTo>
                  <a:lnTo>
                    <a:pt x="112014" y="6096"/>
                  </a:lnTo>
                  <a:lnTo>
                    <a:pt x="118110" y="10668"/>
                  </a:lnTo>
                  <a:lnTo>
                    <a:pt x="118872" y="14478"/>
                  </a:lnTo>
                  <a:lnTo>
                    <a:pt x="124206" y="13716"/>
                  </a:lnTo>
                  <a:lnTo>
                    <a:pt x="124206" y="9906"/>
                  </a:lnTo>
                  <a:lnTo>
                    <a:pt x="121920" y="6858"/>
                  </a:lnTo>
                  <a:lnTo>
                    <a:pt x="116586" y="1524"/>
                  </a:lnTo>
                  <a:lnTo>
                    <a:pt x="107442" y="0"/>
                  </a:lnTo>
                  <a:lnTo>
                    <a:pt x="99060" y="1524"/>
                  </a:lnTo>
                  <a:lnTo>
                    <a:pt x="92964" y="6096"/>
                  </a:lnTo>
                  <a:lnTo>
                    <a:pt x="90678" y="12954"/>
                  </a:lnTo>
                  <a:lnTo>
                    <a:pt x="92202" y="18288"/>
                  </a:lnTo>
                  <a:lnTo>
                    <a:pt x="97536" y="22860"/>
                  </a:lnTo>
                  <a:lnTo>
                    <a:pt x="112014" y="26670"/>
                  </a:lnTo>
                  <a:lnTo>
                    <a:pt x="118872" y="30480"/>
                  </a:lnTo>
                  <a:lnTo>
                    <a:pt x="120396" y="34290"/>
                  </a:lnTo>
                  <a:lnTo>
                    <a:pt x="118872" y="38100"/>
                  </a:lnTo>
                  <a:lnTo>
                    <a:pt x="112014" y="41910"/>
                  </a:lnTo>
                  <a:lnTo>
                    <a:pt x="101346" y="41148"/>
                  </a:lnTo>
                  <a:lnTo>
                    <a:pt x="96774" y="37338"/>
                  </a:lnTo>
                  <a:lnTo>
                    <a:pt x="95250" y="31242"/>
                  </a:lnTo>
                  <a:lnTo>
                    <a:pt x="89154" y="32004"/>
                  </a:lnTo>
                  <a:lnTo>
                    <a:pt x="89916" y="36576"/>
                  </a:lnTo>
                  <a:lnTo>
                    <a:pt x="94488" y="43434"/>
                  </a:lnTo>
                  <a:lnTo>
                    <a:pt x="102870" y="47244"/>
                  </a:lnTo>
                  <a:lnTo>
                    <a:pt x="108966" y="47244"/>
                  </a:lnTo>
                  <a:lnTo>
                    <a:pt x="118110" y="45720"/>
                  </a:lnTo>
                  <a:lnTo>
                    <a:pt x="123444" y="41148"/>
                  </a:lnTo>
                  <a:lnTo>
                    <a:pt x="125730" y="33528"/>
                  </a:lnTo>
                  <a:close/>
                </a:path>
                <a:path w="346075" h="1350010">
                  <a:moveTo>
                    <a:pt x="170688" y="762"/>
                  </a:moveTo>
                  <a:lnTo>
                    <a:pt x="164592" y="762"/>
                  </a:lnTo>
                  <a:lnTo>
                    <a:pt x="164592" y="19812"/>
                  </a:lnTo>
                  <a:lnTo>
                    <a:pt x="140208" y="19812"/>
                  </a:lnTo>
                  <a:lnTo>
                    <a:pt x="140208" y="762"/>
                  </a:lnTo>
                  <a:lnTo>
                    <a:pt x="134112" y="762"/>
                  </a:lnTo>
                  <a:lnTo>
                    <a:pt x="134112" y="46482"/>
                  </a:lnTo>
                  <a:lnTo>
                    <a:pt x="140208" y="46482"/>
                  </a:lnTo>
                  <a:lnTo>
                    <a:pt x="140208" y="25146"/>
                  </a:lnTo>
                  <a:lnTo>
                    <a:pt x="164592" y="25146"/>
                  </a:lnTo>
                  <a:lnTo>
                    <a:pt x="164592" y="46482"/>
                  </a:lnTo>
                  <a:lnTo>
                    <a:pt x="170688" y="46482"/>
                  </a:lnTo>
                  <a:lnTo>
                    <a:pt x="170688" y="762"/>
                  </a:lnTo>
                  <a:close/>
                </a:path>
                <a:path w="346075" h="1350010">
                  <a:moveTo>
                    <a:pt x="218694" y="46482"/>
                  </a:moveTo>
                  <a:lnTo>
                    <a:pt x="204978" y="12192"/>
                  </a:lnTo>
                  <a:lnTo>
                    <a:pt x="204216" y="10566"/>
                  </a:lnTo>
                  <a:lnTo>
                    <a:pt x="204216" y="28194"/>
                  </a:lnTo>
                  <a:lnTo>
                    <a:pt x="188976" y="28194"/>
                  </a:lnTo>
                  <a:lnTo>
                    <a:pt x="190500" y="24384"/>
                  </a:lnTo>
                  <a:lnTo>
                    <a:pt x="192024" y="18288"/>
                  </a:lnTo>
                  <a:lnTo>
                    <a:pt x="193548" y="14478"/>
                  </a:lnTo>
                  <a:lnTo>
                    <a:pt x="194310" y="11430"/>
                  </a:lnTo>
                  <a:lnTo>
                    <a:pt x="195834" y="8382"/>
                  </a:lnTo>
                  <a:lnTo>
                    <a:pt x="196596" y="5334"/>
                  </a:lnTo>
                  <a:lnTo>
                    <a:pt x="198120" y="11430"/>
                  </a:lnTo>
                  <a:lnTo>
                    <a:pt x="199644" y="15240"/>
                  </a:lnTo>
                  <a:lnTo>
                    <a:pt x="201168" y="18288"/>
                  </a:lnTo>
                  <a:lnTo>
                    <a:pt x="203454" y="25146"/>
                  </a:lnTo>
                  <a:lnTo>
                    <a:pt x="204216" y="28194"/>
                  </a:lnTo>
                  <a:lnTo>
                    <a:pt x="204216" y="10566"/>
                  </a:lnTo>
                  <a:lnTo>
                    <a:pt x="199644" y="762"/>
                  </a:lnTo>
                  <a:lnTo>
                    <a:pt x="192786" y="762"/>
                  </a:lnTo>
                  <a:lnTo>
                    <a:pt x="188976" y="12192"/>
                  </a:lnTo>
                  <a:lnTo>
                    <a:pt x="175260" y="46482"/>
                  </a:lnTo>
                  <a:lnTo>
                    <a:pt x="182118" y="46482"/>
                  </a:lnTo>
                  <a:lnTo>
                    <a:pt x="183642" y="43434"/>
                  </a:lnTo>
                  <a:lnTo>
                    <a:pt x="185928" y="36576"/>
                  </a:lnTo>
                  <a:lnTo>
                    <a:pt x="187452" y="32766"/>
                  </a:lnTo>
                  <a:lnTo>
                    <a:pt x="188976" y="32766"/>
                  </a:lnTo>
                  <a:lnTo>
                    <a:pt x="204216" y="32766"/>
                  </a:lnTo>
                  <a:lnTo>
                    <a:pt x="206502" y="32766"/>
                  </a:lnTo>
                  <a:lnTo>
                    <a:pt x="208026" y="36576"/>
                  </a:lnTo>
                  <a:lnTo>
                    <a:pt x="210312" y="43434"/>
                  </a:lnTo>
                  <a:lnTo>
                    <a:pt x="211836" y="46482"/>
                  </a:lnTo>
                  <a:lnTo>
                    <a:pt x="218694" y="46482"/>
                  </a:lnTo>
                  <a:close/>
                </a:path>
                <a:path w="346075" h="1350010">
                  <a:moveTo>
                    <a:pt x="261366" y="46482"/>
                  </a:moveTo>
                  <a:lnTo>
                    <a:pt x="256032" y="39624"/>
                  </a:lnTo>
                  <a:lnTo>
                    <a:pt x="246126" y="26670"/>
                  </a:lnTo>
                  <a:lnTo>
                    <a:pt x="241554" y="19812"/>
                  </a:lnTo>
                  <a:lnTo>
                    <a:pt x="246126" y="14478"/>
                  </a:lnTo>
                  <a:lnTo>
                    <a:pt x="256032" y="5334"/>
                  </a:lnTo>
                  <a:lnTo>
                    <a:pt x="260604" y="762"/>
                  </a:lnTo>
                  <a:lnTo>
                    <a:pt x="252222" y="762"/>
                  </a:lnTo>
                  <a:lnTo>
                    <a:pt x="229362" y="23622"/>
                  </a:lnTo>
                  <a:lnTo>
                    <a:pt x="229362" y="762"/>
                  </a:lnTo>
                  <a:lnTo>
                    <a:pt x="223266" y="762"/>
                  </a:lnTo>
                  <a:lnTo>
                    <a:pt x="223266" y="46482"/>
                  </a:lnTo>
                  <a:lnTo>
                    <a:pt x="229362" y="46482"/>
                  </a:lnTo>
                  <a:lnTo>
                    <a:pt x="229362" y="30480"/>
                  </a:lnTo>
                  <a:lnTo>
                    <a:pt x="231648" y="28956"/>
                  </a:lnTo>
                  <a:lnTo>
                    <a:pt x="234696" y="25146"/>
                  </a:lnTo>
                  <a:lnTo>
                    <a:pt x="236982" y="23622"/>
                  </a:lnTo>
                  <a:lnTo>
                    <a:pt x="241554" y="29718"/>
                  </a:lnTo>
                  <a:lnTo>
                    <a:pt x="249174" y="41148"/>
                  </a:lnTo>
                  <a:lnTo>
                    <a:pt x="252984" y="46482"/>
                  </a:lnTo>
                  <a:lnTo>
                    <a:pt x="261366" y="46482"/>
                  </a:lnTo>
                  <a:close/>
                </a:path>
                <a:path w="346075" h="1350010">
                  <a:moveTo>
                    <a:pt x="294132" y="41148"/>
                  </a:moveTo>
                  <a:lnTo>
                    <a:pt x="271272" y="41148"/>
                  </a:lnTo>
                  <a:lnTo>
                    <a:pt x="291084" y="21336"/>
                  </a:lnTo>
                  <a:lnTo>
                    <a:pt x="293370" y="16002"/>
                  </a:lnTo>
                  <a:lnTo>
                    <a:pt x="292608" y="8382"/>
                  </a:lnTo>
                  <a:lnTo>
                    <a:pt x="287274" y="2286"/>
                  </a:lnTo>
                  <a:lnTo>
                    <a:pt x="278892" y="762"/>
                  </a:lnTo>
                  <a:lnTo>
                    <a:pt x="273558" y="1524"/>
                  </a:lnTo>
                  <a:lnTo>
                    <a:pt x="266700" y="6096"/>
                  </a:lnTo>
                  <a:lnTo>
                    <a:pt x="264414" y="13716"/>
                  </a:lnTo>
                  <a:lnTo>
                    <a:pt x="269748" y="14478"/>
                  </a:lnTo>
                  <a:lnTo>
                    <a:pt x="272796" y="7620"/>
                  </a:lnTo>
                  <a:lnTo>
                    <a:pt x="278892" y="5334"/>
                  </a:lnTo>
                  <a:lnTo>
                    <a:pt x="282702" y="6096"/>
                  </a:lnTo>
                  <a:lnTo>
                    <a:pt x="287274" y="10668"/>
                  </a:lnTo>
                  <a:lnTo>
                    <a:pt x="288036" y="13716"/>
                  </a:lnTo>
                  <a:lnTo>
                    <a:pt x="284988" y="20574"/>
                  </a:lnTo>
                  <a:lnTo>
                    <a:pt x="270510" y="33528"/>
                  </a:lnTo>
                  <a:lnTo>
                    <a:pt x="263652" y="42672"/>
                  </a:lnTo>
                  <a:lnTo>
                    <a:pt x="262890" y="46482"/>
                  </a:lnTo>
                  <a:lnTo>
                    <a:pt x="294132" y="46482"/>
                  </a:lnTo>
                  <a:lnTo>
                    <a:pt x="294132" y="41148"/>
                  </a:lnTo>
                  <a:close/>
                </a:path>
                <a:path w="346075" h="1350010">
                  <a:moveTo>
                    <a:pt x="345948" y="762"/>
                  </a:moveTo>
                  <a:lnTo>
                    <a:pt x="337566" y="762"/>
                  </a:lnTo>
                  <a:lnTo>
                    <a:pt x="334518" y="9144"/>
                  </a:lnTo>
                  <a:lnTo>
                    <a:pt x="329946" y="24384"/>
                  </a:lnTo>
                  <a:lnTo>
                    <a:pt x="326898" y="32766"/>
                  </a:lnTo>
                  <a:lnTo>
                    <a:pt x="326136" y="35814"/>
                  </a:lnTo>
                  <a:lnTo>
                    <a:pt x="324612" y="40386"/>
                  </a:lnTo>
                  <a:lnTo>
                    <a:pt x="323850" y="38862"/>
                  </a:lnTo>
                  <a:lnTo>
                    <a:pt x="323088" y="36576"/>
                  </a:lnTo>
                  <a:lnTo>
                    <a:pt x="322326" y="33528"/>
                  </a:lnTo>
                  <a:lnTo>
                    <a:pt x="319278" y="25146"/>
                  </a:lnTo>
                  <a:lnTo>
                    <a:pt x="313944" y="9144"/>
                  </a:lnTo>
                  <a:lnTo>
                    <a:pt x="310896" y="762"/>
                  </a:lnTo>
                  <a:lnTo>
                    <a:pt x="301752" y="762"/>
                  </a:lnTo>
                  <a:lnTo>
                    <a:pt x="301752" y="46482"/>
                  </a:lnTo>
                  <a:lnTo>
                    <a:pt x="307848" y="46482"/>
                  </a:lnTo>
                  <a:lnTo>
                    <a:pt x="307848" y="7620"/>
                  </a:lnTo>
                  <a:lnTo>
                    <a:pt x="311658" y="17526"/>
                  </a:lnTo>
                  <a:lnTo>
                    <a:pt x="317754" y="36576"/>
                  </a:lnTo>
                  <a:lnTo>
                    <a:pt x="321564" y="46482"/>
                  </a:lnTo>
                  <a:lnTo>
                    <a:pt x="326898" y="46482"/>
                  </a:lnTo>
                  <a:lnTo>
                    <a:pt x="329946" y="37338"/>
                  </a:lnTo>
                  <a:lnTo>
                    <a:pt x="336804" y="18288"/>
                  </a:lnTo>
                  <a:lnTo>
                    <a:pt x="339852" y="8382"/>
                  </a:lnTo>
                  <a:lnTo>
                    <a:pt x="339852" y="46482"/>
                  </a:lnTo>
                  <a:lnTo>
                    <a:pt x="345948" y="46482"/>
                  </a:lnTo>
                  <a:lnTo>
                    <a:pt x="345948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5" name="object 4665"/>
            <p:cNvSpPr/>
            <p:nvPr/>
          </p:nvSpPr>
          <p:spPr>
            <a:xfrm>
              <a:off x="1101242" y="5610482"/>
              <a:ext cx="3810" cy="98425"/>
            </a:xfrm>
            <a:custGeom>
              <a:avLst/>
              <a:gdLst/>
              <a:ahLst/>
              <a:cxnLst/>
              <a:rect l="l" t="t" r="r" b="b"/>
              <a:pathLst>
                <a:path w="3809" h="98425">
                  <a:moveTo>
                    <a:pt x="3809" y="0"/>
                  </a:moveTo>
                  <a:lnTo>
                    <a:pt x="3809" y="98298"/>
                  </a:lnTo>
                  <a:lnTo>
                    <a:pt x="0" y="98298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6" name="object 4666"/>
            <p:cNvSpPr/>
            <p:nvPr/>
          </p:nvSpPr>
          <p:spPr>
            <a:xfrm>
              <a:off x="1138567" y="5602875"/>
              <a:ext cx="3810" cy="102235"/>
            </a:xfrm>
            <a:custGeom>
              <a:avLst/>
              <a:gdLst/>
              <a:ahLst/>
              <a:cxnLst/>
              <a:rect l="l" t="t" r="r" b="b"/>
              <a:pathLst>
                <a:path w="3809" h="102235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2" y="99822"/>
                  </a:lnTo>
                  <a:lnTo>
                    <a:pt x="12" y="102108"/>
                  </a:lnTo>
                  <a:lnTo>
                    <a:pt x="3810" y="102108"/>
                  </a:lnTo>
                  <a:lnTo>
                    <a:pt x="3810" y="99822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7" name="object 4667"/>
            <p:cNvSpPr/>
            <p:nvPr/>
          </p:nvSpPr>
          <p:spPr>
            <a:xfrm>
              <a:off x="1138580" y="5604386"/>
              <a:ext cx="3810" cy="98425"/>
            </a:xfrm>
            <a:custGeom>
              <a:avLst/>
              <a:gdLst/>
              <a:ahLst/>
              <a:cxnLst/>
              <a:rect l="l" t="t" r="r" b="b"/>
              <a:pathLst>
                <a:path w="3809" h="98425">
                  <a:moveTo>
                    <a:pt x="3809" y="0"/>
                  </a:moveTo>
                  <a:lnTo>
                    <a:pt x="3809" y="98298"/>
                  </a:lnTo>
                  <a:lnTo>
                    <a:pt x="0" y="98298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8" name="object 4668"/>
            <p:cNvSpPr/>
            <p:nvPr/>
          </p:nvSpPr>
          <p:spPr>
            <a:xfrm>
              <a:off x="1179715" y="5603637"/>
              <a:ext cx="3810" cy="102235"/>
            </a:xfrm>
            <a:custGeom>
              <a:avLst/>
              <a:gdLst/>
              <a:ahLst/>
              <a:cxnLst/>
              <a:rect l="l" t="t" r="r" b="b"/>
              <a:pathLst>
                <a:path w="3809" h="102235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2" y="99822"/>
                  </a:lnTo>
                  <a:lnTo>
                    <a:pt x="12" y="102108"/>
                  </a:lnTo>
                  <a:lnTo>
                    <a:pt x="3810" y="102108"/>
                  </a:lnTo>
                  <a:lnTo>
                    <a:pt x="3810" y="99822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9" name="object 4669"/>
            <p:cNvSpPr/>
            <p:nvPr/>
          </p:nvSpPr>
          <p:spPr>
            <a:xfrm>
              <a:off x="1179728" y="5605148"/>
              <a:ext cx="3810" cy="98425"/>
            </a:xfrm>
            <a:custGeom>
              <a:avLst/>
              <a:gdLst/>
              <a:ahLst/>
              <a:cxnLst/>
              <a:rect l="l" t="t" r="r" b="b"/>
              <a:pathLst>
                <a:path w="3809" h="98425">
                  <a:moveTo>
                    <a:pt x="3809" y="0"/>
                  </a:moveTo>
                  <a:lnTo>
                    <a:pt x="3809" y="98298"/>
                  </a:lnTo>
                  <a:lnTo>
                    <a:pt x="0" y="98298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0" name="object 4670"/>
            <p:cNvSpPr/>
            <p:nvPr/>
          </p:nvSpPr>
          <p:spPr>
            <a:xfrm>
              <a:off x="939685" y="5352939"/>
              <a:ext cx="1698625" cy="207645"/>
            </a:xfrm>
            <a:custGeom>
              <a:avLst/>
              <a:gdLst/>
              <a:ahLst/>
              <a:cxnLst/>
              <a:rect l="l" t="t" r="r" b="b"/>
              <a:pathLst>
                <a:path w="1698625" h="207645">
                  <a:moveTo>
                    <a:pt x="17526" y="160782"/>
                  </a:moveTo>
                  <a:lnTo>
                    <a:pt x="13716" y="160782"/>
                  </a:lnTo>
                  <a:lnTo>
                    <a:pt x="12192" y="162306"/>
                  </a:lnTo>
                  <a:lnTo>
                    <a:pt x="10668" y="164592"/>
                  </a:lnTo>
                  <a:lnTo>
                    <a:pt x="8382" y="166116"/>
                  </a:lnTo>
                  <a:lnTo>
                    <a:pt x="6096" y="168402"/>
                  </a:lnTo>
                  <a:lnTo>
                    <a:pt x="3048" y="169926"/>
                  </a:lnTo>
                  <a:lnTo>
                    <a:pt x="0" y="172212"/>
                  </a:lnTo>
                  <a:lnTo>
                    <a:pt x="0" y="177546"/>
                  </a:lnTo>
                  <a:lnTo>
                    <a:pt x="1524" y="176784"/>
                  </a:lnTo>
                  <a:lnTo>
                    <a:pt x="3810" y="175260"/>
                  </a:lnTo>
                  <a:lnTo>
                    <a:pt x="6096" y="174498"/>
                  </a:lnTo>
                  <a:lnTo>
                    <a:pt x="8382" y="172974"/>
                  </a:lnTo>
                  <a:lnTo>
                    <a:pt x="9906" y="171450"/>
                  </a:lnTo>
                  <a:lnTo>
                    <a:pt x="11430" y="170688"/>
                  </a:lnTo>
                  <a:lnTo>
                    <a:pt x="11430" y="206502"/>
                  </a:lnTo>
                  <a:lnTo>
                    <a:pt x="17526" y="206502"/>
                  </a:lnTo>
                  <a:lnTo>
                    <a:pt x="17526" y="160782"/>
                  </a:lnTo>
                  <a:close/>
                </a:path>
                <a:path w="1698625" h="207645">
                  <a:moveTo>
                    <a:pt x="48006" y="187452"/>
                  </a:moveTo>
                  <a:lnTo>
                    <a:pt x="31242" y="187452"/>
                  </a:lnTo>
                  <a:lnTo>
                    <a:pt x="31242" y="192786"/>
                  </a:lnTo>
                  <a:lnTo>
                    <a:pt x="48006" y="192786"/>
                  </a:lnTo>
                  <a:lnTo>
                    <a:pt x="48006" y="187452"/>
                  </a:lnTo>
                  <a:close/>
                </a:path>
                <a:path w="1698625" h="207645">
                  <a:moveTo>
                    <a:pt x="83058" y="190500"/>
                  </a:moveTo>
                  <a:lnTo>
                    <a:pt x="76962" y="190500"/>
                  </a:lnTo>
                  <a:lnTo>
                    <a:pt x="76962" y="160782"/>
                  </a:lnTo>
                  <a:lnTo>
                    <a:pt x="72390" y="160782"/>
                  </a:lnTo>
                  <a:lnTo>
                    <a:pt x="70866" y="162496"/>
                  </a:lnTo>
                  <a:lnTo>
                    <a:pt x="70866" y="169926"/>
                  </a:lnTo>
                  <a:lnTo>
                    <a:pt x="70866" y="190500"/>
                  </a:lnTo>
                  <a:lnTo>
                    <a:pt x="56388" y="190500"/>
                  </a:lnTo>
                  <a:lnTo>
                    <a:pt x="60198" y="185166"/>
                  </a:lnTo>
                  <a:lnTo>
                    <a:pt x="67056" y="175260"/>
                  </a:lnTo>
                  <a:lnTo>
                    <a:pt x="70866" y="169926"/>
                  </a:lnTo>
                  <a:lnTo>
                    <a:pt x="70866" y="162496"/>
                  </a:lnTo>
                  <a:lnTo>
                    <a:pt x="66294" y="167640"/>
                  </a:lnTo>
                  <a:lnTo>
                    <a:pt x="56388" y="182880"/>
                  </a:lnTo>
                  <a:lnTo>
                    <a:pt x="51054" y="190500"/>
                  </a:lnTo>
                  <a:lnTo>
                    <a:pt x="51054" y="195072"/>
                  </a:lnTo>
                  <a:lnTo>
                    <a:pt x="56388" y="195072"/>
                  </a:lnTo>
                  <a:lnTo>
                    <a:pt x="70866" y="195072"/>
                  </a:lnTo>
                  <a:lnTo>
                    <a:pt x="70866" y="206502"/>
                  </a:lnTo>
                  <a:lnTo>
                    <a:pt x="76962" y="206502"/>
                  </a:lnTo>
                  <a:lnTo>
                    <a:pt x="76962" y="195072"/>
                  </a:lnTo>
                  <a:lnTo>
                    <a:pt x="83058" y="195072"/>
                  </a:lnTo>
                  <a:lnTo>
                    <a:pt x="83058" y="190500"/>
                  </a:lnTo>
                  <a:close/>
                </a:path>
                <a:path w="1698625" h="207645">
                  <a:moveTo>
                    <a:pt x="125730" y="193548"/>
                  </a:moveTo>
                  <a:lnTo>
                    <a:pt x="123444" y="187452"/>
                  </a:lnTo>
                  <a:lnTo>
                    <a:pt x="117348" y="182118"/>
                  </a:lnTo>
                  <a:lnTo>
                    <a:pt x="108204" y="179832"/>
                  </a:lnTo>
                  <a:lnTo>
                    <a:pt x="99060" y="176022"/>
                  </a:lnTo>
                  <a:lnTo>
                    <a:pt x="96774" y="172212"/>
                  </a:lnTo>
                  <a:lnTo>
                    <a:pt x="99060" y="166878"/>
                  </a:lnTo>
                  <a:lnTo>
                    <a:pt x="102870" y="165354"/>
                  </a:lnTo>
                  <a:lnTo>
                    <a:pt x="107442" y="165354"/>
                  </a:lnTo>
                  <a:lnTo>
                    <a:pt x="115062" y="167640"/>
                  </a:lnTo>
                  <a:lnTo>
                    <a:pt x="118110" y="173736"/>
                  </a:lnTo>
                  <a:lnTo>
                    <a:pt x="124206" y="173736"/>
                  </a:lnTo>
                  <a:lnTo>
                    <a:pt x="123444" y="169926"/>
                  </a:lnTo>
                  <a:lnTo>
                    <a:pt x="118872" y="163068"/>
                  </a:lnTo>
                  <a:lnTo>
                    <a:pt x="112014" y="160020"/>
                  </a:lnTo>
                  <a:lnTo>
                    <a:pt x="102870" y="160020"/>
                  </a:lnTo>
                  <a:lnTo>
                    <a:pt x="95250" y="163068"/>
                  </a:lnTo>
                  <a:lnTo>
                    <a:pt x="92964" y="166116"/>
                  </a:lnTo>
                  <a:lnTo>
                    <a:pt x="90678" y="172212"/>
                  </a:lnTo>
                  <a:lnTo>
                    <a:pt x="92202" y="178308"/>
                  </a:lnTo>
                  <a:lnTo>
                    <a:pt x="97536" y="182880"/>
                  </a:lnTo>
                  <a:lnTo>
                    <a:pt x="111252" y="186690"/>
                  </a:lnTo>
                  <a:lnTo>
                    <a:pt x="118110" y="190500"/>
                  </a:lnTo>
                  <a:lnTo>
                    <a:pt x="119634" y="193548"/>
                  </a:lnTo>
                  <a:lnTo>
                    <a:pt x="118872" y="195834"/>
                  </a:lnTo>
                  <a:lnTo>
                    <a:pt x="114300" y="201168"/>
                  </a:lnTo>
                  <a:lnTo>
                    <a:pt x="108966" y="201930"/>
                  </a:lnTo>
                  <a:lnTo>
                    <a:pt x="101346" y="200406"/>
                  </a:lnTo>
                  <a:lnTo>
                    <a:pt x="96774" y="196596"/>
                  </a:lnTo>
                  <a:lnTo>
                    <a:pt x="95250" y="191262"/>
                  </a:lnTo>
                  <a:lnTo>
                    <a:pt x="89154" y="192024"/>
                  </a:lnTo>
                  <a:lnTo>
                    <a:pt x="89916" y="195834"/>
                  </a:lnTo>
                  <a:lnTo>
                    <a:pt x="94488" y="203454"/>
                  </a:lnTo>
                  <a:lnTo>
                    <a:pt x="103632" y="207264"/>
                  </a:lnTo>
                  <a:lnTo>
                    <a:pt x="113538" y="207264"/>
                  </a:lnTo>
                  <a:lnTo>
                    <a:pt x="121158" y="203454"/>
                  </a:lnTo>
                  <a:lnTo>
                    <a:pt x="124968" y="197358"/>
                  </a:lnTo>
                  <a:lnTo>
                    <a:pt x="125730" y="193548"/>
                  </a:lnTo>
                  <a:close/>
                </a:path>
                <a:path w="1698625" h="207645">
                  <a:moveTo>
                    <a:pt x="170688" y="160782"/>
                  </a:moveTo>
                  <a:lnTo>
                    <a:pt x="163830" y="160782"/>
                  </a:lnTo>
                  <a:lnTo>
                    <a:pt x="163830" y="179832"/>
                  </a:lnTo>
                  <a:lnTo>
                    <a:pt x="140208" y="179832"/>
                  </a:lnTo>
                  <a:lnTo>
                    <a:pt x="140208" y="160782"/>
                  </a:lnTo>
                  <a:lnTo>
                    <a:pt x="134112" y="160782"/>
                  </a:lnTo>
                  <a:lnTo>
                    <a:pt x="134112" y="206502"/>
                  </a:lnTo>
                  <a:lnTo>
                    <a:pt x="140208" y="206502"/>
                  </a:lnTo>
                  <a:lnTo>
                    <a:pt x="140208" y="185166"/>
                  </a:lnTo>
                  <a:lnTo>
                    <a:pt x="163830" y="185166"/>
                  </a:lnTo>
                  <a:lnTo>
                    <a:pt x="163830" y="206502"/>
                  </a:lnTo>
                  <a:lnTo>
                    <a:pt x="170688" y="206502"/>
                  </a:lnTo>
                  <a:lnTo>
                    <a:pt x="170688" y="160782"/>
                  </a:lnTo>
                  <a:close/>
                </a:path>
                <a:path w="1698625" h="207645">
                  <a:moveTo>
                    <a:pt x="218694" y="206502"/>
                  </a:moveTo>
                  <a:lnTo>
                    <a:pt x="213360" y="195072"/>
                  </a:lnTo>
                  <a:lnTo>
                    <a:pt x="204216" y="172212"/>
                  </a:lnTo>
                  <a:lnTo>
                    <a:pt x="204216" y="187452"/>
                  </a:lnTo>
                  <a:lnTo>
                    <a:pt x="188214" y="187452"/>
                  </a:lnTo>
                  <a:lnTo>
                    <a:pt x="189738" y="184404"/>
                  </a:lnTo>
                  <a:lnTo>
                    <a:pt x="192024" y="177546"/>
                  </a:lnTo>
                  <a:lnTo>
                    <a:pt x="193548" y="174498"/>
                  </a:lnTo>
                  <a:lnTo>
                    <a:pt x="195834" y="165354"/>
                  </a:lnTo>
                  <a:lnTo>
                    <a:pt x="196596" y="167640"/>
                  </a:lnTo>
                  <a:lnTo>
                    <a:pt x="199644" y="175260"/>
                  </a:lnTo>
                  <a:lnTo>
                    <a:pt x="200406" y="178308"/>
                  </a:lnTo>
                  <a:lnTo>
                    <a:pt x="203454" y="184404"/>
                  </a:lnTo>
                  <a:lnTo>
                    <a:pt x="204216" y="187452"/>
                  </a:lnTo>
                  <a:lnTo>
                    <a:pt x="204216" y="172212"/>
                  </a:lnTo>
                  <a:lnTo>
                    <a:pt x="199644" y="160782"/>
                  </a:lnTo>
                  <a:lnTo>
                    <a:pt x="192786" y="160782"/>
                  </a:lnTo>
                  <a:lnTo>
                    <a:pt x="188214" y="172212"/>
                  </a:lnTo>
                  <a:lnTo>
                    <a:pt x="179832" y="195072"/>
                  </a:lnTo>
                  <a:lnTo>
                    <a:pt x="175260" y="206502"/>
                  </a:lnTo>
                  <a:lnTo>
                    <a:pt x="181356" y="206502"/>
                  </a:lnTo>
                  <a:lnTo>
                    <a:pt x="182880" y="203454"/>
                  </a:lnTo>
                  <a:lnTo>
                    <a:pt x="185166" y="196596"/>
                  </a:lnTo>
                  <a:lnTo>
                    <a:pt x="186690" y="192786"/>
                  </a:lnTo>
                  <a:lnTo>
                    <a:pt x="188214" y="192786"/>
                  </a:lnTo>
                  <a:lnTo>
                    <a:pt x="204216" y="192786"/>
                  </a:lnTo>
                  <a:lnTo>
                    <a:pt x="206502" y="192786"/>
                  </a:lnTo>
                  <a:lnTo>
                    <a:pt x="208026" y="196596"/>
                  </a:lnTo>
                  <a:lnTo>
                    <a:pt x="210312" y="203454"/>
                  </a:lnTo>
                  <a:lnTo>
                    <a:pt x="211836" y="206502"/>
                  </a:lnTo>
                  <a:lnTo>
                    <a:pt x="218694" y="206502"/>
                  </a:lnTo>
                  <a:close/>
                </a:path>
                <a:path w="1698625" h="207645">
                  <a:moveTo>
                    <a:pt x="261366" y="206502"/>
                  </a:moveTo>
                  <a:lnTo>
                    <a:pt x="256032" y="199644"/>
                  </a:lnTo>
                  <a:lnTo>
                    <a:pt x="246126" y="185928"/>
                  </a:lnTo>
                  <a:lnTo>
                    <a:pt x="241554" y="179070"/>
                  </a:lnTo>
                  <a:lnTo>
                    <a:pt x="255270" y="165354"/>
                  </a:lnTo>
                  <a:lnTo>
                    <a:pt x="260604" y="160782"/>
                  </a:lnTo>
                  <a:lnTo>
                    <a:pt x="252222" y="160782"/>
                  </a:lnTo>
                  <a:lnTo>
                    <a:pt x="246126" y="166116"/>
                  </a:lnTo>
                  <a:lnTo>
                    <a:pt x="235458" y="177546"/>
                  </a:lnTo>
                  <a:lnTo>
                    <a:pt x="229362" y="183642"/>
                  </a:lnTo>
                  <a:lnTo>
                    <a:pt x="229362" y="160782"/>
                  </a:lnTo>
                  <a:lnTo>
                    <a:pt x="223266" y="160782"/>
                  </a:lnTo>
                  <a:lnTo>
                    <a:pt x="223266" y="206502"/>
                  </a:lnTo>
                  <a:lnTo>
                    <a:pt x="229362" y="206502"/>
                  </a:lnTo>
                  <a:lnTo>
                    <a:pt x="229362" y="190500"/>
                  </a:lnTo>
                  <a:lnTo>
                    <a:pt x="234696" y="185166"/>
                  </a:lnTo>
                  <a:lnTo>
                    <a:pt x="236982" y="183642"/>
                  </a:lnTo>
                  <a:lnTo>
                    <a:pt x="240792" y="189738"/>
                  </a:lnTo>
                  <a:lnTo>
                    <a:pt x="248412" y="200406"/>
                  </a:lnTo>
                  <a:lnTo>
                    <a:pt x="252984" y="206502"/>
                  </a:lnTo>
                  <a:lnTo>
                    <a:pt x="261366" y="206502"/>
                  </a:lnTo>
                  <a:close/>
                </a:path>
                <a:path w="1698625" h="207645">
                  <a:moveTo>
                    <a:pt x="294132" y="172974"/>
                  </a:moveTo>
                  <a:lnTo>
                    <a:pt x="292608" y="168402"/>
                  </a:lnTo>
                  <a:lnTo>
                    <a:pt x="288036" y="162306"/>
                  </a:lnTo>
                  <a:lnTo>
                    <a:pt x="282702" y="160782"/>
                  </a:lnTo>
                  <a:lnTo>
                    <a:pt x="273558" y="160782"/>
                  </a:lnTo>
                  <a:lnTo>
                    <a:pt x="266700" y="165354"/>
                  </a:lnTo>
                  <a:lnTo>
                    <a:pt x="264414" y="173736"/>
                  </a:lnTo>
                  <a:lnTo>
                    <a:pt x="269748" y="174498"/>
                  </a:lnTo>
                  <a:lnTo>
                    <a:pt x="272796" y="167640"/>
                  </a:lnTo>
                  <a:lnTo>
                    <a:pt x="278892" y="164592"/>
                  </a:lnTo>
                  <a:lnTo>
                    <a:pt x="282702" y="165354"/>
                  </a:lnTo>
                  <a:lnTo>
                    <a:pt x="287274" y="169926"/>
                  </a:lnTo>
                  <a:lnTo>
                    <a:pt x="288036" y="172974"/>
                  </a:lnTo>
                  <a:lnTo>
                    <a:pt x="284988" y="179832"/>
                  </a:lnTo>
                  <a:lnTo>
                    <a:pt x="270510" y="192786"/>
                  </a:lnTo>
                  <a:lnTo>
                    <a:pt x="263652" y="202692"/>
                  </a:lnTo>
                  <a:lnTo>
                    <a:pt x="262890" y="206502"/>
                  </a:lnTo>
                  <a:lnTo>
                    <a:pt x="294132" y="206502"/>
                  </a:lnTo>
                  <a:lnTo>
                    <a:pt x="294132" y="201168"/>
                  </a:lnTo>
                  <a:lnTo>
                    <a:pt x="271272" y="201168"/>
                  </a:lnTo>
                  <a:lnTo>
                    <a:pt x="284988" y="188214"/>
                  </a:lnTo>
                  <a:lnTo>
                    <a:pt x="292608" y="178308"/>
                  </a:lnTo>
                  <a:lnTo>
                    <a:pt x="294132" y="172974"/>
                  </a:lnTo>
                  <a:close/>
                </a:path>
                <a:path w="1698625" h="207645">
                  <a:moveTo>
                    <a:pt x="345948" y="160782"/>
                  </a:moveTo>
                  <a:lnTo>
                    <a:pt x="337566" y="160782"/>
                  </a:lnTo>
                  <a:lnTo>
                    <a:pt x="334518" y="168402"/>
                  </a:lnTo>
                  <a:lnTo>
                    <a:pt x="329184" y="184404"/>
                  </a:lnTo>
                  <a:lnTo>
                    <a:pt x="326136" y="192786"/>
                  </a:lnTo>
                  <a:lnTo>
                    <a:pt x="325374" y="195834"/>
                  </a:lnTo>
                  <a:lnTo>
                    <a:pt x="324612" y="198120"/>
                  </a:lnTo>
                  <a:lnTo>
                    <a:pt x="323850" y="199644"/>
                  </a:lnTo>
                  <a:lnTo>
                    <a:pt x="323088" y="198120"/>
                  </a:lnTo>
                  <a:lnTo>
                    <a:pt x="322326" y="195834"/>
                  </a:lnTo>
                  <a:lnTo>
                    <a:pt x="321564" y="192786"/>
                  </a:lnTo>
                  <a:lnTo>
                    <a:pt x="318516" y="184404"/>
                  </a:lnTo>
                  <a:lnTo>
                    <a:pt x="313944" y="168402"/>
                  </a:lnTo>
                  <a:lnTo>
                    <a:pt x="310896" y="160782"/>
                  </a:lnTo>
                  <a:lnTo>
                    <a:pt x="301752" y="160782"/>
                  </a:lnTo>
                  <a:lnTo>
                    <a:pt x="301752" y="206502"/>
                  </a:lnTo>
                  <a:lnTo>
                    <a:pt x="307848" y="206502"/>
                  </a:lnTo>
                  <a:lnTo>
                    <a:pt x="307848" y="166878"/>
                  </a:lnTo>
                  <a:lnTo>
                    <a:pt x="311658" y="177546"/>
                  </a:lnTo>
                  <a:lnTo>
                    <a:pt x="316992" y="196596"/>
                  </a:lnTo>
                  <a:lnTo>
                    <a:pt x="320802" y="206502"/>
                  </a:lnTo>
                  <a:lnTo>
                    <a:pt x="326136" y="206502"/>
                  </a:lnTo>
                  <a:lnTo>
                    <a:pt x="329946" y="196596"/>
                  </a:lnTo>
                  <a:lnTo>
                    <a:pt x="336042" y="177546"/>
                  </a:lnTo>
                  <a:lnTo>
                    <a:pt x="339852" y="167640"/>
                  </a:lnTo>
                  <a:lnTo>
                    <a:pt x="339852" y="206502"/>
                  </a:lnTo>
                  <a:lnTo>
                    <a:pt x="345948" y="206502"/>
                  </a:lnTo>
                  <a:lnTo>
                    <a:pt x="345948" y="160782"/>
                  </a:lnTo>
                  <a:close/>
                </a:path>
                <a:path w="1698625" h="207645">
                  <a:moveTo>
                    <a:pt x="1698510" y="0"/>
                  </a:moveTo>
                  <a:lnTo>
                    <a:pt x="1696974" y="0"/>
                  </a:lnTo>
                  <a:lnTo>
                    <a:pt x="1696974" y="3810"/>
                  </a:lnTo>
                  <a:lnTo>
                    <a:pt x="1698510" y="3810"/>
                  </a:lnTo>
                  <a:lnTo>
                    <a:pt x="16985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1" name="object 4671"/>
            <p:cNvSpPr/>
            <p:nvPr/>
          </p:nvSpPr>
          <p:spPr>
            <a:xfrm>
              <a:off x="2636672" y="5352926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5" h="3810">
                  <a:moveTo>
                    <a:pt x="0" y="3809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1524" y="3809"/>
                  </a:lnTo>
                  <a:lnTo>
                    <a:pt x="0" y="380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2" name="object 4672"/>
            <p:cNvSpPr/>
            <p:nvPr/>
          </p:nvSpPr>
          <p:spPr>
            <a:xfrm>
              <a:off x="2517038" y="5352926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2286" y="0"/>
                  </a:moveTo>
                  <a:lnTo>
                    <a:pt x="2286" y="3809"/>
                  </a:lnTo>
                  <a:lnTo>
                    <a:pt x="0" y="3809"/>
                  </a:lnTo>
                  <a:lnTo>
                    <a:pt x="0" y="0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3" name="object 4673"/>
            <p:cNvSpPr/>
            <p:nvPr/>
          </p:nvSpPr>
          <p:spPr>
            <a:xfrm>
              <a:off x="2517038" y="5352926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2286" y="0"/>
                  </a:moveTo>
                  <a:lnTo>
                    <a:pt x="2286" y="3809"/>
                  </a:lnTo>
                  <a:lnTo>
                    <a:pt x="0" y="3809"/>
                  </a:lnTo>
                  <a:lnTo>
                    <a:pt x="0" y="0"/>
                  </a:lnTo>
                  <a:lnTo>
                    <a:pt x="228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4" name="object 4674"/>
            <p:cNvSpPr/>
            <p:nvPr/>
          </p:nvSpPr>
          <p:spPr>
            <a:xfrm>
              <a:off x="2519311" y="5349890"/>
              <a:ext cx="635635" cy="6985"/>
            </a:xfrm>
            <a:custGeom>
              <a:avLst/>
              <a:gdLst/>
              <a:ahLst/>
              <a:cxnLst/>
              <a:rect l="l" t="t" r="r" b="b"/>
              <a:pathLst>
                <a:path w="635635" h="6985">
                  <a:moveTo>
                    <a:pt x="117348" y="3048"/>
                  </a:moveTo>
                  <a:lnTo>
                    <a:pt x="0" y="3048"/>
                  </a:lnTo>
                  <a:lnTo>
                    <a:pt x="0" y="6858"/>
                  </a:lnTo>
                  <a:lnTo>
                    <a:pt x="117348" y="6858"/>
                  </a:lnTo>
                  <a:lnTo>
                    <a:pt x="117348" y="3048"/>
                  </a:lnTo>
                  <a:close/>
                </a:path>
                <a:path w="635635" h="6985">
                  <a:moveTo>
                    <a:pt x="635508" y="0"/>
                  </a:moveTo>
                  <a:lnTo>
                    <a:pt x="633984" y="0"/>
                  </a:lnTo>
                  <a:lnTo>
                    <a:pt x="633984" y="3810"/>
                  </a:lnTo>
                  <a:lnTo>
                    <a:pt x="635508" y="3810"/>
                  </a:lnTo>
                  <a:lnTo>
                    <a:pt x="6355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5" name="object 4675"/>
            <p:cNvSpPr/>
            <p:nvPr/>
          </p:nvSpPr>
          <p:spPr>
            <a:xfrm>
              <a:off x="3153308" y="5349878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5" h="3810">
                  <a:moveTo>
                    <a:pt x="0" y="3809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1524" y="3809"/>
                  </a:lnTo>
                  <a:lnTo>
                    <a:pt x="0" y="380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6" name="object 4676"/>
            <p:cNvSpPr/>
            <p:nvPr/>
          </p:nvSpPr>
          <p:spPr>
            <a:xfrm>
              <a:off x="2998622" y="5349878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2286" y="0"/>
                  </a:moveTo>
                  <a:lnTo>
                    <a:pt x="2286" y="3809"/>
                  </a:lnTo>
                  <a:lnTo>
                    <a:pt x="0" y="3809"/>
                  </a:lnTo>
                  <a:lnTo>
                    <a:pt x="0" y="0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7" name="object 4677"/>
            <p:cNvSpPr/>
            <p:nvPr/>
          </p:nvSpPr>
          <p:spPr>
            <a:xfrm>
              <a:off x="2998622" y="5349878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2286" y="0"/>
                  </a:moveTo>
                  <a:lnTo>
                    <a:pt x="2286" y="3809"/>
                  </a:lnTo>
                  <a:lnTo>
                    <a:pt x="0" y="3809"/>
                  </a:lnTo>
                  <a:lnTo>
                    <a:pt x="0" y="0"/>
                  </a:lnTo>
                  <a:lnTo>
                    <a:pt x="228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8" name="object 4678"/>
            <p:cNvSpPr/>
            <p:nvPr/>
          </p:nvSpPr>
          <p:spPr>
            <a:xfrm>
              <a:off x="2576461" y="5349890"/>
              <a:ext cx="577215" cy="193675"/>
            </a:xfrm>
            <a:custGeom>
              <a:avLst/>
              <a:gdLst/>
              <a:ahLst/>
              <a:cxnLst/>
              <a:rect l="l" t="t" r="r" b="b"/>
              <a:pathLst>
                <a:path w="577214" h="193675">
                  <a:moveTo>
                    <a:pt x="2286" y="189738"/>
                  </a:moveTo>
                  <a:lnTo>
                    <a:pt x="0" y="189738"/>
                  </a:lnTo>
                  <a:lnTo>
                    <a:pt x="0" y="193548"/>
                  </a:lnTo>
                  <a:lnTo>
                    <a:pt x="2286" y="193548"/>
                  </a:lnTo>
                  <a:lnTo>
                    <a:pt x="2286" y="189738"/>
                  </a:lnTo>
                  <a:close/>
                </a:path>
                <a:path w="577214" h="193675">
                  <a:moveTo>
                    <a:pt x="576834" y="0"/>
                  </a:moveTo>
                  <a:lnTo>
                    <a:pt x="424434" y="0"/>
                  </a:lnTo>
                  <a:lnTo>
                    <a:pt x="424434" y="3810"/>
                  </a:lnTo>
                  <a:lnTo>
                    <a:pt x="576834" y="3810"/>
                  </a:lnTo>
                  <a:lnTo>
                    <a:pt x="5768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9" name="object 4679"/>
            <p:cNvSpPr/>
            <p:nvPr/>
          </p:nvSpPr>
          <p:spPr>
            <a:xfrm>
              <a:off x="2576474" y="5539616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0" y="3809"/>
                  </a:moveTo>
                  <a:lnTo>
                    <a:pt x="0" y="0"/>
                  </a:lnTo>
                  <a:lnTo>
                    <a:pt x="2285" y="0"/>
                  </a:lnTo>
                  <a:lnTo>
                    <a:pt x="2285" y="3809"/>
                  </a:lnTo>
                  <a:lnTo>
                    <a:pt x="0" y="380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0" name="object 4680"/>
            <p:cNvSpPr/>
            <p:nvPr/>
          </p:nvSpPr>
          <p:spPr>
            <a:xfrm>
              <a:off x="2536088" y="5539616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2286" y="0"/>
                  </a:moveTo>
                  <a:lnTo>
                    <a:pt x="2286" y="3809"/>
                  </a:lnTo>
                  <a:lnTo>
                    <a:pt x="0" y="3809"/>
                  </a:lnTo>
                  <a:lnTo>
                    <a:pt x="0" y="0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1" name="object 4681"/>
            <p:cNvSpPr/>
            <p:nvPr/>
          </p:nvSpPr>
          <p:spPr>
            <a:xfrm>
              <a:off x="2536088" y="5539616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2286" y="0"/>
                  </a:moveTo>
                  <a:lnTo>
                    <a:pt x="2286" y="3809"/>
                  </a:lnTo>
                  <a:lnTo>
                    <a:pt x="0" y="3809"/>
                  </a:lnTo>
                  <a:lnTo>
                    <a:pt x="0" y="0"/>
                  </a:lnTo>
                  <a:lnTo>
                    <a:pt x="228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2" name="object 4682"/>
            <p:cNvSpPr/>
            <p:nvPr/>
          </p:nvSpPr>
          <p:spPr>
            <a:xfrm>
              <a:off x="2538361" y="5539628"/>
              <a:ext cx="569595" cy="7620"/>
            </a:xfrm>
            <a:custGeom>
              <a:avLst/>
              <a:gdLst/>
              <a:ahLst/>
              <a:cxnLst/>
              <a:rect l="l" t="t" r="r" b="b"/>
              <a:pathLst>
                <a:path w="569594" h="7620">
                  <a:moveTo>
                    <a:pt x="3810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8100" y="3810"/>
                  </a:lnTo>
                  <a:lnTo>
                    <a:pt x="38100" y="0"/>
                  </a:lnTo>
                  <a:close/>
                </a:path>
                <a:path w="569594" h="7620">
                  <a:moveTo>
                    <a:pt x="569226" y="3810"/>
                  </a:moveTo>
                  <a:lnTo>
                    <a:pt x="566928" y="3810"/>
                  </a:lnTo>
                  <a:lnTo>
                    <a:pt x="566928" y="7620"/>
                  </a:lnTo>
                  <a:lnTo>
                    <a:pt x="569226" y="7620"/>
                  </a:lnTo>
                  <a:lnTo>
                    <a:pt x="569226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3" name="object 4683"/>
            <p:cNvSpPr/>
            <p:nvPr/>
          </p:nvSpPr>
          <p:spPr>
            <a:xfrm>
              <a:off x="3105302" y="5543426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0" y="3809"/>
                  </a:moveTo>
                  <a:lnTo>
                    <a:pt x="0" y="0"/>
                  </a:lnTo>
                  <a:lnTo>
                    <a:pt x="2286" y="0"/>
                  </a:lnTo>
                  <a:lnTo>
                    <a:pt x="2286" y="3809"/>
                  </a:lnTo>
                  <a:lnTo>
                    <a:pt x="0" y="380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4" name="object 4684"/>
            <p:cNvSpPr/>
            <p:nvPr/>
          </p:nvSpPr>
          <p:spPr>
            <a:xfrm>
              <a:off x="3050438" y="5543426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2285" y="0"/>
                  </a:moveTo>
                  <a:lnTo>
                    <a:pt x="2285" y="3809"/>
                  </a:lnTo>
                  <a:lnTo>
                    <a:pt x="0" y="3809"/>
                  </a:lnTo>
                  <a:lnTo>
                    <a:pt x="0" y="0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5" name="object 4685"/>
            <p:cNvSpPr/>
            <p:nvPr/>
          </p:nvSpPr>
          <p:spPr>
            <a:xfrm>
              <a:off x="3050438" y="5543426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2285" y="0"/>
                  </a:moveTo>
                  <a:lnTo>
                    <a:pt x="2285" y="3809"/>
                  </a:lnTo>
                  <a:lnTo>
                    <a:pt x="0" y="3809"/>
                  </a:lnTo>
                  <a:lnTo>
                    <a:pt x="0" y="0"/>
                  </a:lnTo>
                  <a:lnTo>
                    <a:pt x="228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6" name="object 4686"/>
            <p:cNvSpPr/>
            <p:nvPr/>
          </p:nvSpPr>
          <p:spPr>
            <a:xfrm>
              <a:off x="3052724" y="5543426"/>
              <a:ext cx="52705" cy="3810"/>
            </a:xfrm>
            <a:custGeom>
              <a:avLst/>
              <a:gdLst/>
              <a:ahLst/>
              <a:cxnLst/>
              <a:rect l="l" t="t" r="r" b="b"/>
              <a:pathLst>
                <a:path w="52705" h="3810">
                  <a:moveTo>
                    <a:pt x="52577" y="3809"/>
                  </a:moveTo>
                  <a:lnTo>
                    <a:pt x="52577" y="0"/>
                  </a:lnTo>
                  <a:lnTo>
                    <a:pt x="0" y="0"/>
                  </a:lnTo>
                  <a:lnTo>
                    <a:pt x="0" y="3809"/>
                  </a:lnTo>
                  <a:lnTo>
                    <a:pt x="52577" y="380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7" name="object 4687"/>
            <p:cNvSpPr/>
            <p:nvPr/>
          </p:nvSpPr>
          <p:spPr>
            <a:xfrm>
              <a:off x="2290724" y="5595242"/>
              <a:ext cx="5080" cy="63500"/>
            </a:xfrm>
            <a:custGeom>
              <a:avLst/>
              <a:gdLst/>
              <a:ahLst/>
              <a:cxnLst/>
              <a:rect l="l" t="t" r="r" b="b"/>
              <a:pathLst>
                <a:path w="5080" h="63500">
                  <a:moveTo>
                    <a:pt x="0" y="63246"/>
                  </a:moveTo>
                  <a:lnTo>
                    <a:pt x="0" y="0"/>
                  </a:lnTo>
                  <a:lnTo>
                    <a:pt x="4572" y="0"/>
                  </a:lnTo>
                  <a:lnTo>
                    <a:pt x="4572" y="63246"/>
                  </a:lnTo>
                  <a:lnTo>
                    <a:pt x="0" y="6324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8" name="object 4688"/>
            <p:cNvSpPr/>
            <p:nvPr/>
          </p:nvSpPr>
          <p:spPr>
            <a:xfrm>
              <a:off x="2318918" y="5595242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0" y="63246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3809" y="63246"/>
                  </a:lnTo>
                  <a:lnTo>
                    <a:pt x="0" y="6324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9" name="object 4689"/>
            <p:cNvSpPr/>
            <p:nvPr/>
          </p:nvSpPr>
          <p:spPr>
            <a:xfrm>
              <a:off x="3309518" y="5605148"/>
              <a:ext cx="3810" cy="63500"/>
            </a:xfrm>
            <a:custGeom>
              <a:avLst/>
              <a:gdLst/>
              <a:ahLst/>
              <a:cxnLst/>
              <a:rect l="l" t="t" r="r" b="b"/>
              <a:pathLst>
                <a:path w="3810" h="63500">
                  <a:moveTo>
                    <a:pt x="0" y="63246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3809" y="63246"/>
                  </a:lnTo>
                  <a:lnTo>
                    <a:pt x="0" y="6324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0" name="object 4690"/>
            <p:cNvSpPr/>
            <p:nvPr/>
          </p:nvSpPr>
          <p:spPr>
            <a:xfrm>
              <a:off x="3336950" y="5605148"/>
              <a:ext cx="5080" cy="63500"/>
            </a:xfrm>
            <a:custGeom>
              <a:avLst/>
              <a:gdLst/>
              <a:ahLst/>
              <a:cxnLst/>
              <a:rect l="l" t="t" r="r" b="b"/>
              <a:pathLst>
                <a:path w="5079" h="63500">
                  <a:moveTo>
                    <a:pt x="0" y="63246"/>
                  </a:moveTo>
                  <a:lnTo>
                    <a:pt x="0" y="0"/>
                  </a:lnTo>
                  <a:lnTo>
                    <a:pt x="4571" y="0"/>
                  </a:lnTo>
                  <a:lnTo>
                    <a:pt x="4571" y="63246"/>
                  </a:lnTo>
                  <a:lnTo>
                    <a:pt x="0" y="6324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1" name="object 4691"/>
            <p:cNvSpPr/>
            <p:nvPr/>
          </p:nvSpPr>
          <p:spPr>
            <a:xfrm>
              <a:off x="918349" y="4776866"/>
              <a:ext cx="2381250" cy="929005"/>
            </a:xfrm>
            <a:custGeom>
              <a:avLst/>
              <a:gdLst/>
              <a:ahLst/>
              <a:cxnLst/>
              <a:rect l="l" t="t" r="r" b="b"/>
              <a:pathLst>
                <a:path w="2381250" h="929004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12" y="926592"/>
                  </a:lnTo>
                  <a:lnTo>
                    <a:pt x="12" y="928878"/>
                  </a:lnTo>
                  <a:lnTo>
                    <a:pt x="3810" y="928878"/>
                  </a:lnTo>
                  <a:lnTo>
                    <a:pt x="3810" y="926592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  <a:path w="2381250" h="929004">
                  <a:moveTo>
                    <a:pt x="1233678" y="866394"/>
                  </a:moveTo>
                  <a:lnTo>
                    <a:pt x="1228344" y="864870"/>
                  </a:lnTo>
                  <a:lnTo>
                    <a:pt x="1227582" y="869442"/>
                  </a:lnTo>
                  <a:lnTo>
                    <a:pt x="1212278" y="873455"/>
                  </a:lnTo>
                  <a:lnTo>
                    <a:pt x="1205852" y="861060"/>
                  </a:lnTo>
                  <a:lnTo>
                    <a:pt x="1209522" y="846950"/>
                  </a:lnTo>
                  <a:lnTo>
                    <a:pt x="1224534" y="845820"/>
                  </a:lnTo>
                  <a:lnTo>
                    <a:pt x="1228344" y="851916"/>
                  </a:lnTo>
                  <a:lnTo>
                    <a:pt x="1232916" y="850392"/>
                  </a:lnTo>
                  <a:lnTo>
                    <a:pt x="1231392" y="845820"/>
                  </a:lnTo>
                  <a:lnTo>
                    <a:pt x="1223772" y="840486"/>
                  </a:lnTo>
                  <a:lnTo>
                    <a:pt x="1218438" y="839724"/>
                  </a:lnTo>
                  <a:lnTo>
                    <a:pt x="1209294" y="842010"/>
                  </a:lnTo>
                  <a:lnTo>
                    <a:pt x="1203198" y="848868"/>
                  </a:lnTo>
                  <a:lnTo>
                    <a:pt x="1200912" y="858774"/>
                  </a:lnTo>
                  <a:lnTo>
                    <a:pt x="1200912" y="864108"/>
                  </a:lnTo>
                  <a:lnTo>
                    <a:pt x="1204722" y="873252"/>
                  </a:lnTo>
                  <a:lnTo>
                    <a:pt x="1208532" y="876300"/>
                  </a:lnTo>
                  <a:lnTo>
                    <a:pt x="1213104" y="877824"/>
                  </a:lnTo>
                  <a:lnTo>
                    <a:pt x="1223772" y="877824"/>
                  </a:lnTo>
                  <a:lnTo>
                    <a:pt x="1228344" y="875538"/>
                  </a:lnTo>
                  <a:lnTo>
                    <a:pt x="1231392" y="871728"/>
                  </a:lnTo>
                  <a:lnTo>
                    <a:pt x="1233678" y="866394"/>
                  </a:lnTo>
                  <a:close/>
                </a:path>
                <a:path w="2381250" h="929004">
                  <a:moveTo>
                    <a:pt x="1264158" y="840486"/>
                  </a:moveTo>
                  <a:lnTo>
                    <a:pt x="1239774" y="840486"/>
                  </a:lnTo>
                  <a:lnTo>
                    <a:pt x="1239774" y="877824"/>
                  </a:lnTo>
                  <a:lnTo>
                    <a:pt x="1245108" y="877824"/>
                  </a:lnTo>
                  <a:lnTo>
                    <a:pt x="1245108" y="844296"/>
                  </a:lnTo>
                  <a:lnTo>
                    <a:pt x="1264158" y="844296"/>
                  </a:lnTo>
                  <a:lnTo>
                    <a:pt x="1264158" y="840486"/>
                  </a:lnTo>
                  <a:close/>
                </a:path>
                <a:path w="2381250" h="929004">
                  <a:moveTo>
                    <a:pt x="1297686" y="840486"/>
                  </a:moveTo>
                  <a:lnTo>
                    <a:pt x="1293114" y="840486"/>
                  </a:lnTo>
                  <a:lnTo>
                    <a:pt x="1287780" y="848106"/>
                  </a:lnTo>
                  <a:lnTo>
                    <a:pt x="1277874" y="862584"/>
                  </a:lnTo>
                  <a:lnTo>
                    <a:pt x="1272540" y="870204"/>
                  </a:lnTo>
                  <a:lnTo>
                    <a:pt x="1272540" y="840486"/>
                  </a:lnTo>
                  <a:lnTo>
                    <a:pt x="1267968" y="840486"/>
                  </a:lnTo>
                  <a:lnTo>
                    <a:pt x="1267968" y="877824"/>
                  </a:lnTo>
                  <a:lnTo>
                    <a:pt x="1273302" y="877824"/>
                  </a:lnTo>
                  <a:lnTo>
                    <a:pt x="1278636" y="870204"/>
                  </a:lnTo>
                  <a:lnTo>
                    <a:pt x="1288542" y="855726"/>
                  </a:lnTo>
                  <a:lnTo>
                    <a:pt x="1293114" y="848106"/>
                  </a:lnTo>
                  <a:lnTo>
                    <a:pt x="1293114" y="877824"/>
                  </a:lnTo>
                  <a:lnTo>
                    <a:pt x="1297686" y="877824"/>
                  </a:lnTo>
                  <a:lnTo>
                    <a:pt x="1297686" y="840486"/>
                  </a:lnTo>
                  <a:close/>
                </a:path>
                <a:path w="2381250" h="929004">
                  <a:moveTo>
                    <a:pt x="1335024" y="840486"/>
                  </a:moveTo>
                  <a:lnTo>
                    <a:pt x="1330452" y="840486"/>
                  </a:lnTo>
                  <a:lnTo>
                    <a:pt x="1319022" y="863346"/>
                  </a:lnTo>
                  <a:lnTo>
                    <a:pt x="1315974" y="857250"/>
                  </a:lnTo>
                  <a:lnTo>
                    <a:pt x="1309878" y="846582"/>
                  </a:lnTo>
                  <a:lnTo>
                    <a:pt x="1306830" y="840486"/>
                  </a:lnTo>
                  <a:lnTo>
                    <a:pt x="1301496" y="840486"/>
                  </a:lnTo>
                  <a:lnTo>
                    <a:pt x="1306068" y="847344"/>
                  </a:lnTo>
                  <a:lnTo>
                    <a:pt x="1317498" y="867918"/>
                  </a:lnTo>
                  <a:lnTo>
                    <a:pt x="1315974" y="870204"/>
                  </a:lnTo>
                  <a:lnTo>
                    <a:pt x="1315212" y="872490"/>
                  </a:lnTo>
                  <a:lnTo>
                    <a:pt x="1313688" y="874014"/>
                  </a:lnTo>
                  <a:lnTo>
                    <a:pt x="1312164" y="874014"/>
                  </a:lnTo>
                  <a:lnTo>
                    <a:pt x="1311402" y="874776"/>
                  </a:lnTo>
                  <a:lnTo>
                    <a:pt x="1309878" y="874014"/>
                  </a:lnTo>
                  <a:lnTo>
                    <a:pt x="1308354" y="874014"/>
                  </a:lnTo>
                  <a:lnTo>
                    <a:pt x="1306830" y="873252"/>
                  </a:lnTo>
                  <a:lnTo>
                    <a:pt x="1306830" y="877824"/>
                  </a:lnTo>
                  <a:lnTo>
                    <a:pt x="1308354" y="877824"/>
                  </a:lnTo>
                  <a:lnTo>
                    <a:pt x="1310640" y="878586"/>
                  </a:lnTo>
                  <a:lnTo>
                    <a:pt x="1313688" y="878586"/>
                  </a:lnTo>
                  <a:lnTo>
                    <a:pt x="1315212" y="877824"/>
                  </a:lnTo>
                  <a:lnTo>
                    <a:pt x="1316736" y="876300"/>
                  </a:lnTo>
                  <a:lnTo>
                    <a:pt x="1317498" y="874776"/>
                  </a:lnTo>
                  <a:lnTo>
                    <a:pt x="1319022" y="872490"/>
                  </a:lnTo>
                  <a:lnTo>
                    <a:pt x="1335024" y="840486"/>
                  </a:lnTo>
                  <a:close/>
                </a:path>
                <a:path w="2381250" h="929004">
                  <a:moveTo>
                    <a:pt x="2279904" y="883158"/>
                  </a:moveTo>
                  <a:lnTo>
                    <a:pt x="2275332" y="881634"/>
                  </a:lnTo>
                  <a:lnTo>
                    <a:pt x="2270760" y="888492"/>
                  </a:lnTo>
                  <a:lnTo>
                    <a:pt x="2256625" y="889000"/>
                  </a:lnTo>
                  <a:lnTo>
                    <a:pt x="2251913" y="876452"/>
                  </a:lnTo>
                  <a:lnTo>
                    <a:pt x="2256625" y="863625"/>
                  </a:lnTo>
                  <a:lnTo>
                    <a:pt x="2270760" y="863346"/>
                  </a:lnTo>
                  <a:lnTo>
                    <a:pt x="2274570" y="869442"/>
                  </a:lnTo>
                  <a:lnTo>
                    <a:pt x="2279142" y="867918"/>
                  </a:lnTo>
                  <a:lnTo>
                    <a:pt x="2277618" y="863346"/>
                  </a:lnTo>
                  <a:lnTo>
                    <a:pt x="2272284" y="858774"/>
                  </a:lnTo>
                  <a:lnTo>
                    <a:pt x="2264664" y="857250"/>
                  </a:lnTo>
                  <a:lnTo>
                    <a:pt x="2255520" y="859536"/>
                  </a:lnTo>
                  <a:lnTo>
                    <a:pt x="2249424" y="866394"/>
                  </a:lnTo>
                  <a:lnTo>
                    <a:pt x="2247138" y="876300"/>
                  </a:lnTo>
                  <a:lnTo>
                    <a:pt x="2248662" y="885444"/>
                  </a:lnTo>
                  <a:lnTo>
                    <a:pt x="2253996" y="893064"/>
                  </a:lnTo>
                  <a:lnTo>
                    <a:pt x="2258568" y="894588"/>
                  </a:lnTo>
                  <a:lnTo>
                    <a:pt x="2264664" y="895350"/>
                  </a:lnTo>
                  <a:lnTo>
                    <a:pt x="2269998" y="894588"/>
                  </a:lnTo>
                  <a:lnTo>
                    <a:pt x="2274570" y="892302"/>
                  </a:lnTo>
                  <a:lnTo>
                    <a:pt x="2277618" y="888492"/>
                  </a:lnTo>
                  <a:lnTo>
                    <a:pt x="2279904" y="883158"/>
                  </a:lnTo>
                  <a:close/>
                </a:path>
                <a:path w="2381250" h="929004">
                  <a:moveTo>
                    <a:pt x="2311146" y="858012"/>
                  </a:moveTo>
                  <a:lnTo>
                    <a:pt x="2286000" y="858012"/>
                  </a:lnTo>
                  <a:lnTo>
                    <a:pt x="2286000" y="894588"/>
                  </a:lnTo>
                  <a:lnTo>
                    <a:pt x="2291334" y="894588"/>
                  </a:lnTo>
                  <a:lnTo>
                    <a:pt x="2291334" y="861822"/>
                  </a:lnTo>
                  <a:lnTo>
                    <a:pt x="2311146" y="861822"/>
                  </a:lnTo>
                  <a:lnTo>
                    <a:pt x="2311146" y="858012"/>
                  </a:lnTo>
                  <a:close/>
                </a:path>
                <a:path w="2381250" h="929004">
                  <a:moveTo>
                    <a:pt x="2343912" y="858012"/>
                  </a:moveTo>
                  <a:lnTo>
                    <a:pt x="2339340" y="858012"/>
                  </a:lnTo>
                  <a:lnTo>
                    <a:pt x="2334006" y="865632"/>
                  </a:lnTo>
                  <a:lnTo>
                    <a:pt x="2324100" y="880110"/>
                  </a:lnTo>
                  <a:lnTo>
                    <a:pt x="2318766" y="886968"/>
                  </a:lnTo>
                  <a:lnTo>
                    <a:pt x="2318766" y="858012"/>
                  </a:lnTo>
                  <a:lnTo>
                    <a:pt x="2314956" y="858012"/>
                  </a:lnTo>
                  <a:lnTo>
                    <a:pt x="2314956" y="894588"/>
                  </a:lnTo>
                  <a:lnTo>
                    <a:pt x="2319528" y="894588"/>
                  </a:lnTo>
                  <a:lnTo>
                    <a:pt x="2324100" y="886968"/>
                  </a:lnTo>
                  <a:lnTo>
                    <a:pt x="2334006" y="873252"/>
                  </a:lnTo>
                  <a:lnTo>
                    <a:pt x="2339340" y="865632"/>
                  </a:lnTo>
                  <a:lnTo>
                    <a:pt x="2339340" y="894588"/>
                  </a:lnTo>
                  <a:lnTo>
                    <a:pt x="2343912" y="894588"/>
                  </a:lnTo>
                  <a:lnTo>
                    <a:pt x="2343912" y="858012"/>
                  </a:lnTo>
                  <a:close/>
                </a:path>
                <a:path w="2381250" h="929004">
                  <a:moveTo>
                    <a:pt x="2381250" y="858012"/>
                  </a:moveTo>
                  <a:lnTo>
                    <a:pt x="2376678" y="858012"/>
                  </a:lnTo>
                  <a:lnTo>
                    <a:pt x="2373630" y="863346"/>
                  </a:lnTo>
                  <a:lnTo>
                    <a:pt x="2368296" y="874776"/>
                  </a:lnTo>
                  <a:lnTo>
                    <a:pt x="2365248" y="880872"/>
                  </a:lnTo>
                  <a:lnTo>
                    <a:pt x="2362200" y="874776"/>
                  </a:lnTo>
                  <a:lnTo>
                    <a:pt x="2356866" y="863346"/>
                  </a:lnTo>
                  <a:lnTo>
                    <a:pt x="2353818" y="858012"/>
                  </a:lnTo>
                  <a:lnTo>
                    <a:pt x="2348484" y="858012"/>
                  </a:lnTo>
                  <a:lnTo>
                    <a:pt x="2359914" y="878586"/>
                  </a:lnTo>
                  <a:lnTo>
                    <a:pt x="2363724" y="884682"/>
                  </a:lnTo>
                  <a:lnTo>
                    <a:pt x="2361438" y="889254"/>
                  </a:lnTo>
                  <a:lnTo>
                    <a:pt x="2359914" y="890778"/>
                  </a:lnTo>
                  <a:lnTo>
                    <a:pt x="2358390" y="891540"/>
                  </a:lnTo>
                  <a:lnTo>
                    <a:pt x="2356104" y="891540"/>
                  </a:lnTo>
                  <a:lnTo>
                    <a:pt x="2354580" y="890778"/>
                  </a:lnTo>
                  <a:lnTo>
                    <a:pt x="2353818" y="890016"/>
                  </a:lnTo>
                  <a:lnTo>
                    <a:pt x="2353818" y="894588"/>
                  </a:lnTo>
                  <a:lnTo>
                    <a:pt x="2355342" y="895350"/>
                  </a:lnTo>
                  <a:lnTo>
                    <a:pt x="2359914" y="895350"/>
                  </a:lnTo>
                  <a:lnTo>
                    <a:pt x="2362962" y="893826"/>
                  </a:lnTo>
                  <a:lnTo>
                    <a:pt x="2364486" y="892302"/>
                  </a:lnTo>
                  <a:lnTo>
                    <a:pt x="2365248" y="890016"/>
                  </a:lnTo>
                  <a:lnTo>
                    <a:pt x="2366772" y="886206"/>
                  </a:lnTo>
                  <a:lnTo>
                    <a:pt x="2378202" y="865632"/>
                  </a:lnTo>
                  <a:lnTo>
                    <a:pt x="2381250" y="8580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2" name="object 4692"/>
            <p:cNvSpPr/>
            <p:nvPr/>
          </p:nvSpPr>
          <p:spPr>
            <a:xfrm>
              <a:off x="918362" y="4779140"/>
              <a:ext cx="3810" cy="924560"/>
            </a:xfrm>
            <a:custGeom>
              <a:avLst/>
              <a:gdLst/>
              <a:ahLst/>
              <a:cxnLst/>
              <a:rect l="l" t="t" r="r" b="b"/>
              <a:pathLst>
                <a:path w="3809" h="924560">
                  <a:moveTo>
                    <a:pt x="3809" y="0"/>
                  </a:moveTo>
                  <a:lnTo>
                    <a:pt x="3809" y="924305"/>
                  </a:lnTo>
                  <a:lnTo>
                    <a:pt x="0" y="924305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93" name="object 4693"/>
            <p:cNvPicPr/>
            <p:nvPr/>
          </p:nvPicPr>
          <p:blipFill>
            <a:blip r:embed="rId253" cstate="print"/>
            <a:stretch>
              <a:fillRect/>
            </a:stretch>
          </p:blipFill>
          <p:spPr>
            <a:xfrm>
              <a:off x="8590940" y="2471804"/>
              <a:ext cx="182867" cy="67055"/>
            </a:xfrm>
            <a:prstGeom prst="rect">
              <a:avLst/>
            </a:prstGeom>
          </p:spPr>
        </p:pic>
        <p:sp>
          <p:nvSpPr>
            <p:cNvPr id="4694" name="object 4694"/>
            <p:cNvSpPr/>
            <p:nvPr/>
          </p:nvSpPr>
          <p:spPr>
            <a:xfrm>
              <a:off x="1595780" y="2176910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>
                  <a:moveTo>
                    <a:pt x="3047" y="0"/>
                  </a:moveTo>
                  <a:lnTo>
                    <a:pt x="0" y="0"/>
                  </a:lnTo>
                  <a:lnTo>
                    <a:pt x="30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5" name="object 4695"/>
            <p:cNvSpPr/>
            <p:nvPr/>
          </p:nvSpPr>
          <p:spPr>
            <a:xfrm>
              <a:off x="1595780" y="2176910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>
                  <a:moveTo>
                    <a:pt x="0" y="0"/>
                  </a:moveTo>
                  <a:lnTo>
                    <a:pt x="304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6" name="object 4696"/>
            <p:cNvSpPr/>
            <p:nvPr/>
          </p:nvSpPr>
          <p:spPr>
            <a:xfrm>
              <a:off x="1595780" y="1881254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>
                  <a:moveTo>
                    <a:pt x="3048" y="0"/>
                  </a:moveTo>
                  <a:lnTo>
                    <a:pt x="0" y="0"/>
                  </a:lnTo>
                  <a:lnTo>
                    <a:pt x="30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7" name="object 4697"/>
            <p:cNvSpPr/>
            <p:nvPr/>
          </p:nvSpPr>
          <p:spPr>
            <a:xfrm>
              <a:off x="1595780" y="1881254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>
                  <a:moveTo>
                    <a:pt x="0" y="0"/>
                  </a:moveTo>
                  <a:lnTo>
                    <a:pt x="304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8" name="object 4698"/>
            <p:cNvSpPr/>
            <p:nvPr/>
          </p:nvSpPr>
          <p:spPr>
            <a:xfrm>
              <a:off x="1595780" y="1881254"/>
              <a:ext cx="3175" cy="295910"/>
            </a:xfrm>
            <a:custGeom>
              <a:avLst/>
              <a:gdLst/>
              <a:ahLst/>
              <a:cxnLst/>
              <a:rect l="l" t="t" r="r" b="b"/>
              <a:pathLst>
                <a:path w="3175" h="295910">
                  <a:moveTo>
                    <a:pt x="3047" y="0"/>
                  </a:moveTo>
                  <a:lnTo>
                    <a:pt x="3047" y="295655"/>
                  </a:lnTo>
                  <a:lnTo>
                    <a:pt x="0" y="295655"/>
                  </a:lnTo>
                  <a:lnTo>
                    <a:pt x="0" y="0"/>
                  </a:lnTo>
                  <a:lnTo>
                    <a:pt x="30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9" name="object 4699"/>
            <p:cNvSpPr/>
            <p:nvPr/>
          </p:nvSpPr>
          <p:spPr>
            <a:xfrm>
              <a:off x="1595780" y="1881254"/>
              <a:ext cx="3175" cy="295910"/>
            </a:xfrm>
            <a:custGeom>
              <a:avLst/>
              <a:gdLst/>
              <a:ahLst/>
              <a:cxnLst/>
              <a:rect l="l" t="t" r="r" b="b"/>
              <a:pathLst>
                <a:path w="3175" h="295910">
                  <a:moveTo>
                    <a:pt x="3047" y="0"/>
                  </a:moveTo>
                  <a:lnTo>
                    <a:pt x="3047" y="295655"/>
                  </a:lnTo>
                  <a:lnTo>
                    <a:pt x="0" y="295655"/>
                  </a:lnTo>
                  <a:lnTo>
                    <a:pt x="0" y="0"/>
                  </a:lnTo>
                  <a:lnTo>
                    <a:pt x="3047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0" name="object 4700"/>
            <p:cNvSpPr/>
            <p:nvPr/>
          </p:nvSpPr>
          <p:spPr>
            <a:xfrm>
              <a:off x="1575968" y="2134238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42672" y="0"/>
                  </a:moveTo>
                  <a:lnTo>
                    <a:pt x="0" y="0"/>
                  </a:lnTo>
                  <a:lnTo>
                    <a:pt x="21336" y="42672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1" name="object 4701"/>
            <p:cNvSpPr/>
            <p:nvPr/>
          </p:nvSpPr>
          <p:spPr>
            <a:xfrm>
              <a:off x="1575968" y="2134238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0" y="0"/>
                  </a:moveTo>
                  <a:lnTo>
                    <a:pt x="21336" y="42672"/>
                  </a:lnTo>
                  <a:lnTo>
                    <a:pt x="4267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2" name="object 4702"/>
            <p:cNvSpPr/>
            <p:nvPr/>
          </p:nvSpPr>
          <p:spPr>
            <a:xfrm>
              <a:off x="1574444" y="2133476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5" h="48260">
                  <a:moveTo>
                    <a:pt x="24384" y="44958"/>
                  </a:moveTo>
                  <a:lnTo>
                    <a:pt x="21336" y="42672"/>
                  </a:lnTo>
                  <a:lnTo>
                    <a:pt x="22860" y="3962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2860" y="48006"/>
                  </a:lnTo>
                  <a:lnTo>
                    <a:pt x="24384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3" name="object 4703"/>
            <p:cNvSpPr/>
            <p:nvPr/>
          </p:nvSpPr>
          <p:spPr>
            <a:xfrm>
              <a:off x="1574444" y="2133476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5" h="48260">
                  <a:moveTo>
                    <a:pt x="0" y="1524"/>
                  </a:moveTo>
                  <a:lnTo>
                    <a:pt x="3048" y="0"/>
                  </a:lnTo>
                  <a:lnTo>
                    <a:pt x="22860" y="39624"/>
                  </a:lnTo>
                  <a:lnTo>
                    <a:pt x="21336" y="42672"/>
                  </a:lnTo>
                  <a:lnTo>
                    <a:pt x="24384" y="44958"/>
                  </a:lnTo>
                  <a:lnTo>
                    <a:pt x="22860" y="4800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4" name="object 4704"/>
            <p:cNvSpPr/>
            <p:nvPr/>
          </p:nvSpPr>
          <p:spPr>
            <a:xfrm>
              <a:off x="1595780" y="2131952"/>
              <a:ext cx="26034" cy="46990"/>
            </a:xfrm>
            <a:custGeom>
              <a:avLst/>
              <a:gdLst/>
              <a:ahLst/>
              <a:cxnLst/>
              <a:rect l="l" t="t" r="r" b="b"/>
              <a:pathLst>
                <a:path w="26034" h="46989">
                  <a:moveTo>
                    <a:pt x="25907" y="0"/>
                  </a:moveTo>
                  <a:lnTo>
                    <a:pt x="22859" y="0"/>
                  </a:lnTo>
                  <a:lnTo>
                    <a:pt x="22859" y="3810"/>
                  </a:lnTo>
                  <a:lnTo>
                    <a:pt x="19811" y="3810"/>
                  </a:lnTo>
                  <a:lnTo>
                    <a:pt x="0" y="44196"/>
                  </a:lnTo>
                  <a:lnTo>
                    <a:pt x="3047" y="46482"/>
                  </a:lnTo>
                  <a:lnTo>
                    <a:pt x="259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5" name="object 4705"/>
            <p:cNvSpPr/>
            <p:nvPr/>
          </p:nvSpPr>
          <p:spPr>
            <a:xfrm>
              <a:off x="1595780" y="2131952"/>
              <a:ext cx="26034" cy="46990"/>
            </a:xfrm>
            <a:custGeom>
              <a:avLst/>
              <a:gdLst/>
              <a:ahLst/>
              <a:cxnLst/>
              <a:rect l="l" t="t" r="r" b="b"/>
              <a:pathLst>
                <a:path w="26034" h="46989">
                  <a:moveTo>
                    <a:pt x="3047" y="46482"/>
                  </a:moveTo>
                  <a:lnTo>
                    <a:pt x="0" y="44196"/>
                  </a:lnTo>
                  <a:lnTo>
                    <a:pt x="19811" y="3810"/>
                  </a:lnTo>
                  <a:lnTo>
                    <a:pt x="22859" y="3810"/>
                  </a:lnTo>
                  <a:lnTo>
                    <a:pt x="22859" y="0"/>
                  </a:lnTo>
                  <a:lnTo>
                    <a:pt x="25907" y="0"/>
                  </a:lnTo>
                  <a:lnTo>
                    <a:pt x="3047" y="46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6" name="object 4706"/>
            <p:cNvSpPr/>
            <p:nvPr/>
          </p:nvSpPr>
          <p:spPr>
            <a:xfrm>
              <a:off x="1572920" y="2131952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3810"/>
                  </a:moveTo>
                  <a:lnTo>
                    <a:pt x="45719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4571" y="1524"/>
                  </a:lnTo>
                  <a:lnTo>
                    <a:pt x="6095" y="3810"/>
                  </a:lnTo>
                  <a:lnTo>
                    <a:pt x="4571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7" name="object 4707"/>
            <p:cNvSpPr/>
            <p:nvPr/>
          </p:nvSpPr>
          <p:spPr>
            <a:xfrm>
              <a:off x="1572920" y="2131952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0"/>
                  </a:moveTo>
                  <a:lnTo>
                    <a:pt x="45719" y="3810"/>
                  </a:lnTo>
                  <a:lnTo>
                    <a:pt x="6095" y="3810"/>
                  </a:lnTo>
                  <a:lnTo>
                    <a:pt x="4571" y="1524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4571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8" name="object 4708"/>
            <p:cNvSpPr/>
            <p:nvPr/>
          </p:nvSpPr>
          <p:spPr>
            <a:xfrm>
              <a:off x="1714652" y="212966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9" name="object 4709"/>
            <p:cNvSpPr/>
            <p:nvPr/>
          </p:nvSpPr>
          <p:spPr>
            <a:xfrm>
              <a:off x="1714652" y="212966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0" name="object 4710"/>
            <p:cNvSpPr/>
            <p:nvPr/>
          </p:nvSpPr>
          <p:spPr>
            <a:xfrm>
              <a:off x="1714652" y="188506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1" name="object 4711"/>
            <p:cNvSpPr/>
            <p:nvPr/>
          </p:nvSpPr>
          <p:spPr>
            <a:xfrm>
              <a:off x="1714652" y="188506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2" name="object 4712"/>
            <p:cNvSpPr/>
            <p:nvPr/>
          </p:nvSpPr>
          <p:spPr>
            <a:xfrm>
              <a:off x="1714652" y="1885064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0"/>
                  </a:moveTo>
                  <a:lnTo>
                    <a:pt x="3810" y="244601"/>
                  </a:lnTo>
                  <a:lnTo>
                    <a:pt x="0" y="244601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3" name="object 4713"/>
            <p:cNvSpPr/>
            <p:nvPr/>
          </p:nvSpPr>
          <p:spPr>
            <a:xfrm>
              <a:off x="1714652" y="1885064"/>
              <a:ext cx="3810" cy="245110"/>
            </a:xfrm>
            <a:custGeom>
              <a:avLst/>
              <a:gdLst/>
              <a:ahLst/>
              <a:cxnLst/>
              <a:rect l="l" t="t" r="r" b="b"/>
              <a:pathLst>
                <a:path w="3810" h="245110">
                  <a:moveTo>
                    <a:pt x="3810" y="0"/>
                  </a:moveTo>
                  <a:lnTo>
                    <a:pt x="3810" y="244601"/>
                  </a:lnTo>
                  <a:lnTo>
                    <a:pt x="0" y="244601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4" name="object 4714"/>
            <p:cNvSpPr/>
            <p:nvPr/>
          </p:nvSpPr>
          <p:spPr>
            <a:xfrm>
              <a:off x="1694840" y="2086232"/>
              <a:ext cx="43180" cy="43815"/>
            </a:xfrm>
            <a:custGeom>
              <a:avLst/>
              <a:gdLst/>
              <a:ahLst/>
              <a:cxnLst/>
              <a:rect l="l" t="t" r="r" b="b"/>
              <a:pathLst>
                <a:path w="43180" h="43814">
                  <a:moveTo>
                    <a:pt x="42672" y="0"/>
                  </a:moveTo>
                  <a:lnTo>
                    <a:pt x="0" y="0"/>
                  </a:lnTo>
                  <a:lnTo>
                    <a:pt x="21336" y="43434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5" name="object 4715"/>
            <p:cNvSpPr/>
            <p:nvPr/>
          </p:nvSpPr>
          <p:spPr>
            <a:xfrm>
              <a:off x="1694840" y="2086232"/>
              <a:ext cx="43180" cy="43815"/>
            </a:xfrm>
            <a:custGeom>
              <a:avLst/>
              <a:gdLst/>
              <a:ahLst/>
              <a:cxnLst/>
              <a:rect l="l" t="t" r="r" b="b"/>
              <a:pathLst>
                <a:path w="43180" h="43814">
                  <a:moveTo>
                    <a:pt x="0" y="0"/>
                  </a:moveTo>
                  <a:lnTo>
                    <a:pt x="21336" y="43434"/>
                  </a:lnTo>
                  <a:lnTo>
                    <a:pt x="4267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6" name="object 4716"/>
            <p:cNvSpPr/>
            <p:nvPr/>
          </p:nvSpPr>
          <p:spPr>
            <a:xfrm>
              <a:off x="1693316" y="2085470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4" h="48260">
                  <a:moveTo>
                    <a:pt x="24384" y="44958"/>
                  </a:moveTo>
                  <a:lnTo>
                    <a:pt x="21336" y="43434"/>
                  </a:lnTo>
                  <a:lnTo>
                    <a:pt x="22860" y="39624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22860" y="48006"/>
                  </a:lnTo>
                  <a:lnTo>
                    <a:pt x="24384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7" name="object 4717"/>
            <p:cNvSpPr/>
            <p:nvPr/>
          </p:nvSpPr>
          <p:spPr>
            <a:xfrm>
              <a:off x="1693316" y="2085470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4" h="48260">
                  <a:moveTo>
                    <a:pt x="0" y="1524"/>
                  </a:moveTo>
                  <a:lnTo>
                    <a:pt x="3810" y="0"/>
                  </a:lnTo>
                  <a:lnTo>
                    <a:pt x="22860" y="39624"/>
                  </a:lnTo>
                  <a:lnTo>
                    <a:pt x="21336" y="43434"/>
                  </a:lnTo>
                  <a:lnTo>
                    <a:pt x="24384" y="44958"/>
                  </a:lnTo>
                  <a:lnTo>
                    <a:pt x="22860" y="4800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8" name="object 4718"/>
            <p:cNvSpPr/>
            <p:nvPr/>
          </p:nvSpPr>
          <p:spPr>
            <a:xfrm>
              <a:off x="1714652" y="2084708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19">
                  <a:moveTo>
                    <a:pt x="25908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4196"/>
                  </a:lnTo>
                  <a:lnTo>
                    <a:pt x="3048" y="45720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9" name="object 4719"/>
            <p:cNvSpPr/>
            <p:nvPr/>
          </p:nvSpPr>
          <p:spPr>
            <a:xfrm>
              <a:off x="1714652" y="2084708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19">
                  <a:moveTo>
                    <a:pt x="3048" y="45720"/>
                  </a:moveTo>
                  <a:lnTo>
                    <a:pt x="0" y="44196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5908" y="0"/>
                  </a:lnTo>
                  <a:lnTo>
                    <a:pt x="3048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0" name="object 4720"/>
            <p:cNvSpPr/>
            <p:nvPr/>
          </p:nvSpPr>
          <p:spPr>
            <a:xfrm>
              <a:off x="1691792" y="2084708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3810"/>
                  </a:moveTo>
                  <a:lnTo>
                    <a:pt x="45719" y="0"/>
                  </a:lnTo>
                  <a:lnTo>
                    <a:pt x="0" y="0"/>
                  </a:lnTo>
                  <a:lnTo>
                    <a:pt x="1523" y="2286"/>
                  </a:lnTo>
                  <a:lnTo>
                    <a:pt x="5333" y="762"/>
                  </a:lnTo>
                  <a:lnTo>
                    <a:pt x="6095" y="3810"/>
                  </a:lnTo>
                  <a:lnTo>
                    <a:pt x="4571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1" name="object 4721"/>
            <p:cNvSpPr/>
            <p:nvPr/>
          </p:nvSpPr>
          <p:spPr>
            <a:xfrm>
              <a:off x="1691792" y="2084708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0"/>
                  </a:moveTo>
                  <a:lnTo>
                    <a:pt x="45719" y="3810"/>
                  </a:lnTo>
                  <a:lnTo>
                    <a:pt x="6095" y="3810"/>
                  </a:lnTo>
                  <a:lnTo>
                    <a:pt x="5333" y="762"/>
                  </a:lnTo>
                  <a:lnTo>
                    <a:pt x="1523" y="2286"/>
                  </a:lnTo>
                  <a:lnTo>
                    <a:pt x="0" y="0"/>
                  </a:lnTo>
                  <a:lnTo>
                    <a:pt x="4571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2" name="object 4722"/>
            <p:cNvSpPr/>
            <p:nvPr/>
          </p:nvSpPr>
          <p:spPr>
            <a:xfrm>
              <a:off x="1828952" y="206718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3" name="object 4723"/>
            <p:cNvSpPr/>
            <p:nvPr/>
          </p:nvSpPr>
          <p:spPr>
            <a:xfrm>
              <a:off x="1828952" y="206718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4" name="object 4724"/>
            <p:cNvSpPr/>
            <p:nvPr/>
          </p:nvSpPr>
          <p:spPr>
            <a:xfrm>
              <a:off x="1828952" y="188963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5" name="object 4725"/>
            <p:cNvSpPr/>
            <p:nvPr/>
          </p:nvSpPr>
          <p:spPr>
            <a:xfrm>
              <a:off x="1828952" y="188963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6" name="object 4726"/>
            <p:cNvSpPr/>
            <p:nvPr/>
          </p:nvSpPr>
          <p:spPr>
            <a:xfrm>
              <a:off x="1828952" y="1889636"/>
              <a:ext cx="3810" cy="177800"/>
            </a:xfrm>
            <a:custGeom>
              <a:avLst/>
              <a:gdLst/>
              <a:ahLst/>
              <a:cxnLst/>
              <a:rect l="l" t="t" r="r" b="b"/>
              <a:pathLst>
                <a:path w="3810" h="177800">
                  <a:moveTo>
                    <a:pt x="3809" y="0"/>
                  </a:moveTo>
                  <a:lnTo>
                    <a:pt x="3809" y="177546"/>
                  </a:lnTo>
                  <a:lnTo>
                    <a:pt x="0" y="177546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7" name="object 4727"/>
            <p:cNvSpPr/>
            <p:nvPr/>
          </p:nvSpPr>
          <p:spPr>
            <a:xfrm>
              <a:off x="1828952" y="1889636"/>
              <a:ext cx="3810" cy="177800"/>
            </a:xfrm>
            <a:custGeom>
              <a:avLst/>
              <a:gdLst/>
              <a:ahLst/>
              <a:cxnLst/>
              <a:rect l="l" t="t" r="r" b="b"/>
              <a:pathLst>
                <a:path w="3810" h="177800">
                  <a:moveTo>
                    <a:pt x="3809" y="0"/>
                  </a:moveTo>
                  <a:lnTo>
                    <a:pt x="3809" y="177546"/>
                  </a:lnTo>
                  <a:lnTo>
                    <a:pt x="0" y="177546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8" name="object 4728"/>
            <p:cNvSpPr/>
            <p:nvPr/>
          </p:nvSpPr>
          <p:spPr>
            <a:xfrm>
              <a:off x="1809140" y="2024510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42672" y="0"/>
                  </a:moveTo>
                  <a:lnTo>
                    <a:pt x="0" y="0"/>
                  </a:lnTo>
                  <a:lnTo>
                    <a:pt x="21336" y="42672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9" name="object 4729"/>
            <p:cNvSpPr/>
            <p:nvPr/>
          </p:nvSpPr>
          <p:spPr>
            <a:xfrm>
              <a:off x="1809140" y="2024510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0" y="0"/>
                  </a:moveTo>
                  <a:lnTo>
                    <a:pt x="21336" y="42672"/>
                  </a:lnTo>
                  <a:lnTo>
                    <a:pt x="4267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0" name="object 4730"/>
            <p:cNvSpPr/>
            <p:nvPr/>
          </p:nvSpPr>
          <p:spPr>
            <a:xfrm>
              <a:off x="1807616" y="2023748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25146" y="44958"/>
                  </a:moveTo>
                  <a:lnTo>
                    <a:pt x="21336" y="42672"/>
                  </a:lnTo>
                  <a:lnTo>
                    <a:pt x="22860" y="3962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2860" y="48006"/>
                  </a:lnTo>
                  <a:lnTo>
                    <a:pt x="25146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1" name="object 4731"/>
            <p:cNvSpPr/>
            <p:nvPr/>
          </p:nvSpPr>
          <p:spPr>
            <a:xfrm>
              <a:off x="1807616" y="2023748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0" y="1524"/>
                  </a:moveTo>
                  <a:lnTo>
                    <a:pt x="3048" y="0"/>
                  </a:lnTo>
                  <a:lnTo>
                    <a:pt x="22860" y="39624"/>
                  </a:lnTo>
                  <a:lnTo>
                    <a:pt x="21336" y="42672"/>
                  </a:lnTo>
                  <a:lnTo>
                    <a:pt x="25146" y="44958"/>
                  </a:lnTo>
                  <a:lnTo>
                    <a:pt x="22860" y="4800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2" name="object 4732"/>
            <p:cNvSpPr/>
            <p:nvPr/>
          </p:nvSpPr>
          <p:spPr>
            <a:xfrm>
              <a:off x="1828952" y="2022986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19">
                  <a:moveTo>
                    <a:pt x="25908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3434"/>
                  </a:lnTo>
                  <a:lnTo>
                    <a:pt x="3810" y="45720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3" name="object 4733"/>
            <p:cNvSpPr/>
            <p:nvPr/>
          </p:nvSpPr>
          <p:spPr>
            <a:xfrm>
              <a:off x="1828952" y="2022986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19">
                  <a:moveTo>
                    <a:pt x="3810" y="45720"/>
                  </a:moveTo>
                  <a:lnTo>
                    <a:pt x="0" y="43434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5908" y="0"/>
                  </a:lnTo>
                  <a:lnTo>
                    <a:pt x="3810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4" name="object 4734"/>
            <p:cNvSpPr/>
            <p:nvPr/>
          </p:nvSpPr>
          <p:spPr>
            <a:xfrm>
              <a:off x="1806092" y="2022986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3810"/>
                  </a:moveTo>
                  <a:lnTo>
                    <a:pt x="45719" y="0"/>
                  </a:lnTo>
                  <a:lnTo>
                    <a:pt x="0" y="0"/>
                  </a:lnTo>
                  <a:lnTo>
                    <a:pt x="1523" y="2286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4571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5" name="object 4735"/>
            <p:cNvSpPr/>
            <p:nvPr/>
          </p:nvSpPr>
          <p:spPr>
            <a:xfrm>
              <a:off x="1806092" y="2022986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0"/>
                  </a:moveTo>
                  <a:lnTo>
                    <a:pt x="45719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1523" y="2286"/>
                  </a:lnTo>
                  <a:lnTo>
                    <a:pt x="0" y="0"/>
                  </a:lnTo>
                  <a:lnTo>
                    <a:pt x="4571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6" name="object 4736"/>
            <p:cNvSpPr/>
            <p:nvPr/>
          </p:nvSpPr>
          <p:spPr>
            <a:xfrm>
              <a:off x="1957730" y="202451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7" name="object 4737"/>
            <p:cNvSpPr/>
            <p:nvPr/>
          </p:nvSpPr>
          <p:spPr>
            <a:xfrm>
              <a:off x="1957730" y="202451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8" name="object 4738"/>
            <p:cNvSpPr/>
            <p:nvPr/>
          </p:nvSpPr>
          <p:spPr>
            <a:xfrm>
              <a:off x="1957730" y="188506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9" name="object 4739"/>
            <p:cNvSpPr/>
            <p:nvPr/>
          </p:nvSpPr>
          <p:spPr>
            <a:xfrm>
              <a:off x="1957730" y="188506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0" name="object 4740"/>
            <p:cNvSpPr/>
            <p:nvPr/>
          </p:nvSpPr>
          <p:spPr>
            <a:xfrm>
              <a:off x="1957730" y="1885064"/>
              <a:ext cx="3810" cy="139700"/>
            </a:xfrm>
            <a:custGeom>
              <a:avLst/>
              <a:gdLst/>
              <a:ahLst/>
              <a:cxnLst/>
              <a:rect l="l" t="t" r="r" b="b"/>
              <a:pathLst>
                <a:path w="3810" h="139700">
                  <a:moveTo>
                    <a:pt x="3809" y="0"/>
                  </a:moveTo>
                  <a:lnTo>
                    <a:pt x="3809" y="139446"/>
                  </a:lnTo>
                  <a:lnTo>
                    <a:pt x="0" y="139446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1" name="object 4741"/>
            <p:cNvSpPr/>
            <p:nvPr/>
          </p:nvSpPr>
          <p:spPr>
            <a:xfrm>
              <a:off x="1957730" y="1885064"/>
              <a:ext cx="3810" cy="139700"/>
            </a:xfrm>
            <a:custGeom>
              <a:avLst/>
              <a:gdLst/>
              <a:ahLst/>
              <a:cxnLst/>
              <a:rect l="l" t="t" r="r" b="b"/>
              <a:pathLst>
                <a:path w="3810" h="139700">
                  <a:moveTo>
                    <a:pt x="3809" y="0"/>
                  </a:moveTo>
                  <a:lnTo>
                    <a:pt x="3809" y="139446"/>
                  </a:lnTo>
                  <a:lnTo>
                    <a:pt x="0" y="139446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2" name="object 4742"/>
            <p:cNvSpPr/>
            <p:nvPr/>
          </p:nvSpPr>
          <p:spPr>
            <a:xfrm>
              <a:off x="1937918" y="1981838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42672" y="0"/>
                  </a:moveTo>
                  <a:lnTo>
                    <a:pt x="0" y="0"/>
                  </a:lnTo>
                  <a:lnTo>
                    <a:pt x="21336" y="42672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3" name="object 4743"/>
            <p:cNvSpPr/>
            <p:nvPr/>
          </p:nvSpPr>
          <p:spPr>
            <a:xfrm>
              <a:off x="1937918" y="1981838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0" y="0"/>
                  </a:moveTo>
                  <a:lnTo>
                    <a:pt x="21336" y="42672"/>
                  </a:lnTo>
                  <a:lnTo>
                    <a:pt x="4267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4" name="object 4744"/>
            <p:cNvSpPr/>
            <p:nvPr/>
          </p:nvSpPr>
          <p:spPr>
            <a:xfrm>
              <a:off x="1936394" y="1981076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4" h="48260">
                  <a:moveTo>
                    <a:pt x="24384" y="44196"/>
                  </a:moveTo>
                  <a:lnTo>
                    <a:pt x="21336" y="42672"/>
                  </a:lnTo>
                  <a:lnTo>
                    <a:pt x="22860" y="3962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2860" y="48006"/>
                  </a:lnTo>
                  <a:lnTo>
                    <a:pt x="24384" y="441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5" name="object 4745"/>
            <p:cNvSpPr/>
            <p:nvPr/>
          </p:nvSpPr>
          <p:spPr>
            <a:xfrm>
              <a:off x="1936394" y="1981076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4" h="48260">
                  <a:moveTo>
                    <a:pt x="0" y="1524"/>
                  </a:moveTo>
                  <a:lnTo>
                    <a:pt x="3048" y="0"/>
                  </a:lnTo>
                  <a:lnTo>
                    <a:pt x="22860" y="39624"/>
                  </a:lnTo>
                  <a:lnTo>
                    <a:pt x="21336" y="42672"/>
                  </a:lnTo>
                  <a:lnTo>
                    <a:pt x="24384" y="44196"/>
                  </a:lnTo>
                  <a:lnTo>
                    <a:pt x="22860" y="4800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6" name="object 4746"/>
            <p:cNvSpPr/>
            <p:nvPr/>
          </p:nvSpPr>
          <p:spPr>
            <a:xfrm>
              <a:off x="1957730" y="1979552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19">
                  <a:moveTo>
                    <a:pt x="26670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4196"/>
                  </a:lnTo>
                  <a:lnTo>
                    <a:pt x="3048" y="45720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7" name="object 4747"/>
            <p:cNvSpPr/>
            <p:nvPr/>
          </p:nvSpPr>
          <p:spPr>
            <a:xfrm>
              <a:off x="1957730" y="1979552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19">
                  <a:moveTo>
                    <a:pt x="3048" y="45720"/>
                  </a:moveTo>
                  <a:lnTo>
                    <a:pt x="0" y="44196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6670" y="0"/>
                  </a:lnTo>
                  <a:lnTo>
                    <a:pt x="3048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8" name="object 4748"/>
            <p:cNvSpPr/>
            <p:nvPr/>
          </p:nvSpPr>
          <p:spPr>
            <a:xfrm>
              <a:off x="1934870" y="1979552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3810"/>
                  </a:moveTo>
                  <a:lnTo>
                    <a:pt x="45719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4571" y="1524"/>
                  </a:lnTo>
                  <a:lnTo>
                    <a:pt x="6095" y="3810"/>
                  </a:lnTo>
                  <a:lnTo>
                    <a:pt x="4571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9" name="object 4749"/>
            <p:cNvSpPr/>
            <p:nvPr/>
          </p:nvSpPr>
          <p:spPr>
            <a:xfrm>
              <a:off x="1934870" y="1979552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0"/>
                  </a:moveTo>
                  <a:lnTo>
                    <a:pt x="45719" y="3810"/>
                  </a:lnTo>
                  <a:lnTo>
                    <a:pt x="6095" y="3810"/>
                  </a:lnTo>
                  <a:lnTo>
                    <a:pt x="4571" y="1524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4571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0" name="object 4750"/>
            <p:cNvSpPr/>
            <p:nvPr/>
          </p:nvSpPr>
          <p:spPr>
            <a:xfrm>
              <a:off x="1579765" y="1487503"/>
              <a:ext cx="39370" cy="398780"/>
            </a:xfrm>
            <a:custGeom>
              <a:avLst/>
              <a:gdLst/>
              <a:ahLst/>
              <a:cxnLst/>
              <a:rect l="l" t="t" r="r" b="b"/>
              <a:pathLst>
                <a:path w="39369" h="398780">
                  <a:moveTo>
                    <a:pt x="37338" y="40957"/>
                  </a:moveTo>
                  <a:lnTo>
                    <a:pt x="28930" y="8674"/>
                  </a:lnTo>
                  <a:lnTo>
                    <a:pt x="17602" y="0"/>
                  </a:lnTo>
                  <a:lnTo>
                    <a:pt x="6819" y="12750"/>
                  </a:lnTo>
                  <a:lnTo>
                    <a:pt x="0" y="44767"/>
                  </a:lnTo>
                  <a:lnTo>
                    <a:pt x="0" y="57721"/>
                  </a:lnTo>
                  <a:lnTo>
                    <a:pt x="4978" y="91059"/>
                  </a:lnTo>
                  <a:lnTo>
                    <a:pt x="15697" y="107975"/>
                  </a:lnTo>
                  <a:lnTo>
                    <a:pt x="27901" y="102031"/>
                  </a:lnTo>
                  <a:lnTo>
                    <a:pt x="37338" y="66865"/>
                  </a:lnTo>
                  <a:lnTo>
                    <a:pt x="37338" y="53911"/>
                  </a:lnTo>
                  <a:lnTo>
                    <a:pt x="37338" y="40957"/>
                  </a:lnTo>
                  <a:close/>
                </a:path>
                <a:path w="39369" h="398780">
                  <a:moveTo>
                    <a:pt x="38862" y="338137"/>
                  </a:moveTo>
                  <a:lnTo>
                    <a:pt x="38100" y="332041"/>
                  </a:lnTo>
                  <a:lnTo>
                    <a:pt x="30708" y="299681"/>
                  </a:lnTo>
                  <a:lnTo>
                    <a:pt x="19418" y="290029"/>
                  </a:lnTo>
                  <a:lnTo>
                    <a:pt x="8343" y="302158"/>
                  </a:lnTo>
                  <a:lnTo>
                    <a:pt x="1524" y="335089"/>
                  </a:lnTo>
                  <a:lnTo>
                    <a:pt x="1524" y="348043"/>
                  </a:lnTo>
                  <a:lnTo>
                    <a:pt x="6134" y="381800"/>
                  </a:lnTo>
                  <a:lnTo>
                    <a:pt x="17056" y="398703"/>
                  </a:lnTo>
                  <a:lnTo>
                    <a:pt x="29362" y="392569"/>
                  </a:lnTo>
                  <a:lnTo>
                    <a:pt x="38100" y="357187"/>
                  </a:lnTo>
                  <a:lnTo>
                    <a:pt x="38862" y="351091"/>
                  </a:lnTo>
                  <a:lnTo>
                    <a:pt x="38862" y="344233"/>
                  </a:lnTo>
                  <a:lnTo>
                    <a:pt x="38862" y="338137"/>
                  </a:lnTo>
                  <a:close/>
                </a:path>
                <a:path w="39369" h="398780">
                  <a:moveTo>
                    <a:pt x="38862" y="193357"/>
                  </a:moveTo>
                  <a:lnTo>
                    <a:pt x="38100" y="186499"/>
                  </a:lnTo>
                  <a:lnTo>
                    <a:pt x="30327" y="153758"/>
                  </a:lnTo>
                  <a:lnTo>
                    <a:pt x="18884" y="145186"/>
                  </a:lnTo>
                  <a:lnTo>
                    <a:pt x="7899" y="158229"/>
                  </a:lnTo>
                  <a:lnTo>
                    <a:pt x="1524" y="190309"/>
                  </a:lnTo>
                  <a:lnTo>
                    <a:pt x="1524" y="203263"/>
                  </a:lnTo>
                  <a:lnTo>
                    <a:pt x="6210" y="236740"/>
                  </a:lnTo>
                  <a:lnTo>
                    <a:pt x="17068" y="253619"/>
                  </a:lnTo>
                  <a:lnTo>
                    <a:pt x="29311" y="247599"/>
                  </a:lnTo>
                  <a:lnTo>
                    <a:pt x="38100" y="212407"/>
                  </a:lnTo>
                  <a:lnTo>
                    <a:pt x="38862" y="206311"/>
                  </a:lnTo>
                  <a:lnTo>
                    <a:pt x="38862" y="199453"/>
                  </a:lnTo>
                  <a:lnTo>
                    <a:pt x="38862" y="193357"/>
                  </a:lnTo>
                  <a:close/>
                </a:path>
              </a:pathLst>
            </a:custGeom>
            <a:solidFill>
              <a:srgbClr val="A1A1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1" name="object 4751"/>
            <p:cNvSpPr/>
            <p:nvPr/>
          </p:nvSpPr>
          <p:spPr>
            <a:xfrm>
              <a:off x="1597304" y="159245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2" name="object 4752"/>
            <p:cNvSpPr/>
            <p:nvPr/>
          </p:nvSpPr>
          <p:spPr>
            <a:xfrm>
              <a:off x="1597304" y="159245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3" name="object 4753"/>
            <p:cNvSpPr/>
            <p:nvPr/>
          </p:nvSpPr>
          <p:spPr>
            <a:xfrm>
              <a:off x="1597304" y="163436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09" y="0"/>
                  </a:move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4" name="object 4754"/>
            <p:cNvSpPr/>
            <p:nvPr/>
          </p:nvSpPr>
          <p:spPr>
            <a:xfrm>
              <a:off x="1597304" y="163436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5" name="object 4755"/>
            <p:cNvSpPr/>
            <p:nvPr/>
          </p:nvSpPr>
          <p:spPr>
            <a:xfrm>
              <a:off x="1597304" y="159245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09" h="41910">
                  <a:moveTo>
                    <a:pt x="0" y="41910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1910"/>
                  </a:lnTo>
                  <a:lnTo>
                    <a:pt x="0" y="419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6" name="object 4756"/>
            <p:cNvSpPr/>
            <p:nvPr/>
          </p:nvSpPr>
          <p:spPr>
            <a:xfrm>
              <a:off x="1597304" y="159245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09" h="41910">
                  <a:moveTo>
                    <a:pt x="0" y="41910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1910"/>
                  </a:lnTo>
                  <a:lnTo>
                    <a:pt x="0" y="419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7" name="object 4757"/>
            <p:cNvSpPr/>
            <p:nvPr/>
          </p:nvSpPr>
          <p:spPr>
            <a:xfrm>
              <a:off x="1600352" y="173723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8" name="object 4758"/>
            <p:cNvSpPr/>
            <p:nvPr/>
          </p:nvSpPr>
          <p:spPr>
            <a:xfrm>
              <a:off x="1600352" y="173723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9" name="object 4759"/>
            <p:cNvSpPr/>
            <p:nvPr/>
          </p:nvSpPr>
          <p:spPr>
            <a:xfrm>
              <a:off x="1600352" y="177990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09" y="0"/>
                  </a:move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0" name="object 4760"/>
            <p:cNvSpPr/>
            <p:nvPr/>
          </p:nvSpPr>
          <p:spPr>
            <a:xfrm>
              <a:off x="1600352" y="177990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1" name="object 4761"/>
            <p:cNvSpPr/>
            <p:nvPr/>
          </p:nvSpPr>
          <p:spPr>
            <a:xfrm>
              <a:off x="1600352" y="1737236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09" h="43180">
                  <a:moveTo>
                    <a:pt x="0" y="42672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2672"/>
                  </a:lnTo>
                  <a:lnTo>
                    <a:pt x="0" y="426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2" name="object 4762"/>
            <p:cNvSpPr/>
            <p:nvPr/>
          </p:nvSpPr>
          <p:spPr>
            <a:xfrm>
              <a:off x="1600352" y="1737236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09" h="43180">
                  <a:moveTo>
                    <a:pt x="0" y="42672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2672"/>
                  </a:lnTo>
                  <a:lnTo>
                    <a:pt x="0" y="426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3" name="object 4763"/>
            <p:cNvSpPr/>
            <p:nvPr/>
          </p:nvSpPr>
          <p:spPr>
            <a:xfrm>
              <a:off x="1699399" y="1489776"/>
              <a:ext cx="39370" cy="398780"/>
            </a:xfrm>
            <a:custGeom>
              <a:avLst/>
              <a:gdLst/>
              <a:ahLst/>
              <a:cxnLst/>
              <a:rect l="l" t="t" r="r" b="b"/>
              <a:pathLst>
                <a:path w="39369" h="398780">
                  <a:moveTo>
                    <a:pt x="38100" y="54686"/>
                  </a:moveTo>
                  <a:lnTo>
                    <a:pt x="37338" y="47828"/>
                  </a:lnTo>
                  <a:lnTo>
                    <a:pt x="37338" y="41732"/>
                  </a:lnTo>
                  <a:lnTo>
                    <a:pt x="29540" y="8699"/>
                  </a:lnTo>
                  <a:lnTo>
                    <a:pt x="17792" y="0"/>
                  </a:lnTo>
                  <a:lnTo>
                    <a:pt x="6680" y="12915"/>
                  </a:lnTo>
                  <a:lnTo>
                    <a:pt x="762" y="44780"/>
                  </a:lnTo>
                  <a:lnTo>
                    <a:pt x="0" y="51638"/>
                  </a:lnTo>
                  <a:lnTo>
                    <a:pt x="0" y="57734"/>
                  </a:lnTo>
                  <a:lnTo>
                    <a:pt x="5156" y="91770"/>
                  </a:lnTo>
                  <a:lnTo>
                    <a:pt x="16192" y="108839"/>
                  </a:lnTo>
                  <a:lnTo>
                    <a:pt x="28473" y="102819"/>
                  </a:lnTo>
                  <a:lnTo>
                    <a:pt x="37338" y="67640"/>
                  </a:lnTo>
                  <a:lnTo>
                    <a:pt x="37338" y="60782"/>
                  </a:lnTo>
                  <a:lnTo>
                    <a:pt x="38100" y="54686"/>
                  </a:lnTo>
                  <a:close/>
                </a:path>
                <a:path w="39369" h="398780">
                  <a:moveTo>
                    <a:pt x="38862" y="338150"/>
                  </a:moveTo>
                  <a:lnTo>
                    <a:pt x="38100" y="331292"/>
                  </a:lnTo>
                  <a:lnTo>
                    <a:pt x="38100" y="325958"/>
                  </a:lnTo>
                  <a:lnTo>
                    <a:pt x="33718" y="306336"/>
                  </a:lnTo>
                  <a:lnTo>
                    <a:pt x="29679" y="296748"/>
                  </a:lnTo>
                  <a:lnTo>
                    <a:pt x="22860" y="290906"/>
                  </a:lnTo>
                  <a:lnTo>
                    <a:pt x="20574" y="290144"/>
                  </a:lnTo>
                  <a:lnTo>
                    <a:pt x="18288" y="290144"/>
                  </a:lnTo>
                  <a:lnTo>
                    <a:pt x="11010" y="297256"/>
                  </a:lnTo>
                  <a:lnTo>
                    <a:pt x="6375" y="307517"/>
                  </a:lnTo>
                  <a:lnTo>
                    <a:pt x="3695" y="318795"/>
                  </a:lnTo>
                  <a:lnTo>
                    <a:pt x="1524" y="335102"/>
                  </a:lnTo>
                  <a:lnTo>
                    <a:pt x="1524" y="348056"/>
                  </a:lnTo>
                  <a:lnTo>
                    <a:pt x="6070" y="381711"/>
                  </a:lnTo>
                  <a:lnTo>
                    <a:pt x="17360" y="398500"/>
                  </a:lnTo>
                  <a:lnTo>
                    <a:pt x="29883" y="392353"/>
                  </a:lnTo>
                  <a:lnTo>
                    <a:pt x="38100" y="357200"/>
                  </a:lnTo>
                  <a:lnTo>
                    <a:pt x="38862" y="351104"/>
                  </a:lnTo>
                  <a:lnTo>
                    <a:pt x="38862" y="344246"/>
                  </a:lnTo>
                  <a:lnTo>
                    <a:pt x="38862" y="338150"/>
                  </a:lnTo>
                  <a:close/>
                </a:path>
                <a:path w="39369" h="398780">
                  <a:moveTo>
                    <a:pt x="38862" y="193370"/>
                  </a:moveTo>
                  <a:lnTo>
                    <a:pt x="38100" y="186512"/>
                  </a:lnTo>
                  <a:lnTo>
                    <a:pt x="30772" y="153733"/>
                  </a:lnTo>
                  <a:lnTo>
                    <a:pt x="19164" y="145275"/>
                  </a:lnTo>
                  <a:lnTo>
                    <a:pt x="7886" y="158381"/>
                  </a:lnTo>
                  <a:lnTo>
                    <a:pt x="1524" y="190322"/>
                  </a:lnTo>
                  <a:lnTo>
                    <a:pt x="1524" y="203276"/>
                  </a:lnTo>
                  <a:lnTo>
                    <a:pt x="6134" y="236613"/>
                  </a:lnTo>
                  <a:lnTo>
                    <a:pt x="17310" y="253479"/>
                  </a:lnTo>
                  <a:lnTo>
                    <a:pt x="29743" y="247523"/>
                  </a:lnTo>
                  <a:lnTo>
                    <a:pt x="38100" y="212420"/>
                  </a:lnTo>
                  <a:lnTo>
                    <a:pt x="38862" y="206324"/>
                  </a:lnTo>
                  <a:lnTo>
                    <a:pt x="38862" y="199466"/>
                  </a:lnTo>
                  <a:lnTo>
                    <a:pt x="38862" y="193370"/>
                  </a:lnTo>
                  <a:close/>
                </a:path>
              </a:pathLst>
            </a:custGeom>
            <a:solidFill>
              <a:srgbClr val="A1A1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4" name="object 4764"/>
            <p:cNvSpPr/>
            <p:nvPr/>
          </p:nvSpPr>
          <p:spPr>
            <a:xfrm>
              <a:off x="1716938" y="159474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5" name="object 4765"/>
            <p:cNvSpPr/>
            <p:nvPr/>
          </p:nvSpPr>
          <p:spPr>
            <a:xfrm>
              <a:off x="1716938" y="159474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6" name="object 4766"/>
            <p:cNvSpPr/>
            <p:nvPr/>
          </p:nvSpPr>
          <p:spPr>
            <a:xfrm>
              <a:off x="1716938" y="163665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7" name="object 4767"/>
            <p:cNvSpPr/>
            <p:nvPr/>
          </p:nvSpPr>
          <p:spPr>
            <a:xfrm>
              <a:off x="1716938" y="163665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8" name="object 4768"/>
            <p:cNvSpPr/>
            <p:nvPr/>
          </p:nvSpPr>
          <p:spPr>
            <a:xfrm>
              <a:off x="1716938" y="1594742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0" y="41910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1910"/>
                  </a:lnTo>
                  <a:lnTo>
                    <a:pt x="0" y="419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9" name="object 4769"/>
            <p:cNvSpPr/>
            <p:nvPr/>
          </p:nvSpPr>
          <p:spPr>
            <a:xfrm>
              <a:off x="1716938" y="1594742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0" y="41910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1910"/>
                  </a:lnTo>
                  <a:lnTo>
                    <a:pt x="0" y="419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0" name="object 4770"/>
            <p:cNvSpPr/>
            <p:nvPr/>
          </p:nvSpPr>
          <p:spPr>
            <a:xfrm>
              <a:off x="1720748" y="173952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1" name="object 4771"/>
            <p:cNvSpPr/>
            <p:nvPr/>
          </p:nvSpPr>
          <p:spPr>
            <a:xfrm>
              <a:off x="1720748" y="173952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2" name="object 4772"/>
            <p:cNvSpPr/>
            <p:nvPr/>
          </p:nvSpPr>
          <p:spPr>
            <a:xfrm>
              <a:off x="1720748" y="178219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3" name="object 4773"/>
            <p:cNvSpPr/>
            <p:nvPr/>
          </p:nvSpPr>
          <p:spPr>
            <a:xfrm>
              <a:off x="1720748" y="178219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4" name="object 4774"/>
            <p:cNvSpPr/>
            <p:nvPr/>
          </p:nvSpPr>
          <p:spPr>
            <a:xfrm>
              <a:off x="1720748" y="1739522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10" h="43180">
                  <a:moveTo>
                    <a:pt x="0" y="42672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2672"/>
                  </a:lnTo>
                  <a:lnTo>
                    <a:pt x="0" y="426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5" name="object 4775"/>
            <p:cNvSpPr/>
            <p:nvPr/>
          </p:nvSpPr>
          <p:spPr>
            <a:xfrm>
              <a:off x="1720748" y="1739522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10" h="43180">
                  <a:moveTo>
                    <a:pt x="0" y="42672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2672"/>
                  </a:lnTo>
                  <a:lnTo>
                    <a:pt x="0" y="426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6" name="object 4776"/>
            <p:cNvSpPr/>
            <p:nvPr/>
          </p:nvSpPr>
          <p:spPr>
            <a:xfrm>
              <a:off x="1813699" y="1485026"/>
              <a:ext cx="39370" cy="398780"/>
            </a:xfrm>
            <a:custGeom>
              <a:avLst/>
              <a:gdLst/>
              <a:ahLst/>
              <a:cxnLst/>
              <a:rect l="l" t="t" r="r" b="b"/>
              <a:pathLst>
                <a:path w="39369" h="398780">
                  <a:moveTo>
                    <a:pt x="38100" y="48006"/>
                  </a:moveTo>
                  <a:lnTo>
                    <a:pt x="35331" y="26022"/>
                  </a:lnTo>
                  <a:lnTo>
                    <a:pt x="32766" y="16395"/>
                  </a:lnTo>
                  <a:lnTo>
                    <a:pt x="28486" y="7518"/>
                  </a:lnTo>
                  <a:lnTo>
                    <a:pt x="22098" y="0"/>
                  </a:lnTo>
                  <a:lnTo>
                    <a:pt x="17526" y="0"/>
                  </a:lnTo>
                  <a:lnTo>
                    <a:pt x="10401" y="5956"/>
                  </a:lnTo>
                  <a:lnTo>
                    <a:pt x="5168" y="17005"/>
                  </a:lnTo>
                  <a:lnTo>
                    <a:pt x="1943" y="29260"/>
                  </a:lnTo>
                  <a:lnTo>
                    <a:pt x="0" y="44958"/>
                  </a:lnTo>
                  <a:lnTo>
                    <a:pt x="0" y="57912"/>
                  </a:lnTo>
                  <a:lnTo>
                    <a:pt x="4686" y="91605"/>
                  </a:lnTo>
                  <a:lnTo>
                    <a:pt x="15925" y="108445"/>
                  </a:lnTo>
                  <a:lnTo>
                    <a:pt x="28536" y="102298"/>
                  </a:lnTo>
                  <a:lnTo>
                    <a:pt x="37338" y="67056"/>
                  </a:lnTo>
                  <a:lnTo>
                    <a:pt x="38100" y="60960"/>
                  </a:lnTo>
                  <a:lnTo>
                    <a:pt x="38100" y="54102"/>
                  </a:lnTo>
                  <a:lnTo>
                    <a:pt x="38100" y="48006"/>
                  </a:lnTo>
                  <a:close/>
                </a:path>
                <a:path w="39369" h="398780">
                  <a:moveTo>
                    <a:pt x="38862" y="332232"/>
                  </a:moveTo>
                  <a:lnTo>
                    <a:pt x="30632" y="299453"/>
                  </a:lnTo>
                  <a:lnTo>
                    <a:pt x="19050" y="290271"/>
                  </a:lnTo>
                  <a:lnTo>
                    <a:pt x="8039" y="302818"/>
                  </a:lnTo>
                  <a:lnTo>
                    <a:pt x="1524" y="335280"/>
                  </a:lnTo>
                  <a:lnTo>
                    <a:pt x="762" y="341376"/>
                  </a:lnTo>
                  <a:lnTo>
                    <a:pt x="762" y="347472"/>
                  </a:lnTo>
                  <a:lnTo>
                    <a:pt x="6134" y="381050"/>
                  </a:lnTo>
                  <a:lnTo>
                    <a:pt x="16827" y="398272"/>
                  </a:lnTo>
                  <a:lnTo>
                    <a:pt x="29006" y="392569"/>
                  </a:lnTo>
                  <a:lnTo>
                    <a:pt x="38862" y="357378"/>
                  </a:lnTo>
                  <a:lnTo>
                    <a:pt x="38862" y="344424"/>
                  </a:lnTo>
                  <a:lnTo>
                    <a:pt x="38862" y="332232"/>
                  </a:lnTo>
                  <a:close/>
                </a:path>
                <a:path w="39369" h="398780">
                  <a:moveTo>
                    <a:pt x="38862" y="186690"/>
                  </a:moveTo>
                  <a:lnTo>
                    <a:pt x="30632" y="154076"/>
                  </a:lnTo>
                  <a:lnTo>
                    <a:pt x="19024" y="144945"/>
                  </a:lnTo>
                  <a:lnTo>
                    <a:pt x="8001" y="157454"/>
                  </a:lnTo>
                  <a:lnTo>
                    <a:pt x="1524" y="189738"/>
                  </a:lnTo>
                  <a:lnTo>
                    <a:pt x="762" y="196596"/>
                  </a:lnTo>
                  <a:lnTo>
                    <a:pt x="762" y="202692"/>
                  </a:lnTo>
                  <a:lnTo>
                    <a:pt x="6159" y="236283"/>
                  </a:lnTo>
                  <a:lnTo>
                    <a:pt x="16865" y="253555"/>
                  </a:lnTo>
                  <a:lnTo>
                    <a:pt x="29044" y="247865"/>
                  </a:lnTo>
                  <a:lnTo>
                    <a:pt x="38862" y="212598"/>
                  </a:lnTo>
                  <a:lnTo>
                    <a:pt x="38862" y="199644"/>
                  </a:lnTo>
                  <a:lnTo>
                    <a:pt x="38862" y="186690"/>
                  </a:lnTo>
                  <a:close/>
                </a:path>
              </a:pathLst>
            </a:custGeom>
            <a:solidFill>
              <a:srgbClr val="A1A1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7" name="object 4777"/>
            <p:cNvSpPr/>
            <p:nvPr/>
          </p:nvSpPr>
          <p:spPr>
            <a:xfrm>
              <a:off x="1831238" y="158940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8" name="object 4778"/>
            <p:cNvSpPr/>
            <p:nvPr/>
          </p:nvSpPr>
          <p:spPr>
            <a:xfrm>
              <a:off x="1831238" y="158940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9" name="object 4779"/>
            <p:cNvSpPr/>
            <p:nvPr/>
          </p:nvSpPr>
          <p:spPr>
            <a:xfrm>
              <a:off x="1831238" y="163208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0" name="object 4780"/>
            <p:cNvSpPr/>
            <p:nvPr/>
          </p:nvSpPr>
          <p:spPr>
            <a:xfrm>
              <a:off x="1831238" y="163208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1" name="object 4781"/>
            <p:cNvSpPr/>
            <p:nvPr/>
          </p:nvSpPr>
          <p:spPr>
            <a:xfrm>
              <a:off x="1831238" y="1589408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10" h="43180">
                  <a:moveTo>
                    <a:pt x="3810" y="42671"/>
                  </a:moveTo>
                  <a:lnTo>
                    <a:pt x="3810" y="0"/>
                  </a:lnTo>
                  <a:lnTo>
                    <a:pt x="0" y="0"/>
                  </a:lnTo>
                  <a:lnTo>
                    <a:pt x="0" y="42671"/>
                  </a:lnTo>
                  <a:lnTo>
                    <a:pt x="3810" y="4267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2" name="object 4782"/>
            <p:cNvSpPr/>
            <p:nvPr/>
          </p:nvSpPr>
          <p:spPr>
            <a:xfrm>
              <a:off x="1831238" y="1589408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10" h="43180">
                  <a:moveTo>
                    <a:pt x="0" y="42672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2672"/>
                  </a:lnTo>
                  <a:lnTo>
                    <a:pt x="0" y="426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3" name="object 4783"/>
            <p:cNvSpPr/>
            <p:nvPr/>
          </p:nvSpPr>
          <p:spPr>
            <a:xfrm>
              <a:off x="1834286" y="173495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4" name="object 4784"/>
            <p:cNvSpPr/>
            <p:nvPr/>
          </p:nvSpPr>
          <p:spPr>
            <a:xfrm>
              <a:off x="1834286" y="173495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5" name="object 4785"/>
            <p:cNvSpPr/>
            <p:nvPr/>
          </p:nvSpPr>
          <p:spPr>
            <a:xfrm>
              <a:off x="1834286" y="177762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6" name="object 4786"/>
            <p:cNvSpPr/>
            <p:nvPr/>
          </p:nvSpPr>
          <p:spPr>
            <a:xfrm>
              <a:off x="1834286" y="177762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7" name="object 4787"/>
            <p:cNvSpPr/>
            <p:nvPr/>
          </p:nvSpPr>
          <p:spPr>
            <a:xfrm>
              <a:off x="1834286" y="1734950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10" h="43180">
                  <a:moveTo>
                    <a:pt x="0" y="42672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3809" y="42672"/>
                  </a:lnTo>
                  <a:lnTo>
                    <a:pt x="0" y="426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8" name="object 4788"/>
            <p:cNvSpPr/>
            <p:nvPr/>
          </p:nvSpPr>
          <p:spPr>
            <a:xfrm>
              <a:off x="1834286" y="1734950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10" h="43180">
                  <a:moveTo>
                    <a:pt x="0" y="42672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3809" y="42672"/>
                  </a:lnTo>
                  <a:lnTo>
                    <a:pt x="0" y="426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9" name="object 4789"/>
            <p:cNvSpPr/>
            <p:nvPr/>
          </p:nvSpPr>
          <p:spPr>
            <a:xfrm>
              <a:off x="1940191" y="1494285"/>
              <a:ext cx="39370" cy="399415"/>
            </a:xfrm>
            <a:custGeom>
              <a:avLst/>
              <a:gdLst/>
              <a:ahLst/>
              <a:cxnLst/>
              <a:rect l="l" t="t" r="r" b="b"/>
              <a:pathLst>
                <a:path w="39369" h="399414">
                  <a:moveTo>
                    <a:pt x="38100" y="54749"/>
                  </a:moveTo>
                  <a:lnTo>
                    <a:pt x="37338" y="47891"/>
                  </a:lnTo>
                  <a:lnTo>
                    <a:pt x="37338" y="41795"/>
                  </a:lnTo>
                  <a:lnTo>
                    <a:pt x="29133" y="9118"/>
                  </a:lnTo>
                  <a:lnTo>
                    <a:pt x="17678" y="0"/>
                  </a:lnTo>
                  <a:lnTo>
                    <a:pt x="6718" y="12547"/>
                  </a:lnTo>
                  <a:lnTo>
                    <a:pt x="0" y="44843"/>
                  </a:lnTo>
                  <a:lnTo>
                    <a:pt x="0" y="57797"/>
                  </a:lnTo>
                  <a:lnTo>
                    <a:pt x="4686" y="91643"/>
                  </a:lnTo>
                  <a:lnTo>
                    <a:pt x="15570" y="108559"/>
                  </a:lnTo>
                  <a:lnTo>
                    <a:pt x="28003" y="102552"/>
                  </a:lnTo>
                  <a:lnTo>
                    <a:pt x="37338" y="67703"/>
                  </a:lnTo>
                  <a:lnTo>
                    <a:pt x="37338" y="60845"/>
                  </a:lnTo>
                  <a:lnTo>
                    <a:pt x="38100" y="54749"/>
                  </a:lnTo>
                  <a:close/>
                </a:path>
                <a:path w="39369" h="399414">
                  <a:moveTo>
                    <a:pt x="38862" y="338213"/>
                  </a:moveTo>
                  <a:lnTo>
                    <a:pt x="38100" y="332117"/>
                  </a:lnTo>
                  <a:lnTo>
                    <a:pt x="30772" y="300202"/>
                  </a:lnTo>
                  <a:lnTo>
                    <a:pt x="19316" y="290487"/>
                  </a:lnTo>
                  <a:lnTo>
                    <a:pt x="7912" y="302336"/>
                  </a:lnTo>
                  <a:lnTo>
                    <a:pt x="762" y="335165"/>
                  </a:lnTo>
                  <a:lnTo>
                    <a:pt x="762" y="348119"/>
                  </a:lnTo>
                  <a:lnTo>
                    <a:pt x="5981" y="382968"/>
                  </a:lnTo>
                  <a:lnTo>
                    <a:pt x="17170" y="399402"/>
                  </a:lnTo>
                  <a:lnTo>
                    <a:pt x="29489" y="392671"/>
                  </a:lnTo>
                  <a:lnTo>
                    <a:pt x="38100" y="358025"/>
                  </a:lnTo>
                  <a:lnTo>
                    <a:pt x="38862" y="351167"/>
                  </a:lnTo>
                  <a:lnTo>
                    <a:pt x="38862" y="345071"/>
                  </a:lnTo>
                  <a:lnTo>
                    <a:pt x="38862" y="338213"/>
                  </a:lnTo>
                  <a:close/>
                </a:path>
                <a:path w="39369" h="399414">
                  <a:moveTo>
                    <a:pt x="38862" y="193433"/>
                  </a:moveTo>
                  <a:lnTo>
                    <a:pt x="38100" y="186575"/>
                  </a:lnTo>
                  <a:lnTo>
                    <a:pt x="30416" y="154343"/>
                  </a:lnTo>
                  <a:lnTo>
                    <a:pt x="18884" y="145516"/>
                  </a:lnTo>
                  <a:lnTo>
                    <a:pt x="7620" y="158178"/>
                  </a:lnTo>
                  <a:lnTo>
                    <a:pt x="762" y="190385"/>
                  </a:lnTo>
                  <a:lnTo>
                    <a:pt x="762" y="203339"/>
                  </a:lnTo>
                  <a:lnTo>
                    <a:pt x="6121" y="237871"/>
                  </a:lnTo>
                  <a:lnTo>
                    <a:pt x="17475" y="253504"/>
                  </a:lnTo>
                  <a:lnTo>
                    <a:pt x="29806" y="246329"/>
                  </a:lnTo>
                  <a:lnTo>
                    <a:pt x="38100" y="212483"/>
                  </a:lnTo>
                  <a:lnTo>
                    <a:pt x="38862" y="206387"/>
                  </a:lnTo>
                  <a:lnTo>
                    <a:pt x="38862" y="199529"/>
                  </a:lnTo>
                  <a:lnTo>
                    <a:pt x="38862" y="193433"/>
                  </a:lnTo>
                  <a:close/>
                </a:path>
              </a:pathLst>
            </a:custGeom>
            <a:solidFill>
              <a:srgbClr val="A1A1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0" name="object 4790"/>
            <p:cNvSpPr/>
            <p:nvPr/>
          </p:nvSpPr>
          <p:spPr>
            <a:xfrm>
              <a:off x="1956968" y="159931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1" name="object 4791"/>
            <p:cNvSpPr/>
            <p:nvPr/>
          </p:nvSpPr>
          <p:spPr>
            <a:xfrm>
              <a:off x="1956968" y="159931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2" name="object 4792"/>
            <p:cNvSpPr/>
            <p:nvPr/>
          </p:nvSpPr>
          <p:spPr>
            <a:xfrm>
              <a:off x="1956968" y="164198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3" name="object 4793"/>
            <p:cNvSpPr/>
            <p:nvPr/>
          </p:nvSpPr>
          <p:spPr>
            <a:xfrm>
              <a:off x="1956968" y="164198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4" name="object 4794"/>
            <p:cNvSpPr/>
            <p:nvPr/>
          </p:nvSpPr>
          <p:spPr>
            <a:xfrm>
              <a:off x="1956968" y="1599314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10" h="43180">
                  <a:moveTo>
                    <a:pt x="0" y="42672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2672"/>
                  </a:lnTo>
                  <a:lnTo>
                    <a:pt x="0" y="426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5" name="object 4795"/>
            <p:cNvSpPr/>
            <p:nvPr/>
          </p:nvSpPr>
          <p:spPr>
            <a:xfrm>
              <a:off x="1956968" y="1599314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10" h="43180">
                  <a:moveTo>
                    <a:pt x="0" y="42672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2672"/>
                  </a:lnTo>
                  <a:lnTo>
                    <a:pt x="0" y="426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6" name="object 4796"/>
            <p:cNvSpPr/>
            <p:nvPr/>
          </p:nvSpPr>
          <p:spPr>
            <a:xfrm>
              <a:off x="1960778" y="174409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7" name="object 4797"/>
            <p:cNvSpPr/>
            <p:nvPr/>
          </p:nvSpPr>
          <p:spPr>
            <a:xfrm>
              <a:off x="1960778" y="174409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8" name="object 4798"/>
            <p:cNvSpPr/>
            <p:nvPr/>
          </p:nvSpPr>
          <p:spPr>
            <a:xfrm>
              <a:off x="1960778" y="178676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9" name="object 4799"/>
            <p:cNvSpPr/>
            <p:nvPr/>
          </p:nvSpPr>
          <p:spPr>
            <a:xfrm>
              <a:off x="1960778" y="178676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0" name="object 4800"/>
            <p:cNvSpPr/>
            <p:nvPr/>
          </p:nvSpPr>
          <p:spPr>
            <a:xfrm>
              <a:off x="1960778" y="1744094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10" h="43180">
                  <a:moveTo>
                    <a:pt x="0" y="42672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2672"/>
                  </a:lnTo>
                  <a:lnTo>
                    <a:pt x="0" y="426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1" name="object 4801"/>
            <p:cNvSpPr/>
            <p:nvPr/>
          </p:nvSpPr>
          <p:spPr>
            <a:xfrm>
              <a:off x="1960778" y="1744094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10" h="43180">
                  <a:moveTo>
                    <a:pt x="0" y="42672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2672"/>
                  </a:lnTo>
                  <a:lnTo>
                    <a:pt x="0" y="426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2" name="object 4802"/>
            <p:cNvSpPr/>
            <p:nvPr/>
          </p:nvSpPr>
          <p:spPr>
            <a:xfrm>
              <a:off x="854354" y="1809626"/>
              <a:ext cx="100965" cy="104775"/>
            </a:xfrm>
            <a:custGeom>
              <a:avLst/>
              <a:gdLst/>
              <a:ahLst/>
              <a:cxnLst/>
              <a:rect l="l" t="t" r="r" b="b"/>
              <a:pathLst>
                <a:path w="100965" h="104775">
                  <a:moveTo>
                    <a:pt x="0" y="104394"/>
                  </a:moveTo>
                  <a:lnTo>
                    <a:pt x="0" y="0"/>
                  </a:lnTo>
                  <a:lnTo>
                    <a:pt x="100584" y="0"/>
                  </a:lnTo>
                  <a:lnTo>
                    <a:pt x="100584" y="104394"/>
                  </a:lnTo>
                  <a:lnTo>
                    <a:pt x="0" y="104394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3" name="object 4803"/>
            <p:cNvSpPr/>
            <p:nvPr/>
          </p:nvSpPr>
          <p:spPr>
            <a:xfrm>
              <a:off x="854341" y="1807352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69" h="5080">
                  <a:moveTo>
                    <a:pt x="102870" y="0"/>
                  </a:moveTo>
                  <a:lnTo>
                    <a:pt x="9779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97790" y="4572"/>
                  </a:lnTo>
                  <a:lnTo>
                    <a:pt x="97790" y="2286"/>
                  </a:lnTo>
                  <a:lnTo>
                    <a:pt x="102870" y="2286"/>
                  </a:lnTo>
                  <a:lnTo>
                    <a:pt x="1028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4" name="object 4804"/>
            <p:cNvSpPr/>
            <p:nvPr/>
          </p:nvSpPr>
          <p:spPr>
            <a:xfrm>
              <a:off x="854354" y="1807340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69" h="5080">
                  <a:moveTo>
                    <a:pt x="0" y="4572"/>
                  </a:moveTo>
                  <a:lnTo>
                    <a:pt x="0" y="0"/>
                  </a:lnTo>
                  <a:lnTo>
                    <a:pt x="102870" y="0"/>
                  </a:lnTo>
                  <a:lnTo>
                    <a:pt x="102870" y="2286"/>
                  </a:lnTo>
                  <a:lnTo>
                    <a:pt x="98298" y="2286"/>
                  </a:lnTo>
                  <a:lnTo>
                    <a:pt x="98298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5" name="object 4805"/>
            <p:cNvSpPr/>
            <p:nvPr/>
          </p:nvSpPr>
          <p:spPr>
            <a:xfrm>
              <a:off x="952639" y="1809638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80" h="106680">
                  <a:moveTo>
                    <a:pt x="508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102108"/>
                  </a:lnTo>
                  <a:lnTo>
                    <a:pt x="2540" y="102108"/>
                  </a:lnTo>
                  <a:lnTo>
                    <a:pt x="2540" y="106680"/>
                  </a:lnTo>
                  <a:lnTo>
                    <a:pt x="5080" y="10668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6" name="object 4806"/>
            <p:cNvSpPr/>
            <p:nvPr/>
          </p:nvSpPr>
          <p:spPr>
            <a:xfrm>
              <a:off x="952652" y="1809626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80" h="106680">
                  <a:moveTo>
                    <a:pt x="0" y="0"/>
                  </a:moveTo>
                  <a:lnTo>
                    <a:pt x="4572" y="0"/>
                  </a:lnTo>
                  <a:lnTo>
                    <a:pt x="4572" y="106680"/>
                  </a:lnTo>
                  <a:lnTo>
                    <a:pt x="2286" y="106680"/>
                  </a:lnTo>
                  <a:lnTo>
                    <a:pt x="2286" y="102107"/>
                  </a:lnTo>
                  <a:lnTo>
                    <a:pt x="0" y="10210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7" name="object 4807"/>
            <p:cNvSpPr/>
            <p:nvPr/>
          </p:nvSpPr>
          <p:spPr>
            <a:xfrm>
              <a:off x="852055" y="1911746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69" h="5080">
                  <a:moveTo>
                    <a:pt x="102870" y="0"/>
                  </a:moveTo>
                  <a:lnTo>
                    <a:pt x="5080" y="0"/>
                  </a:lnTo>
                  <a:lnTo>
                    <a:pt x="5080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5080" y="4572"/>
                  </a:lnTo>
                  <a:lnTo>
                    <a:pt x="102870" y="4572"/>
                  </a:lnTo>
                  <a:lnTo>
                    <a:pt x="1028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8" name="object 4808"/>
            <p:cNvSpPr/>
            <p:nvPr/>
          </p:nvSpPr>
          <p:spPr>
            <a:xfrm>
              <a:off x="852068" y="1911734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69" h="5080">
                  <a:moveTo>
                    <a:pt x="102869" y="0"/>
                  </a:moveTo>
                  <a:lnTo>
                    <a:pt x="102869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1" y="2286"/>
                  </a:lnTo>
                  <a:lnTo>
                    <a:pt x="4571" y="0"/>
                  </a:lnTo>
                  <a:lnTo>
                    <a:pt x="10286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9" name="object 4809"/>
            <p:cNvSpPr/>
            <p:nvPr/>
          </p:nvSpPr>
          <p:spPr>
            <a:xfrm>
              <a:off x="851547" y="1807352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80" h="106680">
                  <a:moveTo>
                    <a:pt x="5080" y="4572"/>
                  </a:moveTo>
                  <a:lnTo>
                    <a:pt x="2540" y="4572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06680"/>
                  </a:lnTo>
                  <a:lnTo>
                    <a:pt x="2540" y="106680"/>
                  </a:lnTo>
                  <a:lnTo>
                    <a:pt x="5080" y="106680"/>
                  </a:lnTo>
                  <a:lnTo>
                    <a:pt x="508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0" name="object 4810"/>
            <p:cNvSpPr/>
            <p:nvPr/>
          </p:nvSpPr>
          <p:spPr>
            <a:xfrm>
              <a:off x="852068" y="1807340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80" h="106680">
                  <a:moveTo>
                    <a:pt x="4571" y="106679"/>
                  </a:moveTo>
                  <a:lnTo>
                    <a:pt x="0" y="106679"/>
                  </a:lnTo>
                  <a:lnTo>
                    <a:pt x="0" y="0"/>
                  </a:lnTo>
                  <a:lnTo>
                    <a:pt x="2285" y="0"/>
                  </a:lnTo>
                  <a:lnTo>
                    <a:pt x="2285" y="4571"/>
                  </a:lnTo>
                  <a:lnTo>
                    <a:pt x="4571" y="4571"/>
                  </a:lnTo>
                  <a:lnTo>
                    <a:pt x="4571" y="10667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1" name="object 4811"/>
            <p:cNvSpPr/>
            <p:nvPr/>
          </p:nvSpPr>
          <p:spPr>
            <a:xfrm>
              <a:off x="948842" y="180962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4" y="3810"/>
                  </a:moveTo>
                  <a:lnTo>
                    <a:pt x="1523" y="0"/>
                  </a:lnTo>
                  <a:lnTo>
                    <a:pt x="0" y="2286"/>
                  </a:lnTo>
                  <a:lnTo>
                    <a:pt x="3048" y="5334"/>
                  </a:lnTo>
                  <a:lnTo>
                    <a:pt x="5334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2" name="object 4812"/>
            <p:cNvSpPr/>
            <p:nvPr/>
          </p:nvSpPr>
          <p:spPr>
            <a:xfrm>
              <a:off x="948842" y="180962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2286"/>
                  </a:moveTo>
                  <a:lnTo>
                    <a:pt x="1523" y="0"/>
                  </a:lnTo>
                  <a:lnTo>
                    <a:pt x="5334" y="3810"/>
                  </a:lnTo>
                  <a:lnTo>
                    <a:pt x="3048" y="5334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3" name="object 4813"/>
            <p:cNvSpPr/>
            <p:nvPr/>
          </p:nvSpPr>
          <p:spPr>
            <a:xfrm>
              <a:off x="855116" y="1907162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80">
                  <a:moveTo>
                    <a:pt x="5334" y="3048"/>
                  </a:moveTo>
                  <a:lnTo>
                    <a:pt x="1524" y="0"/>
                  </a:lnTo>
                  <a:lnTo>
                    <a:pt x="0" y="1524"/>
                  </a:lnTo>
                  <a:lnTo>
                    <a:pt x="3810" y="4572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4" name="object 4814"/>
            <p:cNvSpPr/>
            <p:nvPr/>
          </p:nvSpPr>
          <p:spPr>
            <a:xfrm>
              <a:off x="855116" y="1907162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80">
                  <a:moveTo>
                    <a:pt x="5334" y="3048"/>
                  </a:moveTo>
                  <a:lnTo>
                    <a:pt x="3810" y="4572"/>
                  </a:lnTo>
                  <a:lnTo>
                    <a:pt x="0" y="1524"/>
                  </a:lnTo>
                  <a:lnTo>
                    <a:pt x="1524" y="0"/>
                  </a:lnTo>
                  <a:lnTo>
                    <a:pt x="5334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5" name="object 4815"/>
            <p:cNvSpPr/>
            <p:nvPr/>
          </p:nvSpPr>
          <p:spPr>
            <a:xfrm>
              <a:off x="856640" y="1811912"/>
              <a:ext cx="95250" cy="98425"/>
            </a:xfrm>
            <a:custGeom>
              <a:avLst/>
              <a:gdLst/>
              <a:ahLst/>
              <a:cxnLst/>
              <a:rect l="l" t="t" r="r" b="b"/>
              <a:pathLst>
                <a:path w="95250" h="98425">
                  <a:moveTo>
                    <a:pt x="95250" y="3047"/>
                  </a:moveTo>
                  <a:lnTo>
                    <a:pt x="92202" y="0"/>
                  </a:lnTo>
                  <a:lnTo>
                    <a:pt x="0" y="95250"/>
                  </a:lnTo>
                  <a:lnTo>
                    <a:pt x="3810" y="98298"/>
                  </a:lnTo>
                  <a:lnTo>
                    <a:pt x="95250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6" name="object 4816"/>
            <p:cNvSpPr/>
            <p:nvPr/>
          </p:nvSpPr>
          <p:spPr>
            <a:xfrm>
              <a:off x="856640" y="1811912"/>
              <a:ext cx="95250" cy="98425"/>
            </a:xfrm>
            <a:custGeom>
              <a:avLst/>
              <a:gdLst/>
              <a:ahLst/>
              <a:cxnLst/>
              <a:rect l="l" t="t" r="r" b="b"/>
              <a:pathLst>
                <a:path w="95250" h="98425">
                  <a:moveTo>
                    <a:pt x="92202" y="0"/>
                  </a:moveTo>
                  <a:lnTo>
                    <a:pt x="95250" y="3047"/>
                  </a:lnTo>
                  <a:lnTo>
                    <a:pt x="3810" y="98298"/>
                  </a:lnTo>
                  <a:lnTo>
                    <a:pt x="0" y="95250"/>
                  </a:lnTo>
                  <a:lnTo>
                    <a:pt x="9220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7" name="object 4817"/>
            <p:cNvSpPr/>
            <p:nvPr/>
          </p:nvSpPr>
          <p:spPr>
            <a:xfrm>
              <a:off x="973226" y="1809626"/>
              <a:ext cx="100330" cy="104775"/>
            </a:xfrm>
            <a:custGeom>
              <a:avLst/>
              <a:gdLst/>
              <a:ahLst/>
              <a:cxnLst/>
              <a:rect l="l" t="t" r="r" b="b"/>
              <a:pathLst>
                <a:path w="100330" h="104775">
                  <a:moveTo>
                    <a:pt x="0" y="104394"/>
                  </a:moveTo>
                  <a:lnTo>
                    <a:pt x="0" y="0"/>
                  </a:lnTo>
                  <a:lnTo>
                    <a:pt x="99822" y="0"/>
                  </a:lnTo>
                  <a:lnTo>
                    <a:pt x="99822" y="104394"/>
                  </a:lnTo>
                  <a:lnTo>
                    <a:pt x="0" y="104394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8" name="object 4818"/>
            <p:cNvSpPr/>
            <p:nvPr/>
          </p:nvSpPr>
          <p:spPr>
            <a:xfrm>
              <a:off x="973213" y="1807352"/>
              <a:ext cx="101600" cy="5080"/>
            </a:xfrm>
            <a:custGeom>
              <a:avLst/>
              <a:gdLst/>
              <a:ahLst/>
              <a:cxnLst/>
              <a:rect l="l" t="t" r="r" b="b"/>
              <a:pathLst>
                <a:path w="101600" h="5080">
                  <a:moveTo>
                    <a:pt x="101600" y="0"/>
                  </a:moveTo>
                  <a:lnTo>
                    <a:pt x="9779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97790" y="4572"/>
                  </a:lnTo>
                  <a:lnTo>
                    <a:pt x="97790" y="2286"/>
                  </a:lnTo>
                  <a:lnTo>
                    <a:pt x="101600" y="2286"/>
                  </a:lnTo>
                  <a:lnTo>
                    <a:pt x="1016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9" name="object 4819"/>
            <p:cNvSpPr/>
            <p:nvPr/>
          </p:nvSpPr>
          <p:spPr>
            <a:xfrm>
              <a:off x="973226" y="1807340"/>
              <a:ext cx="102235" cy="5080"/>
            </a:xfrm>
            <a:custGeom>
              <a:avLst/>
              <a:gdLst/>
              <a:ahLst/>
              <a:cxnLst/>
              <a:rect l="l" t="t" r="r" b="b"/>
              <a:pathLst>
                <a:path w="102234" h="5080">
                  <a:moveTo>
                    <a:pt x="0" y="4572"/>
                  </a:moveTo>
                  <a:lnTo>
                    <a:pt x="0" y="0"/>
                  </a:lnTo>
                  <a:lnTo>
                    <a:pt x="102107" y="0"/>
                  </a:lnTo>
                  <a:lnTo>
                    <a:pt x="102107" y="2286"/>
                  </a:lnTo>
                  <a:lnTo>
                    <a:pt x="97536" y="2286"/>
                  </a:lnTo>
                  <a:lnTo>
                    <a:pt x="97536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0" name="object 4820"/>
            <p:cNvSpPr/>
            <p:nvPr/>
          </p:nvSpPr>
          <p:spPr>
            <a:xfrm>
              <a:off x="1070749" y="1809638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80" h="106680">
                  <a:moveTo>
                    <a:pt x="508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102108"/>
                  </a:lnTo>
                  <a:lnTo>
                    <a:pt x="2540" y="102108"/>
                  </a:lnTo>
                  <a:lnTo>
                    <a:pt x="2540" y="106680"/>
                  </a:lnTo>
                  <a:lnTo>
                    <a:pt x="5080" y="10668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1" name="object 4821"/>
            <p:cNvSpPr/>
            <p:nvPr/>
          </p:nvSpPr>
          <p:spPr>
            <a:xfrm>
              <a:off x="1070762" y="1809626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80" h="106680">
                  <a:moveTo>
                    <a:pt x="0" y="0"/>
                  </a:moveTo>
                  <a:lnTo>
                    <a:pt x="4572" y="0"/>
                  </a:lnTo>
                  <a:lnTo>
                    <a:pt x="4572" y="106680"/>
                  </a:lnTo>
                  <a:lnTo>
                    <a:pt x="2286" y="106680"/>
                  </a:lnTo>
                  <a:lnTo>
                    <a:pt x="2286" y="102107"/>
                  </a:lnTo>
                  <a:lnTo>
                    <a:pt x="0" y="10210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2" name="object 4822"/>
            <p:cNvSpPr/>
            <p:nvPr/>
          </p:nvSpPr>
          <p:spPr>
            <a:xfrm>
              <a:off x="971435" y="1911746"/>
              <a:ext cx="101600" cy="5080"/>
            </a:xfrm>
            <a:custGeom>
              <a:avLst/>
              <a:gdLst/>
              <a:ahLst/>
              <a:cxnLst/>
              <a:rect l="l" t="t" r="r" b="b"/>
              <a:pathLst>
                <a:path w="101600" h="5080">
                  <a:moveTo>
                    <a:pt x="101600" y="0"/>
                  </a:moveTo>
                  <a:lnTo>
                    <a:pt x="3810" y="0"/>
                  </a:lnTo>
                  <a:lnTo>
                    <a:pt x="3810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3810" y="4572"/>
                  </a:lnTo>
                  <a:lnTo>
                    <a:pt x="101600" y="4572"/>
                  </a:lnTo>
                  <a:lnTo>
                    <a:pt x="1016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3" name="object 4823"/>
            <p:cNvSpPr/>
            <p:nvPr/>
          </p:nvSpPr>
          <p:spPr>
            <a:xfrm>
              <a:off x="970940" y="1911734"/>
              <a:ext cx="102235" cy="5080"/>
            </a:xfrm>
            <a:custGeom>
              <a:avLst/>
              <a:gdLst/>
              <a:ahLst/>
              <a:cxnLst/>
              <a:rect l="l" t="t" r="r" b="b"/>
              <a:pathLst>
                <a:path w="102234" h="5080">
                  <a:moveTo>
                    <a:pt x="102107" y="0"/>
                  </a:moveTo>
                  <a:lnTo>
                    <a:pt x="102107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1" y="2286"/>
                  </a:lnTo>
                  <a:lnTo>
                    <a:pt x="4571" y="0"/>
                  </a:lnTo>
                  <a:lnTo>
                    <a:pt x="102107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4" name="object 4824"/>
            <p:cNvSpPr/>
            <p:nvPr/>
          </p:nvSpPr>
          <p:spPr>
            <a:xfrm>
              <a:off x="970419" y="1807352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80" h="106680">
                  <a:moveTo>
                    <a:pt x="5080" y="4572"/>
                  </a:moveTo>
                  <a:lnTo>
                    <a:pt x="2540" y="4572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06680"/>
                  </a:lnTo>
                  <a:lnTo>
                    <a:pt x="2540" y="106680"/>
                  </a:lnTo>
                  <a:lnTo>
                    <a:pt x="5080" y="106680"/>
                  </a:lnTo>
                  <a:lnTo>
                    <a:pt x="508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5" name="object 4825"/>
            <p:cNvSpPr/>
            <p:nvPr/>
          </p:nvSpPr>
          <p:spPr>
            <a:xfrm>
              <a:off x="970940" y="1807340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80" h="106680">
                  <a:moveTo>
                    <a:pt x="4571" y="106679"/>
                  </a:moveTo>
                  <a:lnTo>
                    <a:pt x="0" y="106679"/>
                  </a:lnTo>
                  <a:lnTo>
                    <a:pt x="0" y="0"/>
                  </a:lnTo>
                  <a:lnTo>
                    <a:pt x="2285" y="0"/>
                  </a:lnTo>
                  <a:lnTo>
                    <a:pt x="2285" y="4571"/>
                  </a:lnTo>
                  <a:lnTo>
                    <a:pt x="4571" y="4571"/>
                  </a:lnTo>
                  <a:lnTo>
                    <a:pt x="4571" y="10667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6" name="object 4826"/>
            <p:cNvSpPr/>
            <p:nvPr/>
          </p:nvSpPr>
          <p:spPr>
            <a:xfrm>
              <a:off x="1066952" y="180962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4" y="3810"/>
                  </a:moveTo>
                  <a:lnTo>
                    <a:pt x="1523" y="0"/>
                  </a:lnTo>
                  <a:lnTo>
                    <a:pt x="0" y="2286"/>
                  </a:lnTo>
                  <a:lnTo>
                    <a:pt x="3810" y="5334"/>
                  </a:lnTo>
                  <a:lnTo>
                    <a:pt x="5334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7" name="object 4827"/>
            <p:cNvSpPr/>
            <p:nvPr/>
          </p:nvSpPr>
          <p:spPr>
            <a:xfrm>
              <a:off x="1066952" y="180962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2286"/>
                  </a:moveTo>
                  <a:lnTo>
                    <a:pt x="1523" y="0"/>
                  </a:lnTo>
                  <a:lnTo>
                    <a:pt x="5334" y="3810"/>
                  </a:lnTo>
                  <a:lnTo>
                    <a:pt x="3810" y="5334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8" name="object 4828"/>
            <p:cNvSpPr/>
            <p:nvPr/>
          </p:nvSpPr>
          <p:spPr>
            <a:xfrm>
              <a:off x="973988" y="190716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571" y="3048"/>
                  </a:moveTo>
                  <a:lnTo>
                    <a:pt x="1523" y="0"/>
                  </a:lnTo>
                  <a:lnTo>
                    <a:pt x="0" y="1524"/>
                  </a:lnTo>
                  <a:lnTo>
                    <a:pt x="3047" y="4572"/>
                  </a:lnTo>
                  <a:lnTo>
                    <a:pt x="4571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9" name="object 4829"/>
            <p:cNvSpPr/>
            <p:nvPr/>
          </p:nvSpPr>
          <p:spPr>
            <a:xfrm>
              <a:off x="973988" y="190716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571" y="3048"/>
                  </a:moveTo>
                  <a:lnTo>
                    <a:pt x="3047" y="4572"/>
                  </a:lnTo>
                  <a:lnTo>
                    <a:pt x="0" y="1524"/>
                  </a:lnTo>
                  <a:lnTo>
                    <a:pt x="1523" y="0"/>
                  </a:lnTo>
                  <a:lnTo>
                    <a:pt x="4571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0" name="object 4830"/>
            <p:cNvSpPr/>
            <p:nvPr/>
          </p:nvSpPr>
          <p:spPr>
            <a:xfrm>
              <a:off x="975512" y="1811912"/>
              <a:ext cx="95250" cy="98425"/>
            </a:xfrm>
            <a:custGeom>
              <a:avLst/>
              <a:gdLst/>
              <a:ahLst/>
              <a:cxnLst/>
              <a:rect l="l" t="t" r="r" b="b"/>
              <a:pathLst>
                <a:path w="95250" h="98425">
                  <a:moveTo>
                    <a:pt x="95250" y="3047"/>
                  </a:moveTo>
                  <a:lnTo>
                    <a:pt x="91440" y="0"/>
                  </a:lnTo>
                  <a:lnTo>
                    <a:pt x="0" y="95250"/>
                  </a:lnTo>
                  <a:lnTo>
                    <a:pt x="3048" y="98298"/>
                  </a:lnTo>
                  <a:lnTo>
                    <a:pt x="95250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1" name="object 4831"/>
            <p:cNvSpPr/>
            <p:nvPr/>
          </p:nvSpPr>
          <p:spPr>
            <a:xfrm>
              <a:off x="975512" y="1811912"/>
              <a:ext cx="95250" cy="98425"/>
            </a:xfrm>
            <a:custGeom>
              <a:avLst/>
              <a:gdLst/>
              <a:ahLst/>
              <a:cxnLst/>
              <a:rect l="l" t="t" r="r" b="b"/>
              <a:pathLst>
                <a:path w="95250" h="98425">
                  <a:moveTo>
                    <a:pt x="91440" y="0"/>
                  </a:moveTo>
                  <a:lnTo>
                    <a:pt x="95250" y="3047"/>
                  </a:lnTo>
                  <a:lnTo>
                    <a:pt x="3048" y="98298"/>
                  </a:lnTo>
                  <a:lnTo>
                    <a:pt x="0" y="95250"/>
                  </a:lnTo>
                  <a:lnTo>
                    <a:pt x="9144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2" name="object 4832"/>
            <p:cNvSpPr/>
            <p:nvPr/>
          </p:nvSpPr>
          <p:spPr>
            <a:xfrm>
              <a:off x="1091336" y="1809626"/>
              <a:ext cx="100965" cy="104775"/>
            </a:xfrm>
            <a:custGeom>
              <a:avLst/>
              <a:gdLst/>
              <a:ahLst/>
              <a:cxnLst/>
              <a:rect l="l" t="t" r="r" b="b"/>
              <a:pathLst>
                <a:path w="100965" h="104775">
                  <a:moveTo>
                    <a:pt x="0" y="104394"/>
                  </a:moveTo>
                  <a:lnTo>
                    <a:pt x="0" y="0"/>
                  </a:lnTo>
                  <a:lnTo>
                    <a:pt x="100584" y="0"/>
                  </a:lnTo>
                  <a:lnTo>
                    <a:pt x="100584" y="104394"/>
                  </a:lnTo>
                  <a:lnTo>
                    <a:pt x="0" y="104394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3" name="object 4833"/>
            <p:cNvSpPr/>
            <p:nvPr/>
          </p:nvSpPr>
          <p:spPr>
            <a:xfrm>
              <a:off x="1091323" y="1807352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69" h="5080">
                  <a:moveTo>
                    <a:pt x="102870" y="0"/>
                  </a:moveTo>
                  <a:lnTo>
                    <a:pt x="9779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97790" y="4572"/>
                  </a:lnTo>
                  <a:lnTo>
                    <a:pt x="97790" y="2286"/>
                  </a:lnTo>
                  <a:lnTo>
                    <a:pt x="102870" y="2286"/>
                  </a:lnTo>
                  <a:lnTo>
                    <a:pt x="1028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4" name="object 4834"/>
            <p:cNvSpPr/>
            <p:nvPr/>
          </p:nvSpPr>
          <p:spPr>
            <a:xfrm>
              <a:off x="1091336" y="1807340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69" h="5080">
                  <a:moveTo>
                    <a:pt x="0" y="4572"/>
                  </a:moveTo>
                  <a:lnTo>
                    <a:pt x="0" y="0"/>
                  </a:lnTo>
                  <a:lnTo>
                    <a:pt x="102870" y="0"/>
                  </a:lnTo>
                  <a:lnTo>
                    <a:pt x="102870" y="2286"/>
                  </a:lnTo>
                  <a:lnTo>
                    <a:pt x="98298" y="2286"/>
                  </a:lnTo>
                  <a:lnTo>
                    <a:pt x="98298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5" name="object 4835"/>
            <p:cNvSpPr/>
            <p:nvPr/>
          </p:nvSpPr>
          <p:spPr>
            <a:xfrm>
              <a:off x="1189621" y="1809638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80" h="106680">
                  <a:moveTo>
                    <a:pt x="508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102108"/>
                  </a:lnTo>
                  <a:lnTo>
                    <a:pt x="2540" y="102108"/>
                  </a:lnTo>
                  <a:lnTo>
                    <a:pt x="2540" y="106680"/>
                  </a:lnTo>
                  <a:lnTo>
                    <a:pt x="5080" y="10668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6" name="object 4836"/>
            <p:cNvSpPr/>
            <p:nvPr/>
          </p:nvSpPr>
          <p:spPr>
            <a:xfrm>
              <a:off x="1189634" y="1809626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80" h="106680">
                  <a:moveTo>
                    <a:pt x="0" y="0"/>
                  </a:moveTo>
                  <a:lnTo>
                    <a:pt x="4572" y="0"/>
                  </a:lnTo>
                  <a:lnTo>
                    <a:pt x="4572" y="106680"/>
                  </a:lnTo>
                  <a:lnTo>
                    <a:pt x="2286" y="106680"/>
                  </a:lnTo>
                  <a:lnTo>
                    <a:pt x="2286" y="102107"/>
                  </a:lnTo>
                  <a:lnTo>
                    <a:pt x="0" y="10210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7" name="object 4837"/>
            <p:cNvSpPr/>
            <p:nvPr/>
          </p:nvSpPr>
          <p:spPr>
            <a:xfrm>
              <a:off x="1089037" y="1911746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69" h="5080">
                  <a:moveTo>
                    <a:pt x="102870" y="0"/>
                  </a:moveTo>
                  <a:lnTo>
                    <a:pt x="5080" y="0"/>
                  </a:lnTo>
                  <a:lnTo>
                    <a:pt x="5080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5080" y="4572"/>
                  </a:lnTo>
                  <a:lnTo>
                    <a:pt x="102870" y="4572"/>
                  </a:lnTo>
                  <a:lnTo>
                    <a:pt x="1028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8" name="object 4838"/>
            <p:cNvSpPr/>
            <p:nvPr/>
          </p:nvSpPr>
          <p:spPr>
            <a:xfrm>
              <a:off x="1089050" y="1911734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69" h="5080">
                  <a:moveTo>
                    <a:pt x="102869" y="0"/>
                  </a:moveTo>
                  <a:lnTo>
                    <a:pt x="102869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1" y="2286"/>
                  </a:lnTo>
                  <a:lnTo>
                    <a:pt x="4571" y="0"/>
                  </a:lnTo>
                  <a:lnTo>
                    <a:pt x="10286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9" name="object 4839"/>
            <p:cNvSpPr/>
            <p:nvPr/>
          </p:nvSpPr>
          <p:spPr>
            <a:xfrm>
              <a:off x="1088529" y="1807352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80" h="106680">
                  <a:moveTo>
                    <a:pt x="5080" y="4572"/>
                  </a:moveTo>
                  <a:lnTo>
                    <a:pt x="2540" y="4572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06680"/>
                  </a:lnTo>
                  <a:lnTo>
                    <a:pt x="2540" y="106680"/>
                  </a:lnTo>
                  <a:lnTo>
                    <a:pt x="5080" y="106680"/>
                  </a:lnTo>
                  <a:lnTo>
                    <a:pt x="508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0" name="object 4840"/>
            <p:cNvSpPr/>
            <p:nvPr/>
          </p:nvSpPr>
          <p:spPr>
            <a:xfrm>
              <a:off x="1089050" y="1807340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80" h="106680">
                  <a:moveTo>
                    <a:pt x="4571" y="106679"/>
                  </a:moveTo>
                  <a:lnTo>
                    <a:pt x="0" y="106679"/>
                  </a:lnTo>
                  <a:lnTo>
                    <a:pt x="0" y="0"/>
                  </a:lnTo>
                  <a:lnTo>
                    <a:pt x="2285" y="0"/>
                  </a:lnTo>
                  <a:lnTo>
                    <a:pt x="2285" y="4571"/>
                  </a:lnTo>
                  <a:lnTo>
                    <a:pt x="4571" y="4571"/>
                  </a:lnTo>
                  <a:lnTo>
                    <a:pt x="4571" y="10667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1" name="object 4841"/>
            <p:cNvSpPr/>
            <p:nvPr/>
          </p:nvSpPr>
          <p:spPr>
            <a:xfrm>
              <a:off x="1185824" y="180962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80" h="5714">
                  <a:moveTo>
                    <a:pt x="4572" y="3810"/>
                  </a:moveTo>
                  <a:lnTo>
                    <a:pt x="1523" y="0"/>
                  </a:lnTo>
                  <a:lnTo>
                    <a:pt x="0" y="2286"/>
                  </a:lnTo>
                  <a:lnTo>
                    <a:pt x="3048" y="5334"/>
                  </a:lnTo>
                  <a:lnTo>
                    <a:pt x="457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2" name="object 4842"/>
            <p:cNvSpPr/>
            <p:nvPr/>
          </p:nvSpPr>
          <p:spPr>
            <a:xfrm>
              <a:off x="1185824" y="180962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80" h="5714">
                  <a:moveTo>
                    <a:pt x="0" y="2286"/>
                  </a:moveTo>
                  <a:lnTo>
                    <a:pt x="1523" y="0"/>
                  </a:lnTo>
                  <a:lnTo>
                    <a:pt x="4572" y="3810"/>
                  </a:lnTo>
                  <a:lnTo>
                    <a:pt x="3048" y="5334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3" name="object 4843"/>
            <p:cNvSpPr/>
            <p:nvPr/>
          </p:nvSpPr>
          <p:spPr>
            <a:xfrm>
              <a:off x="1092860" y="190716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571" y="3048"/>
                  </a:moveTo>
                  <a:lnTo>
                    <a:pt x="1523" y="0"/>
                  </a:lnTo>
                  <a:lnTo>
                    <a:pt x="0" y="1524"/>
                  </a:lnTo>
                  <a:lnTo>
                    <a:pt x="3047" y="4572"/>
                  </a:lnTo>
                  <a:lnTo>
                    <a:pt x="4571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4" name="object 4844"/>
            <p:cNvSpPr/>
            <p:nvPr/>
          </p:nvSpPr>
          <p:spPr>
            <a:xfrm>
              <a:off x="1092860" y="190716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571" y="3048"/>
                  </a:moveTo>
                  <a:lnTo>
                    <a:pt x="3047" y="4572"/>
                  </a:lnTo>
                  <a:lnTo>
                    <a:pt x="0" y="1524"/>
                  </a:lnTo>
                  <a:lnTo>
                    <a:pt x="1523" y="0"/>
                  </a:lnTo>
                  <a:lnTo>
                    <a:pt x="4571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5" name="object 4845"/>
            <p:cNvSpPr/>
            <p:nvPr/>
          </p:nvSpPr>
          <p:spPr>
            <a:xfrm>
              <a:off x="1094384" y="1811912"/>
              <a:ext cx="94615" cy="98425"/>
            </a:xfrm>
            <a:custGeom>
              <a:avLst/>
              <a:gdLst/>
              <a:ahLst/>
              <a:cxnLst/>
              <a:rect l="l" t="t" r="r" b="b"/>
              <a:pathLst>
                <a:path w="94615" h="98425">
                  <a:moveTo>
                    <a:pt x="94488" y="3047"/>
                  </a:moveTo>
                  <a:lnTo>
                    <a:pt x="91440" y="0"/>
                  </a:lnTo>
                  <a:lnTo>
                    <a:pt x="0" y="95250"/>
                  </a:lnTo>
                  <a:lnTo>
                    <a:pt x="3048" y="98298"/>
                  </a:lnTo>
                  <a:lnTo>
                    <a:pt x="94488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6" name="object 4846"/>
            <p:cNvSpPr/>
            <p:nvPr/>
          </p:nvSpPr>
          <p:spPr>
            <a:xfrm>
              <a:off x="1094384" y="1811912"/>
              <a:ext cx="94615" cy="98425"/>
            </a:xfrm>
            <a:custGeom>
              <a:avLst/>
              <a:gdLst/>
              <a:ahLst/>
              <a:cxnLst/>
              <a:rect l="l" t="t" r="r" b="b"/>
              <a:pathLst>
                <a:path w="94615" h="98425">
                  <a:moveTo>
                    <a:pt x="91440" y="0"/>
                  </a:moveTo>
                  <a:lnTo>
                    <a:pt x="94488" y="3047"/>
                  </a:lnTo>
                  <a:lnTo>
                    <a:pt x="3048" y="98298"/>
                  </a:lnTo>
                  <a:lnTo>
                    <a:pt x="0" y="95250"/>
                  </a:lnTo>
                  <a:lnTo>
                    <a:pt x="9144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7" name="object 4847"/>
            <p:cNvSpPr/>
            <p:nvPr/>
          </p:nvSpPr>
          <p:spPr>
            <a:xfrm>
              <a:off x="1210208" y="1809626"/>
              <a:ext cx="100330" cy="104775"/>
            </a:xfrm>
            <a:custGeom>
              <a:avLst/>
              <a:gdLst/>
              <a:ahLst/>
              <a:cxnLst/>
              <a:rect l="l" t="t" r="r" b="b"/>
              <a:pathLst>
                <a:path w="100330" h="104775">
                  <a:moveTo>
                    <a:pt x="0" y="104394"/>
                  </a:moveTo>
                  <a:lnTo>
                    <a:pt x="0" y="0"/>
                  </a:lnTo>
                  <a:lnTo>
                    <a:pt x="99822" y="0"/>
                  </a:lnTo>
                  <a:lnTo>
                    <a:pt x="99822" y="104394"/>
                  </a:lnTo>
                  <a:lnTo>
                    <a:pt x="0" y="104394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8" name="object 4848"/>
            <p:cNvSpPr/>
            <p:nvPr/>
          </p:nvSpPr>
          <p:spPr>
            <a:xfrm>
              <a:off x="1210195" y="1807352"/>
              <a:ext cx="101600" cy="5080"/>
            </a:xfrm>
            <a:custGeom>
              <a:avLst/>
              <a:gdLst/>
              <a:ahLst/>
              <a:cxnLst/>
              <a:rect l="l" t="t" r="r" b="b"/>
              <a:pathLst>
                <a:path w="101600" h="5080">
                  <a:moveTo>
                    <a:pt x="101600" y="0"/>
                  </a:moveTo>
                  <a:lnTo>
                    <a:pt x="9779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97790" y="4572"/>
                  </a:lnTo>
                  <a:lnTo>
                    <a:pt x="97790" y="2286"/>
                  </a:lnTo>
                  <a:lnTo>
                    <a:pt x="101600" y="2286"/>
                  </a:lnTo>
                  <a:lnTo>
                    <a:pt x="1016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9" name="object 4849"/>
            <p:cNvSpPr/>
            <p:nvPr/>
          </p:nvSpPr>
          <p:spPr>
            <a:xfrm>
              <a:off x="1210208" y="1807340"/>
              <a:ext cx="102235" cy="5080"/>
            </a:xfrm>
            <a:custGeom>
              <a:avLst/>
              <a:gdLst/>
              <a:ahLst/>
              <a:cxnLst/>
              <a:rect l="l" t="t" r="r" b="b"/>
              <a:pathLst>
                <a:path w="102234" h="5080">
                  <a:moveTo>
                    <a:pt x="0" y="4572"/>
                  </a:moveTo>
                  <a:lnTo>
                    <a:pt x="0" y="0"/>
                  </a:lnTo>
                  <a:lnTo>
                    <a:pt x="102107" y="0"/>
                  </a:lnTo>
                  <a:lnTo>
                    <a:pt x="102107" y="2286"/>
                  </a:lnTo>
                  <a:lnTo>
                    <a:pt x="97536" y="2286"/>
                  </a:lnTo>
                  <a:lnTo>
                    <a:pt x="97536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0" name="object 4850"/>
            <p:cNvSpPr/>
            <p:nvPr/>
          </p:nvSpPr>
          <p:spPr>
            <a:xfrm>
              <a:off x="1307731" y="1809638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80" h="106680">
                  <a:moveTo>
                    <a:pt x="508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102108"/>
                  </a:lnTo>
                  <a:lnTo>
                    <a:pt x="2540" y="102108"/>
                  </a:lnTo>
                  <a:lnTo>
                    <a:pt x="2540" y="106680"/>
                  </a:lnTo>
                  <a:lnTo>
                    <a:pt x="5080" y="10668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1" name="object 4851"/>
            <p:cNvSpPr/>
            <p:nvPr/>
          </p:nvSpPr>
          <p:spPr>
            <a:xfrm>
              <a:off x="1307744" y="1809626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80" h="106680">
                  <a:moveTo>
                    <a:pt x="0" y="0"/>
                  </a:moveTo>
                  <a:lnTo>
                    <a:pt x="4572" y="0"/>
                  </a:lnTo>
                  <a:lnTo>
                    <a:pt x="4572" y="106680"/>
                  </a:lnTo>
                  <a:lnTo>
                    <a:pt x="2286" y="106680"/>
                  </a:lnTo>
                  <a:lnTo>
                    <a:pt x="2286" y="102107"/>
                  </a:lnTo>
                  <a:lnTo>
                    <a:pt x="0" y="10210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2" name="object 4852"/>
            <p:cNvSpPr/>
            <p:nvPr/>
          </p:nvSpPr>
          <p:spPr>
            <a:xfrm>
              <a:off x="1208417" y="1911746"/>
              <a:ext cx="101600" cy="5080"/>
            </a:xfrm>
            <a:custGeom>
              <a:avLst/>
              <a:gdLst/>
              <a:ahLst/>
              <a:cxnLst/>
              <a:rect l="l" t="t" r="r" b="b"/>
              <a:pathLst>
                <a:path w="101600" h="5080">
                  <a:moveTo>
                    <a:pt x="101600" y="0"/>
                  </a:moveTo>
                  <a:lnTo>
                    <a:pt x="3810" y="0"/>
                  </a:lnTo>
                  <a:lnTo>
                    <a:pt x="3810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3810" y="4572"/>
                  </a:lnTo>
                  <a:lnTo>
                    <a:pt x="101600" y="4572"/>
                  </a:lnTo>
                  <a:lnTo>
                    <a:pt x="1016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3" name="object 4853"/>
            <p:cNvSpPr/>
            <p:nvPr/>
          </p:nvSpPr>
          <p:spPr>
            <a:xfrm>
              <a:off x="1207922" y="1911734"/>
              <a:ext cx="102235" cy="5080"/>
            </a:xfrm>
            <a:custGeom>
              <a:avLst/>
              <a:gdLst/>
              <a:ahLst/>
              <a:cxnLst/>
              <a:rect l="l" t="t" r="r" b="b"/>
              <a:pathLst>
                <a:path w="102234" h="5080">
                  <a:moveTo>
                    <a:pt x="102107" y="0"/>
                  </a:moveTo>
                  <a:lnTo>
                    <a:pt x="102107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1" y="2286"/>
                  </a:lnTo>
                  <a:lnTo>
                    <a:pt x="4571" y="0"/>
                  </a:lnTo>
                  <a:lnTo>
                    <a:pt x="102107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4" name="object 4854"/>
            <p:cNvSpPr/>
            <p:nvPr/>
          </p:nvSpPr>
          <p:spPr>
            <a:xfrm>
              <a:off x="1207401" y="1807352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80" h="106680">
                  <a:moveTo>
                    <a:pt x="5080" y="4572"/>
                  </a:moveTo>
                  <a:lnTo>
                    <a:pt x="2540" y="4572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06680"/>
                  </a:lnTo>
                  <a:lnTo>
                    <a:pt x="2540" y="106680"/>
                  </a:lnTo>
                  <a:lnTo>
                    <a:pt x="5080" y="106680"/>
                  </a:lnTo>
                  <a:lnTo>
                    <a:pt x="508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5" name="object 4855"/>
            <p:cNvSpPr/>
            <p:nvPr/>
          </p:nvSpPr>
          <p:spPr>
            <a:xfrm>
              <a:off x="1207922" y="1807340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80" h="106680">
                  <a:moveTo>
                    <a:pt x="4571" y="106679"/>
                  </a:moveTo>
                  <a:lnTo>
                    <a:pt x="0" y="106679"/>
                  </a:lnTo>
                  <a:lnTo>
                    <a:pt x="0" y="0"/>
                  </a:lnTo>
                  <a:lnTo>
                    <a:pt x="2285" y="0"/>
                  </a:lnTo>
                  <a:lnTo>
                    <a:pt x="2285" y="4571"/>
                  </a:lnTo>
                  <a:lnTo>
                    <a:pt x="4571" y="4571"/>
                  </a:lnTo>
                  <a:lnTo>
                    <a:pt x="4571" y="10667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6" name="object 4856"/>
            <p:cNvSpPr/>
            <p:nvPr/>
          </p:nvSpPr>
          <p:spPr>
            <a:xfrm>
              <a:off x="1304696" y="180962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80" h="5714">
                  <a:moveTo>
                    <a:pt x="4572" y="3810"/>
                  </a:moveTo>
                  <a:lnTo>
                    <a:pt x="1523" y="0"/>
                  </a:lnTo>
                  <a:lnTo>
                    <a:pt x="0" y="2286"/>
                  </a:lnTo>
                  <a:lnTo>
                    <a:pt x="3048" y="5334"/>
                  </a:lnTo>
                  <a:lnTo>
                    <a:pt x="457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7" name="object 4857"/>
            <p:cNvSpPr/>
            <p:nvPr/>
          </p:nvSpPr>
          <p:spPr>
            <a:xfrm>
              <a:off x="1304696" y="180962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80" h="5714">
                  <a:moveTo>
                    <a:pt x="0" y="2286"/>
                  </a:moveTo>
                  <a:lnTo>
                    <a:pt x="1523" y="0"/>
                  </a:lnTo>
                  <a:lnTo>
                    <a:pt x="4572" y="3810"/>
                  </a:lnTo>
                  <a:lnTo>
                    <a:pt x="3048" y="5334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8" name="object 4858"/>
            <p:cNvSpPr/>
            <p:nvPr/>
          </p:nvSpPr>
          <p:spPr>
            <a:xfrm>
              <a:off x="1210970" y="190716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571" y="3048"/>
                  </a:moveTo>
                  <a:lnTo>
                    <a:pt x="1523" y="0"/>
                  </a:lnTo>
                  <a:lnTo>
                    <a:pt x="0" y="1524"/>
                  </a:lnTo>
                  <a:lnTo>
                    <a:pt x="3047" y="4572"/>
                  </a:lnTo>
                  <a:lnTo>
                    <a:pt x="4571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9" name="object 4859"/>
            <p:cNvSpPr/>
            <p:nvPr/>
          </p:nvSpPr>
          <p:spPr>
            <a:xfrm>
              <a:off x="1210970" y="190716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571" y="3048"/>
                  </a:moveTo>
                  <a:lnTo>
                    <a:pt x="3047" y="4572"/>
                  </a:lnTo>
                  <a:lnTo>
                    <a:pt x="0" y="1524"/>
                  </a:lnTo>
                  <a:lnTo>
                    <a:pt x="1523" y="0"/>
                  </a:lnTo>
                  <a:lnTo>
                    <a:pt x="4571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0" name="object 4860"/>
            <p:cNvSpPr/>
            <p:nvPr/>
          </p:nvSpPr>
          <p:spPr>
            <a:xfrm>
              <a:off x="1212494" y="1811912"/>
              <a:ext cx="95250" cy="98425"/>
            </a:xfrm>
            <a:custGeom>
              <a:avLst/>
              <a:gdLst/>
              <a:ahLst/>
              <a:cxnLst/>
              <a:rect l="l" t="t" r="r" b="b"/>
              <a:pathLst>
                <a:path w="95250" h="98425">
                  <a:moveTo>
                    <a:pt x="95250" y="3047"/>
                  </a:moveTo>
                  <a:lnTo>
                    <a:pt x="92202" y="0"/>
                  </a:lnTo>
                  <a:lnTo>
                    <a:pt x="0" y="95250"/>
                  </a:lnTo>
                  <a:lnTo>
                    <a:pt x="3048" y="98298"/>
                  </a:lnTo>
                  <a:lnTo>
                    <a:pt x="95250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1" name="object 4861"/>
            <p:cNvSpPr/>
            <p:nvPr/>
          </p:nvSpPr>
          <p:spPr>
            <a:xfrm>
              <a:off x="1212494" y="1811912"/>
              <a:ext cx="95250" cy="98425"/>
            </a:xfrm>
            <a:custGeom>
              <a:avLst/>
              <a:gdLst/>
              <a:ahLst/>
              <a:cxnLst/>
              <a:rect l="l" t="t" r="r" b="b"/>
              <a:pathLst>
                <a:path w="95250" h="98425">
                  <a:moveTo>
                    <a:pt x="92202" y="0"/>
                  </a:moveTo>
                  <a:lnTo>
                    <a:pt x="95250" y="3047"/>
                  </a:lnTo>
                  <a:lnTo>
                    <a:pt x="3048" y="98298"/>
                  </a:lnTo>
                  <a:lnTo>
                    <a:pt x="0" y="95250"/>
                  </a:lnTo>
                  <a:lnTo>
                    <a:pt x="9220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2" name="object 4862"/>
            <p:cNvSpPr/>
            <p:nvPr/>
          </p:nvSpPr>
          <p:spPr>
            <a:xfrm>
              <a:off x="1025804" y="214109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09" y="0"/>
                  </a:move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3" name="object 4863"/>
            <p:cNvSpPr/>
            <p:nvPr/>
          </p:nvSpPr>
          <p:spPr>
            <a:xfrm>
              <a:off x="1025804" y="214109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4" name="object 4864"/>
            <p:cNvSpPr/>
            <p:nvPr/>
          </p:nvSpPr>
          <p:spPr>
            <a:xfrm>
              <a:off x="1025804" y="191173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5" name="object 4865"/>
            <p:cNvSpPr/>
            <p:nvPr/>
          </p:nvSpPr>
          <p:spPr>
            <a:xfrm>
              <a:off x="1025804" y="191173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6" name="object 4866"/>
            <p:cNvSpPr/>
            <p:nvPr/>
          </p:nvSpPr>
          <p:spPr>
            <a:xfrm>
              <a:off x="1025804" y="1911734"/>
              <a:ext cx="3810" cy="229870"/>
            </a:xfrm>
            <a:custGeom>
              <a:avLst/>
              <a:gdLst/>
              <a:ahLst/>
              <a:cxnLst/>
              <a:rect l="l" t="t" r="r" b="b"/>
              <a:pathLst>
                <a:path w="3809" h="229869">
                  <a:moveTo>
                    <a:pt x="3809" y="0"/>
                  </a:moveTo>
                  <a:lnTo>
                    <a:pt x="3809" y="229362"/>
                  </a:lnTo>
                  <a:lnTo>
                    <a:pt x="0" y="229362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7" name="object 4867"/>
            <p:cNvSpPr/>
            <p:nvPr/>
          </p:nvSpPr>
          <p:spPr>
            <a:xfrm>
              <a:off x="1025804" y="1911734"/>
              <a:ext cx="3810" cy="229870"/>
            </a:xfrm>
            <a:custGeom>
              <a:avLst/>
              <a:gdLst/>
              <a:ahLst/>
              <a:cxnLst/>
              <a:rect l="l" t="t" r="r" b="b"/>
              <a:pathLst>
                <a:path w="3809" h="229869">
                  <a:moveTo>
                    <a:pt x="3809" y="0"/>
                  </a:moveTo>
                  <a:lnTo>
                    <a:pt x="3809" y="229362"/>
                  </a:lnTo>
                  <a:lnTo>
                    <a:pt x="0" y="229362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8" name="object 4868"/>
            <p:cNvSpPr/>
            <p:nvPr/>
          </p:nvSpPr>
          <p:spPr>
            <a:xfrm>
              <a:off x="1005992" y="2098424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5" h="43180">
                  <a:moveTo>
                    <a:pt x="43434" y="0"/>
                  </a:moveTo>
                  <a:lnTo>
                    <a:pt x="0" y="0"/>
                  </a:lnTo>
                  <a:lnTo>
                    <a:pt x="22098" y="42672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9" name="object 4869"/>
            <p:cNvSpPr/>
            <p:nvPr/>
          </p:nvSpPr>
          <p:spPr>
            <a:xfrm>
              <a:off x="1005992" y="2098424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5" h="43180">
                  <a:moveTo>
                    <a:pt x="0" y="0"/>
                  </a:moveTo>
                  <a:lnTo>
                    <a:pt x="22098" y="42672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0" name="object 4870"/>
            <p:cNvSpPr/>
            <p:nvPr/>
          </p:nvSpPr>
          <p:spPr>
            <a:xfrm>
              <a:off x="1004468" y="2097662"/>
              <a:ext cx="25400" cy="47625"/>
            </a:xfrm>
            <a:custGeom>
              <a:avLst/>
              <a:gdLst/>
              <a:ahLst/>
              <a:cxnLst/>
              <a:rect l="l" t="t" r="r" b="b"/>
              <a:pathLst>
                <a:path w="25400" h="47625">
                  <a:moveTo>
                    <a:pt x="25146" y="44196"/>
                  </a:moveTo>
                  <a:lnTo>
                    <a:pt x="21336" y="41910"/>
                  </a:lnTo>
                  <a:lnTo>
                    <a:pt x="23622" y="38862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3622" y="47244"/>
                  </a:lnTo>
                  <a:lnTo>
                    <a:pt x="25146" y="441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1" name="object 4871"/>
            <p:cNvSpPr/>
            <p:nvPr/>
          </p:nvSpPr>
          <p:spPr>
            <a:xfrm>
              <a:off x="1004468" y="2097662"/>
              <a:ext cx="25400" cy="47625"/>
            </a:xfrm>
            <a:custGeom>
              <a:avLst/>
              <a:gdLst/>
              <a:ahLst/>
              <a:cxnLst/>
              <a:rect l="l" t="t" r="r" b="b"/>
              <a:pathLst>
                <a:path w="25400" h="47625">
                  <a:moveTo>
                    <a:pt x="0" y="1524"/>
                  </a:moveTo>
                  <a:lnTo>
                    <a:pt x="3048" y="0"/>
                  </a:lnTo>
                  <a:lnTo>
                    <a:pt x="23622" y="38862"/>
                  </a:lnTo>
                  <a:lnTo>
                    <a:pt x="21336" y="41910"/>
                  </a:lnTo>
                  <a:lnTo>
                    <a:pt x="25146" y="44196"/>
                  </a:lnTo>
                  <a:lnTo>
                    <a:pt x="23622" y="47244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2" name="object 4872"/>
            <p:cNvSpPr/>
            <p:nvPr/>
          </p:nvSpPr>
          <p:spPr>
            <a:xfrm>
              <a:off x="1025804" y="2096138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4" h="45719">
                  <a:moveTo>
                    <a:pt x="25907" y="0"/>
                  </a:moveTo>
                  <a:lnTo>
                    <a:pt x="23621" y="0"/>
                  </a:lnTo>
                  <a:lnTo>
                    <a:pt x="23621" y="3810"/>
                  </a:lnTo>
                  <a:lnTo>
                    <a:pt x="19811" y="3810"/>
                  </a:lnTo>
                  <a:lnTo>
                    <a:pt x="0" y="43434"/>
                  </a:lnTo>
                  <a:lnTo>
                    <a:pt x="3809" y="45720"/>
                  </a:lnTo>
                  <a:lnTo>
                    <a:pt x="259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3" name="object 4873"/>
            <p:cNvSpPr/>
            <p:nvPr/>
          </p:nvSpPr>
          <p:spPr>
            <a:xfrm>
              <a:off x="1025804" y="2096138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4" h="45719">
                  <a:moveTo>
                    <a:pt x="3809" y="45720"/>
                  </a:moveTo>
                  <a:lnTo>
                    <a:pt x="0" y="43434"/>
                  </a:lnTo>
                  <a:lnTo>
                    <a:pt x="19811" y="3810"/>
                  </a:lnTo>
                  <a:lnTo>
                    <a:pt x="23621" y="3810"/>
                  </a:lnTo>
                  <a:lnTo>
                    <a:pt x="23621" y="0"/>
                  </a:lnTo>
                  <a:lnTo>
                    <a:pt x="25907" y="0"/>
                  </a:lnTo>
                  <a:lnTo>
                    <a:pt x="3809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4" name="object 4874"/>
            <p:cNvSpPr/>
            <p:nvPr/>
          </p:nvSpPr>
          <p:spPr>
            <a:xfrm>
              <a:off x="1002944" y="2096138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90" h="3810">
                  <a:moveTo>
                    <a:pt x="46481" y="3810"/>
                  </a:moveTo>
                  <a:lnTo>
                    <a:pt x="46481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4571" y="1524"/>
                  </a:lnTo>
                  <a:lnTo>
                    <a:pt x="6095" y="3810"/>
                  </a:lnTo>
                  <a:lnTo>
                    <a:pt x="4648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5" name="object 4875"/>
            <p:cNvSpPr/>
            <p:nvPr/>
          </p:nvSpPr>
          <p:spPr>
            <a:xfrm>
              <a:off x="1002944" y="2096138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90" h="3810">
                  <a:moveTo>
                    <a:pt x="46481" y="0"/>
                  </a:moveTo>
                  <a:lnTo>
                    <a:pt x="46481" y="3810"/>
                  </a:lnTo>
                  <a:lnTo>
                    <a:pt x="6095" y="3810"/>
                  </a:lnTo>
                  <a:lnTo>
                    <a:pt x="4571" y="1524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4648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6" name="object 4876"/>
            <p:cNvSpPr/>
            <p:nvPr/>
          </p:nvSpPr>
          <p:spPr>
            <a:xfrm>
              <a:off x="1146200" y="207404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09" y="0"/>
                  </a:move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7" name="object 4877"/>
            <p:cNvSpPr/>
            <p:nvPr/>
          </p:nvSpPr>
          <p:spPr>
            <a:xfrm>
              <a:off x="1146200" y="207404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8" name="object 4878"/>
            <p:cNvSpPr/>
            <p:nvPr/>
          </p:nvSpPr>
          <p:spPr>
            <a:xfrm>
              <a:off x="1146200" y="191173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9" name="object 4879"/>
            <p:cNvSpPr/>
            <p:nvPr/>
          </p:nvSpPr>
          <p:spPr>
            <a:xfrm>
              <a:off x="1146200" y="191173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0" name="object 4880"/>
            <p:cNvSpPr/>
            <p:nvPr/>
          </p:nvSpPr>
          <p:spPr>
            <a:xfrm>
              <a:off x="1146200" y="1911734"/>
              <a:ext cx="3810" cy="162560"/>
            </a:xfrm>
            <a:custGeom>
              <a:avLst/>
              <a:gdLst/>
              <a:ahLst/>
              <a:cxnLst/>
              <a:rect l="l" t="t" r="r" b="b"/>
              <a:pathLst>
                <a:path w="3809" h="162560">
                  <a:moveTo>
                    <a:pt x="3809" y="0"/>
                  </a:moveTo>
                  <a:lnTo>
                    <a:pt x="3809" y="162305"/>
                  </a:lnTo>
                  <a:lnTo>
                    <a:pt x="0" y="162305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1" name="object 4881"/>
            <p:cNvSpPr/>
            <p:nvPr/>
          </p:nvSpPr>
          <p:spPr>
            <a:xfrm>
              <a:off x="1146200" y="1911734"/>
              <a:ext cx="3810" cy="162560"/>
            </a:xfrm>
            <a:custGeom>
              <a:avLst/>
              <a:gdLst/>
              <a:ahLst/>
              <a:cxnLst/>
              <a:rect l="l" t="t" r="r" b="b"/>
              <a:pathLst>
                <a:path w="3809" h="162560">
                  <a:moveTo>
                    <a:pt x="3809" y="0"/>
                  </a:moveTo>
                  <a:lnTo>
                    <a:pt x="3809" y="162305"/>
                  </a:lnTo>
                  <a:lnTo>
                    <a:pt x="0" y="162305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2" name="object 4882"/>
            <p:cNvSpPr/>
            <p:nvPr/>
          </p:nvSpPr>
          <p:spPr>
            <a:xfrm>
              <a:off x="1126388" y="2032130"/>
              <a:ext cx="43180" cy="41910"/>
            </a:xfrm>
            <a:custGeom>
              <a:avLst/>
              <a:gdLst/>
              <a:ahLst/>
              <a:cxnLst/>
              <a:rect l="l" t="t" r="r" b="b"/>
              <a:pathLst>
                <a:path w="43180" h="41910">
                  <a:moveTo>
                    <a:pt x="42672" y="0"/>
                  </a:moveTo>
                  <a:lnTo>
                    <a:pt x="0" y="0"/>
                  </a:lnTo>
                  <a:lnTo>
                    <a:pt x="21336" y="41910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3" name="object 4883"/>
            <p:cNvSpPr/>
            <p:nvPr/>
          </p:nvSpPr>
          <p:spPr>
            <a:xfrm>
              <a:off x="1126388" y="2032130"/>
              <a:ext cx="43180" cy="41910"/>
            </a:xfrm>
            <a:custGeom>
              <a:avLst/>
              <a:gdLst/>
              <a:ahLst/>
              <a:cxnLst/>
              <a:rect l="l" t="t" r="r" b="b"/>
              <a:pathLst>
                <a:path w="43180" h="41910">
                  <a:moveTo>
                    <a:pt x="0" y="0"/>
                  </a:moveTo>
                  <a:lnTo>
                    <a:pt x="21336" y="41910"/>
                  </a:lnTo>
                  <a:lnTo>
                    <a:pt x="4267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4" name="object 4884"/>
            <p:cNvSpPr/>
            <p:nvPr/>
          </p:nvSpPr>
          <p:spPr>
            <a:xfrm>
              <a:off x="1124864" y="2030606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5" h="48260">
                  <a:moveTo>
                    <a:pt x="24384" y="44958"/>
                  </a:moveTo>
                  <a:lnTo>
                    <a:pt x="21336" y="42672"/>
                  </a:lnTo>
                  <a:lnTo>
                    <a:pt x="22860" y="39624"/>
                  </a:lnTo>
                  <a:lnTo>
                    <a:pt x="3048" y="0"/>
                  </a:lnTo>
                  <a:lnTo>
                    <a:pt x="0" y="2286"/>
                  </a:lnTo>
                  <a:lnTo>
                    <a:pt x="22860" y="48006"/>
                  </a:lnTo>
                  <a:lnTo>
                    <a:pt x="24384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5" name="object 4885"/>
            <p:cNvSpPr/>
            <p:nvPr/>
          </p:nvSpPr>
          <p:spPr>
            <a:xfrm>
              <a:off x="1124864" y="2030606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5" h="48260">
                  <a:moveTo>
                    <a:pt x="0" y="2286"/>
                  </a:moveTo>
                  <a:lnTo>
                    <a:pt x="3048" y="0"/>
                  </a:lnTo>
                  <a:lnTo>
                    <a:pt x="22860" y="39624"/>
                  </a:lnTo>
                  <a:lnTo>
                    <a:pt x="21336" y="42672"/>
                  </a:lnTo>
                  <a:lnTo>
                    <a:pt x="24384" y="44958"/>
                  </a:lnTo>
                  <a:lnTo>
                    <a:pt x="22860" y="48006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6" name="object 4886"/>
            <p:cNvSpPr/>
            <p:nvPr/>
          </p:nvSpPr>
          <p:spPr>
            <a:xfrm>
              <a:off x="1146200" y="2029844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4" h="45719">
                  <a:moveTo>
                    <a:pt x="25907" y="0"/>
                  </a:moveTo>
                  <a:lnTo>
                    <a:pt x="22859" y="0"/>
                  </a:lnTo>
                  <a:lnTo>
                    <a:pt x="22859" y="3810"/>
                  </a:lnTo>
                  <a:lnTo>
                    <a:pt x="19811" y="3810"/>
                  </a:lnTo>
                  <a:lnTo>
                    <a:pt x="0" y="43434"/>
                  </a:lnTo>
                  <a:lnTo>
                    <a:pt x="3047" y="45720"/>
                  </a:lnTo>
                  <a:lnTo>
                    <a:pt x="259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7" name="object 4887"/>
            <p:cNvSpPr/>
            <p:nvPr/>
          </p:nvSpPr>
          <p:spPr>
            <a:xfrm>
              <a:off x="1146200" y="2029844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4" h="45719">
                  <a:moveTo>
                    <a:pt x="3047" y="45720"/>
                  </a:moveTo>
                  <a:lnTo>
                    <a:pt x="0" y="43434"/>
                  </a:lnTo>
                  <a:lnTo>
                    <a:pt x="19811" y="3810"/>
                  </a:lnTo>
                  <a:lnTo>
                    <a:pt x="22859" y="3810"/>
                  </a:lnTo>
                  <a:lnTo>
                    <a:pt x="22859" y="0"/>
                  </a:lnTo>
                  <a:lnTo>
                    <a:pt x="25907" y="0"/>
                  </a:lnTo>
                  <a:lnTo>
                    <a:pt x="3047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8" name="object 4888"/>
            <p:cNvSpPr/>
            <p:nvPr/>
          </p:nvSpPr>
          <p:spPr>
            <a:xfrm>
              <a:off x="1123340" y="2029844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3810"/>
                  </a:moveTo>
                  <a:lnTo>
                    <a:pt x="45719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4571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9" name="object 4889"/>
            <p:cNvSpPr/>
            <p:nvPr/>
          </p:nvSpPr>
          <p:spPr>
            <a:xfrm>
              <a:off x="1123340" y="2029844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0"/>
                  </a:moveTo>
                  <a:lnTo>
                    <a:pt x="45719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4571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0" name="object 4890"/>
            <p:cNvSpPr/>
            <p:nvPr/>
          </p:nvSpPr>
          <p:spPr>
            <a:xfrm>
              <a:off x="898550" y="219900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09" y="0"/>
                  </a:move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1" name="object 4891"/>
            <p:cNvSpPr/>
            <p:nvPr/>
          </p:nvSpPr>
          <p:spPr>
            <a:xfrm>
              <a:off x="898550" y="219900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2" name="object 4892"/>
            <p:cNvSpPr/>
            <p:nvPr/>
          </p:nvSpPr>
          <p:spPr>
            <a:xfrm>
              <a:off x="898550" y="191173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3" name="object 4893"/>
            <p:cNvSpPr/>
            <p:nvPr/>
          </p:nvSpPr>
          <p:spPr>
            <a:xfrm>
              <a:off x="898550" y="191173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4" name="object 4894"/>
            <p:cNvSpPr/>
            <p:nvPr/>
          </p:nvSpPr>
          <p:spPr>
            <a:xfrm>
              <a:off x="898550" y="1911734"/>
              <a:ext cx="3810" cy="287655"/>
            </a:xfrm>
            <a:custGeom>
              <a:avLst/>
              <a:gdLst/>
              <a:ahLst/>
              <a:cxnLst/>
              <a:rect l="l" t="t" r="r" b="b"/>
              <a:pathLst>
                <a:path w="3809" h="287655">
                  <a:moveTo>
                    <a:pt x="3809" y="0"/>
                  </a:moveTo>
                  <a:lnTo>
                    <a:pt x="3809" y="287274"/>
                  </a:lnTo>
                  <a:lnTo>
                    <a:pt x="0" y="287274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5" name="object 4895"/>
            <p:cNvSpPr/>
            <p:nvPr/>
          </p:nvSpPr>
          <p:spPr>
            <a:xfrm>
              <a:off x="898550" y="1911734"/>
              <a:ext cx="3810" cy="287655"/>
            </a:xfrm>
            <a:custGeom>
              <a:avLst/>
              <a:gdLst/>
              <a:ahLst/>
              <a:cxnLst/>
              <a:rect l="l" t="t" r="r" b="b"/>
              <a:pathLst>
                <a:path w="3809" h="287655">
                  <a:moveTo>
                    <a:pt x="3809" y="0"/>
                  </a:moveTo>
                  <a:lnTo>
                    <a:pt x="3809" y="287274"/>
                  </a:lnTo>
                  <a:lnTo>
                    <a:pt x="0" y="287274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6" name="object 4896"/>
            <p:cNvSpPr/>
            <p:nvPr/>
          </p:nvSpPr>
          <p:spPr>
            <a:xfrm>
              <a:off x="878738" y="2156336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5" h="43180">
                  <a:moveTo>
                    <a:pt x="43434" y="0"/>
                  </a:moveTo>
                  <a:lnTo>
                    <a:pt x="0" y="0"/>
                  </a:lnTo>
                  <a:lnTo>
                    <a:pt x="22098" y="42672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7" name="object 4897"/>
            <p:cNvSpPr/>
            <p:nvPr/>
          </p:nvSpPr>
          <p:spPr>
            <a:xfrm>
              <a:off x="878738" y="2156336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5" h="43180">
                  <a:moveTo>
                    <a:pt x="0" y="0"/>
                  </a:moveTo>
                  <a:lnTo>
                    <a:pt x="22098" y="42672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8" name="object 4898"/>
            <p:cNvSpPr/>
            <p:nvPr/>
          </p:nvSpPr>
          <p:spPr>
            <a:xfrm>
              <a:off x="877214" y="2155574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25146" y="44196"/>
                  </a:moveTo>
                  <a:lnTo>
                    <a:pt x="22098" y="42672"/>
                  </a:lnTo>
                  <a:lnTo>
                    <a:pt x="23622" y="39624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23622" y="48006"/>
                  </a:lnTo>
                  <a:lnTo>
                    <a:pt x="25146" y="441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9" name="object 4899"/>
            <p:cNvSpPr/>
            <p:nvPr/>
          </p:nvSpPr>
          <p:spPr>
            <a:xfrm>
              <a:off x="877214" y="2155574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0" y="1524"/>
                  </a:moveTo>
                  <a:lnTo>
                    <a:pt x="3810" y="0"/>
                  </a:lnTo>
                  <a:lnTo>
                    <a:pt x="23622" y="39624"/>
                  </a:lnTo>
                  <a:lnTo>
                    <a:pt x="22098" y="42672"/>
                  </a:lnTo>
                  <a:lnTo>
                    <a:pt x="25146" y="44196"/>
                  </a:lnTo>
                  <a:lnTo>
                    <a:pt x="23622" y="4800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0" name="object 4900"/>
            <p:cNvSpPr/>
            <p:nvPr/>
          </p:nvSpPr>
          <p:spPr>
            <a:xfrm>
              <a:off x="899312" y="2154812"/>
              <a:ext cx="26034" cy="45085"/>
            </a:xfrm>
            <a:custGeom>
              <a:avLst/>
              <a:gdLst/>
              <a:ahLst/>
              <a:cxnLst/>
              <a:rect l="l" t="t" r="r" b="b"/>
              <a:pathLst>
                <a:path w="26034" h="45085">
                  <a:moveTo>
                    <a:pt x="25907" y="0"/>
                  </a:moveTo>
                  <a:lnTo>
                    <a:pt x="22859" y="0"/>
                  </a:lnTo>
                  <a:lnTo>
                    <a:pt x="22859" y="3810"/>
                  </a:lnTo>
                  <a:lnTo>
                    <a:pt x="19811" y="3810"/>
                  </a:lnTo>
                  <a:lnTo>
                    <a:pt x="0" y="43434"/>
                  </a:lnTo>
                  <a:lnTo>
                    <a:pt x="3047" y="44958"/>
                  </a:lnTo>
                  <a:lnTo>
                    <a:pt x="259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1" name="object 4901"/>
            <p:cNvSpPr/>
            <p:nvPr/>
          </p:nvSpPr>
          <p:spPr>
            <a:xfrm>
              <a:off x="899312" y="2154812"/>
              <a:ext cx="26034" cy="45085"/>
            </a:xfrm>
            <a:custGeom>
              <a:avLst/>
              <a:gdLst/>
              <a:ahLst/>
              <a:cxnLst/>
              <a:rect l="l" t="t" r="r" b="b"/>
              <a:pathLst>
                <a:path w="26034" h="45085">
                  <a:moveTo>
                    <a:pt x="3047" y="44958"/>
                  </a:moveTo>
                  <a:lnTo>
                    <a:pt x="0" y="43434"/>
                  </a:lnTo>
                  <a:lnTo>
                    <a:pt x="19811" y="3810"/>
                  </a:lnTo>
                  <a:lnTo>
                    <a:pt x="22859" y="3810"/>
                  </a:lnTo>
                  <a:lnTo>
                    <a:pt x="22859" y="0"/>
                  </a:lnTo>
                  <a:lnTo>
                    <a:pt x="25907" y="0"/>
                  </a:lnTo>
                  <a:lnTo>
                    <a:pt x="3047" y="449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2" name="object 4902"/>
            <p:cNvSpPr/>
            <p:nvPr/>
          </p:nvSpPr>
          <p:spPr>
            <a:xfrm>
              <a:off x="875690" y="2154812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90" h="3810">
                  <a:moveTo>
                    <a:pt x="46481" y="3810"/>
                  </a:moveTo>
                  <a:lnTo>
                    <a:pt x="46481" y="0"/>
                  </a:lnTo>
                  <a:lnTo>
                    <a:pt x="0" y="0"/>
                  </a:lnTo>
                  <a:lnTo>
                    <a:pt x="1523" y="2286"/>
                  </a:lnTo>
                  <a:lnTo>
                    <a:pt x="5333" y="762"/>
                  </a:lnTo>
                  <a:lnTo>
                    <a:pt x="6857" y="3810"/>
                  </a:lnTo>
                  <a:lnTo>
                    <a:pt x="4648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3" name="object 4903"/>
            <p:cNvSpPr/>
            <p:nvPr/>
          </p:nvSpPr>
          <p:spPr>
            <a:xfrm>
              <a:off x="875690" y="2154812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90" h="3810">
                  <a:moveTo>
                    <a:pt x="46481" y="0"/>
                  </a:moveTo>
                  <a:lnTo>
                    <a:pt x="46481" y="3810"/>
                  </a:lnTo>
                  <a:lnTo>
                    <a:pt x="6857" y="3810"/>
                  </a:lnTo>
                  <a:lnTo>
                    <a:pt x="5333" y="762"/>
                  </a:lnTo>
                  <a:lnTo>
                    <a:pt x="1523" y="2286"/>
                  </a:lnTo>
                  <a:lnTo>
                    <a:pt x="0" y="0"/>
                  </a:lnTo>
                  <a:lnTo>
                    <a:pt x="4648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4" name="object 4904"/>
            <p:cNvSpPr/>
            <p:nvPr/>
          </p:nvSpPr>
          <p:spPr>
            <a:xfrm>
              <a:off x="1262024" y="204432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09" y="0"/>
                  </a:move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5" name="object 4905"/>
            <p:cNvSpPr/>
            <p:nvPr/>
          </p:nvSpPr>
          <p:spPr>
            <a:xfrm>
              <a:off x="1262024" y="204432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6" name="object 4906"/>
            <p:cNvSpPr/>
            <p:nvPr/>
          </p:nvSpPr>
          <p:spPr>
            <a:xfrm>
              <a:off x="1262024" y="191173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7" name="object 4907"/>
            <p:cNvSpPr/>
            <p:nvPr/>
          </p:nvSpPr>
          <p:spPr>
            <a:xfrm>
              <a:off x="1262024" y="191173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8" name="object 4908"/>
            <p:cNvSpPr/>
            <p:nvPr/>
          </p:nvSpPr>
          <p:spPr>
            <a:xfrm>
              <a:off x="1262024" y="1911734"/>
              <a:ext cx="3810" cy="132715"/>
            </a:xfrm>
            <a:custGeom>
              <a:avLst/>
              <a:gdLst/>
              <a:ahLst/>
              <a:cxnLst/>
              <a:rect l="l" t="t" r="r" b="b"/>
              <a:pathLst>
                <a:path w="3809" h="132714">
                  <a:moveTo>
                    <a:pt x="3809" y="0"/>
                  </a:moveTo>
                  <a:lnTo>
                    <a:pt x="3809" y="132587"/>
                  </a:lnTo>
                  <a:lnTo>
                    <a:pt x="0" y="132587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9" name="object 4909"/>
            <p:cNvSpPr/>
            <p:nvPr/>
          </p:nvSpPr>
          <p:spPr>
            <a:xfrm>
              <a:off x="1262024" y="1911734"/>
              <a:ext cx="3810" cy="132715"/>
            </a:xfrm>
            <a:custGeom>
              <a:avLst/>
              <a:gdLst/>
              <a:ahLst/>
              <a:cxnLst/>
              <a:rect l="l" t="t" r="r" b="b"/>
              <a:pathLst>
                <a:path w="3809" h="132714">
                  <a:moveTo>
                    <a:pt x="3809" y="0"/>
                  </a:moveTo>
                  <a:lnTo>
                    <a:pt x="3809" y="132587"/>
                  </a:lnTo>
                  <a:lnTo>
                    <a:pt x="0" y="132587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0" name="object 4910"/>
            <p:cNvSpPr/>
            <p:nvPr/>
          </p:nvSpPr>
          <p:spPr>
            <a:xfrm>
              <a:off x="1242212" y="2001650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42672" y="0"/>
                  </a:moveTo>
                  <a:lnTo>
                    <a:pt x="0" y="0"/>
                  </a:lnTo>
                  <a:lnTo>
                    <a:pt x="21336" y="42672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1" name="object 4911"/>
            <p:cNvSpPr/>
            <p:nvPr/>
          </p:nvSpPr>
          <p:spPr>
            <a:xfrm>
              <a:off x="1242212" y="2001650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0" y="0"/>
                  </a:moveTo>
                  <a:lnTo>
                    <a:pt x="21336" y="42672"/>
                  </a:lnTo>
                  <a:lnTo>
                    <a:pt x="4267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2" name="object 4912"/>
            <p:cNvSpPr/>
            <p:nvPr/>
          </p:nvSpPr>
          <p:spPr>
            <a:xfrm>
              <a:off x="1240688" y="2000888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25146" y="44196"/>
                  </a:moveTo>
                  <a:lnTo>
                    <a:pt x="21336" y="42672"/>
                  </a:lnTo>
                  <a:lnTo>
                    <a:pt x="22860" y="39624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22860" y="48006"/>
                  </a:lnTo>
                  <a:lnTo>
                    <a:pt x="25146" y="441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3" name="object 4913"/>
            <p:cNvSpPr/>
            <p:nvPr/>
          </p:nvSpPr>
          <p:spPr>
            <a:xfrm>
              <a:off x="1240688" y="2000888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0" y="1524"/>
                  </a:moveTo>
                  <a:lnTo>
                    <a:pt x="3810" y="0"/>
                  </a:lnTo>
                  <a:lnTo>
                    <a:pt x="22860" y="39624"/>
                  </a:lnTo>
                  <a:lnTo>
                    <a:pt x="21336" y="42672"/>
                  </a:lnTo>
                  <a:lnTo>
                    <a:pt x="25146" y="44196"/>
                  </a:lnTo>
                  <a:lnTo>
                    <a:pt x="22860" y="4800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4" name="object 4914"/>
            <p:cNvSpPr/>
            <p:nvPr/>
          </p:nvSpPr>
          <p:spPr>
            <a:xfrm>
              <a:off x="1262024" y="2000126"/>
              <a:ext cx="26034" cy="45085"/>
            </a:xfrm>
            <a:custGeom>
              <a:avLst/>
              <a:gdLst/>
              <a:ahLst/>
              <a:cxnLst/>
              <a:rect l="l" t="t" r="r" b="b"/>
              <a:pathLst>
                <a:path w="26034" h="45085">
                  <a:moveTo>
                    <a:pt x="25907" y="0"/>
                  </a:moveTo>
                  <a:lnTo>
                    <a:pt x="22859" y="0"/>
                  </a:lnTo>
                  <a:lnTo>
                    <a:pt x="22859" y="3810"/>
                  </a:lnTo>
                  <a:lnTo>
                    <a:pt x="19811" y="3810"/>
                  </a:lnTo>
                  <a:lnTo>
                    <a:pt x="0" y="43434"/>
                  </a:lnTo>
                  <a:lnTo>
                    <a:pt x="3809" y="44958"/>
                  </a:lnTo>
                  <a:lnTo>
                    <a:pt x="259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5" name="object 4915"/>
            <p:cNvSpPr/>
            <p:nvPr/>
          </p:nvSpPr>
          <p:spPr>
            <a:xfrm>
              <a:off x="1262024" y="2000126"/>
              <a:ext cx="26034" cy="45085"/>
            </a:xfrm>
            <a:custGeom>
              <a:avLst/>
              <a:gdLst/>
              <a:ahLst/>
              <a:cxnLst/>
              <a:rect l="l" t="t" r="r" b="b"/>
              <a:pathLst>
                <a:path w="26034" h="45085">
                  <a:moveTo>
                    <a:pt x="3809" y="44958"/>
                  </a:moveTo>
                  <a:lnTo>
                    <a:pt x="0" y="43434"/>
                  </a:lnTo>
                  <a:lnTo>
                    <a:pt x="19811" y="3810"/>
                  </a:lnTo>
                  <a:lnTo>
                    <a:pt x="22859" y="3810"/>
                  </a:lnTo>
                  <a:lnTo>
                    <a:pt x="22859" y="0"/>
                  </a:lnTo>
                  <a:lnTo>
                    <a:pt x="25907" y="0"/>
                  </a:lnTo>
                  <a:lnTo>
                    <a:pt x="3809" y="449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6" name="object 4916"/>
            <p:cNvSpPr/>
            <p:nvPr/>
          </p:nvSpPr>
          <p:spPr>
            <a:xfrm>
              <a:off x="1239164" y="2000126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3810"/>
                  </a:moveTo>
                  <a:lnTo>
                    <a:pt x="45719" y="0"/>
                  </a:lnTo>
                  <a:lnTo>
                    <a:pt x="0" y="0"/>
                  </a:lnTo>
                  <a:lnTo>
                    <a:pt x="1523" y="2286"/>
                  </a:lnTo>
                  <a:lnTo>
                    <a:pt x="5333" y="762"/>
                  </a:lnTo>
                  <a:lnTo>
                    <a:pt x="6857" y="3810"/>
                  </a:lnTo>
                  <a:lnTo>
                    <a:pt x="4571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7" name="object 4917"/>
            <p:cNvSpPr/>
            <p:nvPr/>
          </p:nvSpPr>
          <p:spPr>
            <a:xfrm>
              <a:off x="1239164" y="2000126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0"/>
                  </a:moveTo>
                  <a:lnTo>
                    <a:pt x="45719" y="3810"/>
                  </a:lnTo>
                  <a:lnTo>
                    <a:pt x="6857" y="3810"/>
                  </a:lnTo>
                  <a:lnTo>
                    <a:pt x="5333" y="762"/>
                  </a:lnTo>
                  <a:lnTo>
                    <a:pt x="1523" y="2286"/>
                  </a:lnTo>
                  <a:lnTo>
                    <a:pt x="0" y="0"/>
                  </a:lnTo>
                  <a:lnTo>
                    <a:pt x="4571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8" name="object 4918"/>
            <p:cNvSpPr/>
            <p:nvPr/>
          </p:nvSpPr>
          <p:spPr>
            <a:xfrm>
              <a:off x="2587904" y="1804292"/>
              <a:ext cx="100965" cy="104775"/>
            </a:xfrm>
            <a:custGeom>
              <a:avLst/>
              <a:gdLst/>
              <a:ahLst/>
              <a:cxnLst/>
              <a:rect l="l" t="t" r="r" b="b"/>
              <a:pathLst>
                <a:path w="100964" h="104775">
                  <a:moveTo>
                    <a:pt x="0" y="104394"/>
                  </a:moveTo>
                  <a:lnTo>
                    <a:pt x="0" y="0"/>
                  </a:lnTo>
                  <a:lnTo>
                    <a:pt x="100584" y="0"/>
                  </a:lnTo>
                  <a:lnTo>
                    <a:pt x="100584" y="104394"/>
                  </a:lnTo>
                  <a:lnTo>
                    <a:pt x="0" y="104394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9" name="object 4919"/>
            <p:cNvSpPr/>
            <p:nvPr/>
          </p:nvSpPr>
          <p:spPr>
            <a:xfrm>
              <a:off x="2587891" y="1802018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69" h="5080">
                  <a:moveTo>
                    <a:pt x="102870" y="0"/>
                  </a:moveTo>
                  <a:lnTo>
                    <a:pt x="9779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97790" y="4572"/>
                  </a:lnTo>
                  <a:lnTo>
                    <a:pt x="97790" y="2286"/>
                  </a:lnTo>
                  <a:lnTo>
                    <a:pt x="102870" y="2286"/>
                  </a:lnTo>
                  <a:lnTo>
                    <a:pt x="1028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0" name="object 4920"/>
            <p:cNvSpPr/>
            <p:nvPr/>
          </p:nvSpPr>
          <p:spPr>
            <a:xfrm>
              <a:off x="2587904" y="1802006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69" h="5080">
                  <a:moveTo>
                    <a:pt x="0" y="4572"/>
                  </a:moveTo>
                  <a:lnTo>
                    <a:pt x="0" y="0"/>
                  </a:lnTo>
                  <a:lnTo>
                    <a:pt x="102870" y="0"/>
                  </a:lnTo>
                  <a:lnTo>
                    <a:pt x="102870" y="2286"/>
                  </a:lnTo>
                  <a:lnTo>
                    <a:pt x="98298" y="2286"/>
                  </a:lnTo>
                  <a:lnTo>
                    <a:pt x="98298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1" name="object 4921"/>
            <p:cNvSpPr/>
            <p:nvPr/>
          </p:nvSpPr>
          <p:spPr>
            <a:xfrm>
              <a:off x="2686189" y="1804304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80" h="106680">
                  <a:moveTo>
                    <a:pt x="508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102108"/>
                  </a:lnTo>
                  <a:lnTo>
                    <a:pt x="2540" y="102108"/>
                  </a:lnTo>
                  <a:lnTo>
                    <a:pt x="2540" y="106680"/>
                  </a:lnTo>
                  <a:lnTo>
                    <a:pt x="5080" y="10668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2" name="object 4922"/>
            <p:cNvSpPr/>
            <p:nvPr/>
          </p:nvSpPr>
          <p:spPr>
            <a:xfrm>
              <a:off x="2686202" y="1804292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80" h="106680">
                  <a:moveTo>
                    <a:pt x="0" y="0"/>
                  </a:moveTo>
                  <a:lnTo>
                    <a:pt x="4572" y="0"/>
                  </a:lnTo>
                  <a:lnTo>
                    <a:pt x="4572" y="106680"/>
                  </a:lnTo>
                  <a:lnTo>
                    <a:pt x="2286" y="106680"/>
                  </a:lnTo>
                  <a:lnTo>
                    <a:pt x="2286" y="102107"/>
                  </a:lnTo>
                  <a:lnTo>
                    <a:pt x="0" y="10210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3" name="object 4923"/>
            <p:cNvSpPr/>
            <p:nvPr/>
          </p:nvSpPr>
          <p:spPr>
            <a:xfrm>
              <a:off x="2585605" y="1906412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69" h="5080">
                  <a:moveTo>
                    <a:pt x="102870" y="0"/>
                  </a:moveTo>
                  <a:lnTo>
                    <a:pt x="5080" y="0"/>
                  </a:lnTo>
                  <a:lnTo>
                    <a:pt x="5080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5080" y="4572"/>
                  </a:lnTo>
                  <a:lnTo>
                    <a:pt x="102870" y="4572"/>
                  </a:lnTo>
                  <a:lnTo>
                    <a:pt x="1028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4" name="object 4924"/>
            <p:cNvSpPr/>
            <p:nvPr/>
          </p:nvSpPr>
          <p:spPr>
            <a:xfrm>
              <a:off x="2585618" y="1906400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69" h="5080">
                  <a:moveTo>
                    <a:pt x="102869" y="0"/>
                  </a:moveTo>
                  <a:lnTo>
                    <a:pt x="102869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1" y="2286"/>
                  </a:lnTo>
                  <a:lnTo>
                    <a:pt x="4571" y="0"/>
                  </a:lnTo>
                  <a:lnTo>
                    <a:pt x="10286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5" name="object 4925"/>
            <p:cNvSpPr/>
            <p:nvPr/>
          </p:nvSpPr>
          <p:spPr>
            <a:xfrm>
              <a:off x="2585097" y="1802018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80" h="106680">
                  <a:moveTo>
                    <a:pt x="5080" y="4572"/>
                  </a:moveTo>
                  <a:lnTo>
                    <a:pt x="2540" y="4572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06680"/>
                  </a:lnTo>
                  <a:lnTo>
                    <a:pt x="2540" y="106680"/>
                  </a:lnTo>
                  <a:lnTo>
                    <a:pt x="5080" y="106680"/>
                  </a:lnTo>
                  <a:lnTo>
                    <a:pt x="508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6" name="object 4926"/>
            <p:cNvSpPr/>
            <p:nvPr/>
          </p:nvSpPr>
          <p:spPr>
            <a:xfrm>
              <a:off x="2585618" y="1802006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80" h="106680">
                  <a:moveTo>
                    <a:pt x="4572" y="106679"/>
                  </a:moveTo>
                  <a:lnTo>
                    <a:pt x="0" y="106679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0667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7" name="object 4927"/>
            <p:cNvSpPr/>
            <p:nvPr/>
          </p:nvSpPr>
          <p:spPr>
            <a:xfrm>
              <a:off x="2682392" y="180505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572" y="3048"/>
                  </a:moveTo>
                  <a:lnTo>
                    <a:pt x="1523" y="0"/>
                  </a:lnTo>
                  <a:lnTo>
                    <a:pt x="0" y="1524"/>
                  </a:lnTo>
                  <a:lnTo>
                    <a:pt x="3048" y="4572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8" name="object 4928"/>
            <p:cNvSpPr/>
            <p:nvPr/>
          </p:nvSpPr>
          <p:spPr>
            <a:xfrm>
              <a:off x="2682392" y="180505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0" y="1524"/>
                  </a:moveTo>
                  <a:lnTo>
                    <a:pt x="1523" y="0"/>
                  </a:lnTo>
                  <a:lnTo>
                    <a:pt x="4572" y="3048"/>
                  </a:lnTo>
                  <a:lnTo>
                    <a:pt x="3048" y="4572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9" name="object 4929"/>
            <p:cNvSpPr/>
            <p:nvPr/>
          </p:nvSpPr>
          <p:spPr>
            <a:xfrm>
              <a:off x="2588666" y="190182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3" y="3048"/>
                  </a:moveTo>
                  <a:lnTo>
                    <a:pt x="1523" y="0"/>
                  </a:lnTo>
                  <a:lnTo>
                    <a:pt x="0" y="1524"/>
                  </a:lnTo>
                  <a:lnTo>
                    <a:pt x="3047" y="4572"/>
                  </a:lnTo>
                  <a:lnTo>
                    <a:pt x="5333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0" name="object 4930"/>
            <p:cNvSpPr/>
            <p:nvPr/>
          </p:nvSpPr>
          <p:spPr>
            <a:xfrm>
              <a:off x="2588666" y="190182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3" y="3048"/>
                  </a:moveTo>
                  <a:lnTo>
                    <a:pt x="3047" y="4572"/>
                  </a:lnTo>
                  <a:lnTo>
                    <a:pt x="0" y="1524"/>
                  </a:lnTo>
                  <a:lnTo>
                    <a:pt x="1523" y="0"/>
                  </a:lnTo>
                  <a:lnTo>
                    <a:pt x="5333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1" name="object 4931"/>
            <p:cNvSpPr/>
            <p:nvPr/>
          </p:nvSpPr>
          <p:spPr>
            <a:xfrm>
              <a:off x="2590190" y="1806578"/>
              <a:ext cx="95250" cy="98425"/>
            </a:xfrm>
            <a:custGeom>
              <a:avLst/>
              <a:gdLst/>
              <a:ahLst/>
              <a:cxnLst/>
              <a:rect l="l" t="t" r="r" b="b"/>
              <a:pathLst>
                <a:path w="95250" h="98425">
                  <a:moveTo>
                    <a:pt x="95249" y="3047"/>
                  </a:moveTo>
                  <a:lnTo>
                    <a:pt x="92201" y="0"/>
                  </a:lnTo>
                  <a:lnTo>
                    <a:pt x="0" y="95250"/>
                  </a:lnTo>
                  <a:lnTo>
                    <a:pt x="3809" y="98298"/>
                  </a:lnTo>
                  <a:lnTo>
                    <a:pt x="95249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2" name="object 4932"/>
            <p:cNvSpPr/>
            <p:nvPr/>
          </p:nvSpPr>
          <p:spPr>
            <a:xfrm>
              <a:off x="2590190" y="1806578"/>
              <a:ext cx="95250" cy="98425"/>
            </a:xfrm>
            <a:custGeom>
              <a:avLst/>
              <a:gdLst/>
              <a:ahLst/>
              <a:cxnLst/>
              <a:rect l="l" t="t" r="r" b="b"/>
              <a:pathLst>
                <a:path w="95250" h="98425">
                  <a:moveTo>
                    <a:pt x="92201" y="0"/>
                  </a:moveTo>
                  <a:lnTo>
                    <a:pt x="95249" y="3047"/>
                  </a:lnTo>
                  <a:lnTo>
                    <a:pt x="3809" y="98298"/>
                  </a:lnTo>
                  <a:lnTo>
                    <a:pt x="0" y="95250"/>
                  </a:lnTo>
                  <a:lnTo>
                    <a:pt x="9220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3" name="object 4933"/>
            <p:cNvSpPr/>
            <p:nvPr/>
          </p:nvSpPr>
          <p:spPr>
            <a:xfrm>
              <a:off x="2706014" y="1804292"/>
              <a:ext cx="100965" cy="104775"/>
            </a:xfrm>
            <a:custGeom>
              <a:avLst/>
              <a:gdLst/>
              <a:ahLst/>
              <a:cxnLst/>
              <a:rect l="l" t="t" r="r" b="b"/>
              <a:pathLst>
                <a:path w="100964" h="104775">
                  <a:moveTo>
                    <a:pt x="0" y="104394"/>
                  </a:moveTo>
                  <a:lnTo>
                    <a:pt x="0" y="0"/>
                  </a:lnTo>
                  <a:lnTo>
                    <a:pt x="100584" y="0"/>
                  </a:lnTo>
                  <a:lnTo>
                    <a:pt x="100584" y="104394"/>
                  </a:lnTo>
                  <a:lnTo>
                    <a:pt x="0" y="104394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4" name="object 4934"/>
            <p:cNvSpPr/>
            <p:nvPr/>
          </p:nvSpPr>
          <p:spPr>
            <a:xfrm>
              <a:off x="2706001" y="1802018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69" h="5080">
                  <a:moveTo>
                    <a:pt x="102870" y="0"/>
                  </a:moveTo>
                  <a:lnTo>
                    <a:pt x="9779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97790" y="4572"/>
                  </a:lnTo>
                  <a:lnTo>
                    <a:pt x="97790" y="2286"/>
                  </a:lnTo>
                  <a:lnTo>
                    <a:pt x="102870" y="2286"/>
                  </a:lnTo>
                  <a:lnTo>
                    <a:pt x="1028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5" name="object 4935"/>
            <p:cNvSpPr/>
            <p:nvPr/>
          </p:nvSpPr>
          <p:spPr>
            <a:xfrm>
              <a:off x="2706014" y="1802006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69" h="5080">
                  <a:moveTo>
                    <a:pt x="0" y="4572"/>
                  </a:moveTo>
                  <a:lnTo>
                    <a:pt x="0" y="0"/>
                  </a:lnTo>
                  <a:lnTo>
                    <a:pt x="102870" y="0"/>
                  </a:lnTo>
                  <a:lnTo>
                    <a:pt x="102870" y="2286"/>
                  </a:lnTo>
                  <a:lnTo>
                    <a:pt x="98298" y="2286"/>
                  </a:lnTo>
                  <a:lnTo>
                    <a:pt x="98298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6" name="object 4936"/>
            <p:cNvSpPr/>
            <p:nvPr/>
          </p:nvSpPr>
          <p:spPr>
            <a:xfrm>
              <a:off x="2804299" y="1804304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80" h="106680">
                  <a:moveTo>
                    <a:pt x="508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102108"/>
                  </a:lnTo>
                  <a:lnTo>
                    <a:pt x="2540" y="102108"/>
                  </a:lnTo>
                  <a:lnTo>
                    <a:pt x="2540" y="106680"/>
                  </a:lnTo>
                  <a:lnTo>
                    <a:pt x="5080" y="10668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7" name="object 4937"/>
            <p:cNvSpPr/>
            <p:nvPr/>
          </p:nvSpPr>
          <p:spPr>
            <a:xfrm>
              <a:off x="2804312" y="1804292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80" h="106680">
                  <a:moveTo>
                    <a:pt x="0" y="0"/>
                  </a:moveTo>
                  <a:lnTo>
                    <a:pt x="4572" y="0"/>
                  </a:lnTo>
                  <a:lnTo>
                    <a:pt x="4572" y="106680"/>
                  </a:lnTo>
                  <a:lnTo>
                    <a:pt x="2286" y="106680"/>
                  </a:lnTo>
                  <a:lnTo>
                    <a:pt x="2286" y="102107"/>
                  </a:lnTo>
                  <a:lnTo>
                    <a:pt x="0" y="10210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8" name="object 4938"/>
            <p:cNvSpPr/>
            <p:nvPr/>
          </p:nvSpPr>
          <p:spPr>
            <a:xfrm>
              <a:off x="2703715" y="1906412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69" h="5080">
                  <a:moveTo>
                    <a:pt x="102870" y="0"/>
                  </a:moveTo>
                  <a:lnTo>
                    <a:pt x="5080" y="0"/>
                  </a:lnTo>
                  <a:lnTo>
                    <a:pt x="5080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5080" y="4572"/>
                  </a:lnTo>
                  <a:lnTo>
                    <a:pt x="102870" y="4572"/>
                  </a:lnTo>
                  <a:lnTo>
                    <a:pt x="1028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9" name="object 4939"/>
            <p:cNvSpPr/>
            <p:nvPr/>
          </p:nvSpPr>
          <p:spPr>
            <a:xfrm>
              <a:off x="2703728" y="1906400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69" h="5080">
                  <a:moveTo>
                    <a:pt x="102869" y="0"/>
                  </a:moveTo>
                  <a:lnTo>
                    <a:pt x="102869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1" y="2286"/>
                  </a:lnTo>
                  <a:lnTo>
                    <a:pt x="4571" y="0"/>
                  </a:lnTo>
                  <a:lnTo>
                    <a:pt x="10286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0" name="object 4940"/>
            <p:cNvSpPr/>
            <p:nvPr/>
          </p:nvSpPr>
          <p:spPr>
            <a:xfrm>
              <a:off x="2703207" y="1802018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80" h="106680">
                  <a:moveTo>
                    <a:pt x="5080" y="4572"/>
                  </a:moveTo>
                  <a:lnTo>
                    <a:pt x="2540" y="4572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06680"/>
                  </a:lnTo>
                  <a:lnTo>
                    <a:pt x="2540" y="106680"/>
                  </a:lnTo>
                  <a:lnTo>
                    <a:pt x="5080" y="106680"/>
                  </a:lnTo>
                  <a:lnTo>
                    <a:pt x="508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1" name="object 4941"/>
            <p:cNvSpPr/>
            <p:nvPr/>
          </p:nvSpPr>
          <p:spPr>
            <a:xfrm>
              <a:off x="2703728" y="1802006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80" h="106680">
                  <a:moveTo>
                    <a:pt x="4572" y="106679"/>
                  </a:moveTo>
                  <a:lnTo>
                    <a:pt x="0" y="106679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0667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2" name="object 4942"/>
            <p:cNvSpPr/>
            <p:nvPr/>
          </p:nvSpPr>
          <p:spPr>
            <a:xfrm>
              <a:off x="2801264" y="180505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572" y="3048"/>
                  </a:moveTo>
                  <a:lnTo>
                    <a:pt x="1523" y="0"/>
                  </a:lnTo>
                  <a:lnTo>
                    <a:pt x="0" y="1524"/>
                  </a:lnTo>
                  <a:lnTo>
                    <a:pt x="3048" y="4572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3" name="object 4943"/>
            <p:cNvSpPr/>
            <p:nvPr/>
          </p:nvSpPr>
          <p:spPr>
            <a:xfrm>
              <a:off x="2801264" y="180505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0" y="1524"/>
                  </a:moveTo>
                  <a:lnTo>
                    <a:pt x="1523" y="0"/>
                  </a:lnTo>
                  <a:lnTo>
                    <a:pt x="4572" y="3048"/>
                  </a:lnTo>
                  <a:lnTo>
                    <a:pt x="3048" y="4572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4" name="object 4944"/>
            <p:cNvSpPr/>
            <p:nvPr/>
          </p:nvSpPr>
          <p:spPr>
            <a:xfrm>
              <a:off x="2706776" y="190182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3" y="3048"/>
                  </a:moveTo>
                  <a:lnTo>
                    <a:pt x="1523" y="0"/>
                  </a:lnTo>
                  <a:lnTo>
                    <a:pt x="0" y="1524"/>
                  </a:lnTo>
                  <a:lnTo>
                    <a:pt x="3809" y="4572"/>
                  </a:lnTo>
                  <a:lnTo>
                    <a:pt x="5333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5" name="object 4945"/>
            <p:cNvSpPr/>
            <p:nvPr/>
          </p:nvSpPr>
          <p:spPr>
            <a:xfrm>
              <a:off x="2706776" y="190182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3" y="3048"/>
                  </a:moveTo>
                  <a:lnTo>
                    <a:pt x="3809" y="4572"/>
                  </a:lnTo>
                  <a:lnTo>
                    <a:pt x="0" y="1524"/>
                  </a:lnTo>
                  <a:lnTo>
                    <a:pt x="1523" y="0"/>
                  </a:lnTo>
                  <a:lnTo>
                    <a:pt x="5333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6" name="object 4946"/>
            <p:cNvSpPr/>
            <p:nvPr/>
          </p:nvSpPr>
          <p:spPr>
            <a:xfrm>
              <a:off x="2708300" y="1806578"/>
              <a:ext cx="96520" cy="98425"/>
            </a:xfrm>
            <a:custGeom>
              <a:avLst/>
              <a:gdLst/>
              <a:ahLst/>
              <a:cxnLst/>
              <a:rect l="l" t="t" r="r" b="b"/>
              <a:pathLst>
                <a:path w="96519" h="98425">
                  <a:moveTo>
                    <a:pt x="96011" y="3047"/>
                  </a:moveTo>
                  <a:lnTo>
                    <a:pt x="92963" y="0"/>
                  </a:lnTo>
                  <a:lnTo>
                    <a:pt x="0" y="95250"/>
                  </a:lnTo>
                  <a:lnTo>
                    <a:pt x="3809" y="98298"/>
                  </a:lnTo>
                  <a:lnTo>
                    <a:pt x="96011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7" name="object 4947"/>
            <p:cNvSpPr/>
            <p:nvPr/>
          </p:nvSpPr>
          <p:spPr>
            <a:xfrm>
              <a:off x="2708300" y="1806578"/>
              <a:ext cx="96520" cy="98425"/>
            </a:xfrm>
            <a:custGeom>
              <a:avLst/>
              <a:gdLst/>
              <a:ahLst/>
              <a:cxnLst/>
              <a:rect l="l" t="t" r="r" b="b"/>
              <a:pathLst>
                <a:path w="96519" h="98425">
                  <a:moveTo>
                    <a:pt x="92963" y="0"/>
                  </a:moveTo>
                  <a:lnTo>
                    <a:pt x="96011" y="3047"/>
                  </a:lnTo>
                  <a:lnTo>
                    <a:pt x="3809" y="98298"/>
                  </a:lnTo>
                  <a:lnTo>
                    <a:pt x="0" y="95250"/>
                  </a:lnTo>
                  <a:lnTo>
                    <a:pt x="9296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8" name="object 4948"/>
            <p:cNvSpPr/>
            <p:nvPr/>
          </p:nvSpPr>
          <p:spPr>
            <a:xfrm>
              <a:off x="2824886" y="1804292"/>
              <a:ext cx="100330" cy="104775"/>
            </a:xfrm>
            <a:custGeom>
              <a:avLst/>
              <a:gdLst/>
              <a:ahLst/>
              <a:cxnLst/>
              <a:rect l="l" t="t" r="r" b="b"/>
              <a:pathLst>
                <a:path w="100330" h="104775">
                  <a:moveTo>
                    <a:pt x="0" y="104394"/>
                  </a:moveTo>
                  <a:lnTo>
                    <a:pt x="0" y="0"/>
                  </a:lnTo>
                  <a:lnTo>
                    <a:pt x="99822" y="0"/>
                  </a:lnTo>
                  <a:lnTo>
                    <a:pt x="99822" y="104394"/>
                  </a:lnTo>
                  <a:lnTo>
                    <a:pt x="0" y="104394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9" name="object 4949"/>
            <p:cNvSpPr/>
            <p:nvPr/>
          </p:nvSpPr>
          <p:spPr>
            <a:xfrm>
              <a:off x="2824873" y="1802018"/>
              <a:ext cx="101600" cy="5080"/>
            </a:xfrm>
            <a:custGeom>
              <a:avLst/>
              <a:gdLst/>
              <a:ahLst/>
              <a:cxnLst/>
              <a:rect l="l" t="t" r="r" b="b"/>
              <a:pathLst>
                <a:path w="101600" h="5080">
                  <a:moveTo>
                    <a:pt x="101600" y="0"/>
                  </a:moveTo>
                  <a:lnTo>
                    <a:pt x="9779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97790" y="4572"/>
                  </a:lnTo>
                  <a:lnTo>
                    <a:pt x="97790" y="2286"/>
                  </a:lnTo>
                  <a:lnTo>
                    <a:pt x="101600" y="2286"/>
                  </a:lnTo>
                  <a:lnTo>
                    <a:pt x="1016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0" name="object 4950"/>
            <p:cNvSpPr/>
            <p:nvPr/>
          </p:nvSpPr>
          <p:spPr>
            <a:xfrm>
              <a:off x="2824886" y="1802006"/>
              <a:ext cx="102235" cy="5080"/>
            </a:xfrm>
            <a:custGeom>
              <a:avLst/>
              <a:gdLst/>
              <a:ahLst/>
              <a:cxnLst/>
              <a:rect l="l" t="t" r="r" b="b"/>
              <a:pathLst>
                <a:path w="102235" h="5080">
                  <a:moveTo>
                    <a:pt x="0" y="4572"/>
                  </a:moveTo>
                  <a:lnTo>
                    <a:pt x="0" y="0"/>
                  </a:lnTo>
                  <a:lnTo>
                    <a:pt x="102107" y="0"/>
                  </a:lnTo>
                  <a:lnTo>
                    <a:pt x="102107" y="2286"/>
                  </a:lnTo>
                  <a:lnTo>
                    <a:pt x="97536" y="2286"/>
                  </a:lnTo>
                  <a:lnTo>
                    <a:pt x="97536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1" name="object 4951"/>
            <p:cNvSpPr/>
            <p:nvPr/>
          </p:nvSpPr>
          <p:spPr>
            <a:xfrm>
              <a:off x="2922409" y="1804304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80" h="106680">
                  <a:moveTo>
                    <a:pt x="508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102108"/>
                  </a:lnTo>
                  <a:lnTo>
                    <a:pt x="2540" y="102108"/>
                  </a:lnTo>
                  <a:lnTo>
                    <a:pt x="2540" y="106680"/>
                  </a:lnTo>
                  <a:lnTo>
                    <a:pt x="5080" y="10668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2" name="object 4952"/>
            <p:cNvSpPr/>
            <p:nvPr/>
          </p:nvSpPr>
          <p:spPr>
            <a:xfrm>
              <a:off x="2922422" y="1804292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80" h="106680">
                  <a:moveTo>
                    <a:pt x="0" y="0"/>
                  </a:moveTo>
                  <a:lnTo>
                    <a:pt x="4572" y="0"/>
                  </a:lnTo>
                  <a:lnTo>
                    <a:pt x="4572" y="106680"/>
                  </a:lnTo>
                  <a:lnTo>
                    <a:pt x="2286" y="106680"/>
                  </a:lnTo>
                  <a:lnTo>
                    <a:pt x="2286" y="102107"/>
                  </a:lnTo>
                  <a:lnTo>
                    <a:pt x="0" y="10210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3" name="object 4953"/>
            <p:cNvSpPr/>
            <p:nvPr/>
          </p:nvSpPr>
          <p:spPr>
            <a:xfrm>
              <a:off x="2823095" y="1906412"/>
              <a:ext cx="101600" cy="5080"/>
            </a:xfrm>
            <a:custGeom>
              <a:avLst/>
              <a:gdLst/>
              <a:ahLst/>
              <a:cxnLst/>
              <a:rect l="l" t="t" r="r" b="b"/>
              <a:pathLst>
                <a:path w="101600" h="5080">
                  <a:moveTo>
                    <a:pt x="101600" y="0"/>
                  </a:moveTo>
                  <a:lnTo>
                    <a:pt x="3810" y="0"/>
                  </a:lnTo>
                  <a:lnTo>
                    <a:pt x="3810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3810" y="4572"/>
                  </a:lnTo>
                  <a:lnTo>
                    <a:pt x="101600" y="4572"/>
                  </a:lnTo>
                  <a:lnTo>
                    <a:pt x="1016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4" name="object 4954"/>
            <p:cNvSpPr/>
            <p:nvPr/>
          </p:nvSpPr>
          <p:spPr>
            <a:xfrm>
              <a:off x="2822600" y="1906400"/>
              <a:ext cx="102235" cy="5080"/>
            </a:xfrm>
            <a:custGeom>
              <a:avLst/>
              <a:gdLst/>
              <a:ahLst/>
              <a:cxnLst/>
              <a:rect l="l" t="t" r="r" b="b"/>
              <a:pathLst>
                <a:path w="102235" h="5080">
                  <a:moveTo>
                    <a:pt x="102107" y="0"/>
                  </a:moveTo>
                  <a:lnTo>
                    <a:pt x="102107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3809" y="2286"/>
                  </a:lnTo>
                  <a:lnTo>
                    <a:pt x="3809" y="0"/>
                  </a:lnTo>
                  <a:lnTo>
                    <a:pt x="102107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5" name="object 4955"/>
            <p:cNvSpPr/>
            <p:nvPr/>
          </p:nvSpPr>
          <p:spPr>
            <a:xfrm>
              <a:off x="2822587" y="1802018"/>
              <a:ext cx="3810" cy="106680"/>
            </a:xfrm>
            <a:custGeom>
              <a:avLst/>
              <a:gdLst/>
              <a:ahLst/>
              <a:cxnLst/>
              <a:rect l="l" t="t" r="r" b="b"/>
              <a:pathLst>
                <a:path w="3810" h="106680">
                  <a:moveTo>
                    <a:pt x="3810" y="4572"/>
                  </a:moveTo>
                  <a:lnTo>
                    <a:pt x="2540" y="4572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06680"/>
                  </a:lnTo>
                  <a:lnTo>
                    <a:pt x="2540" y="106680"/>
                  </a:lnTo>
                  <a:lnTo>
                    <a:pt x="3810" y="106680"/>
                  </a:lnTo>
                  <a:lnTo>
                    <a:pt x="381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6" name="object 4956"/>
            <p:cNvSpPr/>
            <p:nvPr/>
          </p:nvSpPr>
          <p:spPr>
            <a:xfrm>
              <a:off x="2822600" y="1802006"/>
              <a:ext cx="3810" cy="106680"/>
            </a:xfrm>
            <a:custGeom>
              <a:avLst/>
              <a:gdLst/>
              <a:ahLst/>
              <a:cxnLst/>
              <a:rect l="l" t="t" r="r" b="b"/>
              <a:pathLst>
                <a:path w="3810" h="106680">
                  <a:moveTo>
                    <a:pt x="3810" y="106679"/>
                  </a:moveTo>
                  <a:lnTo>
                    <a:pt x="0" y="106679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3810" y="4571"/>
                  </a:lnTo>
                  <a:lnTo>
                    <a:pt x="3810" y="10667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7" name="object 4957"/>
            <p:cNvSpPr/>
            <p:nvPr/>
          </p:nvSpPr>
          <p:spPr>
            <a:xfrm>
              <a:off x="2919374" y="180505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572" y="3048"/>
                  </a:moveTo>
                  <a:lnTo>
                    <a:pt x="1523" y="0"/>
                  </a:lnTo>
                  <a:lnTo>
                    <a:pt x="0" y="1524"/>
                  </a:lnTo>
                  <a:lnTo>
                    <a:pt x="3048" y="4572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8" name="object 4958"/>
            <p:cNvSpPr/>
            <p:nvPr/>
          </p:nvSpPr>
          <p:spPr>
            <a:xfrm>
              <a:off x="2919374" y="180505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0" y="1524"/>
                  </a:moveTo>
                  <a:lnTo>
                    <a:pt x="1523" y="0"/>
                  </a:lnTo>
                  <a:lnTo>
                    <a:pt x="4572" y="3048"/>
                  </a:lnTo>
                  <a:lnTo>
                    <a:pt x="3048" y="4572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9" name="object 4959"/>
            <p:cNvSpPr/>
            <p:nvPr/>
          </p:nvSpPr>
          <p:spPr>
            <a:xfrm>
              <a:off x="2825648" y="190182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572" y="3048"/>
                  </a:moveTo>
                  <a:lnTo>
                    <a:pt x="1524" y="0"/>
                  </a:lnTo>
                  <a:lnTo>
                    <a:pt x="0" y="1524"/>
                  </a:lnTo>
                  <a:lnTo>
                    <a:pt x="3048" y="4572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0" name="object 4960"/>
            <p:cNvSpPr/>
            <p:nvPr/>
          </p:nvSpPr>
          <p:spPr>
            <a:xfrm>
              <a:off x="2825648" y="190182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572" y="3048"/>
                  </a:moveTo>
                  <a:lnTo>
                    <a:pt x="3048" y="4572"/>
                  </a:lnTo>
                  <a:lnTo>
                    <a:pt x="0" y="1524"/>
                  </a:lnTo>
                  <a:lnTo>
                    <a:pt x="1524" y="0"/>
                  </a:lnTo>
                  <a:lnTo>
                    <a:pt x="4572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1" name="object 4961"/>
            <p:cNvSpPr/>
            <p:nvPr/>
          </p:nvSpPr>
          <p:spPr>
            <a:xfrm>
              <a:off x="2827172" y="1806578"/>
              <a:ext cx="95250" cy="98425"/>
            </a:xfrm>
            <a:custGeom>
              <a:avLst/>
              <a:gdLst/>
              <a:ahLst/>
              <a:cxnLst/>
              <a:rect l="l" t="t" r="r" b="b"/>
              <a:pathLst>
                <a:path w="95250" h="98425">
                  <a:moveTo>
                    <a:pt x="95249" y="3047"/>
                  </a:moveTo>
                  <a:lnTo>
                    <a:pt x="92201" y="0"/>
                  </a:lnTo>
                  <a:lnTo>
                    <a:pt x="0" y="95250"/>
                  </a:lnTo>
                  <a:lnTo>
                    <a:pt x="3047" y="98298"/>
                  </a:lnTo>
                  <a:lnTo>
                    <a:pt x="95249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2" name="object 4962"/>
            <p:cNvSpPr/>
            <p:nvPr/>
          </p:nvSpPr>
          <p:spPr>
            <a:xfrm>
              <a:off x="2827172" y="1806578"/>
              <a:ext cx="95250" cy="98425"/>
            </a:xfrm>
            <a:custGeom>
              <a:avLst/>
              <a:gdLst/>
              <a:ahLst/>
              <a:cxnLst/>
              <a:rect l="l" t="t" r="r" b="b"/>
              <a:pathLst>
                <a:path w="95250" h="98425">
                  <a:moveTo>
                    <a:pt x="92201" y="0"/>
                  </a:moveTo>
                  <a:lnTo>
                    <a:pt x="95249" y="3047"/>
                  </a:lnTo>
                  <a:lnTo>
                    <a:pt x="3047" y="98298"/>
                  </a:lnTo>
                  <a:lnTo>
                    <a:pt x="0" y="95250"/>
                  </a:lnTo>
                  <a:lnTo>
                    <a:pt x="9220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3" name="object 4963"/>
            <p:cNvSpPr/>
            <p:nvPr/>
          </p:nvSpPr>
          <p:spPr>
            <a:xfrm>
              <a:off x="2942996" y="1804292"/>
              <a:ext cx="100965" cy="104775"/>
            </a:xfrm>
            <a:custGeom>
              <a:avLst/>
              <a:gdLst/>
              <a:ahLst/>
              <a:cxnLst/>
              <a:rect l="l" t="t" r="r" b="b"/>
              <a:pathLst>
                <a:path w="100964" h="104775">
                  <a:moveTo>
                    <a:pt x="0" y="104394"/>
                  </a:moveTo>
                  <a:lnTo>
                    <a:pt x="0" y="0"/>
                  </a:lnTo>
                  <a:lnTo>
                    <a:pt x="100584" y="0"/>
                  </a:lnTo>
                  <a:lnTo>
                    <a:pt x="100584" y="104394"/>
                  </a:lnTo>
                  <a:lnTo>
                    <a:pt x="0" y="104394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4" name="object 4964"/>
            <p:cNvSpPr/>
            <p:nvPr/>
          </p:nvSpPr>
          <p:spPr>
            <a:xfrm>
              <a:off x="2942983" y="1802018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69" h="5080">
                  <a:moveTo>
                    <a:pt x="102870" y="0"/>
                  </a:moveTo>
                  <a:lnTo>
                    <a:pt x="9779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97790" y="4572"/>
                  </a:lnTo>
                  <a:lnTo>
                    <a:pt x="97790" y="2286"/>
                  </a:lnTo>
                  <a:lnTo>
                    <a:pt x="102870" y="2286"/>
                  </a:lnTo>
                  <a:lnTo>
                    <a:pt x="1028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5" name="object 4965"/>
            <p:cNvSpPr/>
            <p:nvPr/>
          </p:nvSpPr>
          <p:spPr>
            <a:xfrm>
              <a:off x="2942996" y="1802006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69" h="5080">
                  <a:moveTo>
                    <a:pt x="0" y="4572"/>
                  </a:moveTo>
                  <a:lnTo>
                    <a:pt x="0" y="0"/>
                  </a:lnTo>
                  <a:lnTo>
                    <a:pt x="102870" y="0"/>
                  </a:lnTo>
                  <a:lnTo>
                    <a:pt x="102870" y="2286"/>
                  </a:lnTo>
                  <a:lnTo>
                    <a:pt x="98298" y="2286"/>
                  </a:lnTo>
                  <a:lnTo>
                    <a:pt x="98298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6" name="object 4966"/>
            <p:cNvSpPr/>
            <p:nvPr/>
          </p:nvSpPr>
          <p:spPr>
            <a:xfrm>
              <a:off x="3041281" y="1804304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80" h="106680">
                  <a:moveTo>
                    <a:pt x="508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102108"/>
                  </a:lnTo>
                  <a:lnTo>
                    <a:pt x="2540" y="102108"/>
                  </a:lnTo>
                  <a:lnTo>
                    <a:pt x="2540" y="106680"/>
                  </a:lnTo>
                  <a:lnTo>
                    <a:pt x="5080" y="10668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7" name="object 4967"/>
            <p:cNvSpPr/>
            <p:nvPr/>
          </p:nvSpPr>
          <p:spPr>
            <a:xfrm>
              <a:off x="3041294" y="1804292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80" h="106680">
                  <a:moveTo>
                    <a:pt x="0" y="0"/>
                  </a:moveTo>
                  <a:lnTo>
                    <a:pt x="4572" y="0"/>
                  </a:lnTo>
                  <a:lnTo>
                    <a:pt x="4572" y="106680"/>
                  </a:lnTo>
                  <a:lnTo>
                    <a:pt x="2286" y="106680"/>
                  </a:lnTo>
                  <a:lnTo>
                    <a:pt x="2286" y="102107"/>
                  </a:lnTo>
                  <a:lnTo>
                    <a:pt x="0" y="10210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8" name="object 4968"/>
            <p:cNvSpPr/>
            <p:nvPr/>
          </p:nvSpPr>
          <p:spPr>
            <a:xfrm>
              <a:off x="2940697" y="1906412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69" h="5080">
                  <a:moveTo>
                    <a:pt x="102870" y="0"/>
                  </a:moveTo>
                  <a:lnTo>
                    <a:pt x="5080" y="0"/>
                  </a:lnTo>
                  <a:lnTo>
                    <a:pt x="5080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5080" y="4572"/>
                  </a:lnTo>
                  <a:lnTo>
                    <a:pt x="102870" y="4572"/>
                  </a:lnTo>
                  <a:lnTo>
                    <a:pt x="1028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9" name="object 4969"/>
            <p:cNvSpPr/>
            <p:nvPr/>
          </p:nvSpPr>
          <p:spPr>
            <a:xfrm>
              <a:off x="2940710" y="1906400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69" h="5080">
                  <a:moveTo>
                    <a:pt x="102869" y="0"/>
                  </a:moveTo>
                  <a:lnTo>
                    <a:pt x="102869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1" y="2286"/>
                  </a:lnTo>
                  <a:lnTo>
                    <a:pt x="4571" y="0"/>
                  </a:lnTo>
                  <a:lnTo>
                    <a:pt x="10286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0" name="object 4970"/>
            <p:cNvSpPr/>
            <p:nvPr/>
          </p:nvSpPr>
          <p:spPr>
            <a:xfrm>
              <a:off x="2940189" y="1802018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80" h="106680">
                  <a:moveTo>
                    <a:pt x="5080" y="4572"/>
                  </a:moveTo>
                  <a:lnTo>
                    <a:pt x="2540" y="4572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06680"/>
                  </a:lnTo>
                  <a:lnTo>
                    <a:pt x="2540" y="106680"/>
                  </a:lnTo>
                  <a:lnTo>
                    <a:pt x="5080" y="106680"/>
                  </a:lnTo>
                  <a:lnTo>
                    <a:pt x="508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1" name="object 4971"/>
            <p:cNvSpPr/>
            <p:nvPr/>
          </p:nvSpPr>
          <p:spPr>
            <a:xfrm>
              <a:off x="2940710" y="1802006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80" h="106680">
                  <a:moveTo>
                    <a:pt x="4572" y="106679"/>
                  </a:moveTo>
                  <a:lnTo>
                    <a:pt x="0" y="106679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0667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2" name="object 4972"/>
            <p:cNvSpPr/>
            <p:nvPr/>
          </p:nvSpPr>
          <p:spPr>
            <a:xfrm>
              <a:off x="3037484" y="180505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572" y="3048"/>
                  </a:moveTo>
                  <a:lnTo>
                    <a:pt x="1523" y="0"/>
                  </a:lnTo>
                  <a:lnTo>
                    <a:pt x="0" y="1524"/>
                  </a:lnTo>
                  <a:lnTo>
                    <a:pt x="3048" y="4572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3" name="object 4973"/>
            <p:cNvSpPr/>
            <p:nvPr/>
          </p:nvSpPr>
          <p:spPr>
            <a:xfrm>
              <a:off x="3037484" y="180505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0" y="1524"/>
                  </a:moveTo>
                  <a:lnTo>
                    <a:pt x="1523" y="0"/>
                  </a:lnTo>
                  <a:lnTo>
                    <a:pt x="4572" y="3048"/>
                  </a:lnTo>
                  <a:lnTo>
                    <a:pt x="3048" y="4572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4" name="object 4974"/>
            <p:cNvSpPr/>
            <p:nvPr/>
          </p:nvSpPr>
          <p:spPr>
            <a:xfrm>
              <a:off x="2944520" y="190182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572" y="3048"/>
                  </a:moveTo>
                  <a:lnTo>
                    <a:pt x="1524" y="0"/>
                  </a:lnTo>
                  <a:lnTo>
                    <a:pt x="0" y="1524"/>
                  </a:lnTo>
                  <a:lnTo>
                    <a:pt x="3048" y="4572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5" name="object 4975"/>
            <p:cNvSpPr/>
            <p:nvPr/>
          </p:nvSpPr>
          <p:spPr>
            <a:xfrm>
              <a:off x="2944520" y="190182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572" y="3048"/>
                  </a:moveTo>
                  <a:lnTo>
                    <a:pt x="3048" y="4572"/>
                  </a:lnTo>
                  <a:lnTo>
                    <a:pt x="0" y="1524"/>
                  </a:lnTo>
                  <a:lnTo>
                    <a:pt x="1524" y="0"/>
                  </a:lnTo>
                  <a:lnTo>
                    <a:pt x="4572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6" name="object 4976"/>
            <p:cNvSpPr/>
            <p:nvPr/>
          </p:nvSpPr>
          <p:spPr>
            <a:xfrm>
              <a:off x="2946044" y="1806578"/>
              <a:ext cx="94615" cy="98425"/>
            </a:xfrm>
            <a:custGeom>
              <a:avLst/>
              <a:gdLst/>
              <a:ahLst/>
              <a:cxnLst/>
              <a:rect l="l" t="t" r="r" b="b"/>
              <a:pathLst>
                <a:path w="94614" h="98425">
                  <a:moveTo>
                    <a:pt x="94487" y="3047"/>
                  </a:moveTo>
                  <a:lnTo>
                    <a:pt x="91439" y="0"/>
                  </a:lnTo>
                  <a:lnTo>
                    <a:pt x="0" y="95250"/>
                  </a:lnTo>
                  <a:lnTo>
                    <a:pt x="3047" y="98298"/>
                  </a:lnTo>
                  <a:lnTo>
                    <a:pt x="94487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7" name="object 4977"/>
            <p:cNvSpPr/>
            <p:nvPr/>
          </p:nvSpPr>
          <p:spPr>
            <a:xfrm>
              <a:off x="2946044" y="1806578"/>
              <a:ext cx="94615" cy="98425"/>
            </a:xfrm>
            <a:custGeom>
              <a:avLst/>
              <a:gdLst/>
              <a:ahLst/>
              <a:cxnLst/>
              <a:rect l="l" t="t" r="r" b="b"/>
              <a:pathLst>
                <a:path w="94614" h="98425">
                  <a:moveTo>
                    <a:pt x="91439" y="0"/>
                  </a:moveTo>
                  <a:lnTo>
                    <a:pt x="94487" y="3047"/>
                  </a:lnTo>
                  <a:lnTo>
                    <a:pt x="3047" y="98298"/>
                  </a:lnTo>
                  <a:lnTo>
                    <a:pt x="0" y="95250"/>
                  </a:lnTo>
                  <a:lnTo>
                    <a:pt x="9143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8" name="object 4978"/>
            <p:cNvSpPr/>
            <p:nvPr/>
          </p:nvSpPr>
          <p:spPr>
            <a:xfrm>
              <a:off x="2758592" y="213576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9" name="object 4979"/>
            <p:cNvSpPr/>
            <p:nvPr/>
          </p:nvSpPr>
          <p:spPr>
            <a:xfrm>
              <a:off x="2758592" y="213576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0" name="object 4980"/>
            <p:cNvSpPr/>
            <p:nvPr/>
          </p:nvSpPr>
          <p:spPr>
            <a:xfrm>
              <a:off x="2758592" y="190716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1" name="object 4981"/>
            <p:cNvSpPr/>
            <p:nvPr/>
          </p:nvSpPr>
          <p:spPr>
            <a:xfrm>
              <a:off x="2758592" y="190716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2" name="object 4982"/>
            <p:cNvSpPr/>
            <p:nvPr/>
          </p:nvSpPr>
          <p:spPr>
            <a:xfrm>
              <a:off x="2758592" y="1907162"/>
              <a:ext cx="3810" cy="228600"/>
            </a:xfrm>
            <a:custGeom>
              <a:avLst/>
              <a:gdLst/>
              <a:ahLst/>
              <a:cxnLst/>
              <a:rect l="l" t="t" r="r" b="b"/>
              <a:pathLst>
                <a:path w="3810" h="228600">
                  <a:moveTo>
                    <a:pt x="3809" y="0"/>
                  </a:moveTo>
                  <a:lnTo>
                    <a:pt x="3809" y="228600"/>
                  </a:lnTo>
                  <a:lnTo>
                    <a:pt x="0" y="228600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3" name="object 4983"/>
            <p:cNvSpPr/>
            <p:nvPr/>
          </p:nvSpPr>
          <p:spPr>
            <a:xfrm>
              <a:off x="2758592" y="1907162"/>
              <a:ext cx="3810" cy="228600"/>
            </a:xfrm>
            <a:custGeom>
              <a:avLst/>
              <a:gdLst/>
              <a:ahLst/>
              <a:cxnLst/>
              <a:rect l="l" t="t" r="r" b="b"/>
              <a:pathLst>
                <a:path w="3810" h="228600">
                  <a:moveTo>
                    <a:pt x="3809" y="0"/>
                  </a:moveTo>
                  <a:lnTo>
                    <a:pt x="3809" y="228600"/>
                  </a:lnTo>
                  <a:lnTo>
                    <a:pt x="0" y="228600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4" name="object 4984"/>
            <p:cNvSpPr/>
            <p:nvPr/>
          </p:nvSpPr>
          <p:spPr>
            <a:xfrm>
              <a:off x="2739542" y="2093090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42672" y="0"/>
                  </a:moveTo>
                  <a:lnTo>
                    <a:pt x="0" y="0"/>
                  </a:lnTo>
                  <a:lnTo>
                    <a:pt x="21336" y="42672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5" name="object 4985"/>
            <p:cNvSpPr/>
            <p:nvPr/>
          </p:nvSpPr>
          <p:spPr>
            <a:xfrm>
              <a:off x="2739542" y="2093090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0" y="0"/>
                  </a:moveTo>
                  <a:lnTo>
                    <a:pt x="21336" y="42672"/>
                  </a:lnTo>
                  <a:lnTo>
                    <a:pt x="4267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6" name="object 4986"/>
            <p:cNvSpPr/>
            <p:nvPr/>
          </p:nvSpPr>
          <p:spPr>
            <a:xfrm>
              <a:off x="2738018" y="2092328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4" h="48260">
                  <a:moveTo>
                    <a:pt x="24384" y="44196"/>
                  </a:moveTo>
                  <a:lnTo>
                    <a:pt x="21336" y="42672"/>
                  </a:lnTo>
                  <a:lnTo>
                    <a:pt x="22860" y="3962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2860" y="48006"/>
                  </a:lnTo>
                  <a:lnTo>
                    <a:pt x="24384" y="441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7" name="object 4987"/>
            <p:cNvSpPr/>
            <p:nvPr/>
          </p:nvSpPr>
          <p:spPr>
            <a:xfrm>
              <a:off x="2738018" y="2092328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4" h="48260">
                  <a:moveTo>
                    <a:pt x="0" y="1524"/>
                  </a:moveTo>
                  <a:lnTo>
                    <a:pt x="3048" y="0"/>
                  </a:lnTo>
                  <a:lnTo>
                    <a:pt x="22860" y="39624"/>
                  </a:lnTo>
                  <a:lnTo>
                    <a:pt x="21336" y="42672"/>
                  </a:lnTo>
                  <a:lnTo>
                    <a:pt x="24384" y="44196"/>
                  </a:lnTo>
                  <a:lnTo>
                    <a:pt x="22860" y="4800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8" name="object 4988"/>
            <p:cNvSpPr/>
            <p:nvPr/>
          </p:nvSpPr>
          <p:spPr>
            <a:xfrm>
              <a:off x="2759354" y="2091566"/>
              <a:ext cx="26034" cy="45085"/>
            </a:xfrm>
            <a:custGeom>
              <a:avLst/>
              <a:gdLst/>
              <a:ahLst/>
              <a:cxnLst/>
              <a:rect l="l" t="t" r="r" b="b"/>
              <a:pathLst>
                <a:path w="26035" h="45085">
                  <a:moveTo>
                    <a:pt x="25908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3434"/>
                  </a:lnTo>
                  <a:lnTo>
                    <a:pt x="3048" y="44958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9" name="object 4989"/>
            <p:cNvSpPr/>
            <p:nvPr/>
          </p:nvSpPr>
          <p:spPr>
            <a:xfrm>
              <a:off x="2759354" y="2091566"/>
              <a:ext cx="26034" cy="45085"/>
            </a:xfrm>
            <a:custGeom>
              <a:avLst/>
              <a:gdLst/>
              <a:ahLst/>
              <a:cxnLst/>
              <a:rect l="l" t="t" r="r" b="b"/>
              <a:pathLst>
                <a:path w="26035" h="45085">
                  <a:moveTo>
                    <a:pt x="3048" y="44958"/>
                  </a:moveTo>
                  <a:lnTo>
                    <a:pt x="0" y="43434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5908" y="0"/>
                  </a:lnTo>
                  <a:lnTo>
                    <a:pt x="3048" y="449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0" name="object 4990"/>
            <p:cNvSpPr/>
            <p:nvPr/>
          </p:nvSpPr>
          <p:spPr>
            <a:xfrm>
              <a:off x="2736494" y="2091566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3810"/>
                  </a:moveTo>
                  <a:lnTo>
                    <a:pt x="45719" y="0"/>
                  </a:lnTo>
                  <a:lnTo>
                    <a:pt x="0" y="0"/>
                  </a:lnTo>
                  <a:lnTo>
                    <a:pt x="1523" y="2286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4571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1" name="object 4991"/>
            <p:cNvSpPr/>
            <p:nvPr/>
          </p:nvSpPr>
          <p:spPr>
            <a:xfrm>
              <a:off x="2736494" y="2091566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0"/>
                  </a:moveTo>
                  <a:lnTo>
                    <a:pt x="45719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1523" y="2286"/>
                  </a:lnTo>
                  <a:lnTo>
                    <a:pt x="0" y="0"/>
                  </a:lnTo>
                  <a:lnTo>
                    <a:pt x="4571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2" name="object 4992"/>
            <p:cNvSpPr/>
            <p:nvPr/>
          </p:nvSpPr>
          <p:spPr>
            <a:xfrm>
              <a:off x="2879750" y="206946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3" name="object 4993"/>
            <p:cNvSpPr/>
            <p:nvPr/>
          </p:nvSpPr>
          <p:spPr>
            <a:xfrm>
              <a:off x="2879750" y="206946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4" name="object 4994"/>
            <p:cNvSpPr/>
            <p:nvPr/>
          </p:nvSpPr>
          <p:spPr>
            <a:xfrm>
              <a:off x="2879750" y="190716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5" name="object 4995"/>
            <p:cNvSpPr/>
            <p:nvPr/>
          </p:nvSpPr>
          <p:spPr>
            <a:xfrm>
              <a:off x="2879750" y="190716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6" name="object 4996"/>
            <p:cNvSpPr/>
            <p:nvPr/>
          </p:nvSpPr>
          <p:spPr>
            <a:xfrm>
              <a:off x="2879750" y="1907162"/>
              <a:ext cx="3810" cy="162560"/>
            </a:xfrm>
            <a:custGeom>
              <a:avLst/>
              <a:gdLst/>
              <a:ahLst/>
              <a:cxnLst/>
              <a:rect l="l" t="t" r="r" b="b"/>
              <a:pathLst>
                <a:path w="3810" h="162560">
                  <a:moveTo>
                    <a:pt x="3810" y="0"/>
                  </a:moveTo>
                  <a:lnTo>
                    <a:pt x="3810" y="162305"/>
                  </a:lnTo>
                  <a:lnTo>
                    <a:pt x="0" y="162305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7" name="object 4997"/>
            <p:cNvSpPr/>
            <p:nvPr/>
          </p:nvSpPr>
          <p:spPr>
            <a:xfrm>
              <a:off x="2879750" y="1907162"/>
              <a:ext cx="3810" cy="162560"/>
            </a:xfrm>
            <a:custGeom>
              <a:avLst/>
              <a:gdLst/>
              <a:ahLst/>
              <a:cxnLst/>
              <a:rect l="l" t="t" r="r" b="b"/>
              <a:pathLst>
                <a:path w="3810" h="162560">
                  <a:moveTo>
                    <a:pt x="3810" y="0"/>
                  </a:moveTo>
                  <a:lnTo>
                    <a:pt x="3810" y="162305"/>
                  </a:lnTo>
                  <a:lnTo>
                    <a:pt x="0" y="162305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8" name="object 4998"/>
            <p:cNvSpPr/>
            <p:nvPr/>
          </p:nvSpPr>
          <p:spPr>
            <a:xfrm>
              <a:off x="2859938" y="2026796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42672" y="0"/>
                  </a:moveTo>
                  <a:lnTo>
                    <a:pt x="0" y="0"/>
                  </a:lnTo>
                  <a:lnTo>
                    <a:pt x="21336" y="42672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9" name="object 4999"/>
            <p:cNvSpPr/>
            <p:nvPr/>
          </p:nvSpPr>
          <p:spPr>
            <a:xfrm>
              <a:off x="2859938" y="2026796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0" y="0"/>
                  </a:moveTo>
                  <a:lnTo>
                    <a:pt x="21336" y="42672"/>
                  </a:lnTo>
                  <a:lnTo>
                    <a:pt x="4267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0" name="object 5000"/>
            <p:cNvSpPr/>
            <p:nvPr/>
          </p:nvSpPr>
          <p:spPr>
            <a:xfrm>
              <a:off x="2857652" y="2026034"/>
              <a:ext cx="25400" cy="47625"/>
            </a:xfrm>
            <a:custGeom>
              <a:avLst/>
              <a:gdLst/>
              <a:ahLst/>
              <a:cxnLst/>
              <a:rect l="l" t="t" r="r" b="b"/>
              <a:pathLst>
                <a:path w="25400" h="47625">
                  <a:moveTo>
                    <a:pt x="25146" y="44196"/>
                  </a:moveTo>
                  <a:lnTo>
                    <a:pt x="22098" y="42672"/>
                  </a:lnTo>
                  <a:lnTo>
                    <a:pt x="23622" y="38862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23622" y="47244"/>
                  </a:lnTo>
                  <a:lnTo>
                    <a:pt x="25146" y="441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1" name="object 5001"/>
            <p:cNvSpPr/>
            <p:nvPr/>
          </p:nvSpPr>
          <p:spPr>
            <a:xfrm>
              <a:off x="2857652" y="2026034"/>
              <a:ext cx="25400" cy="47625"/>
            </a:xfrm>
            <a:custGeom>
              <a:avLst/>
              <a:gdLst/>
              <a:ahLst/>
              <a:cxnLst/>
              <a:rect l="l" t="t" r="r" b="b"/>
              <a:pathLst>
                <a:path w="25400" h="47625">
                  <a:moveTo>
                    <a:pt x="0" y="1524"/>
                  </a:moveTo>
                  <a:lnTo>
                    <a:pt x="3810" y="0"/>
                  </a:lnTo>
                  <a:lnTo>
                    <a:pt x="23622" y="38862"/>
                  </a:lnTo>
                  <a:lnTo>
                    <a:pt x="22098" y="42672"/>
                  </a:lnTo>
                  <a:lnTo>
                    <a:pt x="25146" y="44196"/>
                  </a:lnTo>
                  <a:lnTo>
                    <a:pt x="23622" y="47244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2" name="object 5002"/>
            <p:cNvSpPr/>
            <p:nvPr/>
          </p:nvSpPr>
          <p:spPr>
            <a:xfrm>
              <a:off x="2879750" y="2025272"/>
              <a:ext cx="26034" cy="45085"/>
            </a:xfrm>
            <a:custGeom>
              <a:avLst/>
              <a:gdLst/>
              <a:ahLst/>
              <a:cxnLst/>
              <a:rect l="l" t="t" r="r" b="b"/>
              <a:pathLst>
                <a:path w="26035" h="45085">
                  <a:moveTo>
                    <a:pt x="25908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3434"/>
                  </a:lnTo>
                  <a:lnTo>
                    <a:pt x="3048" y="44958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3" name="object 5003"/>
            <p:cNvSpPr/>
            <p:nvPr/>
          </p:nvSpPr>
          <p:spPr>
            <a:xfrm>
              <a:off x="2879750" y="2025272"/>
              <a:ext cx="26034" cy="45085"/>
            </a:xfrm>
            <a:custGeom>
              <a:avLst/>
              <a:gdLst/>
              <a:ahLst/>
              <a:cxnLst/>
              <a:rect l="l" t="t" r="r" b="b"/>
              <a:pathLst>
                <a:path w="26035" h="45085">
                  <a:moveTo>
                    <a:pt x="3048" y="44958"/>
                  </a:moveTo>
                  <a:lnTo>
                    <a:pt x="0" y="43434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5908" y="0"/>
                  </a:lnTo>
                  <a:lnTo>
                    <a:pt x="3048" y="449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4" name="object 5004"/>
            <p:cNvSpPr/>
            <p:nvPr/>
          </p:nvSpPr>
          <p:spPr>
            <a:xfrm>
              <a:off x="2856890" y="2025272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3810"/>
                  </a:moveTo>
                  <a:lnTo>
                    <a:pt x="45719" y="0"/>
                  </a:lnTo>
                  <a:lnTo>
                    <a:pt x="0" y="0"/>
                  </a:lnTo>
                  <a:lnTo>
                    <a:pt x="761" y="2286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4571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5" name="object 5005"/>
            <p:cNvSpPr/>
            <p:nvPr/>
          </p:nvSpPr>
          <p:spPr>
            <a:xfrm>
              <a:off x="2856890" y="2025272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0"/>
                  </a:moveTo>
                  <a:lnTo>
                    <a:pt x="45719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761" y="2286"/>
                  </a:lnTo>
                  <a:lnTo>
                    <a:pt x="0" y="0"/>
                  </a:lnTo>
                  <a:lnTo>
                    <a:pt x="4571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6" name="object 5006"/>
            <p:cNvSpPr/>
            <p:nvPr/>
          </p:nvSpPr>
          <p:spPr>
            <a:xfrm>
              <a:off x="2632100" y="219443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7" name="object 5007"/>
            <p:cNvSpPr/>
            <p:nvPr/>
          </p:nvSpPr>
          <p:spPr>
            <a:xfrm>
              <a:off x="2632100" y="219443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8" name="object 5008"/>
            <p:cNvSpPr/>
            <p:nvPr/>
          </p:nvSpPr>
          <p:spPr>
            <a:xfrm>
              <a:off x="2632100" y="190716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9" name="object 5009"/>
            <p:cNvSpPr/>
            <p:nvPr/>
          </p:nvSpPr>
          <p:spPr>
            <a:xfrm>
              <a:off x="2632100" y="190716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0" name="object 5010"/>
            <p:cNvSpPr/>
            <p:nvPr/>
          </p:nvSpPr>
          <p:spPr>
            <a:xfrm>
              <a:off x="2632100" y="1907162"/>
              <a:ext cx="3810" cy="287655"/>
            </a:xfrm>
            <a:custGeom>
              <a:avLst/>
              <a:gdLst/>
              <a:ahLst/>
              <a:cxnLst/>
              <a:rect l="l" t="t" r="r" b="b"/>
              <a:pathLst>
                <a:path w="3810" h="287655">
                  <a:moveTo>
                    <a:pt x="3810" y="0"/>
                  </a:moveTo>
                  <a:lnTo>
                    <a:pt x="3810" y="287274"/>
                  </a:lnTo>
                  <a:lnTo>
                    <a:pt x="0" y="287274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1" name="object 5011"/>
            <p:cNvSpPr/>
            <p:nvPr/>
          </p:nvSpPr>
          <p:spPr>
            <a:xfrm>
              <a:off x="2632100" y="1907162"/>
              <a:ext cx="3810" cy="287655"/>
            </a:xfrm>
            <a:custGeom>
              <a:avLst/>
              <a:gdLst/>
              <a:ahLst/>
              <a:cxnLst/>
              <a:rect l="l" t="t" r="r" b="b"/>
              <a:pathLst>
                <a:path w="3810" h="287655">
                  <a:moveTo>
                    <a:pt x="3810" y="0"/>
                  </a:moveTo>
                  <a:lnTo>
                    <a:pt x="3810" y="287274"/>
                  </a:lnTo>
                  <a:lnTo>
                    <a:pt x="0" y="287274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2" name="object 5012"/>
            <p:cNvSpPr/>
            <p:nvPr/>
          </p:nvSpPr>
          <p:spPr>
            <a:xfrm>
              <a:off x="2613050" y="2151764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42672" y="0"/>
                  </a:moveTo>
                  <a:lnTo>
                    <a:pt x="0" y="0"/>
                  </a:lnTo>
                  <a:lnTo>
                    <a:pt x="20574" y="42672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3" name="object 5013"/>
            <p:cNvSpPr/>
            <p:nvPr/>
          </p:nvSpPr>
          <p:spPr>
            <a:xfrm>
              <a:off x="2613050" y="2151764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0" y="0"/>
                  </a:moveTo>
                  <a:lnTo>
                    <a:pt x="20574" y="42672"/>
                  </a:lnTo>
                  <a:lnTo>
                    <a:pt x="4267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4" name="object 5014"/>
            <p:cNvSpPr/>
            <p:nvPr/>
          </p:nvSpPr>
          <p:spPr>
            <a:xfrm>
              <a:off x="2611526" y="2150240"/>
              <a:ext cx="24130" cy="48260"/>
            </a:xfrm>
            <a:custGeom>
              <a:avLst/>
              <a:gdLst/>
              <a:ahLst/>
              <a:cxnLst/>
              <a:rect l="l" t="t" r="r" b="b"/>
              <a:pathLst>
                <a:path w="24130" h="48260">
                  <a:moveTo>
                    <a:pt x="23622" y="44958"/>
                  </a:moveTo>
                  <a:lnTo>
                    <a:pt x="20574" y="43434"/>
                  </a:lnTo>
                  <a:lnTo>
                    <a:pt x="22098" y="40386"/>
                  </a:lnTo>
                  <a:lnTo>
                    <a:pt x="3048" y="0"/>
                  </a:lnTo>
                  <a:lnTo>
                    <a:pt x="0" y="2286"/>
                  </a:lnTo>
                  <a:lnTo>
                    <a:pt x="22098" y="48006"/>
                  </a:lnTo>
                  <a:lnTo>
                    <a:pt x="23622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5" name="object 5015"/>
            <p:cNvSpPr/>
            <p:nvPr/>
          </p:nvSpPr>
          <p:spPr>
            <a:xfrm>
              <a:off x="2611526" y="2150240"/>
              <a:ext cx="24130" cy="48260"/>
            </a:xfrm>
            <a:custGeom>
              <a:avLst/>
              <a:gdLst/>
              <a:ahLst/>
              <a:cxnLst/>
              <a:rect l="l" t="t" r="r" b="b"/>
              <a:pathLst>
                <a:path w="24130" h="48260">
                  <a:moveTo>
                    <a:pt x="0" y="2286"/>
                  </a:moveTo>
                  <a:lnTo>
                    <a:pt x="3048" y="0"/>
                  </a:lnTo>
                  <a:lnTo>
                    <a:pt x="22098" y="40386"/>
                  </a:lnTo>
                  <a:lnTo>
                    <a:pt x="20574" y="43434"/>
                  </a:lnTo>
                  <a:lnTo>
                    <a:pt x="23622" y="44958"/>
                  </a:lnTo>
                  <a:lnTo>
                    <a:pt x="22098" y="48006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6" name="object 5016"/>
            <p:cNvSpPr/>
            <p:nvPr/>
          </p:nvSpPr>
          <p:spPr>
            <a:xfrm>
              <a:off x="2632100" y="2149478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19">
                  <a:moveTo>
                    <a:pt x="26670" y="0"/>
                  </a:moveTo>
                  <a:lnTo>
                    <a:pt x="23622" y="0"/>
                  </a:lnTo>
                  <a:lnTo>
                    <a:pt x="23622" y="3810"/>
                  </a:lnTo>
                  <a:lnTo>
                    <a:pt x="20574" y="3810"/>
                  </a:lnTo>
                  <a:lnTo>
                    <a:pt x="0" y="44196"/>
                  </a:lnTo>
                  <a:lnTo>
                    <a:pt x="3048" y="45720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7" name="object 5017"/>
            <p:cNvSpPr/>
            <p:nvPr/>
          </p:nvSpPr>
          <p:spPr>
            <a:xfrm>
              <a:off x="2632100" y="2149478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19">
                  <a:moveTo>
                    <a:pt x="3048" y="45720"/>
                  </a:moveTo>
                  <a:lnTo>
                    <a:pt x="0" y="44196"/>
                  </a:lnTo>
                  <a:lnTo>
                    <a:pt x="20574" y="3810"/>
                  </a:lnTo>
                  <a:lnTo>
                    <a:pt x="23622" y="3810"/>
                  </a:lnTo>
                  <a:lnTo>
                    <a:pt x="23622" y="0"/>
                  </a:lnTo>
                  <a:lnTo>
                    <a:pt x="26670" y="0"/>
                  </a:lnTo>
                  <a:lnTo>
                    <a:pt x="3048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8" name="object 5018"/>
            <p:cNvSpPr/>
            <p:nvPr/>
          </p:nvSpPr>
          <p:spPr>
            <a:xfrm>
              <a:off x="2610002" y="2149478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3810"/>
                  </a:moveTo>
                  <a:lnTo>
                    <a:pt x="45719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4571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9" name="object 5019"/>
            <p:cNvSpPr/>
            <p:nvPr/>
          </p:nvSpPr>
          <p:spPr>
            <a:xfrm>
              <a:off x="2610002" y="2149478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0"/>
                  </a:moveTo>
                  <a:lnTo>
                    <a:pt x="45719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4571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0" name="object 5020"/>
            <p:cNvSpPr/>
            <p:nvPr/>
          </p:nvSpPr>
          <p:spPr>
            <a:xfrm>
              <a:off x="2995574" y="203975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1" name="object 5021"/>
            <p:cNvSpPr/>
            <p:nvPr/>
          </p:nvSpPr>
          <p:spPr>
            <a:xfrm>
              <a:off x="2995574" y="203975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2" name="object 5022"/>
            <p:cNvSpPr/>
            <p:nvPr/>
          </p:nvSpPr>
          <p:spPr>
            <a:xfrm>
              <a:off x="2995574" y="190716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3" name="object 5023"/>
            <p:cNvSpPr/>
            <p:nvPr/>
          </p:nvSpPr>
          <p:spPr>
            <a:xfrm>
              <a:off x="2995574" y="190716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4" name="object 5024"/>
            <p:cNvSpPr/>
            <p:nvPr/>
          </p:nvSpPr>
          <p:spPr>
            <a:xfrm>
              <a:off x="2995574" y="1907162"/>
              <a:ext cx="3810" cy="132715"/>
            </a:xfrm>
            <a:custGeom>
              <a:avLst/>
              <a:gdLst/>
              <a:ahLst/>
              <a:cxnLst/>
              <a:rect l="l" t="t" r="r" b="b"/>
              <a:pathLst>
                <a:path w="3810" h="132714">
                  <a:moveTo>
                    <a:pt x="3809" y="0"/>
                  </a:moveTo>
                  <a:lnTo>
                    <a:pt x="3809" y="132587"/>
                  </a:lnTo>
                  <a:lnTo>
                    <a:pt x="0" y="132587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5" name="object 5025"/>
            <p:cNvSpPr/>
            <p:nvPr/>
          </p:nvSpPr>
          <p:spPr>
            <a:xfrm>
              <a:off x="2995574" y="1907162"/>
              <a:ext cx="3810" cy="132715"/>
            </a:xfrm>
            <a:custGeom>
              <a:avLst/>
              <a:gdLst/>
              <a:ahLst/>
              <a:cxnLst/>
              <a:rect l="l" t="t" r="r" b="b"/>
              <a:pathLst>
                <a:path w="3810" h="132714">
                  <a:moveTo>
                    <a:pt x="3809" y="0"/>
                  </a:moveTo>
                  <a:lnTo>
                    <a:pt x="3809" y="132587"/>
                  </a:lnTo>
                  <a:lnTo>
                    <a:pt x="0" y="132587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6" name="object 5026"/>
            <p:cNvSpPr/>
            <p:nvPr/>
          </p:nvSpPr>
          <p:spPr>
            <a:xfrm>
              <a:off x="2975762" y="1997078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80">
                  <a:moveTo>
                    <a:pt x="43434" y="0"/>
                  </a:moveTo>
                  <a:lnTo>
                    <a:pt x="0" y="0"/>
                  </a:lnTo>
                  <a:lnTo>
                    <a:pt x="21336" y="42672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7" name="object 5027"/>
            <p:cNvSpPr/>
            <p:nvPr/>
          </p:nvSpPr>
          <p:spPr>
            <a:xfrm>
              <a:off x="2975762" y="1997078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80">
                  <a:moveTo>
                    <a:pt x="0" y="0"/>
                  </a:moveTo>
                  <a:lnTo>
                    <a:pt x="21336" y="42672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8" name="object 5028"/>
            <p:cNvSpPr/>
            <p:nvPr/>
          </p:nvSpPr>
          <p:spPr>
            <a:xfrm>
              <a:off x="2974238" y="1996316"/>
              <a:ext cx="24765" cy="47625"/>
            </a:xfrm>
            <a:custGeom>
              <a:avLst/>
              <a:gdLst/>
              <a:ahLst/>
              <a:cxnLst/>
              <a:rect l="l" t="t" r="r" b="b"/>
              <a:pathLst>
                <a:path w="24764" h="47625">
                  <a:moveTo>
                    <a:pt x="24384" y="44196"/>
                  </a:moveTo>
                  <a:lnTo>
                    <a:pt x="21336" y="42672"/>
                  </a:lnTo>
                  <a:lnTo>
                    <a:pt x="22860" y="3962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2860" y="47244"/>
                  </a:lnTo>
                  <a:lnTo>
                    <a:pt x="24384" y="441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9" name="object 5029"/>
            <p:cNvSpPr/>
            <p:nvPr/>
          </p:nvSpPr>
          <p:spPr>
            <a:xfrm>
              <a:off x="2974238" y="1996316"/>
              <a:ext cx="24765" cy="47625"/>
            </a:xfrm>
            <a:custGeom>
              <a:avLst/>
              <a:gdLst/>
              <a:ahLst/>
              <a:cxnLst/>
              <a:rect l="l" t="t" r="r" b="b"/>
              <a:pathLst>
                <a:path w="24764" h="47625">
                  <a:moveTo>
                    <a:pt x="0" y="1524"/>
                  </a:moveTo>
                  <a:lnTo>
                    <a:pt x="3048" y="0"/>
                  </a:lnTo>
                  <a:lnTo>
                    <a:pt x="22860" y="39624"/>
                  </a:lnTo>
                  <a:lnTo>
                    <a:pt x="21336" y="42672"/>
                  </a:lnTo>
                  <a:lnTo>
                    <a:pt x="24384" y="44196"/>
                  </a:lnTo>
                  <a:lnTo>
                    <a:pt x="22860" y="47244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0" name="object 5030"/>
            <p:cNvSpPr/>
            <p:nvPr/>
          </p:nvSpPr>
          <p:spPr>
            <a:xfrm>
              <a:off x="2995574" y="1994792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19">
                  <a:moveTo>
                    <a:pt x="26670" y="0"/>
                  </a:moveTo>
                  <a:lnTo>
                    <a:pt x="23622" y="0"/>
                  </a:lnTo>
                  <a:lnTo>
                    <a:pt x="23622" y="3810"/>
                  </a:lnTo>
                  <a:lnTo>
                    <a:pt x="20574" y="3810"/>
                  </a:lnTo>
                  <a:lnTo>
                    <a:pt x="0" y="44196"/>
                  </a:lnTo>
                  <a:lnTo>
                    <a:pt x="3048" y="45720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1" name="object 5031"/>
            <p:cNvSpPr/>
            <p:nvPr/>
          </p:nvSpPr>
          <p:spPr>
            <a:xfrm>
              <a:off x="2995574" y="1994792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19">
                  <a:moveTo>
                    <a:pt x="3048" y="45720"/>
                  </a:moveTo>
                  <a:lnTo>
                    <a:pt x="0" y="44196"/>
                  </a:lnTo>
                  <a:lnTo>
                    <a:pt x="20574" y="3810"/>
                  </a:lnTo>
                  <a:lnTo>
                    <a:pt x="23622" y="3810"/>
                  </a:lnTo>
                  <a:lnTo>
                    <a:pt x="23622" y="0"/>
                  </a:lnTo>
                  <a:lnTo>
                    <a:pt x="26670" y="0"/>
                  </a:lnTo>
                  <a:lnTo>
                    <a:pt x="3048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2" name="object 5032"/>
            <p:cNvSpPr/>
            <p:nvPr/>
          </p:nvSpPr>
          <p:spPr>
            <a:xfrm>
              <a:off x="2972714" y="1994792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3810"/>
                  </a:moveTo>
                  <a:lnTo>
                    <a:pt x="46481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4571" y="1524"/>
                  </a:lnTo>
                  <a:lnTo>
                    <a:pt x="6095" y="3810"/>
                  </a:lnTo>
                  <a:lnTo>
                    <a:pt x="4648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3" name="object 5033"/>
            <p:cNvSpPr/>
            <p:nvPr/>
          </p:nvSpPr>
          <p:spPr>
            <a:xfrm>
              <a:off x="2972714" y="1994792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0"/>
                  </a:moveTo>
                  <a:lnTo>
                    <a:pt x="46481" y="3810"/>
                  </a:lnTo>
                  <a:lnTo>
                    <a:pt x="6095" y="3810"/>
                  </a:lnTo>
                  <a:lnTo>
                    <a:pt x="4571" y="1524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4648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4" name="object 5034"/>
            <p:cNvSpPr/>
            <p:nvPr/>
          </p:nvSpPr>
          <p:spPr>
            <a:xfrm>
              <a:off x="3631844" y="1796672"/>
              <a:ext cx="100965" cy="104775"/>
            </a:xfrm>
            <a:custGeom>
              <a:avLst/>
              <a:gdLst/>
              <a:ahLst/>
              <a:cxnLst/>
              <a:rect l="l" t="t" r="r" b="b"/>
              <a:pathLst>
                <a:path w="100964" h="104775">
                  <a:moveTo>
                    <a:pt x="0" y="104394"/>
                  </a:moveTo>
                  <a:lnTo>
                    <a:pt x="0" y="0"/>
                  </a:lnTo>
                  <a:lnTo>
                    <a:pt x="100584" y="0"/>
                  </a:lnTo>
                  <a:lnTo>
                    <a:pt x="100584" y="104394"/>
                  </a:lnTo>
                  <a:lnTo>
                    <a:pt x="0" y="104394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5" name="object 5035"/>
            <p:cNvSpPr/>
            <p:nvPr/>
          </p:nvSpPr>
          <p:spPr>
            <a:xfrm>
              <a:off x="3631831" y="1794398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70" h="5080">
                  <a:moveTo>
                    <a:pt x="102870" y="0"/>
                  </a:moveTo>
                  <a:lnTo>
                    <a:pt x="9779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97790" y="4572"/>
                  </a:lnTo>
                  <a:lnTo>
                    <a:pt x="97790" y="2286"/>
                  </a:lnTo>
                  <a:lnTo>
                    <a:pt x="102870" y="2286"/>
                  </a:lnTo>
                  <a:lnTo>
                    <a:pt x="1028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6" name="object 5036"/>
            <p:cNvSpPr/>
            <p:nvPr/>
          </p:nvSpPr>
          <p:spPr>
            <a:xfrm>
              <a:off x="3631844" y="1794386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70" h="5080">
                  <a:moveTo>
                    <a:pt x="0" y="4572"/>
                  </a:moveTo>
                  <a:lnTo>
                    <a:pt x="0" y="0"/>
                  </a:lnTo>
                  <a:lnTo>
                    <a:pt x="102870" y="0"/>
                  </a:lnTo>
                  <a:lnTo>
                    <a:pt x="102870" y="2286"/>
                  </a:lnTo>
                  <a:lnTo>
                    <a:pt x="98298" y="2286"/>
                  </a:lnTo>
                  <a:lnTo>
                    <a:pt x="98298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7" name="object 5037"/>
            <p:cNvSpPr/>
            <p:nvPr/>
          </p:nvSpPr>
          <p:spPr>
            <a:xfrm>
              <a:off x="3730129" y="1796684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79" h="106680">
                  <a:moveTo>
                    <a:pt x="508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102108"/>
                  </a:lnTo>
                  <a:lnTo>
                    <a:pt x="2540" y="102108"/>
                  </a:lnTo>
                  <a:lnTo>
                    <a:pt x="2540" y="106680"/>
                  </a:lnTo>
                  <a:lnTo>
                    <a:pt x="5080" y="10668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8" name="object 5038"/>
            <p:cNvSpPr/>
            <p:nvPr/>
          </p:nvSpPr>
          <p:spPr>
            <a:xfrm>
              <a:off x="3730142" y="1796672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79" h="106680">
                  <a:moveTo>
                    <a:pt x="0" y="0"/>
                  </a:moveTo>
                  <a:lnTo>
                    <a:pt x="4572" y="0"/>
                  </a:lnTo>
                  <a:lnTo>
                    <a:pt x="4572" y="106680"/>
                  </a:lnTo>
                  <a:lnTo>
                    <a:pt x="2286" y="106680"/>
                  </a:lnTo>
                  <a:lnTo>
                    <a:pt x="2286" y="102107"/>
                  </a:lnTo>
                  <a:lnTo>
                    <a:pt x="0" y="10210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9" name="object 5039"/>
            <p:cNvSpPr/>
            <p:nvPr/>
          </p:nvSpPr>
          <p:spPr>
            <a:xfrm>
              <a:off x="3629545" y="1898792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70" h="5080">
                  <a:moveTo>
                    <a:pt x="102870" y="0"/>
                  </a:moveTo>
                  <a:lnTo>
                    <a:pt x="5080" y="0"/>
                  </a:lnTo>
                  <a:lnTo>
                    <a:pt x="5080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5080" y="4572"/>
                  </a:lnTo>
                  <a:lnTo>
                    <a:pt x="102870" y="4572"/>
                  </a:lnTo>
                  <a:lnTo>
                    <a:pt x="1028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0" name="object 5040"/>
            <p:cNvSpPr/>
            <p:nvPr/>
          </p:nvSpPr>
          <p:spPr>
            <a:xfrm>
              <a:off x="3629558" y="1898780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70" h="5080">
                  <a:moveTo>
                    <a:pt x="102870" y="0"/>
                  </a:moveTo>
                  <a:lnTo>
                    <a:pt x="102870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2" y="2286"/>
                  </a:lnTo>
                  <a:lnTo>
                    <a:pt x="4572" y="0"/>
                  </a:lnTo>
                  <a:lnTo>
                    <a:pt x="10287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1" name="object 5041"/>
            <p:cNvSpPr/>
            <p:nvPr/>
          </p:nvSpPr>
          <p:spPr>
            <a:xfrm>
              <a:off x="3629037" y="1794398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79" h="106680">
                  <a:moveTo>
                    <a:pt x="5080" y="4572"/>
                  </a:moveTo>
                  <a:lnTo>
                    <a:pt x="2540" y="4572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06680"/>
                  </a:lnTo>
                  <a:lnTo>
                    <a:pt x="2540" y="106680"/>
                  </a:lnTo>
                  <a:lnTo>
                    <a:pt x="5080" y="106680"/>
                  </a:lnTo>
                  <a:lnTo>
                    <a:pt x="508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2" name="object 5042"/>
            <p:cNvSpPr/>
            <p:nvPr/>
          </p:nvSpPr>
          <p:spPr>
            <a:xfrm>
              <a:off x="3629558" y="1794386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79" h="106680">
                  <a:moveTo>
                    <a:pt x="4572" y="106679"/>
                  </a:moveTo>
                  <a:lnTo>
                    <a:pt x="0" y="106679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0667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3" name="object 5043"/>
            <p:cNvSpPr/>
            <p:nvPr/>
          </p:nvSpPr>
          <p:spPr>
            <a:xfrm>
              <a:off x="3726332" y="179667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810"/>
                  </a:moveTo>
                  <a:lnTo>
                    <a:pt x="1523" y="0"/>
                  </a:lnTo>
                  <a:lnTo>
                    <a:pt x="0" y="2286"/>
                  </a:lnTo>
                  <a:lnTo>
                    <a:pt x="3048" y="5334"/>
                  </a:lnTo>
                  <a:lnTo>
                    <a:pt x="5334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4" name="object 5044"/>
            <p:cNvSpPr/>
            <p:nvPr/>
          </p:nvSpPr>
          <p:spPr>
            <a:xfrm>
              <a:off x="3726332" y="179667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2286"/>
                  </a:moveTo>
                  <a:lnTo>
                    <a:pt x="1523" y="0"/>
                  </a:lnTo>
                  <a:lnTo>
                    <a:pt x="5334" y="3810"/>
                  </a:lnTo>
                  <a:lnTo>
                    <a:pt x="3048" y="5334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5" name="object 5045"/>
            <p:cNvSpPr/>
            <p:nvPr/>
          </p:nvSpPr>
          <p:spPr>
            <a:xfrm>
              <a:off x="3632606" y="189420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4" y="3048"/>
                  </a:moveTo>
                  <a:lnTo>
                    <a:pt x="1524" y="0"/>
                  </a:lnTo>
                  <a:lnTo>
                    <a:pt x="0" y="1524"/>
                  </a:lnTo>
                  <a:lnTo>
                    <a:pt x="3810" y="4572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6" name="object 5046"/>
            <p:cNvSpPr/>
            <p:nvPr/>
          </p:nvSpPr>
          <p:spPr>
            <a:xfrm>
              <a:off x="3632606" y="189420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4" y="3048"/>
                  </a:moveTo>
                  <a:lnTo>
                    <a:pt x="3810" y="4572"/>
                  </a:lnTo>
                  <a:lnTo>
                    <a:pt x="0" y="1524"/>
                  </a:lnTo>
                  <a:lnTo>
                    <a:pt x="1524" y="0"/>
                  </a:lnTo>
                  <a:lnTo>
                    <a:pt x="5334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7" name="object 5047"/>
            <p:cNvSpPr/>
            <p:nvPr/>
          </p:nvSpPr>
          <p:spPr>
            <a:xfrm>
              <a:off x="3634130" y="1798958"/>
              <a:ext cx="95250" cy="98425"/>
            </a:xfrm>
            <a:custGeom>
              <a:avLst/>
              <a:gdLst/>
              <a:ahLst/>
              <a:cxnLst/>
              <a:rect l="l" t="t" r="r" b="b"/>
              <a:pathLst>
                <a:path w="95250" h="98425">
                  <a:moveTo>
                    <a:pt x="95249" y="3047"/>
                  </a:moveTo>
                  <a:lnTo>
                    <a:pt x="92201" y="0"/>
                  </a:lnTo>
                  <a:lnTo>
                    <a:pt x="0" y="95250"/>
                  </a:lnTo>
                  <a:lnTo>
                    <a:pt x="3809" y="98298"/>
                  </a:lnTo>
                  <a:lnTo>
                    <a:pt x="95249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8" name="object 5048"/>
            <p:cNvSpPr/>
            <p:nvPr/>
          </p:nvSpPr>
          <p:spPr>
            <a:xfrm>
              <a:off x="3634130" y="1798958"/>
              <a:ext cx="95250" cy="98425"/>
            </a:xfrm>
            <a:custGeom>
              <a:avLst/>
              <a:gdLst/>
              <a:ahLst/>
              <a:cxnLst/>
              <a:rect l="l" t="t" r="r" b="b"/>
              <a:pathLst>
                <a:path w="95250" h="98425">
                  <a:moveTo>
                    <a:pt x="92201" y="0"/>
                  </a:moveTo>
                  <a:lnTo>
                    <a:pt x="95249" y="3047"/>
                  </a:lnTo>
                  <a:lnTo>
                    <a:pt x="3809" y="98298"/>
                  </a:lnTo>
                  <a:lnTo>
                    <a:pt x="0" y="95250"/>
                  </a:lnTo>
                  <a:lnTo>
                    <a:pt x="9220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9" name="object 5049"/>
            <p:cNvSpPr/>
            <p:nvPr/>
          </p:nvSpPr>
          <p:spPr>
            <a:xfrm>
              <a:off x="3749954" y="1796672"/>
              <a:ext cx="100965" cy="104775"/>
            </a:xfrm>
            <a:custGeom>
              <a:avLst/>
              <a:gdLst/>
              <a:ahLst/>
              <a:cxnLst/>
              <a:rect l="l" t="t" r="r" b="b"/>
              <a:pathLst>
                <a:path w="100964" h="104775">
                  <a:moveTo>
                    <a:pt x="0" y="104394"/>
                  </a:moveTo>
                  <a:lnTo>
                    <a:pt x="0" y="0"/>
                  </a:lnTo>
                  <a:lnTo>
                    <a:pt x="100584" y="0"/>
                  </a:lnTo>
                  <a:lnTo>
                    <a:pt x="100584" y="104394"/>
                  </a:lnTo>
                  <a:lnTo>
                    <a:pt x="0" y="104394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0" name="object 5050"/>
            <p:cNvSpPr/>
            <p:nvPr/>
          </p:nvSpPr>
          <p:spPr>
            <a:xfrm>
              <a:off x="3749941" y="1794398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70" h="5080">
                  <a:moveTo>
                    <a:pt x="102870" y="0"/>
                  </a:moveTo>
                  <a:lnTo>
                    <a:pt x="9779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97790" y="4572"/>
                  </a:lnTo>
                  <a:lnTo>
                    <a:pt x="97790" y="2286"/>
                  </a:lnTo>
                  <a:lnTo>
                    <a:pt x="102870" y="2286"/>
                  </a:lnTo>
                  <a:lnTo>
                    <a:pt x="1028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1" name="object 5051"/>
            <p:cNvSpPr/>
            <p:nvPr/>
          </p:nvSpPr>
          <p:spPr>
            <a:xfrm>
              <a:off x="3749954" y="1794386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70" h="5080">
                  <a:moveTo>
                    <a:pt x="0" y="4572"/>
                  </a:moveTo>
                  <a:lnTo>
                    <a:pt x="0" y="0"/>
                  </a:lnTo>
                  <a:lnTo>
                    <a:pt x="102870" y="0"/>
                  </a:lnTo>
                  <a:lnTo>
                    <a:pt x="102870" y="2286"/>
                  </a:lnTo>
                  <a:lnTo>
                    <a:pt x="98298" y="2286"/>
                  </a:lnTo>
                  <a:lnTo>
                    <a:pt x="98298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2" name="object 5052"/>
            <p:cNvSpPr/>
            <p:nvPr/>
          </p:nvSpPr>
          <p:spPr>
            <a:xfrm>
              <a:off x="3848239" y="1796684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79" h="106680">
                  <a:moveTo>
                    <a:pt x="508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102108"/>
                  </a:lnTo>
                  <a:lnTo>
                    <a:pt x="2540" y="102108"/>
                  </a:lnTo>
                  <a:lnTo>
                    <a:pt x="2540" y="106680"/>
                  </a:lnTo>
                  <a:lnTo>
                    <a:pt x="5080" y="10668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3" name="object 5053"/>
            <p:cNvSpPr/>
            <p:nvPr/>
          </p:nvSpPr>
          <p:spPr>
            <a:xfrm>
              <a:off x="3848252" y="1796672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79" h="106680">
                  <a:moveTo>
                    <a:pt x="0" y="0"/>
                  </a:moveTo>
                  <a:lnTo>
                    <a:pt x="4572" y="0"/>
                  </a:lnTo>
                  <a:lnTo>
                    <a:pt x="4572" y="106680"/>
                  </a:lnTo>
                  <a:lnTo>
                    <a:pt x="2286" y="106680"/>
                  </a:lnTo>
                  <a:lnTo>
                    <a:pt x="2286" y="102107"/>
                  </a:lnTo>
                  <a:lnTo>
                    <a:pt x="0" y="10210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4" name="object 5054"/>
            <p:cNvSpPr/>
            <p:nvPr/>
          </p:nvSpPr>
          <p:spPr>
            <a:xfrm>
              <a:off x="3747656" y="1898792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70" h="5080">
                  <a:moveTo>
                    <a:pt x="102870" y="0"/>
                  </a:moveTo>
                  <a:lnTo>
                    <a:pt x="5080" y="0"/>
                  </a:lnTo>
                  <a:lnTo>
                    <a:pt x="5080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5080" y="4572"/>
                  </a:lnTo>
                  <a:lnTo>
                    <a:pt x="102870" y="4572"/>
                  </a:lnTo>
                  <a:lnTo>
                    <a:pt x="1028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5" name="object 5055"/>
            <p:cNvSpPr/>
            <p:nvPr/>
          </p:nvSpPr>
          <p:spPr>
            <a:xfrm>
              <a:off x="3747668" y="1898780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70" h="5080">
                  <a:moveTo>
                    <a:pt x="102870" y="0"/>
                  </a:moveTo>
                  <a:lnTo>
                    <a:pt x="102870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2" y="2286"/>
                  </a:lnTo>
                  <a:lnTo>
                    <a:pt x="4572" y="0"/>
                  </a:lnTo>
                  <a:lnTo>
                    <a:pt x="10287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6" name="object 5056"/>
            <p:cNvSpPr/>
            <p:nvPr/>
          </p:nvSpPr>
          <p:spPr>
            <a:xfrm>
              <a:off x="3747147" y="1794398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79" h="106680">
                  <a:moveTo>
                    <a:pt x="5080" y="4572"/>
                  </a:moveTo>
                  <a:lnTo>
                    <a:pt x="2540" y="4572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06680"/>
                  </a:lnTo>
                  <a:lnTo>
                    <a:pt x="2540" y="106680"/>
                  </a:lnTo>
                  <a:lnTo>
                    <a:pt x="5080" y="106680"/>
                  </a:lnTo>
                  <a:lnTo>
                    <a:pt x="508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7" name="object 5057"/>
            <p:cNvSpPr/>
            <p:nvPr/>
          </p:nvSpPr>
          <p:spPr>
            <a:xfrm>
              <a:off x="3747668" y="1794386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79" h="106680">
                  <a:moveTo>
                    <a:pt x="4572" y="106679"/>
                  </a:moveTo>
                  <a:lnTo>
                    <a:pt x="0" y="106679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0667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8" name="object 5058"/>
            <p:cNvSpPr/>
            <p:nvPr/>
          </p:nvSpPr>
          <p:spPr>
            <a:xfrm>
              <a:off x="3845204" y="179667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3810"/>
                  </a:moveTo>
                  <a:lnTo>
                    <a:pt x="1523" y="0"/>
                  </a:lnTo>
                  <a:lnTo>
                    <a:pt x="0" y="2286"/>
                  </a:lnTo>
                  <a:lnTo>
                    <a:pt x="3048" y="5334"/>
                  </a:lnTo>
                  <a:lnTo>
                    <a:pt x="457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9" name="object 5059"/>
            <p:cNvSpPr/>
            <p:nvPr/>
          </p:nvSpPr>
          <p:spPr>
            <a:xfrm>
              <a:off x="3845204" y="179667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2286"/>
                  </a:moveTo>
                  <a:lnTo>
                    <a:pt x="1523" y="0"/>
                  </a:lnTo>
                  <a:lnTo>
                    <a:pt x="4572" y="3810"/>
                  </a:lnTo>
                  <a:lnTo>
                    <a:pt x="3048" y="5334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0" name="object 5060"/>
            <p:cNvSpPr/>
            <p:nvPr/>
          </p:nvSpPr>
          <p:spPr>
            <a:xfrm>
              <a:off x="3751478" y="189420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2" y="3048"/>
                  </a:moveTo>
                  <a:lnTo>
                    <a:pt x="1524" y="0"/>
                  </a:lnTo>
                  <a:lnTo>
                    <a:pt x="0" y="1524"/>
                  </a:lnTo>
                  <a:lnTo>
                    <a:pt x="3048" y="4572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1" name="object 5061"/>
            <p:cNvSpPr/>
            <p:nvPr/>
          </p:nvSpPr>
          <p:spPr>
            <a:xfrm>
              <a:off x="3751478" y="189420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2" y="3048"/>
                  </a:moveTo>
                  <a:lnTo>
                    <a:pt x="3048" y="4572"/>
                  </a:lnTo>
                  <a:lnTo>
                    <a:pt x="0" y="1524"/>
                  </a:lnTo>
                  <a:lnTo>
                    <a:pt x="1524" y="0"/>
                  </a:lnTo>
                  <a:lnTo>
                    <a:pt x="4572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2" name="object 5062"/>
            <p:cNvSpPr/>
            <p:nvPr/>
          </p:nvSpPr>
          <p:spPr>
            <a:xfrm>
              <a:off x="3753002" y="1798958"/>
              <a:ext cx="95250" cy="98425"/>
            </a:xfrm>
            <a:custGeom>
              <a:avLst/>
              <a:gdLst/>
              <a:ahLst/>
              <a:cxnLst/>
              <a:rect l="l" t="t" r="r" b="b"/>
              <a:pathLst>
                <a:path w="95250" h="98425">
                  <a:moveTo>
                    <a:pt x="95249" y="3047"/>
                  </a:moveTo>
                  <a:lnTo>
                    <a:pt x="92201" y="0"/>
                  </a:lnTo>
                  <a:lnTo>
                    <a:pt x="0" y="95250"/>
                  </a:lnTo>
                  <a:lnTo>
                    <a:pt x="3047" y="98298"/>
                  </a:lnTo>
                  <a:lnTo>
                    <a:pt x="95249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3" name="object 5063"/>
            <p:cNvSpPr/>
            <p:nvPr/>
          </p:nvSpPr>
          <p:spPr>
            <a:xfrm>
              <a:off x="3753002" y="1798958"/>
              <a:ext cx="95250" cy="98425"/>
            </a:xfrm>
            <a:custGeom>
              <a:avLst/>
              <a:gdLst/>
              <a:ahLst/>
              <a:cxnLst/>
              <a:rect l="l" t="t" r="r" b="b"/>
              <a:pathLst>
                <a:path w="95250" h="98425">
                  <a:moveTo>
                    <a:pt x="92201" y="0"/>
                  </a:moveTo>
                  <a:lnTo>
                    <a:pt x="95249" y="3047"/>
                  </a:lnTo>
                  <a:lnTo>
                    <a:pt x="3047" y="98298"/>
                  </a:lnTo>
                  <a:lnTo>
                    <a:pt x="0" y="95250"/>
                  </a:lnTo>
                  <a:lnTo>
                    <a:pt x="9220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4" name="object 5064"/>
            <p:cNvSpPr/>
            <p:nvPr/>
          </p:nvSpPr>
          <p:spPr>
            <a:xfrm>
              <a:off x="3868826" y="1796672"/>
              <a:ext cx="100965" cy="104775"/>
            </a:xfrm>
            <a:custGeom>
              <a:avLst/>
              <a:gdLst/>
              <a:ahLst/>
              <a:cxnLst/>
              <a:rect l="l" t="t" r="r" b="b"/>
              <a:pathLst>
                <a:path w="100964" h="104775">
                  <a:moveTo>
                    <a:pt x="0" y="104394"/>
                  </a:moveTo>
                  <a:lnTo>
                    <a:pt x="0" y="0"/>
                  </a:lnTo>
                  <a:lnTo>
                    <a:pt x="100584" y="0"/>
                  </a:lnTo>
                  <a:lnTo>
                    <a:pt x="100584" y="104394"/>
                  </a:lnTo>
                  <a:lnTo>
                    <a:pt x="0" y="104394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5" name="object 5065"/>
            <p:cNvSpPr/>
            <p:nvPr/>
          </p:nvSpPr>
          <p:spPr>
            <a:xfrm>
              <a:off x="3868813" y="1794398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70" h="5080">
                  <a:moveTo>
                    <a:pt x="102870" y="0"/>
                  </a:moveTo>
                  <a:lnTo>
                    <a:pt x="9779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97790" y="4572"/>
                  </a:lnTo>
                  <a:lnTo>
                    <a:pt x="97790" y="2286"/>
                  </a:lnTo>
                  <a:lnTo>
                    <a:pt x="102870" y="2286"/>
                  </a:lnTo>
                  <a:lnTo>
                    <a:pt x="1028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6" name="object 5066"/>
            <p:cNvSpPr/>
            <p:nvPr/>
          </p:nvSpPr>
          <p:spPr>
            <a:xfrm>
              <a:off x="3868826" y="1794386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70" h="5080">
                  <a:moveTo>
                    <a:pt x="0" y="4572"/>
                  </a:moveTo>
                  <a:lnTo>
                    <a:pt x="0" y="0"/>
                  </a:lnTo>
                  <a:lnTo>
                    <a:pt x="102870" y="0"/>
                  </a:lnTo>
                  <a:lnTo>
                    <a:pt x="102870" y="2286"/>
                  </a:lnTo>
                  <a:lnTo>
                    <a:pt x="98298" y="2286"/>
                  </a:lnTo>
                  <a:lnTo>
                    <a:pt x="98298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7" name="object 5067"/>
            <p:cNvSpPr/>
            <p:nvPr/>
          </p:nvSpPr>
          <p:spPr>
            <a:xfrm>
              <a:off x="3967112" y="1796684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79" h="106680">
                  <a:moveTo>
                    <a:pt x="508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102108"/>
                  </a:lnTo>
                  <a:lnTo>
                    <a:pt x="2540" y="102108"/>
                  </a:lnTo>
                  <a:lnTo>
                    <a:pt x="2540" y="106680"/>
                  </a:lnTo>
                  <a:lnTo>
                    <a:pt x="5080" y="10668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8" name="object 5068"/>
            <p:cNvSpPr/>
            <p:nvPr/>
          </p:nvSpPr>
          <p:spPr>
            <a:xfrm>
              <a:off x="3967124" y="1796672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79" h="106680">
                  <a:moveTo>
                    <a:pt x="0" y="0"/>
                  </a:moveTo>
                  <a:lnTo>
                    <a:pt x="4572" y="0"/>
                  </a:lnTo>
                  <a:lnTo>
                    <a:pt x="4572" y="106680"/>
                  </a:lnTo>
                  <a:lnTo>
                    <a:pt x="2286" y="106680"/>
                  </a:lnTo>
                  <a:lnTo>
                    <a:pt x="2286" y="102107"/>
                  </a:lnTo>
                  <a:lnTo>
                    <a:pt x="0" y="10210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9" name="object 5069"/>
            <p:cNvSpPr/>
            <p:nvPr/>
          </p:nvSpPr>
          <p:spPr>
            <a:xfrm>
              <a:off x="3866527" y="1898792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70" h="5080">
                  <a:moveTo>
                    <a:pt x="102870" y="0"/>
                  </a:moveTo>
                  <a:lnTo>
                    <a:pt x="5080" y="0"/>
                  </a:lnTo>
                  <a:lnTo>
                    <a:pt x="5080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5080" y="4572"/>
                  </a:lnTo>
                  <a:lnTo>
                    <a:pt x="102870" y="4572"/>
                  </a:lnTo>
                  <a:lnTo>
                    <a:pt x="1028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0" name="object 5070"/>
            <p:cNvSpPr/>
            <p:nvPr/>
          </p:nvSpPr>
          <p:spPr>
            <a:xfrm>
              <a:off x="3866540" y="1898780"/>
              <a:ext cx="102870" cy="5080"/>
            </a:xfrm>
            <a:custGeom>
              <a:avLst/>
              <a:gdLst/>
              <a:ahLst/>
              <a:cxnLst/>
              <a:rect l="l" t="t" r="r" b="b"/>
              <a:pathLst>
                <a:path w="102870" h="5080">
                  <a:moveTo>
                    <a:pt x="102870" y="0"/>
                  </a:moveTo>
                  <a:lnTo>
                    <a:pt x="102870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2" y="2286"/>
                  </a:lnTo>
                  <a:lnTo>
                    <a:pt x="4572" y="0"/>
                  </a:lnTo>
                  <a:lnTo>
                    <a:pt x="10287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1" name="object 5071"/>
            <p:cNvSpPr/>
            <p:nvPr/>
          </p:nvSpPr>
          <p:spPr>
            <a:xfrm>
              <a:off x="3866019" y="1794398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79" h="106680">
                  <a:moveTo>
                    <a:pt x="5080" y="4572"/>
                  </a:moveTo>
                  <a:lnTo>
                    <a:pt x="2540" y="4572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06680"/>
                  </a:lnTo>
                  <a:lnTo>
                    <a:pt x="2540" y="106680"/>
                  </a:lnTo>
                  <a:lnTo>
                    <a:pt x="5080" y="106680"/>
                  </a:lnTo>
                  <a:lnTo>
                    <a:pt x="508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2" name="object 5072"/>
            <p:cNvSpPr/>
            <p:nvPr/>
          </p:nvSpPr>
          <p:spPr>
            <a:xfrm>
              <a:off x="3866540" y="1794386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79" h="106680">
                  <a:moveTo>
                    <a:pt x="4572" y="106679"/>
                  </a:moveTo>
                  <a:lnTo>
                    <a:pt x="0" y="106679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0667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3" name="object 5073"/>
            <p:cNvSpPr/>
            <p:nvPr/>
          </p:nvSpPr>
          <p:spPr>
            <a:xfrm>
              <a:off x="3963314" y="179667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3810"/>
                  </a:moveTo>
                  <a:lnTo>
                    <a:pt x="1523" y="0"/>
                  </a:lnTo>
                  <a:lnTo>
                    <a:pt x="0" y="2286"/>
                  </a:lnTo>
                  <a:lnTo>
                    <a:pt x="3048" y="5334"/>
                  </a:lnTo>
                  <a:lnTo>
                    <a:pt x="457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4" name="object 5074"/>
            <p:cNvSpPr/>
            <p:nvPr/>
          </p:nvSpPr>
          <p:spPr>
            <a:xfrm>
              <a:off x="3963314" y="179667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2286"/>
                  </a:moveTo>
                  <a:lnTo>
                    <a:pt x="1523" y="0"/>
                  </a:lnTo>
                  <a:lnTo>
                    <a:pt x="4572" y="3810"/>
                  </a:lnTo>
                  <a:lnTo>
                    <a:pt x="3048" y="5334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5" name="object 5075"/>
            <p:cNvSpPr/>
            <p:nvPr/>
          </p:nvSpPr>
          <p:spPr>
            <a:xfrm>
              <a:off x="3869588" y="189420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4" y="3048"/>
                  </a:moveTo>
                  <a:lnTo>
                    <a:pt x="1524" y="0"/>
                  </a:lnTo>
                  <a:lnTo>
                    <a:pt x="0" y="1524"/>
                  </a:lnTo>
                  <a:lnTo>
                    <a:pt x="3048" y="4572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6" name="object 5076"/>
            <p:cNvSpPr/>
            <p:nvPr/>
          </p:nvSpPr>
          <p:spPr>
            <a:xfrm>
              <a:off x="3869588" y="189420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4" y="3048"/>
                  </a:moveTo>
                  <a:lnTo>
                    <a:pt x="3048" y="4572"/>
                  </a:lnTo>
                  <a:lnTo>
                    <a:pt x="0" y="1524"/>
                  </a:lnTo>
                  <a:lnTo>
                    <a:pt x="1524" y="0"/>
                  </a:lnTo>
                  <a:lnTo>
                    <a:pt x="5334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7" name="object 5077"/>
            <p:cNvSpPr/>
            <p:nvPr/>
          </p:nvSpPr>
          <p:spPr>
            <a:xfrm>
              <a:off x="3871112" y="1798958"/>
              <a:ext cx="95250" cy="98425"/>
            </a:xfrm>
            <a:custGeom>
              <a:avLst/>
              <a:gdLst/>
              <a:ahLst/>
              <a:cxnLst/>
              <a:rect l="l" t="t" r="r" b="b"/>
              <a:pathLst>
                <a:path w="95250" h="98425">
                  <a:moveTo>
                    <a:pt x="95249" y="3047"/>
                  </a:moveTo>
                  <a:lnTo>
                    <a:pt x="92201" y="0"/>
                  </a:lnTo>
                  <a:lnTo>
                    <a:pt x="0" y="95250"/>
                  </a:lnTo>
                  <a:lnTo>
                    <a:pt x="3809" y="98298"/>
                  </a:lnTo>
                  <a:lnTo>
                    <a:pt x="95249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8" name="object 5078"/>
            <p:cNvSpPr/>
            <p:nvPr/>
          </p:nvSpPr>
          <p:spPr>
            <a:xfrm>
              <a:off x="3871112" y="1798958"/>
              <a:ext cx="95250" cy="98425"/>
            </a:xfrm>
            <a:custGeom>
              <a:avLst/>
              <a:gdLst/>
              <a:ahLst/>
              <a:cxnLst/>
              <a:rect l="l" t="t" r="r" b="b"/>
              <a:pathLst>
                <a:path w="95250" h="98425">
                  <a:moveTo>
                    <a:pt x="92201" y="0"/>
                  </a:moveTo>
                  <a:lnTo>
                    <a:pt x="95249" y="3047"/>
                  </a:lnTo>
                  <a:lnTo>
                    <a:pt x="3809" y="98298"/>
                  </a:lnTo>
                  <a:lnTo>
                    <a:pt x="0" y="95250"/>
                  </a:lnTo>
                  <a:lnTo>
                    <a:pt x="9220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9" name="object 5079"/>
            <p:cNvSpPr/>
            <p:nvPr/>
          </p:nvSpPr>
          <p:spPr>
            <a:xfrm>
              <a:off x="3987698" y="1796672"/>
              <a:ext cx="100330" cy="104775"/>
            </a:xfrm>
            <a:custGeom>
              <a:avLst/>
              <a:gdLst/>
              <a:ahLst/>
              <a:cxnLst/>
              <a:rect l="l" t="t" r="r" b="b"/>
              <a:pathLst>
                <a:path w="100329" h="104775">
                  <a:moveTo>
                    <a:pt x="0" y="104394"/>
                  </a:moveTo>
                  <a:lnTo>
                    <a:pt x="0" y="0"/>
                  </a:lnTo>
                  <a:lnTo>
                    <a:pt x="99822" y="0"/>
                  </a:lnTo>
                  <a:lnTo>
                    <a:pt x="99822" y="104394"/>
                  </a:lnTo>
                  <a:lnTo>
                    <a:pt x="0" y="104394"/>
                  </a:lnTo>
                  <a:close/>
                </a:path>
              </a:pathLst>
            </a:custGeom>
            <a:ln w="4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0" name="object 5080"/>
            <p:cNvSpPr/>
            <p:nvPr/>
          </p:nvSpPr>
          <p:spPr>
            <a:xfrm>
              <a:off x="3987685" y="1794398"/>
              <a:ext cx="101600" cy="5080"/>
            </a:xfrm>
            <a:custGeom>
              <a:avLst/>
              <a:gdLst/>
              <a:ahLst/>
              <a:cxnLst/>
              <a:rect l="l" t="t" r="r" b="b"/>
              <a:pathLst>
                <a:path w="101600" h="5080">
                  <a:moveTo>
                    <a:pt x="101600" y="0"/>
                  </a:moveTo>
                  <a:lnTo>
                    <a:pt x="9779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97790" y="4572"/>
                  </a:lnTo>
                  <a:lnTo>
                    <a:pt x="97790" y="2286"/>
                  </a:lnTo>
                  <a:lnTo>
                    <a:pt x="101600" y="2286"/>
                  </a:lnTo>
                  <a:lnTo>
                    <a:pt x="1016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1" name="object 5081"/>
            <p:cNvSpPr/>
            <p:nvPr/>
          </p:nvSpPr>
          <p:spPr>
            <a:xfrm>
              <a:off x="3987698" y="1794386"/>
              <a:ext cx="102235" cy="5080"/>
            </a:xfrm>
            <a:custGeom>
              <a:avLst/>
              <a:gdLst/>
              <a:ahLst/>
              <a:cxnLst/>
              <a:rect l="l" t="t" r="r" b="b"/>
              <a:pathLst>
                <a:path w="102235" h="5080">
                  <a:moveTo>
                    <a:pt x="0" y="4572"/>
                  </a:moveTo>
                  <a:lnTo>
                    <a:pt x="0" y="0"/>
                  </a:lnTo>
                  <a:lnTo>
                    <a:pt x="102107" y="0"/>
                  </a:lnTo>
                  <a:lnTo>
                    <a:pt x="102107" y="2286"/>
                  </a:lnTo>
                  <a:lnTo>
                    <a:pt x="97536" y="2286"/>
                  </a:lnTo>
                  <a:lnTo>
                    <a:pt x="97536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2" name="object 5082"/>
            <p:cNvSpPr/>
            <p:nvPr/>
          </p:nvSpPr>
          <p:spPr>
            <a:xfrm>
              <a:off x="4085221" y="1796684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79" h="106680">
                  <a:moveTo>
                    <a:pt x="508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102108"/>
                  </a:lnTo>
                  <a:lnTo>
                    <a:pt x="2540" y="102108"/>
                  </a:lnTo>
                  <a:lnTo>
                    <a:pt x="2540" y="106680"/>
                  </a:lnTo>
                  <a:lnTo>
                    <a:pt x="5080" y="106680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3" name="object 5083"/>
            <p:cNvSpPr/>
            <p:nvPr/>
          </p:nvSpPr>
          <p:spPr>
            <a:xfrm>
              <a:off x="4085234" y="1796672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79" h="106680">
                  <a:moveTo>
                    <a:pt x="0" y="0"/>
                  </a:moveTo>
                  <a:lnTo>
                    <a:pt x="4572" y="0"/>
                  </a:lnTo>
                  <a:lnTo>
                    <a:pt x="4572" y="106680"/>
                  </a:lnTo>
                  <a:lnTo>
                    <a:pt x="2286" y="106680"/>
                  </a:lnTo>
                  <a:lnTo>
                    <a:pt x="2286" y="102107"/>
                  </a:lnTo>
                  <a:lnTo>
                    <a:pt x="0" y="10210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4" name="object 5084"/>
            <p:cNvSpPr/>
            <p:nvPr/>
          </p:nvSpPr>
          <p:spPr>
            <a:xfrm>
              <a:off x="3985907" y="1898792"/>
              <a:ext cx="101600" cy="5080"/>
            </a:xfrm>
            <a:custGeom>
              <a:avLst/>
              <a:gdLst/>
              <a:ahLst/>
              <a:cxnLst/>
              <a:rect l="l" t="t" r="r" b="b"/>
              <a:pathLst>
                <a:path w="101600" h="5080">
                  <a:moveTo>
                    <a:pt x="101600" y="0"/>
                  </a:moveTo>
                  <a:lnTo>
                    <a:pt x="3810" y="0"/>
                  </a:lnTo>
                  <a:lnTo>
                    <a:pt x="3810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3810" y="4572"/>
                  </a:lnTo>
                  <a:lnTo>
                    <a:pt x="101600" y="4572"/>
                  </a:lnTo>
                  <a:lnTo>
                    <a:pt x="1016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5" name="object 5085"/>
            <p:cNvSpPr/>
            <p:nvPr/>
          </p:nvSpPr>
          <p:spPr>
            <a:xfrm>
              <a:off x="3985412" y="1898780"/>
              <a:ext cx="102235" cy="5080"/>
            </a:xfrm>
            <a:custGeom>
              <a:avLst/>
              <a:gdLst/>
              <a:ahLst/>
              <a:cxnLst/>
              <a:rect l="l" t="t" r="r" b="b"/>
              <a:pathLst>
                <a:path w="102235" h="5080">
                  <a:moveTo>
                    <a:pt x="102108" y="0"/>
                  </a:moveTo>
                  <a:lnTo>
                    <a:pt x="102108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3810" y="2286"/>
                  </a:lnTo>
                  <a:lnTo>
                    <a:pt x="3810" y="0"/>
                  </a:lnTo>
                  <a:lnTo>
                    <a:pt x="10210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6" name="object 5086"/>
            <p:cNvSpPr/>
            <p:nvPr/>
          </p:nvSpPr>
          <p:spPr>
            <a:xfrm>
              <a:off x="3985400" y="1794398"/>
              <a:ext cx="3810" cy="106680"/>
            </a:xfrm>
            <a:custGeom>
              <a:avLst/>
              <a:gdLst/>
              <a:ahLst/>
              <a:cxnLst/>
              <a:rect l="l" t="t" r="r" b="b"/>
              <a:pathLst>
                <a:path w="3810" h="106680">
                  <a:moveTo>
                    <a:pt x="3810" y="4572"/>
                  </a:moveTo>
                  <a:lnTo>
                    <a:pt x="2540" y="4572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06680"/>
                  </a:lnTo>
                  <a:lnTo>
                    <a:pt x="2540" y="106680"/>
                  </a:lnTo>
                  <a:lnTo>
                    <a:pt x="3810" y="106680"/>
                  </a:lnTo>
                  <a:lnTo>
                    <a:pt x="381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7" name="object 5087"/>
            <p:cNvSpPr/>
            <p:nvPr/>
          </p:nvSpPr>
          <p:spPr>
            <a:xfrm>
              <a:off x="3985412" y="1794386"/>
              <a:ext cx="3810" cy="106680"/>
            </a:xfrm>
            <a:custGeom>
              <a:avLst/>
              <a:gdLst/>
              <a:ahLst/>
              <a:cxnLst/>
              <a:rect l="l" t="t" r="r" b="b"/>
              <a:pathLst>
                <a:path w="3810" h="106680">
                  <a:moveTo>
                    <a:pt x="3810" y="106679"/>
                  </a:moveTo>
                  <a:lnTo>
                    <a:pt x="0" y="106679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3810" y="4571"/>
                  </a:lnTo>
                  <a:lnTo>
                    <a:pt x="3810" y="10667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8" name="object 5088"/>
            <p:cNvSpPr/>
            <p:nvPr/>
          </p:nvSpPr>
          <p:spPr>
            <a:xfrm>
              <a:off x="4082186" y="179667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3810"/>
                  </a:moveTo>
                  <a:lnTo>
                    <a:pt x="1523" y="0"/>
                  </a:lnTo>
                  <a:lnTo>
                    <a:pt x="0" y="2286"/>
                  </a:lnTo>
                  <a:lnTo>
                    <a:pt x="3048" y="5334"/>
                  </a:lnTo>
                  <a:lnTo>
                    <a:pt x="457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9" name="object 5089"/>
            <p:cNvSpPr/>
            <p:nvPr/>
          </p:nvSpPr>
          <p:spPr>
            <a:xfrm>
              <a:off x="4082186" y="179667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2286"/>
                  </a:moveTo>
                  <a:lnTo>
                    <a:pt x="1523" y="0"/>
                  </a:lnTo>
                  <a:lnTo>
                    <a:pt x="4572" y="3810"/>
                  </a:lnTo>
                  <a:lnTo>
                    <a:pt x="3048" y="5334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0" name="object 5090"/>
            <p:cNvSpPr/>
            <p:nvPr/>
          </p:nvSpPr>
          <p:spPr>
            <a:xfrm>
              <a:off x="3988460" y="189420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2" y="3048"/>
                  </a:moveTo>
                  <a:lnTo>
                    <a:pt x="762" y="0"/>
                  </a:lnTo>
                  <a:lnTo>
                    <a:pt x="0" y="1524"/>
                  </a:lnTo>
                  <a:lnTo>
                    <a:pt x="3048" y="4572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1" name="object 5091"/>
            <p:cNvSpPr/>
            <p:nvPr/>
          </p:nvSpPr>
          <p:spPr>
            <a:xfrm>
              <a:off x="3988460" y="189420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2" y="3048"/>
                  </a:moveTo>
                  <a:lnTo>
                    <a:pt x="3048" y="4572"/>
                  </a:lnTo>
                  <a:lnTo>
                    <a:pt x="0" y="1524"/>
                  </a:lnTo>
                  <a:lnTo>
                    <a:pt x="762" y="0"/>
                  </a:lnTo>
                  <a:lnTo>
                    <a:pt x="4572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2" name="object 5092"/>
            <p:cNvSpPr/>
            <p:nvPr/>
          </p:nvSpPr>
          <p:spPr>
            <a:xfrm>
              <a:off x="3989222" y="1798958"/>
              <a:ext cx="96520" cy="98425"/>
            </a:xfrm>
            <a:custGeom>
              <a:avLst/>
              <a:gdLst/>
              <a:ahLst/>
              <a:cxnLst/>
              <a:rect l="l" t="t" r="r" b="b"/>
              <a:pathLst>
                <a:path w="96520" h="98425">
                  <a:moveTo>
                    <a:pt x="96011" y="3047"/>
                  </a:moveTo>
                  <a:lnTo>
                    <a:pt x="92963" y="0"/>
                  </a:lnTo>
                  <a:lnTo>
                    <a:pt x="0" y="95250"/>
                  </a:lnTo>
                  <a:lnTo>
                    <a:pt x="3809" y="98298"/>
                  </a:lnTo>
                  <a:lnTo>
                    <a:pt x="96011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3" name="object 5093"/>
            <p:cNvSpPr/>
            <p:nvPr/>
          </p:nvSpPr>
          <p:spPr>
            <a:xfrm>
              <a:off x="3989222" y="1798958"/>
              <a:ext cx="96520" cy="98425"/>
            </a:xfrm>
            <a:custGeom>
              <a:avLst/>
              <a:gdLst/>
              <a:ahLst/>
              <a:cxnLst/>
              <a:rect l="l" t="t" r="r" b="b"/>
              <a:pathLst>
                <a:path w="96520" h="98425">
                  <a:moveTo>
                    <a:pt x="92963" y="0"/>
                  </a:moveTo>
                  <a:lnTo>
                    <a:pt x="96011" y="3047"/>
                  </a:lnTo>
                  <a:lnTo>
                    <a:pt x="3809" y="98298"/>
                  </a:lnTo>
                  <a:lnTo>
                    <a:pt x="0" y="95250"/>
                  </a:lnTo>
                  <a:lnTo>
                    <a:pt x="9296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4" name="object 5094"/>
            <p:cNvSpPr/>
            <p:nvPr/>
          </p:nvSpPr>
          <p:spPr>
            <a:xfrm>
              <a:off x="3803294" y="212814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5" name="object 5095"/>
            <p:cNvSpPr/>
            <p:nvPr/>
          </p:nvSpPr>
          <p:spPr>
            <a:xfrm>
              <a:off x="3803294" y="212814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6" name="object 5096"/>
            <p:cNvSpPr/>
            <p:nvPr/>
          </p:nvSpPr>
          <p:spPr>
            <a:xfrm>
              <a:off x="3803294" y="189878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7" name="object 5097"/>
            <p:cNvSpPr/>
            <p:nvPr/>
          </p:nvSpPr>
          <p:spPr>
            <a:xfrm>
              <a:off x="3803294" y="189878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8" name="object 5098"/>
            <p:cNvSpPr/>
            <p:nvPr/>
          </p:nvSpPr>
          <p:spPr>
            <a:xfrm>
              <a:off x="3803294" y="1898780"/>
              <a:ext cx="3810" cy="229870"/>
            </a:xfrm>
            <a:custGeom>
              <a:avLst/>
              <a:gdLst/>
              <a:ahLst/>
              <a:cxnLst/>
              <a:rect l="l" t="t" r="r" b="b"/>
              <a:pathLst>
                <a:path w="3810" h="229869">
                  <a:moveTo>
                    <a:pt x="3809" y="0"/>
                  </a:moveTo>
                  <a:lnTo>
                    <a:pt x="3809" y="229362"/>
                  </a:lnTo>
                  <a:lnTo>
                    <a:pt x="0" y="229362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9" name="object 5099"/>
            <p:cNvSpPr/>
            <p:nvPr/>
          </p:nvSpPr>
          <p:spPr>
            <a:xfrm>
              <a:off x="3803294" y="1898780"/>
              <a:ext cx="3810" cy="229870"/>
            </a:xfrm>
            <a:custGeom>
              <a:avLst/>
              <a:gdLst/>
              <a:ahLst/>
              <a:cxnLst/>
              <a:rect l="l" t="t" r="r" b="b"/>
              <a:pathLst>
                <a:path w="3810" h="229869">
                  <a:moveTo>
                    <a:pt x="3809" y="0"/>
                  </a:moveTo>
                  <a:lnTo>
                    <a:pt x="3809" y="229362"/>
                  </a:lnTo>
                  <a:lnTo>
                    <a:pt x="0" y="229362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0" name="object 5100"/>
            <p:cNvSpPr/>
            <p:nvPr/>
          </p:nvSpPr>
          <p:spPr>
            <a:xfrm>
              <a:off x="3783482" y="2085470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80">
                  <a:moveTo>
                    <a:pt x="42672" y="0"/>
                  </a:moveTo>
                  <a:lnTo>
                    <a:pt x="0" y="0"/>
                  </a:lnTo>
                  <a:lnTo>
                    <a:pt x="21336" y="42672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1" name="object 5101"/>
            <p:cNvSpPr/>
            <p:nvPr/>
          </p:nvSpPr>
          <p:spPr>
            <a:xfrm>
              <a:off x="3783482" y="2085470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80">
                  <a:moveTo>
                    <a:pt x="0" y="0"/>
                  </a:moveTo>
                  <a:lnTo>
                    <a:pt x="21336" y="42672"/>
                  </a:lnTo>
                  <a:lnTo>
                    <a:pt x="4267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2" name="object 5102"/>
            <p:cNvSpPr/>
            <p:nvPr/>
          </p:nvSpPr>
          <p:spPr>
            <a:xfrm>
              <a:off x="3781958" y="2084708"/>
              <a:ext cx="24765" cy="47625"/>
            </a:xfrm>
            <a:custGeom>
              <a:avLst/>
              <a:gdLst/>
              <a:ahLst/>
              <a:cxnLst/>
              <a:rect l="l" t="t" r="r" b="b"/>
              <a:pathLst>
                <a:path w="24764" h="47625">
                  <a:moveTo>
                    <a:pt x="24384" y="44196"/>
                  </a:moveTo>
                  <a:lnTo>
                    <a:pt x="21336" y="42672"/>
                  </a:lnTo>
                  <a:lnTo>
                    <a:pt x="22860" y="38862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2860" y="47244"/>
                  </a:lnTo>
                  <a:lnTo>
                    <a:pt x="24384" y="441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3" name="object 5103"/>
            <p:cNvSpPr/>
            <p:nvPr/>
          </p:nvSpPr>
          <p:spPr>
            <a:xfrm>
              <a:off x="3781958" y="2084708"/>
              <a:ext cx="24765" cy="47625"/>
            </a:xfrm>
            <a:custGeom>
              <a:avLst/>
              <a:gdLst/>
              <a:ahLst/>
              <a:cxnLst/>
              <a:rect l="l" t="t" r="r" b="b"/>
              <a:pathLst>
                <a:path w="24764" h="47625">
                  <a:moveTo>
                    <a:pt x="0" y="1524"/>
                  </a:moveTo>
                  <a:lnTo>
                    <a:pt x="3048" y="0"/>
                  </a:lnTo>
                  <a:lnTo>
                    <a:pt x="22860" y="38862"/>
                  </a:lnTo>
                  <a:lnTo>
                    <a:pt x="21336" y="42672"/>
                  </a:lnTo>
                  <a:lnTo>
                    <a:pt x="24384" y="44196"/>
                  </a:lnTo>
                  <a:lnTo>
                    <a:pt x="22860" y="47244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4" name="object 5104"/>
            <p:cNvSpPr/>
            <p:nvPr/>
          </p:nvSpPr>
          <p:spPr>
            <a:xfrm>
              <a:off x="3803294" y="2083184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70" h="45719">
                  <a:moveTo>
                    <a:pt x="26670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4196"/>
                  </a:lnTo>
                  <a:lnTo>
                    <a:pt x="3048" y="45720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5" name="object 5105"/>
            <p:cNvSpPr/>
            <p:nvPr/>
          </p:nvSpPr>
          <p:spPr>
            <a:xfrm>
              <a:off x="3803294" y="2083184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70" h="45719">
                  <a:moveTo>
                    <a:pt x="3048" y="45720"/>
                  </a:moveTo>
                  <a:lnTo>
                    <a:pt x="0" y="44196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6670" y="0"/>
                  </a:lnTo>
                  <a:lnTo>
                    <a:pt x="3048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6" name="object 5106"/>
            <p:cNvSpPr/>
            <p:nvPr/>
          </p:nvSpPr>
          <p:spPr>
            <a:xfrm>
              <a:off x="3780434" y="2083184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20" h="3810">
                  <a:moveTo>
                    <a:pt x="45720" y="3810"/>
                  </a:moveTo>
                  <a:lnTo>
                    <a:pt x="45720" y="0"/>
                  </a:lnTo>
                  <a:lnTo>
                    <a:pt x="0" y="0"/>
                  </a:lnTo>
                  <a:lnTo>
                    <a:pt x="1524" y="3048"/>
                  </a:lnTo>
                  <a:lnTo>
                    <a:pt x="4572" y="1524"/>
                  </a:lnTo>
                  <a:lnTo>
                    <a:pt x="6096" y="3810"/>
                  </a:lnTo>
                  <a:lnTo>
                    <a:pt x="4572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7" name="object 5107"/>
            <p:cNvSpPr/>
            <p:nvPr/>
          </p:nvSpPr>
          <p:spPr>
            <a:xfrm>
              <a:off x="3780434" y="2083184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20" h="3810">
                  <a:moveTo>
                    <a:pt x="45720" y="0"/>
                  </a:moveTo>
                  <a:lnTo>
                    <a:pt x="45720" y="3810"/>
                  </a:lnTo>
                  <a:lnTo>
                    <a:pt x="6096" y="3810"/>
                  </a:lnTo>
                  <a:lnTo>
                    <a:pt x="4572" y="1524"/>
                  </a:lnTo>
                  <a:lnTo>
                    <a:pt x="1524" y="3048"/>
                  </a:lnTo>
                  <a:lnTo>
                    <a:pt x="0" y="0"/>
                  </a:lnTo>
                  <a:lnTo>
                    <a:pt x="4572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8" name="object 5108"/>
            <p:cNvSpPr/>
            <p:nvPr/>
          </p:nvSpPr>
          <p:spPr>
            <a:xfrm>
              <a:off x="3922928" y="206108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9" name="object 5109"/>
            <p:cNvSpPr/>
            <p:nvPr/>
          </p:nvSpPr>
          <p:spPr>
            <a:xfrm>
              <a:off x="3922928" y="206108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0" name="object 5110"/>
            <p:cNvSpPr/>
            <p:nvPr/>
          </p:nvSpPr>
          <p:spPr>
            <a:xfrm>
              <a:off x="3922928" y="189878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1" name="object 5111"/>
            <p:cNvSpPr/>
            <p:nvPr/>
          </p:nvSpPr>
          <p:spPr>
            <a:xfrm>
              <a:off x="3922928" y="189878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2" name="object 5112"/>
            <p:cNvSpPr/>
            <p:nvPr/>
          </p:nvSpPr>
          <p:spPr>
            <a:xfrm>
              <a:off x="3922928" y="1898780"/>
              <a:ext cx="3810" cy="162560"/>
            </a:xfrm>
            <a:custGeom>
              <a:avLst/>
              <a:gdLst/>
              <a:ahLst/>
              <a:cxnLst/>
              <a:rect l="l" t="t" r="r" b="b"/>
              <a:pathLst>
                <a:path w="3810" h="162560">
                  <a:moveTo>
                    <a:pt x="3810" y="0"/>
                  </a:moveTo>
                  <a:lnTo>
                    <a:pt x="3810" y="162305"/>
                  </a:lnTo>
                  <a:lnTo>
                    <a:pt x="0" y="162305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3" name="object 5113"/>
            <p:cNvSpPr/>
            <p:nvPr/>
          </p:nvSpPr>
          <p:spPr>
            <a:xfrm>
              <a:off x="3922928" y="1898780"/>
              <a:ext cx="3810" cy="162560"/>
            </a:xfrm>
            <a:custGeom>
              <a:avLst/>
              <a:gdLst/>
              <a:ahLst/>
              <a:cxnLst/>
              <a:rect l="l" t="t" r="r" b="b"/>
              <a:pathLst>
                <a:path w="3810" h="162560">
                  <a:moveTo>
                    <a:pt x="3810" y="0"/>
                  </a:moveTo>
                  <a:lnTo>
                    <a:pt x="3810" y="162305"/>
                  </a:lnTo>
                  <a:lnTo>
                    <a:pt x="0" y="162305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4" name="object 5114"/>
            <p:cNvSpPr/>
            <p:nvPr/>
          </p:nvSpPr>
          <p:spPr>
            <a:xfrm>
              <a:off x="3903878" y="2019176"/>
              <a:ext cx="43180" cy="41910"/>
            </a:xfrm>
            <a:custGeom>
              <a:avLst/>
              <a:gdLst/>
              <a:ahLst/>
              <a:cxnLst/>
              <a:rect l="l" t="t" r="r" b="b"/>
              <a:pathLst>
                <a:path w="43179" h="41910">
                  <a:moveTo>
                    <a:pt x="42672" y="0"/>
                  </a:moveTo>
                  <a:lnTo>
                    <a:pt x="0" y="0"/>
                  </a:lnTo>
                  <a:lnTo>
                    <a:pt x="21336" y="41910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5" name="object 5115"/>
            <p:cNvSpPr/>
            <p:nvPr/>
          </p:nvSpPr>
          <p:spPr>
            <a:xfrm>
              <a:off x="3903878" y="2019176"/>
              <a:ext cx="43180" cy="41910"/>
            </a:xfrm>
            <a:custGeom>
              <a:avLst/>
              <a:gdLst/>
              <a:ahLst/>
              <a:cxnLst/>
              <a:rect l="l" t="t" r="r" b="b"/>
              <a:pathLst>
                <a:path w="43179" h="41910">
                  <a:moveTo>
                    <a:pt x="0" y="0"/>
                  </a:moveTo>
                  <a:lnTo>
                    <a:pt x="21336" y="41910"/>
                  </a:lnTo>
                  <a:lnTo>
                    <a:pt x="4267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6" name="object 5116"/>
            <p:cNvSpPr/>
            <p:nvPr/>
          </p:nvSpPr>
          <p:spPr>
            <a:xfrm>
              <a:off x="3902354" y="2018414"/>
              <a:ext cx="24765" cy="47625"/>
            </a:xfrm>
            <a:custGeom>
              <a:avLst/>
              <a:gdLst/>
              <a:ahLst/>
              <a:cxnLst/>
              <a:rect l="l" t="t" r="r" b="b"/>
              <a:pathLst>
                <a:path w="24764" h="47625">
                  <a:moveTo>
                    <a:pt x="24384" y="44196"/>
                  </a:moveTo>
                  <a:lnTo>
                    <a:pt x="21336" y="41910"/>
                  </a:lnTo>
                  <a:lnTo>
                    <a:pt x="22860" y="38862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22860" y="47244"/>
                  </a:lnTo>
                  <a:lnTo>
                    <a:pt x="24384" y="441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7" name="object 5117"/>
            <p:cNvSpPr/>
            <p:nvPr/>
          </p:nvSpPr>
          <p:spPr>
            <a:xfrm>
              <a:off x="3902354" y="2018414"/>
              <a:ext cx="24765" cy="47625"/>
            </a:xfrm>
            <a:custGeom>
              <a:avLst/>
              <a:gdLst/>
              <a:ahLst/>
              <a:cxnLst/>
              <a:rect l="l" t="t" r="r" b="b"/>
              <a:pathLst>
                <a:path w="24764" h="47625">
                  <a:moveTo>
                    <a:pt x="0" y="1524"/>
                  </a:moveTo>
                  <a:lnTo>
                    <a:pt x="3810" y="0"/>
                  </a:lnTo>
                  <a:lnTo>
                    <a:pt x="22860" y="38862"/>
                  </a:lnTo>
                  <a:lnTo>
                    <a:pt x="21336" y="41910"/>
                  </a:lnTo>
                  <a:lnTo>
                    <a:pt x="24384" y="44196"/>
                  </a:lnTo>
                  <a:lnTo>
                    <a:pt x="22860" y="47244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8" name="object 5118"/>
            <p:cNvSpPr/>
            <p:nvPr/>
          </p:nvSpPr>
          <p:spPr>
            <a:xfrm>
              <a:off x="3923690" y="2016890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19">
                  <a:moveTo>
                    <a:pt x="25908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3434"/>
                  </a:lnTo>
                  <a:lnTo>
                    <a:pt x="3048" y="45720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9" name="object 5119"/>
            <p:cNvSpPr/>
            <p:nvPr/>
          </p:nvSpPr>
          <p:spPr>
            <a:xfrm>
              <a:off x="3923690" y="2016890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19">
                  <a:moveTo>
                    <a:pt x="3048" y="45720"/>
                  </a:moveTo>
                  <a:lnTo>
                    <a:pt x="0" y="43434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5908" y="0"/>
                  </a:lnTo>
                  <a:lnTo>
                    <a:pt x="3048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0" name="object 5120"/>
            <p:cNvSpPr/>
            <p:nvPr/>
          </p:nvSpPr>
          <p:spPr>
            <a:xfrm>
              <a:off x="3900830" y="2016890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20" h="3810">
                  <a:moveTo>
                    <a:pt x="45720" y="3810"/>
                  </a:moveTo>
                  <a:lnTo>
                    <a:pt x="45720" y="0"/>
                  </a:lnTo>
                  <a:lnTo>
                    <a:pt x="0" y="0"/>
                  </a:lnTo>
                  <a:lnTo>
                    <a:pt x="1524" y="3048"/>
                  </a:lnTo>
                  <a:lnTo>
                    <a:pt x="5334" y="1524"/>
                  </a:lnTo>
                  <a:lnTo>
                    <a:pt x="6096" y="3810"/>
                  </a:lnTo>
                  <a:lnTo>
                    <a:pt x="4572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1" name="object 5121"/>
            <p:cNvSpPr/>
            <p:nvPr/>
          </p:nvSpPr>
          <p:spPr>
            <a:xfrm>
              <a:off x="3900830" y="2016890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20" h="3810">
                  <a:moveTo>
                    <a:pt x="45720" y="0"/>
                  </a:moveTo>
                  <a:lnTo>
                    <a:pt x="45720" y="3810"/>
                  </a:lnTo>
                  <a:lnTo>
                    <a:pt x="6096" y="3810"/>
                  </a:lnTo>
                  <a:lnTo>
                    <a:pt x="5334" y="1524"/>
                  </a:lnTo>
                  <a:lnTo>
                    <a:pt x="1524" y="3048"/>
                  </a:lnTo>
                  <a:lnTo>
                    <a:pt x="0" y="0"/>
                  </a:lnTo>
                  <a:lnTo>
                    <a:pt x="4572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2" name="object 5122"/>
            <p:cNvSpPr/>
            <p:nvPr/>
          </p:nvSpPr>
          <p:spPr>
            <a:xfrm>
              <a:off x="3676040" y="218681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3" name="object 5123"/>
            <p:cNvSpPr/>
            <p:nvPr/>
          </p:nvSpPr>
          <p:spPr>
            <a:xfrm>
              <a:off x="3676040" y="218681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4" name="object 5124"/>
            <p:cNvSpPr/>
            <p:nvPr/>
          </p:nvSpPr>
          <p:spPr>
            <a:xfrm>
              <a:off x="3676040" y="189878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5" name="object 5125"/>
            <p:cNvSpPr/>
            <p:nvPr/>
          </p:nvSpPr>
          <p:spPr>
            <a:xfrm>
              <a:off x="3676040" y="189878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6" name="object 5126"/>
            <p:cNvSpPr/>
            <p:nvPr/>
          </p:nvSpPr>
          <p:spPr>
            <a:xfrm>
              <a:off x="3676040" y="1898780"/>
              <a:ext cx="3810" cy="288290"/>
            </a:xfrm>
            <a:custGeom>
              <a:avLst/>
              <a:gdLst/>
              <a:ahLst/>
              <a:cxnLst/>
              <a:rect l="l" t="t" r="r" b="b"/>
              <a:pathLst>
                <a:path w="3810" h="288289">
                  <a:moveTo>
                    <a:pt x="3810" y="0"/>
                  </a:moveTo>
                  <a:lnTo>
                    <a:pt x="3810" y="288036"/>
                  </a:lnTo>
                  <a:lnTo>
                    <a:pt x="0" y="288036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7" name="object 5127"/>
            <p:cNvSpPr/>
            <p:nvPr/>
          </p:nvSpPr>
          <p:spPr>
            <a:xfrm>
              <a:off x="3676040" y="1898780"/>
              <a:ext cx="3810" cy="288290"/>
            </a:xfrm>
            <a:custGeom>
              <a:avLst/>
              <a:gdLst/>
              <a:ahLst/>
              <a:cxnLst/>
              <a:rect l="l" t="t" r="r" b="b"/>
              <a:pathLst>
                <a:path w="3810" h="288289">
                  <a:moveTo>
                    <a:pt x="3810" y="0"/>
                  </a:moveTo>
                  <a:lnTo>
                    <a:pt x="3810" y="288036"/>
                  </a:lnTo>
                  <a:lnTo>
                    <a:pt x="0" y="288036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8" name="object 5128"/>
            <p:cNvSpPr/>
            <p:nvPr/>
          </p:nvSpPr>
          <p:spPr>
            <a:xfrm>
              <a:off x="3656228" y="2143382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43434" y="0"/>
                  </a:moveTo>
                  <a:lnTo>
                    <a:pt x="0" y="0"/>
                  </a:lnTo>
                  <a:lnTo>
                    <a:pt x="22098" y="43434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9" name="object 5129"/>
            <p:cNvSpPr/>
            <p:nvPr/>
          </p:nvSpPr>
          <p:spPr>
            <a:xfrm>
              <a:off x="3656228" y="2143382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0" y="0"/>
                  </a:moveTo>
                  <a:lnTo>
                    <a:pt x="22098" y="43434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0" name="object 5130"/>
            <p:cNvSpPr/>
            <p:nvPr/>
          </p:nvSpPr>
          <p:spPr>
            <a:xfrm>
              <a:off x="3654704" y="2142620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25146" y="44958"/>
                  </a:moveTo>
                  <a:lnTo>
                    <a:pt x="22098" y="43434"/>
                  </a:lnTo>
                  <a:lnTo>
                    <a:pt x="23622" y="39624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23622" y="48006"/>
                  </a:lnTo>
                  <a:lnTo>
                    <a:pt x="25146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1" name="object 5131"/>
            <p:cNvSpPr/>
            <p:nvPr/>
          </p:nvSpPr>
          <p:spPr>
            <a:xfrm>
              <a:off x="3654704" y="2142620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0" y="1524"/>
                  </a:moveTo>
                  <a:lnTo>
                    <a:pt x="3810" y="0"/>
                  </a:lnTo>
                  <a:lnTo>
                    <a:pt x="23622" y="39624"/>
                  </a:lnTo>
                  <a:lnTo>
                    <a:pt x="22098" y="43434"/>
                  </a:lnTo>
                  <a:lnTo>
                    <a:pt x="25146" y="44958"/>
                  </a:lnTo>
                  <a:lnTo>
                    <a:pt x="23622" y="4800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2" name="object 5132"/>
            <p:cNvSpPr/>
            <p:nvPr/>
          </p:nvSpPr>
          <p:spPr>
            <a:xfrm>
              <a:off x="3676802" y="2141858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19">
                  <a:moveTo>
                    <a:pt x="25908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4196"/>
                  </a:lnTo>
                  <a:lnTo>
                    <a:pt x="3048" y="45720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3" name="object 5133"/>
            <p:cNvSpPr/>
            <p:nvPr/>
          </p:nvSpPr>
          <p:spPr>
            <a:xfrm>
              <a:off x="3676802" y="2141858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19">
                  <a:moveTo>
                    <a:pt x="3048" y="45720"/>
                  </a:moveTo>
                  <a:lnTo>
                    <a:pt x="0" y="44196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5908" y="0"/>
                  </a:lnTo>
                  <a:lnTo>
                    <a:pt x="3048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4" name="object 5134"/>
            <p:cNvSpPr/>
            <p:nvPr/>
          </p:nvSpPr>
          <p:spPr>
            <a:xfrm>
              <a:off x="3653180" y="2141858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2" y="3810"/>
                  </a:moveTo>
                  <a:lnTo>
                    <a:pt x="46482" y="0"/>
                  </a:lnTo>
                  <a:lnTo>
                    <a:pt x="0" y="0"/>
                  </a:lnTo>
                  <a:lnTo>
                    <a:pt x="1524" y="2286"/>
                  </a:lnTo>
                  <a:lnTo>
                    <a:pt x="5334" y="762"/>
                  </a:lnTo>
                  <a:lnTo>
                    <a:pt x="6858" y="3810"/>
                  </a:lnTo>
                  <a:lnTo>
                    <a:pt x="4648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5" name="object 5135"/>
            <p:cNvSpPr/>
            <p:nvPr/>
          </p:nvSpPr>
          <p:spPr>
            <a:xfrm>
              <a:off x="3653180" y="2141858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2" y="0"/>
                  </a:moveTo>
                  <a:lnTo>
                    <a:pt x="46482" y="3810"/>
                  </a:lnTo>
                  <a:lnTo>
                    <a:pt x="6858" y="3810"/>
                  </a:lnTo>
                  <a:lnTo>
                    <a:pt x="5334" y="762"/>
                  </a:lnTo>
                  <a:lnTo>
                    <a:pt x="1524" y="2286"/>
                  </a:lnTo>
                  <a:lnTo>
                    <a:pt x="0" y="0"/>
                  </a:lnTo>
                  <a:lnTo>
                    <a:pt x="4648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6" name="object 5136"/>
            <p:cNvSpPr/>
            <p:nvPr/>
          </p:nvSpPr>
          <p:spPr>
            <a:xfrm>
              <a:off x="4039514" y="203213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7" name="object 5137"/>
            <p:cNvSpPr/>
            <p:nvPr/>
          </p:nvSpPr>
          <p:spPr>
            <a:xfrm>
              <a:off x="4039514" y="203213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8" name="object 5138"/>
            <p:cNvSpPr/>
            <p:nvPr/>
          </p:nvSpPr>
          <p:spPr>
            <a:xfrm>
              <a:off x="4039514" y="189878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9" name="object 5139"/>
            <p:cNvSpPr/>
            <p:nvPr/>
          </p:nvSpPr>
          <p:spPr>
            <a:xfrm>
              <a:off x="4039514" y="189878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0" name="object 5140"/>
            <p:cNvSpPr/>
            <p:nvPr/>
          </p:nvSpPr>
          <p:spPr>
            <a:xfrm>
              <a:off x="4039514" y="1898780"/>
              <a:ext cx="3810" cy="133350"/>
            </a:xfrm>
            <a:custGeom>
              <a:avLst/>
              <a:gdLst/>
              <a:ahLst/>
              <a:cxnLst/>
              <a:rect l="l" t="t" r="r" b="b"/>
              <a:pathLst>
                <a:path w="3810" h="133350">
                  <a:moveTo>
                    <a:pt x="3809" y="0"/>
                  </a:moveTo>
                  <a:lnTo>
                    <a:pt x="3809" y="133350"/>
                  </a:lnTo>
                  <a:lnTo>
                    <a:pt x="0" y="133350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1" name="object 5141"/>
            <p:cNvSpPr/>
            <p:nvPr/>
          </p:nvSpPr>
          <p:spPr>
            <a:xfrm>
              <a:off x="4039514" y="1898780"/>
              <a:ext cx="3810" cy="133350"/>
            </a:xfrm>
            <a:custGeom>
              <a:avLst/>
              <a:gdLst/>
              <a:ahLst/>
              <a:cxnLst/>
              <a:rect l="l" t="t" r="r" b="b"/>
              <a:pathLst>
                <a:path w="3810" h="133350">
                  <a:moveTo>
                    <a:pt x="3809" y="0"/>
                  </a:moveTo>
                  <a:lnTo>
                    <a:pt x="3809" y="133350"/>
                  </a:lnTo>
                  <a:lnTo>
                    <a:pt x="0" y="133350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2" name="object 5142"/>
            <p:cNvSpPr/>
            <p:nvPr/>
          </p:nvSpPr>
          <p:spPr>
            <a:xfrm>
              <a:off x="4019702" y="1988696"/>
              <a:ext cx="43180" cy="43815"/>
            </a:xfrm>
            <a:custGeom>
              <a:avLst/>
              <a:gdLst/>
              <a:ahLst/>
              <a:cxnLst/>
              <a:rect l="l" t="t" r="r" b="b"/>
              <a:pathLst>
                <a:path w="43179" h="43814">
                  <a:moveTo>
                    <a:pt x="42672" y="0"/>
                  </a:moveTo>
                  <a:lnTo>
                    <a:pt x="0" y="0"/>
                  </a:lnTo>
                  <a:lnTo>
                    <a:pt x="21336" y="43434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3" name="object 5143"/>
            <p:cNvSpPr/>
            <p:nvPr/>
          </p:nvSpPr>
          <p:spPr>
            <a:xfrm>
              <a:off x="4019702" y="1988696"/>
              <a:ext cx="43180" cy="43815"/>
            </a:xfrm>
            <a:custGeom>
              <a:avLst/>
              <a:gdLst/>
              <a:ahLst/>
              <a:cxnLst/>
              <a:rect l="l" t="t" r="r" b="b"/>
              <a:pathLst>
                <a:path w="43179" h="43814">
                  <a:moveTo>
                    <a:pt x="0" y="0"/>
                  </a:moveTo>
                  <a:lnTo>
                    <a:pt x="21336" y="43434"/>
                  </a:lnTo>
                  <a:lnTo>
                    <a:pt x="42672" y="0"/>
                  </a:lnTo>
                  <a:lnTo>
                    <a:pt x="0" y="0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4" name="object 5144"/>
            <p:cNvSpPr/>
            <p:nvPr/>
          </p:nvSpPr>
          <p:spPr>
            <a:xfrm>
              <a:off x="4018178" y="1987934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25146" y="44958"/>
                  </a:moveTo>
                  <a:lnTo>
                    <a:pt x="21336" y="42672"/>
                  </a:lnTo>
                  <a:lnTo>
                    <a:pt x="22860" y="39624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22860" y="48006"/>
                  </a:lnTo>
                  <a:lnTo>
                    <a:pt x="25146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5" name="object 5145"/>
            <p:cNvSpPr/>
            <p:nvPr/>
          </p:nvSpPr>
          <p:spPr>
            <a:xfrm>
              <a:off x="4018178" y="1987934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0" y="1524"/>
                  </a:moveTo>
                  <a:lnTo>
                    <a:pt x="3810" y="0"/>
                  </a:lnTo>
                  <a:lnTo>
                    <a:pt x="22860" y="39624"/>
                  </a:lnTo>
                  <a:lnTo>
                    <a:pt x="21336" y="42672"/>
                  </a:lnTo>
                  <a:lnTo>
                    <a:pt x="25146" y="44958"/>
                  </a:lnTo>
                  <a:lnTo>
                    <a:pt x="22860" y="4800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6" name="object 5146"/>
            <p:cNvSpPr/>
            <p:nvPr/>
          </p:nvSpPr>
          <p:spPr>
            <a:xfrm>
              <a:off x="4039514" y="1987172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19">
                  <a:moveTo>
                    <a:pt x="25908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3434"/>
                  </a:lnTo>
                  <a:lnTo>
                    <a:pt x="3810" y="45720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7" name="object 5147"/>
            <p:cNvSpPr/>
            <p:nvPr/>
          </p:nvSpPr>
          <p:spPr>
            <a:xfrm>
              <a:off x="4039514" y="1987172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19">
                  <a:moveTo>
                    <a:pt x="3810" y="45720"/>
                  </a:moveTo>
                  <a:lnTo>
                    <a:pt x="0" y="43434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5908" y="0"/>
                  </a:lnTo>
                  <a:lnTo>
                    <a:pt x="3810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8" name="object 5148"/>
            <p:cNvSpPr/>
            <p:nvPr/>
          </p:nvSpPr>
          <p:spPr>
            <a:xfrm>
              <a:off x="4016654" y="1987172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20" h="3810">
                  <a:moveTo>
                    <a:pt x="45720" y="3810"/>
                  </a:moveTo>
                  <a:lnTo>
                    <a:pt x="45720" y="0"/>
                  </a:lnTo>
                  <a:lnTo>
                    <a:pt x="0" y="0"/>
                  </a:lnTo>
                  <a:lnTo>
                    <a:pt x="1524" y="2286"/>
                  </a:lnTo>
                  <a:lnTo>
                    <a:pt x="5334" y="762"/>
                  </a:lnTo>
                  <a:lnTo>
                    <a:pt x="6858" y="3810"/>
                  </a:lnTo>
                  <a:lnTo>
                    <a:pt x="4572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9" name="object 5149"/>
            <p:cNvSpPr/>
            <p:nvPr/>
          </p:nvSpPr>
          <p:spPr>
            <a:xfrm>
              <a:off x="4016654" y="1987172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20" h="3810">
                  <a:moveTo>
                    <a:pt x="45720" y="0"/>
                  </a:moveTo>
                  <a:lnTo>
                    <a:pt x="45720" y="3810"/>
                  </a:lnTo>
                  <a:lnTo>
                    <a:pt x="6858" y="3810"/>
                  </a:lnTo>
                  <a:lnTo>
                    <a:pt x="5334" y="762"/>
                  </a:lnTo>
                  <a:lnTo>
                    <a:pt x="1524" y="2286"/>
                  </a:lnTo>
                  <a:lnTo>
                    <a:pt x="0" y="0"/>
                  </a:lnTo>
                  <a:lnTo>
                    <a:pt x="4572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0" name="object 5150"/>
            <p:cNvSpPr/>
            <p:nvPr/>
          </p:nvSpPr>
          <p:spPr>
            <a:xfrm>
              <a:off x="973226" y="590994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1" name="object 5151"/>
            <p:cNvSpPr/>
            <p:nvPr/>
          </p:nvSpPr>
          <p:spPr>
            <a:xfrm>
              <a:off x="973226" y="590994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2" name="object 5152"/>
            <p:cNvSpPr/>
            <p:nvPr/>
          </p:nvSpPr>
          <p:spPr>
            <a:xfrm>
              <a:off x="973226" y="607987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09" y="0"/>
                  </a:move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3" name="object 5153"/>
            <p:cNvSpPr/>
            <p:nvPr/>
          </p:nvSpPr>
          <p:spPr>
            <a:xfrm>
              <a:off x="973226" y="607987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4" name="object 5154"/>
            <p:cNvSpPr/>
            <p:nvPr/>
          </p:nvSpPr>
          <p:spPr>
            <a:xfrm>
              <a:off x="973226" y="5909948"/>
              <a:ext cx="3810" cy="170180"/>
            </a:xfrm>
            <a:custGeom>
              <a:avLst/>
              <a:gdLst/>
              <a:ahLst/>
              <a:cxnLst/>
              <a:rect l="l" t="t" r="r" b="b"/>
              <a:pathLst>
                <a:path w="3809" h="170179">
                  <a:moveTo>
                    <a:pt x="0" y="169926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169926"/>
                  </a:lnTo>
                  <a:lnTo>
                    <a:pt x="0" y="1699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5" name="object 5155"/>
            <p:cNvSpPr/>
            <p:nvPr/>
          </p:nvSpPr>
          <p:spPr>
            <a:xfrm>
              <a:off x="973226" y="5909948"/>
              <a:ext cx="3810" cy="170180"/>
            </a:xfrm>
            <a:custGeom>
              <a:avLst/>
              <a:gdLst/>
              <a:ahLst/>
              <a:cxnLst/>
              <a:rect l="l" t="t" r="r" b="b"/>
              <a:pathLst>
                <a:path w="3809" h="170179">
                  <a:moveTo>
                    <a:pt x="0" y="169926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169926"/>
                  </a:lnTo>
                  <a:lnTo>
                    <a:pt x="0" y="16992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6" name="object 5156"/>
            <p:cNvSpPr/>
            <p:nvPr/>
          </p:nvSpPr>
          <p:spPr>
            <a:xfrm>
              <a:off x="1687982" y="5138042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1" y="0"/>
                  </a:move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7" name="object 5157"/>
            <p:cNvSpPr/>
            <p:nvPr/>
          </p:nvSpPr>
          <p:spPr>
            <a:xfrm>
              <a:off x="1687982" y="5138042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8" name="object 5158"/>
            <p:cNvSpPr/>
            <p:nvPr/>
          </p:nvSpPr>
          <p:spPr>
            <a:xfrm>
              <a:off x="1687982" y="4962020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9" name="object 5159"/>
            <p:cNvSpPr/>
            <p:nvPr/>
          </p:nvSpPr>
          <p:spPr>
            <a:xfrm>
              <a:off x="1687982" y="4962020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0" name="object 5160"/>
            <p:cNvSpPr/>
            <p:nvPr/>
          </p:nvSpPr>
          <p:spPr>
            <a:xfrm>
              <a:off x="1687982" y="4962020"/>
              <a:ext cx="8890" cy="176530"/>
            </a:xfrm>
            <a:custGeom>
              <a:avLst/>
              <a:gdLst/>
              <a:ahLst/>
              <a:cxnLst/>
              <a:rect l="l" t="t" r="r" b="b"/>
              <a:pathLst>
                <a:path w="8889" h="176529">
                  <a:moveTo>
                    <a:pt x="8381" y="0"/>
                  </a:moveTo>
                  <a:lnTo>
                    <a:pt x="8381" y="176022"/>
                  </a:lnTo>
                  <a:lnTo>
                    <a:pt x="0" y="176022"/>
                  </a:ln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1" name="object 5161"/>
            <p:cNvSpPr/>
            <p:nvPr/>
          </p:nvSpPr>
          <p:spPr>
            <a:xfrm>
              <a:off x="1687982" y="4962020"/>
              <a:ext cx="8890" cy="176530"/>
            </a:xfrm>
            <a:custGeom>
              <a:avLst/>
              <a:gdLst/>
              <a:ahLst/>
              <a:cxnLst/>
              <a:rect l="l" t="t" r="r" b="b"/>
              <a:pathLst>
                <a:path w="8889" h="176529">
                  <a:moveTo>
                    <a:pt x="8381" y="0"/>
                  </a:moveTo>
                  <a:lnTo>
                    <a:pt x="8381" y="176022"/>
                  </a:lnTo>
                  <a:lnTo>
                    <a:pt x="0" y="176022"/>
                  </a:ln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2" name="object 5162"/>
            <p:cNvSpPr/>
            <p:nvPr/>
          </p:nvSpPr>
          <p:spPr>
            <a:xfrm>
              <a:off x="1597304" y="518071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381" y="0"/>
                  </a:move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3" name="object 5163"/>
            <p:cNvSpPr/>
            <p:nvPr/>
          </p:nvSpPr>
          <p:spPr>
            <a:xfrm>
              <a:off x="1597304" y="518071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4" name="object 5164"/>
            <p:cNvSpPr/>
            <p:nvPr/>
          </p:nvSpPr>
          <p:spPr>
            <a:xfrm>
              <a:off x="1597304" y="502526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5" name="object 5165"/>
            <p:cNvSpPr/>
            <p:nvPr/>
          </p:nvSpPr>
          <p:spPr>
            <a:xfrm>
              <a:off x="1597304" y="502526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6" name="object 5166"/>
            <p:cNvSpPr/>
            <p:nvPr/>
          </p:nvSpPr>
          <p:spPr>
            <a:xfrm>
              <a:off x="1597304" y="5025266"/>
              <a:ext cx="8890" cy="155575"/>
            </a:xfrm>
            <a:custGeom>
              <a:avLst/>
              <a:gdLst/>
              <a:ahLst/>
              <a:cxnLst/>
              <a:rect l="l" t="t" r="r" b="b"/>
              <a:pathLst>
                <a:path w="8890" h="155575">
                  <a:moveTo>
                    <a:pt x="8381" y="0"/>
                  </a:moveTo>
                  <a:lnTo>
                    <a:pt x="8381" y="155448"/>
                  </a:lnTo>
                  <a:lnTo>
                    <a:pt x="0" y="155448"/>
                  </a:ln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7" name="object 5167"/>
            <p:cNvSpPr/>
            <p:nvPr/>
          </p:nvSpPr>
          <p:spPr>
            <a:xfrm>
              <a:off x="1597304" y="5025266"/>
              <a:ext cx="8890" cy="155575"/>
            </a:xfrm>
            <a:custGeom>
              <a:avLst/>
              <a:gdLst/>
              <a:ahLst/>
              <a:cxnLst/>
              <a:rect l="l" t="t" r="r" b="b"/>
              <a:pathLst>
                <a:path w="8890" h="155575">
                  <a:moveTo>
                    <a:pt x="8381" y="0"/>
                  </a:moveTo>
                  <a:lnTo>
                    <a:pt x="8381" y="155448"/>
                  </a:lnTo>
                  <a:lnTo>
                    <a:pt x="0" y="155448"/>
                  </a:ln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8" name="object 5168"/>
            <p:cNvSpPr/>
            <p:nvPr/>
          </p:nvSpPr>
          <p:spPr>
            <a:xfrm>
              <a:off x="1782470" y="510146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1" y="0"/>
                  </a:move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9" name="object 5169"/>
            <p:cNvSpPr/>
            <p:nvPr/>
          </p:nvSpPr>
          <p:spPr>
            <a:xfrm>
              <a:off x="1782470" y="510146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0" name="object 5170"/>
            <p:cNvSpPr/>
            <p:nvPr/>
          </p:nvSpPr>
          <p:spPr>
            <a:xfrm>
              <a:off x="1782470" y="492544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1" name="object 5171"/>
            <p:cNvSpPr/>
            <p:nvPr/>
          </p:nvSpPr>
          <p:spPr>
            <a:xfrm>
              <a:off x="1782470" y="492544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2" name="object 5172"/>
            <p:cNvSpPr/>
            <p:nvPr/>
          </p:nvSpPr>
          <p:spPr>
            <a:xfrm>
              <a:off x="1782470" y="4925444"/>
              <a:ext cx="8890" cy="176530"/>
            </a:xfrm>
            <a:custGeom>
              <a:avLst/>
              <a:gdLst/>
              <a:ahLst/>
              <a:cxnLst/>
              <a:rect l="l" t="t" r="r" b="b"/>
              <a:pathLst>
                <a:path w="8889" h="176529">
                  <a:moveTo>
                    <a:pt x="8381" y="0"/>
                  </a:moveTo>
                  <a:lnTo>
                    <a:pt x="8381" y="176022"/>
                  </a:lnTo>
                  <a:lnTo>
                    <a:pt x="0" y="176022"/>
                  </a:ln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3" name="object 5173"/>
            <p:cNvSpPr/>
            <p:nvPr/>
          </p:nvSpPr>
          <p:spPr>
            <a:xfrm>
              <a:off x="1782470" y="4925444"/>
              <a:ext cx="8890" cy="176530"/>
            </a:xfrm>
            <a:custGeom>
              <a:avLst/>
              <a:gdLst/>
              <a:ahLst/>
              <a:cxnLst/>
              <a:rect l="l" t="t" r="r" b="b"/>
              <a:pathLst>
                <a:path w="8889" h="176529">
                  <a:moveTo>
                    <a:pt x="8381" y="0"/>
                  </a:moveTo>
                  <a:lnTo>
                    <a:pt x="8381" y="176022"/>
                  </a:lnTo>
                  <a:lnTo>
                    <a:pt x="0" y="176022"/>
                  </a:ln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74" name="object 5174"/>
            <p:cNvPicPr/>
            <p:nvPr/>
          </p:nvPicPr>
          <p:blipFill>
            <a:blip r:embed="rId254" cstate="print"/>
            <a:stretch>
              <a:fillRect/>
            </a:stretch>
          </p:blipFill>
          <p:spPr>
            <a:xfrm>
              <a:off x="1037234" y="4764662"/>
              <a:ext cx="802385" cy="387857"/>
            </a:xfrm>
            <a:prstGeom prst="rect">
              <a:avLst/>
            </a:prstGeom>
          </p:spPr>
        </p:pic>
        <p:pic>
          <p:nvPicPr>
            <p:cNvPr id="5175" name="object 5175"/>
            <p:cNvPicPr/>
            <p:nvPr/>
          </p:nvPicPr>
          <p:blipFill>
            <a:blip r:embed="rId255" cstate="print"/>
            <a:stretch>
              <a:fillRect/>
            </a:stretch>
          </p:blipFill>
          <p:spPr>
            <a:xfrm>
              <a:off x="1117244" y="4914776"/>
              <a:ext cx="403859" cy="166116"/>
            </a:xfrm>
            <a:prstGeom prst="rect">
              <a:avLst/>
            </a:prstGeom>
          </p:spPr>
        </p:pic>
        <p:sp>
          <p:nvSpPr>
            <p:cNvPr id="5176" name="object 5176"/>
            <p:cNvSpPr/>
            <p:nvPr/>
          </p:nvSpPr>
          <p:spPr>
            <a:xfrm>
              <a:off x="1595767" y="4781439"/>
              <a:ext cx="223520" cy="129539"/>
            </a:xfrm>
            <a:custGeom>
              <a:avLst/>
              <a:gdLst/>
              <a:ahLst/>
              <a:cxnLst/>
              <a:rect l="l" t="t" r="r" b="b"/>
              <a:pathLst>
                <a:path w="223519" h="129539">
                  <a:moveTo>
                    <a:pt x="28194" y="86106"/>
                  </a:moveTo>
                  <a:lnTo>
                    <a:pt x="0" y="86106"/>
                  </a:lnTo>
                  <a:lnTo>
                    <a:pt x="0" y="129540"/>
                  </a:lnTo>
                  <a:lnTo>
                    <a:pt x="5334" y="129540"/>
                  </a:lnTo>
                  <a:lnTo>
                    <a:pt x="5334" y="109728"/>
                  </a:lnTo>
                  <a:lnTo>
                    <a:pt x="25146" y="109728"/>
                  </a:lnTo>
                  <a:lnTo>
                    <a:pt x="25146" y="104394"/>
                  </a:lnTo>
                  <a:lnTo>
                    <a:pt x="5334" y="104394"/>
                  </a:lnTo>
                  <a:lnTo>
                    <a:pt x="5334" y="91440"/>
                  </a:lnTo>
                  <a:lnTo>
                    <a:pt x="28194" y="91440"/>
                  </a:lnTo>
                  <a:lnTo>
                    <a:pt x="28194" y="86106"/>
                  </a:lnTo>
                  <a:close/>
                </a:path>
                <a:path w="223519" h="129539">
                  <a:moveTo>
                    <a:pt x="133350" y="59436"/>
                  </a:moveTo>
                  <a:lnTo>
                    <a:pt x="115062" y="59436"/>
                  </a:lnTo>
                  <a:lnTo>
                    <a:pt x="115062" y="64770"/>
                  </a:lnTo>
                  <a:lnTo>
                    <a:pt x="127254" y="64770"/>
                  </a:lnTo>
                  <a:lnTo>
                    <a:pt x="127254" y="72390"/>
                  </a:lnTo>
                  <a:lnTo>
                    <a:pt x="124968" y="73914"/>
                  </a:lnTo>
                  <a:lnTo>
                    <a:pt x="118872" y="76200"/>
                  </a:lnTo>
                  <a:lnTo>
                    <a:pt x="111252" y="76200"/>
                  </a:lnTo>
                  <a:lnTo>
                    <a:pt x="103632" y="72390"/>
                  </a:lnTo>
                  <a:lnTo>
                    <a:pt x="99822" y="65532"/>
                  </a:lnTo>
                  <a:lnTo>
                    <a:pt x="99822" y="55626"/>
                  </a:lnTo>
                  <a:lnTo>
                    <a:pt x="103632" y="47244"/>
                  </a:lnTo>
                  <a:lnTo>
                    <a:pt x="108204" y="43434"/>
                  </a:lnTo>
                  <a:lnTo>
                    <a:pt x="115062" y="42672"/>
                  </a:lnTo>
                  <a:lnTo>
                    <a:pt x="123444" y="44958"/>
                  </a:lnTo>
                  <a:lnTo>
                    <a:pt x="127254" y="51816"/>
                  </a:lnTo>
                  <a:lnTo>
                    <a:pt x="132588" y="50292"/>
                  </a:lnTo>
                  <a:lnTo>
                    <a:pt x="129540" y="43434"/>
                  </a:lnTo>
                  <a:lnTo>
                    <a:pt x="123444" y="38862"/>
                  </a:lnTo>
                  <a:lnTo>
                    <a:pt x="115062" y="37338"/>
                  </a:lnTo>
                  <a:lnTo>
                    <a:pt x="103632" y="40386"/>
                  </a:lnTo>
                  <a:lnTo>
                    <a:pt x="96012" y="48768"/>
                  </a:lnTo>
                  <a:lnTo>
                    <a:pt x="92964" y="60198"/>
                  </a:lnTo>
                  <a:lnTo>
                    <a:pt x="96012" y="71628"/>
                  </a:lnTo>
                  <a:lnTo>
                    <a:pt x="99060" y="76200"/>
                  </a:lnTo>
                  <a:lnTo>
                    <a:pt x="103632" y="79248"/>
                  </a:lnTo>
                  <a:lnTo>
                    <a:pt x="115062" y="82296"/>
                  </a:lnTo>
                  <a:lnTo>
                    <a:pt x="124206" y="80010"/>
                  </a:lnTo>
                  <a:lnTo>
                    <a:pt x="133350" y="75438"/>
                  </a:lnTo>
                  <a:lnTo>
                    <a:pt x="133350" y="59436"/>
                  </a:lnTo>
                  <a:close/>
                </a:path>
                <a:path w="223519" h="129539">
                  <a:moveTo>
                    <a:pt x="223266" y="0"/>
                  </a:moveTo>
                  <a:lnTo>
                    <a:pt x="217932" y="0"/>
                  </a:lnTo>
                  <a:lnTo>
                    <a:pt x="217932" y="18288"/>
                  </a:lnTo>
                  <a:lnTo>
                    <a:pt x="195834" y="18288"/>
                  </a:lnTo>
                  <a:lnTo>
                    <a:pt x="195834" y="0"/>
                  </a:lnTo>
                  <a:lnTo>
                    <a:pt x="190500" y="0"/>
                  </a:lnTo>
                  <a:lnTo>
                    <a:pt x="190500" y="43434"/>
                  </a:lnTo>
                  <a:lnTo>
                    <a:pt x="195834" y="43434"/>
                  </a:lnTo>
                  <a:lnTo>
                    <a:pt x="195834" y="23622"/>
                  </a:lnTo>
                  <a:lnTo>
                    <a:pt x="217932" y="23622"/>
                  </a:lnTo>
                  <a:lnTo>
                    <a:pt x="217932" y="43434"/>
                  </a:lnTo>
                  <a:lnTo>
                    <a:pt x="223266" y="43434"/>
                  </a:lnTo>
                  <a:lnTo>
                    <a:pt x="22326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7" name="object 5177"/>
            <p:cNvSpPr/>
            <p:nvPr/>
          </p:nvSpPr>
          <p:spPr>
            <a:xfrm>
              <a:off x="4406798" y="555028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8" name="object 5178"/>
            <p:cNvSpPr/>
            <p:nvPr/>
          </p:nvSpPr>
          <p:spPr>
            <a:xfrm>
              <a:off x="4406798" y="555028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9" name="object 5179"/>
            <p:cNvSpPr/>
            <p:nvPr/>
          </p:nvSpPr>
          <p:spPr>
            <a:xfrm>
              <a:off x="4406798" y="5374262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0" name="object 5180"/>
            <p:cNvSpPr/>
            <p:nvPr/>
          </p:nvSpPr>
          <p:spPr>
            <a:xfrm>
              <a:off x="4406798" y="5374262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1" name="object 5181"/>
            <p:cNvSpPr/>
            <p:nvPr/>
          </p:nvSpPr>
          <p:spPr>
            <a:xfrm>
              <a:off x="4406798" y="5374262"/>
              <a:ext cx="7620" cy="176530"/>
            </a:xfrm>
            <a:custGeom>
              <a:avLst/>
              <a:gdLst/>
              <a:ahLst/>
              <a:cxnLst/>
              <a:rect l="l" t="t" r="r" b="b"/>
              <a:pathLst>
                <a:path w="7620" h="176529">
                  <a:moveTo>
                    <a:pt x="7620" y="0"/>
                  </a:moveTo>
                  <a:lnTo>
                    <a:pt x="7620" y="176022"/>
                  </a:lnTo>
                  <a:lnTo>
                    <a:pt x="0" y="176022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2" name="object 5182"/>
            <p:cNvSpPr/>
            <p:nvPr/>
          </p:nvSpPr>
          <p:spPr>
            <a:xfrm>
              <a:off x="4406798" y="5374262"/>
              <a:ext cx="7620" cy="176530"/>
            </a:xfrm>
            <a:custGeom>
              <a:avLst/>
              <a:gdLst/>
              <a:ahLst/>
              <a:cxnLst/>
              <a:rect l="l" t="t" r="r" b="b"/>
              <a:pathLst>
                <a:path w="7620" h="176529">
                  <a:moveTo>
                    <a:pt x="7620" y="0"/>
                  </a:moveTo>
                  <a:lnTo>
                    <a:pt x="7620" y="176022"/>
                  </a:lnTo>
                  <a:lnTo>
                    <a:pt x="0" y="176022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3" name="object 5183"/>
            <p:cNvSpPr/>
            <p:nvPr/>
          </p:nvSpPr>
          <p:spPr>
            <a:xfrm>
              <a:off x="4316882" y="559219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4" name="object 5184"/>
            <p:cNvSpPr/>
            <p:nvPr/>
          </p:nvSpPr>
          <p:spPr>
            <a:xfrm>
              <a:off x="4316882" y="559219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5" name="object 5185"/>
            <p:cNvSpPr/>
            <p:nvPr/>
          </p:nvSpPr>
          <p:spPr>
            <a:xfrm>
              <a:off x="4316882" y="543750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6" name="object 5186"/>
            <p:cNvSpPr/>
            <p:nvPr/>
          </p:nvSpPr>
          <p:spPr>
            <a:xfrm>
              <a:off x="4316882" y="543750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7" name="object 5187"/>
            <p:cNvSpPr/>
            <p:nvPr/>
          </p:nvSpPr>
          <p:spPr>
            <a:xfrm>
              <a:off x="4316882" y="5437508"/>
              <a:ext cx="7620" cy="154940"/>
            </a:xfrm>
            <a:custGeom>
              <a:avLst/>
              <a:gdLst/>
              <a:ahLst/>
              <a:cxnLst/>
              <a:rect l="l" t="t" r="r" b="b"/>
              <a:pathLst>
                <a:path w="7620" h="154939">
                  <a:moveTo>
                    <a:pt x="7620" y="0"/>
                  </a:moveTo>
                  <a:lnTo>
                    <a:pt x="7620" y="154686"/>
                  </a:lnTo>
                  <a:lnTo>
                    <a:pt x="0" y="154686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8" name="object 5188"/>
            <p:cNvSpPr/>
            <p:nvPr/>
          </p:nvSpPr>
          <p:spPr>
            <a:xfrm>
              <a:off x="4316882" y="5437508"/>
              <a:ext cx="7620" cy="154940"/>
            </a:xfrm>
            <a:custGeom>
              <a:avLst/>
              <a:gdLst/>
              <a:ahLst/>
              <a:cxnLst/>
              <a:rect l="l" t="t" r="r" b="b"/>
              <a:pathLst>
                <a:path w="7620" h="154939">
                  <a:moveTo>
                    <a:pt x="7620" y="0"/>
                  </a:moveTo>
                  <a:lnTo>
                    <a:pt x="7620" y="154686"/>
                  </a:lnTo>
                  <a:lnTo>
                    <a:pt x="0" y="154686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9" name="object 5189"/>
            <p:cNvSpPr/>
            <p:nvPr/>
          </p:nvSpPr>
          <p:spPr>
            <a:xfrm>
              <a:off x="4501286" y="551370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0" name="object 5190"/>
            <p:cNvSpPr/>
            <p:nvPr/>
          </p:nvSpPr>
          <p:spPr>
            <a:xfrm>
              <a:off x="4501286" y="551370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1" name="object 5191"/>
            <p:cNvSpPr/>
            <p:nvPr/>
          </p:nvSpPr>
          <p:spPr>
            <a:xfrm>
              <a:off x="4501286" y="533768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2" name="object 5192"/>
            <p:cNvSpPr/>
            <p:nvPr/>
          </p:nvSpPr>
          <p:spPr>
            <a:xfrm>
              <a:off x="4501286" y="533768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3" name="object 5193"/>
            <p:cNvSpPr/>
            <p:nvPr/>
          </p:nvSpPr>
          <p:spPr>
            <a:xfrm>
              <a:off x="4501286" y="5337686"/>
              <a:ext cx="8890" cy="176530"/>
            </a:xfrm>
            <a:custGeom>
              <a:avLst/>
              <a:gdLst/>
              <a:ahLst/>
              <a:cxnLst/>
              <a:rect l="l" t="t" r="r" b="b"/>
              <a:pathLst>
                <a:path w="8889" h="176529">
                  <a:moveTo>
                    <a:pt x="8382" y="0"/>
                  </a:moveTo>
                  <a:lnTo>
                    <a:pt x="8382" y="176022"/>
                  </a:lnTo>
                  <a:lnTo>
                    <a:pt x="0" y="176022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4" name="object 5194"/>
            <p:cNvSpPr/>
            <p:nvPr/>
          </p:nvSpPr>
          <p:spPr>
            <a:xfrm>
              <a:off x="4501286" y="5337686"/>
              <a:ext cx="8890" cy="176530"/>
            </a:xfrm>
            <a:custGeom>
              <a:avLst/>
              <a:gdLst/>
              <a:ahLst/>
              <a:cxnLst/>
              <a:rect l="l" t="t" r="r" b="b"/>
              <a:pathLst>
                <a:path w="8889" h="176529">
                  <a:moveTo>
                    <a:pt x="8382" y="0"/>
                  </a:moveTo>
                  <a:lnTo>
                    <a:pt x="8382" y="176022"/>
                  </a:lnTo>
                  <a:lnTo>
                    <a:pt x="0" y="176022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95" name="object 5195"/>
            <p:cNvPicPr/>
            <p:nvPr/>
          </p:nvPicPr>
          <p:blipFill>
            <a:blip r:embed="rId256" cstate="print"/>
            <a:stretch>
              <a:fillRect/>
            </a:stretch>
          </p:blipFill>
          <p:spPr>
            <a:xfrm>
              <a:off x="3751478" y="5176142"/>
              <a:ext cx="807720" cy="386333"/>
            </a:xfrm>
            <a:prstGeom prst="rect">
              <a:avLst/>
            </a:prstGeom>
          </p:spPr>
        </p:pic>
        <p:sp>
          <p:nvSpPr>
            <p:cNvPr id="5196" name="object 5196"/>
            <p:cNvSpPr/>
            <p:nvPr/>
          </p:nvSpPr>
          <p:spPr>
            <a:xfrm>
              <a:off x="4207141" y="5193681"/>
              <a:ext cx="331470" cy="175260"/>
            </a:xfrm>
            <a:custGeom>
              <a:avLst/>
              <a:gdLst/>
              <a:ahLst/>
              <a:cxnLst/>
              <a:rect l="l" t="t" r="r" b="b"/>
              <a:pathLst>
                <a:path w="331470" h="175260">
                  <a:moveTo>
                    <a:pt x="32004" y="170688"/>
                  </a:moveTo>
                  <a:lnTo>
                    <a:pt x="6096" y="170688"/>
                  </a:lnTo>
                  <a:lnTo>
                    <a:pt x="6096" y="156210"/>
                  </a:lnTo>
                  <a:lnTo>
                    <a:pt x="29718" y="156210"/>
                  </a:lnTo>
                  <a:lnTo>
                    <a:pt x="29718" y="150876"/>
                  </a:lnTo>
                  <a:lnTo>
                    <a:pt x="6096" y="150876"/>
                  </a:lnTo>
                  <a:lnTo>
                    <a:pt x="6096" y="137922"/>
                  </a:lnTo>
                  <a:lnTo>
                    <a:pt x="31242" y="137922"/>
                  </a:lnTo>
                  <a:lnTo>
                    <a:pt x="31242" y="132588"/>
                  </a:lnTo>
                  <a:lnTo>
                    <a:pt x="0" y="132588"/>
                  </a:lnTo>
                  <a:lnTo>
                    <a:pt x="0" y="175260"/>
                  </a:lnTo>
                  <a:lnTo>
                    <a:pt x="32004" y="175260"/>
                  </a:lnTo>
                  <a:lnTo>
                    <a:pt x="32004" y="170688"/>
                  </a:lnTo>
                  <a:close/>
                </a:path>
                <a:path w="331470" h="175260">
                  <a:moveTo>
                    <a:pt x="136398" y="86106"/>
                  </a:moveTo>
                  <a:lnTo>
                    <a:pt x="107442" y="86106"/>
                  </a:lnTo>
                  <a:lnTo>
                    <a:pt x="107442" y="128778"/>
                  </a:lnTo>
                  <a:lnTo>
                    <a:pt x="112776" y="128778"/>
                  </a:lnTo>
                  <a:lnTo>
                    <a:pt x="112776" y="108966"/>
                  </a:lnTo>
                  <a:lnTo>
                    <a:pt x="132588" y="108966"/>
                  </a:lnTo>
                  <a:lnTo>
                    <a:pt x="132588" y="103632"/>
                  </a:lnTo>
                  <a:lnTo>
                    <a:pt x="112776" y="103632"/>
                  </a:lnTo>
                  <a:lnTo>
                    <a:pt x="112776" y="90678"/>
                  </a:lnTo>
                  <a:lnTo>
                    <a:pt x="136398" y="90678"/>
                  </a:lnTo>
                  <a:lnTo>
                    <a:pt x="136398" y="86106"/>
                  </a:lnTo>
                  <a:close/>
                </a:path>
                <a:path w="331470" h="175260">
                  <a:moveTo>
                    <a:pt x="240792" y="58674"/>
                  </a:moveTo>
                  <a:lnTo>
                    <a:pt x="221742" y="58674"/>
                  </a:lnTo>
                  <a:lnTo>
                    <a:pt x="221742" y="64008"/>
                  </a:lnTo>
                  <a:lnTo>
                    <a:pt x="234696" y="64008"/>
                  </a:lnTo>
                  <a:lnTo>
                    <a:pt x="234696" y="72390"/>
                  </a:lnTo>
                  <a:lnTo>
                    <a:pt x="232410" y="73914"/>
                  </a:lnTo>
                  <a:lnTo>
                    <a:pt x="222504" y="76962"/>
                  </a:lnTo>
                  <a:lnTo>
                    <a:pt x="214122" y="74676"/>
                  </a:lnTo>
                  <a:lnTo>
                    <a:pt x="208026" y="68580"/>
                  </a:lnTo>
                  <a:lnTo>
                    <a:pt x="206502" y="59436"/>
                  </a:lnTo>
                  <a:lnTo>
                    <a:pt x="208026" y="50292"/>
                  </a:lnTo>
                  <a:lnTo>
                    <a:pt x="211074" y="46482"/>
                  </a:lnTo>
                  <a:lnTo>
                    <a:pt x="218694" y="41910"/>
                  </a:lnTo>
                  <a:lnTo>
                    <a:pt x="224790" y="41910"/>
                  </a:lnTo>
                  <a:lnTo>
                    <a:pt x="232410" y="45720"/>
                  </a:lnTo>
                  <a:lnTo>
                    <a:pt x="234696" y="51054"/>
                  </a:lnTo>
                  <a:lnTo>
                    <a:pt x="240030" y="49530"/>
                  </a:lnTo>
                  <a:lnTo>
                    <a:pt x="236220" y="42672"/>
                  </a:lnTo>
                  <a:lnTo>
                    <a:pt x="230886" y="38862"/>
                  </a:lnTo>
                  <a:lnTo>
                    <a:pt x="221742" y="37338"/>
                  </a:lnTo>
                  <a:lnTo>
                    <a:pt x="210312" y="39624"/>
                  </a:lnTo>
                  <a:lnTo>
                    <a:pt x="206502" y="42672"/>
                  </a:lnTo>
                  <a:lnTo>
                    <a:pt x="203454" y="48006"/>
                  </a:lnTo>
                  <a:lnTo>
                    <a:pt x="200406" y="59436"/>
                  </a:lnTo>
                  <a:lnTo>
                    <a:pt x="201168" y="65532"/>
                  </a:lnTo>
                  <a:lnTo>
                    <a:pt x="206502" y="75438"/>
                  </a:lnTo>
                  <a:lnTo>
                    <a:pt x="211074" y="79248"/>
                  </a:lnTo>
                  <a:lnTo>
                    <a:pt x="216408" y="80772"/>
                  </a:lnTo>
                  <a:lnTo>
                    <a:pt x="222504" y="81534"/>
                  </a:lnTo>
                  <a:lnTo>
                    <a:pt x="231648" y="80010"/>
                  </a:lnTo>
                  <a:lnTo>
                    <a:pt x="240792" y="74676"/>
                  </a:lnTo>
                  <a:lnTo>
                    <a:pt x="240792" y="58674"/>
                  </a:lnTo>
                  <a:close/>
                </a:path>
                <a:path w="331470" h="175260">
                  <a:moveTo>
                    <a:pt x="331470" y="0"/>
                  </a:moveTo>
                  <a:lnTo>
                    <a:pt x="326136" y="0"/>
                  </a:lnTo>
                  <a:lnTo>
                    <a:pt x="326136" y="18288"/>
                  </a:lnTo>
                  <a:lnTo>
                    <a:pt x="303276" y="18288"/>
                  </a:lnTo>
                  <a:lnTo>
                    <a:pt x="303276" y="0"/>
                  </a:lnTo>
                  <a:lnTo>
                    <a:pt x="297942" y="0"/>
                  </a:lnTo>
                  <a:lnTo>
                    <a:pt x="297942" y="42672"/>
                  </a:lnTo>
                  <a:lnTo>
                    <a:pt x="303276" y="42672"/>
                  </a:lnTo>
                  <a:lnTo>
                    <a:pt x="303276" y="22860"/>
                  </a:lnTo>
                  <a:lnTo>
                    <a:pt x="326136" y="22860"/>
                  </a:lnTo>
                  <a:lnTo>
                    <a:pt x="326136" y="42672"/>
                  </a:lnTo>
                  <a:lnTo>
                    <a:pt x="331470" y="42672"/>
                  </a:lnTo>
                  <a:lnTo>
                    <a:pt x="3314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7" name="object 5197"/>
            <p:cNvSpPr/>
            <p:nvPr/>
          </p:nvSpPr>
          <p:spPr>
            <a:xfrm>
              <a:off x="5315864" y="555028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8" name="object 5198"/>
            <p:cNvSpPr/>
            <p:nvPr/>
          </p:nvSpPr>
          <p:spPr>
            <a:xfrm>
              <a:off x="5315864" y="555028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9" name="object 5199"/>
            <p:cNvSpPr/>
            <p:nvPr/>
          </p:nvSpPr>
          <p:spPr>
            <a:xfrm>
              <a:off x="5315864" y="5374262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0" name="object 5200"/>
            <p:cNvSpPr/>
            <p:nvPr/>
          </p:nvSpPr>
          <p:spPr>
            <a:xfrm>
              <a:off x="5315864" y="5374262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1" name="object 5201"/>
            <p:cNvSpPr/>
            <p:nvPr/>
          </p:nvSpPr>
          <p:spPr>
            <a:xfrm>
              <a:off x="5315864" y="5374262"/>
              <a:ext cx="7620" cy="176530"/>
            </a:xfrm>
            <a:custGeom>
              <a:avLst/>
              <a:gdLst/>
              <a:ahLst/>
              <a:cxnLst/>
              <a:rect l="l" t="t" r="r" b="b"/>
              <a:pathLst>
                <a:path w="7620" h="176529">
                  <a:moveTo>
                    <a:pt x="7620" y="0"/>
                  </a:moveTo>
                  <a:lnTo>
                    <a:pt x="7620" y="176022"/>
                  </a:lnTo>
                  <a:lnTo>
                    <a:pt x="0" y="176022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2" name="object 5202"/>
            <p:cNvSpPr/>
            <p:nvPr/>
          </p:nvSpPr>
          <p:spPr>
            <a:xfrm>
              <a:off x="5315864" y="5374262"/>
              <a:ext cx="7620" cy="176530"/>
            </a:xfrm>
            <a:custGeom>
              <a:avLst/>
              <a:gdLst/>
              <a:ahLst/>
              <a:cxnLst/>
              <a:rect l="l" t="t" r="r" b="b"/>
              <a:pathLst>
                <a:path w="7620" h="176529">
                  <a:moveTo>
                    <a:pt x="7620" y="0"/>
                  </a:moveTo>
                  <a:lnTo>
                    <a:pt x="7620" y="176022"/>
                  </a:lnTo>
                  <a:lnTo>
                    <a:pt x="0" y="176022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3" name="object 5203"/>
            <p:cNvSpPr/>
            <p:nvPr/>
          </p:nvSpPr>
          <p:spPr>
            <a:xfrm>
              <a:off x="5225186" y="559219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4" name="object 5204"/>
            <p:cNvSpPr/>
            <p:nvPr/>
          </p:nvSpPr>
          <p:spPr>
            <a:xfrm>
              <a:off x="5225186" y="559219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5" name="object 5205"/>
            <p:cNvSpPr/>
            <p:nvPr/>
          </p:nvSpPr>
          <p:spPr>
            <a:xfrm>
              <a:off x="5225186" y="543750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6" name="object 5206"/>
            <p:cNvSpPr/>
            <p:nvPr/>
          </p:nvSpPr>
          <p:spPr>
            <a:xfrm>
              <a:off x="5225186" y="543750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7" name="object 5207"/>
            <p:cNvSpPr/>
            <p:nvPr/>
          </p:nvSpPr>
          <p:spPr>
            <a:xfrm>
              <a:off x="5225186" y="5437508"/>
              <a:ext cx="7620" cy="154940"/>
            </a:xfrm>
            <a:custGeom>
              <a:avLst/>
              <a:gdLst/>
              <a:ahLst/>
              <a:cxnLst/>
              <a:rect l="l" t="t" r="r" b="b"/>
              <a:pathLst>
                <a:path w="7620" h="154939">
                  <a:moveTo>
                    <a:pt x="7620" y="0"/>
                  </a:moveTo>
                  <a:lnTo>
                    <a:pt x="7620" y="154686"/>
                  </a:lnTo>
                  <a:lnTo>
                    <a:pt x="0" y="154686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8" name="object 5208"/>
            <p:cNvSpPr/>
            <p:nvPr/>
          </p:nvSpPr>
          <p:spPr>
            <a:xfrm>
              <a:off x="5225186" y="5437508"/>
              <a:ext cx="7620" cy="154940"/>
            </a:xfrm>
            <a:custGeom>
              <a:avLst/>
              <a:gdLst/>
              <a:ahLst/>
              <a:cxnLst/>
              <a:rect l="l" t="t" r="r" b="b"/>
              <a:pathLst>
                <a:path w="7620" h="154939">
                  <a:moveTo>
                    <a:pt x="7620" y="0"/>
                  </a:moveTo>
                  <a:lnTo>
                    <a:pt x="7620" y="154686"/>
                  </a:lnTo>
                  <a:lnTo>
                    <a:pt x="0" y="154686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9" name="object 5209"/>
            <p:cNvSpPr/>
            <p:nvPr/>
          </p:nvSpPr>
          <p:spPr>
            <a:xfrm>
              <a:off x="5410352" y="551370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0" name="object 5210"/>
            <p:cNvSpPr/>
            <p:nvPr/>
          </p:nvSpPr>
          <p:spPr>
            <a:xfrm>
              <a:off x="5410352" y="551370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1" name="object 5211"/>
            <p:cNvSpPr/>
            <p:nvPr/>
          </p:nvSpPr>
          <p:spPr>
            <a:xfrm>
              <a:off x="5410352" y="533768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2" name="object 5212"/>
            <p:cNvSpPr/>
            <p:nvPr/>
          </p:nvSpPr>
          <p:spPr>
            <a:xfrm>
              <a:off x="5410352" y="533768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3" name="object 5213"/>
            <p:cNvSpPr/>
            <p:nvPr/>
          </p:nvSpPr>
          <p:spPr>
            <a:xfrm>
              <a:off x="5410352" y="5337686"/>
              <a:ext cx="8890" cy="176530"/>
            </a:xfrm>
            <a:custGeom>
              <a:avLst/>
              <a:gdLst/>
              <a:ahLst/>
              <a:cxnLst/>
              <a:rect l="l" t="t" r="r" b="b"/>
              <a:pathLst>
                <a:path w="8889" h="176529">
                  <a:moveTo>
                    <a:pt x="8382" y="0"/>
                  </a:moveTo>
                  <a:lnTo>
                    <a:pt x="8382" y="176022"/>
                  </a:lnTo>
                  <a:lnTo>
                    <a:pt x="0" y="176022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4" name="object 5214"/>
            <p:cNvSpPr/>
            <p:nvPr/>
          </p:nvSpPr>
          <p:spPr>
            <a:xfrm>
              <a:off x="5410352" y="5337686"/>
              <a:ext cx="8890" cy="176530"/>
            </a:xfrm>
            <a:custGeom>
              <a:avLst/>
              <a:gdLst/>
              <a:ahLst/>
              <a:cxnLst/>
              <a:rect l="l" t="t" r="r" b="b"/>
              <a:pathLst>
                <a:path w="8889" h="176529">
                  <a:moveTo>
                    <a:pt x="8382" y="0"/>
                  </a:moveTo>
                  <a:lnTo>
                    <a:pt x="8382" y="176022"/>
                  </a:lnTo>
                  <a:lnTo>
                    <a:pt x="0" y="176022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15" name="object 5215"/>
            <p:cNvPicPr/>
            <p:nvPr/>
          </p:nvPicPr>
          <p:blipFill>
            <a:blip r:embed="rId257" cstate="print"/>
            <a:stretch>
              <a:fillRect/>
            </a:stretch>
          </p:blipFill>
          <p:spPr>
            <a:xfrm>
              <a:off x="4660544" y="5176142"/>
              <a:ext cx="807720" cy="386334"/>
            </a:xfrm>
            <a:prstGeom prst="rect">
              <a:avLst/>
            </a:prstGeom>
          </p:spPr>
        </p:pic>
        <p:sp>
          <p:nvSpPr>
            <p:cNvPr id="5216" name="object 5216"/>
            <p:cNvSpPr/>
            <p:nvPr/>
          </p:nvSpPr>
          <p:spPr>
            <a:xfrm>
              <a:off x="5222888" y="5193681"/>
              <a:ext cx="224790" cy="128905"/>
            </a:xfrm>
            <a:custGeom>
              <a:avLst/>
              <a:gdLst/>
              <a:ahLst/>
              <a:cxnLst/>
              <a:rect l="l" t="t" r="r" b="b"/>
              <a:pathLst>
                <a:path w="224789" h="128904">
                  <a:moveTo>
                    <a:pt x="29718" y="86106"/>
                  </a:moveTo>
                  <a:lnTo>
                    <a:pt x="0" y="86106"/>
                  </a:lnTo>
                  <a:lnTo>
                    <a:pt x="0" y="128778"/>
                  </a:lnTo>
                  <a:lnTo>
                    <a:pt x="6096" y="128778"/>
                  </a:lnTo>
                  <a:lnTo>
                    <a:pt x="6096" y="108966"/>
                  </a:lnTo>
                  <a:lnTo>
                    <a:pt x="25908" y="108966"/>
                  </a:lnTo>
                  <a:lnTo>
                    <a:pt x="25908" y="103632"/>
                  </a:lnTo>
                  <a:lnTo>
                    <a:pt x="6096" y="103632"/>
                  </a:lnTo>
                  <a:lnTo>
                    <a:pt x="6096" y="90678"/>
                  </a:lnTo>
                  <a:lnTo>
                    <a:pt x="29718" y="90678"/>
                  </a:lnTo>
                  <a:lnTo>
                    <a:pt x="29718" y="86106"/>
                  </a:lnTo>
                  <a:close/>
                </a:path>
                <a:path w="224789" h="128904">
                  <a:moveTo>
                    <a:pt x="133350" y="58674"/>
                  </a:moveTo>
                  <a:lnTo>
                    <a:pt x="115062" y="58674"/>
                  </a:lnTo>
                  <a:lnTo>
                    <a:pt x="115062" y="64008"/>
                  </a:lnTo>
                  <a:lnTo>
                    <a:pt x="128016" y="64008"/>
                  </a:lnTo>
                  <a:lnTo>
                    <a:pt x="128016" y="72390"/>
                  </a:lnTo>
                  <a:lnTo>
                    <a:pt x="118872" y="76200"/>
                  </a:lnTo>
                  <a:lnTo>
                    <a:pt x="102616" y="70586"/>
                  </a:lnTo>
                  <a:lnTo>
                    <a:pt x="99682" y="55384"/>
                  </a:lnTo>
                  <a:lnTo>
                    <a:pt x="108064" y="42964"/>
                  </a:lnTo>
                  <a:lnTo>
                    <a:pt x="125730" y="45720"/>
                  </a:lnTo>
                  <a:lnTo>
                    <a:pt x="128016" y="51054"/>
                  </a:lnTo>
                  <a:lnTo>
                    <a:pt x="132588" y="49530"/>
                  </a:lnTo>
                  <a:lnTo>
                    <a:pt x="129540" y="42672"/>
                  </a:lnTo>
                  <a:lnTo>
                    <a:pt x="124206" y="38862"/>
                  </a:lnTo>
                  <a:lnTo>
                    <a:pt x="115062" y="37338"/>
                  </a:lnTo>
                  <a:lnTo>
                    <a:pt x="103632" y="39624"/>
                  </a:lnTo>
                  <a:lnTo>
                    <a:pt x="99822" y="42672"/>
                  </a:lnTo>
                  <a:lnTo>
                    <a:pt x="96012" y="48006"/>
                  </a:lnTo>
                  <a:lnTo>
                    <a:pt x="93726" y="59436"/>
                  </a:lnTo>
                  <a:lnTo>
                    <a:pt x="96012" y="70866"/>
                  </a:lnTo>
                  <a:lnTo>
                    <a:pt x="99822" y="75438"/>
                  </a:lnTo>
                  <a:lnTo>
                    <a:pt x="104394" y="79248"/>
                  </a:lnTo>
                  <a:lnTo>
                    <a:pt x="109728" y="80772"/>
                  </a:lnTo>
                  <a:lnTo>
                    <a:pt x="115824" y="81534"/>
                  </a:lnTo>
                  <a:lnTo>
                    <a:pt x="124968" y="80010"/>
                  </a:lnTo>
                  <a:lnTo>
                    <a:pt x="133350" y="74676"/>
                  </a:lnTo>
                  <a:lnTo>
                    <a:pt x="133350" y="58674"/>
                  </a:lnTo>
                  <a:close/>
                </a:path>
                <a:path w="224789" h="128904">
                  <a:moveTo>
                    <a:pt x="224790" y="0"/>
                  </a:moveTo>
                  <a:lnTo>
                    <a:pt x="218694" y="0"/>
                  </a:lnTo>
                  <a:lnTo>
                    <a:pt x="218694" y="18288"/>
                  </a:lnTo>
                  <a:lnTo>
                    <a:pt x="196596" y="18288"/>
                  </a:lnTo>
                  <a:lnTo>
                    <a:pt x="196596" y="0"/>
                  </a:lnTo>
                  <a:lnTo>
                    <a:pt x="191262" y="0"/>
                  </a:lnTo>
                  <a:lnTo>
                    <a:pt x="191262" y="42672"/>
                  </a:lnTo>
                  <a:lnTo>
                    <a:pt x="196596" y="42672"/>
                  </a:lnTo>
                  <a:lnTo>
                    <a:pt x="196596" y="22860"/>
                  </a:lnTo>
                  <a:lnTo>
                    <a:pt x="218694" y="22860"/>
                  </a:lnTo>
                  <a:lnTo>
                    <a:pt x="218694" y="42672"/>
                  </a:lnTo>
                  <a:lnTo>
                    <a:pt x="224790" y="42672"/>
                  </a:lnTo>
                  <a:lnTo>
                    <a:pt x="2247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7" name="object 5217"/>
            <p:cNvSpPr/>
            <p:nvPr/>
          </p:nvSpPr>
          <p:spPr>
            <a:xfrm>
              <a:off x="6298069" y="4907156"/>
              <a:ext cx="393700" cy="209550"/>
            </a:xfrm>
            <a:custGeom>
              <a:avLst/>
              <a:gdLst/>
              <a:ahLst/>
              <a:cxnLst/>
              <a:rect l="l" t="t" r="r" b="b"/>
              <a:pathLst>
                <a:path w="393700" h="209550">
                  <a:moveTo>
                    <a:pt x="0" y="0"/>
                  </a:moveTo>
                  <a:lnTo>
                    <a:pt x="0" y="209550"/>
                  </a:lnTo>
                  <a:lnTo>
                    <a:pt x="393192" y="209550"/>
                  </a:lnTo>
                  <a:lnTo>
                    <a:pt x="393192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8" name="object 5218"/>
            <p:cNvSpPr/>
            <p:nvPr/>
          </p:nvSpPr>
          <p:spPr>
            <a:xfrm>
              <a:off x="6392558" y="4982607"/>
              <a:ext cx="201930" cy="56515"/>
            </a:xfrm>
            <a:custGeom>
              <a:avLst/>
              <a:gdLst/>
              <a:ahLst/>
              <a:cxnLst/>
              <a:rect l="l" t="t" r="r" b="b"/>
              <a:pathLst>
                <a:path w="201929" h="56514">
                  <a:moveTo>
                    <a:pt x="59436" y="0"/>
                  </a:moveTo>
                  <a:lnTo>
                    <a:pt x="51816" y="0"/>
                  </a:lnTo>
                  <a:lnTo>
                    <a:pt x="51816" y="48768"/>
                  </a:lnTo>
                  <a:lnTo>
                    <a:pt x="33528" y="48768"/>
                  </a:lnTo>
                  <a:lnTo>
                    <a:pt x="33528" y="0"/>
                  </a:lnTo>
                  <a:lnTo>
                    <a:pt x="25908" y="0"/>
                  </a:lnTo>
                  <a:lnTo>
                    <a:pt x="25908" y="48768"/>
                  </a:lnTo>
                  <a:lnTo>
                    <a:pt x="7620" y="48768"/>
                  </a:lnTo>
                  <a:lnTo>
                    <a:pt x="7620" y="0"/>
                  </a:lnTo>
                  <a:lnTo>
                    <a:pt x="0" y="0"/>
                  </a:lnTo>
                  <a:lnTo>
                    <a:pt x="0" y="55626"/>
                  </a:lnTo>
                  <a:lnTo>
                    <a:pt x="59436" y="55626"/>
                  </a:lnTo>
                  <a:lnTo>
                    <a:pt x="59436" y="0"/>
                  </a:lnTo>
                  <a:close/>
                </a:path>
                <a:path w="201929" h="56514">
                  <a:moveTo>
                    <a:pt x="105905" y="15240"/>
                  </a:moveTo>
                  <a:lnTo>
                    <a:pt x="73901" y="15240"/>
                  </a:lnTo>
                  <a:lnTo>
                    <a:pt x="73901" y="47244"/>
                  </a:lnTo>
                  <a:lnTo>
                    <a:pt x="73139" y="48006"/>
                  </a:lnTo>
                  <a:lnTo>
                    <a:pt x="73139" y="48768"/>
                  </a:lnTo>
                  <a:lnTo>
                    <a:pt x="72377" y="49530"/>
                  </a:lnTo>
                  <a:lnTo>
                    <a:pt x="66281" y="49530"/>
                  </a:lnTo>
                  <a:lnTo>
                    <a:pt x="66281" y="55626"/>
                  </a:lnTo>
                  <a:lnTo>
                    <a:pt x="76187" y="55626"/>
                  </a:lnTo>
                  <a:lnTo>
                    <a:pt x="77711" y="54102"/>
                  </a:lnTo>
                  <a:lnTo>
                    <a:pt x="79235" y="53340"/>
                  </a:lnTo>
                  <a:lnTo>
                    <a:pt x="79997" y="51816"/>
                  </a:lnTo>
                  <a:lnTo>
                    <a:pt x="79997" y="48006"/>
                  </a:lnTo>
                  <a:lnTo>
                    <a:pt x="80759" y="44958"/>
                  </a:lnTo>
                  <a:lnTo>
                    <a:pt x="80759" y="21336"/>
                  </a:lnTo>
                  <a:lnTo>
                    <a:pt x="99047" y="21336"/>
                  </a:lnTo>
                  <a:lnTo>
                    <a:pt x="99047" y="55626"/>
                  </a:lnTo>
                  <a:lnTo>
                    <a:pt x="105905" y="55626"/>
                  </a:lnTo>
                  <a:lnTo>
                    <a:pt x="105905" y="15240"/>
                  </a:lnTo>
                  <a:close/>
                </a:path>
                <a:path w="201929" h="56514">
                  <a:moveTo>
                    <a:pt x="166116" y="30480"/>
                  </a:moveTo>
                  <a:lnTo>
                    <a:pt x="165354" y="26670"/>
                  </a:lnTo>
                  <a:lnTo>
                    <a:pt x="162306" y="20574"/>
                  </a:lnTo>
                  <a:lnTo>
                    <a:pt x="160020" y="18288"/>
                  </a:lnTo>
                  <a:lnTo>
                    <a:pt x="159258" y="17780"/>
                  </a:lnTo>
                  <a:lnTo>
                    <a:pt x="159258" y="35814"/>
                  </a:lnTo>
                  <a:lnTo>
                    <a:pt x="158496" y="40386"/>
                  </a:lnTo>
                  <a:lnTo>
                    <a:pt x="157734" y="44196"/>
                  </a:lnTo>
                  <a:lnTo>
                    <a:pt x="156210" y="47244"/>
                  </a:lnTo>
                  <a:lnTo>
                    <a:pt x="153924" y="49530"/>
                  </a:lnTo>
                  <a:lnTo>
                    <a:pt x="150876" y="50292"/>
                  </a:lnTo>
                  <a:lnTo>
                    <a:pt x="148590" y="51054"/>
                  </a:lnTo>
                  <a:lnTo>
                    <a:pt x="142494" y="49530"/>
                  </a:lnTo>
                  <a:lnTo>
                    <a:pt x="140970" y="47244"/>
                  </a:lnTo>
                  <a:lnTo>
                    <a:pt x="139446" y="44196"/>
                  </a:lnTo>
                  <a:lnTo>
                    <a:pt x="137922" y="39624"/>
                  </a:lnTo>
                  <a:lnTo>
                    <a:pt x="137922" y="30480"/>
                  </a:lnTo>
                  <a:lnTo>
                    <a:pt x="139446" y="26670"/>
                  </a:lnTo>
                  <a:lnTo>
                    <a:pt x="142494" y="22098"/>
                  </a:lnTo>
                  <a:lnTo>
                    <a:pt x="145542" y="20574"/>
                  </a:lnTo>
                  <a:lnTo>
                    <a:pt x="151638" y="20574"/>
                  </a:lnTo>
                  <a:lnTo>
                    <a:pt x="159258" y="35814"/>
                  </a:lnTo>
                  <a:lnTo>
                    <a:pt x="159258" y="17780"/>
                  </a:lnTo>
                  <a:lnTo>
                    <a:pt x="155448" y="15240"/>
                  </a:lnTo>
                  <a:lnTo>
                    <a:pt x="151638" y="14478"/>
                  </a:lnTo>
                  <a:lnTo>
                    <a:pt x="144018" y="14478"/>
                  </a:lnTo>
                  <a:lnTo>
                    <a:pt x="131064" y="32004"/>
                  </a:lnTo>
                  <a:lnTo>
                    <a:pt x="122682" y="32004"/>
                  </a:lnTo>
                  <a:lnTo>
                    <a:pt x="122682" y="15240"/>
                  </a:lnTo>
                  <a:lnTo>
                    <a:pt x="115824" y="15240"/>
                  </a:lnTo>
                  <a:lnTo>
                    <a:pt x="115824" y="55626"/>
                  </a:lnTo>
                  <a:lnTo>
                    <a:pt x="122682" y="55626"/>
                  </a:lnTo>
                  <a:lnTo>
                    <a:pt x="122682" y="37338"/>
                  </a:lnTo>
                  <a:lnTo>
                    <a:pt x="131064" y="37338"/>
                  </a:lnTo>
                  <a:lnTo>
                    <a:pt x="131826" y="43434"/>
                  </a:lnTo>
                  <a:lnTo>
                    <a:pt x="133350" y="48006"/>
                  </a:lnTo>
                  <a:lnTo>
                    <a:pt x="136398" y="51816"/>
                  </a:lnTo>
                  <a:lnTo>
                    <a:pt x="137922" y="53340"/>
                  </a:lnTo>
                  <a:lnTo>
                    <a:pt x="139446" y="54864"/>
                  </a:lnTo>
                  <a:lnTo>
                    <a:pt x="144018" y="56388"/>
                  </a:lnTo>
                  <a:lnTo>
                    <a:pt x="153162" y="56388"/>
                  </a:lnTo>
                  <a:lnTo>
                    <a:pt x="157734" y="54102"/>
                  </a:lnTo>
                  <a:lnTo>
                    <a:pt x="159258" y="52882"/>
                  </a:lnTo>
                  <a:lnTo>
                    <a:pt x="161544" y="51054"/>
                  </a:lnTo>
                  <a:lnTo>
                    <a:pt x="163830" y="47244"/>
                  </a:lnTo>
                  <a:lnTo>
                    <a:pt x="165354" y="41910"/>
                  </a:lnTo>
                  <a:lnTo>
                    <a:pt x="166116" y="35052"/>
                  </a:lnTo>
                  <a:lnTo>
                    <a:pt x="166116" y="30480"/>
                  </a:lnTo>
                  <a:close/>
                </a:path>
                <a:path w="201929" h="56514">
                  <a:moveTo>
                    <a:pt x="201917" y="44196"/>
                  </a:moveTo>
                  <a:lnTo>
                    <a:pt x="200393" y="38100"/>
                  </a:lnTo>
                  <a:lnTo>
                    <a:pt x="195821" y="34290"/>
                  </a:lnTo>
                  <a:lnTo>
                    <a:pt x="200393" y="28956"/>
                  </a:lnTo>
                  <a:lnTo>
                    <a:pt x="199631" y="22098"/>
                  </a:lnTo>
                  <a:lnTo>
                    <a:pt x="195059" y="16002"/>
                  </a:lnTo>
                  <a:lnTo>
                    <a:pt x="190487" y="14478"/>
                  </a:lnTo>
                  <a:lnTo>
                    <a:pt x="182105" y="15240"/>
                  </a:lnTo>
                  <a:lnTo>
                    <a:pt x="174485" y="20574"/>
                  </a:lnTo>
                  <a:lnTo>
                    <a:pt x="172199" y="25908"/>
                  </a:lnTo>
                  <a:lnTo>
                    <a:pt x="179057" y="26670"/>
                  </a:lnTo>
                  <a:lnTo>
                    <a:pt x="182105" y="22098"/>
                  </a:lnTo>
                  <a:lnTo>
                    <a:pt x="187439" y="19812"/>
                  </a:lnTo>
                  <a:lnTo>
                    <a:pt x="192011" y="22098"/>
                  </a:lnTo>
                  <a:lnTo>
                    <a:pt x="193535" y="25908"/>
                  </a:lnTo>
                  <a:lnTo>
                    <a:pt x="190487" y="31242"/>
                  </a:lnTo>
                  <a:lnTo>
                    <a:pt x="183629" y="32004"/>
                  </a:lnTo>
                  <a:lnTo>
                    <a:pt x="183629" y="37338"/>
                  </a:lnTo>
                  <a:lnTo>
                    <a:pt x="185153" y="37338"/>
                  </a:lnTo>
                  <a:lnTo>
                    <a:pt x="192773" y="38100"/>
                  </a:lnTo>
                  <a:lnTo>
                    <a:pt x="195059" y="44196"/>
                  </a:lnTo>
                  <a:lnTo>
                    <a:pt x="192773" y="48768"/>
                  </a:lnTo>
                  <a:lnTo>
                    <a:pt x="187439" y="51054"/>
                  </a:lnTo>
                  <a:lnTo>
                    <a:pt x="181343" y="48768"/>
                  </a:lnTo>
                  <a:lnTo>
                    <a:pt x="177533" y="42672"/>
                  </a:lnTo>
                  <a:lnTo>
                    <a:pt x="170675" y="44196"/>
                  </a:lnTo>
                  <a:lnTo>
                    <a:pt x="172961" y="49530"/>
                  </a:lnTo>
                  <a:lnTo>
                    <a:pt x="176009" y="53340"/>
                  </a:lnTo>
                  <a:lnTo>
                    <a:pt x="181343" y="55626"/>
                  </a:lnTo>
                  <a:lnTo>
                    <a:pt x="187439" y="56388"/>
                  </a:lnTo>
                  <a:lnTo>
                    <a:pt x="192773" y="55626"/>
                  </a:lnTo>
                  <a:lnTo>
                    <a:pt x="199631" y="51054"/>
                  </a:lnTo>
                  <a:lnTo>
                    <a:pt x="201917" y="441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19" name="object 5219"/>
            <p:cNvPicPr/>
            <p:nvPr/>
          </p:nvPicPr>
          <p:blipFill>
            <a:blip r:embed="rId258" cstate="print"/>
            <a:stretch>
              <a:fillRect/>
            </a:stretch>
          </p:blipFill>
          <p:spPr>
            <a:xfrm>
              <a:off x="3783482" y="5365118"/>
              <a:ext cx="444165" cy="123444"/>
            </a:xfrm>
            <a:prstGeom prst="rect">
              <a:avLst/>
            </a:prstGeom>
          </p:spPr>
        </p:pic>
        <p:pic>
          <p:nvPicPr>
            <p:cNvPr id="5220" name="object 5220"/>
            <p:cNvPicPr/>
            <p:nvPr/>
          </p:nvPicPr>
          <p:blipFill>
            <a:blip r:embed="rId259" cstate="print"/>
            <a:stretch>
              <a:fillRect/>
            </a:stretch>
          </p:blipFill>
          <p:spPr>
            <a:xfrm>
              <a:off x="4692548" y="5326256"/>
              <a:ext cx="455675" cy="172212"/>
            </a:xfrm>
            <a:prstGeom prst="rect">
              <a:avLst/>
            </a:prstGeom>
          </p:spPr>
        </p:pic>
        <p:sp>
          <p:nvSpPr>
            <p:cNvPr id="5221" name="object 5221"/>
            <p:cNvSpPr/>
            <p:nvPr/>
          </p:nvSpPr>
          <p:spPr>
            <a:xfrm>
              <a:off x="1233830" y="5756786"/>
              <a:ext cx="1125220" cy="379730"/>
            </a:xfrm>
            <a:custGeom>
              <a:avLst/>
              <a:gdLst/>
              <a:ahLst/>
              <a:cxnLst/>
              <a:rect l="l" t="t" r="r" b="b"/>
              <a:pathLst>
                <a:path w="1125220" h="379729">
                  <a:moveTo>
                    <a:pt x="0" y="0"/>
                  </a:moveTo>
                  <a:lnTo>
                    <a:pt x="238506" y="0"/>
                  </a:lnTo>
                  <a:lnTo>
                    <a:pt x="238506" y="379476"/>
                  </a:lnTo>
                  <a:lnTo>
                    <a:pt x="1124712" y="379475"/>
                  </a:lnTo>
                  <a:lnTo>
                    <a:pt x="1124712" y="23469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2" name="object 5222"/>
            <p:cNvSpPr/>
            <p:nvPr/>
          </p:nvSpPr>
          <p:spPr>
            <a:xfrm>
              <a:off x="1233830" y="5855084"/>
              <a:ext cx="2053589" cy="337185"/>
            </a:xfrm>
            <a:custGeom>
              <a:avLst/>
              <a:gdLst/>
              <a:ahLst/>
              <a:cxnLst/>
              <a:rect l="l" t="t" r="r" b="b"/>
              <a:pathLst>
                <a:path w="2053589" h="337185">
                  <a:moveTo>
                    <a:pt x="0" y="0"/>
                  </a:moveTo>
                  <a:lnTo>
                    <a:pt x="154686" y="0"/>
                  </a:lnTo>
                  <a:lnTo>
                    <a:pt x="154686" y="336803"/>
                  </a:lnTo>
                  <a:lnTo>
                    <a:pt x="2053589" y="336803"/>
                  </a:lnTo>
                  <a:lnTo>
                    <a:pt x="2053589" y="1402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23" name="object 5223"/>
            <p:cNvPicPr/>
            <p:nvPr/>
          </p:nvPicPr>
          <p:blipFill>
            <a:blip r:embed="rId260" cstate="print"/>
            <a:stretch>
              <a:fillRect/>
            </a:stretch>
          </p:blipFill>
          <p:spPr>
            <a:xfrm>
              <a:off x="1345463" y="3638807"/>
              <a:ext cx="183642" cy="656844"/>
            </a:xfrm>
            <a:prstGeom prst="rect">
              <a:avLst/>
            </a:prstGeom>
          </p:spPr>
        </p:pic>
        <p:sp>
          <p:nvSpPr>
            <p:cNvPr id="5224" name="object 5224"/>
            <p:cNvSpPr/>
            <p:nvPr/>
          </p:nvSpPr>
          <p:spPr>
            <a:xfrm>
              <a:off x="902360" y="4354706"/>
              <a:ext cx="15240" cy="0"/>
            </a:xfrm>
            <a:custGeom>
              <a:avLst/>
              <a:gdLst/>
              <a:ahLst/>
              <a:cxnLst/>
              <a:rect l="l" t="t" r="r" b="b"/>
              <a:pathLst>
                <a:path w="15240">
                  <a:moveTo>
                    <a:pt x="15240" y="0"/>
                  </a:moveTo>
                  <a:lnTo>
                    <a:pt x="0" y="0"/>
                  </a:lnTo>
                  <a:lnTo>
                    <a:pt x="15240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5" name="object 5225"/>
            <p:cNvSpPr/>
            <p:nvPr/>
          </p:nvSpPr>
          <p:spPr>
            <a:xfrm>
              <a:off x="902360" y="4354706"/>
              <a:ext cx="15240" cy="0"/>
            </a:xfrm>
            <a:custGeom>
              <a:avLst/>
              <a:gdLst/>
              <a:ahLst/>
              <a:cxnLst/>
              <a:rect l="l" t="t" r="r" b="b"/>
              <a:pathLst>
                <a:path w="15240">
                  <a:moveTo>
                    <a:pt x="0" y="0"/>
                  </a:moveTo>
                  <a:lnTo>
                    <a:pt x="15239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6" name="object 5226"/>
            <p:cNvSpPr/>
            <p:nvPr/>
          </p:nvSpPr>
          <p:spPr>
            <a:xfrm>
              <a:off x="902360" y="4488818"/>
              <a:ext cx="15240" cy="0"/>
            </a:xfrm>
            <a:custGeom>
              <a:avLst/>
              <a:gdLst/>
              <a:ahLst/>
              <a:cxnLst/>
              <a:rect l="l" t="t" r="r" b="b"/>
              <a:pathLst>
                <a:path w="15240">
                  <a:moveTo>
                    <a:pt x="15240" y="0"/>
                  </a:moveTo>
                  <a:lnTo>
                    <a:pt x="0" y="0"/>
                  </a:lnTo>
                  <a:lnTo>
                    <a:pt x="15240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7" name="object 5227"/>
            <p:cNvSpPr/>
            <p:nvPr/>
          </p:nvSpPr>
          <p:spPr>
            <a:xfrm>
              <a:off x="902360" y="4488818"/>
              <a:ext cx="15240" cy="0"/>
            </a:xfrm>
            <a:custGeom>
              <a:avLst/>
              <a:gdLst/>
              <a:ahLst/>
              <a:cxnLst/>
              <a:rect l="l" t="t" r="r" b="b"/>
              <a:pathLst>
                <a:path w="15240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8" name="object 5228"/>
            <p:cNvSpPr/>
            <p:nvPr/>
          </p:nvSpPr>
          <p:spPr>
            <a:xfrm>
              <a:off x="902360" y="4354706"/>
              <a:ext cx="15240" cy="134620"/>
            </a:xfrm>
            <a:custGeom>
              <a:avLst/>
              <a:gdLst/>
              <a:ahLst/>
              <a:cxnLst/>
              <a:rect l="l" t="t" r="r" b="b"/>
              <a:pathLst>
                <a:path w="15240" h="134620">
                  <a:moveTo>
                    <a:pt x="0" y="134112"/>
                  </a:moveTo>
                  <a:lnTo>
                    <a:pt x="0" y="0"/>
                  </a:lnTo>
                  <a:lnTo>
                    <a:pt x="15240" y="0"/>
                  </a:lnTo>
                  <a:lnTo>
                    <a:pt x="15240" y="134112"/>
                  </a:lnTo>
                  <a:lnTo>
                    <a:pt x="0" y="13411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9" name="object 5229"/>
            <p:cNvSpPr/>
            <p:nvPr/>
          </p:nvSpPr>
          <p:spPr>
            <a:xfrm>
              <a:off x="902360" y="4354706"/>
              <a:ext cx="15240" cy="134620"/>
            </a:xfrm>
            <a:custGeom>
              <a:avLst/>
              <a:gdLst/>
              <a:ahLst/>
              <a:cxnLst/>
              <a:rect l="l" t="t" r="r" b="b"/>
              <a:pathLst>
                <a:path w="15240" h="134620">
                  <a:moveTo>
                    <a:pt x="0" y="134112"/>
                  </a:moveTo>
                  <a:lnTo>
                    <a:pt x="0" y="0"/>
                  </a:lnTo>
                  <a:lnTo>
                    <a:pt x="15240" y="0"/>
                  </a:lnTo>
                  <a:lnTo>
                    <a:pt x="15240" y="134112"/>
                  </a:lnTo>
                  <a:lnTo>
                    <a:pt x="0" y="134112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0" name="object 5230"/>
            <p:cNvSpPr/>
            <p:nvPr/>
          </p:nvSpPr>
          <p:spPr>
            <a:xfrm>
              <a:off x="1223162" y="4478150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1" name="object 5231"/>
            <p:cNvSpPr/>
            <p:nvPr/>
          </p:nvSpPr>
          <p:spPr>
            <a:xfrm>
              <a:off x="1223162" y="4478150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2" name="object 5232"/>
            <p:cNvSpPr/>
            <p:nvPr/>
          </p:nvSpPr>
          <p:spPr>
            <a:xfrm>
              <a:off x="1223162" y="4893440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3" name="object 5233"/>
            <p:cNvSpPr/>
            <p:nvPr/>
          </p:nvSpPr>
          <p:spPr>
            <a:xfrm>
              <a:off x="1223162" y="4893440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0" y="0"/>
                  </a:moveTo>
                  <a:lnTo>
                    <a:pt x="16002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4" name="object 5234"/>
            <p:cNvSpPr/>
            <p:nvPr/>
          </p:nvSpPr>
          <p:spPr>
            <a:xfrm>
              <a:off x="1223162" y="4478150"/>
              <a:ext cx="16510" cy="415290"/>
            </a:xfrm>
            <a:custGeom>
              <a:avLst/>
              <a:gdLst/>
              <a:ahLst/>
              <a:cxnLst/>
              <a:rect l="l" t="t" r="r" b="b"/>
              <a:pathLst>
                <a:path w="16509" h="415289">
                  <a:moveTo>
                    <a:pt x="0" y="415290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415290"/>
                  </a:lnTo>
                  <a:lnTo>
                    <a:pt x="0" y="41529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5" name="object 5235"/>
            <p:cNvSpPr/>
            <p:nvPr/>
          </p:nvSpPr>
          <p:spPr>
            <a:xfrm>
              <a:off x="1223162" y="4478150"/>
              <a:ext cx="16510" cy="415290"/>
            </a:xfrm>
            <a:custGeom>
              <a:avLst/>
              <a:gdLst/>
              <a:ahLst/>
              <a:cxnLst/>
              <a:rect l="l" t="t" r="r" b="b"/>
              <a:pathLst>
                <a:path w="16509" h="415289">
                  <a:moveTo>
                    <a:pt x="0" y="415290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415290"/>
                  </a:lnTo>
                  <a:lnTo>
                    <a:pt x="0" y="41529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6" name="object 5236"/>
            <p:cNvSpPr/>
            <p:nvPr/>
          </p:nvSpPr>
          <p:spPr>
            <a:xfrm>
              <a:off x="1296314" y="4702178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7" name="object 5237"/>
            <p:cNvSpPr/>
            <p:nvPr/>
          </p:nvSpPr>
          <p:spPr>
            <a:xfrm>
              <a:off x="1296314" y="4702178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8" name="object 5238"/>
            <p:cNvSpPr/>
            <p:nvPr/>
          </p:nvSpPr>
          <p:spPr>
            <a:xfrm>
              <a:off x="1296314" y="489953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9" name="object 5239"/>
            <p:cNvSpPr/>
            <p:nvPr/>
          </p:nvSpPr>
          <p:spPr>
            <a:xfrm>
              <a:off x="1296314" y="489953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0" y="0"/>
                  </a:moveTo>
                  <a:lnTo>
                    <a:pt x="16002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0" name="object 5240"/>
            <p:cNvSpPr/>
            <p:nvPr/>
          </p:nvSpPr>
          <p:spPr>
            <a:xfrm>
              <a:off x="1296314" y="4702178"/>
              <a:ext cx="16510" cy="197485"/>
            </a:xfrm>
            <a:custGeom>
              <a:avLst/>
              <a:gdLst/>
              <a:ahLst/>
              <a:cxnLst/>
              <a:rect l="l" t="t" r="r" b="b"/>
              <a:pathLst>
                <a:path w="16509" h="197485">
                  <a:moveTo>
                    <a:pt x="0" y="197358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7358"/>
                  </a:lnTo>
                  <a:lnTo>
                    <a:pt x="0" y="197358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1" name="object 5241"/>
            <p:cNvSpPr/>
            <p:nvPr/>
          </p:nvSpPr>
          <p:spPr>
            <a:xfrm>
              <a:off x="1296314" y="4702178"/>
              <a:ext cx="16510" cy="197485"/>
            </a:xfrm>
            <a:custGeom>
              <a:avLst/>
              <a:gdLst/>
              <a:ahLst/>
              <a:cxnLst/>
              <a:rect l="l" t="t" r="r" b="b"/>
              <a:pathLst>
                <a:path w="16509" h="197485">
                  <a:moveTo>
                    <a:pt x="0" y="197358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7358"/>
                  </a:lnTo>
                  <a:lnTo>
                    <a:pt x="0" y="197358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2" name="object 5242"/>
            <p:cNvSpPr/>
            <p:nvPr/>
          </p:nvSpPr>
          <p:spPr>
            <a:xfrm>
              <a:off x="1358798" y="4702178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3" name="object 5243"/>
            <p:cNvSpPr/>
            <p:nvPr/>
          </p:nvSpPr>
          <p:spPr>
            <a:xfrm>
              <a:off x="1358798" y="4702178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4" name="object 5244"/>
            <p:cNvSpPr/>
            <p:nvPr/>
          </p:nvSpPr>
          <p:spPr>
            <a:xfrm>
              <a:off x="1358798" y="489953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5" name="object 5245"/>
            <p:cNvSpPr/>
            <p:nvPr/>
          </p:nvSpPr>
          <p:spPr>
            <a:xfrm>
              <a:off x="1358798" y="489953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0" y="0"/>
                  </a:moveTo>
                  <a:lnTo>
                    <a:pt x="16002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6" name="object 5246"/>
            <p:cNvSpPr/>
            <p:nvPr/>
          </p:nvSpPr>
          <p:spPr>
            <a:xfrm>
              <a:off x="1358798" y="4702178"/>
              <a:ext cx="16510" cy="197485"/>
            </a:xfrm>
            <a:custGeom>
              <a:avLst/>
              <a:gdLst/>
              <a:ahLst/>
              <a:cxnLst/>
              <a:rect l="l" t="t" r="r" b="b"/>
              <a:pathLst>
                <a:path w="16509" h="197485">
                  <a:moveTo>
                    <a:pt x="0" y="197358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7358"/>
                  </a:lnTo>
                  <a:lnTo>
                    <a:pt x="0" y="197358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7" name="object 5247"/>
            <p:cNvSpPr/>
            <p:nvPr/>
          </p:nvSpPr>
          <p:spPr>
            <a:xfrm>
              <a:off x="1358798" y="4702178"/>
              <a:ext cx="16510" cy="197485"/>
            </a:xfrm>
            <a:custGeom>
              <a:avLst/>
              <a:gdLst/>
              <a:ahLst/>
              <a:cxnLst/>
              <a:rect l="l" t="t" r="r" b="b"/>
              <a:pathLst>
                <a:path w="16509" h="197485">
                  <a:moveTo>
                    <a:pt x="0" y="197358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7358"/>
                  </a:lnTo>
                  <a:lnTo>
                    <a:pt x="0" y="197358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8" name="object 5248"/>
            <p:cNvSpPr/>
            <p:nvPr/>
          </p:nvSpPr>
          <p:spPr>
            <a:xfrm>
              <a:off x="1414424" y="4702178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9" name="object 5249"/>
            <p:cNvSpPr/>
            <p:nvPr/>
          </p:nvSpPr>
          <p:spPr>
            <a:xfrm>
              <a:off x="1414424" y="4702178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0" name="object 5250"/>
            <p:cNvSpPr/>
            <p:nvPr/>
          </p:nvSpPr>
          <p:spPr>
            <a:xfrm>
              <a:off x="1414424" y="489953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1" name="object 5251"/>
            <p:cNvSpPr/>
            <p:nvPr/>
          </p:nvSpPr>
          <p:spPr>
            <a:xfrm>
              <a:off x="1414424" y="489953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0" y="0"/>
                  </a:moveTo>
                  <a:lnTo>
                    <a:pt x="16002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2" name="object 5252"/>
            <p:cNvSpPr/>
            <p:nvPr/>
          </p:nvSpPr>
          <p:spPr>
            <a:xfrm>
              <a:off x="1414424" y="4702178"/>
              <a:ext cx="16510" cy="197485"/>
            </a:xfrm>
            <a:custGeom>
              <a:avLst/>
              <a:gdLst/>
              <a:ahLst/>
              <a:cxnLst/>
              <a:rect l="l" t="t" r="r" b="b"/>
              <a:pathLst>
                <a:path w="16509" h="197485">
                  <a:moveTo>
                    <a:pt x="0" y="197358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7358"/>
                  </a:lnTo>
                  <a:lnTo>
                    <a:pt x="0" y="197358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3" name="object 5253"/>
            <p:cNvSpPr/>
            <p:nvPr/>
          </p:nvSpPr>
          <p:spPr>
            <a:xfrm>
              <a:off x="1414424" y="4702178"/>
              <a:ext cx="16510" cy="197485"/>
            </a:xfrm>
            <a:custGeom>
              <a:avLst/>
              <a:gdLst/>
              <a:ahLst/>
              <a:cxnLst/>
              <a:rect l="l" t="t" r="r" b="b"/>
              <a:pathLst>
                <a:path w="16509" h="197485">
                  <a:moveTo>
                    <a:pt x="0" y="197358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7358"/>
                  </a:lnTo>
                  <a:lnTo>
                    <a:pt x="0" y="197358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4" name="object 5254"/>
            <p:cNvSpPr/>
            <p:nvPr/>
          </p:nvSpPr>
          <p:spPr>
            <a:xfrm>
              <a:off x="909980" y="4470530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0" y="15239"/>
                  </a:move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5" name="object 5255"/>
            <p:cNvSpPr/>
            <p:nvPr/>
          </p:nvSpPr>
          <p:spPr>
            <a:xfrm>
              <a:off x="909599" y="4470530"/>
              <a:ext cx="1270" cy="15240"/>
            </a:xfrm>
            <a:custGeom>
              <a:avLst/>
              <a:gdLst/>
              <a:ahLst/>
              <a:cxnLst/>
              <a:rect l="l" t="t" r="r" b="b"/>
              <a:pathLst>
                <a:path w="1269" h="15239">
                  <a:moveTo>
                    <a:pt x="0" y="15239"/>
                  </a:moveTo>
                  <a:lnTo>
                    <a:pt x="762" y="15239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6" name="object 5256"/>
            <p:cNvSpPr/>
            <p:nvPr/>
          </p:nvSpPr>
          <p:spPr>
            <a:xfrm>
              <a:off x="1233830" y="4470530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0" y="15240"/>
                  </a:move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7" name="object 5257"/>
            <p:cNvSpPr/>
            <p:nvPr/>
          </p:nvSpPr>
          <p:spPr>
            <a:xfrm>
              <a:off x="1233449" y="4470530"/>
              <a:ext cx="1270" cy="15240"/>
            </a:xfrm>
            <a:custGeom>
              <a:avLst/>
              <a:gdLst/>
              <a:ahLst/>
              <a:cxnLst/>
              <a:rect l="l" t="t" r="r" b="b"/>
              <a:pathLst>
                <a:path w="1269" h="15239">
                  <a:moveTo>
                    <a:pt x="0" y="15239"/>
                  </a:moveTo>
                  <a:lnTo>
                    <a:pt x="762" y="15239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8" name="object 5258"/>
            <p:cNvSpPr/>
            <p:nvPr/>
          </p:nvSpPr>
          <p:spPr>
            <a:xfrm>
              <a:off x="909980" y="4470530"/>
              <a:ext cx="323850" cy="15240"/>
            </a:xfrm>
            <a:custGeom>
              <a:avLst/>
              <a:gdLst/>
              <a:ahLst/>
              <a:cxnLst/>
              <a:rect l="l" t="t" r="r" b="b"/>
              <a:pathLst>
                <a:path w="323850" h="15239">
                  <a:moveTo>
                    <a:pt x="323850" y="15239"/>
                  </a:moveTo>
                  <a:lnTo>
                    <a:pt x="323850" y="0"/>
                  </a:lnTo>
                  <a:lnTo>
                    <a:pt x="0" y="0"/>
                  </a:lnTo>
                  <a:lnTo>
                    <a:pt x="0" y="15239"/>
                  </a:lnTo>
                  <a:lnTo>
                    <a:pt x="323850" y="15239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9" name="object 5259"/>
            <p:cNvSpPr/>
            <p:nvPr/>
          </p:nvSpPr>
          <p:spPr>
            <a:xfrm>
              <a:off x="1198778" y="5264534"/>
              <a:ext cx="246379" cy="140970"/>
            </a:xfrm>
            <a:custGeom>
              <a:avLst/>
              <a:gdLst/>
              <a:ahLst/>
              <a:cxnLst/>
              <a:rect l="l" t="t" r="r" b="b"/>
              <a:pathLst>
                <a:path w="246380" h="140970">
                  <a:moveTo>
                    <a:pt x="0" y="0"/>
                  </a:moveTo>
                  <a:lnTo>
                    <a:pt x="0" y="140970"/>
                  </a:lnTo>
                  <a:lnTo>
                    <a:pt x="246125" y="140970"/>
                  </a:lnTo>
                  <a:lnTo>
                    <a:pt x="246125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0" name="object 5260"/>
            <p:cNvSpPr/>
            <p:nvPr/>
          </p:nvSpPr>
          <p:spPr>
            <a:xfrm>
              <a:off x="1254391" y="5150246"/>
              <a:ext cx="140970" cy="215900"/>
            </a:xfrm>
            <a:custGeom>
              <a:avLst/>
              <a:gdLst/>
              <a:ahLst/>
              <a:cxnLst/>
              <a:rect l="l" t="t" r="r" b="b"/>
              <a:pathLst>
                <a:path w="140969" h="215900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12" y="112776"/>
                  </a:lnTo>
                  <a:lnTo>
                    <a:pt x="12" y="114300"/>
                  </a:lnTo>
                  <a:lnTo>
                    <a:pt x="3810" y="114300"/>
                  </a:lnTo>
                  <a:lnTo>
                    <a:pt x="3810" y="112776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  <a:path w="140969" h="215900">
                  <a:moveTo>
                    <a:pt x="49530" y="169164"/>
                  </a:moveTo>
                  <a:lnTo>
                    <a:pt x="41148" y="169164"/>
                  </a:lnTo>
                  <a:lnTo>
                    <a:pt x="38100" y="177546"/>
                  </a:lnTo>
                  <a:lnTo>
                    <a:pt x="32766" y="192786"/>
                  </a:lnTo>
                  <a:lnTo>
                    <a:pt x="29718" y="201168"/>
                  </a:lnTo>
                  <a:lnTo>
                    <a:pt x="28956" y="204216"/>
                  </a:lnTo>
                  <a:lnTo>
                    <a:pt x="27432" y="208788"/>
                  </a:lnTo>
                  <a:lnTo>
                    <a:pt x="25908" y="204216"/>
                  </a:lnTo>
                  <a:lnTo>
                    <a:pt x="25146" y="201168"/>
                  </a:lnTo>
                  <a:lnTo>
                    <a:pt x="22098" y="192786"/>
                  </a:lnTo>
                  <a:lnTo>
                    <a:pt x="16764" y="177546"/>
                  </a:lnTo>
                  <a:lnTo>
                    <a:pt x="13716" y="169164"/>
                  </a:lnTo>
                  <a:lnTo>
                    <a:pt x="4572" y="169164"/>
                  </a:lnTo>
                  <a:lnTo>
                    <a:pt x="4572" y="214884"/>
                  </a:lnTo>
                  <a:lnTo>
                    <a:pt x="10668" y="214884"/>
                  </a:lnTo>
                  <a:lnTo>
                    <a:pt x="10668" y="176022"/>
                  </a:lnTo>
                  <a:lnTo>
                    <a:pt x="14478" y="185928"/>
                  </a:lnTo>
                  <a:lnTo>
                    <a:pt x="20574" y="204978"/>
                  </a:lnTo>
                  <a:lnTo>
                    <a:pt x="24384" y="214884"/>
                  </a:lnTo>
                  <a:lnTo>
                    <a:pt x="29718" y="214884"/>
                  </a:lnTo>
                  <a:lnTo>
                    <a:pt x="33528" y="204978"/>
                  </a:lnTo>
                  <a:lnTo>
                    <a:pt x="39624" y="186690"/>
                  </a:lnTo>
                  <a:lnTo>
                    <a:pt x="43434" y="176784"/>
                  </a:lnTo>
                  <a:lnTo>
                    <a:pt x="43434" y="214884"/>
                  </a:lnTo>
                  <a:lnTo>
                    <a:pt x="49530" y="214884"/>
                  </a:lnTo>
                  <a:lnTo>
                    <a:pt x="49530" y="169164"/>
                  </a:lnTo>
                  <a:close/>
                </a:path>
                <a:path w="140969" h="215900">
                  <a:moveTo>
                    <a:pt x="95250" y="169164"/>
                  </a:moveTo>
                  <a:lnTo>
                    <a:pt x="58674" y="169164"/>
                  </a:lnTo>
                  <a:lnTo>
                    <a:pt x="58674" y="214884"/>
                  </a:lnTo>
                  <a:lnTo>
                    <a:pt x="64770" y="214884"/>
                  </a:lnTo>
                  <a:lnTo>
                    <a:pt x="64770" y="174498"/>
                  </a:lnTo>
                  <a:lnTo>
                    <a:pt x="89154" y="174498"/>
                  </a:lnTo>
                  <a:lnTo>
                    <a:pt x="89154" y="214884"/>
                  </a:lnTo>
                  <a:lnTo>
                    <a:pt x="95250" y="214884"/>
                  </a:lnTo>
                  <a:lnTo>
                    <a:pt x="95250" y="169164"/>
                  </a:lnTo>
                  <a:close/>
                </a:path>
                <a:path w="140969" h="215900">
                  <a:moveTo>
                    <a:pt x="140970" y="169164"/>
                  </a:moveTo>
                  <a:lnTo>
                    <a:pt x="134874" y="169164"/>
                  </a:lnTo>
                  <a:lnTo>
                    <a:pt x="131826" y="176022"/>
                  </a:lnTo>
                  <a:lnTo>
                    <a:pt x="124968" y="189738"/>
                  </a:lnTo>
                  <a:lnTo>
                    <a:pt x="121920" y="197358"/>
                  </a:lnTo>
                  <a:lnTo>
                    <a:pt x="117348" y="189738"/>
                  </a:lnTo>
                  <a:lnTo>
                    <a:pt x="110490" y="176022"/>
                  </a:lnTo>
                  <a:lnTo>
                    <a:pt x="106680" y="169164"/>
                  </a:lnTo>
                  <a:lnTo>
                    <a:pt x="100584" y="169164"/>
                  </a:lnTo>
                  <a:lnTo>
                    <a:pt x="118872" y="202692"/>
                  </a:lnTo>
                  <a:lnTo>
                    <a:pt x="118110" y="205740"/>
                  </a:lnTo>
                  <a:lnTo>
                    <a:pt x="116586" y="208026"/>
                  </a:lnTo>
                  <a:lnTo>
                    <a:pt x="115824" y="209550"/>
                  </a:lnTo>
                  <a:lnTo>
                    <a:pt x="112776" y="211074"/>
                  </a:lnTo>
                  <a:lnTo>
                    <a:pt x="109728" y="211074"/>
                  </a:lnTo>
                  <a:lnTo>
                    <a:pt x="106680" y="209550"/>
                  </a:lnTo>
                  <a:lnTo>
                    <a:pt x="106680" y="214884"/>
                  </a:lnTo>
                  <a:lnTo>
                    <a:pt x="108966" y="215646"/>
                  </a:lnTo>
                  <a:lnTo>
                    <a:pt x="114300" y="215646"/>
                  </a:lnTo>
                  <a:lnTo>
                    <a:pt x="116586" y="214884"/>
                  </a:lnTo>
                  <a:lnTo>
                    <a:pt x="119634" y="211836"/>
                  </a:lnTo>
                  <a:lnTo>
                    <a:pt x="121158" y="208788"/>
                  </a:lnTo>
                  <a:lnTo>
                    <a:pt x="123444" y="204978"/>
                  </a:lnTo>
                  <a:lnTo>
                    <a:pt x="128016" y="195834"/>
                  </a:lnTo>
                  <a:lnTo>
                    <a:pt x="136398" y="178308"/>
                  </a:lnTo>
                  <a:lnTo>
                    <a:pt x="140970" y="1691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1" name="object 5261"/>
            <p:cNvSpPr/>
            <p:nvPr/>
          </p:nvSpPr>
          <p:spPr>
            <a:xfrm>
              <a:off x="1254404" y="5152520"/>
              <a:ext cx="3810" cy="110489"/>
            </a:xfrm>
            <a:custGeom>
              <a:avLst/>
              <a:gdLst/>
              <a:ahLst/>
              <a:cxnLst/>
              <a:rect l="l" t="t" r="r" b="b"/>
              <a:pathLst>
                <a:path w="3809" h="110489">
                  <a:moveTo>
                    <a:pt x="3809" y="0"/>
                  </a:moveTo>
                  <a:lnTo>
                    <a:pt x="3809" y="110489"/>
                  </a:lnTo>
                  <a:lnTo>
                    <a:pt x="0" y="110489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2" name="object 5262"/>
            <p:cNvSpPr/>
            <p:nvPr/>
          </p:nvSpPr>
          <p:spPr>
            <a:xfrm>
              <a:off x="1297063" y="5192906"/>
              <a:ext cx="4445" cy="71755"/>
            </a:xfrm>
            <a:custGeom>
              <a:avLst/>
              <a:gdLst/>
              <a:ahLst/>
              <a:cxnLst/>
              <a:rect l="l" t="t" r="r" b="b"/>
              <a:pathLst>
                <a:path w="4444" h="71754">
                  <a:moveTo>
                    <a:pt x="3810" y="70116"/>
                  </a:moveTo>
                  <a:lnTo>
                    <a:pt x="0" y="70116"/>
                  </a:lnTo>
                  <a:lnTo>
                    <a:pt x="0" y="71640"/>
                  </a:lnTo>
                  <a:lnTo>
                    <a:pt x="3810" y="71640"/>
                  </a:lnTo>
                  <a:lnTo>
                    <a:pt x="3810" y="70116"/>
                  </a:lnTo>
                  <a:close/>
                </a:path>
                <a:path w="4444" h="71754">
                  <a:moveTo>
                    <a:pt x="3822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3822" y="1536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3" name="object 5263"/>
            <p:cNvSpPr/>
            <p:nvPr/>
          </p:nvSpPr>
          <p:spPr>
            <a:xfrm>
              <a:off x="1297076" y="5194430"/>
              <a:ext cx="3810" cy="68580"/>
            </a:xfrm>
            <a:custGeom>
              <a:avLst/>
              <a:gdLst/>
              <a:ahLst/>
              <a:cxnLst/>
              <a:rect l="l" t="t" r="r" b="b"/>
              <a:pathLst>
                <a:path w="3809" h="68579">
                  <a:moveTo>
                    <a:pt x="3810" y="0"/>
                  </a:moveTo>
                  <a:lnTo>
                    <a:pt x="3810" y="68580"/>
                  </a:lnTo>
                  <a:lnTo>
                    <a:pt x="0" y="68580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4" name="object 5264"/>
            <p:cNvSpPr/>
            <p:nvPr/>
          </p:nvSpPr>
          <p:spPr>
            <a:xfrm>
              <a:off x="1342783" y="5192906"/>
              <a:ext cx="3810" cy="71755"/>
            </a:xfrm>
            <a:custGeom>
              <a:avLst/>
              <a:gdLst/>
              <a:ahLst/>
              <a:cxnLst/>
              <a:rect l="l" t="t" r="r" b="b"/>
              <a:pathLst>
                <a:path w="3809" h="71754">
                  <a:moveTo>
                    <a:pt x="3810" y="70116"/>
                  </a:moveTo>
                  <a:lnTo>
                    <a:pt x="0" y="70116"/>
                  </a:lnTo>
                  <a:lnTo>
                    <a:pt x="0" y="71640"/>
                  </a:lnTo>
                  <a:lnTo>
                    <a:pt x="3810" y="71640"/>
                  </a:lnTo>
                  <a:lnTo>
                    <a:pt x="3810" y="70116"/>
                  </a:lnTo>
                  <a:close/>
                </a:path>
                <a:path w="3809" h="71754">
                  <a:moveTo>
                    <a:pt x="3810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3810" y="153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5" name="object 5265"/>
            <p:cNvSpPr/>
            <p:nvPr/>
          </p:nvSpPr>
          <p:spPr>
            <a:xfrm>
              <a:off x="1342796" y="5194430"/>
              <a:ext cx="3810" cy="68580"/>
            </a:xfrm>
            <a:custGeom>
              <a:avLst/>
              <a:gdLst/>
              <a:ahLst/>
              <a:cxnLst/>
              <a:rect l="l" t="t" r="r" b="b"/>
              <a:pathLst>
                <a:path w="3809" h="68579">
                  <a:moveTo>
                    <a:pt x="3809" y="0"/>
                  </a:moveTo>
                  <a:lnTo>
                    <a:pt x="3809" y="68580"/>
                  </a:lnTo>
                  <a:lnTo>
                    <a:pt x="0" y="68580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6" name="object 5266"/>
            <p:cNvSpPr/>
            <p:nvPr/>
          </p:nvSpPr>
          <p:spPr>
            <a:xfrm>
              <a:off x="1385455" y="5192906"/>
              <a:ext cx="3810" cy="71755"/>
            </a:xfrm>
            <a:custGeom>
              <a:avLst/>
              <a:gdLst/>
              <a:ahLst/>
              <a:cxnLst/>
              <a:rect l="l" t="t" r="r" b="b"/>
              <a:pathLst>
                <a:path w="3809" h="71754">
                  <a:moveTo>
                    <a:pt x="3810" y="70116"/>
                  </a:moveTo>
                  <a:lnTo>
                    <a:pt x="0" y="70116"/>
                  </a:lnTo>
                  <a:lnTo>
                    <a:pt x="0" y="71640"/>
                  </a:lnTo>
                  <a:lnTo>
                    <a:pt x="3810" y="71640"/>
                  </a:lnTo>
                  <a:lnTo>
                    <a:pt x="3810" y="70116"/>
                  </a:lnTo>
                  <a:close/>
                </a:path>
                <a:path w="3809" h="71754">
                  <a:moveTo>
                    <a:pt x="3810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3810" y="153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7" name="object 5267"/>
            <p:cNvSpPr/>
            <p:nvPr/>
          </p:nvSpPr>
          <p:spPr>
            <a:xfrm>
              <a:off x="1385468" y="5194430"/>
              <a:ext cx="3810" cy="68580"/>
            </a:xfrm>
            <a:custGeom>
              <a:avLst/>
              <a:gdLst/>
              <a:ahLst/>
              <a:cxnLst/>
              <a:rect l="l" t="t" r="r" b="b"/>
              <a:pathLst>
                <a:path w="3809" h="68579">
                  <a:moveTo>
                    <a:pt x="3809" y="0"/>
                  </a:moveTo>
                  <a:lnTo>
                    <a:pt x="3809" y="68580"/>
                  </a:lnTo>
                  <a:lnTo>
                    <a:pt x="0" y="68580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8" name="object 5268"/>
            <p:cNvSpPr/>
            <p:nvPr/>
          </p:nvSpPr>
          <p:spPr>
            <a:xfrm>
              <a:off x="8489582" y="5394226"/>
              <a:ext cx="230504" cy="63500"/>
            </a:xfrm>
            <a:custGeom>
              <a:avLst/>
              <a:gdLst/>
              <a:ahLst/>
              <a:cxnLst/>
              <a:rect l="l" t="t" r="r" b="b"/>
              <a:pathLst>
                <a:path w="230504" h="63500">
                  <a:moveTo>
                    <a:pt x="52578" y="18148"/>
                  </a:moveTo>
                  <a:lnTo>
                    <a:pt x="50292" y="12052"/>
                  </a:lnTo>
                  <a:lnTo>
                    <a:pt x="42672" y="4432"/>
                  </a:lnTo>
                  <a:lnTo>
                    <a:pt x="28600" y="0"/>
                  </a:lnTo>
                  <a:lnTo>
                    <a:pt x="15963" y="2540"/>
                  </a:lnTo>
                  <a:lnTo>
                    <a:pt x="6019" y="11150"/>
                  </a:lnTo>
                  <a:lnTo>
                    <a:pt x="0" y="25006"/>
                  </a:lnTo>
                  <a:lnTo>
                    <a:pt x="0" y="39484"/>
                  </a:lnTo>
                  <a:lnTo>
                    <a:pt x="4572" y="50152"/>
                  </a:lnTo>
                  <a:lnTo>
                    <a:pt x="11430" y="57772"/>
                  </a:lnTo>
                  <a:lnTo>
                    <a:pt x="21336" y="62344"/>
                  </a:lnTo>
                  <a:lnTo>
                    <a:pt x="27432" y="63106"/>
                  </a:lnTo>
                  <a:lnTo>
                    <a:pt x="36576" y="61582"/>
                  </a:lnTo>
                  <a:lnTo>
                    <a:pt x="46482" y="55486"/>
                  </a:lnTo>
                  <a:lnTo>
                    <a:pt x="52578" y="44056"/>
                  </a:lnTo>
                  <a:lnTo>
                    <a:pt x="40386" y="40246"/>
                  </a:lnTo>
                  <a:lnTo>
                    <a:pt x="39624" y="43294"/>
                  </a:lnTo>
                  <a:lnTo>
                    <a:pt x="35814" y="49390"/>
                  </a:lnTo>
                  <a:lnTo>
                    <a:pt x="32004" y="51676"/>
                  </a:lnTo>
                  <a:lnTo>
                    <a:pt x="27432" y="52438"/>
                  </a:lnTo>
                  <a:lnTo>
                    <a:pt x="21336" y="50914"/>
                  </a:lnTo>
                  <a:lnTo>
                    <a:pt x="14478" y="45580"/>
                  </a:lnTo>
                  <a:lnTo>
                    <a:pt x="12192" y="31864"/>
                  </a:lnTo>
                  <a:lnTo>
                    <a:pt x="14478" y="18910"/>
                  </a:lnTo>
                  <a:lnTo>
                    <a:pt x="19050" y="13576"/>
                  </a:lnTo>
                  <a:lnTo>
                    <a:pt x="27432" y="11290"/>
                  </a:lnTo>
                  <a:lnTo>
                    <a:pt x="35814" y="13576"/>
                  </a:lnTo>
                  <a:lnTo>
                    <a:pt x="38862" y="17386"/>
                  </a:lnTo>
                  <a:lnTo>
                    <a:pt x="40386" y="21196"/>
                  </a:lnTo>
                  <a:lnTo>
                    <a:pt x="52578" y="18148"/>
                  </a:lnTo>
                  <a:close/>
                </a:path>
                <a:path w="230504" h="63500">
                  <a:moveTo>
                    <a:pt x="115125" y="39585"/>
                  </a:moveTo>
                  <a:lnTo>
                    <a:pt x="108204" y="33388"/>
                  </a:lnTo>
                  <a:lnTo>
                    <a:pt x="105156" y="31102"/>
                  </a:lnTo>
                  <a:lnTo>
                    <a:pt x="102108" y="30340"/>
                  </a:lnTo>
                  <a:lnTo>
                    <a:pt x="104394" y="28816"/>
                  </a:lnTo>
                  <a:lnTo>
                    <a:pt x="106680" y="26530"/>
                  </a:lnTo>
                  <a:lnTo>
                    <a:pt x="112039" y="22085"/>
                  </a:lnTo>
                  <a:lnTo>
                    <a:pt x="111531" y="12573"/>
                  </a:lnTo>
                  <a:lnTo>
                    <a:pt x="107442" y="7480"/>
                  </a:lnTo>
                  <a:lnTo>
                    <a:pt x="105918" y="5956"/>
                  </a:lnTo>
                  <a:lnTo>
                    <a:pt x="104394" y="5194"/>
                  </a:lnTo>
                  <a:lnTo>
                    <a:pt x="102108" y="3670"/>
                  </a:lnTo>
                  <a:lnTo>
                    <a:pt x="101346" y="3416"/>
                  </a:lnTo>
                  <a:lnTo>
                    <a:pt x="101346" y="44056"/>
                  </a:lnTo>
                  <a:lnTo>
                    <a:pt x="100584" y="45580"/>
                  </a:lnTo>
                  <a:lnTo>
                    <a:pt x="96723" y="50419"/>
                  </a:lnTo>
                  <a:lnTo>
                    <a:pt x="91440" y="51625"/>
                  </a:lnTo>
                  <a:lnTo>
                    <a:pt x="75438" y="51676"/>
                  </a:lnTo>
                  <a:lnTo>
                    <a:pt x="75438" y="35674"/>
                  </a:lnTo>
                  <a:lnTo>
                    <a:pt x="89916" y="35674"/>
                  </a:lnTo>
                  <a:lnTo>
                    <a:pt x="92964" y="36436"/>
                  </a:lnTo>
                  <a:lnTo>
                    <a:pt x="96012" y="36436"/>
                  </a:lnTo>
                  <a:lnTo>
                    <a:pt x="97536" y="37198"/>
                  </a:lnTo>
                  <a:lnTo>
                    <a:pt x="99060" y="38722"/>
                  </a:lnTo>
                  <a:lnTo>
                    <a:pt x="99822" y="39484"/>
                  </a:lnTo>
                  <a:lnTo>
                    <a:pt x="100584" y="41008"/>
                  </a:lnTo>
                  <a:lnTo>
                    <a:pt x="100584" y="42532"/>
                  </a:lnTo>
                  <a:lnTo>
                    <a:pt x="101346" y="44056"/>
                  </a:lnTo>
                  <a:lnTo>
                    <a:pt x="101346" y="3416"/>
                  </a:lnTo>
                  <a:lnTo>
                    <a:pt x="99060" y="2654"/>
                  </a:lnTo>
                  <a:lnTo>
                    <a:pt x="99060" y="18910"/>
                  </a:lnTo>
                  <a:lnTo>
                    <a:pt x="98298" y="20434"/>
                  </a:lnTo>
                  <a:lnTo>
                    <a:pt x="95872" y="27889"/>
                  </a:lnTo>
                  <a:lnTo>
                    <a:pt x="86741" y="25336"/>
                  </a:lnTo>
                  <a:lnTo>
                    <a:pt x="80772" y="25768"/>
                  </a:lnTo>
                  <a:lnTo>
                    <a:pt x="75438" y="25768"/>
                  </a:lnTo>
                  <a:lnTo>
                    <a:pt x="75438" y="12052"/>
                  </a:lnTo>
                  <a:lnTo>
                    <a:pt x="94488" y="12052"/>
                  </a:lnTo>
                  <a:lnTo>
                    <a:pt x="96012" y="12814"/>
                  </a:lnTo>
                  <a:lnTo>
                    <a:pt x="98298" y="15100"/>
                  </a:lnTo>
                  <a:lnTo>
                    <a:pt x="98298" y="16624"/>
                  </a:lnTo>
                  <a:lnTo>
                    <a:pt x="99060" y="18910"/>
                  </a:lnTo>
                  <a:lnTo>
                    <a:pt x="99060" y="2654"/>
                  </a:lnTo>
                  <a:lnTo>
                    <a:pt x="97536" y="2146"/>
                  </a:lnTo>
                  <a:lnTo>
                    <a:pt x="94488" y="2146"/>
                  </a:lnTo>
                  <a:lnTo>
                    <a:pt x="91440" y="1384"/>
                  </a:lnTo>
                  <a:lnTo>
                    <a:pt x="63246" y="1384"/>
                  </a:lnTo>
                  <a:lnTo>
                    <a:pt x="63246" y="61582"/>
                  </a:lnTo>
                  <a:lnTo>
                    <a:pt x="75438" y="61582"/>
                  </a:lnTo>
                  <a:lnTo>
                    <a:pt x="91440" y="61671"/>
                  </a:lnTo>
                  <a:lnTo>
                    <a:pt x="114439" y="44373"/>
                  </a:lnTo>
                  <a:lnTo>
                    <a:pt x="115125" y="39585"/>
                  </a:lnTo>
                  <a:close/>
                </a:path>
                <a:path w="230504" h="63500">
                  <a:moveTo>
                    <a:pt x="174498" y="44056"/>
                  </a:moveTo>
                  <a:lnTo>
                    <a:pt x="173736" y="40246"/>
                  </a:lnTo>
                  <a:lnTo>
                    <a:pt x="170281" y="32664"/>
                  </a:lnTo>
                  <a:lnTo>
                    <a:pt x="164033" y="27901"/>
                  </a:lnTo>
                  <a:lnTo>
                    <a:pt x="162026" y="27343"/>
                  </a:lnTo>
                  <a:lnTo>
                    <a:pt x="162026" y="44284"/>
                  </a:lnTo>
                  <a:lnTo>
                    <a:pt x="155829" y="50723"/>
                  </a:lnTo>
                  <a:lnTo>
                    <a:pt x="139446" y="51676"/>
                  </a:lnTo>
                  <a:lnTo>
                    <a:pt x="136398" y="51676"/>
                  </a:lnTo>
                  <a:lnTo>
                    <a:pt x="136398" y="36436"/>
                  </a:lnTo>
                  <a:lnTo>
                    <a:pt x="139446" y="36436"/>
                  </a:lnTo>
                  <a:lnTo>
                    <a:pt x="156933" y="37719"/>
                  </a:lnTo>
                  <a:lnTo>
                    <a:pt x="162026" y="44284"/>
                  </a:lnTo>
                  <a:lnTo>
                    <a:pt x="162026" y="27343"/>
                  </a:lnTo>
                  <a:lnTo>
                    <a:pt x="156171" y="25692"/>
                  </a:lnTo>
                  <a:lnTo>
                    <a:pt x="136398" y="25768"/>
                  </a:lnTo>
                  <a:lnTo>
                    <a:pt x="136398" y="12052"/>
                  </a:lnTo>
                  <a:lnTo>
                    <a:pt x="169164" y="12052"/>
                  </a:lnTo>
                  <a:lnTo>
                    <a:pt x="169164" y="1384"/>
                  </a:lnTo>
                  <a:lnTo>
                    <a:pt x="124206" y="1384"/>
                  </a:lnTo>
                  <a:lnTo>
                    <a:pt x="124206" y="61582"/>
                  </a:lnTo>
                  <a:lnTo>
                    <a:pt x="136398" y="61582"/>
                  </a:lnTo>
                  <a:lnTo>
                    <a:pt x="156933" y="61455"/>
                  </a:lnTo>
                  <a:lnTo>
                    <a:pt x="162026" y="60807"/>
                  </a:lnTo>
                  <a:lnTo>
                    <a:pt x="162953" y="60693"/>
                  </a:lnTo>
                  <a:lnTo>
                    <a:pt x="169125" y="56718"/>
                  </a:lnTo>
                  <a:lnTo>
                    <a:pt x="173736" y="47866"/>
                  </a:lnTo>
                  <a:lnTo>
                    <a:pt x="174498" y="44056"/>
                  </a:lnTo>
                  <a:close/>
                </a:path>
                <a:path w="230504" h="63500">
                  <a:moveTo>
                    <a:pt x="230124" y="1384"/>
                  </a:moveTo>
                  <a:lnTo>
                    <a:pt x="217932" y="1384"/>
                  </a:lnTo>
                  <a:lnTo>
                    <a:pt x="214884" y="9766"/>
                  </a:lnTo>
                  <a:lnTo>
                    <a:pt x="208788" y="25006"/>
                  </a:lnTo>
                  <a:lnTo>
                    <a:pt x="205740" y="33388"/>
                  </a:lnTo>
                  <a:lnTo>
                    <a:pt x="202692" y="25006"/>
                  </a:lnTo>
                  <a:lnTo>
                    <a:pt x="192024" y="1384"/>
                  </a:lnTo>
                  <a:lnTo>
                    <a:pt x="177546" y="1384"/>
                  </a:lnTo>
                  <a:lnTo>
                    <a:pt x="183642" y="12814"/>
                  </a:lnTo>
                  <a:lnTo>
                    <a:pt x="194310" y="34150"/>
                  </a:lnTo>
                  <a:lnTo>
                    <a:pt x="200406" y="45580"/>
                  </a:lnTo>
                  <a:lnTo>
                    <a:pt x="198882" y="47866"/>
                  </a:lnTo>
                  <a:lnTo>
                    <a:pt x="197726" y="53746"/>
                  </a:lnTo>
                  <a:lnTo>
                    <a:pt x="191846" y="53352"/>
                  </a:lnTo>
                  <a:lnTo>
                    <a:pt x="187452" y="53200"/>
                  </a:lnTo>
                  <a:lnTo>
                    <a:pt x="185928" y="52438"/>
                  </a:lnTo>
                  <a:lnTo>
                    <a:pt x="185928" y="61582"/>
                  </a:lnTo>
                  <a:lnTo>
                    <a:pt x="188214" y="62344"/>
                  </a:lnTo>
                  <a:lnTo>
                    <a:pt x="198120" y="62344"/>
                  </a:lnTo>
                  <a:lnTo>
                    <a:pt x="201168" y="60820"/>
                  </a:lnTo>
                  <a:lnTo>
                    <a:pt x="214884" y="35674"/>
                  </a:lnTo>
                  <a:lnTo>
                    <a:pt x="224790" y="13576"/>
                  </a:lnTo>
                  <a:lnTo>
                    <a:pt x="230124" y="13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9" name="object 5269"/>
            <p:cNvSpPr/>
            <p:nvPr/>
          </p:nvSpPr>
          <p:spPr>
            <a:xfrm>
              <a:off x="1318412" y="5405504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30">
                  <a:moveTo>
                    <a:pt x="11430" y="0"/>
                  </a:moveTo>
                  <a:lnTo>
                    <a:pt x="0" y="0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0" name="object 5270"/>
            <p:cNvSpPr/>
            <p:nvPr/>
          </p:nvSpPr>
          <p:spPr>
            <a:xfrm>
              <a:off x="1318412" y="5405504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30">
                  <a:moveTo>
                    <a:pt x="0" y="0"/>
                  </a:moveTo>
                  <a:lnTo>
                    <a:pt x="114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1" name="object 5271"/>
            <p:cNvSpPr/>
            <p:nvPr/>
          </p:nvSpPr>
          <p:spPr>
            <a:xfrm>
              <a:off x="1318412" y="6318380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30">
                  <a:moveTo>
                    <a:pt x="11430" y="0"/>
                  </a:moveTo>
                  <a:lnTo>
                    <a:pt x="0" y="0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2" name="object 5272"/>
            <p:cNvSpPr/>
            <p:nvPr/>
          </p:nvSpPr>
          <p:spPr>
            <a:xfrm>
              <a:off x="1318412" y="6318380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30">
                  <a:moveTo>
                    <a:pt x="0" y="0"/>
                  </a:moveTo>
                  <a:lnTo>
                    <a:pt x="114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3" name="object 5273"/>
            <p:cNvSpPr/>
            <p:nvPr/>
          </p:nvSpPr>
          <p:spPr>
            <a:xfrm>
              <a:off x="1318412" y="5405504"/>
              <a:ext cx="11430" cy="913130"/>
            </a:xfrm>
            <a:custGeom>
              <a:avLst/>
              <a:gdLst/>
              <a:ahLst/>
              <a:cxnLst/>
              <a:rect l="l" t="t" r="r" b="b"/>
              <a:pathLst>
                <a:path w="11430" h="913129">
                  <a:moveTo>
                    <a:pt x="0" y="912876"/>
                  </a:moveTo>
                  <a:lnTo>
                    <a:pt x="0" y="0"/>
                  </a:lnTo>
                  <a:lnTo>
                    <a:pt x="11430" y="0"/>
                  </a:lnTo>
                  <a:lnTo>
                    <a:pt x="11430" y="912876"/>
                  </a:lnTo>
                  <a:lnTo>
                    <a:pt x="0" y="912876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4" name="object 5274"/>
            <p:cNvSpPr/>
            <p:nvPr/>
          </p:nvSpPr>
          <p:spPr>
            <a:xfrm>
              <a:off x="1318412" y="5405504"/>
              <a:ext cx="11430" cy="913130"/>
            </a:xfrm>
            <a:custGeom>
              <a:avLst/>
              <a:gdLst/>
              <a:ahLst/>
              <a:cxnLst/>
              <a:rect l="l" t="t" r="r" b="b"/>
              <a:pathLst>
                <a:path w="11430" h="913129">
                  <a:moveTo>
                    <a:pt x="0" y="912876"/>
                  </a:moveTo>
                  <a:lnTo>
                    <a:pt x="0" y="0"/>
                  </a:lnTo>
                  <a:lnTo>
                    <a:pt x="11430" y="0"/>
                  </a:lnTo>
                  <a:lnTo>
                    <a:pt x="11430" y="912876"/>
                  </a:lnTo>
                  <a:lnTo>
                    <a:pt x="0" y="912876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5" name="object 5275"/>
            <p:cNvSpPr/>
            <p:nvPr/>
          </p:nvSpPr>
          <p:spPr>
            <a:xfrm>
              <a:off x="1318412" y="6306950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12191"/>
                  </a:moveTo>
                  <a:lnTo>
                    <a:pt x="0" y="0"/>
                  </a:lnTo>
                  <a:lnTo>
                    <a:pt x="0" y="12191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6" name="object 5276"/>
            <p:cNvSpPr/>
            <p:nvPr/>
          </p:nvSpPr>
          <p:spPr>
            <a:xfrm>
              <a:off x="1318031" y="6306950"/>
              <a:ext cx="1270" cy="12700"/>
            </a:xfrm>
            <a:custGeom>
              <a:avLst/>
              <a:gdLst/>
              <a:ahLst/>
              <a:cxnLst/>
              <a:rect l="l" t="t" r="r" b="b"/>
              <a:pathLst>
                <a:path w="1269" h="12700">
                  <a:moveTo>
                    <a:pt x="0" y="12192"/>
                  </a:moveTo>
                  <a:lnTo>
                    <a:pt x="762" y="12192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219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7" name="object 5277"/>
            <p:cNvSpPr/>
            <p:nvPr/>
          </p:nvSpPr>
          <p:spPr>
            <a:xfrm>
              <a:off x="5987935" y="6306950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12192"/>
                  </a:moveTo>
                  <a:lnTo>
                    <a:pt x="0" y="0"/>
                  </a:lnTo>
                  <a:lnTo>
                    <a:pt x="0" y="1219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8" name="object 5278"/>
            <p:cNvSpPr/>
            <p:nvPr/>
          </p:nvSpPr>
          <p:spPr>
            <a:xfrm>
              <a:off x="5987554" y="6306950"/>
              <a:ext cx="1270" cy="12700"/>
            </a:xfrm>
            <a:custGeom>
              <a:avLst/>
              <a:gdLst/>
              <a:ahLst/>
              <a:cxnLst/>
              <a:rect l="l" t="t" r="r" b="b"/>
              <a:pathLst>
                <a:path w="1270" h="12700">
                  <a:moveTo>
                    <a:pt x="0" y="12192"/>
                  </a:moveTo>
                  <a:lnTo>
                    <a:pt x="761" y="12192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219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9" name="object 5279"/>
            <p:cNvSpPr/>
            <p:nvPr/>
          </p:nvSpPr>
          <p:spPr>
            <a:xfrm>
              <a:off x="1318399" y="6306963"/>
              <a:ext cx="4669790" cy="12700"/>
            </a:xfrm>
            <a:custGeom>
              <a:avLst/>
              <a:gdLst/>
              <a:ahLst/>
              <a:cxnLst/>
              <a:rect l="l" t="t" r="r" b="b"/>
              <a:pathLst>
                <a:path w="4669790" h="12700">
                  <a:moveTo>
                    <a:pt x="4669536" y="0"/>
                  </a:moveTo>
                  <a:lnTo>
                    <a:pt x="0" y="0"/>
                  </a:lnTo>
                  <a:lnTo>
                    <a:pt x="0" y="12192"/>
                  </a:lnTo>
                  <a:lnTo>
                    <a:pt x="4669536" y="12192"/>
                  </a:lnTo>
                  <a:lnTo>
                    <a:pt x="4669536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0" name="object 5280"/>
            <p:cNvSpPr/>
            <p:nvPr/>
          </p:nvSpPr>
          <p:spPr>
            <a:xfrm>
              <a:off x="5975743" y="5433698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19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1" name="object 5281"/>
            <p:cNvSpPr/>
            <p:nvPr/>
          </p:nvSpPr>
          <p:spPr>
            <a:xfrm>
              <a:off x="5975743" y="6309998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191" y="0"/>
                  </a:moveTo>
                  <a:lnTo>
                    <a:pt x="0" y="0"/>
                  </a:lnTo>
                  <a:lnTo>
                    <a:pt x="12191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2" name="object 5282"/>
            <p:cNvSpPr/>
            <p:nvPr/>
          </p:nvSpPr>
          <p:spPr>
            <a:xfrm>
              <a:off x="5975743" y="6309998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19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3" name="object 5283"/>
            <p:cNvSpPr/>
            <p:nvPr/>
          </p:nvSpPr>
          <p:spPr>
            <a:xfrm>
              <a:off x="5975743" y="5433698"/>
              <a:ext cx="12700" cy="876300"/>
            </a:xfrm>
            <a:custGeom>
              <a:avLst/>
              <a:gdLst/>
              <a:ahLst/>
              <a:cxnLst/>
              <a:rect l="l" t="t" r="r" b="b"/>
              <a:pathLst>
                <a:path w="12700" h="876300">
                  <a:moveTo>
                    <a:pt x="0" y="876300"/>
                  </a:moveTo>
                  <a:lnTo>
                    <a:pt x="0" y="0"/>
                  </a:lnTo>
                  <a:lnTo>
                    <a:pt x="12192" y="0"/>
                  </a:lnTo>
                  <a:lnTo>
                    <a:pt x="12192" y="876300"/>
                  </a:lnTo>
                  <a:lnTo>
                    <a:pt x="0" y="87630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4" name="object 5284"/>
            <p:cNvSpPr/>
            <p:nvPr/>
          </p:nvSpPr>
          <p:spPr>
            <a:xfrm>
              <a:off x="5975743" y="5433698"/>
              <a:ext cx="12700" cy="876300"/>
            </a:xfrm>
            <a:custGeom>
              <a:avLst/>
              <a:gdLst/>
              <a:ahLst/>
              <a:cxnLst/>
              <a:rect l="l" t="t" r="r" b="b"/>
              <a:pathLst>
                <a:path w="12700" h="876300">
                  <a:moveTo>
                    <a:pt x="0" y="876300"/>
                  </a:moveTo>
                  <a:lnTo>
                    <a:pt x="0" y="0"/>
                  </a:lnTo>
                  <a:lnTo>
                    <a:pt x="12192" y="0"/>
                  </a:lnTo>
                  <a:lnTo>
                    <a:pt x="12192" y="876300"/>
                  </a:lnTo>
                  <a:lnTo>
                    <a:pt x="0" y="87630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5" name="object 5285"/>
            <p:cNvSpPr/>
            <p:nvPr/>
          </p:nvSpPr>
          <p:spPr>
            <a:xfrm>
              <a:off x="5987935" y="5433698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11429"/>
                  </a:moveTo>
                  <a:lnTo>
                    <a:pt x="0" y="0"/>
                  </a:lnTo>
                  <a:lnTo>
                    <a:pt x="0" y="11429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6" name="object 5286"/>
            <p:cNvSpPr/>
            <p:nvPr/>
          </p:nvSpPr>
          <p:spPr>
            <a:xfrm>
              <a:off x="5987554" y="5433698"/>
              <a:ext cx="1270" cy="11430"/>
            </a:xfrm>
            <a:custGeom>
              <a:avLst/>
              <a:gdLst/>
              <a:ahLst/>
              <a:cxnLst/>
              <a:rect l="l" t="t" r="r" b="b"/>
              <a:pathLst>
                <a:path w="1270" h="11429">
                  <a:moveTo>
                    <a:pt x="0" y="11429"/>
                  </a:moveTo>
                  <a:lnTo>
                    <a:pt x="761" y="11429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1429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7" name="object 5287"/>
            <p:cNvSpPr/>
            <p:nvPr/>
          </p:nvSpPr>
          <p:spPr>
            <a:xfrm>
              <a:off x="8033143" y="5433698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11430"/>
                  </a:moveTo>
                  <a:lnTo>
                    <a:pt x="0" y="0"/>
                  </a:lnTo>
                  <a:lnTo>
                    <a:pt x="0" y="114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8" name="object 5288"/>
            <p:cNvSpPr/>
            <p:nvPr/>
          </p:nvSpPr>
          <p:spPr>
            <a:xfrm>
              <a:off x="8032762" y="5433698"/>
              <a:ext cx="1270" cy="11430"/>
            </a:xfrm>
            <a:custGeom>
              <a:avLst/>
              <a:gdLst/>
              <a:ahLst/>
              <a:cxnLst/>
              <a:rect l="l" t="t" r="r" b="b"/>
              <a:pathLst>
                <a:path w="1270" h="11429">
                  <a:moveTo>
                    <a:pt x="0" y="11430"/>
                  </a:moveTo>
                  <a:lnTo>
                    <a:pt x="761" y="11430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14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9" name="object 5289"/>
            <p:cNvSpPr/>
            <p:nvPr/>
          </p:nvSpPr>
          <p:spPr>
            <a:xfrm>
              <a:off x="5987935" y="5433698"/>
              <a:ext cx="2045335" cy="11430"/>
            </a:xfrm>
            <a:custGeom>
              <a:avLst/>
              <a:gdLst/>
              <a:ahLst/>
              <a:cxnLst/>
              <a:rect l="l" t="t" r="r" b="b"/>
              <a:pathLst>
                <a:path w="2045334" h="11429">
                  <a:moveTo>
                    <a:pt x="2045207" y="11430"/>
                  </a:moveTo>
                  <a:lnTo>
                    <a:pt x="2045207" y="0"/>
                  </a:lnTo>
                  <a:lnTo>
                    <a:pt x="0" y="0"/>
                  </a:lnTo>
                  <a:lnTo>
                    <a:pt x="0" y="11430"/>
                  </a:lnTo>
                  <a:lnTo>
                    <a:pt x="2045207" y="114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0" name="object 5290"/>
            <p:cNvSpPr/>
            <p:nvPr/>
          </p:nvSpPr>
          <p:spPr>
            <a:xfrm>
              <a:off x="3884066" y="4769234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1" name="object 5291"/>
            <p:cNvSpPr/>
            <p:nvPr/>
          </p:nvSpPr>
          <p:spPr>
            <a:xfrm>
              <a:off x="3884066" y="4769234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2" name="object 5292"/>
            <p:cNvSpPr/>
            <p:nvPr/>
          </p:nvSpPr>
          <p:spPr>
            <a:xfrm>
              <a:off x="3884066" y="531101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1" y="0"/>
                  </a:moveTo>
                  <a:lnTo>
                    <a:pt x="0" y="0"/>
                  </a:lnTo>
                  <a:lnTo>
                    <a:pt x="16001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3" name="object 5293"/>
            <p:cNvSpPr/>
            <p:nvPr/>
          </p:nvSpPr>
          <p:spPr>
            <a:xfrm>
              <a:off x="3884066" y="531101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4" name="object 5294"/>
            <p:cNvSpPr/>
            <p:nvPr/>
          </p:nvSpPr>
          <p:spPr>
            <a:xfrm>
              <a:off x="3884066" y="4769234"/>
              <a:ext cx="16510" cy="542290"/>
            </a:xfrm>
            <a:custGeom>
              <a:avLst/>
              <a:gdLst/>
              <a:ahLst/>
              <a:cxnLst/>
              <a:rect l="l" t="t" r="r" b="b"/>
              <a:pathLst>
                <a:path w="16510" h="542289">
                  <a:moveTo>
                    <a:pt x="0" y="541782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541782"/>
                  </a:lnTo>
                  <a:lnTo>
                    <a:pt x="0" y="54178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5" name="object 5295"/>
            <p:cNvSpPr/>
            <p:nvPr/>
          </p:nvSpPr>
          <p:spPr>
            <a:xfrm>
              <a:off x="3884066" y="4769234"/>
              <a:ext cx="16510" cy="542290"/>
            </a:xfrm>
            <a:custGeom>
              <a:avLst/>
              <a:gdLst/>
              <a:ahLst/>
              <a:cxnLst/>
              <a:rect l="l" t="t" r="r" b="b"/>
              <a:pathLst>
                <a:path w="16510" h="542289">
                  <a:moveTo>
                    <a:pt x="0" y="541782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541782"/>
                  </a:lnTo>
                  <a:lnTo>
                    <a:pt x="0" y="541782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6" name="object 5296"/>
            <p:cNvSpPr/>
            <p:nvPr/>
          </p:nvSpPr>
          <p:spPr>
            <a:xfrm>
              <a:off x="3960266" y="5110610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7" name="object 5297"/>
            <p:cNvSpPr/>
            <p:nvPr/>
          </p:nvSpPr>
          <p:spPr>
            <a:xfrm>
              <a:off x="3960266" y="5110610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8" name="object 5298"/>
            <p:cNvSpPr/>
            <p:nvPr/>
          </p:nvSpPr>
          <p:spPr>
            <a:xfrm>
              <a:off x="3960266" y="530720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1" y="0"/>
                  </a:moveTo>
                  <a:lnTo>
                    <a:pt x="0" y="0"/>
                  </a:lnTo>
                  <a:lnTo>
                    <a:pt x="16001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9" name="object 5299"/>
            <p:cNvSpPr/>
            <p:nvPr/>
          </p:nvSpPr>
          <p:spPr>
            <a:xfrm>
              <a:off x="3960266" y="530720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0" name="object 5300"/>
            <p:cNvSpPr/>
            <p:nvPr/>
          </p:nvSpPr>
          <p:spPr>
            <a:xfrm>
              <a:off x="3960266" y="5110610"/>
              <a:ext cx="16510" cy="196850"/>
            </a:xfrm>
            <a:custGeom>
              <a:avLst/>
              <a:gdLst/>
              <a:ahLst/>
              <a:cxnLst/>
              <a:rect l="l" t="t" r="r" b="b"/>
              <a:pathLst>
                <a:path w="16510" h="196850">
                  <a:moveTo>
                    <a:pt x="0" y="196596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6596"/>
                  </a:lnTo>
                  <a:lnTo>
                    <a:pt x="0" y="196596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1" name="object 5301"/>
            <p:cNvSpPr/>
            <p:nvPr/>
          </p:nvSpPr>
          <p:spPr>
            <a:xfrm>
              <a:off x="3960266" y="5110610"/>
              <a:ext cx="16510" cy="196850"/>
            </a:xfrm>
            <a:custGeom>
              <a:avLst/>
              <a:gdLst/>
              <a:ahLst/>
              <a:cxnLst/>
              <a:rect l="l" t="t" r="r" b="b"/>
              <a:pathLst>
                <a:path w="16510" h="196850">
                  <a:moveTo>
                    <a:pt x="0" y="196596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6596"/>
                  </a:lnTo>
                  <a:lnTo>
                    <a:pt x="0" y="196596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2" name="object 5302"/>
            <p:cNvSpPr/>
            <p:nvPr/>
          </p:nvSpPr>
          <p:spPr>
            <a:xfrm>
              <a:off x="4021988" y="5110610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3" name="object 5303"/>
            <p:cNvSpPr/>
            <p:nvPr/>
          </p:nvSpPr>
          <p:spPr>
            <a:xfrm>
              <a:off x="4021988" y="5110610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4" name="object 5304"/>
            <p:cNvSpPr/>
            <p:nvPr/>
          </p:nvSpPr>
          <p:spPr>
            <a:xfrm>
              <a:off x="4021988" y="530720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1" y="0"/>
                  </a:moveTo>
                  <a:lnTo>
                    <a:pt x="0" y="0"/>
                  </a:lnTo>
                  <a:lnTo>
                    <a:pt x="16001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5" name="object 5305"/>
            <p:cNvSpPr/>
            <p:nvPr/>
          </p:nvSpPr>
          <p:spPr>
            <a:xfrm>
              <a:off x="4021988" y="530720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6" name="object 5306"/>
            <p:cNvSpPr/>
            <p:nvPr/>
          </p:nvSpPr>
          <p:spPr>
            <a:xfrm>
              <a:off x="4021988" y="5110610"/>
              <a:ext cx="16510" cy="196850"/>
            </a:xfrm>
            <a:custGeom>
              <a:avLst/>
              <a:gdLst/>
              <a:ahLst/>
              <a:cxnLst/>
              <a:rect l="l" t="t" r="r" b="b"/>
              <a:pathLst>
                <a:path w="16510" h="196850">
                  <a:moveTo>
                    <a:pt x="0" y="196596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6596"/>
                  </a:lnTo>
                  <a:lnTo>
                    <a:pt x="0" y="196596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7" name="object 5307"/>
            <p:cNvSpPr/>
            <p:nvPr/>
          </p:nvSpPr>
          <p:spPr>
            <a:xfrm>
              <a:off x="4021988" y="5110610"/>
              <a:ext cx="16510" cy="196850"/>
            </a:xfrm>
            <a:custGeom>
              <a:avLst/>
              <a:gdLst/>
              <a:ahLst/>
              <a:cxnLst/>
              <a:rect l="l" t="t" r="r" b="b"/>
              <a:pathLst>
                <a:path w="16510" h="196850">
                  <a:moveTo>
                    <a:pt x="0" y="196596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6596"/>
                  </a:lnTo>
                  <a:lnTo>
                    <a:pt x="0" y="196596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8" name="object 5308"/>
            <p:cNvSpPr/>
            <p:nvPr/>
          </p:nvSpPr>
          <p:spPr>
            <a:xfrm>
              <a:off x="4078376" y="5110610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9" name="object 5309"/>
            <p:cNvSpPr/>
            <p:nvPr/>
          </p:nvSpPr>
          <p:spPr>
            <a:xfrm>
              <a:off x="4078376" y="5110610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0" name="object 5310"/>
            <p:cNvSpPr/>
            <p:nvPr/>
          </p:nvSpPr>
          <p:spPr>
            <a:xfrm>
              <a:off x="4078376" y="530720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1" y="0"/>
                  </a:moveTo>
                  <a:lnTo>
                    <a:pt x="0" y="0"/>
                  </a:lnTo>
                  <a:lnTo>
                    <a:pt x="16001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1" name="object 5311"/>
            <p:cNvSpPr/>
            <p:nvPr/>
          </p:nvSpPr>
          <p:spPr>
            <a:xfrm>
              <a:off x="4078376" y="530720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2" name="object 5312"/>
            <p:cNvSpPr/>
            <p:nvPr/>
          </p:nvSpPr>
          <p:spPr>
            <a:xfrm>
              <a:off x="4078376" y="5110610"/>
              <a:ext cx="16510" cy="196850"/>
            </a:xfrm>
            <a:custGeom>
              <a:avLst/>
              <a:gdLst/>
              <a:ahLst/>
              <a:cxnLst/>
              <a:rect l="l" t="t" r="r" b="b"/>
              <a:pathLst>
                <a:path w="16510" h="196850">
                  <a:moveTo>
                    <a:pt x="0" y="196596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6596"/>
                  </a:lnTo>
                  <a:lnTo>
                    <a:pt x="0" y="196596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3" name="object 5313"/>
            <p:cNvSpPr/>
            <p:nvPr/>
          </p:nvSpPr>
          <p:spPr>
            <a:xfrm>
              <a:off x="4078376" y="5110610"/>
              <a:ext cx="16510" cy="196850"/>
            </a:xfrm>
            <a:custGeom>
              <a:avLst/>
              <a:gdLst/>
              <a:ahLst/>
              <a:cxnLst/>
              <a:rect l="l" t="t" r="r" b="b"/>
              <a:pathLst>
                <a:path w="16510" h="196850">
                  <a:moveTo>
                    <a:pt x="0" y="196596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6596"/>
                  </a:lnTo>
                  <a:lnTo>
                    <a:pt x="0" y="196596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4" name="object 5314"/>
            <p:cNvSpPr/>
            <p:nvPr/>
          </p:nvSpPr>
          <p:spPr>
            <a:xfrm>
              <a:off x="4804562" y="4689224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5" name="object 5315"/>
            <p:cNvSpPr/>
            <p:nvPr/>
          </p:nvSpPr>
          <p:spPr>
            <a:xfrm>
              <a:off x="4804562" y="4689224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6" name="object 5316"/>
            <p:cNvSpPr/>
            <p:nvPr/>
          </p:nvSpPr>
          <p:spPr>
            <a:xfrm>
              <a:off x="4804562" y="530720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1" y="0"/>
                  </a:moveTo>
                  <a:lnTo>
                    <a:pt x="0" y="0"/>
                  </a:lnTo>
                  <a:lnTo>
                    <a:pt x="16001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7" name="object 5317"/>
            <p:cNvSpPr/>
            <p:nvPr/>
          </p:nvSpPr>
          <p:spPr>
            <a:xfrm>
              <a:off x="4804562" y="530720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8" name="object 5318"/>
            <p:cNvSpPr/>
            <p:nvPr/>
          </p:nvSpPr>
          <p:spPr>
            <a:xfrm>
              <a:off x="4804562" y="4689224"/>
              <a:ext cx="16510" cy="618490"/>
            </a:xfrm>
            <a:custGeom>
              <a:avLst/>
              <a:gdLst/>
              <a:ahLst/>
              <a:cxnLst/>
              <a:rect l="l" t="t" r="r" b="b"/>
              <a:pathLst>
                <a:path w="16510" h="618489">
                  <a:moveTo>
                    <a:pt x="0" y="617982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617982"/>
                  </a:lnTo>
                  <a:lnTo>
                    <a:pt x="0" y="61798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9" name="object 5319"/>
            <p:cNvSpPr/>
            <p:nvPr/>
          </p:nvSpPr>
          <p:spPr>
            <a:xfrm>
              <a:off x="4804562" y="4689224"/>
              <a:ext cx="16510" cy="618490"/>
            </a:xfrm>
            <a:custGeom>
              <a:avLst/>
              <a:gdLst/>
              <a:ahLst/>
              <a:cxnLst/>
              <a:rect l="l" t="t" r="r" b="b"/>
              <a:pathLst>
                <a:path w="16510" h="618489">
                  <a:moveTo>
                    <a:pt x="0" y="617982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617982"/>
                  </a:lnTo>
                  <a:lnTo>
                    <a:pt x="0" y="617982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0" name="object 5320"/>
            <p:cNvSpPr/>
            <p:nvPr/>
          </p:nvSpPr>
          <p:spPr>
            <a:xfrm>
              <a:off x="4877714" y="5110610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1" name="object 5321"/>
            <p:cNvSpPr/>
            <p:nvPr/>
          </p:nvSpPr>
          <p:spPr>
            <a:xfrm>
              <a:off x="4877714" y="5110610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2" name="object 5322"/>
            <p:cNvSpPr/>
            <p:nvPr/>
          </p:nvSpPr>
          <p:spPr>
            <a:xfrm>
              <a:off x="4877714" y="530720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1" y="0"/>
                  </a:moveTo>
                  <a:lnTo>
                    <a:pt x="0" y="0"/>
                  </a:lnTo>
                  <a:lnTo>
                    <a:pt x="16001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3" name="object 5323"/>
            <p:cNvSpPr/>
            <p:nvPr/>
          </p:nvSpPr>
          <p:spPr>
            <a:xfrm>
              <a:off x="4877714" y="530720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4" name="object 5324"/>
            <p:cNvSpPr/>
            <p:nvPr/>
          </p:nvSpPr>
          <p:spPr>
            <a:xfrm>
              <a:off x="4877714" y="5110610"/>
              <a:ext cx="16510" cy="196850"/>
            </a:xfrm>
            <a:custGeom>
              <a:avLst/>
              <a:gdLst/>
              <a:ahLst/>
              <a:cxnLst/>
              <a:rect l="l" t="t" r="r" b="b"/>
              <a:pathLst>
                <a:path w="16510" h="196850">
                  <a:moveTo>
                    <a:pt x="0" y="196596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6596"/>
                  </a:lnTo>
                  <a:lnTo>
                    <a:pt x="0" y="196596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5" name="object 5325"/>
            <p:cNvSpPr/>
            <p:nvPr/>
          </p:nvSpPr>
          <p:spPr>
            <a:xfrm>
              <a:off x="4877714" y="5110610"/>
              <a:ext cx="16510" cy="196850"/>
            </a:xfrm>
            <a:custGeom>
              <a:avLst/>
              <a:gdLst/>
              <a:ahLst/>
              <a:cxnLst/>
              <a:rect l="l" t="t" r="r" b="b"/>
              <a:pathLst>
                <a:path w="16510" h="196850">
                  <a:moveTo>
                    <a:pt x="0" y="196596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6596"/>
                  </a:lnTo>
                  <a:lnTo>
                    <a:pt x="0" y="196596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6" name="object 5326"/>
            <p:cNvSpPr/>
            <p:nvPr/>
          </p:nvSpPr>
          <p:spPr>
            <a:xfrm>
              <a:off x="4940198" y="5110610"/>
              <a:ext cx="15240" cy="0"/>
            </a:xfrm>
            <a:custGeom>
              <a:avLst/>
              <a:gdLst/>
              <a:ahLst/>
              <a:cxnLst/>
              <a:rect l="l" t="t" r="r" b="b"/>
              <a:pathLst>
                <a:path w="15239">
                  <a:moveTo>
                    <a:pt x="15240" y="0"/>
                  </a:moveTo>
                  <a:lnTo>
                    <a:pt x="0" y="0"/>
                  </a:lnTo>
                  <a:lnTo>
                    <a:pt x="15240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7" name="object 5327"/>
            <p:cNvSpPr/>
            <p:nvPr/>
          </p:nvSpPr>
          <p:spPr>
            <a:xfrm>
              <a:off x="4940198" y="5110610"/>
              <a:ext cx="15240" cy="0"/>
            </a:xfrm>
            <a:custGeom>
              <a:avLst/>
              <a:gdLst/>
              <a:ahLst/>
              <a:cxnLst/>
              <a:rect l="l" t="t" r="r" b="b"/>
              <a:pathLst>
                <a:path w="15239">
                  <a:moveTo>
                    <a:pt x="0" y="0"/>
                  </a:moveTo>
                  <a:lnTo>
                    <a:pt x="15239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8" name="object 5328"/>
            <p:cNvSpPr/>
            <p:nvPr/>
          </p:nvSpPr>
          <p:spPr>
            <a:xfrm>
              <a:off x="4940198" y="5307206"/>
              <a:ext cx="15240" cy="0"/>
            </a:xfrm>
            <a:custGeom>
              <a:avLst/>
              <a:gdLst/>
              <a:ahLst/>
              <a:cxnLst/>
              <a:rect l="l" t="t" r="r" b="b"/>
              <a:pathLst>
                <a:path w="15239">
                  <a:moveTo>
                    <a:pt x="15239" y="0"/>
                  </a:moveTo>
                  <a:lnTo>
                    <a:pt x="0" y="0"/>
                  </a:lnTo>
                  <a:lnTo>
                    <a:pt x="15239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9" name="object 5329"/>
            <p:cNvSpPr/>
            <p:nvPr/>
          </p:nvSpPr>
          <p:spPr>
            <a:xfrm>
              <a:off x="4940198" y="5307206"/>
              <a:ext cx="15240" cy="0"/>
            </a:xfrm>
            <a:custGeom>
              <a:avLst/>
              <a:gdLst/>
              <a:ahLst/>
              <a:cxnLst/>
              <a:rect l="l" t="t" r="r" b="b"/>
              <a:pathLst>
                <a:path w="15239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0" name="object 5330"/>
            <p:cNvSpPr/>
            <p:nvPr/>
          </p:nvSpPr>
          <p:spPr>
            <a:xfrm>
              <a:off x="4940198" y="5110610"/>
              <a:ext cx="15240" cy="196850"/>
            </a:xfrm>
            <a:custGeom>
              <a:avLst/>
              <a:gdLst/>
              <a:ahLst/>
              <a:cxnLst/>
              <a:rect l="l" t="t" r="r" b="b"/>
              <a:pathLst>
                <a:path w="15239" h="196850">
                  <a:moveTo>
                    <a:pt x="0" y="196596"/>
                  </a:moveTo>
                  <a:lnTo>
                    <a:pt x="0" y="0"/>
                  </a:lnTo>
                  <a:lnTo>
                    <a:pt x="15240" y="0"/>
                  </a:lnTo>
                  <a:lnTo>
                    <a:pt x="15240" y="196596"/>
                  </a:lnTo>
                  <a:lnTo>
                    <a:pt x="0" y="196596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1" name="object 5331"/>
            <p:cNvSpPr/>
            <p:nvPr/>
          </p:nvSpPr>
          <p:spPr>
            <a:xfrm>
              <a:off x="4940198" y="5110610"/>
              <a:ext cx="15240" cy="196850"/>
            </a:xfrm>
            <a:custGeom>
              <a:avLst/>
              <a:gdLst/>
              <a:ahLst/>
              <a:cxnLst/>
              <a:rect l="l" t="t" r="r" b="b"/>
              <a:pathLst>
                <a:path w="15239" h="196850">
                  <a:moveTo>
                    <a:pt x="0" y="196596"/>
                  </a:moveTo>
                  <a:lnTo>
                    <a:pt x="0" y="0"/>
                  </a:lnTo>
                  <a:lnTo>
                    <a:pt x="15240" y="0"/>
                  </a:lnTo>
                  <a:lnTo>
                    <a:pt x="15240" y="196596"/>
                  </a:lnTo>
                  <a:lnTo>
                    <a:pt x="0" y="196596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2" name="object 5332"/>
            <p:cNvSpPr/>
            <p:nvPr/>
          </p:nvSpPr>
          <p:spPr>
            <a:xfrm>
              <a:off x="4996586" y="5110610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3" name="object 5333"/>
            <p:cNvSpPr/>
            <p:nvPr/>
          </p:nvSpPr>
          <p:spPr>
            <a:xfrm>
              <a:off x="4996586" y="5110610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4" name="object 5334"/>
            <p:cNvSpPr/>
            <p:nvPr/>
          </p:nvSpPr>
          <p:spPr>
            <a:xfrm>
              <a:off x="4996586" y="530720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1" y="0"/>
                  </a:moveTo>
                  <a:lnTo>
                    <a:pt x="0" y="0"/>
                  </a:lnTo>
                  <a:lnTo>
                    <a:pt x="16001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5" name="object 5335"/>
            <p:cNvSpPr/>
            <p:nvPr/>
          </p:nvSpPr>
          <p:spPr>
            <a:xfrm>
              <a:off x="4996586" y="530720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6" name="object 5336"/>
            <p:cNvSpPr/>
            <p:nvPr/>
          </p:nvSpPr>
          <p:spPr>
            <a:xfrm>
              <a:off x="4996586" y="5110610"/>
              <a:ext cx="16510" cy="196850"/>
            </a:xfrm>
            <a:custGeom>
              <a:avLst/>
              <a:gdLst/>
              <a:ahLst/>
              <a:cxnLst/>
              <a:rect l="l" t="t" r="r" b="b"/>
              <a:pathLst>
                <a:path w="16510" h="196850">
                  <a:moveTo>
                    <a:pt x="0" y="196596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6596"/>
                  </a:lnTo>
                  <a:lnTo>
                    <a:pt x="0" y="196596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7" name="object 5337"/>
            <p:cNvSpPr/>
            <p:nvPr/>
          </p:nvSpPr>
          <p:spPr>
            <a:xfrm>
              <a:off x="4996586" y="5110610"/>
              <a:ext cx="16510" cy="196850"/>
            </a:xfrm>
            <a:custGeom>
              <a:avLst/>
              <a:gdLst/>
              <a:ahLst/>
              <a:cxnLst/>
              <a:rect l="l" t="t" r="r" b="b"/>
              <a:pathLst>
                <a:path w="16510" h="196850">
                  <a:moveTo>
                    <a:pt x="0" y="196596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6596"/>
                  </a:lnTo>
                  <a:lnTo>
                    <a:pt x="0" y="196596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8" name="object 5338"/>
            <p:cNvSpPr/>
            <p:nvPr/>
          </p:nvSpPr>
          <p:spPr>
            <a:xfrm>
              <a:off x="4177436" y="5716400"/>
              <a:ext cx="671830" cy="166370"/>
            </a:xfrm>
            <a:custGeom>
              <a:avLst/>
              <a:gdLst/>
              <a:ahLst/>
              <a:cxnLst/>
              <a:rect l="l" t="t" r="r" b="b"/>
              <a:pathLst>
                <a:path w="671829" h="166370">
                  <a:moveTo>
                    <a:pt x="671322" y="166115"/>
                  </a:moveTo>
                  <a:lnTo>
                    <a:pt x="671322" y="0"/>
                  </a:lnTo>
                  <a:lnTo>
                    <a:pt x="0" y="0"/>
                  </a:lnTo>
                  <a:lnTo>
                    <a:pt x="0" y="166115"/>
                  </a:lnTo>
                  <a:lnTo>
                    <a:pt x="671322" y="16611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9" name="object 5339"/>
            <p:cNvSpPr/>
            <p:nvPr/>
          </p:nvSpPr>
          <p:spPr>
            <a:xfrm>
              <a:off x="4177436" y="5716400"/>
              <a:ext cx="671830" cy="166370"/>
            </a:xfrm>
            <a:custGeom>
              <a:avLst/>
              <a:gdLst/>
              <a:ahLst/>
              <a:cxnLst/>
              <a:rect l="l" t="t" r="r" b="b"/>
              <a:pathLst>
                <a:path w="671829" h="166370">
                  <a:moveTo>
                    <a:pt x="0" y="0"/>
                  </a:moveTo>
                  <a:lnTo>
                    <a:pt x="0" y="166115"/>
                  </a:lnTo>
                  <a:lnTo>
                    <a:pt x="671322" y="166115"/>
                  </a:lnTo>
                  <a:lnTo>
                    <a:pt x="671322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0" name="object 5340"/>
            <p:cNvSpPr/>
            <p:nvPr/>
          </p:nvSpPr>
          <p:spPr>
            <a:xfrm>
              <a:off x="4233050" y="5557916"/>
              <a:ext cx="363220" cy="258445"/>
            </a:xfrm>
            <a:custGeom>
              <a:avLst/>
              <a:gdLst/>
              <a:ahLst/>
              <a:cxnLst/>
              <a:rect l="l" t="t" r="r" b="b"/>
              <a:pathLst>
                <a:path w="363220" h="258445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2" y="156972"/>
                  </a:lnTo>
                  <a:lnTo>
                    <a:pt x="12" y="158496"/>
                  </a:lnTo>
                  <a:lnTo>
                    <a:pt x="3810" y="158496"/>
                  </a:lnTo>
                  <a:lnTo>
                    <a:pt x="3810" y="156972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  <a:path w="363220" h="258445">
                  <a:moveTo>
                    <a:pt x="270510" y="211074"/>
                  </a:moveTo>
                  <a:lnTo>
                    <a:pt x="262890" y="211074"/>
                  </a:lnTo>
                  <a:lnTo>
                    <a:pt x="259842" y="219456"/>
                  </a:lnTo>
                  <a:lnTo>
                    <a:pt x="254508" y="235458"/>
                  </a:lnTo>
                  <a:lnTo>
                    <a:pt x="251460" y="243840"/>
                  </a:lnTo>
                  <a:lnTo>
                    <a:pt x="249936" y="246888"/>
                  </a:lnTo>
                  <a:lnTo>
                    <a:pt x="249174" y="249174"/>
                  </a:lnTo>
                  <a:lnTo>
                    <a:pt x="249174" y="250698"/>
                  </a:lnTo>
                  <a:lnTo>
                    <a:pt x="248412" y="249174"/>
                  </a:lnTo>
                  <a:lnTo>
                    <a:pt x="247650" y="246888"/>
                  </a:lnTo>
                  <a:lnTo>
                    <a:pt x="246888" y="243840"/>
                  </a:lnTo>
                  <a:lnTo>
                    <a:pt x="243840" y="235458"/>
                  </a:lnTo>
                  <a:lnTo>
                    <a:pt x="238506" y="220218"/>
                  </a:lnTo>
                  <a:lnTo>
                    <a:pt x="235458" y="211074"/>
                  </a:lnTo>
                  <a:lnTo>
                    <a:pt x="227076" y="211074"/>
                  </a:lnTo>
                  <a:lnTo>
                    <a:pt x="227076" y="257556"/>
                  </a:lnTo>
                  <a:lnTo>
                    <a:pt x="232410" y="257556"/>
                  </a:lnTo>
                  <a:lnTo>
                    <a:pt x="232410" y="217932"/>
                  </a:lnTo>
                  <a:lnTo>
                    <a:pt x="235458" y="228600"/>
                  </a:lnTo>
                  <a:lnTo>
                    <a:pt x="242316" y="247650"/>
                  </a:lnTo>
                  <a:lnTo>
                    <a:pt x="246126" y="257556"/>
                  </a:lnTo>
                  <a:lnTo>
                    <a:pt x="251460" y="257556"/>
                  </a:lnTo>
                  <a:lnTo>
                    <a:pt x="254508" y="247650"/>
                  </a:lnTo>
                  <a:lnTo>
                    <a:pt x="261366" y="229362"/>
                  </a:lnTo>
                  <a:lnTo>
                    <a:pt x="265176" y="218694"/>
                  </a:lnTo>
                  <a:lnTo>
                    <a:pt x="265176" y="257556"/>
                  </a:lnTo>
                  <a:lnTo>
                    <a:pt x="270510" y="257556"/>
                  </a:lnTo>
                  <a:lnTo>
                    <a:pt x="270510" y="211074"/>
                  </a:lnTo>
                  <a:close/>
                </a:path>
                <a:path w="363220" h="258445">
                  <a:moveTo>
                    <a:pt x="316992" y="211074"/>
                  </a:moveTo>
                  <a:lnTo>
                    <a:pt x="280416" y="211074"/>
                  </a:lnTo>
                  <a:lnTo>
                    <a:pt x="280416" y="257556"/>
                  </a:lnTo>
                  <a:lnTo>
                    <a:pt x="286512" y="257556"/>
                  </a:lnTo>
                  <a:lnTo>
                    <a:pt x="286512" y="216408"/>
                  </a:lnTo>
                  <a:lnTo>
                    <a:pt x="310134" y="216408"/>
                  </a:lnTo>
                  <a:lnTo>
                    <a:pt x="310134" y="257556"/>
                  </a:lnTo>
                  <a:lnTo>
                    <a:pt x="316992" y="257556"/>
                  </a:lnTo>
                  <a:lnTo>
                    <a:pt x="316992" y="211074"/>
                  </a:lnTo>
                  <a:close/>
                </a:path>
                <a:path w="363220" h="258445">
                  <a:moveTo>
                    <a:pt x="362712" y="211074"/>
                  </a:moveTo>
                  <a:lnTo>
                    <a:pt x="356616" y="211074"/>
                  </a:lnTo>
                  <a:lnTo>
                    <a:pt x="352806" y="218694"/>
                  </a:lnTo>
                  <a:lnTo>
                    <a:pt x="346710" y="232410"/>
                  </a:lnTo>
                  <a:lnTo>
                    <a:pt x="342900" y="240030"/>
                  </a:lnTo>
                  <a:lnTo>
                    <a:pt x="328422" y="211074"/>
                  </a:lnTo>
                  <a:lnTo>
                    <a:pt x="322326" y="211074"/>
                  </a:lnTo>
                  <a:lnTo>
                    <a:pt x="326898" y="220218"/>
                  </a:lnTo>
                  <a:lnTo>
                    <a:pt x="336042" y="236220"/>
                  </a:lnTo>
                  <a:lnTo>
                    <a:pt x="340614" y="245364"/>
                  </a:lnTo>
                  <a:lnTo>
                    <a:pt x="339090" y="248412"/>
                  </a:lnTo>
                  <a:lnTo>
                    <a:pt x="338328" y="250698"/>
                  </a:lnTo>
                  <a:lnTo>
                    <a:pt x="336804" y="251460"/>
                  </a:lnTo>
                  <a:lnTo>
                    <a:pt x="336042" y="252222"/>
                  </a:lnTo>
                  <a:lnTo>
                    <a:pt x="334518" y="252984"/>
                  </a:lnTo>
                  <a:lnTo>
                    <a:pt x="331470" y="252984"/>
                  </a:lnTo>
                  <a:lnTo>
                    <a:pt x="328422" y="251460"/>
                  </a:lnTo>
                  <a:lnTo>
                    <a:pt x="328422" y="256794"/>
                  </a:lnTo>
                  <a:lnTo>
                    <a:pt x="329946" y="257556"/>
                  </a:lnTo>
                  <a:lnTo>
                    <a:pt x="332232" y="258318"/>
                  </a:lnTo>
                  <a:lnTo>
                    <a:pt x="333756" y="258318"/>
                  </a:lnTo>
                  <a:lnTo>
                    <a:pt x="358140" y="220980"/>
                  </a:lnTo>
                  <a:lnTo>
                    <a:pt x="362712" y="21107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1" name="object 5341"/>
            <p:cNvSpPr/>
            <p:nvPr/>
          </p:nvSpPr>
          <p:spPr>
            <a:xfrm>
              <a:off x="4233062" y="5559428"/>
              <a:ext cx="3810" cy="155575"/>
            </a:xfrm>
            <a:custGeom>
              <a:avLst/>
              <a:gdLst/>
              <a:ahLst/>
              <a:cxnLst/>
              <a:rect l="l" t="t" r="r" b="b"/>
              <a:pathLst>
                <a:path w="3810" h="155575">
                  <a:moveTo>
                    <a:pt x="3809" y="0"/>
                  </a:moveTo>
                  <a:lnTo>
                    <a:pt x="3809" y="155448"/>
                  </a:lnTo>
                  <a:lnTo>
                    <a:pt x="0" y="155448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2" name="object 5342"/>
            <p:cNvSpPr/>
            <p:nvPr/>
          </p:nvSpPr>
          <p:spPr>
            <a:xfrm>
              <a:off x="4275721" y="5644772"/>
              <a:ext cx="4445" cy="71755"/>
            </a:xfrm>
            <a:custGeom>
              <a:avLst/>
              <a:gdLst/>
              <a:ahLst/>
              <a:cxnLst/>
              <a:rect l="l" t="t" r="r" b="b"/>
              <a:pathLst>
                <a:path w="4445" h="71754">
                  <a:moveTo>
                    <a:pt x="3810" y="70116"/>
                  </a:moveTo>
                  <a:lnTo>
                    <a:pt x="0" y="70116"/>
                  </a:lnTo>
                  <a:lnTo>
                    <a:pt x="0" y="71640"/>
                  </a:lnTo>
                  <a:lnTo>
                    <a:pt x="3810" y="71640"/>
                  </a:lnTo>
                  <a:lnTo>
                    <a:pt x="3810" y="70116"/>
                  </a:lnTo>
                  <a:close/>
                </a:path>
                <a:path w="4445" h="71754">
                  <a:moveTo>
                    <a:pt x="3822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3822" y="1536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3" name="object 5343"/>
            <p:cNvSpPr/>
            <p:nvPr/>
          </p:nvSpPr>
          <p:spPr>
            <a:xfrm>
              <a:off x="4275734" y="5646296"/>
              <a:ext cx="3810" cy="68580"/>
            </a:xfrm>
            <a:custGeom>
              <a:avLst/>
              <a:gdLst/>
              <a:ahLst/>
              <a:cxnLst/>
              <a:rect l="l" t="t" r="r" b="b"/>
              <a:pathLst>
                <a:path w="3810" h="68579">
                  <a:moveTo>
                    <a:pt x="3810" y="0"/>
                  </a:moveTo>
                  <a:lnTo>
                    <a:pt x="3810" y="68580"/>
                  </a:lnTo>
                  <a:lnTo>
                    <a:pt x="0" y="68580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4" name="object 5344"/>
            <p:cNvSpPr/>
            <p:nvPr/>
          </p:nvSpPr>
          <p:spPr>
            <a:xfrm>
              <a:off x="4322203" y="5644772"/>
              <a:ext cx="4445" cy="71755"/>
            </a:xfrm>
            <a:custGeom>
              <a:avLst/>
              <a:gdLst/>
              <a:ahLst/>
              <a:cxnLst/>
              <a:rect l="l" t="t" r="r" b="b"/>
              <a:pathLst>
                <a:path w="4445" h="71754">
                  <a:moveTo>
                    <a:pt x="3810" y="70116"/>
                  </a:moveTo>
                  <a:lnTo>
                    <a:pt x="0" y="70116"/>
                  </a:lnTo>
                  <a:lnTo>
                    <a:pt x="0" y="71640"/>
                  </a:lnTo>
                  <a:lnTo>
                    <a:pt x="3810" y="71640"/>
                  </a:lnTo>
                  <a:lnTo>
                    <a:pt x="3810" y="70116"/>
                  </a:lnTo>
                  <a:close/>
                </a:path>
                <a:path w="4445" h="71754">
                  <a:moveTo>
                    <a:pt x="3822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3822" y="1536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5" name="object 5345"/>
            <p:cNvSpPr/>
            <p:nvPr/>
          </p:nvSpPr>
          <p:spPr>
            <a:xfrm>
              <a:off x="4322216" y="5646296"/>
              <a:ext cx="3810" cy="68580"/>
            </a:xfrm>
            <a:custGeom>
              <a:avLst/>
              <a:gdLst/>
              <a:ahLst/>
              <a:cxnLst/>
              <a:rect l="l" t="t" r="r" b="b"/>
              <a:pathLst>
                <a:path w="3810" h="68579">
                  <a:moveTo>
                    <a:pt x="3810" y="0"/>
                  </a:moveTo>
                  <a:lnTo>
                    <a:pt x="3810" y="68580"/>
                  </a:lnTo>
                  <a:lnTo>
                    <a:pt x="0" y="68580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6" name="object 5346"/>
            <p:cNvSpPr/>
            <p:nvPr/>
          </p:nvSpPr>
          <p:spPr>
            <a:xfrm>
              <a:off x="4364113" y="5644772"/>
              <a:ext cx="3810" cy="71755"/>
            </a:xfrm>
            <a:custGeom>
              <a:avLst/>
              <a:gdLst/>
              <a:ahLst/>
              <a:cxnLst/>
              <a:rect l="l" t="t" r="r" b="b"/>
              <a:pathLst>
                <a:path w="3810" h="71754">
                  <a:moveTo>
                    <a:pt x="3810" y="70116"/>
                  </a:moveTo>
                  <a:lnTo>
                    <a:pt x="12" y="70116"/>
                  </a:lnTo>
                  <a:lnTo>
                    <a:pt x="12" y="71640"/>
                  </a:lnTo>
                  <a:lnTo>
                    <a:pt x="3810" y="71640"/>
                  </a:lnTo>
                  <a:lnTo>
                    <a:pt x="3810" y="70116"/>
                  </a:lnTo>
                  <a:close/>
                </a:path>
                <a:path w="3810" h="71754">
                  <a:moveTo>
                    <a:pt x="3810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3810" y="153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7" name="object 5347"/>
            <p:cNvSpPr/>
            <p:nvPr/>
          </p:nvSpPr>
          <p:spPr>
            <a:xfrm>
              <a:off x="4364126" y="5646296"/>
              <a:ext cx="3810" cy="68580"/>
            </a:xfrm>
            <a:custGeom>
              <a:avLst/>
              <a:gdLst/>
              <a:ahLst/>
              <a:cxnLst/>
              <a:rect l="l" t="t" r="r" b="b"/>
              <a:pathLst>
                <a:path w="3810" h="68579">
                  <a:moveTo>
                    <a:pt x="3809" y="0"/>
                  </a:moveTo>
                  <a:lnTo>
                    <a:pt x="3809" y="68580"/>
                  </a:lnTo>
                  <a:lnTo>
                    <a:pt x="0" y="68580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8" name="object 5348"/>
            <p:cNvSpPr/>
            <p:nvPr/>
          </p:nvSpPr>
          <p:spPr>
            <a:xfrm>
              <a:off x="2502560" y="4410332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9" name="object 5349"/>
            <p:cNvSpPr/>
            <p:nvPr/>
          </p:nvSpPr>
          <p:spPr>
            <a:xfrm>
              <a:off x="2502560" y="4410332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0" name="object 5350"/>
            <p:cNvSpPr/>
            <p:nvPr/>
          </p:nvSpPr>
          <p:spPr>
            <a:xfrm>
              <a:off x="2502560" y="4773044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1" y="0"/>
                  </a:moveTo>
                  <a:lnTo>
                    <a:pt x="0" y="0"/>
                  </a:lnTo>
                  <a:lnTo>
                    <a:pt x="16001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1" name="object 5351"/>
            <p:cNvSpPr/>
            <p:nvPr/>
          </p:nvSpPr>
          <p:spPr>
            <a:xfrm>
              <a:off x="2502560" y="4773044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2" name="object 5352"/>
            <p:cNvSpPr/>
            <p:nvPr/>
          </p:nvSpPr>
          <p:spPr>
            <a:xfrm>
              <a:off x="2502560" y="4410332"/>
              <a:ext cx="16510" cy="363220"/>
            </a:xfrm>
            <a:custGeom>
              <a:avLst/>
              <a:gdLst/>
              <a:ahLst/>
              <a:cxnLst/>
              <a:rect l="l" t="t" r="r" b="b"/>
              <a:pathLst>
                <a:path w="16510" h="363220">
                  <a:moveTo>
                    <a:pt x="0" y="362712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362712"/>
                  </a:lnTo>
                  <a:lnTo>
                    <a:pt x="0" y="36271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3" name="object 5353"/>
            <p:cNvSpPr/>
            <p:nvPr/>
          </p:nvSpPr>
          <p:spPr>
            <a:xfrm>
              <a:off x="2502560" y="4410332"/>
              <a:ext cx="16510" cy="363220"/>
            </a:xfrm>
            <a:custGeom>
              <a:avLst/>
              <a:gdLst/>
              <a:ahLst/>
              <a:cxnLst/>
              <a:rect l="l" t="t" r="r" b="b"/>
              <a:pathLst>
                <a:path w="16510" h="363220">
                  <a:moveTo>
                    <a:pt x="0" y="362712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362712"/>
                  </a:lnTo>
                  <a:lnTo>
                    <a:pt x="0" y="362712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4" name="object 5354"/>
            <p:cNvSpPr/>
            <p:nvPr/>
          </p:nvSpPr>
          <p:spPr>
            <a:xfrm>
              <a:off x="2510942" y="4759328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5" name="object 5355"/>
            <p:cNvSpPr/>
            <p:nvPr/>
          </p:nvSpPr>
          <p:spPr>
            <a:xfrm>
              <a:off x="2510561" y="475932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6" name="object 5356"/>
            <p:cNvSpPr/>
            <p:nvPr/>
          </p:nvSpPr>
          <p:spPr>
            <a:xfrm>
              <a:off x="3892448" y="4759328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2"/>
                  </a:moveTo>
                  <a:lnTo>
                    <a:pt x="0" y="0"/>
                  </a:lnTo>
                  <a:lnTo>
                    <a:pt x="0" y="1600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7" name="object 5357"/>
            <p:cNvSpPr/>
            <p:nvPr/>
          </p:nvSpPr>
          <p:spPr>
            <a:xfrm>
              <a:off x="3892067" y="475932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8" name="object 5358"/>
            <p:cNvSpPr/>
            <p:nvPr/>
          </p:nvSpPr>
          <p:spPr>
            <a:xfrm>
              <a:off x="2510929" y="4759340"/>
              <a:ext cx="1381760" cy="16510"/>
            </a:xfrm>
            <a:custGeom>
              <a:avLst/>
              <a:gdLst/>
              <a:ahLst/>
              <a:cxnLst/>
              <a:rect l="l" t="t" r="r" b="b"/>
              <a:pathLst>
                <a:path w="1381760" h="16510">
                  <a:moveTo>
                    <a:pt x="1381506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1381506" y="16002"/>
                  </a:lnTo>
                  <a:lnTo>
                    <a:pt x="1381506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9" name="object 5359"/>
            <p:cNvSpPr/>
            <p:nvPr/>
          </p:nvSpPr>
          <p:spPr>
            <a:xfrm>
              <a:off x="3526688" y="4414142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0" name="object 5360"/>
            <p:cNvSpPr/>
            <p:nvPr/>
          </p:nvSpPr>
          <p:spPr>
            <a:xfrm>
              <a:off x="3526688" y="4702178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1" y="0"/>
                  </a:moveTo>
                  <a:lnTo>
                    <a:pt x="0" y="0"/>
                  </a:lnTo>
                  <a:lnTo>
                    <a:pt x="16001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1" name="object 5361"/>
            <p:cNvSpPr/>
            <p:nvPr/>
          </p:nvSpPr>
          <p:spPr>
            <a:xfrm>
              <a:off x="3526688" y="4702178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2" name="object 5362"/>
            <p:cNvSpPr/>
            <p:nvPr/>
          </p:nvSpPr>
          <p:spPr>
            <a:xfrm>
              <a:off x="3526688" y="4414142"/>
              <a:ext cx="16510" cy="288290"/>
            </a:xfrm>
            <a:custGeom>
              <a:avLst/>
              <a:gdLst/>
              <a:ahLst/>
              <a:cxnLst/>
              <a:rect l="l" t="t" r="r" b="b"/>
              <a:pathLst>
                <a:path w="16510" h="288289">
                  <a:moveTo>
                    <a:pt x="0" y="288036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288036"/>
                  </a:lnTo>
                  <a:lnTo>
                    <a:pt x="0" y="288036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3" name="object 5363"/>
            <p:cNvSpPr/>
            <p:nvPr/>
          </p:nvSpPr>
          <p:spPr>
            <a:xfrm>
              <a:off x="3526688" y="4414142"/>
              <a:ext cx="16510" cy="288290"/>
            </a:xfrm>
            <a:custGeom>
              <a:avLst/>
              <a:gdLst/>
              <a:ahLst/>
              <a:cxnLst/>
              <a:rect l="l" t="t" r="r" b="b"/>
              <a:pathLst>
                <a:path w="16510" h="288289">
                  <a:moveTo>
                    <a:pt x="0" y="288036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288036"/>
                  </a:lnTo>
                  <a:lnTo>
                    <a:pt x="0" y="288036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4" name="object 5364"/>
            <p:cNvSpPr/>
            <p:nvPr/>
          </p:nvSpPr>
          <p:spPr>
            <a:xfrm>
              <a:off x="3534308" y="4689224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0" y="15239"/>
                  </a:move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5" name="object 5365"/>
            <p:cNvSpPr/>
            <p:nvPr/>
          </p:nvSpPr>
          <p:spPr>
            <a:xfrm>
              <a:off x="3533927" y="4689224"/>
              <a:ext cx="1270" cy="15240"/>
            </a:xfrm>
            <a:custGeom>
              <a:avLst/>
              <a:gdLst/>
              <a:ahLst/>
              <a:cxnLst/>
              <a:rect l="l" t="t" r="r" b="b"/>
              <a:pathLst>
                <a:path w="1270" h="15239">
                  <a:moveTo>
                    <a:pt x="0" y="15239"/>
                  </a:moveTo>
                  <a:lnTo>
                    <a:pt x="761" y="15239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6" name="object 5366"/>
            <p:cNvSpPr/>
            <p:nvPr/>
          </p:nvSpPr>
          <p:spPr>
            <a:xfrm>
              <a:off x="4806848" y="4689224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0" y="15240"/>
                  </a:move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7" name="object 5367"/>
            <p:cNvSpPr/>
            <p:nvPr/>
          </p:nvSpPr>
          <p:spPr>
            <a:xfrm>
              <a:off x="4806467" y="4689224"/>
              <a:ext cx="1270" cy="15240"/>
            </a:xfrm>
            <a:custGeom>
              <a:avLst/>
              <a:gdLst/>
              <a:ahLst/>
              <a:cxnLst/>
              <a:rect l="l" t="t" r="r" b="b"/>
              <a:pathLst>
                <a:path w="1270" h="15239">
                  <a:moveTo>
                    <a:pt x="0" y="15239"/>
                  </a:moveTo>
                  <a:lnTo>
                    <a:pt x="761" y="15239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8" name="object 5368"/>
            <p:cNvSpPr/>
            <p:nvPr/>
          </p:nvSpPr>
          <p:spPr>
            <a:xfrm>
              <a:off x="3534308" y="4689224"/>
              <a:ext cx="1272540" cy="15240"/>
            </a:xfrm>
            <a:custGeom>
              <a:avLst/>
              <a:gdLst/>
              <a:ahLst/>
              <a:cxnLst/>
              <a:rect l="l" t="t" r="r" b="b"/>
              <a:pathLst>
                <a:path w="1272539" h="15239">
                  <a:moveTo>
                    <a:pt x="1272539" y="15239"/>
                  </a:moveTo>
                  <a:lnTo>
                    <a:pt x="1272539" y="0"/>
                  </a:lnTo>
                  <a:lnTo>
                    <a:pt x="0" y="0"/>
                  </a:lnTo>
                  <a:lnTo>
                    <a:pt x="0" y="15239"/>
                  </a:lnTo>
                  <a:lnTo>
                    <a:pt x="1272539" y="15239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9" name="object 5369"/>
            <p:cNvSpPr/>
            <p:nvPr/>
          </p:nvSpPr>
          <p:spPr>
            <a:xfrm>
              <a:off x="3534308" y="4689224"/>
              <a:ext cx="1272540" cy="15240"/>
            </a:xfrm>
            <a:custGeom>
              <a:avLst/>
              <a:gdLst/>
              <a:ahLst/>
              <a:cxnLst/>
              <a:rect l="l" t="t" r="r" b="b"/>
              <a:pathLst>
                <a:path w="1272539" h="15239">
                  <a:moveTo>
                    <a:pt x="0" y="15239"/>
                  </a:moveTo>
                  <a:lnTo>
                    <a:pt x="0" y="0"/>
                  </a:lnTo>
                  <a:lnTo>
                    <a:pt x="1272539" y="0"/>
                  </a:lnTo>
                  <a:lnTo>
                    <a:pt x="1272539" y="15239"/>
                  </a:lnTo>
                  <a:lnTo>
                    <a:pt x="0" y="15239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0" name="object 5370"/>
            <p:cNvSpPr/>
            <p:nvPr/>
          </p:nvSpPr>
          <p:spPr>
            <a:xfrm>
              <a:off x="4708538" y="5557916"/>
              <a:ext cx="3810" cy="130810"/>
            </a:xfrm>
            <a:custGeom>
              <a:avLst/>
              <a:gdLst/>
              <a:ahLst/>
              <a:cxnLst/>
              <a:rect l="l" t="t" r="r" b="b"/>
              <a:pathLst>
                <a:path w="3810" h="130810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2" y="128016"/>
                  </a:lnTo>
                  <a:lnTo>
                    <a:pt x="12" y="130302"/>
                  </a:lnTo>
                  <a:lnTo>
                    <a:pt x="3810" y="130302"/>
                  </a:lnTo>
                  <a:lnTo>
                    <a:pt x="3810" y="128016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1" name="object 5371"/>
            <p:cNvSpPr/>
            <p:nvPr/>
          </p:nvSpPr>
          <p:spPr>
            <a:xfrm>
              <a:off x="4708550" y="5559428"/>
              <a:ext cx="3810" cy="127000"/>
            </a:xfrm>
            <a:custGeom>
              <a:avLst/>
              <a:gdLst/>
              <a:ahLst/>
              <a:cxnLst/>
              <a:rect l="l" t="t" r="r" b="b"/>
              <a:pathLst>
                <a:path w="3810" h="127000">
                  <a:moveTo>
                    <a:pt x="3809" y="0"/>
                  </a:moveTo>
                  <a:lnTo>
                    <a:pt x="3809" y="126492"/>
                  </a:lnTo>
                  <a:lnTo>
                    <a:pt x="0" y="126492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2" name="object 5372"/>
            <p:cNvSpPr/>
            <p:nvPr/>
          </p:nvSpPr>
          <p:spPr>
            <a:xfrm>
              <a:off x="4749685" y="5615828"/>
              <a:ext cx="4445" cy="72390"/>
            </a:xfrm>
            <a:custGeom>
              <a:avLst/>
              <a:gdLst/>
              <a:ahLst/>
              <a:cxnLst/>
              <a:rect l="l" t="t" r="r" b="b"/>
              <a:pathLst>
                <a:path w="4445" h="72389">
                  <a:moveTo>
                    <a:pt x="3810" y="70104"/>
                  </a:moveTo>
                  <a:lnTo>
                    <a:pt x="0" y="70104"/>
                  </a:lnTo>
                  <a:lnTo>
                    <a:pt x="0" y="72390"/>
                  </a:lnTo>
                  <a:lnTo>
                    <a:pt x="3810" y="72390"/>
                  </a:lnTo>
                  <a:lnTo>
                    <a:pt x="3810" y="70104"/>
                  </a:lnTo>
                  <a:close/>
                </a:path>
                <a:path w="4445" h="72389">
                  <a:moveTo>
                    <a:pt x="3822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22" y="2286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3" name="object 5373"/>
            <p:cNvSpPr/>
            <p:nvPr/>
          </p:nvSpPr>
          <p:spPr>
            <a:xfrm>
              <a:off x="4749697" y="5618102"/>
              <a:ext cx="3810" cy="67945"/>
            </a:xfrm>
            <a:custGeom>
              <a:avLst/>
              <a:gdLst/>
              <a:ahLst/>
              <a:cxnLst/>
              <a:rect l="l" t="t" r="r" b="b"/>
              <a:pathLst>
                <a:path w="3810" h="67945">
                  <a:moveTo>
                    <a:pt x="3810" y="0"/>
                  </a:moveTo>
                  <a:lnTo>
                    <a:pt x="3810" y="67818"/>
                  </a:lnTo>
                  <a:lnTo>
                    <a:pt x="0" y="67818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4" name="object 5374"/>
            <p:cNvSpPr/>
            <p:nvPr/>
          </p:nvSpPr>
          <p:spPr>
            <a:xfrm>
              <a:off x="4796929" y="5615828"/>
              <a:ext cx="4445" cy="72390"/>
            </a:xfrm>
            <a:custGeom>
              <a:avLst/>
              <a:gdLst/>
              <a:ahLst/>
              <a:cxnLst/>
              <a:rect l="l" t="t" r="r" b="b"/>
              <a:pathLst>
                <a:path w="4445" h="72389">
                  <a:moveTo>
                    <a:pt x="3810" y="70104"/>
                  </a:moveTo>
                  <a:lnTo>
                    <a:pt x="0" y="70104"/>
                  </a:lnTo>
                  <a:lnTo>
                    <a:pt x="0" y="72390"/>
                  </a:lnTo>
                  <a:lnTo>
                    <a:pt x="3810" y="72390"/>
                  </a:lnTo>
                  <a:lnTo>
                    <a:pt x="3810" y="70104"/>
                  </a:lnTo>
                  <a:close/>
                </a:path>
                <a:path w="4445" h="72389">
                  <a:moveTo>
                    <a:pt x="3822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22" y="2286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5" name="object 5375"/>
            <p:cNvSpPr/>
            <p:nvPr/>
          </p:nvSpPr>
          <p:spPr>
            <a:xfrm>
              <a:off x="4796941" y="5618102"/>
              <a:ext cx="3810" cy="67945"/>
            </a:xfrm>
            <a:custGeom>
              <a:avLst/>
              <a:gdLst/>
              <a:ahLst/>
              <a:cxnLst/>
              <a:rect l="l" t="t" r="r" b="b"/>
              <a:pathLst>
                <a:path w="3810" h="67945">
                  <a:moveTo>
                    <a:pt x="3810" y="0"/>
                  </a:moveTo>
                  <a:lnTo>
                    <a:pt x="3810" y="67818"/>
                  </a:lnTo>
                  <a:lnTo>
                    <a:pt x="0" y="67818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6" name="object 5376"/>
            <p:cNvSpPr/>
            <p:nvPr/>
          </p:nvSpPr>
          <p:spPr>
            <a:xfrm>
              <a:off x="4838839" y="5615828"/>
              <a:ext cx="3810" cy="72390"/>
            </a:xfrm>
            <a:custGeom>
              <a:avLst/>
              <a:gdLst/>
              <a:ahLst/>
              <a:cxnLst/>
              <a:rect l="l" t="t" r="r" b="b"/>
              <a:pathLst>
                <a:path w="3810" h="72389">
                  <a:moveTo>
                    <a:pt x="3810" y="70104"/>
                  </a:moveTo>
                  <a:lnTo>
                    <a:pt x="12" y="70104"/>
                  </a:lnTo>
                  <a:lnTo>
                    <a:pt x="12" y="72390"/>
                  </a:lnTo>
                  <a:lnTo>
                    <a:pt x="3810" y="72390"/>
                  </a:lnTo>
                  <a:lnTo>
                    <a:pt x="3810" y="70104"/>
                  </a:lnTo>
                  <a:close/>
                </a:path>
                <a:path w="3810" h="72389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7" name="object 5377"/>
            <p:cNvSpPr/>
            <p:nvPr/>
          </p:nvSpPr>
          <p:spPr>
            <a:xfrm>
              <a:off x="4838852" y="5618102"/>
              <a:ext cx="3810" cy="67945"/>
            </a:xfrm>
            <a:custGeom>
              <a:avLst/>
              <a:gdLst/>
              <a:ahLst/>
              <a:cxnLst/>
              <a:rect l="l" t="t" r="r" b="b"/>
              <a:pathLst>
                <a:path w="3810" h="67945">
                  <a:moveTo>
                    <a:pt x="3809" y="0"/>
                  </a:moveTo>
                  <a:lnTo>
                    <a:pt x="3809" y="67818"/>
                  </a:lnTo>
                  <a:lnTo>
                    <a:pt x="0" y="67818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8" name="object 5378"/>
            <p:cNvSpPr/>
            <p:nvPr/>
          </p:nvSpPr>
          <p:spPr>
            <a:xfrm>
              <a:off x="4175912" y="580022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3810"/>
                  </a:moveTo>
                  <a:lnTo>
                    <a:pt x="0" y="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9" name="object 5379"/>
            <p:cNvSpPr/>
            <p:nvPr/>
          </p:nvSpPr>
          <p:spPr>
            <a:xfrm>
              <a:off x="4175912" y="580022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0" y="1905"/>
                  </a:moveTo>
                  <a:lnTo>
                    <a:pt x="380" y="1905"/>
                  </a:lnTo>
                </a:path>
              </a:pathLst>
            </a:custGeom>
            <a:ln w="380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0" name="object 5380"/>
            <p:cNvSpPr/>
            <p:nvPr/>
          </p:nvSpPr>
          <p:spPr>
            <a:xfrm>
              <a:off x="3962552" y="580022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3810"/>
                  </a:moveTo>
                  <a:lnTo>
                    <a:pt x="0" y="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1" name="object 5381"/>
            <p:cNvSpPr/>
            <p:nvPr/>
          </p:nvSpPr>
          <p:spPr>
            <a:xfrm>
              <a:off x="3962552" y="580022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0" y="1905"/>
                  </a:moveTo>
                  <a:lnTo>
                    <a:pt x="380" y="1905"/>
                  </a:lnTo>
                </a:path>
              </a:pathLst>
            </a:custGeom>
            <a:ln w="380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2" name="object 5382"/>
            <p:cNvSpPr/>
            <p:nvPr/>
          </p:nvSpPr>
          <p:spPr>
            <a:xfrm>
              <a:off x="3962552" y="5800220"/>
              <a:ext cx="213360" cy="3810"/>
            </a:xfrm>
            <a:custGeom>
              <a:avLst/>
              <a:gdLst/>
              <a:ahLst/>
              <a:cxnLst/>
              <a:rect l="l" t="t" r="r" b="b"/>
              <a:pathLst>
                <a:path w="213360" h="3810">
                  <a:moveTo>
                    <a:pt x="213360" y="3810"/>
                  </a:moveTo>
                  <a:lnTo>
                    <a:pt x="21336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21336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3" name="object 5383"/>
            <p:cNvSpPr/>
            <p:nvPr/>
          </p:nvSpPr>
          <p:spPr>
            <a:xfrm>
              <a:off x="4132478" y="5780408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43434" y="22098"/>
                  </a:moveTo>
                  <a:lnTo>
                    <a:pt x="0" y="0"/>
                  </a:lnTo>
                  <a:lnTo>
                    <a:pt x="0" y="43434"/>
                  </a:lnTo>
                  <a:lnTo>
                    <a:pt x="43434" y="220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4" name="object 5384"/>
            <p:cNvSpPr/>
            <p:nvPr/>
          </p:nvSpPr>
          <p:spPr>
            <a:xfrm>
              <a:off x="4132478" y="5780408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0" y="43434"/>
                  </a:moveTo>
                  <a:lnTo>
                    <a:pt x="43434" y="22098"/>
                  </a:lnTo>
                  <a:lnTo>
                    <a:pt x="0" y="0"/>
                  </a:lnTo>
                  <a:lnTo>
                    <a:pt x="0" y="43434"/>
                  </a:lnTo>
                  <a:close/>
                </a:path>
              </a:pathLst>
            </a:custGeom>
            <a:ln w="37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5" name="object 5385"/>
            <p:cNvSpPr/>
            <p:nvPr/>
          </p:nvSpPr>
          <p:spPr>
            <a:xfrm>
              <a:off x="4131716" y="5800982"/>
              <a:ext cx="48260" cy="24765"/>
            </a:xfrm>
            <a:custGeom>
              <a:avLst/>
              <a:gdLst/>
              <a:ahLst/>
              <a:cxnLst/>
              <a:rect l="l" t="t" r="r" b="b"/>
              <a:pathLst>
                <a:path w="48260" h="24764">
                  <a:moveTo>
                    <a:pt x="48006" y="1524"/>
                  </a:moveTo>
                  <a:lnTo>
                    <a:pt x="44958" y="0"/>
                  </a:lnTo>
                  <a:lnTo>
                    <a:pt x="42672" y="3048"/>
                  </a:lnTo>
                  <a:lnTo>
                    <a:pt x="39624" y="1524"/>
                  </a:lnTo>
                  <a:lnTo>
                    <a:pt x="0" y="20574"/>
                  </a:lnTo>
                  <a:lnTo>
                    <a:pt x="1524" y="24384"/>
                  </a:lnTo>
                  <a:lnTo>
                    <a:pt x="48006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6" name="object 5386"/>
            <p:cNvSpPr/>
            <p:nvPr/>
          </p:nvSpPr>
          <p:spPr>
            <a:xfrm>
              <a:off x="4131716" y="5800982"/>
              <a:ext cx="48260" cy="24765"/>
            </a:xfrm>
            <a:custGeom>
              <a:avLst/>
              <a:gdLst/>
              <a:ahLst/>
              <a:cxnLst/>
              <a:rect l="l" t="t" r="r" b="b"/>
              <a:pathLst>
                <a:path w="48260" h="24764">
                  <a:moveTo>
                    <a:pt x="1524" y="24384"/>
                  </a:moveTo>
                  <a:lnTo>
                    <a:pt x="0" y="20574"/>
                  </a:lnTo>
                  <a:lnTo>
                    <a:pt x="39624" y="1524"/>
                  </a:lnTo>
                  <a:lnTo>
                    <a:pt x="42672" y="3048"/>
                  </a:lnTo>
                  <a:lnTo>
                    <a:pt x="44958" y="0"/>
                  </a:lnTo>
                  <a:lnTo>
                    <a:pt x="48006" y="1524"/>
                  </a:lnTo>
                  <a:lnTo>
                    <a:pt x="1524" y="2438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7" name="object 5387"/>
            <p:cNvSpPr/>
            <p:nvPr/>
          </p:nvSpPr>
          <p:spPr>
            <a:xfrm>
              <a:off x="4130954" y="5777360"/>
              <a:ext cx="45720" cy="26670"/>
            </a:xfrm>
            <a:custGeom>
              <a:avLst/>
              <a:gdLst/>
              <a:ahLst/>
              <a:cxnLst/>
              <a:rect l="l" t="t" r="r" b="b"/>
              <a:pathLst>
                <a:path w="45720" h="26670">
                  <a:moveTo>
                    <a:pt x="45720" y="23622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3810" y="3048"/>
                  </a:lnTo>
                  <a:lnTo>
                    <a:pt x="3810" y="6096"/>
                  </a:lnTo>
                  <a:lnTo>
                    <a:pt x="43434" y="26670"/>
                  </a:lnTo>
                  <a:lnTo>
                    <a:pt x="45720" y="2362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8" name="object 5388"/>
            <p:cNvSpPr/>
            <p:nvPr/>
          </p:nvSpPr>
          <p:spPr>
            <a:xfrm>
              <a:off x="4130954" y="5777360"/>
              <a:ext cx="45720" cy="26670"/>
            </a:xfrm>
            <a:custGeom>
              <a:avLst/>
              <a:gdLst/>
              <a:ahLst/>
              <a:cxnLst/>
              <a:rect l="l" t="t" r="r" b="b"/>
              <a:pathLst>
                <a:path w="45720" h="26670">
                  <a:moveTo>
                    <a:pt x="45720" y="23622"/>
                  </a:moveTo>
                  <a:lnTo>
                    <a:pt x="43434" y="26670"/>
                  </a:lnTo>
                  <a:lnTo>
                    <a:pt x="3810" y="6096"/>
                  </a:lnTo>
                  <a:lnTo>
                    <a:pt x="3810" y="3048"/>
                  </a:lnTo>
                  <a:lnTo>
                    <a:pt x="0" y="3048"/>
                  </a:lnTo>
                  <a:lnTo>
                    <a:pt x="0" y="0"/>
                  </a:lnTo>
                  <a:lnTo>
                    <a:pt x="45720" y="2362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9" name="object 5389"/>
            <p:cNvSpPr/>
            <p:nvPr/>
          </p:nvSpPr>
          <p:spPr>
            <a:xfrm>
              <a:off x="4130954" y="5780408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10" h="46989">
                  <a:moveTo>
                    <a:pt x="3810" y="40386"/>
                  </a:moveTo>
                  <a:lnTo>
                    <a:pt x="3810" y="0"/>
                  </a:lnTo>
                  <a:lnTo>
                    <a:pt x="0" y="0"/>
                  </a:lnTo>
                  <a:lnTo>
                    <a:pt x="0" y="46482"/>
                  </a:lnTo>
                  <a:lnTo>
                    <a:pt x="2286" y="44958"/>
                  </a:lnTo>
                  <a:lnTo>
                    <a:pt x="762" y="41148"/>
                  </a:lnTo>
                  <a:lnTo>
                    <a:pt x="3810" y="403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0" name="object 5390"/>
            <p:cNvSpPr/>
            <p:nvPr/>
          </p:nvSpPr>
          <p:spPr>
            <a:xfrm>
              <a:off x="4130954" y="5780408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10" h="46989">
                  <a:moveTo>
                    <a:pt x="0" y="0"/>
                  </a:moveTo>
                  <a:lnTo>
                    <a:pt x="3810" y="0"/>
                  </a:lnTo>
                  <a:lnTo>
                    <a:pt x="3810" y="40386"/>
                  </a:lnTo>
                  <a:lnTo>
                    <a:pt x="762" y="41148"/>
                  </a:lnTo>
                  <a:lnTo>
                    <a:pt x="2286" y="44958"/>
                  </a:lnTo>
                  <a:lnTo>
                    <a:pt x="0" y="4648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1" name="object 5391"/>
            <p:cNvSpPr/>
            <p:nvPr/>
          </p:nvSpPr>
          <p:spPr>
            <a:xfrm>
              <a:off x="3865765" y="5726319"/>
              <a:ext cx="203200" cy="47625"/>
            </a:xfrm>
            <a:custGeom>
              <a:avLst/>
              <a:gdLst/>
              <a:ahLst/>
              <a:cxnLst/>
              <a:rect l="l" t="t" r="r" b="b"/>
              <a:pathLst>
                <a:path w="203200" h="47625">
                  <a:moveTo>
                    <a:pt x="32004" y="29718"/>
                  </a:moveTo>
                  <a:lnTo>
                    <a:pt x="31242" y="24384"/>
                  </a:lnTo>
                  <a:lnTo>
                    <a:pt x="29718" y="20574"/>
                  </a:lnTo>
                  <a:lnTo>
                    <a:pt x="27432" y="16764"/>
                  </a:lnTo>
                  <a:lnTo>
                    <a:pt x="25908" y="15621"/>
                  </a:lnTo>
                  <a:lnTo>
                    <a:pt x="25908" y="25908"/>
                  </a:lnTo>
                  <a:lnTo>
                    <a:pt x="25908" y="33528"/>
                  </a:lnTo>
                  <a:lnTo>
                    <a:pt x="22225" y="39839"/>
                  </a:lnTo>
                  <a:lnTo>
                    <a:pt x="17411" y="42519"/>
                  </a:lnTo>
                  <a:lnTo>
                    <a:pt x="12280" y="41465"/>
                  </a:lnTo>
                  <a:lnTo>
                    <a:pt x="7620" y="36576"/>
                  </a:lnTo>
                  <a:lnTo>
                    <a:pt x="6858" y="33528"/>
                  </a:lnTo>
                  <a:lnTo>
                    <a:pt x="6096" y="29718"/>
                  </a:lnTo>
                  <a:lnTo>
                    <a:pt x="6858" y="25908"/>
                  </a:lnTo>
                  <a:lnTo>
                    <a:pt x="7620" y="22860"/>
                  </a:lnTo>
                  <a:lnTo>
                    <a:pt x="12280" y="17945"/>
                  </a:lnTo>
                  <a:lnTo>
                    <a:pt x="17411" y="16891"/>
                  </a:lnTo>
                  <a:lnTo>
                    <a:pt x="22225" y="19583"/>
                  </a:lnTo>
                  <a:lnTo>
                    <a:pt x="25908" y="25908"/>
                  </a:lnTo>
                  <a:lnTo>
                    <a:pt x="25908" y="15621"/>
                  </a:lnTo>
                  <a:lnTo>
                    <a:pt x="24384" y="14478"/>
                  </a:lnTo>
                  <a:lnTo>
                    <a:pt x="20574" y="12954"/>
                  </a:lnTo>
                  <a:lnTo>
                    <a:pt x="16002" y="12192"/>
                  </a:lnTo>
                  <a:lnTo>
                    <a:pt x="12192" y="12954"/>
                  </a:lnTo>
                  <a:lnTo>
                    <a:pt x="0" y="29718"/>
                  </a:lnTo>
                  <a:lnTo>
                    <a:pt x="762" y="35052"/>
                  </a:lnTo>
                  <a:lnTo>
                    <a:pt x="2286" y="38862"/>
                  </a:lnTo>
                  <a:lnTo>
                    <a:pt x="4572" y="42672"/>
                  </a:lnTo>
                  <a:lnTo>
                    <a:pt x="6096" y="43815"/>
                  </a:lnTo>
                  <a:lnTo>
                    <a:pt x="7620" y="44958"/>
                  </a:lnTo>
                  <a:lnTo>
                    <a:pt x="11430" y="46482"/>
                  </a:lnTo>
                  <a:lnTo>
                    <a:pt x="16002" y="47244"/>
                  </a:lnTo>
                  <a:lnTo>
                    <a:pt x="19050" y="47244"/>
                  </a:lnTo>
                  <a:lnTo>
                    <a:pt x="22098" y="46482"/>
                  </a:lnTo>
                  <a:lnTo>
                    <a:pt x="25908" y="43942"/>
                  </a:lnTo>
                  <a:lnTo>
                    <a:pt x="26670" y="43434"/>
                  </a:lnTo>
                  <a:lnTo>
                    <a:pt x="28194" y="41910"/>
                  </a:lnTo>
                  <a:lnTo>
                    <a:pt x="29718" y="38862"/>
                  </a:lnTo>
                  <a:lnTo>
                    <a:pt x="31242" y="36576"/>
                  </a:lnTo>
                  <a:lnTo>
                    <a:pt x="31242" y="33528"/>
                  </a:lnTo>
                  <a:lnTo>
                    <a:pt x="32004" y="29718"/>
                  </a:lnTo>
                  <a:close/>
                </a:path>
                <a:path w="203200" h="47625">
                  <a:moveTo>
                    <a:pt x="62484" y="12954"/>
                  </a:moveTo>
                  <a:lnTo>
                    <a:pt x="35814" y="12954"/>
                  </a:lnTo>
                  <a:lnTo>
                    <a:pt x="35814" y="17526"/>
                  </a:lnTo>
                  <a:lnTo>
                    <a:pt x="46482" y="17526"/>
                  </a:lnTo>
                  <a:lnTo>
                    <a:pt x="46482" y="46482"/>
                  </a:lnTo>
                  <a:lnTo>
                    <a:pt x="51816" y="46482"/>
                  </a:lnTo>
                  <a:lnTo>
                    <a:pt x="51816" y="17526"/>
                  </a:lnTo>
                  <a:lnTo>
                    <a:pt x="62484" y="17526"/>
                  </a:lnTo>
                  <a:lnTo>
                    <a:pt x="62484" y="12954"/>
                  </a:lnTo>
                  <a:close/>
                </a:path>
                <a:path w="203200" h="47625">
                  <a:moveTo>
                    <a:pt x="118872" y="762"/>
                  </a:moveTo>
                  <a:lnTo>
                    <a:pt x="89916" y="762"/>
                  </a:lnTo>
                  <a:lnTo>
                    <a:pt x="89916" y="35814"/>
                  </a:lnTo>
                  <a:lnTo>
                    <a:pt x="89154" y="38862"/>
                  </a:lnTo>
                  <a:lnTo>
                    <a:pt x="89154" y="40386"/>
                  </a:lnTo>
                  <a:lnTo>
                    <a:pt x="88392" y="41148"/>
                  </a:lnTo>
                  <a:lnTo>
                    <a:pt x="86868" y="41910"/>
                  </a:lnTo>
                  <a:lnTo>
                    <a:pt x="85344" y="41910"/>
                  </a:lnTo>
                  <a:lnTo>
                    <a:pt x="83820" y="41148"/>
                  </a:lnTo>
                  <a:lnTo>
                    <a:pt x="83058" y="41148"/>
                  </a:lnTo>
                  <a:lnTo>
                    <a:pt x="83058" y="42672"/>
                  </a:lnTo>
                  <a:lnTo>
                    <a:pt x="82296" y="44958"/>
                  </a:lnTo>
                  <a:lnTo>
                    <a:pt x="82296" y="46482"/>
                  </a:lnTo>
                  <a:lnTo>
                    <a:pt x="83820" y="47244"/>
                  </a:lnTo>
                  <a:lnTo>
                    <a:pt x="89154" y="47244"/>
                  </a:lnTo>
                  <a:lnTo>
                    <a:pt x="90678" y="46482"/>
                  </a:lnTo>
                  <a:lnTo>
                    <a:pt x="92202" y="44958"/>
                  </a:lnTo>
                  <a:lnTo>
                    <a:pt x="93726" y="44196"/>
                  </a:lnTo>
                  <a:lnTo>
                    <a:pt x="96012" y="37338"/>
                  </a:lnTo>
                  <a:lnTo>
                    <a:pt x="96012" y="6096"/>
                  </a:lnTo>
                  <a:lnTo>
                    <a:pt x="112776" y="6096"/>
                  </a:lnTo>
                  <a:lnTo>
                    <a:pt x="112776" y="46482"/>
                  </a:lnTo>
                  <a:lnTo>
                    <a:pt x="118872" y="46482"/>
                  </a:lnTo>
                  <a:lnTo>
                    <a:pt x="118872" y="762"/>
                  </a:lnTo>
                  <a:close/>
                </a:path>
                <a:path w="203200" h="47625">
                  <a:moveTo>
                    <a:pt x="159258" y="29718"/>
                  </a:moveTo>
                  <a:lnTo>
                    <a:pt x="157734" y="25908"/>
                  </a:lnTo>
                  <a:lnTo>
                    <a:pt x="151638" y="22098"/>
                  </a:lnTo>
                  <a:lnTo>
                    <a:pt x="156972" y="15240"/>
                  </a:lnTo>
                  <a:lnTo>
                    <a:pt x="156972" y="7620"/>
                  </a:lnTo>
                  <a:lnTo>
                    <a:pt x="151638" y="1524"/>
                  </a:lnTo>
                  <a:lnTo>
                    <a:pt x="146304" y="0"/>
                  </a:lnTo>
                  <a:lnTo>
                    <a:pt x="137160" y="762"/>
                  </a:lnTo>
                  <a:lnTo>
                    <a:pt x="130302" y="5334"/>
                  </a:lnTo>
                  <a:lnTo>
                    <a:pt x="127254" y="14478"/>
                  </a:lnTo>
                  <a:lnTo>
                    <a:pt x="132588" y="15240"/>
                  </a:lnTo>
                  <a:lnTo>
                    <a:pt x="134874" y="9144"/>
                  </a:lnTo>
                  <a:lnTo>
                    <a:pt x="140208" y="5334"/>
                  </a:lnTo>
                  <a:lnTo>
                    <a:pt x="146304" y="6096"/>
                  </a:lnTo>
                  <a:lnTo>
                    <a:pt x="150876" y="9906"/>
                  </a:lnTo>
                  <a:lnTo>
                    <a:pt x="150876" y="14478"/>
                  </a:lnTo>
                  <a:lnTo>
                    <a:pt x="147828" y="18288"/>
                  </a:lnTo>
                  <a:lnTo>
                    <a:pt x="139446" y="19812"/>
                  </a:lnTo>
                  <a:lnTo>
                    <a:pt x="139446" y="25146"/>
                  </a:lnTo>
                  <a:lnTo>
                    <a:pt x="147066" y="25908"/>
                  </a:lnTo>
                  <a:lnTo>
                    <a:pt x="152400" y="30480"/>
                  </a:lnTo>
                  <a:lnTo>
                    <a:pt x="153162" y="33528"/>
                  </a:lnTo>
                  <a:lnTo>
                    <a:pt x="150876" y="39624"/>
                  </a:lnTo>
                  <a:lnTo>
                    <a:pt x="147066" y="41148"/>
                  </a:lnTo>
                  <a:lnTo>
                    <a:pt x="138684" y="41148"/>
                  </a:lnTo>
                  <a:lnTo>
                    <a:pt x="135636" y="38862"/>
                  </a:lnTo>
                  <a:lnTo>
                    <a:pt x="131826" y="32004"/>
                  </a:lnTo>
                  <a:lnTo>
                    <a:pt x="125730" y="33528"/>
                  </a:lnTo>
                  <a:lnTo>
                    <a:pt x="128778" y="39624"/>
                  </a:lnTo>
                  <a:lnTo>
                    <a:pt x="132588" y="43434"/>
                  </a:lnTo>
                  <a:lnTo>
                    <a:pt x="137160" y="46482"/>
                  </a:lnTo>
                  <a:lnTo>
                    <a:pt x="143256" y="47244"/>
                  </a:lnTo>
                  <a:lnTo>
                    <a:pt x="150114" y="46482"/>
                  </a:lnTo>
                  <a:lnTo>
                    <a:pt x="155448" y="43434"/>
                  </a:lnTo>
                  <a:lnTo>
                    <a:pt x="159258" y="35814"/>
                  </a:lnTo>
                  <a:lnTo>
                    <a:pt x="159258" y="29718"/>
                  </a:lnTo>
                  <a:close/>
                </a:path>
                <a:path w="203200" h="47625">
                  <a:moveTo>
                    <a:pt x="203073" y="33769"/>
                  </a:moveTo>
                  <a:lnTo>
                    <a:pt x="197053" y="23164"/>
                  </a:lnTo>
                  <a:lnTo>
                    <a:pt x="197053" y="40068"/>
                  </a:lnTo>
                  <a:lnTo>
                    <a:pt x="188569" y="41998"/>
                  </a:lnTo>
                  <a:lnTo>
                    <a:pt x="182880" y="41148"/>
                  </a:lnTo>
                  <a:lnTo>
                    <a:pt x="173736" y="41148"/>
                  </a:lnTo>
                  <a:lnTo>
                    <a:pt x="173736" y="25146"/>
                  </a:lnTo>
                  <a:lnTo>
                    <a:pt x="185928" y="25146"/>
                  </a:lnTo>
                  <a:lnTo>
                    <a:pt x="188569" y="25806"/>
                  </a:lnTo>
                  <a:lnTo>
                    <a:pt x="190500" y="25908"/>
                  </a:lnTo>
                  <a:lnTo>
                    <a:pt x="193548" y="27432"/>
                  </a:lnTo>
                  <a:lnTo>
                    <a:pt x="194310" y="28194"/>
                  </a:lnTo>
                  <a:lnTo>
                    <a:pt x="195834" y="31242"/>
                  </a:lnTo>
                  <a:lnTo>
                    <a:pt x="195834" y="32766"/>
                  </a:lnTo>
                  <a:lnTo>
                    <a:pt x="197053" y="40068"/>
                  </a:lnTo>
                  <a:lnTo>
                    <a:pt x="197053" y="23164"/>
                  </a:lnTo>
                  <a:lnTo>
                    <a:pt x="196786" y="22682"/>
                  </a:lnTo>
                  <a:lnTo>
                    <a:pt x="176784" y="19812"/>
                  </a:lnTo>
                  <a:lnTo>
                    <a:pt x="173736" y="19812"/>
                  </a:lnTo>
                  <a:lnTo>
                    <a:pt x="173736" y="6096"/>
                  </a:lnTo>
                  <a:lnTo>
                    <a:pt x="197358" y="6096"/>
                  </a:lnTo>
                  <a:lnTo>
                    <a:pt x="197358" y="762"/>
                  </a:lnTo>
                  <a:lnTo>
                    <a:pt x="167640" y="762"/>
                  </a:lnTo>
                  <a:lnTo>
                    <a:pt x="167640" y="46482"/>
                  </a:lnTo>
                  <a:lnTo>
                    <a:pt x="172212" y="46482"/>
                  </a:lnTo>
                  <a:lnTo>
                    <a:pt x="173736" y="46342"/>
                  </a:lnTo>
                  <a:lnTo>
                    <a:pt x="195084" y="44551"/>
                  </a:lnTo>
                  <a:lnTo>
                    <a:pt x="197053" y="41884"/>
                  </a:lnTo>
                  <a:lnTo>
                    <a:pt x="203073" y="337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2" name="object 5392"/>
            <p:cNvSpPr/>
            <p:nvPr/>
          </p:nvSpPr>
          <p:spPr>
            <a:xfrm>
              <a:off x="4501286" y="6017390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12191"/>
                  </a:moveTo>
                  <a:lnTo>
                    <a:pt x="0" y="0"/>
                  </a:lnTo>
                  <a:lnTo>
                    <a:pt x="0" y="12191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3" name="object 5393"/>
            <p:cNvSpPr/>
            <p:nvPr/>
          </p:nvSpPr>
          <p:spPr>
            <a:xfrm>
              <a:off x="4500905" y="6017390"/>
              <a:ext cx="1270" cy="12700"/>
            </a:xfrm>
            <a:custGeom>
              <a:avLst/>
              <a:gdLst/>
              <a:ahLst/>
              <a:cxnLst/>
              <a:rect l="l" t="t" r="r" b="b"/>
              <a:pathLst>
                <a:path w="1270" h="12700">
                  <a:moveTo>
                    <a:pt x="0" y="12191"/>
                  </a:moveTo>
                  <a:lnTo>
                    <a:pt x="761" y="1219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2191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4" name="object 5394"/>
            <p:cNvSpPr/>
            <p:nvPr/>
          </p:nvSpPr>
          <p:spPr>
            <a:xfrm>
              <a:off x="5875159" y="6017390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12192"/>
                  </a:moveTo>
                  <a:lnTo>
                    <a:pt x="0" y="0"/>
                  </a:lnTo>
                  <a:lnTo>
                    <a:pt x="0" y="1219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5" name="object 5395"/>
            <p:cNvSpPr/>
            <p:nvPr/>
          </p:nvSpPr>
          <p:spPr>
            <a:xfrm>
              <a:off x="5874778" y="6017390"/>
              <a:ext cx="1270" cy="12700"/>
            </a:xfrm>
            <a:custGeom>
              <a:avLst/>
              <a:gdLst/>
              <a:ahLst/>
              <a:cxnLst/>
              <a:rect l="l" t="t" r="r" b="b"/>
              <a:pathLst>
                <a:path w="1270" h="12700">
                  <a:moveTo>
                    <a:pt x="0" y="12191"/>
                  </a:moveTo>
                  <a:lnTo>
                    <a:pt x="761" y="1219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2191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6" name="object 5396"/>
            <p:cNvSpPr/>
            <p:nvPr/>
          </p:nvSpPr>
          <p:spPr>
            <a:xfrm>
              <a:off x="4501273" y="6017403"/>
              <a:ext cx="1374140" cy="12700"/>
            </a:xfrm>
            <a:custGeom>
              <a:avLst/>
              <a:gdLst/>
              <a:ahLst/>
              <a:cxnLst/>
              <a:rect l="l" t="t" r="r" b="b"/>
              <a:pathLst>
                <a:path w="1374139" h="12700">
                  <a:moveTo>
                    <a:pt x="1373886" y="0"/>
                  </a:moveTo>
                  <a:lnTo>
                    <a:pt x="0" y="0"/>
                  </a:lnTo>
                  <a:lnTo>
                    <a:pt x="0" y="12192"/>
                  </a:lnTo>
                  <a:lnTo>
                    <a:pt x="1373886" y="12192"/>
                  </a:lnTo>
                  <a:lnTo>
                    <a:pt x="1373886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7" name="object 5397"/>
            <p:cNvSpPr/>
            <p:nvPr/>
          </p:nvSpPr>
          <p:spPr>
            <a:xfrm>
              <a:off x="4496714" y="5882516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19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8" name="object 5398"/>
            <p:cNvSpPr/>
            <p:nvPr/>
          </p:nvSpPr>
          <p:spPr>
            <a:xfrm>
              <a:off x="4496714" y="6023486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191" y="0"/>
                  </a:moveTo>
                  <a:lnTo>
                    <a:pt x="0" y="0"/>
                  </a:lnTo>
                  <a:lnTo>
                    <a:pt x="12191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9" name="object 5399"/>
            <p:cNvSpPr/>
            <p:nvPr/>
          </p:nvSpPr>
          <p:spPr>
            <a:xfrm>
              <a:off x="4496714" y="6023486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19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0" name="object 5400"/>
            <p:cNvSpPr/>
            <p:nvPr/>
          </p:nvSpPr>
          <p:spPr>
            <a:xfrm>
              <a:off x="4496714" y="5882516"/>
              <a:ext cx="12700" cy="140970"/>
            </a:xfrm>
            <a:custGeom>
              <a:avLst/>
              <a:gdLst/>
              <a:ahLst/>
              <a:cxnLst/>
              <a:rect l="l" t="t" r="r" b="b"/>
              <a:pathLst>
                <a:path w="12700" h="140970">
                  <a:moveTo>
                    <a:pt x="0" y="140970"/>
                  </a:moveTo>
                  <a:lnTo>
                    <a:pt x="0" y="0"/>
                  </a:lnTo>
                  <a:lnTo>
                    <a:pt x="12191" y="0"/>
                  </a:lnTo>
                  <a:lnTo>
                    <a:pt x="12191" y="140970"/>
                  </a:lnTo>
                  <a:lnTo>
                    <a:pt x="0" y="14097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1" name="object 5401"/>
            <p:cNvSpPr/>
            <p:nvPr/>
          </p:nvSpPr>
          <p:spPr>
            <a:xfrm>
              <a:off x="4496714" y="5882516"/>
              <a:ext cx="12700" cy="140970"/>
            </a:xfrm>
            <a:custGeom>
              <a:avLst/>
              <a:gdLst/>
              <a:ahLst/>
              <a:cxnLst/>
              <a:rect l="l" t="t" r="r" b="b"/>
              <a:pathLst>
                <a:path w="12700" h="140970">
                  <a:moveTo>
                    <a:pt x="0" y="140970"/>
                  </a:moveTo>
                  <a:lnTo>
                    <a:pt x="0" y="0"/>
                  </a:lnTo>
                  <a:lnTo>
                    <a:pt x="12191" y="0"/>
                  </a:lnTo>
                  <a:lnTo>
                    <a:pt x="12191" y="140970"/>
                  </a:lnTo>
                  <a:lnTo>
                    <a:pt x="0" y="14097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2" name="object 5402"/>
            <p:cNvSpPr/>
            <p:nvPr/>
          </p:nvSpPr>
          <p:spPr>
            <a:xfrm>
              <a:off x="5869838" y="5334638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430" y="0"/>
                  </a:moveTo>
                  <a:lnTo>
                    <a:pt x="0" y="0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3" name="object 5403"/>
            <p:cNvSpPr/>
            <p:nvPr/>
          </p:nvSpPr>
          <p:spPr>
            <a:xfrm>
              <a:off x="5869838" y="5334638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42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4" name="object 5404"/>
            <p:cNvSpPr/>
            <p:nvPr/>
          </p:nvSpPr>
          <p:spPr>
            <a:xfrm>
              <a:off x="5869838" y="6019676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429" y="0"/>
                  </a:moveTo>
                  <a:lnTo>
                    <a:pt x="0" y="0"/>
                  </a:lnTo>
                  <a:lnTo>
                    <a:pt x="11429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5" name="object 5405"/>
            <p:cNvSpPr/>
            <p:nvPr/>
          </p:nvSpPr>
          <p:spPr>
            <a:xfrm>
              <a:off x="5869838" y="6019676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42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6" name="object 5406"/>
            <p:cNvSpPr/>
            <p:nvPr/>
          </p:nvSpPr>
          <p:spPr>
            <a:xfrm>
              <a:off x="5869838" y="5334638"/>
              <a:ext cx="11430" cy="685165"/>
            </a:xfrm>
            <a:custGeom>
              <a:avLst/>
              <a:gdLst/>
              <a:ahLst/>
              <a:cxnLst/>
              <a:rect l="l" t="t" r="r" b="b"/>
              <a:pathLst>
                <a:path w="11429" h="685164">
                  <a:moveTo>
                    <a:pt x="0" y="685038"/>
                  </a:moveTo>
                  <a:lnTo>
                    <a:pt x="0" y="0"/>
                  </a:lnTo>
                  <a:lnTo>
                    <a:pt x="11430" y="0"/>
                  </a:lnTo>
                  <a:lnTo>
                    <a:pt x="11430" y="685038"/>
                  </a:lnTo>
                  <a:lnTo>
                    <a:pt x="0" y="685038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7" name="object 5407"/>
            <p:cNvSpPr/>
            <p:nvPr/>
          </p:nvSpPr>
          <p:spPr>
            <a:xfrm>
              <a:off x="5869838" y="5334638"/>
              <a:ext cx="11430" cy="685165"/>
            </a:xfrm>
            <a:custGeom>
              <a:avLst/>
              <a:gdLst/>
              <a:ahLst/>
              <a:cxnLst/>
              <a:rect l="l" t="t" r="r" b="b"/>
              <a:pathLst>
                <a:path w="11429" h="685164">
                  <a:moveTo>
                    <a:pt x="0" y="685038"/>
                  </a:moveTo>
                  <a:lnTo>
                    <a:pt x="0" y="0"/>
                  </a:lnTo>
                  <a:lnTo>
                    <a:pt x="11430" y="0"/>
                  </a:lnTo>
                  <a:lnTo>
                    <a:pt x="11430" y="685038"/>
                  </a:lnTo>
                  <a:lnTo>
                    <a:pt x="0" y="685038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8" name="object 5408"/>
            <p:cNvSpPr/>
            <p:nvPr/>
          </p:nvSpPr>
          <p:spPr>
            <a:xfrm>
              <a:off x="5875159" y="5329304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12191"/>
                  </a:moveTo>
                  <a:lnTo>
                    <a:pt x="0" y="0"/>
                  </a:lnTo>
                  <a:lnTo>
                    <a:pt x="0" y="12191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9" name="object 5409"/>
            <p:cNvSpPr/>
            <p:nvPr/>
          </p:nvSpPr>
          <p:spPr>
            <a:xfrm>
              <a:off x="5874778" y="5329304"/>
              <a:ext cx="1270" cy="12700"/>
            </a:xfrm>
            <a:custGeom>
              <a:avLst/>
              <a:gdLst/>
              <a:ahLst/>
              <a:cxnLst/>
              <a:rect l="l" t="t" r="r" b="b"/>
              <a:pathLst>
                <a:path w="1270" h="12700">
                  <a:moveTo>
                    <a:pt x="0" y="12191"/>
                  </a:moveTo>
                  <a:lnTo>
                    <a:pt x="761" y="1219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2191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0" name="object 5410"/>
            <p:cNvSpPr/>
            <p:nvPr/>
          </p:nvSpPr>
          <p:spPr>
            <a:xfrm>
              <a:off x="8042300" y="5329304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12192"/>
                  </a:moveTo>
                  <a:lnTo>
                    <a:pt x="0" y="0"/>
                  </a:lnTo>
                  <a:lnTo>
                    <a:pt x="0" y="1219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1" name="object 5411"/>
            <p:cNvSpPr/>
            <p:nvPr/>
          </p:nvSpPr>
          <p:spPr>
            <a:xfrm>
              <a:off x="8041919" y="5329304"/>
              <a:ext cx="1270" cy="12700"/>
            </a:xfrm>
            <a:custGeom>
              <a:avLst/>
              <a:gdLst/>
              <a:ahLst/>
              <a:cxnLst/>
              <a:rect l="l" t="t" r="r" b="b"/>
              <a:pathLst>
                <a:path w="1270" h="12700">
                  <a:moveTo>
                    <a:pt x="0" y="12191"/>
                  </a:moveTo>
                  <a:lnTo>
                    <a:pt x="761" y="1219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2191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2" name="object 5412"/>
            <p:cNvSpPr/>
            <p:nvPr/>
          </p:nvSpPr>
          <p:spPr>
            <a:xfrm>
              <a:off x="5875159" y="5329304"/>
              <a:ext cx="2167255" cy="12700"/>
            </a:xfrm>
            <a:custGeom>
              <a:avLst/>
              <a:gdLst/>
              <a:ahLst/>
              <a:cxnLst/>
              <a:rect l="l" t="t" r="r" b="b"/>
              <a:pathLst>
                <a:path w="2167254" h="12700">
                  <a:moveTo>
                    <a:pt x="2167128" y="12191"/>
                  </a:moveTo>
                  <a:lnTo>
                    <a:pt x="2167128" y="0"/>
                  </a:lnTo>
                  <a:lnTo>
                    <a:pt x="0" y="0"/>
                  </a:lnTo>
                  <a:lnTo>
                    <a:pt x="0" y="12191"/>
                  </a:lnTo>
                  <a:lnTo>
                    <a:pt x="2167128" y="12191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13" name="object 5413"/>
            <p:cNvPicPr/>
            <p:nvPr/>
          </p:nvPicPr>
          <p:blipFill>
            <a:blip r:embed="rId261" cstate="print"/>
            <a:stretch>
              <a:fillRect/>
            </a:stretch>
          </p:blipFill>
          <p:spPr>
            <a:xfrm>
              <a:off x="1528343" y="3859025"/>
              <a:ext cx="409194" cy="169926"/>
            </a:xfrm>
            <a:prstGeom prst="rect">
              <a:avLst/>
            </a:prstGeom>
          </p:spPr>
        </p:pic>
        <p:sp>
          <p:nvSpPr>
            <p:cNvPr id="5414" name="object 5414"/>
            <p:cNvSpPr/>
            <p:nvPr/>
          </p:nvSpPr>
          <p:spPr>
            <a:xfrm>
              <a:off x="6304940" y="500393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2"/>
                  </a:moveTo>
                  <a:lnTo>
                    <a:pt x="0" y="0"/>
                  </a:lnTo>
                  <a:lnTo>
                    <a:pt x="0" y="1600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5" name="object 5415"/>
            <p:cNvSpPr/>
            <p:nvPr/>
          </p:nvSpPr>
          <p:spPr>
            <a:xfrm>
              <a:off x="6304559" y="500393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6" name="object 5416"/>
            <p:cNvSpPr/>
            <p:nvPr/>
          </p:nvSpPr>
          <p:spPr>
            <a:xfrm>
              <a:off x="1923440" y="500393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7" name="object 5417"/>
            <p:cNvSpPr/>
            <p:nvPr/>
          </p:nvSpPr>
          <p:spPr>
            <a:xfrm>
              <a:off x="1923059" y="500393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8" name="object 5418"/>
            <p:cNvSpPr/>
            <p:nvPr/>
          </p:nvSpPr>
          <p:spPr>
            <a:xfrm>
              <a:off x="1923427" y="5003943"/>
              <a:ext cx="4381500" cy="16510"/>
            </a:xfrm>
            <a:custGeom>
              <a:avLst/>
              <a:gdLst/>
              <a:ahLst/>
              <a:cxnLst/>
              <a:rect l="l" t="t" r="r" b="b"/>
              <a:pathLst>
                <a:path w="4381500" h="16510">
                  <a:moveTo>
                    <a:pt x="4381500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4381500" y="16002"/>
                  </a:lnTo>
                  <a:lnTo>
                    <a:pt x="4381500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9" name="object 5419"/>
            <p:cNvSpPr/>
            <p:nvPr/>
          </p:nvSpPr>
          <p:spPr>
            <a:xfrm>
              <a:off x="1921154" y="3873884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0" name="object 5420"/>
            <p:cNvSpPr/>
            <p:nvPr/>
          </p:nvSpPr>
          <p:spPr>
            <a:xfrm>
              <a:off x="1921154" y="5012312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1" y="0"/>
                  </a:moveTo>
                  <a:lnTo>
                    <a:pt x="0" y="0"/>
                  </a:lnTo>
                  <a:lnTo>
                    <a:pt x="16001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1" name="object 5421"/>
            <p:cNvSpPr/>
            <p:nvPr/>
          </p:nvSpPr>
          <p:spPr>
            <a:xfrm>
              <a:off x="1921154" y="5012312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2" name="object 5422"/>
            <p:cNvSpPr/>
            <p:nvPr/>
          </p:nvSpPr>
          <p:spPr>
            <a:xfrm>
              <a:off x="1921154" y="3873884"/>
              <a:ext cx="16510" cy="1138555"/>
            </a:xfrm>
            <a:custGeom>
              <a:avLst/>
              <a:gdLst/>
              <a:ahLst/>
              <a:cxnLst/>
              <a:rect l="l" t="t" r="r" b="b"/>
              <a:pathLst>
                <a:path w="16510" h="1138554">
                  <a:moveTo>
                    <a:pt x="0" y="1138428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138428"/>
                  </a:lnTo>
                  <a:lnTo>
                    <a:pt x="0" y="1138428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3" name="object 5423"/>
            <p:cNvSpPr/>
            <p:nvPr/>
          </p:nvSpPr>
          <p:spPr>
            <a:xfrm>
              <a:off x="1921154" y="3873884"/>
              <a:ext cx="16510" cy="1138555"/>
            </a:xfrm>
            <a:custGeom>
              <a:avLst/>
              <a:gdLst/>
              <a:ahLst/>
              <a:cxnLst/>
              <a:rect l="l" t="t" r="r" b="b"/>
              <a:pathLst>
                <a:path w="16510" h="1138554">
                  <a:moveTo>
                    <a:pt x="0" y="1138428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138428"/>
                  </a:lnTo>
                  <a:lnTo>
                    <a:pt x="0" y="1138428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24" name="object 5424"/>
            <p:cNvPicPr/>
            <p:nvPr/>
          </p:nvPicPr>
          <p:blipFill>
            <a:blip r:embed="rId262" cstate="print"/>
            <a:stretch>
              <a:fillRect/>
            </a:stretch>
          </p:blipFill>
          <p:spPr>
            <a:xfrm>
              <a:off x="7618996" y="5158089"/>
              <a:ext cx="65690" cy="65062"/>
            </a:xfrm>
            <a:prstGeom prst="rect">
              <a:avLst/>
            </a:prstGeom>
          </p:spPr>
        </p:pic>
        <p:sp>
          <p:nvSpPr>
            <p:cNvPr id="5425" name="object 5425"/>
            <p:cNvSpPr/>
            <p:nvPr/>
          </p:nvSpPr>
          <p:spPr>
            <a:xfrm>
              <a:off x="6494678" y="5180714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6" name="object 5426"/>
            <p:cNvSpPr/>
            <p:nvPr/>
          </p:nvSpPr>
          <p:spPr>
            <a:xfrm>
              <a:off x="6494297" y="5180714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7" name="object 5427"/>
            <p:cNvSpPr/>
            <p:nvPr/>
          </p:nvSpPr>
          <p:spPr>
            <a:xfrm>
              <a:off x="6494665" y="5180727"/>
              <a:ext cx="1125855" cy="16510"/>
            </a:xfrm>
            <a:custGeom>
              <a:avLst/>
              <a:gdLst/>
              <a:ahLst/>
              <a:cxnLst/>
              <a:rect l="l" t="t" r="r" b="b"/>
              <a:pathLst>
                <a:path w="1125854" h="16510">
                  <a:moveTo>
                    <a:pt x="1125474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1125474" y="16002"/>
                  </a:lnTo>
                  <a:lnTo>
                    <a:pt x="1125474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8" name="object 5428"/>
            <p:cNvSpPr/>
            <p:nvPr/>
          </p:nvSpPr>
          <p:spPr>
            <a:xfrm>
              <a:off x="6486296" y="5117468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9" name="object 5429"/>
            <p:cNvSpPr/>
            <p:nvPr/>
          </p:nvSpPr>
          <p:spPr>
            <a:xfrm>
              <a:off x="6486283" y="5194430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16001" y="0"/>
                  </a:moveTo>
                  <a:lnTo>
                    <a:pt x="0" y="0"/>
                  </a:lnTo>
                  <a:lnTo>
                    <a:pt x="16001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0" name="object 5430"/>
            <p:cNvSpPr/>
            <p:nvPr/>
          </p:nvSpPr>
          <p:spPr>
            <a:xfrm>
              <a:off x="6486283" y="5194430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1" name="object 5431"/>
            <p:cNvSpPr/>
            <p:nvPr/>
          </p:nvSpPr>
          <p:spPr>
            <a:xfrm>
              <a:off x="6486296" y="5117468"/>
              <a:ext cx="16510" cy="77470"/>
            </a:xfrm>
            <a:custGeom>
              <a:avLst/>
              <a:gdLst/>
              <a:ahLst/>
              <a:cxnLst/>
              <a:rect l="l" t="t" r="r" b="b"/>
              <a:pathLst>
                <a:path w="16509" h="77470">
                  <a:moveTo>
                    <a:pt x="0" y="76962"/>
                  </a:moveTo>
                  <a:lnTo>
                    <a:pt x="0" y="0"/>
                  </a:lnTo>
                  <a:lnTo>
                    <a:pt x="16000" y="0"/>
                  </a:lnTo>
                  <a:lnTo>
                    <a:pt x="16000" y="76962"/>
                  </a:lnTo>
                  <a:lnTo>
                    <a:pt x="0" y="7696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2" name="object 5432"/>
            <p:cNvSpPr/>
            <p:nvPr/>
          </p:nvSpPr>
          <p:spPr>
            <a:xfrm>
              <a:off x="6486296" y="5117468"/>
              <a:ext cx="16510" cy="77470"/>
            </a:xfrm>
            <a:custGeom>
              <a:avLst/>
              <a:gdLst/>
              <a:ahLst/>
              <a:cxnLst/>
              <a:rect l="l" t="t" r="r" b="b"/>
              <a:pathLst>
                <a:path w="16509" h="77470">
                  <a:moveTo>
                    <a:pt x="0" y="76962"/>
                  </a:moveTo>
                  <a:lnTo>
                    <a:pt x="0" y="0"/>
                  </a:lnTo>
                  <a:lnTo>
                    <a:pt x="16000" y="0"/>
                  </a:lnTo>
                  <a:lnTo>
                    <a:pt x="16000" y="76962"/>
                  </a:lnTo>
                  <a:lnTo>
                    <a:pt x="0" y="76962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433" name="object 5433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191770">
              <a:lnSpc>
                <a:spcPct val="100000"/>
              </a:lnSpc>
              <a:spcBef>
                <a:spcPts val="345"/>
              </a:spcBef>
            </a:pPr>
            <a:fld id="{81D60167-4931-47E6-BA6A-407CBD079E47}" type="slidenum">
              <a:rPr spc="-5" dirty="0"/>
              <a:t>31</a:t>
            </a:fld>
            <a:endParaRPr spc="-5" dirty="0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639461" y="0"/>
            <a:ext cx="6738620" cy="854710"/>
          </a:xfrm>
          <a:prstGeom prst="rect">
            <a:avLst/>
          </a:prstGeom>
        </p:spPr>
        <p:txBody>
          <a:bodyPr vert="horz" wrap="square" lIns="0" tIns="158750" rIns="0" bIns="0" rtlCol="0">
            <a:spAutoFit/>
          </a:bodyPr>
          <a:lstStyle/>
          <a:p>
            <a:pPr marL="2106930" marR="5080" indent="-2094864">
              <a:lnSpc>
                <a:spcPct val="70000"/>
              </a:lnSpc>
              <a:spcBef>
                <a:spcPts val="1250"/>
              </a:spcBef>
            </a:pPr>
            <a:r>
              <a:rPr b="1" spc="-10" dirty="0">
                <a:latin typeface="Arial"/>
                <a:cs typeface="Arial"/>
              </a:rPr>
              <a:t>Система</a:t>
            </a:r>
            <a:r>
              <a:rPr b="1" spc="-5" dirty="0">
                <a:latin typeface="Arial"/>
                <a:cs typeface="Arial"/>
              </a:rPr>
              <a:t> </a:t>
            </a:r>
            <a:r>
              <a:rPr b="1" spc="-10" dirty="0">
                <a:latin typeface="Arial"/>
                <a:cs typeface="Arial"/>
              </a:rPr>
              <a:t>контроля,</a:t>
            </a:r>
            <a:r>
              <a:rPr b="1" dirty="0">
                <a:latin typeface="Arial"/>
                <a:cs typeface="Arial"/>
              </a:rPr>
              <a:t> </a:t>
            </a:r>
            <a:r>
              <a:rPr b="1" spc="-10" dirty="0">
                <a:latin typeface="Arial"/>
                <a:cs typeface="Arial"/>
              </a:rPr>
              <a:t>управления</a:t>
            </a:r>
            <a:r>
              <a:rPr b="1" spc="-5" dirty="0">
                <a:latin typeface="Arial"/>
                <a:cs typeface="Arial"/>
              </a:rPr>
              <a:t> и </a:t>
            </a:r>
            <a:r>
              <a:rPr b="1" spc="-875" dirty="0">
                <a:latin typeface="Arial"/>
                <a:cs typeface="Arial"/>
              </a:rPr>
              <a:t> </a:t>
            </a:r>
            <a:r>
              <a:rPr b="1" spc="-5" dirty="0">
                <a:latin typeface="Arial"/>
                <a:cs typeface="Arial"/>
              </a:rPr>
              <a:t>диагностики</a:t>
            </a:r>
          </a:p>
        </p:txBody>
      </p:sp>
      <p:sp>
        <p:nvSpPr>
          <p:cNvPr id="9" name="object 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191770">
              <a:lnSpc>
                <a:spcPct val="100000"/>
              </a:lnSpc>
              <a:spcBef>
                <a:spcPts val="345"/>
              </a:spcBef>
            </a:pPr>
            <a:fld id="{81D60167-4931-47E6-BA6A-407CBD079E47}" type="slidenum">
              <a:rPr spc="-5" dirty="0"/>
              <a:t>32</a:t>
            </a:fld>
            <a:endParaRPr spc="-5" dirty="0"/>
          </a:p>
        </p:txBody>
      </p:sp>
      <p:sp>
        <p:nvSpPr>
          <p:cNvPr id="3" name="object 3"/>
          <p:cNvSpPr txBox="1"/>
          <p:nvPr/>
        </p:nvSpPr>
        <p:spPr>
          <a:xfrm>
            <a:off x="731158" y="1390018"/>
            <a:ext cx="7643495" cy="19113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34925" algn="ctr">
              <a:lnSpc>
                <a:spcPct val="100000"/>
              </a:lnSpc>
              <a:spcBef>
                <a:spcPts val="100"/>
              </a:spcBef>
            </a:pPr>
            <a:r>
              <a:rPr sz="2800" spc="40" dirty="0">
                <a:solidFill>
                  <a:srgbClr val="0068B4"/>
                </a:solidFill>
                <a:latin typeface="Trebuchet MS"/>
                <a:cs typeface="Trebuchet MS"/>
              </a:rPr>
              <a:t>Назначение</a:t>
            </a:r>
            <a:r>
              <a:rPr sz="2800" spc="-114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800" spc="105" dirty="0">
                <a:solidFill>
                  <a:srgbClr val="0068B4"/>
                </a:solidFill>
                <a:latin typeface="Trebuchet MS"/>
                <a:cs typeface="Trebuchet MS"/>
              </a:rPr>
              <a:t>СКУД</a:t>
            </a:r>
            <a:endParaRPr sz="2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2450">
              <a:latin typeface="Trebuchet MS"/>
              <a:cs typeface="Trebuchet MS"/>
            </a:endParaRPr>
          </a:p>
          <a:p>
            <a:pPr marL="12700" marR="5080" indent="914400" algn="just">
              <a:lnSpc>
                <a:spcPct val="100000"/>
              </a:lnSpc>
            </a:pP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СКУД</a:t>
            </a:r>
            <a:r>
              <a:rPr sz="24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представляет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 собой</a:t>
            </a:r>
            <a:r>
              <a:rPr sz="24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децентрализованную </a:t>
            </a:r>
            <a:r>
              <a:rPr sz="24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систему,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состоящую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из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систем,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 объединяемых</a:t>
            </a:r>
            <a:r>
              <a:rPr sz="24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общей </a:t>
            </a:r>
            <a:r>
              <a:rPr sz="24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задачей</a:t>
            </a:r>
            <a:r>
              <a:rPr sz="2400" spc="41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контроля</a:t>
            </a:r>
            <a:r>
              <a:rPr sz="2400" spc="41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и</a:t>
            </a:r>
            <a:r>
              <a:rPr sz="2400" spc="41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диагностирования</a:t>
            </a:r>
            <a:r>
              <a:rPr sz="2400" spc="42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РУ</a:t>
            </a:r>
            <a:r>
              <a:rPr sz="2400" spc="42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в</a:t>
            </a:r>
            <a:r>
              <a:rPr sz="2400" spc="41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процессе</a:t>
            </a:r>
            <a:r>
              <a:rPr sz="2400" spc="41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ее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823137" y="3640966"/>
            <a:ext cx="417195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466340" algn="l"/>
              </a:tabLst>
            </a:pP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ф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ункционально	законченных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84976" y="3275207"/>
            <a:ext cx="528955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6350" algn="r">
              <a:lnSpc>
                <a:spcPct val="100000"/>
              </a:lnSpc>
              <a:spcBef>
                <a:spcPts val="100"/>
              </a:spcBef>
              <a:tabLst>
                <a:tab pos="1333500" algn="l"/>
                <a:tab pos="3160395" algn="l"/>
                <a:tab pos="3977640" algn="l"/>
              </a:tabLst>
            </a:pP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СКУД	</a:t>
            </a:r>
            <a:r>
              <a:rPr sz="2400" spc="5" dirty="0">
                <a:solidFill>
                  <a:srgbClr val="0068B4"/>
                </a:solidFill>
                <a:latin typeface="Times New Roman"/>
                <a:cs typeface="Times New Roman"/>
              </a:rPr>
              <a:t>п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остроена	по	принципу</a:t>
            </a:r>
            <a:endParaRPr sz="2400">
              <a:latin typeface="Times New Roman"/>
              <a:cs typeface="Times New Roman"/>
            </a:endParaRPr>
          </a:p>
          <a:p>
            <a:pPr marR="5080" algn="r">
              <a:lnSpc>
                <a:spcPct val="100000"/>
              </a:lnSpc>
            </a:pP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систем,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31158" y="3275207"/>
            <a:ext cx="1924050" cy="11220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эксплуатации. </a:t>
            </a:r>
            <a:r>
              <a:rPr sz="2400" spc="-58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объединения </a:t>
            </a:r>
            <a:r>
              <a:rPr sz="24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выполняющих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923504" y="4005964"/>
            <a:ext cx="5449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901065" algn="l"/>
                <a:tab pos="2345690" algn="l"/>
                <a:tab pos="2782570" algn="l"/>
                <a:tab pos="4051300" algn="l"/>
                <a:tab pos="5273040" algn="l"/>
              </a:tabLst>
            </a:pP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свои	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ф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ункции	в	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п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олном	объеме	и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31158" y="4370963"/>
            <a:ext cx="592264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объединенных</a:t>
            </a:r>
            <a:r>
              <a:rPr sz="2400" spc="-4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информационными</a:t>
            </a:r>
            <a:r>
              <a:rPr sz="2400" spc="-5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потоками.</a:t>
            </a:r>
            <a:endParaRPr sz="24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711852" y="1397638"/>
            <a:ext cx="6234430" cy="15055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94995" algn="ctr">
              <a:lnSpc>
                <a:spcPct val="100000"/>
              </a:lnSpc>
              <a:spcBef>
                <a:spcPts val="100"/>
              </a:spcBef>
            </a:pPr>
            <a:r>
              <a:rPr sz="2800" spc="95" dirty="0">
                <a:solidFill>
                  <a:srgbClr val="0068B4"/>
                </a:solidFill>
                <a:latin typeface="Trebuchet MS"/>
                <a:cs typeface="Trebuchet MS"/>
              </a:rPr>
              <a:t>Состав</a:t>
            </a:r>
            <a:r>
              <a:rPr sz="2800" spc="-100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800" spc="100" dirty="0">
                <a:solidFill>
                  <a:srgbClr val="0068B4"/>
                </a:solidFill>
                <a:latin typeface="Trebuchet MS"/>
                <a:cs typeface="Trebuchet MS"/>
              </a:rPr>
              <a:t>СКУД</a:t>
            </a:r>
            <a:endParaRPr sz="2800">
              <a:latin typeface="Trebuchet MS"/>
              <a:cs typeface="Trebuchet MS"/>
            </a:endParaRPr>
          </a:p>
          <a:p>
            <a:pPr marL="12700">
              <a:lnSpc>
                <a:spcPts val="2875"/>
              </a:lnSpc>
              <a:spcBef>
                <a:spcPts val="2535"/>
              </a:spcBef>
            </a:pP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В</a:t>
            </a:r>
            <a:r>
              <a:rPr sz="2400" spc="-1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состав</a:t>
            </a:r>
            <a:r>
              <a:rPr sz="2400" spc="-1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СКУД</a:t>
            </a:r>
            <a:r>
              <a:rPr sz="2400" spc="-1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входят следующие</a:t>
            </a:r>
            <a:r>
              <a:rPr sz="2400" spc="-1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системы:</a:t>
            </a:r>
            <a:endParaRPr sz="2400">
              <a:latin typeface="Times New Roman"/>
              <a:cs typeface="Times New Roman"/>
            </a:endParaRPr>
          </a:p>
          <a:p>
            <a:pPr marL="12700">
              <a:lnSpc>
                <a:spcPts val="2875"/>
              </a:lnSpc>
            </a:pP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-</a:t>
            </a:r>
            <a:r>
              <a:rPr sz="2400" spc="-2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система</a:t>
            </a:r>
            <a:r>
              <a:rPr sz="2400" spc="-1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внутриреакторного</a:t>
            </a:r>
            <a:r>
              <a:rPr sz="2400" spc="-1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контроля</a:t>
            </a:r>
            <a:r>
              <a:rPr sz="2400" spc="-2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(СВРК);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191770">
              <a:lnSpc>
                <a:spcPct val="100000"/>
              </a:lnSpc>
              <a:spcBef>
                <a:spcPts val="345"/>
              </a:spcBef>
            </a:pPr>
            <a:fld id="{81D60167-4931-47E6-BA6A-407CBD079E47}" type="slidenum">
              <a:rPr spc="-5" dirty="0"/>
              <a:t>33</a:t>
            </a:fld>
            <a:endParaRPr spc="-5" dirty="0"/>
          </a:p>
        </p:txBody>
      </p:sp>
      <p:sp>
        <p:nvSpPr>
          <p:cNvPr id="3" name="object 3"/>
          <p:cNvSpPr txBox="1"/>
          <p:nvPr/>
        </p:nvSpPr>
        <p:spPr>
          <a:xfrm>
            <a:off x="1711852" y="2876680"/>
            <a:ext cx="346519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14020" algn="l"/>
                <a:tab pos="1814830" algn="l"/>
              </a:tabLst>
            </a:pP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-	системы	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диагностики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97452" y="3242440"/>
            <a:ext cx="468185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289175" algn="l"/>
              </a:tabLst>
            </a:pP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комплексного	диагностирования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451391" y="2876680"/>
            <a:ext cx="285686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6350" algn="r">
              <a:lnSpc>
                <a:spcPct val="100000"/>
              </a:lnSpc>
              <a:spcBef>
                <a:spcPts val="100"/>
              </a:spcBef>
              <a:tabLst>
                <a:tab pos="443865" algn="l"/>
                <a:tab pos="1798955" algn="l"/>
              </a:tabLst>
            </a:pP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в	составе:	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система</a:t>
            </a:r>
            <a:endParaRPr sz="2400">
              <a:latin typeface="Times New Roman"/>
              <a:cs typeface="Times New Roman"/>
            </a:endParaRPr>
          </a:p>
          <a:p>
            <a:pPr marR="5080" algn="r">
              <a:lnSpc>
                <a:spcPct val="100000"/>
              </a:lnSpc>
              <a:tabLst>
                <a:tab pos="1346200" algn="l"/>
              </a:tabLst>
            </a:pP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(СКД),	система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97452" y="3607438"/>
            <a:ext cx="7510780" cy="18516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lnSpc>
                <a:spcPct val="100000"/>
              </a:lnSpc>
              <a:spcBef>
                <a:spcPts val="100"/>
              </a:spcBef>
            </a:pP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контроля</a:t>
            </a:r>
            <a:r>
              <a:rPr sz="24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вибраций</a:t>
            </a:r>
            <a:r>
              <a:rPr sz="24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(СКВ),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 системы</a:t>
            </a:r>
            <a:r>
              <a:rPr sz="24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контроля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течей </a:t>
            </a:r>
            <a:r>
              <a:rPr sz="2400" spc="-58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(СКТ)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 теплоносителя</a:t>
            </a:r>
            <a:r>
              <a:rPr sz="24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первого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 контура</a:t>
            </a:r>
            <a:r>
              <a:rPr sz="24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(СКТ),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система </a:t>
            </a:r>
            <a:r>
              <a:rPr sz="2400" spc="-58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обнаружения</a:t>
            </a:r>
            <a:r>
              <a:rPr sz="24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свободных</a:t>
            </a:r>
            <a:r>
              <a:rPr sz="24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предметов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(СОСП),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система 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контроля остаточного</a:t>
            </a:r>
            <a:r>
              <a:rPr sz="24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ресурса</a:t>
            </a:r>
            <a:r>
              <a:rPr sz="2400" spc="-1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(САКОР);</a:t>
            </a:r>
            <a:endParaRPr sz="2400">
              <a:latin typeface="Times New Roman"/>
              <a:cs typeface="Times New Roman"/>
            </a:endParaRPr>
          </a:p>
          <a:p>
            <a:pPr marL="927100" algn="just">
              <a:lnSpc>
                <a:spcPts val="2855"/>
              </a:lnSpc>
            </a:pP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-</a:t>
            </a:r>
            <a:r>
              <a:rPr sz="2400" spc="-1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система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 комплексного 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анализа</a:t>
            </a:r>
            <a:r>
              <a:rPr sz="2400" spc="-1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(СКА).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2745886" y="180724"/>
            <a:ext cx="917575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СКУД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83512" y="1159132"/>
            <a:ext cx="7520305" cy="34721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241935" algn="ctr">
              <a:lnSpc>
                <a:spcPct val="100000"/>
              </a:lnSpc>
              <a:spcBef>
                <a:spcPts val="100"/>
              </a:spcBef>
            </a:pPr>
            <a:r>
              <a:rPr sz="2800" spc="60" dirty="0">
                <a:solidFill>
                  <a:srgbClr val="0068B4"/>
                </a:solidFill>
                <a:latin typeface="Trebuchet MS"/>
                <a:cs typeface="Trebuchet MS"/>
              </a:rPr>
              <a:t>Основные</a:t>
            </a:r>
            <a:r>
              <a:rPr sz="2800" spc="-95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800" spc="30" dirty="0">
                <a:solidFill>
                  <a:srgbClr val="0068B4"/>
                </a:solidFill>
                <a:latin typeface="Trebuchet MS"/>
                <a:cs typeface="Trebuchet MS"/>
              </a:rPr>
              <a:t>задачи</a:t>
            </a:r>
            <a:r>
              <a:rPr sz="2800" spc="-90" dirty="0">
                <a:solidFill>
                  <a:srgbClr val="0068B4"/>
                </a:solidFill>
                <a:latin typeface="Trebuchet MS"/>
                <a:cs typeface="Trebuchet MS"/>
              </a:rPr>
              <a:t> </a:t>
            </a:r>
            <a:r>
              <a:rPr sz="2800" spc="105" dirty="0">
                <a:solidFill>
                  <a:srgbClr val="0068B4"/>
                </a:solidFill>
                <a:latin typeface="Trebuchet MS"/>
                <a:cs typeface="Trebuchet MS"/>
              </a:rPr>
              <a:t>СКУД</a:t>
            </a:r>
            <a:endParaRPr sz="2800" dirty="0">
              <a:latin typeface="Trebuchet MS"/>
              <a:cs typeface="Trebuchet MS"/>
            </a:endParaRPr>
          </a:p>
          <a:p>
            <a:pPr marL="927100" algn="just">
              <a:lnSpc>
                <a:spcPct val="100000"/>
              </a:lnSpc>
              <a:spcBef>
                <a:spcPts val="2014"/>
              </a:spcBef>
            </a:pP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СКУД</a:t>
            </a:r>
            <a:r>
              <a:rPr sz="1800" spc="-1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обеспечивает</a:t>
            </a:r>
            <a:r>
              <a:rPr sz="1800" spc="-2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выполнение</a:t>
            </a:r>
            <a:r>
              <a:rPr sz="1800" spc="-1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следующих</a:t>
            </a:r>
            <a:r>
              <a:rPr sz="1800" spc="-1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основных</a:t>
            </a:r>
            <a:r>
              <a:rPr sz="1800" spc="-1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задач:</a:t>
            </a:r>
            <a:endParaRPr sz="1800" dirty="0">
              <a:latin typeface="Times New Roman"/>
              <a:cs typeface="Times New Roman"/>
            </a:endParaRPr>
          </a:p>
          <a:p>
            <a:pPr marL="12700" marR="5080" indent="914400" algn="just">
              <a:lnSpc>
                <a:spcPct val="100000"/>
              </a:lnSpc>
              <a:spcBef>
                <a:spcPts val="145"/>
              </a:spcBef>
              <a:buChar char="-"/>
              <a:tabLst>
                <a:tab pos="1283335" algn="l"/>
              </a:tabLst>
            </a:pP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контроль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нейтронно-физических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и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теплогидравлических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параметров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и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показателей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состояния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активной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зоны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реактора,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теплогидравлических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параметров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первого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и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второго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контуров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в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объеме, 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необходимом</a:t>
            </a:r>
            <a:r>
              <a:rPr sz="1800" spc="-1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для определения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средневзвешенной</a:t>
            </a:r>
            <a:r>
              <a:rPr sz="1800" spc="-1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мощности реактора;</a:t>
            </a:r>
            <a:endParaRPr sz="1800" dirty="0">
              <a:latin typeface="Times New Roman"/>
              <a:cs typeface="Times New Roman"/>
            </a:endParaRPr>
          </a:p>
          <a:p>
            <a:pPr marL="12700" marR="5080" indent="914400" algn="just">
              <a:lnSpc>
                <a:spcPct val="100000"/>
              </a:lnSpc>
              <a:spcBef>
                <a:spcPts val="5"/>
              </a:spcBef>
              <a:buChar char="-"/>
              <a:tabLst>
                <a:tab pos="1075055" algn="l"/>
              </a:tabLst>
            </a:pP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формирование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и передачу в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инициирующую часть СУЗ (АЗ, ПЗ)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сигналов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аварийной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и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предупредительной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(ПЗ-1,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ПЗ-2)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защиты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по 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внутриреакторным локальным параметрам (минимальный запас до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кризиса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теплообмена,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максимальное линейное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энерговыделение ТВЭЛ)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в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диапазоне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мощности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реактора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от 20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до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 110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%</a:t>
            </a:r>
            <a:r>
              <a:rPr sz="1800" spc="-1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от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 номинальной;</a:t>
            </a:r>
            <a:endParaRPr sz="1800" dirty="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191770">
              <a:lnSpc>
                <a:spcPct val="100000"/>
              </a:lnSpc>
              <a:spcBef>
                <a:spcPts val="345"/>
              </a:spcBef>
            </a:pPr>
            <a:fld id="{81D60167-4931-47E6-BA6A-407CBD079E47}" type="slidenum">
              <a:rPr spc="-5" dirty="0"/>
              <a:t>34</a:t>
            </a:fld>
            <a:endParaRPr spc="-5" dirty="0"/>
          </a:p>
        </p:txBody>
      </p:sp>
      <p:sp>
        <p:nvSpPr>
          <p:cNvPr id="3" name="object 3"/>
          <p:cNvSpPr txBox="1"/>
          <p:nvPr/>
        </p:nvSpPr>
        <p:spPr>
          <a:xfrm>
            <a:off x="883512" y="4605635"/>
            <a:ext cx="2268220" cy="5753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914400">
              <a:lnSpc>
                <a:spcPct val="100000"/>
              </a:lnSpc>
              <a:spcBef>
                <a:spcPts val="100"/>
              </a:spcBef>
              <a:tabLst>
                <a:tab pos="1337945" algn="l"/>
                <a:tab pos="1895475" algn="l"/>
              </a:tabLst>
            </a:pP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-	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выдача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энерговыделени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я	п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ри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238715" y="4605635"/>
            <a:ext cx="773430" cy="5753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93345" marR="5080" indent="-81280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советов 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работе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160755" y="4605635"/>
            <a:ext cx="4241800" cy="5753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61290">
              <a:lnSpc>
                <a:spcPct val="100000"/>
              </a:lnSpc>
              <a:spcBef>
                <a:spcPts val="100"/>
              </a:spcBef>
              <a:tabLst>
                <a:tab pos="1406525" algn="l"/>
                <a:tab pos="1504315" algn="l"/>
                <a:tab pos="1708150" algn="l"/>
                <a:tab pos="2172970" algn="l"/>
                <a:tab pos="2757170" algn="l"/>
                <a:tab pos="3052445" algn="l"/>
                <a:tab pos="3631565" algn="l"/>
              </a:tabLst>
            </a:pP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оп</a:t>
            </a:r>
            <a:r>
              <a:rPr sz="1800" spc="-10" dirty="0">
                <a:solidFill>
                  <a:srgbClr val="0068B4"/>
                </a:solidFill>
                <a:latin typeface="Times New Roman"/>
                <a:cs typeface="Times New Roman"/>
              </a:rPr>
              <a:t>е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ратору		для	управления	полем 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энергоблок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а	в	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режима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х	с	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изменением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83512" y="5155030"/>
            <a:ext cx="7519034" cy="5753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мощности</a:t>
            </a:r>
            <a:r>
              <a:rPr sz="1800" spc="5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по</a:t>
            </a:r>
            <a:r>
              <a:rPr sz="1800" spc="5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планируемому</a:t>
            </a:r>
            <a:r>
              <a:rPr sz="1800" spc="4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изменению</a:t>
            </a:r>
            <a:r>
              <a:rPr sz="1800" spc="5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нагрузки</a:t>
            </a:r>
            <a:r>
              <a:rPr sz="1800" spc="6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(диспетчерский</a:t>
            </a:r>
            <a:r>
              <a:rPr sz="1800" spc="7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график)</a:t>
            </a:r>
            <a:r>
              <a:rPr sz="1800" spc="7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в </a:t>
            </a:r>
            <a:r>
              <a:rPr sz="1800" spc="-434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диапазоне</a:t>
            </a:r>
            <a:r>
              <a:rPr sz="1800" spc="-1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от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100 до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 20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%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от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 номинальной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мощности;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2745886" y="180724"/>
            <a:ext cx="917575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СКУД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31158" y="1044832"/>
            <a:ext cx="7605395" cy="16732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914400" algn="just">
              <a:lnSpc>
                <a:spcPct val="100000"/>
              </a:lnSpc>
              <a:spcBef>
                <a:spcPts val="100"/>
              </a:spcBef>
              <a:buChar char="-"/>
              <a:tabLst>
                <a:tab pos="1302385" algn="l"/>
              </a:tabLst>
            </a:pP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диагностирование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в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процессе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эксплуатации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основного </a:t>
            </a:r>
            <a:r>
              <a:rPr sz="1800" spc="-434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технологического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оборудования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РУ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в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части контроля вибронагруженности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и 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надежности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крепления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элементов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оборудования</a:t>
            </a:r>
            <a:r>
              <a:rPr sz="1800" spc="45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РУ,</a:t>
            </a:r>
            <a:r>
              <a:rPr sz="1800" spc="44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обнаружения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свободных и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слабозакрепленных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предметов в контуре циркуляции, контроля </a:t>
            </a:r>
            <a:r>
              <a:rPr sz="1800" spc="-434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герметичности</a:t>
            </a:r>
            <a:r>
              <a:rPr sz="1800" spc="-1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ГЦК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и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 оценки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остаточного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ресурса;</a:t>
            </a:r>
            <a:endParaRPr sz="1800">
              <a:latin typeface="Times New Roman"/>
              <a:cs typeface="Times New Roman"/>
            </a:endParaRPr>
          </a:p>
          <a:p>
            <a:pPr marL="1144270" indent="-217170" algn="just">
              <a:lnSpc>
                <a:spcPct val="100000"/>
              </a:lnSpc>
              <a:spcBef>
                <a:spcPts val="10"/>
              </a:spcBef>
              <a:buChar char="-"/>
              <a:tabLst>
                <a:tab pos="1144270" algn="l"/>
              </a:tabLst>
            </a:pP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контроль</a:t>
            </a:r>
            <a:r>
              <a:rPr sz="1800" spc="64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эксплуатационных</a:t>
            </a:r>
            <a:r>
              <a:rPr sz="1800" spc="65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пределов</a:t>
            </a:r>
            <a:r>
              <a:rPr sz="1800" spc="63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и</a:t>
            </a:r>
            <a:r>
              <a:rPr sz="1800" spc="64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пределов</a:t>
            </a:r>
            <a:r>
              <a:rPr sz="1800" spc="63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безопасной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191770">
              <a:lnSpc>
                <a:spcPct val="100000"/>
              </a:lnSpc>
              <a:spcBef>
                <a:spcPts val="345"/>
              </a:spcBef>
            </a:pPr>
            <a:fld id="{81D60167-4931-47E6-BA6A-407CBD079E47}" type="slidenum">
              <a:rPr spc="-5" dirty="0"/>
              <a:t>35</a:t>
            </a:fld>
            <a:endParaRPr spc="-5" dirty="0"/>
          </a:p>
        </p:txBody>
      </p:sp>
      <p:sp>
        <p:nvSpPr>
          <p:cNvPr id="3" name="object 3"/>
          <p:cNvSpPr txBox="1"/>
          <p:nvPr/>
        </p:nvSpPr>
        <p:spPr>
          <a:xfrm>
            <a:off x="731158" y="2693016"/>
            <a:ext cx="731012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  <a:tabLst>
                <a:tab pos="1517015" algn="l"/>
                <a:tab pos="1595120" algn="l"/>
                <a:tab pos="1800225" algn="l"/>
                <a:tab pos="2515235" algn="l"/>
                <a:tab pos="2629535" algn="l"/>
                <a:tab pos="3014980" algn="l"/>
                <a:tab pos="3882390" algn="l"/>
                <a:tab pos="4179570" algn="l"/>
                <a:tab pos="4313555" algn="l"/>
                <a:tab pos="5377815" algn="l"/>
                <a:tab pos="6123940" algn="l"/>
                <a:tab pos="6674484" algn="l"/>
              </a:tabLst>
            </a:pP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эксплуатаци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и	в	части	измеряемых	и	расчетных	параметров	СКУД  формирование		сигналов		об	отклонении		контролируемых	параметров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31158" y="3242410"/>
            <a:ext cx="94234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значение </a:t>
            </a:r>
            <a:r>
              <a:rPr sz="1800" spc="-434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пределам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815950" y="2693016"/>
            <a:ext cx="6521450" cy="11239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316345" marR="5080" indent="67945" algn="r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и  за</a:t>
            </a:r>
            <a:endParaRPr sz="1800">
              <a:latin typeface="Times New Roman"/>
              <a:cs typeface="Times New Roman"/>
            </a:endParaRPr>
          </a:p>
          <a:p>
            <a:pPr marL="12700" marR="6350" indent="635" algn="r">
              <a:lnSpc>
                <a:spcPct val="100000"/>
              </a:lnSpc>
              <a:spcBef>
                <a:spcPts val="5"/>
              </a:spcBef>
              <a:tabLst>
                <a:tab pos="1239520" algn="l"/>
                <a:tab pos="1287780" algn="l"/>
                <a:tab pos="2845435" algn="l"/>
                <a:tab pos="3185160" algn="l"/>
                <a:tab pos="4278630" algn="l"/>
                <a:tab pos="4881880" algn="l"/>
                <a:tab pos="5260975" algn="l"/>
                <a:tab pos="6282690" algn="l"/>
                <a:tab pos="6384290" algn="l"/>
              </a:tabLst>
            </a:pP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величин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ы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,	соответствующей	эксплуатационным	пред</a:t>
            </a:r>
            <a:r>
              <a:rPr sz="1800" spc="-10" dirty="0">
                <a:solidFill>
                  <a:srgbClr val="0068B4"/>
                </a:solidFill>
                <a:latin typeface="Times New Roman"/>
                <a:cs typeface="Times New Roman"/>
              </a:rPr>
              <a:t>е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лам		и  безопасной		эксплуатаци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и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,	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отображени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е	э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то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й	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информаци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и	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на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31135" y="3791804"/>
            <a:ext cx="7606665" cy="22218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мониторах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ПТС СКУД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и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передачу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данной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информации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(в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том числе для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отображения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на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БПУ)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в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СВБУ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и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на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АРМ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КЭ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СУЗ/СКУД,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с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целью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предотвращения развития аварии и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исключения повреждения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активной зоны </a:t>
            </a:r>
            <a:r>
              <a:rPr sz="1800" spc="-434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и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 основного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оборудования</a:t>
            </a:r>
            <a:r>
              <a:rPr sz="1800" spc="-1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РУ;</a:t>
            </a:r>
            <a:endParaRPr sz="1800">
              <a:latin typeface="Times New Roman"/>
              <a:cs typeface="Times New Roman"/>
            </a:endParaRPr>
          </a:p>
          <a:p>
            <a:pPr marL="12700" marR="6350" indent="914400" algn="just">
              <a:lnSpc>
                <a:spcPct val="100000"/>
              </a:lnSpc>
              <a:spcBef>
                <a:spcPts val="5"/>
              </a:spcBef>
            </a:pP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-</a:t>
            </a:r>
            <a:r>
              <a:rPr sz="1800" spc="18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представление</a:t>
            </a:r>
            <a:r>
              <a:rPr sz="1800" spc="19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информации</a:t>
            </a:r>
            <a:r>
              <a:rPr sz="1800" spc="18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о</a:t>
            </a:r>
            <a:r>
              <a:rPr sz="1800" spc="19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текущем</a:t>
            </a:r>
            <a:r>
              <a:rPr sz="1800" spc="19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состоянии</a:t>
            </a:r>
            <a:r>
              <a:rPr sz="1800" spc="19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активной</a:t>
            </a:r>
            <a:r>
              <a:rPr sz="1800" spc="19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зоны </a:t>
            </a:r>
            <a:r>
              <a:rPr sz="1800" spc="-44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и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основного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оборудования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РУ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на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ПТС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СКУД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и</a:t>
            </a:r>
            <a:r>
              <a:rPr sz="1800" spc="45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передачу</a:t>
            </a:r>
            <a:r>
              <a:rPr sz="1800" spc="44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данной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информации (в том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числе для отображения на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БПУ)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в СВБУ и на АРМ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КЭ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СУЗ/СКУД, для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информационной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поддержки персонала;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2745886" y="180724"/>
            <a:ext cx="917575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СКУД</a:t>
            </a: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93035" y="1016638"/>
            <a:ext cx="7595870" cy="11239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715" indent="914400">
              <a:lnSpc>
                <a:spcPct val="100000"/>
              </a:lnSpc>
              <a:spcBef>
                <a:spcPts val="100"/>
              </a:spcBef>
              <a:buChar char="-"/>
              <a:tabLst>
                <a:tab pos="1200785" algn="l"/>
                <a:tab pos="1202055" algn="l"/>
                <a:tab pos="2292985" algn="l"/>
                <a:tab pos="2934335" algn="l"/>
                <a:tab pos="3898900" algn="l"/>
                <a:tab pos="4873625" algn="l"/>
                <a:tab pos="5172075" algn="l"/>
                <a:tab pos="6187440" algn="l"/>
              </a:tabLst>
            </a:pP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контроль	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ВХ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Р	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первог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о	к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онтур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а	с	выдачей	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рекомендаций 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персоналу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(в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том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числе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и в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 СВБУ)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по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оптимальному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ведению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ВХР;</a:t>
            </a:r>
            <a:endParaRPr sz="1800">
              <a:latin typeface="Times New Roman"/>
              <a:cs typeface="Times New Roman"/>
            </a:endParaRPr>
          </a:p>
          <a:p>
            <a:pPr marL="12700" marR="5080" indent="914400">
              <a:lnSpc>
                <a:spcPct val="100000"/>
              </a:lnSpc>
              <a:spcBef>
                <a:spcPts val="5"/>
              </a:spcBef>
              <a:buChar char="-"/>
              <a:tabLst>
                <a:tab pos="1070610" algn="l"/>
              </a:tabLst>
            </a:pP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контроль</a:t>
            </a:r>
            <a:r>
              <a:rPr sz="1800" spc="6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ограничений</a:t>
            </a:r>
            <a:r>
              <a:rPr sz="1800" spc="6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по</a:t>
            </a:r>
            <a:r>
              <a:rPr sz="1800" spc="7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нагрузке</a:t>
            </a:r>
            <a:r>
              <a:rPr sz="1800" spc="7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топлива</a:t>
            </a:r>
            <a:r>
              <a:rPr sz="1800" spc="7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в</a:t>
            </a:r>
            <a:r>
              <a:rPr sz="1800" spc="8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процессе</a:t>
            </a:r>
            <a:r>
              <a:rPr sz="1800" spc="7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выгорания </a:t>
            </a:r>
            <a:r>
              <a:rPr sz="1800" spc="-434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активной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зоны;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191770">
              <a:lnSpc>
                <a:spcPct val="100000"/>
              </a:lnSpc>
              <a:spcBef>
                <a:spcPts val="345"/>
              </a:spcBef>
            </a:pPr>
            <a:fld id="{81D60167-4931-47E6-BA6A-407CBD079E47}" type="slidenum">
              <a:rPr spc="-5" dirty="0"/>
              <a:t>36</a:t>
            </a:fld>
            <a:endParaRPr spc="-5" dirty="0"/>
          </a:p>
        </p:txBody>
      </p:sp>
      <p:sp>
        <p:nvSpPr>
          <p:cNvPr id="3" name="object 3"/>
          <p:cNvSpPr txBox="1"/>
          <p:nvPr/>
        </p:nvSpPr>
        <p:spPr>
          <a:xfrm>
            <a:off x="1607435" y="2115427"/>
            <a:ext cx="3272154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12420" algn="l"/>
                <a:tab pos="1964055" algn="l"/>
                <a:tab pos="2499995" algn="l"/>
              </a:tabLst>
            </a:pP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-	представление	(по	запросу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077715" y="2115427"/>
            <a:ext cx="191579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эксплуатационного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93012" y="2389747"/>
            <a:ext cx="316547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414780" algn="l"/>
                <a:tab pos="1917064" algn="l"/>
              </a:tabLst>
            </a:pP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информации	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для	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определения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999770" y="2115427"/>
            <a:ext cx="428752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3191510">
              <a:lnSpc>
                <a:spcPct val="100000"/>
              </a:lnSpc>
              <a:spcBef>
                <a:spcPts val="100"/>
              </a:spcBef>
              <a:tabLst>
                <a:tab pos="2044064" algn="l"/>
                <a:tab pos="3360420" algn="l"/>
              </a:tabLst>
            </a:pP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персонал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а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) 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эксплуатационны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м	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персонало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м	текущего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93012" y="2664067"/>
            <a:ext cx="7597140" cy="33210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6350" algn="just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состояния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активной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зоны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и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основного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оборудования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РУ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на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основе 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комплексного анализа всей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необходимой информации от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систем,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входящих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в </a:t>
            </a:r>
            <a:r>
              <a:rPr sz="1800" spc="-434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состав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СКУД,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и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от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СВБУ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для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выработки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рекомендаций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по</a:t>
            </a:r>
            <a:r>
              <a:rPr sz="1800" spc="45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ходу 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эксплуатации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энергоблока;</a:t>
            </a:r>
            <a:endParaRPr sz="1800">
              <a:latin typeface="Times New Roman"/>
              <a:cs typeface="Times New Roman"/>
            </a:endParaRPr>
          </a:p>
          <a:p>
            <a:pPr marL="12700" marR="5080" indent="914400" algn="just">
              <a:lnSpc>
                <a:spcPct val="100000"/>
              </a:lnSpc>
              <a:spcBef>
                <a:spcPts val="10"/>
              </a:spcBef>
              <a:buChar char="-"/>
              <a:tabLst>
                <a:tab pos="1141730" algn="l"/>
              </a:tabLst>
            </a:pP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информационная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поддержка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по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оптимальной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нагрузке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твэл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с 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учетом истории их выгорания на основе анализа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термомеханических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свойств </a:t>
            </a:r>
            <a:r>
              <a:rPr sz="1800" spc="-434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твэл;</a:t>
            </a:r>
            <a:endParaRPr sz="1800">
              <a:latin typeface="Times New Roman"/>
              <a:cs typeface="Times New Roman"/>
            </a:endParaRPr>
          </a:p>
          <a:p>
            <a:pPr marL="12700" marR="6350" indent="914400" algn="just">
              <a:lnSpc>
                <a:spcPct val="100000"/>
              </a:lnSpc>
              <a:spcBef>
                <a:spcPts val="5"/>
              </a:spcBef>
              <a:buChar char="-"/>
              <a:tabLst>
                <a:tab pos="1282065" algn="l"/>
              </a:tabLst>
            </a:pP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измерение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и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представление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данных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по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реактивности,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необходимых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для контроля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нейтронно-физических характеристик активной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зоны реакторной установки при вводе блока в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эксплуатацию, </a:t>
            </a:r>
            <a:r>
              <a:rPr sz="1800" spc="-10" dirty="0">
                <a:solidFill>
                  <a:srgbClr val="0068B4"/>
                </a:solidFill>
                <a:latin typeface="Times New Roman"/>
                <a:cs typeface="Times New Roman"/>
              </a:rPr>
              <a:t>проведении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ПНР, в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процессе освоения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мощности, а также при регламентных измерениях 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на</a:t>
            </a:r>
            <a:r>
              <a:rPr sz="1800" spc="-1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МКУ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после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перегрузок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топлива;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2745886" y="180724"/>
            <a:ext cx="917575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СКУД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83557" y="1340488"/>
            <a:ext cx="7482840" cy="2771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914400" algn="just">
              <a:lnSpc>
                <a:spcPct val="100000"/>
              </a:lnSpc>
              <a:spcBef>
                <a:spcPts val="100"/>
              </a:spcBef>
              <a:buChar char="-"/>
              <a:tabLst>
                <a:tab pos="1138555" algn="l"/>
              </a:tabLst>
            </a:pP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создание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архива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данных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по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истории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эксплуатации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активной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зоны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и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основного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технологического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оборудования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РУ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(в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объеме,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контролируемом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СКУД),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для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оптимизации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и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повышения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качества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профилактических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осмотров,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диагностики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и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ремонта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остановленного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оборудования</a:t>
            </a:r>
            <a:r>
              <a:rPr sz="1800" spc="-1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на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этапе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 перегрузки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топлива;</a:t>
            </a:r>
            <a:endParaRPr sz="1800">
              <a:latin typeface="Times New Roman"/>
              <a:cs typeface="Times New Roman"/>
            </a:endParaRPr>
          </a:p>
          <a:p>
            <a:pPr marL="12700" marR="6985" indent="913765" algn="just">
              <a:lnSpc>
                <a:spcPct val="100000"/>
              </a:lnSpc>
              <a:spcBef>
                <a:spcPts val="10"/>
              </a:spcBef>
              <a:buChar char="-"/>
              <a:tabLst>
                <a:tab pos="1120775" algn="l"/>
              </a:tabLst>
            </a:pP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обмен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данными: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от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ВК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СВРК,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ВК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СКД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и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ВК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САКОР</a:t>
            </a:r>
            <a:r>
              <a:rPr sz="1800" spc="44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через </a:t>
            </a:r>
            <a:r>
              <a:rPr sz="1800" spc="-434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СВБУ</a:t>
            </a:r>
            <a:r>
              <a:rPr sz="1800" spc="12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с</a:t>
            </a:r>
            <a:r>
              <a:rPr sz="1800" spc="13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системами</a:t>
            </a:r>
            <a:r>
              <a:rPr sz="1800" spc="13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АСУ</a:t>
            </a:r>
            <a:r>
              <a:rPr sz="1800" spc="13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ТП</a:t>
            </a:r>
            <a:r>
              <a:rPr sz="1800" spc="13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энергоблока</a:t>
            </a:r>
            <a:r>
              <a:rPr sz="1800" spc="13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для</a:t>
            </a:r>
            <a:r>
              <a:rPr sz="1800" spc="12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решения</a:t>
            </a:r>
            <a:r>
              <a:rPr sz="1800" spc="13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общеблочных</a:t>
            </a:r>
            <a:r>
              <a:rPr sz="1800" spc="13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задач </a:t>
            </a:r>
            <a:r>
              <a:rPr sz="1800" spc="-44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и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 получения</a:t>
            </a:r>
            <a:r>
              <a:rPr sz="1800" spc="-1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информации,</a:t>
            </a:r>
            <a:r>
              <a:rPr sz="1800" spc="-1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необходимой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для</a:t>
            </a:r>
            <a:r>
              <a:rPr sz="1800" spc="-1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функционирования СКУД;</a:t>
            </a:r>
            <a:endParaRPr sz="1800">
              <a:latin typeface="Times New Roman"/>
              <a:cs typeface="Times New Roman"/>
            </a:endParaRPr>
          </a:p>
          <a:p>
            <a:pPr marL="12700" marR="5080" indent="914400" algn="just">
              <a:lnSpc>
                <a:spcPct val="100000"/>
              </a:lnSpc>
              <a:spcBef>
                <a:spcPts val="5"/>
              </a:spcBef>
              <a:buChar char="-"/>
              <a:tabLst>
                <a:tab pos="1153160" algn="l"/>
              </a:tabLst>
            </a:pP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диагностирование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собственных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технических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и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68B4"/>
                </a:solidFill>
                <a:latin typeface="Times New Roman"/>
                <a:cs typeface="Times New Roman"/>
              </a:rPr>
              <a:t>программных </a:t>
            </a:r>
            <a:r>
              <a:rPr sz="18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0068B4"/>
                </a:solidFill>
                <a:latin typeface="Times New Roman"/>
                <a:cs typeface="Times New Roman"/>
              </a:rPr>
              <a:t>средств СКУД.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191770">
              <a:lnSpc>
                <a:spcPct val="100000"/>
              </a:lnSpc>
              <a:spcBef>
                <a:spcPts val="345"/>
              </a:spcBef>
            </a:pPr>
            <a:fld id="{81D60167-4931-47E6-BA6A-407CBD079E47}" type="slidenum">
              <a:rPr spc="-5" dirty="0"/>
              <a:t>37</a:t>
            </a:fld>
            <a:endParaRPr spc="-5" dirty="0"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745886" y="180724"/>
            <a:ext cx="917575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СКУД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34314" y="1583312"/>
            <a:ext cx="7973695" cy="4215130"/>
            <a:chOff x="534314" y="1583312"/>
            <a:chExt cx="7973695" cy="421513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34314" y="1583312"/>
              <a:ext cx="7973568" cy="4176521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566318" y="5336162"/>
              <a:ext cx="661670" cy="462280"/>
            </a:xfrm>
            <a:custGeom>
              <a:avLst/>
              <a:gdLst/>
              <a:ahLst/>
              <a:cxnLst/>
              <a:rect l="l" t="t" r="r" b="b"/>
              <a:pathLst>
                <a:path w="661669" h="462279">
                  <a:moveTo>
                    <a:pt x="661415" y="461772"/>
                  </a:moveTo>
                  <a:lnTo>
                    <a:pt x="661415" y="0"/>
                  </a:lnTo>
                  <a:lnTo>
                    <a:pt x="0" y="0"/>
                  </a:lnTo>
                  <a:lnTo>
                    <a:pt x="0" y="461772"/>
                  </a:lnTo>
                  <a:lnTo>
                    <a:pt x="661415" y="4617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2745886" y="180724"/>
            <a:ext cx="917575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СКУД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191770">
              <a:lnSpc>
                <a:spcPct val="100000"/>
              </a:lnSpc>
              <a:spcBef>
                <a:spcPts val="345"/>
              </a:spcBef>
            </a:pPr>
            <a:fld id="{81D60167-4931-47E6-BA6A-407CBD079E47}" type="slidenum">
              <a:rPr spc="-5" dirty="0"/>
              <a:t>38</a:t>
            </a:fld>
            <a:endParaRPr spc="-5" dirty="0"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91306" y="1611760"/>
            <a:ext cx="8364855" cy="209867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  <a:buClr>
                <a:srgbClr val="FF0000"/>
              </a:buClr>
              <a:buSzPct val="95000"/>
              <a:buFont typeface="Wingdings"/>
              <a:buChar char=""/>
              <a:tabLst>
                <a:tab pos="213360" algn="l"/>
                <a:tab pos="1948180" algn="l"/>
                <a:tab pos="2959735" algn="l"/>
                <a:tab pos="4735830" algn="l"/>
                <a:tab pos="5208905" algn="l"/>
                <a:tab pos="6010910" algn="l"/>
                <a:tab pos="7571740" algn="l"/>
                <a:tab pos="7894320" algn="l"/>
              </a:tabLst>
            </a:pPr>
            <a:r>
              <a:rPr sz="2000" spc="-5" dirty="0">
                <a:solidFill>
                  <a:srgbClr val="0033CC"/>
                </a:solidFill>
                <a:latin typeface="Tahoma"/>
                <a:cs typeface="Tahoma"/>
              </a:rPr>
              <a:t>Обеспечение</a:t>
            </a:r>
            <a:r>
              <a:rPr sz="2000" dirty="0">
                <a:solidFill>
                  <a:srgbClr val="0033CC"/>
                </a:solidFill>
                <a:latin typeface="Tahoma"/>
                <a:cs typeface="Tahoma"/>
              </a:rPr>
              <a:t>	</a:t>
            </a:r>
            <a:r>
              <a:rPr sz="2000" spc="-5" dirty="0">
                <a:solidFill>
                  <a:srgbClr val="0033CC"/>
                </a:solidFill>
                <a:latin typeface="Tahoma"/>
                <a:cs typeface="Tahoma"/>
              </a:rPr>
              <a:t>уровня</a:t>
            </a:r>
            <a:r>
              <a:rPr sz="2000" dirty="0">
                <a:solidFill>
                  <a:srgbClr val="0033CC"/>
                </a:solidFill>
                <a:latin typeface="Tahoma"/>
                <a:cs typeface="Tahoma"/>
              </a:rPr>
              <a:t>	</a:t>
            </a:r>
            <a:r>
              <a:rPr sz="2000" spc="-10" dirty="0">
                <a:solidFill>
                  <a:srgbClr val="0033CC"/>
                </a:solidFill>
                <a:latin typeface="Tahoma"/>
                <a:cs typeface="Tahoma"/>
              </a:rPr>
              <a:t>безопасност</a:t>
            </a:r>
            <a:r>
              <a:rPr sz="2000" spc="-5" dirty="0">
                <a:solidFill>
                  <a:srgbClr val="0033CC"/>
                </a:solidFill>
                <a:latin typeface="Tahoma"/>
                <a:cs typeface="Tahoma"/>
              </a:rPr>
              <a:t>и</a:t>
            </a:r>
            <a:r>
              <a:rPr sz="2000" dirty="0">
                <a:solidFill>
                  <a:srgbClr val="0033CC"/>
                </a:solidFill>
                <a:latin typeface="Tahoma"/>
                <a:cs typeface="Tahoma"/>
              </a:rPr>
              <a:t>	</a:t>
            </a:r>
            <a:r>
              <a:rPr sz="2000" spc="-10" dirty="0">
                <a:solidFill>
                  <a:srgbClr val="0033CC"/>
                </a:solidFill>
                <a:latin typeface="Tahoma"/>
                <a:cs typeface="Tahoma"/>
              </a:rPr>
              <a:t>н</a:t>
            </a:r>
            <a:r>
              <a:rPr sz="2000" spc="-5" dirty="0">
                <a:solidFill>
                  <a:srgbClr val="0033CC"/>
                </a:solidFill>
                <a:latin typeface="Tahoma"/>
                <a:cs typeface="Tahoma"/>
              </a:rPr>
              <a:t>е</a:t>
            </a:r>
            <a:r>
              <a:rPr sz="2000" dirty="0">
                <a:solidFill>
                  <a:srgbClr val="0033CC"/>
                </a:solidFill>
                <a:latin typeface="Tahoma"/>
                <a:cs typeface="Tahoma"/>
              </a:rPr>
              <a:t>	</a:t>
            </a:r>
            <a:r>
              <a:rPr sz="2000" spc="-10" dirty="0">
                <a:solidFill>
                  <a:srgbClr val="0033CC"/>
                </a:solidFill>
                <a:latin typeface="Tahoma"/>
                <a:cs typeface="Tahoma"/>
              </a:rPr>
              <a:t>ниж</a:t>
            </a:r>
            <a:r>
              <a:rPr sz="2000" spc="-5" dirty="0">
                <a:solidFill>
                  <a:srgbClr val="0033CC"/>
                </a:solidFill>
                <a:latin typeface="Tahoma"/>
                <a:cs typeface="Tahoma"/>
              </a:rPr>
              <a:t>е</a:t>
            </a:r>
            <a:r>
              <a:rPr sz="2000" dirty="0">
                <a:solidFill>
                  <a:srgbClr val="0033CC"/>
                </a:solidFill>
                <a:latin typeface="Tahoma"/>
                <a:cs typeface="Tahoma"/>
              </a:rPr>
              <a:t>	</a:t>
            </a:r>
            <a:r>
              <a:rPr sz="2000" spc="-10" dirty="0">
                <a:solidFill>
                  <a:srgbClr val="0033CC"/>
                </a:solidFill>
                <a:latin typeface="Tahoma"/>
                <a:cs typeface="Tahoma"/>
              </a:rPr>
              <a:t>т</a:t>
            </a:r>
            <a:r>
              <a:rPr sz="2000" spc="-5" dirty="0">
                <a:solidFill>
                  <a:srgbClr val="0033CC"/>
                </a:solidFill>
                <a:latin typeface="Tahoma"/>
                <a:cs typeface="Tahoma"/>
              </a:rPr>
              <a:t>ребований</a:t>
            </a:r>
            <a:r>
              <a:rPr sz="2000" dirty="0">
                <a:solidFill>
                  <a:srgbClr val="0033CC"/>
                </a:solidFill>
                <a:latin typeface="Tahoma"/>
                <a:cs typeface="Tahoma"/>
              </a:rPr>
              <a:t>	</a:t>
            </a:r>
            <a:r>
              <a:rPr sz="2000" spc="-5" dirty="0">
                <a:solidFill>
                  <a:srgbClr val="0033CC"/>
                </a:solidFill>
                <a:latin typeface="Tahoma"/>
                <a:cs typeface="Tahoma"/>
              </a:rPr>
              <a:t>к</a:t>
            </a:r>
            <a:r>
              <a:rPr sz="2000" dirty="0">
                <a:solidFill>
                  <a:srgbClr val="0033CC"/>
                </a:solidFill>
                <a:latin typeface="Tahoma"/>
                <a:cs typeface="Tahoma"/>
              </a:rPr>
              <a:t>	</a:t>
            </a:r>
            <a:r>
              <a:rPr sz="2000" spc="-5" dirty="0">
                <a:solidFill>
                  <a:srgbClr val="0033CC"/>
                </a:solidFill>
                <a:latin typeface="Tahoma"/>
                <a:cs typeface="Tahoma"/>
              </a:rPr>
              <a:t>АЭС  поколения</a:t>
            </a:r>
            <a:r>
              <a:rPr sz="2000" dirty="0">
                <a:solidFill>
                  <a:srgbClr val="0033CC"/>
                </a:solidFill>
                <a:latin typeface="Tahoma"/>
                <a:cs typeface="Tahoma"/>
              </a:rPr>
              <a:t> </a:t>
            </a:r>
            <a:r>
              <a:rPr sz="2000" spc="-5" dirty="0">
                <a:solidFill>
                  <a:srgbClr val="0033CC"/>
                </a:solidFill>
                <a:latin typeface="Tahoma"/>
                <a:cs typeface="Tahoma"/>
              </a:rPr>
              <a:t>«3»;</a:t>
            </a:r>
            <a:endParaRPr sz="2000" dirty="0">
              <a:latin typeface="Tahoma"/>
              <a:cs typeface="Tahoma"/>
            </a:endParaRPr>
          </a:p>
          <a:p>
            <a:pPr marL="12700" marR="8890">
              <a:lnSpc>
                <a:spcPct val="100000"/>
              </a:lnSpc>
              <a:spcBef>
                <a:spcPts val="970"/>
              </a:spcBef>
              <a:buClr>
                <a:srgbClr val="FF0000"/>
              </a:buClr>
              <a:buSzPct val="95000"/>
              <a:buFont typeface="Wingdings"/>
              <a:buChar char=""/>
              <a:tabLst>
                <a:tab pos="213360" algn="l"/>
                <a:tab pos="1769110" algn="l"/>
                <a:tab pos="2740660" algn="l"/>
                <a:tab pos="4503420" algn="l"/>
                <a:tab pos="6791959" algn="l"/>
                <a:tab pos="7249795" algn="l"/>
              </a:tabLst>
            </a:pPr>
            <a:r>
              <a:rPr sz="2000" spc="-5" dirty="0">
                <a:solidFill>
                  <a:srgbClr val="00B050"/>
                </a:solidFill>
                <a:latin typeface="Tahoma"/>
                <a:cs typeface="Tahoma"/>
              </a:rPr>
              <a:t>Построение</a:t>
            </a:r>
            <a:r>
              <a:rPr sz="2000" dirty="0">
                <a:solidFill>
                  <a:srgbClr val="00B050"/>
                </a:solidFill>
                <a:latin typeface="Tahoma"/>
                <a:cs typeface="Tahoma"/>
              </a:rPr>
              <a:t>	</a:t>
            </a:r>
            <a:r>
              <a:rPr sz="2000" spc="-10" dirty="0">
                <a:solidFill>
                  <a:srgbClr val="00B050"/>
                </a:solidFill>
                <a:latin typeface="Tahoma"/>
                <a:cs typeface="Tahoma"/>
              </a:rPr>
              <a:t>систе</a:t>
            </a:r>
            <a:r>
              <a:rPr sz="2000" spc="-5" dirty="0">
                <a:solidFill>
                  <a:srgbClr val="00B050"/>
                </a:solidFill>
                <a:latin typeface="Tahoma"/>
                <a:cs typeface="Tahoma"/>
              </a:rPr>
              <a:t>м</a:t>
            </a:r>
            <a:r>
              <a:rPr sz="2000" dirty="0">
                <a:solidFill>
                  <a:srgbClr val="00B050"/>
                </a:solidFill>
                <a:latin typeface="Tahoma"/>
                <a:cs typeface="Tahoma"/>
              </a:rPr>
              <a:t>	</a:t>
            </a:r>
            <a:r>
              <a:rPr sz="2000" spc="-5" dirty="0">
                <a:solidFill>
                  <a:srgbClr val="00B050"/>
                </a:solidFill>
                <a:latin typeface="Tahoma"/>
                <a:cs typeface="Tahoma"/>
              </a:rPr>
              <a:t>безопасности</a:t>
            </a:r>
            <a:r>
              <a:rPr sz="2000" dirty="0">
                <a:solidFill>
                  <a:srgbClr val="00B050"/>
                </a:solidFill>
                <a:latin typeface="Tahoma"/>
                <a:cs typeface="Tahoma"/>
              </a:rPr>
              <a:t>	</a:t>
            </a:r>
            <a:r>
              <a:rPr sz="2000" spc="-10" dirty="0">
                <a:solidFill>
                  <a:srgbClr val="00B050"/>
                </a:solidFill>
                <a:latin typeface="Tahoma"/>
                <a:cs typeface="Tahoma"/>
              </a:rPr>
              <a:t>преимущественн</a:t>
            </a:r>
            <a:r>
              <a:rPr sz="2000" spc="-5" dirty="0">
                <a:solidFill>
                  <a:srgbClr val="00B050"/>
                </a:solidFill>
                <a:latin typeface="Tahoma"/>
                <a:cs typeface="Tahoma"/>
              </a:rPr>
              <a:t>о</a:t>
            </a:r>
            <a:r>
              <a:rPr sz="2000" dirty="0">
                <a:solidFill>
                  <a:srgbClr val="00B050"/>
                </a:solidFill>
                <a:latin typeface="Tahoma"/>
                <a:cs typeface="Tahoma"/>
              </a:rPr>
              <a:t>	</a:t>
            </a:r>
            <a:r>
              <a:rPr sz="2000" spc="-10" dirty="0">
                <a:solidFill>
                  <a:srgbClr val="00B050"/>
                </a:solidFill>
                <a:latin typeface="Tahoma"/>
                <a:cs typeface="Tahoma"/>
              </a:rPr>
              <a:t>н</a:t>
            </a:r>
            <a:r>
              <a:rPr sz="2000" spc="-5" dirty="0">
                <a:solidFill>
                  <a:srgbClr val="00B050"/>
                </a:solidFill>
                <a:latin typeface="Tahoma"/>
                <a:cs typeface="Tahoma"/>
              </a:rPr>
              <a:t>а</a:t>
            </a:r>
            <a:r>
              <a:rPr sz="2000" dirty="0">
                <a:solidFill>
                  <a:srgbClr val="00B050"/>
                </a:solidFill>
                <a:latin typeface="Tahoma"/>
                <a:cs typeface="Tahoma"/>
              </a:rPr>
              <a:t>	</a:t>
            </a:r>
            <a:r>
              <a:rPr sz="2000" spc="-5" dirty="0">
                <a:solidFill>
                  <a:srgbClr val="00B050"/>
                </a:solidFill>
                <a:latin typeface="Tahoma"/>
                <a:cs typeface="Tahoma"/>
              </a:rPr>
              <a:t>активном  </a:t>
            </a:r>
            <a:r>
              <a:rPr sz="2000" spc="-10" dirty="0">
                <a:solidFill>
                  <a:srgbClr val="00B050"/>
                </a:solidFill>
                <a:latin typeface="Tahoma"/>
                <a:cs typeface="Tahoma"/>
              </a:rPr>
              <a:t>принципе;</a:t>
            </a:r>
            <a:endParaRPr sz="2000" dirty="0">
              <a:latin typeface="Tahoma"/>
              <a:cs typeface="Tahoma"/>
            </a:endParaRPr>
          </a:p>
          <a:p>
            <a:pPr marL="12700" marR="5715">
              <a:lnSpc>
                <a:spcPct val="100000"/>
              </a:lnSpc>
              <a:spcBef>
                <a:spcPts val="960"/>
              </a:spcBef>
              <a:buClr>
                <a:srgbClr val="FF0000"/>
              </a:buClr>
              <a:buSzPct val="95000"/>
              <a:buFont typeface="Wingdings"/>
              <a:buChar char=""/>
              <a:tabLst>
                <a:tab pos="213360" algn="l"/>
                <a:tab pos="1574800" algn="l"/>
                <a:tab pos="2518410" algn="l"/>
                <a:tab pos="2977515" algn="l"/>
                <a:tab pos="4798695" algn="l"/>
                <a:tab pos="6597650" algn="l"/>
              </a:tabLst>
            </a:pPr>
            <a:r>
              <a:rPr sz="2000" spc="-5" dirty="0">
                <a:solidFill>
                  <a:srgbClr val="3C6BFF"/>
                </a:solidFill>
                <a:latin typeface="Tahoma"/>
                <a:cs typeface="Tahoma"/>
              </a:rPr>
              <a:t>Снижение</a:t>
            </a:r>
            <a:r>
              <a:rPr sz="2000" dirty="0">
                <a:solidFill>
                  <a:srgbClr val="3C6BFF"/>
                </a:solidFill>
                <a:latin typeface="Tahoma"/>
                <a:cs typeface="Tahoma"/>
              </a:rPr>
              <a:t>	</a:t>
            </a:r>
            <a:r>
              <a:rPr sz="2000" spc="-5" dirty="0">
                <a:solidFill>
                  <a:srgbClr val="3C6BFF"/>
                </a:solidFill>
                <a:latin typeface="Tahoma"/>
                <a:cs typeface="Tahoma"/>
              </a:rPr>
              <a:t>затрат</a:t>
            </a:r>
            <a:r>
              <a:rPr sz="2000" dirty="0">
                <a:solidFill>
                  <a:srgbClr val="3C6BFF"/>
                </a:solidFill>
                <a:latin typeface="Tahoma"/>
                <a:cs typeface="Tahoma"/>
              </a:rPr>
              <a:t>	</a:t>
            </a:r>
            <a:r>
              <a:rPr sz="2000" spc="-5" dirty="0">
                <a:solidFill>
                  <a:srgbClr val="3C6BFF"/>
                </a:solidFill>
                <a:latin typeface="Tahoma"/>
                <a:cs typeface="Tahoma"/>
              </a:rPr>
              <a:t>на</a:t>
            </a:r>
            <a:r>
              <a:rPr sz="2000" dirty="0">
                <a:solidFill>
                  <a:srgbClr val="3C6BFF"/>
                </a:solidFill>
                <a:latin typeface="Tahoma"/>
                <a:cs typeface="Tahoma"/>
              </a:rPr>
              <a:t>	</a:t>
            </a:r>
            <a:r>
              <a:rPr sz="2000" spc="-5" dirty="0">
                <a:solidFill>
                  <a:srgbClr val="3C6BFF"/>
                </a:solidFill>
                <a:latin typeface="Tahoma"/>
                <a:cs typeface="Tahoma"/>
              </a:rPr>
              <a:t>эксплуатацию</a:t>
            </a:r>
            <a:r>
              <a:rPr sz="2000" dirty="0">
                <a:solidFill>
                  <a:srgbClr val="3C6BFF"/>
                </a:solidFill>
                <a:latin typeface="Tahoma"/>
                <a:cs typeface="Tahoma"/>
              </a:rPr>
              <a:t>	</a:t>
            </a:r>
            <a:r>
              <a:rPr sz="2000" spc="-10" dirty="0">
                <a:solidFill>
                  <a:srgbClr val="3C6BFF"/>
                </a:solidFill>
                <a:latin typeface="Tahoma"/>
                <a:cs typeface="Tahoma"/>
              </a:rPr>
              <a:t>(</a:t>
            </a:r>
            <a:r>
              <a:rPr sz="2000" spc="-5" dirty="0">
                <a:solidFill>
                  <a:srgbClr val="3C6BFF"/>
                </a:solidFill>
                <a:latin typeface="Tahoma"/>
                <a:cs typeface="Tahoma"/>
              </a:rPr>
              <a:t>оптимизация</a:t>
            </a:r>
            <a:r>
              <a:rPr sz="2000" dirty="0">
                <a:solidFill>
                  <a:srgbClr val="3C6BFF"/>
                </a:solidFill>
                <a:latin typeface="Tahoma"/>
                <a:cs typeface="Tahoma"/>
              </a:rPr>
              <a:t>	</a:t>
            </a:r>
            <a:r>
              <a:rPr sz="2000" spc="-5" dirty="0">
                <a:solidFill>
                  <a:srgbClr val="3C6BFF"/>
                </a:solidFill>
                <a:latin typeface="Tahoma"/>
                <a:cs typeface="Tahoma"/>
              </a:rPr>
              <a:t>обслуживани</a:t>
            </a:r>
            <a:r>
              <a:rPr sz="2000" spc="-20" dirty="0">
                <a:solidFill>
                  <a:srgbClr val="3C6BFF"/>
                </a:solidFill>
                <a:latin typeface="Tahoma"/>
                <a:cs typeface="Tahoma"/>
              </a:rPr>
              <a:t>я</a:t>
            </a:r>
            <a:r>
              <a:rPr sz="2000" spc="-5" dirty="0">
                <a:solidFill>
                  <a:srgbClr val="3C6BFF"/>
                </a:solidFill>
                <a:latin typeface="Tahoma"/>
                <a:cs typeface="Tahoma"/>
              </a:rPr>
              <a:t>,  контроля и</a:t>
            </a:r>
            <a:r>
              <a:rPr sz="2000" dirty="0">
                <a:solidFill>
                  <a:srgbClr val="3C6BFF"/>
                </a:solidFill>
                <a:latin typeface="Tahoma"/>
                <a:cs typeface="Tahoma"/>
              </a:rPr>
              <a:t> </a:t>
            </a:r>
            <a:r>
              <a:rPr sz="2000" spc="-5" dirty="0">
                <a:solidFill>
                  <a:srgbClr val="3C6BFF"/>
                </a:solidFill>
                <a:latin typeface="Tahoma"/>
                <a:cs typeface="Tahoma"/>
              </a:rPr>
              <a:t>ремонта).</a:t>
            </a:r>
            <a:endParaRPr sz="2000" dirty="0">
              <a:latin typeface="Tahoma"/>
              <a:cs typeface="Tahoma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191770">
              <a:lnSpc>
                <a:spcPct val="100000"/>
              </a:lnSpc>
              <a:spcBef>
                <a:spcPts val="345"/>
              </a:spcBef>
            </a:pPr>
            <a:fld id="{81D60167-4931-47E6-BA6A-407CBD079E47}" type="slidenum">
              <a:rPr spc="-5" dirty="0"/>
              <a:t>39</a:t>
            </a:fld>
            <a:endParaRPr spc="-5" dirty="0"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745886" y="180724"/>
            <a:ext cx="421640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Системы</a:t>
            </a:r>
            <a:r>
              <a:rPr spc="-15" dirty="0"/>
              <a:t> </a:t>
            </a:r>
            <a:r>
              <a:rPr spc="-5" dirty="0"/>
              <a:t>безопасности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422011" y="1386208"/>
            <a:ext cx="3848735" cy="7588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sz="1600" spc="-5" dirty="0">
                <a:solidFill>
                  <a:srgbClr val="FF1A1A"/>
                </a:solidFill>
                <a:latin typeface="Calibri"/>
                <a:cs typeface="Calibri"/>
              </a:rPr>
              <a:t>Раздельные четырехканальные системы </a:t>
            </a:r>
            <a:r>
              <a:rPr sz="1600" dirty="0">
                <a:solidFill>
                  <a:srgbClr val="FF1A1A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высокого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и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низкого давления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с </a:t>
            </a:r>
            <a:r>
              <a:rPr sz="1600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резервированием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каналов</a:t>
            </a:r>
            <a:r>
              <a:rPr sz="1600" spc="-1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FF1A1A"/>
                </a:solidFill>
                <a:latin typeface="Calibri"/>
                <a:cs typeface="Calibri"/>
              </a:rPr>
              <a:t>4</a:t>
            </a:r>
            <a:r>
              <a:rPr sz="1600" spc="-15" dirty="0">
                <a:solidFill>
                  <a:srgbClr val="FF1A1A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FF1A1A"/>
                </a:solidFill>
                <a:latin typeface="Calibri"/>
                <a:cs typeface="Calibri"/>
              </a:rPr>
              <a:t>х</a:t>
            </a:r>
            <a:r>
              <a:rPr sz="1600" spc="-10" dirty="0">
                <a:solidFill>
                  <a:srgbClr val="FF1A1A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FF1A1A"/>
                </a:solidFill>
                <a:latin typeface="Calibri"/>
                <a:cs typeface="Calibri"/>
              </a:rPr>
              <a:t>100</a:t>
            </a:r>
            <a:r>
              <a:rPr sz="1600" spc="-5" dirty="0">
                <a:solidFill>
                  <a:srgbClr val="FF1A1A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FF1A1A"/>
                </a:solidFill>
                <a:latin typeface="Calibri"/>
                <a:cs typeface="Calibri"/>
              </a:rPr>
              <a:t>%</a:t>
            </a:r>
            <a:r>
              <a:rPr sz="1600" spc="-15" dirty="0">
                <a:solidFill>
                  <a:srgbClr val="FF1A1A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каждая</a:t>
            </a:r>
            <a:endParaRPr sz="1600">
              <a:latin typeface="Calibri"/>
              <a:cs typeface="Calibri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4584534" y="4448623"/>
            <a:ext cx="286385" cy="285750"/>
            <a:chOff x="4584534" y="4448623"/>
            <a:chExt cx="286385" cy="285750"/>
          </a:xfrm>
        </p:grpSpPr>
        <p:sp>
          <p:nvSpPr>
            <p:cNvPr id="4" name="object 4"/>
            <p:cNvSpPr/>
            <p:nvPr/>
          </p:nvSpPr>
          <p:spPr>
            <a:xfrm>
              <a:off x="4587392" y="4451480"/>
              <a:ext cx="280670" cy="280035"/>
            </a:xfrm>
            <a:custGeom>
              <a:avLst/>
              <a:gdLst/>
              <a:ahLst/>
              <a:cxnLst/>
              <a:rect l="l" t="t" r="r" b="b"/>
              <a:pathLst>
                <a:path w="280670" h="280035">
                  <a:moveTo>
                    <a:pt x="280415" y="139445"/>
                  </a:moveTo>
                  <a:lnTo>
                    <a:pt x="273222" y="95390"/>
                  </a:lnTo>
                  <a:lnTo>
                    <a:pt x="253227" y="57113"/>
                  </a:lnTo>
                  <a:lnTo>
                    <a:pt x="222808" y="26919"/>
                  </a:lnTo>
                  <a:lnTo>
                    <a:pt x="184343" y="7114"/>
                  </a:lnTo>
                  <a:lnTo>
                    <a:pt x="140207" y="0"/>
                  </a:lnTo>
                  <a:lnTo>
                    <a:pt x="95780" y="7114"/>
                  </a:lnTo>
                  <a:lnTo>
                    <a:pt x="57278" y="26919"/>
                  </a:lnTo>
                  <a:lnTo>
                    <a:pt x="26968" y="57113"/>
                  </a:lnTo>
                  <a:lnTo>
                    <a:pt x="7120" y="95390"/>
                  </a:lnTo>
                  <a:lnTo>
                    <a:pt x="0" y="139445"/>
                  </a:lnTo>
                  <a:lnTo>
                    <a:pt x="7120" y="183873"/>
                  </a:lnTo>
                  <a:lnTo>
                    <a:pt x="26968" y="222375"/>
                  </a:lnTo>
                  <a:lnTo>
                    <a:pt x="57278" y="252685"/>
                  </a:lnTo>
                  <a:lnTo>
                    <a:pt x="95780" y="272533"/>
                  </a:lnTo>
                  <a:lnTo>
                    <a:pt x="140207" y="279653"/>
                  </a:lnTo>
                  <a:lnTo>
                    <a:pt x="184343" y="272533"/>
                  </a:lnTo>
                  <a:lnTo>
                    <a:pt x="222808" y="252685"/>
                  </a:lnTo>
                  <a:lnTo>
                    <a:pt x="253227" y="222375"/>
                  </a:lnTo>
                  <a:lnTo>
                    <a:pt x="273222" y="183873"/>
                  </a:lnTo>
                  <a:lnTo>
                    <a:pt x="280415" y="13944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587392" y="4451480"/>
              <a:ext cx="280670" cy="280035"/>
            </a:xfrm>
            <a:custGeom>
              <a:avLst/>
              <a:gdLst/>
              <a:ahLst/>
              <a:cxnLst/>
              <a:rect l="l" t="t" r="r" b="b"/>
              <a:pathLst>
                <a:path w="280670" h="280035">
                  <a:moveTo>
                    <a:pt x="280415" y="139445"/>
                  </a:moveTo>
                  <a:lnTo>
                    <a:pt x="273222" y="95390"/>
                  </a:lnTo>
                  <a:lnTo>
                    <a:pt x="253227" y="57113"/>
                  </a:lnTo>
                  <a:lnTo>
                    <a:pt x="222808" y="26919"/>
                  </a:lnTo>
                  <a:lnTo>
                    <a:pt x="184343" y="7114"/>
                  </a:lnTo>
                  <a:lnTo>
                    <a:pt x="140207" y="0"/>
                  </a:lnTo>
                  <a:lnTo>
                    <a:pt x="95780" y="7114"/>
                  </a:lnTo>
                  <a:lnTo>
                    <a:pt x="57278" y="26919"/>
                  </a:lnTo>
                  <a:lnTo>
                    <a:pt x="26968" y="57113"/>
                  </a:lnTo>
                  <a:lnTo>
                    <a:pt x="7120" y="95390"/>
                  </a:lnTo>
                  <a:lnTo>
                    <a:pt x="0" y="139445"/>
                  </a:lnTo>
                  <a:lnTo>
                    <a:pt x="7120" y="183873"/>
                  </a:lnTo>
                  <a:lnTo>
                    <a:pt x="26968" y="222375"/>
                  </a:lnTo>
                  <a:lnTo>
                    <a:pt x="57278" y="252685"/>
                  </a:lnTo>
                  <a:lnTo>
                    <a:pt x="95780" y="272533"/>
                  </a:lnTo>
                  <a:lnTo>
                    <a:pt x="140207" y="279653"/>
                  </a:lnTo>
                  <a:lnTo>
                    <a:pt x="184343" y="272533"/>
                  </a:lnTo>
                  <a:lnTo>
                    <a:pt x="222808" y="252685"/>
                  </a:lnTo>
                  <a:lnTo>
                    <a:pt x="253227" y="222375"/>
                  </a:lnTo>
                  <a:lnTo>
                    <a:pt x="273222" y="183873"/>
                  </a:lnTo>
                  <a:lnTo>
                    <a:pt x="280415" y="139445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4676540" y="4461177"/>
            <a:ext cx="108585" cy="231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350" b="1" dirty="0">
                <a:solidFill>
                  <a:srgbClr val="797979"/>
                </a:solidFill>
                <a:latin typeface="Arial"/>
                <a:cs typeface="Arial"/>
              </a:rPr>
              <a:t>3</a:t>
            </a:r>
            <a:endParaRPr sz="1350">
              <a:latin typeface="Arial"/>
              <a:cs typeface="Arial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4584534" y="3775777"/>
            <a:ext cx="286385" cy="286385"/>
            <a:chOff x="4584534" y="3775777"/>
            <a:chExt cx="286385" cy="286385"/>
          </a:xfrm>
        </p:grpSpPr>
        <p:sp>
          <p:nvSpPr>
            <p:cNvPr id="8" name="object 8"/>
            <p:cNvSpPr/>
            <p:nvPr/>
          </p:nvSpPr>
          <p:spPr>
            <a:xfrm>
              <a:off x="4587392" y="3778634"/>
              <a:ext cx="280670" cy="280670"/>
            </a:xfrm>
            <a:custGeom>
              <a:avLst/>
              <a:gdLst/>
              <a:ahLst/>
              <a:cxnLst/>
              <a:rect l="l" t="t" r="r" b="b"/>
              <a:pathLst>
                <a:path w="280670" h="280670">
                  <a:moveTo>
                    <a:pt x="280415" y="140207"/>
                  </a:moveTo>
                  <a:lnTo>
                    <a:pt x="273222" y="96072"/>
                  </a:lnTo>
                  <a:lnTo>
                    <a:pt x="253227" y="57607"/>
                  </a:lnTo>
                  <a:lnTo>
                    <a:pt x="222808" y="27188"/>
                  </a:lnTo>
                  <a:lnTo>
                    <a:pt x="184343" y="7193"/>
                  </a:lnTo>
                  <a:lnTo>
                    <a:pt x="140207" y="0"/>
                  </a:lnTo>
                  <a:lnTo>
                    <a:pt x="95780" y="7193"/>
                  </a:lnTo>
                  <a:lnTo>
                    <a:pt x="57278" y="27188"/>
                  </a:lnTo>
                  <a:lnTo>
                    <a:pt x="26968" y="57607"/>
                  </a:lnTo>
                  <a:lnTo>
                    <a:pt x="7120" y="96072"/>
                  </a:lnTo>
                  <a:lnTo>
                    <a:pt x="0" y="140207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5"/>
                  </a:lnTo>
                  <a:lnTo>
                    <a:pt x="184343" y="273295"/>
                  </a:lnTo>
                  <a:lnTo>
                    <a:pt x="222808" y="253447"/>
                  </a:lnTo>
                  <a:lnTo>
                    <a:pt x="253227" y="223137"/>
                  </a:lnTo>
                  <a:lnTo>
                    <a:pt x="273222" y="184635"/>
                  </a:lnTo>
                  <a:lnTo>
                    <a:pt x="280415" y="1402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587392" y="3778634"/>
              <a:ext cx="280670" cy="280670"/>
            </a:xfrm>
            <a:custGeom>
              <a:avLst/>
              <a:gdLst/>
              <a:ahLst/>
              <a:cxnLst/>
              <a:rect l="l" t="t" r="r" b="b"/>
              <a:pathLst>
                <a:path w="280670" h="280670">
                  <a:moveTo>
                    <a:pt x="280415" y="140207"/>
                  </a:moveTo>
                  <a:lnTo>
                    <a:pt x="273222" y="96072"/>
                  </a:lnTo>
                  <a:lnTo>
                    <a:pt x="253227" y="57607"/>
                  </a:lnTo>
                  <a:lnTo>
                    <a:pt x="222808" y="27188"/>
                  </a:lnTo>
                  <a:lnTo>
                    <a:pt x="184343" y="7193"/>
                  </a:lnTo>
                  <a:lnTo>
                    <a:pt x="140207" y="0"/>
                  </a:lnTo>
                  <a:lnTo>
                    <a:pt x="95780" y="7193"/>
                  </a:lnTo>
                  <a:lnTo>
                    <a:pt x="57278" y="27188"/>
                  </a:lnTo>
                  <a:lnTo>
                    <a:pt x="26968" y="57607"/>
                  </a:lnTo>
                  <a:lnTo>
                    <a:pt x="7120" y="96072"/>
                  </a:lnTo>
                  <a:lnTo>
                    <a:pt x="0" y="140207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5"/>
                  </a:lnTo>
                  <a:lnTo>
                    <a:pt x="184343" y="273295"/>
                  </a:lnTo>
                  <a:lnTo>
                    <a:pt x="222808" y="253447"/>
                  </a:lnTo>
                  <a:lnTo>
                    <a:pt x="253227" y="223137"/>
                  </a:lnTo>
                  <a:lnTo>
                    <a:pt x="273222" y="184635"/>
                  </a:lnTo>
                  <a:lnTo>
                    <a:pt x="280415" y="140207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4676540" y="3786045"/>
            <a:ext cx="108585" cy="231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350" b="1" dirty="0">
                <a:solidFill>
                  <a:srgbClr val="797979"/>
                </a:solidFill>
                <a:latin typeface="Arial"/>
                <a:cs typeface="Arial"/>
              </a:rPr>
              <a:t>4</a:t>
            </a:r>
            <a:endParaRPr sz="1350">
              <a:latin typeface="Arial"/>
              <a:cs typeface="Arial"/>
            </a:endParaRPr>
          </a:p>
        </p:txBody>
      </p:sp>
      <p:pic>
        <p:nvPicPr>
          <p:cNvPr id="11" name="object 1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760353" y="2771289"/>
            <a:ext cx="3152406" cy="2860528"/>
          </a:xfrm>
          <a:prstGeom prst="rect">
            <a:avLst/>
          </a:prstGeom>
        </p:spPr>
      </p:pic>
      <p:sp>
        <p:nvSpPr>
          <p:cNvPr id="12" name="object 12"/>
          <p:cNvSpPr txBox="1"/>
          <p:nvPr/>
        </p:nvSpPr>
        <p:spPr>
          <a:xfrm>
            <a:off x="6277502" y="4147336"/>
            <a:ext cx="103505" cy="1397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sz="750" spc="-30" dirty="0">
                <a:solidFill>
                  <a:srgbClr val="797979"/>
                </a:solidFill>
                <a:latin typeface="Microsoft Sans Serif"/>
                <a:cs typeface="Microsoft Sans Serif"/>
              </a:rPr>
              <a:t>-</a:t>
            </a:r>
            <a:r>
              <a:rPr sz="750" spc="-20" dirty="0">
                <a:solidFill>
                  <a:srgbClr val="797979"/>
                </a:solidFill>
                <a:latin typeface="Microsoft Sans Serif"/>
                <a:cs typeface="Microsoft Sans Serif"/>
              </a:rPr>
              <a:t>-</a:t>
            </a:r>
            <a:r>
              <a:rPr sz="750" spc="-5" dirty="0">
                <a:solidFill>
                  <a:srgbClr val="797979"/>
                </a:solidFill>
                <a:latin typeface="Microsoft Sans Serif"/>
                <a:cs typeface="Microsoft Sans Serif"/>
              </a:rPr>
              <a:t>-</a:t>
            </a:r>
            <a:endParaRPr sz="750">
              <a:latin typeface="Microsoft Sans Serif"/>
              <a:cs typeface="Microsoft Sans Serif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7777315" y="4448623"/>
            <a:ext cx="285750" cy="285750"/>
            <a:chOff x="7777315" y="4448623"/>
            <a:chExt cx="285750" cy="285750"/>
          </a:xfrm>
        </p:grpSpPr>
        <p:sp>
          <p:nvSpPr>
            <p:cNvPr id="14" name="object 14"/>
            <p:cNvSpPr/>
            <p:nvPr/>
          </p:nvSpPr>
          <p:spPr>
            <a:xfrm>
              <a:off x="7780172" y="4451480"/>
              <a:ext cx="280035" cy="280035"/>
            </a:xfrm>
            <a:custGeom>
              <a:avLst/>
              <a:gdLst/>
              <a:ahLst/>
              <a:cxnLst/>
              <a:rect l="l" t="t" r="r" b="b"/>
              <a:pathLst>
                <a:path w="280034" h="280035">
                  <a:moveTo>
                    <a:pt x="279653" y="139446"/>
                  </a:moveTo>
                  <a:lnTo>
                    <a:pt x="272533" y="95390"/>
                  </a:lnTo>
                  <a:lnTo>
                    <a:pt x="252685" y="57113"/>
                  </a:lnTo>
                  <a:lnTo>
                    <a:pt x="222375" y="26919"/>
                  </a:lnTo>
                  <a:lnTo>
                    <a:pt x="183873" y="7114"/>
                  </a:lnTo>
                  <a:lnTo>
                    <a:pt x="139445" y="0"/>
                  </a:lnTo>
                  <a:lnTo>
                    <a:pt x="95390" y="7114"/>
                  </a:lnTo>
                  <a:lnTo>
                    <a:pt x="57113" y="26919"/>
                  </a:lnTo>
                  <a:lnTo>
                    <a:pt x="26919" y="57113"/>
                  </a:lnTo>
                  <a:lnTo>
                    <a:pt x="7114" y="95390"/>
                  </a:lnTo>
                  <a:lnTo>
                    <a:pt x="0" y="139446"/>
                  </a:lnTo>
                  <a:lnTo>
                    <a:pt x="7114" y="183873"/>
                  </a:lnTo>
                  <a:lnTo>
                    <a:pt x="26919" y="222375"/>
                  </a:lnTo>
                  <a:lnTo>
                    <a:pt x="57113" y="252685"/>
                  </a:lnTo>
                  <a:lnTo>
                    <a:pt x="95390" y="272533"/>
                  </a:lnTo>
                  <a:lnTo>
                    <a:pt x="139445" y="279654"/>
                  </a:lnTo>
                  <a:lnTo>
                    <a:pt x="183873" y="272533"/>
                  </a:lnTo>
                  <a:lnTo>
                    <a:pt x="222375" y="252685"/>
                  </a:lnTo>
                  <a:lnTo>
                    <a:pt x="252685" y="222375"/>
                  </a:lnTo>
                  <a:lnTo>
                    <a:pt x="272533" y="183873"/>
                  </a:lnTo>
                  <a:lnTo>
                    <a:pt x="279653" y="13944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7780172" y="4451480"/>
              <a:ext cx="280035" cy="280035"/>
            </a:xfrm>
            <a:custGeom>
              <a:avLst/>
              <a:gdLst/>
              <a:ahLst/>
              <a:cxnLst/>
              <a:rect l="l" t="t" r="r" b="b"/>
              <a:pathLst>
                <a:path w="280034" h="280035">
                  <a:moveTo>
                    <a:pt x="279653" y="139446"/>
                  </a:moveTo>
                  <a:lnTo>
                    <a:pt x="272533" y="95390"/>
                  </a:lnTo>
                  <a:lnTo>
                    <a:pt x="252685" y="57113"/>
                  </a:lnTo>
                  <a:lnTo>
                    <a:pt x="222375" y="26919"/>
                  </a:lnTo>
                  <a:lnTo>
                    <a:pt x="183873" y="7114"/>
                  </a:lnTo>
                  <a:lnTo>
                    <a:pt x="139445" y="0"/>
                  </a:lnTo>
                  <a:lnTo>
                    <a:pt x="95390" y="7114"/>
                  </a:lnTo>
                  <a:lnTo>
                    <a:pt x="57113" y="26919"/>
                  </a:lnTo>
                  <a:lnTo>
                    <a:pt x="26919" y="57113"/>
                  </a:lnTo>
                  <a:lnTo>
                    <a:pt x="7114" y="95390"/>
                  </a:lnTo>
                  <a:lnTo>
                    <a:pt x="0" y="139446"/>
                  </a:lnTo>
                  <a:lnTo>
                    <a:pt x="7114" y="183873"/>
                  </a:lnTo>
                  <a:lnTo>
                    <a:pt x="26919" y="222375"/>
                  </a:lnTo>
                  <a:lnTo>
                    <a:pt x="57113" y="252685"/>
                  </a:lnTo>
                  <a:lnTo>
                    <a:pt x="95390" y="272533"/>
                  </a:lnTo>
                  <a:lnTo>
                    <a:pt x="139445" y="279654"/>
                  </a:lnTo>
                  <a:lnTo>
                    <a:pt x="183873" y="272533"/>
                  </a:lnTo>
                  <a:lnTo>
                    <a:pt x="222375" y="252685"/>
                  </a:lnTo>
                  <a:lnTo>
                    <a:pt x="252685" y="222375"/>
                  </a:lnTo>
                  <a:lnTo>
                    <a:pt x="272533" y="183873"/>
                  </a:lnTo>
                  <a:lnTo>
                    <a:pt x="279653" y="139446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7871606" y="4461177"/>
            <a:ext cx="108585" cy="231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350" b="1" dirty="0">
                <a:solidFill>
                  <a:srgbClr val="797979"/>
                </a:solidFill>
                <a:latin typeface="Arial"/>
                <a:cs typeface="Arial"/>
              </a:rPr>
              <a:t>2</a:t>
            </a:r>
            <a:endParaRPr sz="1350">
              <a:latin typeface="Arial"/>
              <a:cs typeface="Arial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7777315" y="3775777"/>
            <a:ext cx="285750" cy="286385"/>
            <a:chOff x="7777315" y="3775777"/>
            <a:chExt cx="285750" cy="286385"/>
          </a:xfrm>
        </p:grpSpPr>
        <p:sp>
          <p:nvSpPr>
            <p:cNvPr id="18" name="object 18"/>
            <p:cNvSpPr/>
            <p:nvPr/>
          </p:nvSpPr>
          <p:spPr>
            <a:xfrm>
              <a:off x="7780172" y="3778634"/>
              <a:ext cx="280035" cy="280670"/>
            </a:xfrm>
            <a:custGeom>
              <a:avLst/>
              <a:gdLst/>
              <a:ahLst/>
              <a:cxnLst/>
              <a:rect l="l" t="t" r="r" b="b"/>
              <a:pathLst>
                <a:path w="280034" h="280670">
                  <a:moveTo>
                    <a:pt x="279653" y="140208"/>
                  </a:moveTo>
                  <a:lnTo>
                    <a:pt x="272533" y="96072"/>
                  </a:lnTo>
                  <a:lnTo>
                    <a:pt x="252685" y="57607"/>
                  </a:lnTo>
                  <a:lnTo>
                    <a:pt x="222375" y="27188"/>
                  </a:lnTo>
                  <a:lnTo>
                    <a:pt x="183873" y="7193"/>
                  </a:lnTo>
                  <a:lnTo>
                    <a:pt x="139445" y="0"/>
                  </a:lnTo>
                  <a:lnTo>
                    <a:pt x="95390" y="7193"/>
                  </a:lnTo>
                  <a:lnTo>
                    <a:pt x="57113" y="27188"/>
                  </a:lnTo>
                  <a:lnTo>
                    <a:pt x="26919" y="57607"/>
                  </a:lnTo>
                  <a:lnTo>
                    <a:pt x="7114" y="96072"/>
                  </a:lnTo>
                  <a:lnTo>
                    <a:pt x="0" y="140208"/>
                  </a:lnTo>
                  <a:lnTo>
                    <a:pt x="7114" y="184635"/>
                  </a:lnTo>
                  <a:lnTo>
                    <a:pt x="26919" y="223137"/>
                  </a:lnTo>
                  <a:lnTo>
                    <a:pt x="57113" y="253447"/>
                  </a:lnTo>
                  <a:lnTo>
                    <a:pt x="95390" y="273295"/>
                  </a:lnTo>
                  <a:lnTo>
                    <a:pt x="139445" y="280416"/>
                  </a:lnTo>
                  <a:lnTo>
                    <a:pt x="183873" y="273295"/>
                  </a:lnTo>
                  <a:lnTo>
                    <a:pt x="222375" y="253447"/>
                  </a:lnTo>
                  <a:lnTo>
                    <a:pt x="252685" y="223137"/>
                  </a:lnTo>
                  <a:lnTo>
                    <a:pt x="272533" y="184635"/>
                  </a:lnTo>
                  <a:lnTo>
                    <a:pt x="279653" y="1402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7780172" y="3778634"/>
              <a:ext cx="280035" cy="280670"/>
            </a:xfrm>
            <a:custGeom>
              <a:avLst/>
              <a:gdLst/>
              <a:ahLst/>
              <a:cxnLst/>
              <a:rect l="l" t="t" r="r" b="b"/>
              <a:pathLst>
                <a:path w="280034" h="280670">
                  <a:moveTo>
                    <a:pt x="279653" y="140208"/>
                  </a:moveTo>
                  <a:lnTo>
                    <a:pt x="272533" y="96072"/>
                  </a:lnTo>
                  <a:lnTo>
                    <a:pt x="252685" y="57607"/>
                  </a:lnTo>
                  <a:lnTo>
                    <a:pt x="222375" y="27188"/>
                  </a:lnTo>
                  <a:lnTo>
                    <a:pt x="183873" y="7193"/>
                  </a:lnTo>
                  <a:lnTo>
                    <a:pt x="139445" y="0"/>
                  </a:lnTo>
                  <a:lnTo>
                    <a:pt x="95390" y="7193"/>
                  </a:lnTo>
                  <a:lnTo>
                    <a:pt x="57113" y="27188"/>
                  </a:lnTo>
                  <a:lnTo>
                    <a:pt x="26919" y="57607"/>
                  </a:lnTo>
                  <a:lnTo>
                    <a:pt x="7114" y="96072"/>
                  </a:lnTo>
                  <a:lnTo>
                    <a:pt x="0" y="140208"/>
                  </a:lnTo>
                  <a:lnTo>
                    <a:pt x="7114" y="184635"/>
                  </a:lnTo>
                  <a:lnTo>
                    <a:pt x="26919" y="223137"/>
                  </a:lnTo>
                  <a:lnTo>
                    <a:pt x="57113" y="253447"/>
                  </a:lnTo>
                  <a:lnTo>
                    <a:pt x="95390" y="273295"/>
                  </a:lnTo>
                  <a:lnTo>
                    <a:pt x="139445" y="280416"/>
                  </a:lnTo>
                  <a:lnTo>
                    <a:pt x="183873" y="273295"/>
                  </a:lnTo>
                  <a:lnTo>
                    <a:pt x="222375" y="253447"/>
                  </a:lnTo>
                  <a:lnTo>
                    <a:pt x="252685" y="223137"/>
                  </a:lnTo>
                  <a:lnTo>
                    <a:pt x="272533" y="184635"/>
                  </a:lnTo>
                  <a:lnTo>
                    <a:pt x="279653" y="140208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7871606" y="3786045"/>
            <a:ext cx="108585" cy="231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350" b="1" dirty="0">
                <a:solidFill>
                  <a:srgbClr val="797979"/>
                </a:solidFill>
                <a:latin typeface="Arial"/>
                <a:cs typeface="Arial"/>
              </a:rPr>
              <a:t>1</a:t>
            </a:r>
            <a:endParaRPr sz="1350">
              <a:latin typeface="Arial"/>
              <a:cs typeface="Arial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5704662" y="2431609"/>
            <a:ext cx="537845" cy="286385"/>
            <a:chOff x="5704662" y="2431609"/>
            <a:chExt cx="537845" cy="286385"/>
          </a:xfrm>
        </p:grpSpPr>
        <p:sp>
          <p:nvSpPr>
            <p:cNvPr id="22" name="object 22"/>
            <p:cNvSpPr/>
            <p:nvPr/>
          </p:nvSpPr>
          <p:spPr>
            <a:xfrm>
              <a:off x="5707519" y="2434466"/>
              <a:ext cx="280670" cy="280670"/>
            </a:xfrm>
            <a:custGeom>
              <a:avLst/>
              <a:gdLst/>
              <a:ahLst/>
              <a:cxnLst/>
              <a:rect l="l" t="t" r="r" b="b"/>
              <a:pathLst>
                <a:path w="280670" h="280669">
                  <a:moveTo>
                    <a:pt x="280415" y="140208"/>
                  </a:moveTo>
                  <a:lnTo>
                    <a:pt x="273222" y="95780"/>
                  </a:lnTo>
                  <a:lnTo>
                    <a:pt x="253227" y="57278"/>
                  </a:lnTo>
                  <a:lnTo>
                    <a:pt x="222808" y="26968"/>
                  </a:lnTo>
                  <a:lnTo>
                    <a:pt x="184343" y="7120"/>
                  </a:lnTo>
                  <a:lnTo>
                    <a:pt x="140207" y="0"/>
                  </a:lnTo>
                  <a:lnTo>
                    <a:pt x="95780" y="7120"/>
                  </a:lnTo>
                  <a:lnTo>
                    <a:pt x="57278" y="26968"/>
                  </a:lnTo>
                  <a:lnTo>
                    <a:pt x="26968" y="57278"/>
                  </a:lnTo>
                  <a:lnTo>
                    <a:pt x="7120" y="95780"/>
                  </a:lnTo>
                  <a:lnTo>
                    <a:pt x="0" y="140208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6"/>
                  </a:lnTo>
                  <a:lnTo>
                    <a:pt x="184343" y="273295"/>
                  </a:lnTo>
                  <a:lnTo>
                    <a:pt x="222808" y="253447"/>
                  </a:lnTo>
                  <a:lnTo>
                    <a:pt x="253227" y="223137"/>
                  </a:lnTo>
                  <a:lnTo>
                    <a:pt x="273222" y="184635"/>
                  </a:lnTo>
                  <a:lnTo>
                    <a:pt x="280415" y="1402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707519" y="2434466"/>
              <a:ext cx="280670" cy="280670"/>
            </a:xfrm>
            <a:custGeom>
              <a:avLst/>
              <a:gdLst/>
              <a:ahLst/>
              <a:cxnLst/>
              <a:rect l="l" t="t" r="r" b="b"/>
              <a:pathLst>
                <a:path w="280670" h="280669">
                  <a:moveTo>
                    <a:pt x="280415" y="140208"/>
                  </a:moveTo>
                  <a:lnTo>
                    <a:pt x="273222" y="95780"/>
                  </a:lnTo>
                  <a:lnTo>
                    <a:pt x="253227" y="57278"/>
                  </a:lnTo>
                  <a:lnTo>
                    <a:pt x="222808" y="26968"/>
                  </a:lnTo>
                  <a:lnTo>
                    <a:pt x="184343" y="7120"/>
                  </a:lnTo>
                  <a:lnTo>
                    <a:pt x="140207" y="0"/>
                  </a:lnTo>
                  <a:lnTo>
                    <a:pt x="95780" y="7120"/>
                  </a:lnTo>
                  <a:lnTo>
                    <a:pt x="57278" y="26968"/>
                  </a:lnTo>
                  <a:lnTo>
                    <a:pt x="26968" y="57278"/>
                  </a:lnTo>
                  <a:lnTo>
                    <a:pt x="7120" y="95780"/>
                  </a:lnTo>
                  <a:lnTo>
                    <a:pt x="0" y="140208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6"/>
                  </a:lnTo>
                  <a:lnTo>
                    <a:pt x="184343" y="273295"/>
                  </a:lnTo>
                  <a:lnTo>
                    <a:pt x="222808" y="253447"/>
                  </a:lnTo>
                  <a:lnTo>
                    <a:pt x="253227" y="223137"/>
                  </a:lnTo>
                  <a:lnTo>
                    <a:pt x="273222" y="184635"/>
                  </a:lnTo>
                  <a:lnTo>
                    <a:pt x="280415" y="140208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959741" y="2434466"/>
              <a:ext cx="280035" cy="280670"/>
            </a:xfrm>
            <a:custGeom>
              <a:avLst/>
              <a:gdLst/>
              <a:ahLst/>
              <a:cxnLst/>
              <a:rect l="l" t="t" r="r" b="b"/>
              <a:pathLst>
                <a:path w="280035" h="280669">
                  <a:moveTo>
                    <a:pt x="279653" y="140208"/>
                  </a:moveTo>
                  <a:lnTo>
                    <a:pt x="272539" y="95780"/>
                  </a:lnTo>
                  <a:lnTo>
                    <a:pt x="252734" y="57278"/>
                  </a:lnTo>
                  <a:lnTo>
                    <a:pt x="222540" y="26968"/>
                  </a:lnTo>
                  <a:lnTo>
                    <a:pt x="184263" y="7120"/>
                  </a:lnTo>
                  <a:lnTo>
                    <a:pt x="140207" y="0"/>
                  </a:lnTo>
                  <a:lnTo>
                    <a:pt x="95780" y="7120"/>
                  </a:lnTo>
                  <a:lnTo>
                    <a:pt x="57278" y="26968"/>
                  </a:lnTo>
                  <a:lnTo>
                    <a:pt x="26968" y="57278"/>
                  </a:lnTo>
                  <a:lnTo>
                    <a:pt x="7120" y="95780"/>
                  </a:lnTo>
                  <a:lnTo>
                    <a:pt x="0" y="140208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6"/>
                  </a:lnTo>
                  <a:lnTo>
                    <a:pt x="184263" y="273295"/>
                  </a:lnTo>
                  <a:lnTo>
                    <a:pt x="222540" y="253447"/>
                  </a:lnTo>
                  <a:lnTo>
                    <a:pt x="252734" y="223137"/>
                  </a:lnTo>
                  <a:lnTo>
                    <a:pt x="272539" y="184635"/>
                  </a:lnTo>
                  <a:lnTo>
                    <a:pt x="279653" y="1402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9741" y="2434466"/>
              <a:ext cx="280035" cy="280670"/>
            </a:xfrm>
            <a:custGeom>
              <a:avLst/>
              <a:gdLst/>
              <a:ahLst/>
              <a:cxnLst/>
              <a:rect l="l" t="t" r="r" b="b"/>
              <a:pathLst>
                <a:path w="280035" h="280669">
                  <a:moveTo>
                    <a:pt x="279653" y="140208"/>
                  </a:moveTo>
                  <a:lnTo>
                    <a:pt x="272539" y="95780"/>
                  </a:lnTo>
                  <a:lnTo>
                    <a:pt x="252734" y="57278"/>
                  </a:lnTo>
                  <a:lnTo>
                    <a:pt x="222540" y="26968"/>
                  </a:lnTo>
                  <a:lnTo>
                    <a:pt x="184263" y="7120"/>
                  </a:lnTo>
                  <a:lnTo>
                    <a:pt x="140207" y="0"/>
                  </a:lnTo>
                  <a:lnTo>
                    <a:pt x="95780" y="7120"/>
                  </a:lnTo>
                  <a:lnTo>
                    <a:pt x="57278" y="26968"/>
                  </a:lnTo>
                  <a:lnTo>
                    <a:pt x="26968" y="57278"/>
                  </a:lnTo>
                  <a:lnTo>
                    <a:pt x="7120" y="95780"/>
                  </a:lnTo>
                  <a:lnTo>
                    <a:pt x="0" y="140208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6"/>
                  </a:lnTo>
                  <a:lnTo>
                    <a:pt x="184263" y="273295"/>
                  </a:lnTo>
                  <a:lnTo>
                    <a:pt x="222540" y="253447"/>
                  </a:lnTo>
                  <a:lnTo>
                    <a:pt x="252734" y="223137"/>
                  </a:lnTo>
                  <a:lnTo>
                    <a:pt x="272539" y="184635"/>
                  </a:lnTo>
                  <a:lnTo>
                    <a:pt x="279653" y="140208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5767723" y="2475585"/>
            <a:ext cx="421640" cy="17526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sz="950" b="1" spc="15" dirty="0">
                <a:solidFill>
                  <a:srgbClr val="797979"/>
                </a:solidFill>
                <a:latin typeface="Arial"/>
                <a:cs typeface="Arial"/>
              </a:rPr>
              <a:t>ГЕ </a:t>
            </a:r>
            <a:r>
              <a:rPr sz="950" b="1" spc="170" dirty="0">
                <a:solidFill>
                  <a:srgbClr val="797979"/>
                </a:solidFill>
                <a:latin typeface="Arial"/>
                <a:cs typeface="Arial"/>
              </a:rPr>
              <a:t> </a:t>
            </a:r>
            <a:r>
              <a:rPr sz="950" b="1" spc="15" dirty="0">
                <a:solidFill>
                  <a:srgbClr val="797979"/>
                </a:solidFill>
                <a:latin typeface="Arial"/>
                <a:cs typeface="Arial"/>
              </a:rPr>
              <a:t>ГЕ</a:t>
            </a:r>
            <a:endParaRPr sz="950">
              <a:latin typeface="Arial"/>
              <a:cs typeface="Arial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6391312" y="2431698"/>
            <a:ext cx="537845" cy="286385"/>
            <a:chOff x="6391312" y="2431698"/>
            <a:chExt cx="537845" cy="286385"/>
          </a:xfrm>
        </p:grpSpPr>
        <p:sp>
          <p:nvSpPr>
            <p:cNvPr id="28" name="object 28"/>
            <p:cNvSpPr/>
            <p:nvPr/>
          </p:nvSpPr>
          <p:spPr>
            <a:xfrm>
              <a:off x="6394081" y="2434466"/>
              <a:ext cx="280035" cy="280670"/>
            </a:xfrm>
            <a:custGeom>
              <a:avLst/>
              <a:gdLst/>
              <a:ahLst/>
              <a:cxnLst/>
              <a:rect l="l" t="t" r="r" b="b"/>
              <a:pathLst>
                <a:path w="280034" h="280669">
                  <a:moveTo>
                    <a:pt x="279653" y="140208"/>
                  </a:moveTo>
                  <a:lnTo>
                    <a:pt x="272539" y="95780"/>
                  </a:lnTo>
                  <a:lnTo>
                    <a:pt x="252734" y="57278"/>
                  </a:lnTo>
                  <a:lnTo>
                    <a:pt x="222540" y="26968"/>
                  </a:lnTo>
                  <a:lnTo>
                    <a:pt x="184263" y="7120"/>
                  </a:lnTo>
                  <a:lnTo>
                    <a:pt x="140207" y="0"/>
                  </a:lnTo>
                  <a:lnTo>
                    <a:pt x="95780" y="7120"/>
                  </a:lnTo>
                  <a:lnTo>
                    <a:pt x="57278" y="26968"/>
                  </a:lnTo>
                  <a:lnTo>
                    <a:pt x="26968" y="57278"/>
                  </a:lnTo>
                  <a:lnTo>
                    <a:pt x="7120" y="95780"/>
                  </a:lnTo>
                  <a:lnTo>
                    <a:pt x="0" y="140208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6"/>
                  </a:lnTo>
                  <a:lnTo>
                    <a:pt x="184263" y="273295"/>
                  </a:lnTo>
                  <a:lnTo>
                    <a:pt x="222540" y="253447"/>
                  </a:lnTo>
                  <a:lnTo>
                    <a:pt x="252734" y="223137"/>
                  </a:lnTo>
                  <a:lnTo>
                    <a:pt x="272539" y="184635"/>
                  </a:lnTo>
                  <a:lnTo>
                    <a:pt x="279653" y="1402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6394081" y="2434466"/>
              <a:ext cx="280035" cy="280670"/>
            </a:xfrm>
            <a:custGeom>
              <a:avLst/>
              <a:gdLst/>
              <a:ahLst/>
              <a:cxnLst/>
              <a:rect l="l" t="t" r="r" b="b"/>
              <a:pathLst>
                <a:path w="280034" h="280669">
                  <a:moveTo>
                    <a:pt x="279653" y="140208"/>
                  </a:moveTo>
                  <a:lnTo>
                    <a:pt x="272539" y="95780"/>
                  </a:lnTo>
                  <a:lnTo>
                    <a:pt x="252734" y="57278"/>
                  </a:lnTo>
                  <a:lnTo>
                    <a:pt x="222540" y="26968"/>
                  </a:lnTo>
                  <a:lnTo>
                    <a:pt x="184263" y="7120"/>
                  </a:lnTo>
                  <a:lnTo>
                    <a:pt x="140207" y="0"/>
                  </a:lnTo>
                  <a:lnTo>
                    <a:pt x="95780" y="7120"/>
                  </a:lnTo>
                  <a:lnTo>
                    <a:pt x="57278" y="26968"/>
                  </a:lnTo>
                  <a:lnTo>
                    <a:pt x="26968" y="57278"/>
                  </a:lnTo>
                  <a:lnTo>
                    <a:pt x="7120" y="95780"/>
                  </a:lnTo>
                  <a:lnTo>
                    <a:pt x="0" y="140208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6"/>
                  </a:lnTo>
                  <a:lnTo>
                    <a:pt x="184263" y="273295"/>
                  </a:lnTo>
                  <a:lnTo>
                    <a:pt x="222540" y="253447"/>
                  </a:lnTo>
                  <a:lnTo>
                    <a:pt x="252734" y="223137"/>
                  </a:lnTo>
                  <a:lnTo>
                    <a:pt x="272539" y="184635"/>
                  </a:lnTo>
                  <a:lnTo>
                    <a:pt x="279653" y="140208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6645554" y="2434466"/>
              <a:ext cx="280670" cy="280670"/>
            </a:xfrm>
            <a:custGeom>
              <a:avLst/>
              <a:gdLst/>
              <a:ahLst/>
              <a:cxnLst/>
              <a:rect l="l" t="t" r="r" b="b"/>
              <a:pathLst>
                <a:path w="280670" h="280669">
                  <a:moveTo>
                    <a:pt x="280416" y="140208"/>
                  </a:moveTo>
                  <a:lnTo>
                    <a:pt x="273295" y="95780"/>
                  </a:lnTo>
                  <a:lnTo>
                    <a:pt x="253447" y="57278"/>
                  </a:lnTo>
                  <a:lnTo>
                    <a:pt x="223137" y="26968"/>
                  </a:lnTo>
                  <a:lnTo>
                    <a:pt x="184635" y="7120"/>
                  </a:lnTo>
                  <a:lnTo>
                    <a:pt x="140208" y="0"/>
                  </a:lnTo>
                  <a:lnTo>
                    <a:pt x="96072" y="7120"/>
                  </a:lnTo>
                  <a:lnTo>
                    <a:pt x="57607" y="26968"/>
                  </a:lnTo>
                  <a:lnTo>
                    <a:pt x="27188" y="57278"/>
                  </a:lnTo>
                  <a:lnTo>
                    <a:pt x="7193" y="95780"/>
                  </a:lnTo>
                  <a:lnTo>
                    <a:pt x="0" y="140208"/>
                  </a:lnTo>
                  <a:lnTo>
                    <a:pt x="7193" y="184635"/>
                  </a:lnTo>
                  <a:lnTo>
                    <a:pt x="27188" y="223137"/>
                  </a:lnTo>
                  <a:lnTo>
                    <a:pt x="57607" y="253447"/>
                  </a:lnTo>
                  <a:lnTo>
                    <a:pt x="96072" y="273295"/>
                  </a:lnTo>
                  <a:lnTo>
                    <a:pt x="140208" y="280416"/>
                  </a:lnTo>
                  <a:lnTo>
                    <a:pt x="184635" y="273295"/>
                  </a:lnTo>
                  <a:lnTo>
                    <a:pt x="223137" y="253447"/>
                  </a:lnTo>
                  <a:lnTo>
                    <a:pt x="253447" y="223137"/>
                  </a:lnTo>
                  <a:lnTo>
                    <a:pt x="273295" y="184635"/>
                  </a:lnTo>
                  <a:lnTo>
                    <a:pt x="280416" y="1402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645554" y="2434466"/>
              <a:ext cx="280670" cy="280670"/>
            </a:xfrm>
            <a:custGeom>
              <a:avLst/>
              <a:gdLst/>
              <a:ahLst/>
              <a:cxnLst/>
              <a:rect l="l" t="t" r="r" b="b"/>
              <a:pathLst>
                <a:path w="280670" h="280669">
                  <a:moveTo>
                    <a:pt x="280416" y="140208"/>
                  </a:moveTo>
                  <a:lnTo>
                    <a:pt x="273295" y="95780"/>
                  </a:lnTo>
                  <a:lnTo>
                    <a:pt x="253447" y="57278"/>
                  </a:lnTo>
                  <a:lnTo>
                    <a:pt x="223137" y="26968"/>
                  </a:lnTo>
                  <a:lnTo>
                    <a:pt x="184635" y="7120"/>
                  </a:lnTo>
                  <a:lnTo>
                    <a:pt x="140208" y="0"/>
                  </a:lnTo>
                  <a:lnTo>
                    <a:pt x="96072" y="7120"/>
                  </a:lnTo>
                  <a:lnTo>
                    <a:pt x="57607" y="26968"/>
                  </a:lnTo>
                  <a:lnTo>
                    <a:pt x="27188" y="57278"/>
                  </a:lnTo>
                  <a:lnTo>
                    <a:pt x="7193" y="95780"/>
                  </a:lnTo>
                  <a:lnTo>
                    <a:pt x="0" y="140208"/>
                  </a:lnTo>
                  <a:lnTo>
                    <a:pt x="7193" y="184635"/>
                  </a:lnTo>
                  <a:lnTo>
                    <a:pt x="27188" y="223137"/>
                  </a:lnTo>
                  <a:lnTo>
                    <a:pt x="57607" y="253447"/>
                  </a:lnTo>
                  <a:lnTo>
                    <a:pt x="96072" y="273295"/>
                  </a:lnTo>
                  <a:lnTo>
                    <a:pt x="140208" y="280416"/>
                  </a:lnTo>
                  <a:lnTo>
                    <a:pt x="184635" y="273295"/>
                  </a:lnTo>
                  <a:lnTo>
                    <a:pt x="223137" y="253447"/>
                  </a:lnTo>
                  <a:lnTo>
                    <a:pt x="253447" y="223137"/>
                  </a:lnTo>
                  <a:lnTo>
                    <a:pt x="273295" y="184635"/>
                  </a:lnTo>
                  <a:lnTo>
                    <a:pt x="280416" y="140208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" name="object 32"/>
          <p:cNvSpPr txBox="1"/>
          <p:nvPr/>
        </p:nvSpPr>
        <p:spPr>
          <a:xfrm>
            <a:off x="6455047" y="2475585"/>
            <a:ext cx="423545" cy="17526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sz="950" b="1" spc="15" dirty="0">
                <a:solidFill>
                  <a:srgbClr val="797979"/>
                </a:solidFill>
                <a:latin typeface="Arial"/>
                <a:cs typeface="Arial"/>
              </a:rPr>
              <a:t>ГЕ </a:t>
            </a:r>
            <a:r>
              <a:rPr sz="950" b="1" spc="170" dirty="0">
                <a:solidFill>
                  <a:srgbClr val="797979"/>
                </a:solidFill>
                <a:latin typeface="Arial"/>
                <a:cs typeface="Arial"/>
              </a:rPr>
              <a:t> </a:t>
            </a:r>
            <a:r>
              <a:rPr sz="950" b="1" spc="20" dirty="0">
                <a:solidFill>
                  <a:srgbClr val="797979"/>
                </a:solidFill>
                <a:latin typeface="Arial"/>
                <a:cs typeface="Arial"/>
              </a:rPr>
              <a:t>ГЕ</a:t>
            </a:r>
            <a:endParaRPr sz="95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7687202" y="2385190"/>
            <a:ext cx="50165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00009A"/>
                </a:solidFill>
                <a:latin typeface="Calibri"/>
                <a:cs typeface="Calibri"/>
              </a:rPr>
              <a:t>канал 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7687202" y="5337940"/>
            <a:ext cx="50165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00009A"/>
                </a:solidFill>
                <a:latin typeface="Calibri"/>
                <a:cs typeface="Calibri"/>
              </a:rPr>
              <a:t>канал 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4464704" y="5337940"/>
            <a:ext cx="50165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00009A"/>
                </a:solidFill>
                <a:latin typeface="Calibri"/>
                <a:cs typeface="Calibri"/>
              </a:rPr>
              <a:t>канал 3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4464704" y="2420242"/>
            <a:ext cx="50165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00009A"/>
                </a:solidFill>
                <a:latin typeface="Calibri"/>
                <a:cs typeface="Calibri"/>
              </a:rPr>
              <a:t>канал 4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7" name="object 37"/>
          <p:cNvSpPr txBox="1">
            <a:spLocks noGrp="1"/>
          </p:cNvSpPr>
          <p:nvPr>
            <p:ph type="title"/>
          </p:nvPr>
        </p:nvSpPr>
        <p:spPr>
          <a:xfrm>
            <a:off x="3008014" y="240922"/>
            <a:ext cx="421640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Системы</a:t>
            </a:r>
            <a:r>
              <a:rPr spc="-15" dirty="0"/>
              <a:t> </a:t>
            </a:r>
            <a:r>
              <a:rPr spc="-5" dirty="0"/>
              <a:t>безопасности</a:t>
            </a:r>
          </a:p>
        </p:txBody>
      </p:sp>
      <p:sp>
        <p:nvSpPr>
          <p:cNvPr id="38" name="object 38"/>
          <p:cNvSpPr txBox="1">
            <a:spLocks noGrp="1"/>
          </p:cNvSpPr>
          <p:nvPr>
            <p:ph sz="half" idx="2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72720" marR="362585">
              <a:lnSpc>
                <a:spcPct val="100000"/>
              </a:lnSpc>
              <a:spcBef>
                <a:spcPts val="100"/>
              </a:spcBef>
            </a:pPr>
            <a:r>
              <a:rPr spc="-5" dirty="0"/>
              <a:t>Системы аварийного впрыска </a:t>
            </a:r>
            <a:r>
              <a:rPr dirty="0"/>
              <a:t> </a:t>
            </a:r>
            <a:r>
              <a:rPr spc="-5" dirty="0"/>
              <a:t>высокого </a:t>
            </a:r>
            <a:r>
              <a:rPr dirty="0">
                <a:solidFill>
                  <a:srgbClr val="FF1A1A"/>
                </a:solidFill>
              </a:rPr>
              <a:t>(САВ ВД) </a:t>
            </a:r>
            <a:r>
              <a:rPr dirty="0"/>
              <a:t>и </a:t>
            </a:r>
            <a:r>
              <a:rPr spc="-5" dirty="0"/>
              <a:t>низкого </a:t>
            </a:r>
            <a:r>
              <a:rPr dirty="0"/>
              <a:t> </a:t>
            </a:r>
            <a:r>
              <a:rPr spc="-5" dirty="0"/>
              <a:t>давления </a:t>
            </a:r>
            <a:r>
              <a:rPr spc="-5" dirty="0">
                <a:solidFill>
                  <a:srgbClr val="FF1A1A"/>
                </a:solidFill>
              </a:rPr>
              <a:t>(САВ </a:t>
            </a:r>
            <a:r>
              <a:rPr dirty="0">
                <a:solidFill>
                  <a:srgbClr val="FF1A1A"/>
                </a:solidFill>
              </a:rPr>
              <a:t>НД) </a:t>
            </a:r>
            <a:r>
              <a:rPr spc="-5" dirty="0"/>
              <a:t>предназначены </a:t>
            </a:r>
            <a:r>
              <a:rPr spc="-350" dirty="0"/>
              <a:t> </a:t>
            </a:r>
            <a:r>
              <a:rPr spc="-5" dirty="0"/>
              <a:t>для подачи раствора борной </a:t>
            </a:r>
            <a:r>
              <a:rPr dirty="0"/>
              <a:t> </a:t>
            </a:r>
            <a:r>
              <a:rPr spc="-5" dirty="0"/>
              <a:t>кислоты </a:t>
            </a:r>
            <a:r>
              <a:rPr dirty="0"/>
              <a:t>в </a:t>
            </a:r>
            <a:r>
              <a:rPr spc="-5" dirty="0"/>
              <a:t>систему </a:t>
            </a:r>
            <a:r>
              <a:rPr dirty="0"/>
              <a:t>теплоносителя </a:t>
            </a:r>
            <a:r>
              <a:rPr spc="5" dirty="0"/>
              <a:t> </a:t>
            </a:r>
            <a:r>
              <a:rPr spc="-5" dirty="0"/>
              <a:t>реактора при авариях </a:t>
            </a:r>
            <a:r>
              <a:rPr dirty="0"/>
              <a:t>с </a:t>
            </a:r>
            <a:r>
              <a:rPr spc="-5" dirty="0"/>
              <a:t>потерей </a:t>
            </a:r>
            <a:r>
              <a:rPr dirty="0"/>
              <a:t> теплоносителя во всем спектре </a:t>
            </a:r>
            <a:r>
              <a:rPr spc="5" dirty="0"/>
              <a:t> </a:t>
            </a:r>
            <a:r>
              <a:rPr dirty="0"/>
              <a:t>проектных течей </a:t>
            </a:r>
            <a:r>
              <a:rPr spc="-5" dirty="0"/>
              <a:t>вплоть до течи </a:t>
            </a:r>
            <a:r>
              <a:rPr dirty="0"/>
              <a:t> </a:t>
            </a:r>
            <a:r>
              <a:rPr spc="-5" dirty="0"/>
              <a:t>Ду850</a:t>
            </a:r>
            <a:r>
              <a:rPr spc="-10" dirty="0"/>
              <a:t> </a:t>
            </a:r>
            <a:r>
              <a:rPr spc="-5" dirty="0"/>
              <a:t>(МПА).</a:t>
            </a: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700"/>
          </a:p>
          <a:p>
            <a:pPr marL="336550">
              <a:lnSpc>
                <a:spcPct val="100000"/>
              </a:lnSpc>
              <a:tabLst>
                <a:tab pos="2793365" algn="l"/>
              </a:tabLst>
            </a:pPr>
            <a:r>
              <a:rPr sz="1400" dirty="0">
                <a:solidFill>
                  <a:srgbClr val="FF1A1A"/>
                </a:solidFill>
              </a:rPr>
              <a:t>Наименование</a:t>
            </a:r>
            <a:r>
              <a:rPr sz="1400" spc="10" dirty="0">
                <a:solidFill>
                  <a:srgbClr val="FF1A1A"/>
                </a:solidFill>
              </a:rPr>
              <a:t> </a:t>
            </a:r>
            <a:r>
              <a:rPr sz="1400" spc="-5" dirty="0">
                <a:solidFill>
                  <a:srgbClr val="FF1A1A"/>
                </a:solidFill>
              </a:rPr>
              <a:t>параметра	Значение</a:t>
            </a:r>
            <a:endParaRPr sz="1400"/>
          </a:p>
          <a:p>
            <a:pPr marL="101600" marR="555625" algn="just">
              <a:lnSpc>
                <a:spcPct val="157400"/>
              </a:lnSpc>
              <a:spcBef>
                <a:spcPts val="35"/>
              </a:spcBef>
            </a:pPr>
            <a:r>
              <a:rPr sz="1400" spc="-5" dirty="0">
                <a:solidFill>
                  <a:srgbClr val="000065"/>
                </a:solidFill>
              </a:rPr>
              <a:t>P</a:t>
            </a:r>
            <a:r>
              <a:rPr sz="1400" spc="459" dirty="0">
                <a:solidFill>
                  <a:srgbClr val="000065"/>
                </a:solidFill>
              </a:rPr>
              <a:t>  </a:t>
            </a:r>
            <a:r>
              <a:rPr sz="1400" spc="-5" dirty="0">
                <a:solidFill>
                  <a:srgbClr val="000065"/>
                </a:solidFill>
              </a:rPr>
              <a:t>Макс. напор САВ ВД, МПа</a:t>
            </a:r>
            <a:r>
              <a:rPr sz="1400" spc="305" dirty="0">
                <a:solidFill>
                  <a:srgbClr val="000065"/>
                </a:solidFill>
              </a:rPr>
              <a:t>     </a:t>
            </a:r>
            <a:r>
              <a:rPr sz="1400" spc="-5" dirty="0">
                <a:solidFill>
                  <a:srgbClr val="000065"/>
                </a:solidFill>
              </a:rPr>
              <a:t>7,9 </a:t>
            </a:r>
            <a:r>
              <a:rPr sz="1400" dirty="0">
                <a:solidFill>
                  <a:srgbClr val="000065"/>
                </a:solidFill>
              </a:rPr>
              <a:t> </a:t>
            </a:r>
            <a:r>
              <a:rPr sz="1400" spc="-5" dirty="0">
                <a:solidFill>
                  <a:srgbClr val="000065"/>
                </a:solidFill>
              </a:rPr>
              <a:t>G</a:t>
            </a:r>
            <a:r>
              <a:rPr sz="1400" spc="305" dirty="0">
                <a:solidFill>
                  <a:srgbClr val="000065"/>
                </a:solidFill>
              </a:rPr>
              <a:t>  </a:t>
            </a:r>
            <a:r>
              <a:rPr sz="1400" spc="-5" dirty="0">
                <a:solidFill>
                  <a:srgbClr val="000065"/>
                </a:solidFill>
              </a:rPr>
              <a:t>Макс. подача САВ ВД, м</a:t>
            </a:r>
            <a:r>
              <a:rPr sz="1350" spc="-7" baseline="24691" dirty="0">
                <a:solidFill>
                  <a:srgbClr val="000065"/>
                </a:solidFill>
              </a:rPr>
              <a:t>3</a:t>
            </a:r>
            <a:r>
              <a:rPr sz="1400" spc="-5" dirty="0">
                <a:solidFill>
                  <a:srgbClr val="000065"/>
                </a:solidFill>
              </a:rPr>
              <a:t>/ч</a:t>
            </a:r>
            <a:r>
              <a:rPr sz="1400" spc="305" dirty="0">
                <a:solidFill>
                  <a:srgbClr val="000065"/>
                </a:solidFill>
              </a:rPr>
              <a:t>    </a:t>
            </a:r>
            <a:r>
              <a:rPr sz="1400" spc="-5" dirty="0">
                <a:solidFill>
                  <a:srgbClr val="000065"/>
                </a:solidFill>
              </a:rPr>
              <a:t>260 </a:t>
            </a:r>
            <a:r>
              <a:rPr sz="1400" dirty="0">
                <a:solidFill>
                  <a:srgbClr val="000065"/>
                </a:solidFill>
              </a:rPr>
              <a:t> </a:t>
            </a:r>
            <a:r>
              <a:rPr sz="1400" spc="-5" dirty="0">
                <a:solidFill>
                  <a:srgbClr val="000065"/>
                </a:solidFill>
              </a:rPr>
              <a:t>P</a:t>
            </a:r>
            <a:r>
              <a:rPr sz="1400" spc="305" dirty="0">
                <a:solidFill>
                  <a:srgbClr val="000065"/>
                </a:solidFill>
              </a:rPr>
              <a:t>  </a:t>
            </a:r>
            <a:r>
              <a:rPr sz="1400" spc="-5" dirty="0">
                <a:solidFill>
                  <a:srgbClr val="000065"/>
                </a:solidFill>
              </a:rPr>
              <a:t>Макс. напор САВ НД, МПа</a:t>
            </a:r>
            <a:r>
              <a:rPr sz="1400" spc="305" dirty="0">
                <a:solidFill>
                  <a:srgbClr val="000065"/>
                </a:solidFill>
              </a:rPr>
              <a:t>     </a:t>
            </a:r>
            <a:r>
              <a:rPr sz="1400" spc="-5" dirty="0">
                <a:solidFill>
                  <a:srgbClr val="000065"/>
                </a:solidFill>
              </a:rPr>
              <a:t>2,5 </a:t>
            </a:r>
            <a:r>
              <a:rPr sz="1400" dirty="0">
                <a:solidFill>
                  <a:srgbClr val="000065"/>
                </a:solidFill>
              </a:rPr>
              <a:t> </a:t>
            </a:r>
            <a:r>
              <a:rPr sz="1400" spc="-5" dirty="0">
                <a:solidFill>
                  <a:srgbClr val="000065"/>
                </a:solidFill>
              </a:rPr>
              <a:t>G</a:t>
            </a:r>
            <a:r>
              <a:rPr sz="1400" spc="305" dirty="0">
                <a:solidFill>
                  <a:srgbClr val="000065"/>
                </a:solidFill>
              </a:rPr>
              <a:t>  </a:t>
            </a:r>
            <a:r>
              <a:rPr sz="1400" spc="-5" dirty="0">
                <a:solidFill>
                  <a:srgbClr val="000065"/>
                </a:solidFill>
              </a:rPr>
              <a:t>Макс. подача САВ НД, м</a:t>
            </a:r>
            <a:r>
              <a:rPr sz="1350" spc="-7" baseline="24691" dirty="0">
                <a:solidFill>
                  <a:srgbClr val="000065"/>
                </a:solidFill>
              </a:rPr>
              <a:t>3</a:t>
            </a:r>
            <a:r>
              <a:rPr sz="1400" spc="-5" dirty="0">
                <a:solidFill>
                  <a:srgbClr val="000065"/>
                </a:solidFill>
              </a:rPr>
              <a:t>/ч</a:t>
            </a:r>
            <a:r>
              <a:rPr sz="1400" spc="409" dirty="0">
                <a:solidFill>
                  <a:srgbClr val="000065"/>
                </a:solidFill>
              </a:rPr>
              <a:t>  </a:t>
            </a:r>
            <a:r>
              <a:rPr sz="1400" spc="415" dirty="0">
                <a:solidFill>
                  <a:srgbClr val="000065"/>
                </a:solidFill>
              </a:rPr>
              <a:t> </a:t>
            </a:r>
            <a:r>
              <a:rPr sz="1400" spc="-5" dirty="0">
                <a:solidFill>
                  <a:srgbClr val="000065"/>
                </a:solidFill>
              </a:rPr>
              <a:t>900 </a:t>
            </a:r>
            <a:r>
              <a:rPr sz="1400" dirty="0">
                <a:solidFill>
                  <a:srgbClr val="000065"/>
                </a:solidFill>
              </a:rPr>
              <a:t> </a:t>
            </a:r>
            <a:r>
              <a:rPr sz="1400" spc="-5" dirty="0">
                <a:solidFill>
                  <a:srgbClr val="000065"/>
                </a:solidFill>
              </a:rPr>
              <a:t>C</a:t>
            </a:r>
            <a:r>
              <a:rPr sz="1400" spc="220" dirty="0">
                <a:solidFill>
                  <a:srgbClr val="000065"/>
                </a:solidFill>
              </a:rPr>
              <a:t> </a:t>
            </a:r>
            <a:r>
              <a:rPr sz="1400" spc="-5" dirty="0">
                <a:solidFill>
                  <a:srgbClr val="000065"/>
                </a:solidFill>
              </a:rPr>
              <a:t>Концентрация</a:t>
            </a:r>
            <a:r>
              <a:rPr sz="1400" spc="-10" dirty="0">
                <a:solidFill>
                  <a:srgbClr val="000065"/>
                </a:solidFill>
              </a:rPr>
              <a:t> </a:t>
            </a:r>
            <a:r>
              <a:rPr sz="1400" spc="-5" dirty="0">
                <a:solidFill>
                  <a:srgbClr val="000065"/>
                </a:solidFill>
              </a:rPr>
              <a:t>Н</a:t>
            </a:r>
            <a:r>
              <a:rPr sz="1350" spc="-7" baseline="-24691" dirty="0">
                <a:solidFill>
                  <a:srgbClr val="000065"/>
                </a:solidFill>
              </a:rPr>
              <a:t>3</a:t>
            </a:r>
            <a:r>
              <a:rPr sz="1400" spc="-5" dirty="0">
                <a:solidFill>
                  <a:srgbClr val="000065"/>
                </a:solidFill>
              </a:rPr>
              <a:t>ВО</a:t>
            </a:r>
            <a:r>
              <a:rPr sz="1350" spc="-7" baseline="-24691" dirty="0">
                <a:solidFill>
                  <a:srgbClr val="000065"/>
                </a:solidFill>
              </a:rPr>
              <a:t>3</a:t>
            </a:r>
            <a:r>
              <a:rPr sz="1350" spc="157" baseline="-24691" dirty="0">
                <a:solidFill>
                  <a:srgbClr val="000065"/>
                </a:solidFill>
              </a:rPr>
              <a:t> </a:t>
            </a:r>
            <a:r>
              <a:rPr sz="1400" spc="-5" dirty="0">
                <a:solidFill>
                  <a:srgbClr val="000065"/>
                </a:solidFill>
              </a:rPr>
              <a:t>,</a:t>
            </a:r>
            <a:r>
              <a:rPr sz="1400" dirty="0">
                <a:solidFill>
                  <a:srgbClr val="000065"/>
                </a:solidFill>
              </a:rPr>
              <a:t> </a:t>
            </a:r>
            <a:r>
              <a:rPr sz="1400" spc="-5" dirty="0">
                <a:solidFill>
                  <a:srgbClr val="000065"/>
                </a:solidFill>
              </a:rPr>
              <a:t>г/кг</a:t>
            </a:r>
            <a:r>
              <a:rPr sz="1400" spc="30" dirty="0">
                <a:solidFill>
                  <a:srgbClr val="000065"/>
                </a:solidFill>
              </a:rPr>
              <a:t> </a:t>
            </a:r>
            <a:r>
              <a:rPr sz="1400" dirty="0">
                <a:solidFill>
                  <a:srgbClr val="000065"/>
                </a:solidFill>
              </a:rPr>
              <a:t>16</a:t>
            </a:r>
            <a:endParaRPr sz="1400"/>
          </a:p>
        </p:txBody>
      </p:sp>
      <p:grpSp>
        <p:nvGrpSpPr>
          <p:cNvPr id="39" name="object 39"/>
          <p:cNvGrpSpPr/>
          <p:nvPr/>
        </p:nvGrpSpPr>
        <p:grpSpPr>
          <a:xfrm>
            <a:off x="223037" y="4310891"/>
            <a:ext cx="3662679" cy="2082800"/>
            <a:chOff x="223037" y="4310891"/>
            <a:chExt cx="3662679" cy="2082800"/>
          </a:xfrm>
        </p:grpSpPr>
        <p:sp>
          <p:nvSpPr>
            <p:cNvPr id="40" name="object 40"/>
            <p:cNvSpPr/>
            <p:nvPr/>
          </p:nvSpPr>
          <p:spPr>
            <a:xfrm>
              <a:off x="518312" y="4699892"/>
              <a:ext cx="0" cy="1679575"/>
            </a:xfrm>
            <a:custGeom>
              <a:avLst/>
              <a:gdLst/>
              <a:ahLst/>
              <a:cxnLst/>
              <a:rect l="l" t="t" r="r" b="b"/>
              <a:pathLst>
                <a:path h="1679575">
                  <a:moveTo>
                    <a:pt x="0" y="0"/>
                  </a:moveTo>
                  <a:lnTo>
                    <a:pt x="0" y="1679448"/>
                  </a:lnTo>
                </a:path>
              </a:pathLst>
            </a:custGeom>
            <a:ln w="12954">
              <a:solidFill>
                <a:srgbClr val="0033C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2889656" y="4324988"/>
              <a:ext cx="0" cy="2054860"/>
            </a:xfrm>
            <a:custGeom>
              <a:avLst/>
              <a:gdLst/>
              <a:ahLst/>
              <a:cxnLst/>
              <a:rect l="l" t="t" r="r" b="b"/>
              <a:pathLst>
                <a:path h="2054860">
                  <a:moveTo>
                    <a:pt x="0" y="0"/>
                  </a:moveTo>
                  <a:lnTo>
                    <a:pt x="0" y="2054352"/>
                  </a:lnTo>
                </a:path>
              </a:pathLst>
            </a:custGeom>
            <a:ln w="28194">
              <a:solidFill>
                <a:srgbClr val="00006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237134" y="4699892"/>
              <a:ext cx="3634104" cy="0"/>
            </a:xfrm>
            <a:custGeom>
              <a:avLst/>
              <a:gdLst/>
              <a:ahLst/>
              <a:cxnLst/>
              <a:rect l="l" t="t" r="r" b="b"/>
              <a:pathLst>
                <a:path w="3634104">
                  <a:moveTo>
                    <a:pt x="0" y="0"/>
                  </a:moveTo>
                  <a:lnTo>
                    <a:pt x="3633978" y="0"/>
                  </a:lnTo>
                </a:path>
              </a:pathLst>
            </a:custGeom>
            <a:ln w="28194">
              <a:solidFill>
                <a:srgbClr val="00006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237134" y="5034410"/>
              <a:ext cx="3634104" cy="0"/>
            </a:xfrm>
            <a:custGeom>
              <a:avLst/>
              <a:gdLst/>
              <a:ahLst/>
              <a:cxnLst/>
              <a:rect l="l" t="t" r="r" b="b"/>
              <a:pathLst>
                <a:path w="3634104">
                  <a:moveTo>
                    <a:pt x="0" y="0"/>
                  </a:moveTo>
                  <a:lnTo>
                    <a:pt x="3633978" y="0"/>
                  </a:lnTo>
                </a:path>
              </a:pathLst>
            </a:custGeom>
            <a:ln w="28194">
              <a:solidFill>
                <a:srgbClr val="00006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237134" y="5371214"/>
              <a:ext cx="3634104" cy="0"/>
            </a:xfrm>
            <a:custGeom>
              <a:avLst/>
              <a:gdLst/>
              <a:ahLst/>
              <a:cxnLst/>
              <a:rect l="l" t="t" r="r" b="b"/>
              <a:pathLst>
                <a:path w="3634104">
                  <a:moveTo>
                    <a:pt x="0" y="0"/>
                  </a:moveTo>
                  <a:lnTo>
                    <a:pt x="3633978" y="0"/>
                  </a:lnTo>
                </a:path>
              </a:pathLst>
            </a:custGeom>
            <a:ln w="28194">
              <a:solidFill>
                <a:srgbClr val="00006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237134" y="5708018"/>
              <a:ext cx="3634104" cy="0"/>
            </a:xfrm>
            <a:custGeom>
              <a:avLst/>
              <a:gdLst/>
              <a:ahLst/>
              <a:cxnLst/>
              <a:rect l="l" t="t" r="r" b="b"/>
              <a:pathLst>
                <a:path w="3634104">
                  <a:moveTo>
                    <a:pt x="0" y="0"/>
                  </a:moveTo>
                  <a:lnTo>
                    <a:pt x="3633978" y="0"/>
                  </a:lnTo>
                </a:path>
              </a:pathLst>
            </a:custGeom>
            <a:ln w="28194">
              <a:solidFill>
                <a:srgbClr val="00006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237134" y="6042536"/>
              <a:ext cx="3634104" cy="0"/>
            </a:xfrm>
            <a:custGeom>
              <a:avLst/>
              <a:gdLst/>
              <a:ahLst/>
              <a:cxnLst/>
              <a:rect l="l" t="t" r="r" b="b"/>
              <a:pathLst>
                <a:path w="3634104">
                  <a:moveTo>
                    <a:pt x="0" y="0"/>
                  </a:moveTo>
                  <a:lnTo>
                    <a:pt x="3633978" y="0"/>
                  </a:lnTo>
                </a:path>
              </a:pathLst>
            </a:custGeom>
            <a:ln w="28194">
              <a:solidFill>
                <a:srgbClr val="00006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237134" y="4324988"/>
              <a:ext cx="0" cy="2054860"/>
            </a:xfrm>
            <a:custGeom>
              <a:avLst/>
              <a:gdLst/>
              <a:ahLst/>
              <a:cxnLst/>
              <a:rect l="l" t="t" r="r" b="b"/>
              <a:pathLst>
                <a:path h="2054860">
                  <a:moveTo>
                    <a:pt x="0" y="0"/>
                  </a:moveTo>
                  <a:lnTo>
                    <a:pt x="0" y="2054352"/>
                  </a:lnTo>
                </a:path>
              </a:pathLst>
            </a:custGeom>
            <a:ln w="28194">
              <a:solidFill>
                <a:srgbClr val="00006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871112" y="4324988"/>
              <a:ext cx="0" cy="2054860"/>
            </a:xfrm>
            <a:custGeom>
              <a:avLst/>
              <a:gdLst/>
              <a:ahLst/>
              <a:cxnLst/>
              <a:rect l="l" t="t" r="r" b="b"/>
              <a:pathLst>
                <a:path h="2054860">
                  <a:moveTo>
                    <a:pt x="0" y="0"/>
                  </a:moveTo>
                  <a:lnTo>
                    <a:pt x="0" y="2054351"/>
                  </a:lnTo>
                </a:path>
              </a:pathLst>
            </a:custGeom>
            <a:ln w="28194">
              <a:solidFill>
                <a:srgbClr val="00006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237134" y="4324988"/>
              <a:ext cx="3634104" cy="0"/>
            </a:xfrm>
            <a:custGeom>
              <a:avLst/>
              <a:gdLst/>
              <a:ahLst/>
              <a:cxnLst/>
              <a:rect l="l" t="t" r="r" b="b"/>
              <a:pathLst>
                <a:path w="3634104">
                  <a:moveTo>
                    <a:pt x="0" y="0"/>
                  </a:moveTo>
                  <a:lnTo>
                    <a:pt x="3633978" y="0"/>
                  </a:lnTo>
                </a:path>
              </a:pathLst>
            </a:custGeom>
            <a:ln w="28194">
              <a:solidFill>
                <a:srgbClr val="00006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237134" y="6379340"/>
              <a:ext cx="3634104" cy="0"/>
            </a:xfrm>
            <a:custGeom>
              <a:avLst/>
              <a:gdLst/>
              <a:ahLst/>
              <a:cxnLst/>
              <a:rect l="l" t="t" r="r" b="b"/>
              <a:pathLst>
                <a:path w="3634104">
                  <a:moveTo>
                    <a:pt x="0" y="0"/>
                  </a:moveTo>
                  <a:lnTo>
                    <a:pt x="3633978" y="0"/>
                  </a:lnTo>
                </a:path>
              </a:pathLst>
            </a:custGeom>
            <a:ln w="28194">
              <a:solidFill>
                <a:srgbClr val="00006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474110" y="5577716"/>
              <a:ext cx="265430" cy="265430"/>
            </a:xfrm>
            <a:custGeom>
              <a:avLst/>
              <a:gdLst/>
              <a:ahLst/>
              <a:cxnLst/>
              <a:rect l="l" t="t" r="r" b="b"/>
              <a:pathLst>
                <a:path w="265429" h="265429">
                  <a:moveTo>
                    <a:pt x="265175" y="132587"/>
                  </a:moveTo>
                  <a:lnTo>
                    <a:pt x="258409" y="90415"/>
                  </a:lnTo>
                  <a:lnTo>
                    <a:pt x="239572" y="53986"/>
                  </a:lnTo>
                  <a:lnTo>
                    <a:pt x="210860" y="25383"/>
                  </a:lnTo>
                  <a:lnTo>
                    <a:pt x="174467" y="6693"/>
                  </a:lnTo>
                  <a:lnTo>
                    <a:pt x="132587" y="0"/>
                  </a:lnTo>
                  <a:lnTo>
                    <a:pt x="90415" y="6693"/>
                  </a:lnTo>
                  <a:lnTo>
                    <a:pt x="53986" y="25383"/>
                  </a:lnTo>
                  <a:lnTo>
                    <a:pt x="25383" y="53986"/>
                  </a:lnTo>
                  <a:lnTo>
                    <a:pt x="6693" y="90415"/>
                  </a:lnTo>
                  <a:lnTo>
                    <a:pt x="0" y="132588"/>
                  </a:lnTo>
                  <a:lnTo>
                    <a:pt x="6693" y="174467"/>
                  </a:lnTo>
                  <a:lnTo>
                    <a:pt x="25383" y="210860"/>
                  </a:lnTo>
                  <a:lnTo>
                    <a:pt x="53986" y="239572"/>
                  </a:lnTo>
                  <a:lnTo>
                    <a:pt x="90415" y="258409"/>
                  </a:lnTo>
                  <a:lnTo>
                    <a:pt x="132587" y="265175"/>
                  </a:lnTo>
                  <a:lnTo>
                    <a:pt x="174467" y="258409"/>
                  </a:lnTo>
                  <a:lnTo>
                    <a:pt x="210860" y="239572"/>
                  </a:lnTo>
                  <a:lnTo>
                    <a:pt x="239572" y="210860"/>
                  </a:lnTo>
                  <a:lnTo>
                    <a:pt x="258409" y="174467"/>
                  </a:lnTo>
                  <a:lnTo>
                    <a:pt x="265175" y="13258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474110" y="5577716"/>
              <a:ext cx="265430" cy="265430"/>
            </a:xfrm>
            <a:custGeom>
              <a:avLst/>
              <a:gdLst/>
              <a:ahLst/>
              <a:cxnLst/>
              <a:rect l="l" t="t" r="r" b="b"/>
              <a:pathLst>
                <a:path w="265429" h="265429">
                  <a:moveTo>
                    <a:pt x="265175" y="132587"/>
                  </a:moveTo>
                  <a:lnTo>
                    <a:pt x="258409" y="90415"/>
                  </a:lnTo>
                  <a:lnTo>
                    <a:pt x="239572" y="53986"/>
                  </a:lnTo>
                  <a:lnTo>
                    <a:pt x="210860" y="25383"/>
                  </a:lnTo>
                  <a:lnTo>
                    <a:pt x="174467" y="6693"/>
                  </a:lnTo>
                  <a:lnTo>
                    <a:pt x="132587" y="0"/>
                  </a:lnTo>
                  <a:lnTo>
                    <a:pt x="90415" y="6693"/>
                  </a:lnTo>
                  <a:lnTo>
                    <a:pt x="53986" y="25383"/>
                  </a:lnTo>
                  <a:lnTo>
                    <a:pt x="25383" y="53986"/>
                  </a:lnTo>
                  <a:lnTo>
                    <a:pt x="6693" y="90415"/>
                  </a:lnTo>
                  <a:lnTo>
                    <a:pt x="0" y="132588"/>
                  </a:lnTo>
                  <a:lnTo>
                    <a:pt x="6693" y="174467"/>
                  </a:lnTo>
                  <a:lnTo>
                    <a:pt x="25383" y="210860"/>
                  </a:lnTo>
                  <a:lnTo>
                    <a:pt x="53986" y="239572"/>
                  </a:lnTo>
                  <a:lnTo>
                    <a:pt x="90415" y="258409"/>
                  </a:lnTo>
                  <a:lnTo>
                    <a:pt x="132587" y="265175"/>
                  </a:lnTo>
                  <a:lnTo>
                    <a:pt x="174467" y="258409"/>
                  </a:lnTo>
                  <a:lnTo>
                    <a:pt x="210860" y="239572"/>
                  </a:lnTo>
                  <a:lnTo>
                    <a:pt x="239572" y="210860"/>
                  </a:lnTo>
                  <a:lnTo>
                    <a:pt x="258409" y="174467"/>
                  </a:lnTo>
                  <a:lnTo>
                    <a:pt x="265175" y="132587"/>
                  </a:lnTo>
                  <a:close/>
                </a:path>
              </a:pathLst>
            </a:custGeom>
            <a:ln w="2819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5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554120" y="5639438"/>
              <a:ext cx="115062" cy="114300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3480206" y="4912490"/>
              <a:ext cx="264160" cy="266700"/>
            </a:xfrm>
            <a:custGeom>
              <a:avLst/>
              <a:gdLst/>
              <a:ahLst/>
              <a:cxnLst/>
              <a:rect l="l" t="t" r="r" b="b"/>
              <a:pathLst>
                <a:path w="264160" h="266700">
                  <a:moveTo>
                    <a:pt x="263651" y="133350"/>
                  </a:moveTo>
                  <a:lnTo>
                    <a:pt x="256891" y="91098"/>
                  </a:lnTo>
                  <a:lnTo>
                    <a:pt x="238097" y="54479"/>
                  </a:lnTo>
                  <a:lnTo>
                    <a:pt x="209501" y="25651"/>
                  </a:lnTo>
                  <a:lnTo>
                    <a:pt x="173333" y="6772"/>
                  </a:lnTo>
                  <a:lnTo>
                    <a:pt x="131825" y="0"/>
                  </a:lnTo>
                  <a:lnTo>
                    <a:pt x="90025" y="6772"/>
                  </a:lnTo>
                  <a:lnTo>
                    <a:pt x="53821" y="25651"/>
                  </a:lnTo>
                  <a:lnTo>
                    <a:pt x="25334" y="54479"/>
                  </a:lnTo>
                  <a:lnTo>
                    <a:pt x="6687" y="91098"/>
                  </a:lnTo>
                  <a:lnTo>
                    <a:pt x="0" y="133350"/>
                  </a:lnTo>
                  <a:lnTo>
                    <a:pt x="6687" y="175308"/>
                  </a:lnTo>
                  <a:lnTo>
                    <a:pt x="25334" y="211890"/>
                  </a:lnTo>
                  <a:lnTo>
                    <a:pt x="53821" y="240828"/>
                  </a:lnTo>
                  <a:lnTo>
                    <a:pt x="90025" y="259854"/>
                  </a:lnTo>
                  <a:lnTo>
                    <a:pt x="131825" y="266700"/>
                  </a:lnTo>
                  <a:lnTo>
                    <a:pt x="173333" y="259854"/>
                  </a:lnTo>
                  <a:lnTo>
                    <a:pt x="209501" y="240828"/>
                  </a:lnTo>
                  <a:lnTo>
                    <a:pt x="238097" y="211890"/>
                  </a:lnTo>
                  <a:lnTo>
                    <a:pt x="256891" y="175308"/>
                  </a:lnTo>
                  <a:lnTo>
                    <a:pt x="263651" y="1333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480206" y="4912490"/>
              <a:ext cx="264160" cy="266700"/>
            </a:xfrm>
            <a:custGeom>
              <a:avLst/>
              <a:gdLst/>
              <a:ahLst/>
              <a:cxnLst/>
              <a:rect l="l" t="t" r="r" b="b"/>
              <a:pathLst>
                <a:path w="264160" h="266700">
                  <a:moveTo>
                    <a:pt x="263651" y="133350"/>
                  </a:moveTo>
                  <a:lnTo>
                    <a:pt x="256891" y="91098"/>
                  </a:lnTo>
                  <a:lnTo>
                    <a:pt x="238097" y="54479"/>
                  </a:lnTo>
                  <a:lnTo>
                    <a:pt x="209501" y="25651"/>
                  </a:lnTo>
                  <a:lnTo>
                    <a:pt x="173333" y="6772"/>
                  </a:lnTo>
                  <a:lnTo>
                    <a:pt x="131825" y="0"/>
                  </a:lnTo>
                  <a:lnTo>
                    <a:pt x="90025" y="6772"/>
                  </a:lnTo>
                  <a:lnTo>
                    <a:pt x="53821" y="25651"/>
                  </a:lnTo>
                  <a:lnTo>
                    <a:pt x="25334" y="54479"/>
                  </a:lnTo>
                  <a:lnTo>
                    <a:pt x="6687" y="91098"/>
                  </a:lnTo>
                  <a:lnTo>
                    <a:pt x="0" y="133350"/>
                  </a:lnTo>
                  <a:lnTo>
                    <a:pt x="6687" y="175308"/>
                  </a:lnTo>
                  <a:lnTo>
                    <a:pt x="25334" y="211890"/>
                  </a:lnTo>
                  <a:lnTo>
                    <a:pt x="53821" y="240828"/>
                  </a:lnTo>
                  <a:lnTo>
                    <a:pt x="90025" y="259854"/>
                  </a:lnTo>
                  <a:lnTo>
                    <a:pt x="131825" y="266700"/>
                  </a:lnTo>
                  <a:lnTo>
                    <a:pt x="173333" y="259854"/>
                  </a:lnTo>
                  <a:lnTo>
                    <a:pt x="209501" y="240828"/>
                  </a:lnTo>
                  <a:lnTo>
                    <a:pt x="238097" y="211890"/>
                  </a:lnTo>
                  <a:lnTo>
                    <a:pt x="256891" y="175308"/>
                  </a:lnTo>
                  <a:lnTo>
                    <a:pt x="263651" y="133350"/>
                  </a:lnTo>
                  <a:close/>
                </a:path>
              </a:pathLst>
            </a:custGeom>
            <a:ln w="2819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555644" y="4974212"/>
              <a:ext cx="116586" cy="115824"/>
            </a:xfrm>
            <a:prstGeom prst="rect">
              <a:avLst/>
            </a:prstGeom>
          </p:spPr>
        </p:pic>
      </p:grpSp>
      <p:sp>
        <p:nvSpPr>
          <p:cNvPr id="57" name="object 57"/>
          <p:cNvSpPr txBox="1"/>
          <p:nvPr/>
        </p:nvSpPr>
        <p:spPr>
          <a:xfrm>
            <a:off x="606952" y="972442"/>
            <a:ext cx="272732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dirty="0">
                <a:solidFill>
                  <a:srgbClr val="FF0000"/>
                </a:solidFill>
                <a:latin typeface="Calibri"/>
                <a:cs typeface="Calibri"/>
              </a:rPr>
              <a:t>Активная</a:t>
            </a:r>
            <a:r>
              <a:rPr sz="2400" spc="-5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2400" dirty="0">
                <a:solidFill>
                  <a:srgbClr val="FF0000"/>
                </a:solidFill>
                <a:latin typeface="Calibri"/>
                <a:cs typeface="Calibri"/>
              </a:rPr>
              <a:t>часть</a:t>
            </a:r>
            <a:r>
              <a:rPr sz="2400" spc="-5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2400" spc="-5" dirty="0">
                <a:solidFill>
                  <a:srgbClr val="FF0000"/>
                </a:solidFill>
                <a:latin typeface="Calibri"/>
                <a:cs typeface="Calibri"/>
              </a:rPr>
              <a:t>САОЗ</a:t>
            </a:r>
            <a:endParaRPr sz="2400">
              <a:latin typeface="Calibri"/>
              <a:cs typeface="Calibri"/>
            </a:endParaRPr>
          </a:p>
        </p:txBody>
      </p:sp>
      <p:sp>
        <p:nvSpPr>
          <p:cNvPr id="58" name="object 58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191770">
              <a:lnSpc>
                <a:spcPct val="100000"/>
              </a:lnSpc>
              <a:spcBef>
                <a:spcPts val="345"/>
              </a:spcBef>
            </a:pPr>
            <a:fld id="{81D60167-4931-47E6-BA6A-407CBD079E47}" type="slidenum">
              <a:rPr spc="-5" dirty="0"/>
              <a:t>40</a:t>
            </a:fld>
            <a:endParaRPr spc="-5" dirty="0"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157365" y="188344"/>
            <a:ext cx="421640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Системы</a:t>
            </a:r>
            <a:r>
              <a:rPr spc="-15" dirty="0"/>
              <a:t> </a:t>
            </a:r>
            <a:r>
              <a:rPr spc="-5" dirty="0"/>
              <a:t>безопасности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606952" y="972442"/>
            <a:ext cx="2882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5" dirty="0">
                <a:solidFill>
                  <a:srgbClr val="FF0000"/>
                </a:solidFill>
                <a:latin typeface="Calibri"/>
                <a:cs typeface="Calibri"/>
              </a:rPr>
              <a:t>Пассивная</a:t>
            </a:r>
            <a:r>
              <a:rPr sz="2400" spc="-4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2400" spc="-5" dirty="0">
                <a:solidFill>
                  <a:srgbClr val="FF0000"/>
                </a:solidFill>
                <a:latin typeface="Calibri"/>
                <a:cs typeface="Calibri"/>
              </a:rPr>
              <a:t>часть</a:t>
            </a:r>
            <a:r>
              <a:rPr sz="2400" spc="-4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2400" spc="-5" dirty="0">
                <a:solidFill>
                  <a:srgbClr val="FF0000"/>
                </a:solidFill>
                <a:latin typeface="Calibri"/>
                <a:cs typeface="Calibri"/>
              </a:rPr>
              <a:t>САОЗ</a:t>
            </a:r>
            <a:endParaRPr sz="2400">
              <a:latin typeface="Calibri"/>
              <a:cs typeface="Calibri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4014165" y="1191454"/>
            <a:ext cx="4743450" cy="5200650"/>
            <a:chOff x="4014165" y="1191454"/>
            <a:chExt cx="4743450" cy="5200650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023512" y="1200788"/>
              <a:ext cx="4724400" cy="51816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4018927" y="1196216"/>
              <a:ext cx="4733925" cy="5191125"/>
            </a:xfrm>
            <a:custGeom>
              <a:avLst/>
              <a:gdLst/>
              <a:ahLst/>
              <a:cxnLst/>
              <a:rect l="l" t="t" r="r" b="b"/>
              <a:pathLst>
                <a:path w="4733925" h="5191125">
                  <a:moveTo>
                    <a:pt x="4733544" y="5190744"/>
                  </a:moveTo>
                  <a:lnTo>
                    <a:pt x="4733544" y="0"/>
                  </a:lnTo>
                  <a:lnTo>
                    <a:pt x="0" y="0"/>
                  </a:lnTo>
                  <a:lnTo>
                    <a:pt x="0" y="5190744"/>
                  </a:lnTo>
                  <a:lnTo>
                    <a:pt x="4733544" y="5190744"/>
                  </a:lnTo>
                  <a:close/>
                </a:path>
              </a:pathLst>
            </a:custGeom>
            <a:ln w="9144">
              <a:solidFill>
                <a:srgbClr val="659A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7"/>
          <p:cNvSpPr txBox="1"/>
          <p:nvPr/>
        </p:nvSpPr>
        <p:spPr>
          <a:xfrm>
            <a:off x="4191887" y="1297054"/>
            <a:ext cx="4241165" cy="12484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sz="1600" spc="-10" dirty="0">
                <a:solidFill>
                  <a:srgbClr val="002060"/>
                </a:solidFill>
                <a:latin typeface="Calibri"/>
                <a:cs typeface="Calibri"/>
              </a:rPr>
              <a:t>Пассивная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часть САОЗ </a:t>
            </a:r>
            <a:r>
              <a:rPr sz="1600" dirty="0">
                <a:solidFill>
                  <a:srgbClr val="FF0000"/>
                </a:solidFill>
                <a:latin typeface="Calibri"/>
                <a:cs typeface="Calibri"/>
              </a:rPr>
              <a:t>(ГЕ‐1)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состоит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из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четырех </a:t>
            </a:r>
            <a:r>
              <a:rPr sz="1600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идентичных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и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полностью независимых один </a:t>
            </a:r>
            <a:r>
              <a:rPr sz="1600" spc="5" dirty="0">
                <a:solidFill>
                  <a:srgbClr val="002060"/>
                </a:solidFill>
                <a:latin typeface="Calibri"/>
                <a:cs typeface="Calibri"/>
              </a:rPr>
              <a:t>от </a:t>
            </a:r>
            <a:r>
              <a:rPr sz="1600" spc="1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другого каналов. Каждый канал пассивной части </a:t>
            </a:r>
            <a:r>
              <a:rPr sz="1600" spc="-35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САОЗ включает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в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себя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емкость САОЗ,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арматуру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и </a:t>
            </a:r>
            <a:r>
              <a:rPr sz="1600" spc="-35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трубопроводы.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07312" y="1811365"/>
            <a:ext cx="3174365" cy="2225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Пассивная часть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системы </a:t>
            </a:r>
            <a:r>
              <a:rPr sz="1600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аварийного охлаждения зоны </a:t>
            </a: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(ГЕ‐1) </a:t>
            </a:r>
            <a:r>
              <a:rPr sz="1600" spc="-35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предназначена для подачи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в </a:t>
            </a:r>
            <a:r>
              <a:rPr sz="1600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реактор раствора борной кислоты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при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давлении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в первом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контуре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менее 5,9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МПа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в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проектных авариях </a:t>
            </a:r>
            <a:r>
              <a:rPr sz="1600" spc="-35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с потерей теплоносителя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до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подключения низконапорных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насосов</a:t>
            </a:r>
            <a:r>
              <a:rPr sz="1600" spc="-1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САВ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НД.</a:t>
            </a:r>
            <a:endParaRPr sz="1600">
              <a:latin typeface="Calibri"/>
              <a:cs typeface="Calibri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4414291" y="5185921"/>
            <a:ext cx="321310" cy="314960"/>
            <a:chOff x="4414291" y="5185921"/>
            <a:chExt cx="321310" cy="314960"/>
          </a:xfrm>
        </p:grpSpPr>
        <p:sp>
          <p:nvSpPr>
            <p:cNvPr id="10" name="object 10"/>
            <p:cNvSpPr/>
            <p:nvPr/>
          </p:nvSpPr>
          <p:spPr>
            <a:xfrm>
              <a:off x="4417466" y="5189096"/>
              <a:ext cx="314960" cy="308610"/>
            </a:xfrm>
            <a:custGeom>
              <a:avLst/>
              <a:gdLst/>
              <a:ahLst/>
              <a:cxnLst/>
              <a:rect l="l" t="t" r="r" b="b"/>
              <a:pathLst>
                <a:path w="314960" h="308610">
                  <a:moveTo>
                    <a:pt x="314706" y="154686"/>
                  </a:moveTo>
                  <a:lnTo>
                    <a:pt x="306640" y="105826"/>
                  </a:lnTo>
                  <a:lnTo>
                    <a:pt x="284201" y="63367"/>
                  </a:lnTo>
                  <a:lnTo>
                    <a:pt x="250021" y="29870"/>
                  </a:lnTo>
                  <a:lnTo>
                    <a:pt x="206733" y="7894"/>
                  </a:lnTo>
                  <a:lnTo>
                    <a:pt x="156972" y="0"/>
                  </a:lnTo>
                  <a:lnTo>
                    <a:pt x="107289" y="7894"/>
                  </a:lnTo>
                  <a:lnTo>
                    <a:pt x="64190" y="29870"/>
                  </a:lnTo>
                  <a:lnTo>
                    <a:pt x="30236" y="63367"/>
                  </a:lnTo>
                  <a:lnTo>
                    <a:pt x="7985" y="105826"/>
                  </a:lnTo>
                  <a:lnTo>
                    <a:pt x="0" y="154686"/>
                  </a:lnTo>
                  <a:lnTo>
                    <a:pt x="7985" y="203173"/>
                  </a:lnTo>
                  <a:lnTo>
                    <a:pt x="30236" y="245406"/>
                  </a:lnTo>
                  <a:lnTo>
                    <a:pt x="64190" y="278788"/>
                  </a:lnTo>
                  <a:lnTo>
                    <a:pt x="107289" y="300721"/>
                  </a:lnTo>
                  <a:lnTo>
                    <a:pt x="156972" y="308610"/>
                  </a:lnTo>
                  <a:lnTo>
                    <a:pt x="206733" y="300721"/>
                  </a:lnTo>
                  <a:lnTo>
                    <a:pt x="250021" y="278788"/>
                  </a:lnTo>
                  <a:lnTo>
                    <a:pt x="284201" y="245406"/>
                  </a:lnTo>
                  <a:lnTo>
                    <a:pt x="306640" y="203173"/>
                  </a:lnTo>
                  <a:lnTo>
                    <a:pt x="314706" y="15468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417466" y="5189096"/>
              <a:ext cx="314960" cy="308610"/>
            </a:xfrm>
            <a:custGeom>
              <a:avLst/>
              <a:gdLst/>
              <a:ahLst/>
              <a:cxnLst/>
              <a:rect l="l" t="t" r="r" b="b"/>
              <a:pathLst>
                <a:path w="314960" h="308610">
                  <a:moveTo>
                    <a:pt x="314706" y="154686"/>
                  </a:moveTo>
                  <a:lnTo>
                    <a:pt x="306640" y="105826"/>
                  </a:lnTo>
                  <a:lnTo>
                    <a:pt x="284201" y="63367"/>
                  </a:lnTo>
                  <a:lnTo>
                    <a:pt x="250021" y="29870"/>
                  </a:lnTo>
                  <a:lnTo>
                    <a:pt x="206733" y="7894"/>
                  </a:lnTo>
                  <a:lnTo>
                    <a:pt x="156972" y="0"/>
                  </a:lnTo>
                  <a:lnTo>
                    <a:pt x="107289" y="7894"/>
                  </a:lnTo>
                  <a:lnTo>
                    <a:pt x="64190" y="29870"/>
                  </a:lnTo>
                  <a:lnTo>
                    <a:pt x="30236" y="63367"/>
                  </a:lnTo>
                  <a:lnTo>
                    <a:pt x="7985" y="105826"/>
                  </a:lnTo>
                  <a:lnTo>
                    <a:pt x="0" y="154686"/>
                  </a:lnTo>
                  <a:lnTo>
                    <a:pt x="7985" y="203173"/>
                  </a:lnTo>
                  <a:lnTo>
                    <a:pt x="30236" y="245406"/>
                  </a:lnTo>
                  <a:lnTo>
                    <a:pt x="64190" y="278788"/>
                  </a:lnTo>
                  <a:lnTo>
                    <a:pt x="107289" y="300721"/>
                  </a:lnTo>
                  <a:lnTo>
                    <a:pt x="156972" y="308610"/>
                  </a:lnTo>
                  <a:lnTo>
                    <a:pt x="206733" y="300721"/>
                  </a:lnTo>
                  <a:lnTo>
                    <a:pt x="250021" y="278788"/>
                  </a:lnTo>
                  <a:lnTo>
                    <a:pt x="284201" y="245406"/>
                  </a:lnTo>
                  <a:lnTo>
                    <a:pt x="306640" y="203173"/>
                  </a:lnTo>
                  <a:lnTo>
                    <a:pt x="314706" y="154686"/>
                  </a:lnTo>
                </a:path>
              </a:pathLst>
            </a:custGeom>
            <a:ln w="6159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4518043" y="5201768"/>
            <a:ext cx="120650" cy="25336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sz="1500" b="1" spc="10" dirty="0">
                <a:solidFill>
                  <a:srgbClr val="797979"/>
                </a:solidFill>
                <a:latin typeface="Arial"/>
                <a:cs typeface="Arial"/>
              </a:rPr>
              <a:t>3</a:t>
            </a:r>
            <a:endParaRPr sz="1500">
              <a:latin typeface="Arial"/>
              <a:cs typeface="Arial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4414291" y="4444495"/>
            <a:ext cx="321310" cy="316230"/>
            <a:chOff x="4414291" y="4444495"/>
            <a:chExt cx="321310" cy="316230"/>
          </a:xfrm>
        </p:grpSpPr>
        <p:sp>
          <p:nvSpPr>
            <p:cNvPr id="14" name="object 14"/>
            <p:cNvSpPr/>
            <p:nvPr/>
          </p:nvSpPr>
          <p:spPr>
            <a:xfrm>
              <a:off x="4417466" y="4447670"/>
              <a:ext cx="314960" cy="309880"/>
            </a:xfrm>
            <a:custGeom>
              <a:avLst/>
              <a:gdLst/>
              <a:ahLst/>
              <a:cxnLst/>
              <a:rect l="l" t="t" r="r" b="b"/>
              <a:pathLst>
                <a:path w="314960" h="309879">
                  <a:moveTo>
                    <a:pt x="314706" y="154686"/>
                  </a:moveTo>
                  <a:lnTo>
                    <a:pt x="306640" y="105826"/>
                  </a:lnTo>
                  <a:lnTo>
                    <a:pt x="284201" y="63367"/>
                  </a:lnTo>
                  <a:lnTo>
                    <a:pt x="250021" y="29870"/>
                  </a:lnTo>
                  <a:lnTo>
                    <a:pt x="206733" y="7894"/>
                  </a:lnTo>
                  <a:lnTo>
                    <a:pt x="156972" y="0"/>
                  </a:lnTo>
                  <a:lnTo>
                    <a:pt x="107289" y="7894"/>
                  </a:lnTo>
                  <a:lnTo>
                    <a:pt x="64190" y="29870"/>
                  </a:lnTo>
                  <a:lnTo>
                    <a:pt x="30236" y="63367"/>
                  </a:lnTo>
                  <a:lnTo>
                    <a:pt x="7985" y="105826"/>
                  </a:lnTo>
                  <a:lnTo>
                    <a:pt x="0" y="154686"/>
                  </a:lnTo>
                  <a:lnTo>
                    <a:pt x="7985" y="203545"/>
                  </a:lnTo>
                  <a:lnTo>
                    <a:pt x="30236" y="246004"/>
                  </a:lnTo>
                  <a:lnTo>
                    <a:pt x="64190" y="279501"/>
                  </a:lnTo>
                  <a:lnTo>
                    <a:pt x="107289" y="301477"/>
                  </a:lnTo>
                  <a:lnTo>
                    <a:pt x="156972" y="309372"/>
                  </a:lnTo>
                  <a:lnTo>
                    <a:pt x="206733" y="301477"/>
                  </a:lnTo>
                  <a:lnTo>
                    <a:pt x="250021" y="279501"/>
                  </a:lnTo>
                  <a:lnTo>
                    <a:pt x="284201" y="246004"/>
                  </a:lnTo>
                  <a:lnTo>
                    <a:pt x="306640" y="203545"/>
                  </a:lnTo>
                  <a:lnTo>
                    <a:pt x="314706" y="15468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417466" y="4447670"/>
              <a:ext cx="314960" cy="309880"/>
            </a:xfrm>
            <a:custGeom>
              <a:avLst/>
              <a:gdLst/>
              <a:ahLst/>
              <a:cxnLst/>
              <a:rect l="l" t="t" r="r" b="b"/>
              <a:pathLst>
                <a:path w="314960" h="309879">
                  <a:moveTo>
                    <a:pt x="314706" y="154686"/>
                  </a:moveTo>
                  <a:lnTo>
                    <a:pt x="306640" y="105826"/>
                  </a:lnTo>
                  <a:lnTo>
                    <a:pt x="284201" y="63367"/>
                  </a:lnTo>
                  <a:lnTo>
                    <a:pt x="250021" y="29870"/>
                  </a:lnTo>
                  <a:lnTo>
                    <a:pt x="206733" y="7894"/>
                  </a:lnTo>
                  <a:lnTo>
                    <a:pt x="156972" y="0"/>
                  </a:lnTo>
                  <a:lnTo>
                    <a:pt x="107289" y="7894"/>
                  </a:lnTo>
                  <a:lnTo>
                    <a:pt x="64190" y="29870"/>
                  </a:lnTo>
                  <a:lnTo>
                    <a:pt x="30236" y="63367"/>
                  </a:lnTo>
                  <a:lnTo>
                    <a:pt x="7985" y="105826"/>
                  </a:lnTo>
                  <a:lnTo>
                    <a:pt x="0" y="154686"/>
                  </a:lnTo>
                  <a:lnTo>
                    <a:pt x="7985" y="203545"/>
                  </a:lnTo>
                  <a:lnTo>
                    <a:pt x="30236" y="246004"/>
                  </a:lnTo>
                  <a:lnTo>
                    <a:pt x="64190" y="279501"/>
                  </a:lnTo>
                  <a:lnTo>
                    <a:pt x="107289" y="301477"/>
                  </a:lnTo>
                  <a:lnTo>
                    <a:pt x="156972" y="309372"/>
                  </a:lnTo>
                  <a:lnTo>
                    <a:pt x="206733" y="301477"/>
                  </a:lnTo>
                  <a:lnTo>
                    <a:pt x="250021" y="279501"/>
                  </a:lnTo>
                  <a:lnTo>
                    <a:pt x="284201" y="246004"/>
                  </a:lnTo>
                  <a:lnTo>
                    <a:pt x="306640" y="203545"/>
                  </a:lnTo>
                  <a:lnTo>
                    <a:pt x="314706" y="154686"/>
                  </a:lnTo>
                </a:path>
              </a:pathLst>
            </a:custGeom>
            <a:ln w="6159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5209946" y="5201768"/>
            <a:ext cx="126364" cy="25336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sz="1500" b="1" u="heavy" spc="5" dirty="0">
                <a:solidFill>
                  <a:srgbClr val="797979"/>
                </a:solidFill>
                <a:uFill>
                  <a:solidFill>
                    <a:srgbClr val="797979"/>
                  </a:solidFill>
                </a:uFill>
                <a:latin typeface="Arial"/>
                <a:cs typeface="Arial"/>
              </a:rPr>
              <a:t> </a:t>
            </a:r>
            <a:r>
              <a:rPr sz="1500" b="1" u="heavy" spc="50" dirty="0">
                <a:solidFill>
                  <a:srgbClr val="797979"/>
                </a:solidFill>
                <a:uFill>
                  <a:solidFill>
                    <a:srgbClr val="797979"/>
                  </a:solidFill>
                </a:uFill>
                <a:latin typeface="Arial"/>
                <a:cs typeface="Arial"/>
              </a:rPr>
              <a:t> </a:t>
            </a:r>
            <a:endParaRPr sz="15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518043" y="4456532"/>
            <a:ext cx="120650" cy="25336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sz="1500" b="1" spc="10" dirty="0">
                <a:solidFill>
                  <a:srgbClr val="797979"/>
                </a:solidFill>
                <a:latin typeface="Arial"/>
                <a:cs typeface="Arial"/>
              </a:rPr>
              <a:t>4</a:t>
            </a:r>
            <a:endParaRPr sz="1500">
              <a:latin typeface="Arial"/>
              <a:cs typeface="Arial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5972137" y="4553779"/>
            <a:ext cx="790575" cy="777240"/>
            <a:chOff x="5972137" y="4553779"/>
            <a:chExt cx="790575" cy="777240"/>
          </a:xfrm>
        </p:grpSpPr>
        <p:sp>
          <p:nvSpPr>
            <p:cNvPr id="19" name="object 19"/>
            <p:cNvSpPr/>
            <p:nvPr/>
          </p:nvSpPr>
          <p:spPr>
            <a:xfrm>
              <a:off x="5990234" y="4571876"/>
              <a:ext cx="754380" cy="741045"/>
            </a:xfrm>
            <a:custGeom>
              <a:avLst/>
              <a:gdLst/>
              <a:ahLst/>
              <a:cxnLst/>
              <a:rect l="l" t="t" r="r" b="b"/>
              <a:pathLst>
                <a:path w="754379" h="741045">
                  <a:moveTo>
                    <a:pt x="754379" y="370331"/>
                  </a:moveTo>
                  <a:lnTo>
                    <a:pt x="751436" y="323789"/>
                  </a:lnTo>
                  <a:lnTo>
                    <a:pt x="742842" y="278998"/>
                  </a:lnTo>
                  <a:lnTo>
                    <a:pt x="728955" y="236299"/>
                  </a:lnTo>
                  <a:lnTo>
                    <a:pt x="710129" y="196038"/>
                  </a:lnTo>
                  <a:lnTo>
                    <a:pt x="686720" y="158557"/>
                  </a:lnTo>
                  <a:lnTo>
                    <a:pt x="659085" y="124199"/>
                  </a:lnTo>
                  <a:lnTo>
                    <a:pt x="627580" y="93308"/>
                  </a:lnTo>
                  <a:lnTo>
                    <a:pt x="592559" y="66228"/>
                  </a:lnTo>
                  <a:lnTo>
                    <a:pt x="554380" y="43301"/>
                  </a:lnTo>
                  <a:lnTo>
                    <a:pt x="513397" y="24872"/>
                  </a:lnTo>
                  <a:lnTo>
                    <a:pt x="469968" y="11283"/>
                  </a:lnTo>
                  <a:lnTo>
                    <a:pt x="424446" y="2878"/>
                  </a:lnTo>
                  <a:lnTo>
                    <a:pt x="377189" y="0"/>
                  </a:lnTo>
                  <a:lnTo>
                    <a:pt x="329783" y="2878"/>
                  </a:lnTo>
                  <a:lnTo>
                    <a:pt x="284160" y="11283"/>
                  </a:lnTo>
                  <a:lnTo>
                    <a:pt x="240669" y="24872"/>
                  </a:lnTo>
                  <a:lnTo>
                    <a:pt x="199662" y="43301"/>
                  </a:lnTo>
                  <a:lnTo>
                    <a:pt x="161487" y="66228"/>
                  </a:lnTo>
                  <a:lnTo>
                    <a:pt x="126493" y="93308"/>
                  </a:lnTo>
                  <a:lnTo>
                    <a:pt x="95031" y="124199"/>
                  </a:lnTo>
                  <a:lnTo>
                    <a:pt x="67451" y="158557"/>
                  </a:lnTo>
                  <a:lnTo>
                    <a:pt x="44100" y="196038"/>
                  </a:lnTo>
                  <a:lnTo>
                    <a:pt x="25331" y="236299"/>
                  </a:lnTo>
                  <a:lnTo>
                    <a:pt x="11491" y="278998"/>
                  </a:lnTo>
                  <a:lnTo>
                    <a:pt x="2931" y="323789"/>
                  </a:lnTo>
                  <a:lnTo>
                    <a:pt x="0" y="370331"/>
                  </a:lnTo>
                  <a:lnTo>
                    <a:pt x="2931" y="416724"/>
                  </a:lnTo>
                  <a:lnTo>
                    <a:pt x="11491" y="461414"/>
                  </a:lnTo>
                  <a:lnTo>
                    <a:pt x="25331" y="504052"/>
                  </a:lnTo>
                  <a:lnTo>
                    <a:pt x="44100" y="544288"/>
                  </a:lnTo>
                  <a:lnTo>
                    <a:pt x="67451" y="581773"/>
                  </a:lnTo>
                  <a:lnTo>
                    <a:pt x="95031" y="616158"/>
                  </a:lnTo>
                  <a:lnTo>
                    <a:pt x="126493" y="647093"/>
                  </a:lnTo>
                  <a:lnTo>
                    <a:pt x="161487" y="674227"/>
                  </a:lnTo>
                  <a:lnTo>
                    <a:pt x="199662" y="697212"/>
                  </a:lnTo>
                  <a:lnTo>
                    <a:pt x="240669" y="715698"/>
                  </a:lnTo>
                  <a:lnTo>
                    <a:pt x="284160" y="729334"/>
                  </a:lnTo>
                  <a:lnTo>
                    <a:pt x="329783" y="737773"/>
                  </a:lnTo>
                  <a:lnTo>
                    <a:pt x="377189" y="740663"/>
                  </a:lnTo>
                  <a:lnTo>
                    <a:pt x="424446" y="737773"/>
                  </a:lnTo>
                  <a:lnTo>
                    <a:pt x="469968" y="729334"/>
                  </a:lnTo>
                  <a:lnTo>
                    <a:pt x="513397" y="715698"/>
                  </a:lnTo>
                  <a:lnTo>
                    <a:pt x="554380" y="697212"/>
                  </a:lnTo>
                  <a:lnTo>
                    <a:pt x="592559" y="674227"/>
                  </a:lnTo>
                  <a:lnTo>
                    <a:pt x="627580" y="647093"/>
                  </a:lnTo>
                  <a:lnTo>
                    <a:pt x="659085" y="616158"/>
                  </a:lnTo>
                  <a:lnTo>
                    <a:pt x="686720" y="581773"/>
                  </a:lnTo>
                  <a:lnTo>
                    <a:pt x="710129" y="544288"/>
                  </a:lnTo>
                  <a:lnTo>
                    <a:pt x="728955" y="504052"/>
                  </a:lnTo>
                  <a:lnTo>
                    <a:pt x="742842" y="461414"/>
                  </a:lnTo>
                  <a:lnTo>
                    <a:pt x="751436" y="416724"/>
                  </a:lnTo>
                  <a:lnTo>
                    <a:pt x="754379" y="37033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990234" y="4571876"/>
              <a:ext cx="754380" cy="741045"/>
            </a:xfrm>
            <a:custGeom>
              <a:avLst/>
              <a:gdLst/>
              <a:ahLst/>
              <a:cxnLst/>
              <a:rect l="l" t="t" r="r" b="b"/>
              <a:pathLst>
                <a:path w="754379" h="741045">
                  <a:moveTo>
                    <a:pt x="754379" y="370331"/>
                  </a:moveTo>
                  <a:lnTo>
                    <a:pt x="751436" y="323789"/>
                  </a:lnTo>
                  <a:lnTo>
                    <a:pt x="742842" y="278998"/>
                  </a:lnTo>
                  <a:lnTo>
                    <a:pt x="728955" y="236299"/>
                  </a:lnTo>
                  <a:lnTo>
                    <a:pt x="710129" y="196038"/>
                  </a:lnTo>
                  <a:lnTo>
                    <a:pt x="686720" y="158557"/>
                  </a:lnTo>
                  <a:lnTo>
                    <a:pt x="659085" y="124199"/>
                  </a:lnTo>
                  <a:lnTo>
                    <a:pt x="627580" y="93308"/>
                  </a:lnTo>
                  <a:lnTo>
                    <a:pt x="592559" y="66228"/>
                  </a:lnTo>
                  <a:lnTo>
                    <a:pt x="554380" y="43301"/>
                  </a:lnTo>
                  <a:lnTo>
                    <a:pt x="513397" y="24872"/>
                  </a:lnTo>
                  <a:lnTo>
                    <a:pt x="469968" y="11283"/>
                  </a:lnTo>
                  <a:lnTo>
                    <a:pt x="424446" y="2878"/>
                  </a:lnTo>
                  <a:lnTo>
                    <a:pt x="377189" y="0"/>
                  </a:lnTo>
                  <a:lnTo>
                    <a:pt x="329783" y="2878"/>
                  </a:lnTo>
                  <a:lnTo>
                    <a:pt x="284160" y="11283"/>
                  </a:lnTo>
                  <a:lnTo>
                    <a:pt x="240669" y="24872"/>
                  </a:lnTo>
                  <a:lnTo>
                    <a:pt x="199662" y="43301"/>
                  </a:lnTo>
                  <a:lnTo>
                    <a:pt x="161487" y="66228"/>
                  </a:lnTo>
                  <a:lnTo>
                    <a:pt x="126493" y="93308"/>
                  </a:lnTo>
                  <a:lnTo>
                    <a:pt x="95031" y="124199"/>
                  </a:lnTo>
                  <a:lnTo>
                    <a:pt x="67451" y="158557"/>
                  </a:lnTo>
                  <a:lnTo>
                    <a:pt x="44100" y="196038"/>
                  </a:lnTo>
                  <a:lnTo>
                    <a:pt x="25331" y="236299"/>
                  </a:lnTo>
                  <a:lnTo>
                    <a:pt x="11491" y="278998"/>
                  </a:lnTo>
                  <a:lnTo>
                    <a:pt x="2931" y="323789"/>
                  </a:lnTo>
                  <a:lnTo>
                    <a:pt x="0" y="370331"/>
                  </a:lnTo>
                  <a:lnTo>
                    <a:pt x="2931" y="416724"/>
                  </a:lnTo>
                  <a:lnTo>
                    <a:pt x="11491" y="461414"/>
                  </a:lnTo>
                  <a:lnTo>
                    <a:pt x="25331" y="504052"/>
                  </a:lnTo>
                  <a:lnTo>
                    <a:pt x="44100" y="544288"/>
                  </a:lnTo>
                  <a:lnTo>
                    <a:pt x="67451" y="581773"/>
                  </a:lnTo>
                  <a:lnTo>
                    <a:pt x="95031" y="616158"/>
                  </a:lnTo>
                  <a:lnTo>
                    <a:pt x="126493" y="647093"/>
                  </a:lnTo>
                  <a:lnTo>
                    <a:pt x="161487" y="674227"/>
                  </a:lnTo>
                  <a:lnTo>
                    <a:pt x="199662" y="697212"/>
                  </a:lnTo>
                  <a:lnTo>
                    <a:pt x="240669" y="715698"/>
                  </a:lnTo>
                  <a:lnTo>
                    <a:pt x="284160" y="729334"/>
                  </a:lnTo>
                  <a:lnTo>
                    <a:pt x="329783" y="737773"/>
                  </a:lnTo>
                  <a:lnTo>
                    <a:pt x="377189" y="740663"/>
                  </a:lnTo>
                  <a:lnTo>
                    <a:pt x="424446" y="737773"/>
                  </a:lnTo>
                  <a:lnTo>
                    <a:pt x="469968" y="729334"/>
                  </a:lnTo>
                  <a:lnTo>
                    <a:pt x="513397" y="715698"/>
                  </a:lnTo>
                  <a:lnTo>
                    <a:pt x="554380" y="697212"/>
                  </a:lnTo>
                  <a:lnTo>
                    <a:pt x="592559" y="674227"/>
                  </a:lnTo>
                  <a:lnTo>
                    <a:pt x="627580" y="647093"/>
                  </a:lnTo>
                  <a:lnTo>
                    <a:pt x="659085" y="616158"/>
                  </a:lnTo>
                  <a:lnTo>
                    <a:pt x="686720" y="581773"/>
                  </a:lnTo>
                  <a:lnTo>
                    <a:pt x="710129" y="544288"/>
                  </a:lnTo>
                  <a:lnTo>
                    <a:pt x="728955" y="504052"/>
                  </a:lnTo>
                  <a:lnTo>
                    <a:pt x="742842" y="461414"/>
                  </a:lnTo>
                  <a:lnTo>
                    <a:pt x="751436" y="416724"/>
                  </a:lnTo>
                  <a:lnTo>
                    <a:pt x="754379" y="370331"/>
                  </a:lnTo>
                </a:path>
              </a:pathLst>
            </a:custGeom>
            <a:ln w="357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6115951" y="4695320"/>
              <a:ext cx="502920" cy="494030"/>
            </a:xfrm>
            <a:custGeom>
              <a:avLst/>
              <a:gdLst/>
              <a:ahLst/>
              <a:cxnLst/>
              <a:rect l="l" t="t" r="r" b="b"/>
              <a:pathLst>
                <a:path w="502920" h="494029">
                  <a:moveTo>
                    <a:pt x="502920" y="246887"/>
                  </a:moveTo>
                  <a:lnTo>
                    <a:pt x="498862" y="202497"/>
                  </a:lnTo>
                  <a:lnTo>
                    <a:pt x="487165" y="160722"/>
                  </a:lnTo>
                  <a:lnTo>
                    <a:pt x="468545" y="122258"/>
                  </a:lnTo>
                  <a:lnTo>
                    <a:pt x="443716" y="87802"/>
                  </a:lnTo>
                  <a:lnTo>
                    <a:pt x="413392" y="58049"/>
                  </a:lnTo>
                  <a:lnTo>
                    <a:pt x="378290" y="33697"/>
                  </a:lnTo>
                  <a:lnTo>
                    <a:pt x="339124" y="15440"/>
                  </a:lnTo>
                  <a:lnTo>
                    <a:pt x="296609" y="3976"/>
                  </a:lnTo>
                  <a:lnTo>
                    <a:pt x="251460" y="0"/>
                  </a:lnTo>
                  <a:lnTo>
                    <a:pt x="206310" y="3976"/>
                  </a:lnTo>
                  <a:lnTo>
                    <a:pt x="163795" y="15440"/>
                  </a:lnTo>
                  <a:lnTo>
                    <a:pt x="124629" y="33697"/>
                  </a:lnTo>
                  <a:lnTo>
                    <a:pt x="89527" y="58049"/>
                  </a:lnTo>
                  <a:lnTo>
                    <a:pt x="59203" y="87802"/>
                  </a:lnTo>
                  <a:lnTo>
                    <a:pt x="34374" y="122258"/>
                  </a:lnTo>
                  <a:lnTo>
                    <a:pt x="15754" y="160722"/>
                  </a:lnTo>
                  <a:lnTo>
                    <a:pt x="4057" y="202497"/>
                  </a:lnTo>
                  <a:lnTo>
                    <a:pt x="0" y="246888"/>
                  </a:lnTo>
                  <a:lnTo>
                    <a:pt x="4057" y="291278"/>
                  </a:lnTo>
                  <a:lnTo>
                    <a:pt x="15754" y="333053"/>
                  </a:lnTo>
                  <a:lnTo>
                    <a:pt x="34374" y="371517"/>
                  </a:lnTo>
                  <a:lnTo>
                    <a:pt x="59203" y="405973"/>
                  </a:lnTo>
                  <a:lnTo>
                    <a:pt x="89527" y="435726"/>
                  </a:lnTo>
                  <a:lnTo>
                    <a:pt x="124629" y="460078"/>
                  </a:lnTo>
                  <a:lnTo>
                    <a:pt x="163795" y="478335"/>
                  </a:lnTo>
                  <a:lnTo>
                    <a:pt x="206310" y="489799"/>
                  </a:lnTo>
                  <a:lnTo>
                    <a:pt x="251460" y="493775"/>
                  </a:lnTo>
                  <a:lnTo>
                    <a:pt x="296609" y="489799"/>
                  </a:lnTo>
                  <a:lnTo>
                    <a:pt x="339124" y="478335"/>
                  </a:lnTo>
                  <a:lnTo>
                    <a:pt x="378290" y="460078"/>
                  </a:lnTo>
                  <a:lnTo>
                    <a:pt x="413392" y="435726"/>
                  </a:lnTo>
                  <a:lnTo>
                    <a:pt x="443716" y="405973"/>
                  </a:lnTo>
                  <a:lnTo>
                    <a:pt x="468545" y="371517"/>
                  </a:lnTo>
                  <a:lnTo>
                    <a:pt x="487165" y="333053"/>
                  </a:lnTo>
                  <a:lnTo>
                    <a:pt x="498862" y="291278"/>
                  </a:lnTo>
                  <a:lnTo>
                    <a:pt x="502920" y="24688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6115951" y="4695320"/>
              <a:ext cx="502920" cy="494030"/>
            </a:xfrm>
            <a:custGeom>
              <a:avLst/>
              <a:gdLst/>
              <a:ahLst/>
              <a:cxnLst/>
              <a:rect l="l" t="t" r="r" b="b"/>
              <a:pathLst>
                <a:path w="502920" h="494029">
                  <a:moveTo>
                    <a:pt x="502920" y="246887"/>
                  </a:moveTo>
                  <a:lnTo>
                    <a:pt x="498862" y="202497"/>
                  </a:lnTo>
                  <a:lnTo>
                    <a:pt x="487165" y="160722"/>
                  </a:lnTo>
                  <a:lnTo>
                    <a:pt x="468545" y="122258"/>
                  </a:lnTo>
                  <a:lnTo>
                    <a:pt x="443716" y="87802"/>
                  </a:lnTo>
                  <a:lnTo>
                    <a:pt x="413392" y="58049"/>
                  </a:lnTo>
                  <a:lnTo>
                    <a:pt x="378290" y="33697"/>
                  </a:lnTo>
                  <a:lnTo>
                    <a:pt x="339124" y="15440"/>
                  </a:lnTo>
                  <a:lnTo>
                    <a:pt x="296609" y="3976"/>
                  </a:lnTo>
                  <a:lnTo>
                    <a:pt x="251460" y="0"/>
                  </a:lnTo>
                  <a:lnTo>
                    <a:pt x="206310" y="3976"/>
                  </a:lnTo>
                  <a:lnTo>
                    <a:pt x="163795" y="15440"/>
                  </a:lnTo>
                  <a:lnTo>
                    <a:pt x="124629" y="33697"/>
                  </a:lnTo>
                  <a:lnTo>
                    <a:pt x="89527" y="58049"/>
                  </a:lnTo>
                  <a:lnTo>
                    <a:pt x="59203" y="87802"/>
                  </a:lnTo>
                  <a:lnTo>
                    <a:pt x="34374" y="122258"/>
                  </a:lnTo>
                  <a:lnTo>
                    <a:pt x="15754" y="160722"/>
                  </a:lnTo>
                  <a:lnTo>
                    <a:pt x="4057" y="202497"/>
                  </a:lnTo>
                  <a:lnTo>
                    <a:pt x="0" y="246888"/>
                  </a:lnTo>
                  <a:lnTo>
                    <a:pt x="4057" y="291278"/>
                  </a:lnTo>
                  <a:lnTo>
                    <a:pt x="15754" y="333053"/>
                  </a:lnTo>
                  <a:lnTo>
                    <a:pt x="34374" y="371517"/>
                  </a:lnTo>
                  <a:lnTo>
                    <a:pt x="59203" y="405973"/>
                  </a:lnTo>
                  <a:lnTo>
                    <a:pt x="89527" y="435726"/>
                  </a:lnTo>
                  <a:lnTo>
                    <a:pt x="124629" y="460078"/>
                  </a:lnTo>
                  <a:lnTo>
                    <a:pt x="163795" y="478335"/>
                  </a:lnTo>
                  <a:lnTo>
                    <a:pt x="206310" y="489799"/>
                  </a:lnTo>
                  <a:lnTo>
                    <a:pt x="251460" y="493775"/>
                  </a:lnTo>
                  <a:lnTo>
                    <a:pt x="296609" y="489799"/>
                  </a:lnTo>
                  <a:lnTo>
                    <a:pt x="339124" y="478335"/>
                  </a:lnTo>
                  <a:lnTo>
                    <a:pt x="378290" y="460078"/>
                  </a:lnTo>
                  <a:lnTo>
                    <a:pt x="413392" y="435726"/>
                  </a:lnTo>
                  <a:lnTo>
                    <a:pt x="443716" y="405973"/>
                  </a:lnTo>
                  <a:lnTo>
                    <a:pt x="468545" y="371517"/>
                  </a:lnTo>
                  <a:lnTo>
                    <a:pt x="487165" y="333053"/>
                  </a:lnTo>
                  <a:lnTo>
                    <a:pt x="498862" y="291278"/>
                  </a:lnTo>
                  <a:lnTo>
                    <a:pt x="502920" y="246887"/>
                  </a:lnTo>
                </a:path>
              </a:pathLst>
            </a:custGeom>
            <a:ln w="357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6314840" y="4855430"/>
            <a:ext cx="114935" cy="15113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sz="800" spc="-10" dirty="0">
                <a:solidFill>
                  <a:srgbClr val="797979"/>
                </a:solidFill>
                <a:latin typeface="Microsoft Sans Serif"/>
                <a:cs typeface="Microsoft Sans Serif"/>
              </a:rPr>
              <a:t>-</a:t>
            </a:r>
            <a:r>
              <a:rPr sz="800" spc="-15" dirty="0">
                <a:solidFill>
                  <a:srgbClr val="797979"/>
                </a:solidFill>
                <a:latin typeface="Microsoft Sans Serif"/>
                <a:cs typeface="Microsoft Sans Serif"/>
              </a:rPr>
              <a:t>-</a:t>
            </a:r>
            <a:r>
              <a:rPr sz="800" spc="10" dirty="0">
                <a:solidFill>
                  <a:srgbClr val="797979"/>
                </a:solidFill>
                <a:latin typeface="Microsoft Sans Serif"/>
                <a:cs typeface="Microsoft Sans Serif"/>
              </a:rPr>
              <a:t>-</a:t>
            </a:r>
            <a:endParaRPr sz="800">
              <a:latin typeface="Microsoft Sans Serif"/>
              <a:cs typeface="Microsoft Sans Serif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4768291" y="3336992"/>
            <a:ext cx="3551554" cy="2273300"/>
            <a:chOff x="4768291" y="3336992"/>
            <a:chExt cx="3551554" cy="2273300"/>
          </a:xfrm>
        </p:grpSpPr>
        <p:sp>
          <p:nvSpPr>
            <p:cNvPr id="25" name="object 25"/>
            <p:cNvSpPr/>
            <p:nvPr/>
          </p:nvSpPr>
          <p:spPr>
            <a:xfrm>
              <a:off x="4808359" y="5280536"/>
              <a:ext cx="1104900" cy="155575"/>
            </a:xfrm>
            <a:custGeom>
              <a:avLst/>
              <a:gdLst/>
              <a:ahLst/>
              <a:cxnLst/>
              <a:rect l="l" t="t" r="r" b="b"/>
              <a:pathLst>
                <a:path w="1104900" h="155575">
                  <a:moveTo>
                    <a:pt x="1104900" y="0"/>
                  </a:moveTo>
                  <a:lnTo>
                    <a:pt x="746760" y="155448"/>
                  </a:lnTo>
                  <a:lnTo>
                    <a:pt x="0" y="155448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822075" y="5065653"/>
              <a:ext cx="1042035" cy="123825"/>
            </a:xfrm>
            <a:custGeom>
              <a:avLst/>
              <a:gdLst/>
              <a:ahLst/>
              <a:cxnLst/>
              <a:rect l="l" t="t" r="r" b="b"/>
              <a:pathLst>
                <a:path w="1042035" h="123825">
                  <a:moveTo>
                    <a:pt x="1041653" y="0"/>
                  </a:moveTo>
                  <a:lnTo>
                    <a:pt x="691895" y="123444"/>
                  </a:lnTo>
                  <a:lnTo>
                    <a:pt x="0" y="123444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109362" y="5312540"/>
              <a:ext cx="276860" cy="271780"/>
            </a:xfrm>
            <a:custGeom>
              <a:avLst/>
              <a:gdLst/>
              <a:ahLst/>
              <a:cxnLst/>
              <a:rect l="l" t="t" r="r" b="b"/>
              <a:pathLst>
                <a:path w="276860" h="271779">
                  <a:moveTo>
                    <a:pt x="276606" y="136398"/>
                  </a:moveTo>
                  <a:lnTo>
                    <a:pt x="269577" y="93244"/>
                  </a:lnTo>
                  <a:lnTo>
                    <a:pt x="250003" y="55796"/>
                  </a:lnTo>
                  <a:lnTo>
                    <a:pt x="220150" y="26285"/>
                  </a:lnTo>
                  <a:lnTo>
                    <a:pt x="182288" y="6943"/>
                  </a:lnTo>
                  <a:lnTo>
                    <a:pt x="138684" y="0"/>
                  </a:lnTo>
                  <a:lnTo>
                    <a:pt x="94707" y="6943"/>
                  </a:lnTo>
                  <a:lnTo>
                    <a:pt x="56619" y="26285"/>
                  </a:lnTo>
                  <a:lnTo>
                    <a:pt x="26651" y="55796"/>
                  </a:lnTo>
                  <a:lnTo>
                    <a:pt x="7034" y="93244"/>
                  </a:lnTo>
                  <a:lnTo>
                    <a:pt x="0" y="136398"/>
                  </a:lnTo>
                  <a:lnTo>
                    <a:pt x="7034" y="179100"/>
                  </a:lnTo>
                  <a:lnTo>
                    <a:pt x="26651" y="216133"/>
                  </a:lnTo>
                  <a:lnTo>
                    <a:pt x="56619" y="245303"/>
                  </a:lnTo>
                  <a:lnTo>
                    <a:pt x="94707" y="264414"/>
                  </a:lnTo>
                  <a:lnTo>
                    <a:pt x="138684" y="271272"/>
                  </a:lnTo>
                  <a:lnTo>
                    <a:pt x="182288" y="264414"/>
                  </a:lnTo>
                  <a:lnTo>
                    <a:pt x="220150" y="245303"/>
                  </a:lnTo>
                  <a:lnTo>
                    <a:pt x="250003" y="216133"/>
                  </a:lnTo>
                  <a:lnTo>
                    <a:pt x="269577" y="179100"/>
                  </a:lnTo>
                  <a:lnTo>
                    <a:pt x="276606" y="13639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109362" y="5312540"/>
              <a:ext cx="276860" cy="271780"/>
            </a:xfrm>
            <a:custGeom>
              <a:avLst/>
              <a:gdLst/>
              <a:ahLst/>
              <a:cxnLst/>
              <a:rect l="l" t="t" r="r" b="b"/>
              <a:pathLst>
                <a:path w="276860" h="271779">
                  <a:moveTo>
                    <a:pt x="0" y="136398"/>
                  </a:moveTo>
                  <a:lnTo>
                    <a:pt x="7034" y="93244"/>
                  </a:lnTo>
                  <a:lnTo>
                    <a:pt x="26651" y="55796"/>
                  </a:lnTo>
                  <a:lnTo>
                    <a:pt x="56619" y="26285"/>
                  </a:lnTo>
                  <a:lnTo>
                    <a:pt x="94707" y="6943"/>
                  </a:lnTo>
                  <a:lnTo>
                    <a:pt x="138684" y="0"/>
                  </a:lnTo>
                  <a:lnTo>
                    <a:pt x="182288" y="6943"/>
                  </a:lnTo>
                  <a:lnTo>
                    <a:pt x="220150" y="26285"/>
                  </a:lnTo>
                  <a:lnTo>
                    <a:pt x="250003" y="55796"/>
                  </a:lnTo>
                  <a:lnTo>
                    <a:pt x="269577" y="93244"/>
                  </a:lnTo>
                  <a:lnTo>
                    <a:pt x="276606" y="136398"/>
                  </a:lnTo>
                  <a:lnTo>
                    <a:pt x="269577" y="179100"/>
                  </a:lnTo>
                  <a:lnTo>
                    <a:pt x="250003" y="216133"/>
                  </a:lnTo>
                  <a:lnTo>
                    <a:pt x="220150" y="245303"/>
                  </a:lnTo>
                  <a:lnTo>
                    <a:pt x="182288" y="264414"/>
                  </a:lnTo>
                  <a:lnTo>
                    <a:pt x="138684" y="271272"/>
                  </a:lnTo>
                  <a:lnTo>
                    <a:pt x="94707" y="264414"/>
                  </a:lnTo>
                  <a:lnTo>
                    <a:pt x="56619" y="245303"/>
                  </a:lnTo>
                  <a:lnTo>
                    <a:pt x="26651" y="216133"/>
                  </a:lnTo>
                  <a:lnTo>
                    <a:pt x="7034" y="179100"/>
                  </a:lnTo>
                  <a:lnTo>
                    <a:pt x="0" y="136398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248046" y="5374262"/>
              <a:ext cx="75565" cy="148590"/>
            </a:xfrm>
            <a:custGeom>
              <a:avLst/>
              <a:gdLst/>
              <a:ahLst/>
              <a:cxnLst/>
              <a:rect l="l" t="t" r="r" b="b"/>
              <a:pathLst>
                <a:path w="75564" h="148589">
                  <a:moveTo>
                    <a:pt x="0" y="0"/>
                  </a:moveTo>
                  <a:lnTo>
                    <a:pt x="75438" y="74676"/>
                  </a:lnTo>
                  <a:lnTo>
                    <a:pt x="0" y="148590"/>
                  </a:lnTo>
                </a:path>
              </a:pathLst>
            </a:custGeom>
            <a:ln w="27520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6821576" y="5280536"/>
              <a:ext cx="1104265" cy="155575"/>
            </a:xfrm>
            <a:custGeom>
              <a:avLst/>
              <a:gdLst/>
              <a:ahLst/>
              <a:cxnLst/>
              <a:rect l="l" t="t" r="r" b="b"/>
              <a:pathLst>
                <a:path w="1104265" h="155575">
                  <a:moveTo>
                    <a:pt x="0" y="0"/>
                  </a:moveTo>
                  <a:lnTo>
                    <a:pt x="358140" y="155447"/>
                  </a:lnTo>
                  <a:lnTo>
                    <a:pt x="1104138" y="155447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870344" y="5065653"/>
              <a:ext cx="1042035" cy="123825"/>
            </a:xfrm>
            <a:custGeom>
              <a:avLst/>
              <a:gdLst/>
              <a:ahLst/>
              <a:cxnLst/>
              <a:rect l="l" t="t" r="r" b="b"/>
              <a:pathLst>
                <a:path w="1042034" h="123825">
                  <a:moveTo>
                    <a:pt x="0" y="0"/>
                  </a:moveTo>
                  <a:lnTo>
                    <a:pt x="349758" y="123443"/>
                  </a:lnTo>
                  <a:lnTo>
                    <a:pt x="1041654" y="123443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7348105" y="5312540"/>
              <a:ext cx="276860" cy="271780"/>
            </a:xfrm>
            <a:custGeom>
              <a:avLst/>
              <a:gdLst/>
              <a:ahLst/>
              <a:cxnLst/>
              <a:rect l="l" t="t" r="r" b="b"/>
              <a:pathLst>
                <a:path w="276859" h="271779">
                  <a:moveTo>
                    <a:pt x="276605" y="136398"/>
                  </a:moveTo>
                  <a:lnTo>
                    <a:pt x="269577" y="93244"/>
                  </a:lnTo>
                  <a:lnTo>
                    <a:pt x="250003" y="55796"/>
                  </a:lnTo>
                  <a:lnTo>
                    <a:pt x="220150" y="26285"/>
                  </a:lnTo>
                  <a:lnTo>
                    <a:pt x="182288" y="6943"/>
                  </a:lnTo>
                  <a:lnTo>
                    <a:pt x="138683" y="0"/>
                  </a:lnTo>
                  <a:lnTo>
                    <a:pt x="95000" y="6943"/>
                  </a:lnTo>
                  <a:lnTo>
                    <a:pt x="56948" y="26285"/>
                  </a:lnTo>
                  <a:lnTo>
                    <a:pt x="26871" y="55796"/>
                  </a:lnTo>
                  <a:lnTo>
                    <a:pt x="7107" y="93244"/>
                  </a:lnTo>
                  <a:lnTo>
                    <a:pt x="0" y="136398"/>
                  </a:lnTo>
                  <a:lnTo>
                    <a:pt x="7107" y="179100"/>
                  </a:lnTo>
                  <a:lnTo>
                    <a:pt x="26871" y="216133"/>
                  </a:lnTo>
                  <a:lnTo>
                    <a:pt x="56948" y="245303"/>
                  </a:lnTo>
                  <a:lnTo>
                    <a:pt x="95000" y="264414"/>
                  </a:lnTo>
                  <a:lnTo>
                    <a:pt x="138683" y="271272"/>
                  </a:lnTo>
                  <a:lnTo>
                    <a:pt x="182288" y="264414"/>
                  </a:lnTo>
                  <a:lnTo>
                    <a:pt x="220150" y="245303"/>
                  </a:lnTo>
                  <a:lnTo>
                    <a:pt x="250003" y="216133"/>
                  </a:lnTo>
                  <a:lnTo>
                    <a:pt x="269577" y="179100"/>
                  </a:lnTo>
                  <a:lnTo>
                    <a:pt x="276605" y="13639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7348105" y="5312540"/>
              <a:ext cx="276860" cy="271780"/>
            </a:xfrm>
            <a:custGeom>
              <a:avLst/>
              <a:gdLst/>
              <a:ahLst/>
              <a:cxnLst/>
              <a:rect l="l" t="t" r="r" b="b"/>
              <a:pathLst>
                <a:path w="276859" h="271779">
                  <a:moveTo>
                    <a:pt x="276605" y="136398"/>
                  </a:moveTo>
                  <a:lnTo>
                    <a:pt x="269577" y="93244"/>
                  </a:lnTo>
                  <a:lnTo>
                    <a:pt x="250003" y="55796"/>
                  </a:lnTo>
                  <a:lnTo>
                    <a:pt x="220150" y="26285"/>
                  </a:lnTo>
                  <a:lnTo>
                    <a:pt x="182288" y="6943"/>
                  </a:lnTo>
                  <a:lnTo>
                    <a:pt x="138683" y="0"/>
                  </a:lnTo>
                  <a:lnTo>
                    <a:pt x="95000" y="6943"/>
                  </a:lnTo>
                  <a:lnTo>
                    <a:pt x="56948" y="26285"/>
                  </a:lnTo>
                  <a:lnTo>
                    <a:pt x="26871" y="55796"/>
                  </a:lnTo>
                  <a:lnTo>
                    <a:pt x="7107" y="93244"/>
                  </a:lnTo>
                  <a:lnTo>
                    <a:pt x="0" y="136398"/>
                  </a:lnTo>
                  <a:lnTo>
                    <a:pt x="7107" y="179100"/>
                  </a:lnTo>
                  <a:lnTo>
                    <a:pt x="26871" y="216133"/>
                  </a:lnTo>
                  <a:lnTo>
                    <a:pt x="56948" y="245303"/>
                  </a:lnTo>
                  <a:lnTo>
                    <a:pt x="95000" y="264414"/>
                  </a:lnTo>
                  <a:lnTo>
                    <a:pt x="138683" y="271272"/>
                  </a:lnTo>
                  <a:lnTo>
                    <a:pt x="182288" y="264414"/>
                  </a:lnTo>
                  <a:lnTo>
                    <a:pt x="220150" y="245303"/>
                  </a:lnTo>
                  <a:lnTo>
                    <a:pt x="250003" y="216133"/>
                  </a:lnTo>
                  <a:lnTo>
                    <a:pt x="269577" y="179100"/>
                  </a:lnTo>
                  <a:lnTo>
                    <a:pt x="276605" y="136398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7411364" y="5374262"/>
              <a:ext cx="75565" cy="148590"/>
            </a:xfrm>
            <a:custGeom>
              <a:avLst/>
              <a:gdLst/>
              <a:ahLst/>
              <a:cxnLst/>
              <a:rect l="l" t="t" r="r" b="b"/>
              <a:pathLst>
                <a:path w="75565" h="148589">
                  <a:moveTo>
                    <a:pt x="75438" y="0"/>
                  </a:moveTo>
                  <a:lnTo>
                    <a:pt x="0" y="74676"/>
                  </a:lnTo>
                  <a:lnTo>
                    <a:pt x="75438" y="148590"/>
                  </a:lnTo>
                </a:path>
              </a:pathLst>
            </a:custGeom>
            <a:ln w="27520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7411364" y="5448938"/>
              <a:ext cx="113030" cy="0"/>
            </a:xfrm>
            <a:custGeom>
              <a:avLst/>
              <a:gdLst/>
              <a:ahLst/>
              <a:cxnLst/>
              <a:rect l="l" t="t" r="r" b="b"/>
              <a:pathLst>
                <a:path w="113029">
                  <a:moveTo>
                    <a:pt x="0" y="0"/>
                  </a:moveTo>
                  <a:lnTo>
                    <a:pt x="112776" y="0"/>
                  </a:lnTo>
                </a:path>
              </a:pathLst>
            </a:custGeom>
            <a:ln w="27520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794643" y="4472816"/>
              <a:ext cx="1104900" cy="155575"/>
            </a:xfrm>
            <a:custGeom>
              <a:avLst/>
              <a:gdLst/>
              <a:ahLst/>
              <a:cxnLst/>
              <a:rect l="l" t="t" r="r" b="b"/>
              <a:pathLst>
                <a:path w="1104900" h="155575">
                  <a:moveTo>
                    <a:pt x="1104900" y="155448"/>
                  </a:moveTo>
                  <a:lnTo>
                    <a:pt x="746760" y="0"/>
                  </a:lnTo>
                  <a:lnTo>
                    <a:pt x="0" y="0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808359" y="4719704"/>
              <a:ext cx="1042035" cy="123825"/>
            </a:xfrm>
            <a:custGeom>
              <a:avLst/>
              <a:gdLst/>
              <a:ahLst/>
              <a:cxnLst/>
              <a:rect l="l" t="t" r="r" b="b"/>
              <a:pathLst>
                <a:path w="1042035" h="123825">
                  <a:moveTo>
                    <a:pt x="1041653" y="123444"/>
                  </a:moveTo>
                  <a:lnTo>
                    <a:pt x="691895" y="0"/>
                  </a:lnTo>
                  <a:lnTo>
                    <a:pt x="0" y="0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5097170" y="4596260"/>
              <a:ext cx="276860" cy="272415"/>
            </a:xfrm>
            <a:custGeom>
              <a:avLst/>
              <a:gdLst/>
              <a:ahLst/>
              <a:cxnLst/>
              <a:rect l="l" t="t" r="r" b="b"/>
              <a:pathLst>
                <a:path w="276860" h="272414">
                  <a:moveTo>
                    <a:pt x="276606" y="135636"/>
                  </a:moveTo>
                  <a:lnTo>
                    <a:pt x="269498" y="92854"/>
                  </a:lnTo>
                  <a:lnTo>
                    <a:pt x="249734" y="55632"/>
                  </a:lnTo>
                  <a:lnTo>
                    <a:pt x="219657" y="26237"/>
                  </a:lnTo>
                  <a:lnTo>
                    <a:pt x="181605" y="6937"/>
                  </a:lnTo>
                  <a:lnTo>
                    <a:pt x="137922" y="0"/>
                  </a:lnTo>
                  <a:lnTo>
                    <a:pt x="94317" y="6937"/>
                  </a:lnTo>
                  <a:lnTo>
                    <a:pt x="56455" y="26237"/>
                  </a:lnTo>
                  <a:lnTo>
                    <a:pt x="26602" y="55632"/>
                  </a:lnTo>
                  <a:lnTo>
                    <a:pt x="7028" y="92854"/>
                  </a:lnTo>
                  <a:lnTo>
                    <a:pt x="0" y="135636"/>
                  </a:lnTo>
                  <a:lnTo>
                    <a:pt x="7028" y="178789"/>
                  </a:lnTo>
                  <a:lnTo>
                    <a:pt x="26602" y="216237"/>
                  </a:lnTo>
                  <a:lnTo>
                    <a:pt x="56455" y="245748"/>
                  </a:lnTo>
                  <a:lnTo>
                    <a:pt x="94317" y="265090"/>
                  </a:lnTo>
                  <a:lnTo>
                    <a:pt x="137922" y="272034"/>
                  </a:lnTo>
                  <a:lnTo>
                    <a:pt x="181605" y="265090"/>
                  </a:lnTo>
                  <a:lnTo>
                    <a:pt x="219657" y="245748"/>
                  </a:lnTo>
                  <a:lnTo>
                    <a:pt x="249734" y="216237"/>
                  </a:lnTo>
                  <a:lnTo>
                    <a:pt x="269498" y="178789"/>
                  </a:lnTo>
                  <a:lnTo>
                    <a:pt x="276606" y="13563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5097170" y="4596260"/>
              <a:ext cx="276860" cy="272415"/>
            </a:xfrm>
            <a:custGeom>
              <a:avLst/>
              <a:gdLst/>
              <a:ahLst/>
              <a:cxnLst/>
              <a:rect l="l" t="t" r="r" b="b"/>
              <a:pathLst>
                <a:path w="276860" h="272414">
                  <a:moveTo>
                    <a:pt x="0" y="135636"/>
                  </a:moveTo>
                  <a:lnTo>
                    <a:pt x="7028" y="178789"/>
                  </a:lnTo>
                  <a:lnTo>
                    <a:pt x="26602" y="216237"/>
                  </a:lnTo>
                  <a:lnTo>
                    <a:pt x="56455" y="245748"/>
                  </a:lnTo>
                  <a:lnTo>
                    <a:pt x="94317" y="265090"/>
                  </a:lnTo>
                  <a:lnTo>
                    <a:pt x="137922" y="272034"/>
                  </a:lnTo>
                  <a:lnTo>
                    <a:pt x="181605" y="265090"/>
                  </a:lnTo>
                  <a:lnTo>
                    <a:pt x="219657" y="245748"/>
                  </a:lnTo>
                  <a:lnTo>
                    <a:pt x="249734" y="216237"/>
                  </a:lnTo>
                  <a:lnTo>
                    <a:pt x="269498" y="178789"/>
                  </a:lnTo>
                  <a:lnTo>
                    <a:pt x="276606" y="135636"/>
                  </a:lnTo>
                  <a:lnTo>
                    <a:pt x="269498" y="92854"/>
                  </a:lnTo>
                  <a:lnTo>
                    <a:pt x="249734" y="55632"/>
                  </a:lnTo>
                  <a:lnTo>
                    <a:pt x="219657" y="26237"/>
                  </a:lnTo>
                  <a:lnTo>
                    <a:pt x="181605" y="6937"/>
                  </a:lnTo>
                  <a:lnTo>
                    <a:pt x="137922" y="0"/>
                  </a:lnTo>
                  <a:lnTo>
                    <a:pt x="94317" y="6937"/>
                  </a:lnTo>
                  <a:lnTo>
                    <a:pt x="56455" y="26237"/>
                  </a:lnTo>
                  <a:lnTo>
                    <a:pt x="26602" y="55632"/>
                  </a:lnTo>
                  <a:lnTo>
                    <a:pt x="7028" y="92854"/>
                  </a:lnTo>
                  <a:lnTo>
                    <a:pt x="0" y="135636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235092" y="4657982"/>
              <a:ext cx="75565" cy="147955"/>
            </a:xfrm>
            <a:custGeom>
              <a:avLst/>
              <a:gdLst/>
              <a:ahLst/>
              <a:cxnLst/>
              <a:rect l="l" t="t" r="r" b="b"/>
              <a:pathLst>
                <a:path w="75564" h="147954">
                  <a:moveTo>
                    <a:pt x="0" y="147827"/>
                  </a:moveTo>
                  <a:lnTo>
                    <a:pt x="75438" y="73913"/>
                  </a:lnTo>
                  <a:lnTo>
                    <a:pt x="0" y="0"/>
                  </a:lnTo>
                </a:path>
              </a:pathLst>
            </a:custGeom>
            <a:ln w="27520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197754" y="4731896"/>
              <a:ext cx="113030" cy="0"/>
            </a:xfrm>
            <a:custGeom>
              <a:avLst/>
              <a:gdLst/>
              <a:ahLst/>
              <a:cxnLst/>
              <a:rect l="l" t="t" r="r" b="b"/>
              <a:pathLst>
                <a:path w="113029">
                  <a:moveTo>
                    <a:pt x="112775" y="0"/>
                  </a:moveTo>
                  <a:lnTo>
                    <a:pt x="0" y="0"/>
                  </a:lnTo>
                </a:path>
              </a:pathLst>
            </a:custGeom>
            <a:ln w="27520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6807847" y="4485008"/>
              <a:ext cx="1104265" cy="155575"/>
            </a:xfrm>
            <a:custGeom>
              <a:avLst/>
              <a:gdLst/>
              <a:ahLst/>
              <a:cxnLst/>
              <a:rect l="l" t="t" r="r" b="b"/>
              <a:pathLst>
                <a:path w="1104265" h="155575">
                  <a:moveTo>
                    <a:pt x="0" y="155448"/>
                  </a:moveTo>
                  <a:lnTo>
                    <a:pt x="358140" y="0"/>
                  </a:lnTo>
                  <a:lnTo>
                    <a:pt x="1104138" y="0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6856615" y="4731896"/>
              <a:ext cx="1042035" cy="123825"/>
            </a:xfrm>
            <a:custGeom>
              <a:avLst/>
              <a:gdLst/>
              <a:ahLst/>
              <a:cxnLst/>
              <a:rect l="l" t="t" r="r" b="b"/>
              <a:pathLst>
                <a:path w="1042034" h="123825">
                  <a:moveTo>
                    <a:pt x="0" y="123443"/>
                  </a:moveTo>
                  <a:lnTo>
                    <a:pt x="349758" y="0"/>
                  </a:lnTo>
                  <a:lnTo>
                    <a:pt x="1041654" y="0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7333640" y="4608452"/>
              <a:ext cx="276860" cy="272415"/>
            </a:xfrm>
            <a:custGeom>
              <a:avLst/>
              <a:gdLst/>
              <a:ahLst/>
              <a:cxnLst/>
              <a:rect l="l" t="t" r="r" b="b"/>
              <a:pathLst>
                <a:path w="276859" h="272414">
                  <a:moveTo>
                    <a:pt x="276605" y="135636"/>
                  </a:moveTo>
                  <a:lnTo>
                    <a:pt x="269571" y="92854"/>
                  </a:lnTo>
                  <a:lnTo>
                    <a:pt x="249954" y="55632"/>
                  </a:lnTo>
                  <a:lnTo>
                    <a:pt x="219986" y="26237"/>
                  </a:lnTo>
                  <a:lnTo>
                    <a:pt x="181898" y="6937"/>
                  </a:lnTo>
                  <a:lnTo>
                    <a:pt x="137921" y="0"/>
                  </a:lnTo>
                  <a:lnTo>
                    <a:pt x="94317" y="6937"/>
                  </a:lnTo>
                  <a:lnTo>
                    <a:pt x="56455" y="26237"/>
                  </a:lnTo>
                  <a:lnTo>
                    <a:pt x="26602" y="55632"/>
                  </a:lnTo>
                  <a:lnTo>
                    <a:pt x="7028" y="92854"/>
                  </a:lnTo>
                  <a:lnTo>
                    <a:pt x="0" y="135636"/>
                  </a:lnTo>
                  <a:lnTo>
                    <a:pt x="7028" y="178789"/>
                  </a:lnTo>
                  <a:lnTo>
                    <a:pt x="26602" y="216237"/>
                  </a:lnTo>
                  <a:lnTo>
                    <a:pt x="56455" y="245748"/>
                  </a:lnTo>
                  <a:lnTo>
                    <a:pt x="94317" y="265090"/>
                  </a:lnTo>
                  <a:lnTo>
                    <a:pt x="137921" y="272034"/>
                  </a:lnTo>
                  <a:lnTo>
                    <a:pt x="181898" y="265090"/>
                  </a:lnTo>
                  <a:lnTo>
                    <a:pt x="219986" y="245748"/>
                  </a:lnTo>
                  <a:lnTo>
                    <a:pt x="249954" y="216237"/>
                  </a:lnTo>
                  <a:lnTo>
                    <a:pt x="269571" y="178789"/>
                  </a:lnTo>
                  <a:lnTo>
                    <a:pt x="276605" y="13563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7333640" y="4608452"/>
              <a:ext cx="276860" cy="272415"/>
            </a:xfrm>
            <a:custGeom>
              <a:avLst/>
              <a:gdLst/>
              <a:ahLst/>
              <a:cxnLst/>
              <a:rect l="l" t="t" r="r" b="b"/>
              <a:pathLst>
                <a:path w="276859" h="272414">
                  <a:moveTo>
                    <a:pt x="276605" y="135636"/>
                  </a:moveTo>
                  <a:lnTo>
                    <a:pt x="269571" y="178789"/>
                  </a:lnTo>
                  <a:lnTo>
                    <a:pt x="249954" y="216237"/>
                  </a:lnTo>
                  <a:lnTo>
                    <a:pt x="219986" y="245748"/>
                  </a:lnTo>
                  <a:lnTo>
                    <a:pt x="181898" y="265090"/>
                  </a:lnTo>
                  <a:lnTo>
                    <a:pt x="137921" y="272034"/>
                  </a:lnTo>
                  <a:lnTo>
                    <a:pt x="94317" y="265090"/>
                  </a:lnTo>
                  <a:lnTo>
                    <a:pt x="56455" y="245748"/>
                  </a:lnTo>
                  <a:lnTo>
                    <a:pt x="26602" y="216237"/>
                  </a:lnTo>
                  <a:lnTo>
                    <a:pt x="7028" y="178789"/>
                  </a:lnTo>
                  <a:lnTo>
                    <a:pt x="0" y="135636"/>
                  </a:lnTo>
                  <a:lnTo>
                    <a:pt x="7028" y="92854"/>
                  </a:lnTo>
                  <a:lnTo>
                    <a:pt x="26602" y="55632"/>
                  </a:lnTo>
                  <a:lnTo>
                    <a:pt x="56455" y="26237"/>
                  </a:lnTo>
                  <a:lnTo>
                    <a:pt x="94317" y="6937"/>
                  </a:lnTo>
                  <a:lnTo>
                    <a:pt x="137921" y="0"/>
                  </a:lnTo>
                  <a:lnTo>
                    <a:pt x="181898" y="6937"/>
                  </a:lnTo>
                  <a:lnTo>
                    <a:pt x="219986" y="26237"/>
                  </a:lnTo>
                  <a:lnTo>
                    <a:pt x="249954" y="55632"/>
                  </a:lnTo>
                  <a:lnTo>
                    <a:pt x="269571" y="92854"/>
                  </a:lnTo>
                  <a:lnTo>
                    <a:pt x="276605" y="135636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7396873" y="4670174"/>
              <a:ext cx="74930" cy="148590"/>
            </a:xfrm>
            <a:custGeom>
              <a:avLst/>
              <a:gdLst/>
              <a:ahLst/>
              <a:cxnLst/>
              <a:rect l="l" t="t" r="r" b="b"/>
              <a:pathLst>
                <a:path w="74929" h="148589">
                  <a:moveTo>
                    <a:pt x="74675" y="148589"/>
                  </a:moveTo>
                  <a:lnTo>
                    <a:pt x="0" y="73913"/>
                  </a:lnTo>
                  <a:lnTo>
                    <a:pt x="74675" y="0"/>
                  </a:lnTo>
                </a:path>
              </a:pathLst>
            </a:custGeom>
            <a:ln w="27520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7396873" y="4744088"/>
              <a:ext cx="113030" cy="0"/>
            </a:xfrm>
            <a:custGeom>
              <a:avLst/>
              <a:gdLst/>
              <a:ahLst/>
              <a:cxnLst/>
              <a:rect l="l" t="t" r="r" b="b"/>
              <a:pathLst>
                <a:path w="113029">
                  <a:moveTo>
                    <a:pt x="0" y="0"/>
                  </a:moveTo>
                  <a:lnTo>
                    <a:pt x="112776" y="0"/>
                  </a:lnTo>
                </a:path>
              </a:pathLst>
            </a:custGeom>
            <a:ln w="27520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863742" y="3363344"/>
              <a:ext cx="158750" cy="1084580"/>
            </a:xfrm>
            <a:custGeom>
              <a:avLst/>
              <a:gdLst/>
              <a:ahLst/>
              <a:cxnLst/>
              <a:rect l="l" t="t" r="r" b="b"/>
              <a:pathLst>
                <a:path w="158750" h="1084579">
                  <a:moveTo>
                    <a:pt x="158496" y="1084326"/>
                  </a:moveTo>
                  <a:lnTo>
                    <a:pt x="0" y="733044"/>
                  </a:lnTo>
                  <a:lnTo>
                    <a:pt x="0" y="0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6115964" y="3377060"/>
              <a:ext cx="125095" cy="1022985"/>
            </a:xfrm>
            <a:custGeom>
              <a:avLst/>
              <a:gdLst/>
              <a:ahLst/>
              <a:cxnLst/>
              <a:rect l="l" t="t" r="r" b="b"/>
              <a:pathLst>
                <a:path w="125095" h="1022985">
                  <a:moveTo>
                    <a:pt x="124968" y="1022604"/>
                  </a:moveTo>
                  <a:lnTo>
                    <a:pt x="0" y="678942"/>
                  </a:lnTo>
                  <a:lnTo>
                    <a:pt x="0" y="0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6128143" y="3758822"/>
              <a:ext cx="0" cy="111760"/>
            </a:xfrm>
            <a:custGeom>
              <a:avLst/>
              <a:gdLst/>
              <a:ahLst/>
              <a:cxnLst/>
              <a:rect l="l" t="t" r="r" b="b"/>
              <a:pathLst>
                <a:path h="111760">
                  <a:moveTo>
                    <a:pt x="0" y="111251"/>
                  </a:moveTo>
                  <a:lnTo>
                    <a:pt x="0" y="0"/>
                  </a:lnTo>
                </a:path>
              </a:pathLst>
            </a:custGeom>
            <a:ln w="27520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6711835" y="3363344"/>
              <a:ext cx="158750" cy="1084580"/>
            </a:xfrm>
            <a:custGeom>
              <a:avLst/>
              <a:gdLst/>
              <a:ahLst/>
              <a:cxnLst/>
              <a:rect l="l" t="t" r="r" b="b"/>
              <a:pathLst>
                <a:path w="158750" h="1084579">
                  <a:moveTo>
                    <a:pt x="0" y="1084326"/>
                  </a:moveTo>
                  <a:lnTo>
                    <a:pt x="158495" y="733044"/>
                  </a:lnTo>
                  <a:lnTo>
                    <a:pt x="158495" y="0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6493141" y="3377060"/>
              <a:ext cx="125730" cy="1022985"/>
            </a:xfrm>
            <a:custGeom>
              <a:avLst/>
              <a:gdLst/>
              <a:ahLst/>
              <a:cxnLst/>
              <a:rect l="l" t="t" r="r" b="b"/>
              <a:pathLst>
                <a:path w="125729" h="1022985">
                  <a:moveTo>
                    <a:pt x="0" y="1022604"/>
                  </a:moveTo>
                  <a:lnTo>
                    <a:pt x="125729" y="678942"/>
                  </a:lnTo>
                  <a:lnTo>
                    <a:pt x="125729" y="0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6605930" y="3758822"/>
              <a:ext cx="0" cy="111760"/>
            </a:xfrm>
            <a:custGeom>
              <a:avLst/>
              <a:gdLst/>
              <a:ahLst/>
              <a:cxnLst/>
              <a:rect l="l" t="t" r="r" b="b"/>
              <a:pathLst>
                <a:path h="111760">
                  <a:moveTo>
                    <a:pt x="0" y="111251"/>
                  </a:moveTo>
                  <a:lnTo>
                    <a:pt x="0" y="0"/>
                  </a:lnTo>
                </a:path>
              </a:pathLst>
            </a:custGeom>
            <a:ln w="27520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8002676" y="5189097"/>
              <a:ext cx="314325" cy="308610"/>
            </a:xfrm>
            <a:custGeom>
              <a:avLst/>
              <a:gdLst/>
              <a:ahLst/>
              <a:cxnLst/>
              <a:rect l="l" t="t" r="r" b="b"/>
              <a:pathLst>
                <a:path w="314325" h="308610">
                  <a:moveTo>
                    <a:pt x="313944" y="154686"/>
                  </a:moveTo>
                  <a:lnTo>
                    <a:pt x="305958" y="105826"/>
                  </a:lnTo>
                  <a:lnTo>
                    <a:pt x="283707" y="63367"/>
                  </a:lnTo>
                  <a:lnTo>
                    <a:pt x="249753" y="29870"/>
                  </a:lnTo>
                  <a:lnTo>
                    <a:pt x="206654" y="7894"/>
                  </a:lnTo>
                  <a:lnTo>
                    <a:pt x="156972" y="0"/>
                  </a:lnTo>
                  <a:lnTo>
                    <a:pt x="107289" y="7894"/>
                  </a:lnTo>
                  <a:lnTo>
                    <a:pt x="64190" y="29870"/>
                  </a:lnTo>
                  <a:lnTo>
                    <a:pt x="30236" y="63367"/>
                  </a:lnTo>
                  <a:lnTo>
                    <a:pt x="7985" y="105826"/>
                  </a:lnTo>
                  <a:lnTo>
                    <a:pt x="0" y="154686"/>
                  </a:lnTo>
                  <a:lnTo>
                    <a:pt x="7985" y="203173"/>
                  </a:lnTo>
                  <a:lnTo>
                    <a:pt x="30236" y="245406"/>
                  </a:lnTo>
                  <a:lnTo>
                    <a:pt x="64190" y="278788"/>
                  </a:lnTo>
                  <a:lnTo>
                    <a:pt x="107289" y="300721"/>
                  </a:lnTo>
                  <a:lnTo>
                    <a:pt x="156972" y="308610"/>
                  </a:lnTo>
                  <a:lnTo>
                    <a:pt x="206654" y="300721"/>
                  </a:lnTo>
                  <a:lnTo>
                    <a:pt x="249753" y="278788"/>
                  </a:lnTo>
                  <a:lnTo>
                    <a:pt x="283707" y="245406"/>
                  </a:lnTo>
                  <a:lnTo>
                    <a:pt x="305958" y="203173"/>
                  </a:lnTo>
                  <a:lnTo>
                    <a:pt x="313944" y="15468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8002676" y="5189097"/>
              <a:ext cx="314325" cy="308610"/>
            </a:xfrm>
            <a:custGeom>
              <a:avLst/>
              <a:gdLst/>
              <a:ahLst/>
              <a:cxnLst/>
              <a:rect l="l" t="t" r="r" b="b"/>
              <a:pathLst>
                <a:path w="314325" h="308610">
                  <a:moveTo>
                    <a:pt x="313944" y="154686"/>
                  </a:moveTo>
                  <a:lnTo>
                    <a:pt x="305958" y="105826"/>
                  </a:lnTo>
                  <a:lnTo>
                    <a:pt x="283707" y="63367"/>
                  </a:lnTo>
                  <a:lnTo>
                    <a:pt x="249753" y="29870"/>
                  </a:lnTo>
                  <a:lnTo>
                    <a:pt x="206654" y="7894"/>
                  </a:lnTo>
                  <a:lnTo>
                    <a:pt x="156972" y="0"/>
                  </a:lnTo>
                  <a:lnTo>
                    <a:pt x="107289" y="7894"/>
                  </a:lnTo>
                  <a:lnTo>
                    <a:pt x="64190" y="29870"/>
                  </a:lnTo>
                  <a:lnTo>
                    <a:pt x="30236" y="63367"/>
                  </a:lnTo>
                  <a:lnTo>
                    <a:pt x="7985" y="105826"/>
                  </a:lnTo>
                  <a:lnTo>
                    <a:pt x="0" y="154686"/>
                  </a:lnTo>
                  <a:lnTo>
                    <a:pt x="7985" y="203173"/>
                  </a:lnTo>
                  <a:lnTo>
                    <a:pt x="30236" y="245406"/>
                  </a:lnTo>
                  <a:lnTo>
                    <a:pt x="64190" y="278788"/>
                  </a:lnTo>
                  <a:lnTo>
                    <a:pt x="107289" y="300721"/>
                  </a:lnTo>
                  <a:lnTo>
                    <a:pt x="156972" y="308610"/>
                  </a:lnTo>
                  <a:lnTo>
                    <a:pt x="206654" y="300721"/>
                  </a:lnTo>
                  <a:lnTo>
                    <a:pt x="249753" y="278788"/>
                  </a:lnTo>
                  <a:lnTo>
                    <a:pt x="283707" y="245406"/>
                  </a:lnTo>
                  <a:lnTo>
                    <a:pt x="305958" y="203173"/>
                  </a:lnTo>
                  <a:lnTo>
                    <a:pt x="313944" y="154686"/>
                  </a:lnTo>
                </a:path>
              </a:pathLst>
            </a:custGeom>
            <a:ln w="6159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" name="object 56"/>
          <p:cNvSpPr txBox="1"/>
          <p:nvPr/>
        </p:nvSpPr>
        <p:spPr>
          <a:xfrm>
            <a:off x="8105540" y="5201768"/>
            <a:ext cx="120650" cy="25336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sz="1500" b="1" spc="10" dirty="0">
                <a:solidFill>
                  <a:srgbClr val="797979"/>
                </a:solidFill>
                <a:latin typeface="Arial"/>
                <a:cs typeface="Arial"/>
              </a:rPr>
              <a:t>2</a:t>
            </a:r>
            <a:endParaRPr sz="1500">
              <a:latin typeface="Arial"/>
              <a:cs typeface="Arial"/>
            </a:endParaRPr>
          </a:p>
        </p:txBody>
      </p:sp>
      <p:grpSp>
        <p:nvGrpSpPr>
          <p:cNvPr id="57" name="object 57"/>
          <p:cNvGrpSpPr/>
          <p:nvPr/>
        </p:nvGrpSpPr>
        <p:grpSpPr>
          <a:xfrm>
            <a:off x="7999501" y="4444495"/>
            <a:ext cx="320675" cy="316230"/>
            <a:chOff x="7999501" y="4444495"/>
            <a:chExt cx="320675" cy="316230"/>
          </a:xfrm>
        </p:grpSpPr>
        <p:sp>
          <p:nvSpPr>
            <p:cNvPr id="58" name="object 58"/>
            <p:cNvSpPr/>
            <p:nvPr/>
          </p:nvSpPr>
          <p:spPr>
            <a:xfrm>
              <a:off x="8002676" y="4447670"/>
              <a:ext cx="314325" cy="309880"/>
            </a:xfrm>
            <a:custGeom>
              <a:avLst/>
              <a:gdLst/>
              <a:ahLst/>
              <a:cxnLst/>
              <a:rect l="l" t="t" r="r" b="b"/>
              <a:pathLst>
                <a:path w="314325" h="309879">
                  <a:moveTo>
                    <a:pt x="313944" y="154686"/>
                  </a:moveTo>
                  <a:lnTo>
                    <a:pt x="305958" y="105826"/>
                  </a:lnTo>
                  <a:lnTo>
                    <a:pt x="283707" y="63367"/>
                  </a:lnTo>
                  <a:lnTo>
                    <a:pt x="249753" y="29870"/>
                  </a:lnTo>
                  <a:lnTo>
                    <a:pt x="206654" y="7894"/>
                  </a:lnTo>
                  <a:lnTo>
                    <a:pt x="156972" y="0"/>
                  </a:lnTo>
                  <a:lnTo>
                    <a:pt x="107289" y="7894"/>
                  </a:lnTo>
                  <a:lnTo>
                    <a:pt x="64190" y="29870"/>
                  </a:lnTo>
                  <a:lnTo>
                    <a:pt x="30236" y="63367"/>
                  </a:lnTo>
                  <a:lnTo>
                    <a:pt x="7985" y="105826"/>
                  </a:lnTo>
                  <a:lnTo>
                    <a:pt x="0" y="154686"/>
                  </a:lnTo>
                  <a:lnTo>
                    <a:pt x="7985" y="203545"/>
                  </a:lnTo>
                  <a:lnTo>
                    <a:pt x="30236" y="246004"/>
                  </a:lnTo>
                  <a:lnTo>
                    <a:pt x="64190" y="279501"/>
                  </a:lnTo>
                  <a:lnTo>
                    <a:pt x="107289" y="301477"/>
                  </a:lnTo>
                  <a:lnTo>
                    <a:pt x="156972" y="309372"/>
                  </a:lnTo>
                  <a:lnTo>
                    <a:pt x="206654" y="301477"/>
                  </a:lnTo>
                  <a:lnTo>
                    <a:pt x="249753" y="279501"/>
                  </a:lnTo>
                  <a:lnTo>
                    <a:pt x="283707" y="246004"/>
                  </a:lnTo>
                  <a:lnTo>
                    <a:pt x="305958" y="203545"/>
                  </a:lnTo>
                  <a:lnTo>
                    <a:pt x="313944" y="15468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8002676" y="4447670"/>
              <a:ext cx="314325" cy="309880"/>
            </a:xfrm>
            <a:custGeom>
              <a:avLst/>
              <a:gdLst/>
              <a:ahLst/>
              <a:cxnLst/>
              <a:rect l="l" t="t" r="r" b="b"/>
              <a:pathLst>
                <a:path w="314325" h="309879">
                  <a:moveTo>
                    <a:pt x="313944" y="154686"/>
                  </a:moveTo>
                  <a:lnTo>
                    <a:pt x="305958" y="105826"/>
                  </a:lnTo>
                  <a:lnTo>
                    <a:pt x="283707" y="63367"/>
                  </a:lnTo>
                  <a:lnTo>
                    <a:pt x="249753" y="29870"/>
                  </a:lnTo>
                  <a:lnTo>
                    <a:pt x="206654" y="7894"/>
                  </a:lnTo>
                  <a:lnTo>
                    <a:pt x="156972" y="0"/>
                  </a:lnTo>
                  <a:lnTo>
                    <a:pt x="107289" y="7894"/>
                  </a:lnTo>
                  <a:lnTo>
                    <a:pt x="64190" y="29870"/>
                  </a:lnTo>
                  <a:lnTo>
                    <a:pt x="30236" y="63367"/>
                  </a:lnTo>
                  <a:lnTo>
                    <a:pt x="7985" y="105826"/>
                  </a:lnTo>
                  <a:lnTo>
                    <a:pt x="0" y="154686"/>
                  </a:lnTo>
                  <a:lnTo>
                    <a:pt x="7985" y="203545"/>
                  </a:lnTo>
                  <a:lnTo>
                    <a:pt x="30236" y="246004"/>
                  </a:lnTo>
                  <a:lnTo>
                    <a:pt x="64190" y="279501"/>
                  </a:lnTo>
                  <a:lnTo>
                    <a:pt x="107289" y="301477"/>
                  </a:lnTo>
                  <a:lnTo>
                    <a:pt x="156972" y="309372"/>
                  </a:lnTo>
                  <a:lnTo>
                    <a:pt x="206654" y="301477"/>
                  </a:lnTo>
                  <a:lnTo>
                    <a:pt x="249753" y="279501"/>
                  </a:lnTo>
                  <a:lnTo>
                    <a:pt x="283707" y="246004"/>
                  </a:lnTo>
                  <a:lnTo>
                    <a:pt x="305958" y="203545"/>
                  </a:lnTo>
                  <a:lnTo>
                    <a:pt x="313944" y="154686"/>
                  </a:lnTo>
                </a:path>
              </a:pathLst>
            </a:custGeom>
            <a:ln w="6159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0" name="object 60"/>
          <p:cNvSpPr txBox="1"/>
          <p:nvPr/>
        </p:nvSpPr>
        <p:spPr>
          <a:xfrm>
            <a:off x="8105540" y="4456532"/>
            <a:ext cx="120650" cy="25336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sz="1500" b="1" spc="10" dirty="0">
                <a:solidFill>
                  <a:srgbClr val="797979"/>
                </a:solidFill>
                <a:latin typeface="Arial"/>
                <a:cs typeface="Arial"/>
              </a:rPr>
              <a:t>1</a:t>
            </a:r>
            <a:endParaRPr sz="1500">
              <a:latin typeface="Arial"/>
              <a:cs typeface="Arial"/>
            </a:endParaRPr>
          </a:p>
        </p:txBody>
      </p:sp>
      <p:grpSp>
        <p:nvGrpSpPr>
          <p:cNvPr id="61" name="object 61"/>
          <p:cNvGrpSpPr/>
          <p:nvPr/>
        </p:nvGrpSpPr>
        <p:grpSpPr>
          <a:xfrm>
            <a:off x="5661799" y="2944244"/>
            <a:ext cx="1384935" cy="1849120"/>
            <a:chOff x="5661799" y="2944244"/>
            <a:chExt cx="1384935" cy="1849120"/>
          </a:xfrm>
        </p:grpSpPr>
        <p:sp>
          <p:nvSpPr>
            <p:cNvPr id="62" name="object 62"/>
            <p:cNvSpPr/>
            <p:nvPr/>
          </p:nvSpPr>
          <p:spPr>
            <a:xfrm>
              <a:off x="5675515" y="2966342"/>
              <a:ext cx="314960" cy="308610"/>
            </a:xfrm>
            <a:custGeom>
              <a:avLst/>
              <a:gdLst/>
              <a:ahLst/>
              <a:cxnLst/>
              <a:rect l="l" t="t" r="r" b="b"/>
              <a:pathLst>
                <a:path w="314960" h="308610">
                  <a:moveTo>
                    <a:pt x="314705" y="153924"/>
                  </a:moveTo>
                  <a:lnTo>
                    <a:pt x="306640" y="105143"/>
                  </a:lnTo>
                  <a:lnTo>
                    <a:pt x="284201" y="62874"/>
                  </a:lnTo>
                  <a:lnTo>
                    <a:pt x="250021" y="29602"/>
                  </a:lnTo>
                  <a:lnTo>
                    <a:pt x="206733" y="7815"/>
                  </a:lnTo>
                  <a:lnTo>
                    <a:pt x="156971" y="0"/>
                  </a:lnTo>
                  <a:lnTo>
                    <a:pt x="107289" y="7815"/>
                  </a:lnTo>
                  <a:lnTo>
                    <a:pt x="64190" y="29602"/>
                  </a:lnTo>
                  <a:lnTo>
                    <a:pt x="30236" y="62874"/>
                  </a:lnTo>
                  <a:lnTo>
                    <a:pt x="7985" y="105143"/>
                  </a:lnTo>
                  <a:lnTo>
                    <a:pt x="0" y="153924"/>
                  </a:lnTo>
                  <a:lnTo>
                    <a:pt x="7985" y="202783"/>
                  </a:lnTo>
                  <a:lnTo>
                    <a:pt x="30236" y="245242"/>
                  </a:lnTo>
                  <a:lnTo>
                    <a:pt x="64190" y="278739"/>
                  </a:lnTo>
                  <a:lnTo>
                    <a:pt x="107289" y="300715"/>
                  </a:lnTo>
                  <a:lnTo>
                    <a:pt x="156971" y="308610"/>
                  </a:lnTo>
                  <a:lnTo>
                    <a:pt x="206733" y="300715"/>
                  </a:lnTo>
                  <a:lnTo>
                    <a:pt x="250021" y="278739"/>
                  </a:lnTo>
                  <a:lnTo>
                    <a:pt x="284201" y="245242"/>
                  </a:lnTo>
                  <a:lnTo>
                    <a:pt x="306640" y="202783"/>
                  </a:lnTo>
                  <a:lnTo>
                    <a:pt x="314705" y="15392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5675515" y="2966342"/>
              <a:ext cx="314960" cy="308610"/>
            </a:xfrm>
            <a:custGeom>
              <a:avLst/>
              <a:gdLst/>
              <a:ahLst/>
              <a:cxnLst/>
              <a:rect l="l" t="t" r="r" b="b"/>
              <a:pathLst>
                <a:path w="314960" h="308610">
                  <a:moveTo>
                    <a:pt x="314705" y="153924"/>
                  </a:moveTo>
                  <a:lnTo>
                    <a:pt x="306640" y="105143"/>
                  </a:lnTo>
                  <a:lnTo>
                    <a:pt x="284201" y="62874"/>
                  </a:lnTo>
                  <a:lnTo>
                    <a:pt x="250021" y="29602"/>
                  </a:lnTo>
                  <a:lnTo>
                    <a:pt x="206733" y="7815"/>
                  </a:lnTo>
                  <a:lnTo>
                    <a:pt x="156971" y="0"/>
                  </a:lnTo>
                  <a:lnTo>
                    <a:pt x="107289" y="7815"/>
                  </a:lnTo>
                  <a:lnTo>
                    <a:pt x="64190" y="29602"/>
                  </a:lnTo>
                  <a:lnTo>
                    <a:pt x="30236" y="62874"/>
                  </a:lnTo>
                  <a:lnTo>
                    <a:pt x="7985" y="105143"/>
                  </a:lnTo>
                  <a:lnTo>
                    <a:pt x="0" y="153924"/>
                  </a:lnTo>
                  <a:lnTo>
                    <a:pt x="7985" y="202783"/>
                  </a:lnTo>
                  <a:lnTo>
                    <a:pt x="30236" y="245242"/>
                  </a:lnTo>
                  <a:lnTo>
                    <a:pt x="64190" y="278739"/>
                  </a:lnTo>
                  <a:lnTo>
                    <a:pt x="107289" y="300715"/>
                  </a:lnTo>
                  <a:lnTo>
                    <a:pt x="156971" y="308610"/>
                  </a:lnTo>
                  <a:lnTo>
                    <a:pt x="206733" y="300715"/>
                  </a:lnTo>
                  <a:lnTo>
                    <a:pt x="250021" y="278739"/>
                  </a:lnTo>
                  <a:lnTo>
                    <a:pt x="284201" y="245242"/>
                  </a:lnTo>
                  <a:lnTo>
                    <a:pt x="306640" y="202783"/>
                  </a:lnTo>
                  <a:lnTo>
                    <a:pt x="314705" y="153924"/>
                  </a:lnTo>
                </a:path>
              </a:pathLst>
            </a:custGeom>
            <a:ln w="6159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958217" y="2966342"/>
              <a:ext cx="314960" cy="308610"/>
            </a:xfrm>
            <a:custGeom>
              <a:avLst/>
              <a:gdLst/>
              <a:ahLst/>
              <a:cxnLst/>
              <a:rect l="l" t="t" r="r" b="b"/>
              <a:pathLst>
                <a:path w="314960" h="308610">
                  <a:moveTo>
                    <a:pt x="314705" y="153924"/>
                  </a:moveTo>
                  <a:lnTo>
                    <a:pt x="306720" y="105143"/>
                  </a:lnTo>
                  <a:lnTo>
                    <a:pt x="284469" y="62874"/>
                  </a:lnTo>
                  <a:lnTo>
                    <a:pt x="250515" y="29602"/>
                  </a:lnTo>
                  <a:lnTo>
                    <a:pt x="207416" y="7815"/>
                  </a:lnTo>
                  <a:lnTo>
                    <a:pt x="157733" y="0"/>
                  </a:lnTo>
                  <a:lnTo>
                    <a:pt x="107679" y="7815"/>
                  </a:lnTo>
                  <a:lnTo>
                    <a:pt x="64355" y="29602"/>
                  </a:lnTo>
                  <a:lnTo>
                    <a:pt x="30284" y="62874"/>
                  </a:lnTo>
                  <a:lnTo>
                    <a:pt x="7991" y="105143"/>
                  </a:lnTo>
                  <a:lnTo>
                    <a:pt x="0" y="153924"/>
                  </a:lnTo>
                  <a:lnTo>
                    <a:pt x="7991" y="202783"/>
                  </a:lnTo>
                  <a:lnTo>
                    <a:pt x="30284" y="245242"/>
                  </a:lnTo>
                  <a:lnTo>
                    <a:pt x="64355" y="278739"/>
                  </a:lnTo>
                  <a:lnTo>
                    <a:pt x="107679" y="300715"/>
                  </a:lnTo>
                  <a:lnTo>
                    <a:pt x="157733" y="308610"/>
                  </a:lnTo>
                  <a:lnTo>
                    <a:pt x="207416" y="300715"/>
                  </a:lnTo>
                  <a:lnTo>
                    <a:pt x="250515" y="278739"/>
                  </a:lnTo>
                  <a:lnTo>
                    <a:pt x="284469" y="245242"/>
                  </a:lnTo>
                  <a:lnTo>
                    <a:pt x="306720" y="202783"/>
                  </a:lnTo>
                  <a:lnTo>
                    <a:pt x="314705" y="15392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958217" y="2966342"/>
              <a:ext cx="314960" cy="308610"/>
            </a:xfrm>
            <a:custGeom>
              <a:avLst/>
              <a:gdLst/>
              <a:ahLst/>
              <a:cxnLst/>
              <a:rect l="l" t="t" r="r" b="b"/>
              <a:pathLst>
                <a:path w="314960" h="308610">
                  <a:moveTo>
                    <a:pt x="314705" y="153924"/>
                  </a:moveTo>
                  <a:lnTo>
                    <a:pt x="306720" y="105143"/>
                  </a:lnTo>
                  <a:lnTo>
                    <a:pt x="284469" y="62874"/>
                  </a:lnTo>
                  <a:lnTo>
                    <a:pt x="250515" y="29602"/>
                  </a:lnTo>
                  <a:lnTo>
                    <a:pt x="207416" y="7815"/>
                  </a:lnTo>
                  <a:lnTo>
                    <a:pt x="157733" y="0"/>
                  </a:lnTo>
                  <a:lnTo>
                    <a:pt x="107679" y="7815"/>
                  </a:lnTo>
                  <a:lnTo>
                    <a:pt x="64355" y="29602"/>
                  </a:lnTo>
                  <a:lnTo>
                    <a:pt x="30284" y="62874"/>
                  </a:lnTo>
                  <a:lnTo>
                    <a:pt x="7991" y="105143"/>
                  </a:lnTo>
                  <a:lnTo>
                    <a:pt x="0" y="153924"/>
                  </a:lnTo>
                  <a:lnTo>
                    <a:pt x="7991" y="202783"/>
                  </a:lnTo>
                  <a:lnTo>
                    <a:pt x="30284" y="245242"/>
                  </a:lnTo>
                  <a:lnTo>
                    <a:pt x="64355" y="278739"/>
                  </a:lnTo>
                  <a:lnTo>
                    <a:pt x="107679" y="300715"/>
                  </a:lnTo>
                  <a:lnTo>
                    <a:pt x="157733" y="308610"/>
                  </a:lnTo>
                  <a:lnTo>
                    <a:pt x="207416" y="300715"/>
                  </a:lnTo>
                  <a:lnTo>
                    <a:pt x="250515" y="278739"/>
                  </a:lnTo>
                  <a:lnTo>
                    <a:pt x="284469" y="245242"/>
                  </a:lnTo>
                  <a:lnTo>
                    <a:pt x="306720" y="202783"/>
                  </a:lnTo>
                  <a:lnTo>
                    <a:pt x="314705" y="153924"/>
                  </a:lnTo>
                </a:path>
              </a:pathLst>
            </a:custGeom>
            <a:ln w="6159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6445910" y="2966342"/>
              <a:ext cx="314960" cy="308610"/>
            </a:xfrm>
            <a:custGeom>
              <a:avLst/>
              <a:gdLst/>
              <a:ahLst/>
              <a:cxnLst/>
              <a:rect l="l" t="t" r="r" b="b"/>
              <a:pathLst>
                <a:path w="314959" h="308610">
                  <a:moveTo>
                    <a:pt x="314705" y="153924"/>
                  </a:moveTo>
                  <a:lnTo>
                    <a:pt x="306640" y="105143"/>
                  </a:lnTo>
                  <a:lnTo>
                    <a:pt x="284201" y="62874"/>
                  </a:lnTo>
                  <a:lnTo>
                    <a:pt x="250021" y="29602"/>
                  </a:lnTo>
                  <a:lnTo>
                    <a:pt x="206733" y="7815"/>
                  </a:lnTo>
                  <a:lnTo>
                    <a:pt x="156971" y="0"/>
                  </a:lnTo>
                  <a:lnTo>
                    <a:pt x="107289" y="7815"/>
                  </a:lnTo>
                  <a:lnTo>
                    <a:pt x="64190" y="29602"/>
                  </a:lnTo>
                  <a:lnTo>
                    <a:pt x="30236" y="62874"/>
                  </a:lnTo>
                  <a:lnTo>
                    <a:pt x="7985" y="105143"/>
                  </a:lnTo>
                  <a:lnTo>
                    <a:pt x="0" y="153924"/>
                  </a:lnTo>
                  <a:lnTo>
                    <a:pt x="7985" y="202783"/>
                  </a:lnTo>
                  <a:lnTo>
                    <a:pt x="30236" y="245242"/>
                  </a:lnTo>
                  <a:lnTo>
                    <a:pt x="64190" y="278739"/>
                  </a:lnTo>
                  <a:lnTo>
                    <a:pt x="107289" y="300715"/>
                  </a:lnTo>
                  <a:lnTo>
                    <a:pt x="156971" y="308610"/>
                  </a:lnTo>
                  <a:lnTo>
                    <a:pt x="206733" y="300715"/>
                  </a:lnTo>
                  <a:lnTo>
                    <a:pt x="250021" y="278739"/>
                  </a:lnTo>
                  <a:lnTo>
                    <a:pt x="284201" y="245242"/>
                  </a:lnTo>
                  <a:lnTo>
                    <a:pt x="306640" y="202783"/>
                  </a:lnTo>
                  <a:lnTo>
                    <a:pt x="314705" y="15392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6445910" y="2966342"/>
              <a:ext cx="314960" cy="308610"/>
            </a:xfrm>
            <a:custGeom>
              <a:avLst/>
              <a:gdLst/>
              <a:ahLst/>
              <a:cxnLst/>
              <a:rect l="l" t="t" r="r" b="b"/>
              <a:pathLst>
                <a:path w="314959" h="308610">
                  <a:moveTo>
                    <a:pt x="314705" y="153924"/>
                  </a:moveTo>
                  <a:lnTo>
                    <a:pt x="306640" y="105143"/>
                  </a:lnTo>
                  <a:lnTo>
                    <a:pt x="284201" y="62874"/>
                  </a:lnTo>
                  <a:lnTo>
                    <a:pt x="250021" y="29602"/>
                  </a:lnTo>
                  <a:lnTo>
                    <a:pt x="206733" y="7815"/>
                  </a:lnTo>
                  <a:lnTo>
                    <a:pt x="156971" y="0"/>
                  </a:lnTo>
                  <a:lnTo>
                    <a:pt x="107289" y="7815"/>
                  </a:lnTo>
                  <a:lnTo>
                    <a:pt x="64190" y="29602"/>
                  </a:lnTo>
                  <a:lnTo>
                    <a:pt x="30236" y="62874"/>
                  </a:lnTo>
                  <a:lnTo>
                    <a:pt x="7985" y="105143"/>
                  </a:lnTo>
                  <a:lnTo>
                    <a:pt x="0" y="153924"/>
                  </a:lnTo>
                  <a:lnTo>
                    <a:pt x="7985" y="202783"/>
                  </a:lnTo>
                  <a:lnTo>
                    <a:pt x="30236" y="245242"/>
                  </a:lnTo>
                  <a:lnTo>
                    <a:pt x="64190" y="278739"/>
                  </a:lnTo>
                  <a:lnTo>
                    <a:pt x="107289" y="300715"/>
                  </a:lnTo>
                  <a:lnTo>
                    <a:pt x="156971" y="308610"/>
                  </a:lnTo>
                  <a:lnTo>
                    <a:pt x="206733" y="300715"/>
                  </a:lnTo>
                  <a:lnTo>
                    <a:pt x="250021" y="278739"/>
                  </a:lnTo>
                  <a:lnTo>
                    <a:pt x="284201" y="245242"/>
                  </a:lnTo>
                  <a:lnTo>
                    <a:pt x="306640" y="202783"/>
                  </a:lnTo>
                  <a:lnTo>
                    <a:pt x="314705" y="153924"/>
                  </a:lnTo>
                </a:path>
              </a:pathLst>
            </a:custGeom>
            <a:ln w="6159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6728612" y="2966342"/>
              <a:ext cx="314960" cy="308610"/>
            </a:xfrm>
            <a:custGeom>
              <a:avLst/>
              <a:gdLst/>
              <a:ahLst/>
              <a:cxnLst/>
              <a:rect l="l" t="t" r="r" b="b"/>
              <a:pathLst>
                <a:path w="314959" h="308610">
                  <a:moveTo>
                    <a:pt x="314705" y="153924"/>
                  </a:moveTo>
                  <a:lnTo>
                    <a:pt x="306720" y="105143"/>
                  </a:lnTo>
                  <a:lnTo>
                    <a:pt x="284469" y="62874"/>
                  </a:lnTo>
                  <a:lnTo>
                    <a:pt x="250515" y="29602"/>
                  </a:lnTo>
                  <a:lnTo>
                    <a:pt x="207416" y="7815"/>
                  </a:lnTo>
                  <a:lnTo>
                    <a:pt x="157733" y="0"/>
                  </a:lnTo>
                  <a:lnTo>
                    <a:pt x="107972" y="7815"/>
                  </a:lnTo>
                  <a:lnTo>
                    <a:pt x="64684" y="29602"/>
                  </a:lnTo>
                  <a:lnTo>
                    <a:pt x="30504" y="62874"/>
                  </a:lnTo>
                  <a:lnTo>
                    <a:pt x="8065" y="105143"/>
                  </a:lnTo>
                  <a:lnTo>
                    <a:pt x="0" y="153924"/>
                  </a:lnTo>
                  <a:lnTo>
                    <a:pt x="8065" y="202783"/>
                  </a:lnTo>
                  <a:lnTo>
                    <a:pt x="30504" y="245242"/>
                  </a:lnTo>
                  <a:lnTo>
                    <a:pt x="64684" y="278739"/>
                  </a:lnTo>
                  <a:lnTo>
                    <a:pt x="107972" y="300715"/>
                  </a:lnTo>
                  <a:lnTo>
                    <a:pt x="157733" y="308610"/>
                  </a:lnTo>
                  <a:lnTo>
                    <a:pt x="207416" y="300715"/>
                  </a:lnTo>
                  <a:lnTo>
                    <a:pt x="250515" y="278739"/>
                  </a:lnTo>
                  <a:lnTo>
                    <a:pt x="284469" y="245242"/>
                  </a:lnTo>
                  <a:lnTo>
                    <a:pt x="306720" y="202783"/>
                  </a:lnTo>
                  <a:lnTo>
                    <a:pt x="314705" y="15392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6728612" y="2966342"/>
              <a:ext cx="314960" cy="308610"/>
            </a:xfrm>
            <a:custGeom>
              <a:avLst/>
              <a:gdLst/>
              <a:ahLst/>
              <a:cxnLst/>
              <a:rect l="l" t="t" r="r" b="b"/>
              <a:pathLst>
                <a:path w="314959" h="308610">
                  <a:moveTo>
                    <a:pt x="314705" y="153924"/>
                  </a:moveTo>
                  <a:lnTo>
                    <a:pt x="306720" y="105143"/>
                  </a:lnTo>
                  <a:lnTo>
                    <a:pt x="284469" y="62874"/>
                  </a:lnTo>
                  <a:lnTo>
                    <a:pt x="250515" y="29602"/>
                  </a:lnTo>
                  <a:lnTo>
                    <a:pt x="207416" y="7815"/>
                  </a:lnTo>
                  <a:lnTo>
                    <a:pt x="157733" y="0"/>
                  </a:lnTo>
                  <a:lnTo>
                    <a:pt x="107972" y="7815"/>
                  </a:lnTo>
                  <a:lnTo>
                    <a:pt x="64684" y="29602"/>
                  </a:lnTo>
                  <a:lnTo>
                    <a:pt x="30504" y="62874"/>
                  </a:lnTo>
                  <a:lnTo>
                    <a:pt x="8065" y="105143"/>
                  </a:lnTo>
                  <a:lnTo>
                    <a:pt x="0" y="153924"/>
                  </a:lnTo>
                  <a:lnTo>
                    <a:pt x="8065" y="202783"/>
                  </a:lnTo>
                  <a:lnTo>
                    <a:pt x="30504" y="245242"/>
                  </a:lnTo>
                  <a:lnTo>
                    <a:pt x="64684" y="278739"/>
                  </a:lnTo>
                  <a:lnTo>
                    <a:pt x="107972" y="300715"/>
                  </a:lnTo>
                  <a:lnTo>
                    <a:pt x="157733" y="308610"/>
                  </a:lnTo>
                  <a:lnTo>
                    <a:pt x="207416" y="300715"/>
                  </a:lnTo>
                  <a:lnTo>
                    <a:pt x="250515" y="278739"/>
                  </a:lnTo>
                  <a:lnTo>
                    <a:pt x="284469" y="245242"/>
                  </a:lnTo>
                  <a:lnTo>
                    <a:pt x="306720" y="202783"/>
                  </a:lnTo>
                  <a:lnTo>
                    <a:pt x="314705" y="153924"/>
                  </a:lnTo>
                </a:path>
              </a:pathLst>
            </a:custGeom>
            <a:ln w="6159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868314" y="3364868"/>
              <a:ext cx="314325" cy="1400175"/>
            </a:xfrm>
            <a:custGeom>
              <a:avLst/>
              <a:gdLst/>
              <a:ahLst/>
              <a:cxnLst/>
              <a:rect l="l" t="t" r="r" b="b"/>
              <a:pathLst>
                <a:path w="314325" h="1400175">
                  <a:moveTo>
                    <a:pt x="1524" y="0"/>
                  </a:moveTo>
                  <a:lnTo>
                    <a:pt x="0" y="750570"/>
                  </a:lnTo>
                  <a:lnTo>
                    <a:pt x="313944" y="1399794"/>
                  </a:lnTo>
                </a:path>
              </a:pathLst>
            </a:custGeom>
            <a:ln w="571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6117488" y="3359534"/>
              <a:ext cx="189230" cy="1203325"/>
            </a:xfrm>
            <a:custGeom>
              <a:avLst/>
              <a:gdLst/>
              <a:ahLst/>
              <a:cxnLst/>
              <a:rect l="l" t="t" r="r" b="b"/>
              <a:pathLst>
                <a:path w="189229" h="1203325">
                  <a:moveTo>
                    <a:pt x="1524" y="0"/>
                  </a:moveTo>
                  <a:lnTo>
                    <a:pt x="0" y="735330"/>
                  </a:lnTo>
                  <a:lnTo>
                    <a:pt x="188976" y="1203198"/>
                  </a:lnTo>
                </a:path>
              </a:pathLst>
            </a:custGeom>
            <a:ln w="571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6538112" y="3366392"/>
              <a:ext cx="342900" cy="1389380"/>
            </a:xfrm>
            <a:custGeom>
              <a:avLst/>
              <a:gdLst/>
              <a:ahLst/>
              <a:cxnLst/>
              <a:rect l="l" t="t" r="r" b="b"/>
              <a:pathLst>
                <a:path w="342900" h="1389379">
                  <a:moveTo>
                    <a:pt x="341375" y="0"/>
                  </a:moveTo>
                  <a:lnTo>
                    <a:pt x="342900" y="744474"/>
                  </a:lnTo>
                  <a:lnTo>
                    <a:pt x="0" y="1389126"/>
                  </a:lnTo>
                </a:path>
              </a:pathLst>
            </a:custGeom>
            <a:ln w="5714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6431432" y="3351914"/>
              <a:ext cx="199390" cy="1210945"/>
            </a:xfrm>
            <a:custGeom>
              <a:avLst/>
              <a:gdLst/>
              <a:ahLst/>
              <a:cxnLst/>
              <a:rect l="l" t="t" r="r" b="b"/>
              <a:pathLst>
                <a:path w="199390" h="1210945">
                  <a:moveTo>
                    <a:pt x="198881" y="0"/>
                  </a:moveTo>
                  <a:lnTo>
                    <a:pt x="190499" y="733044"/>
                  </a:lnTo>
                  <a:lnTo>
                    <a:pt x="0" y="1210818"/>
                  </a:lnTo>
                </a:path>
              </a:pathLst>
            </a:custGeom>
            <a:ln w="571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5680849" y="2963294"/>
              <a:ext cx="304800" cy="304800"/>
            </a:xfrm>
            <a:custGeom>
              <a:avLst/>
              <a:gdLst/>
              <a:ahLst/>
              <a:cxnLst/>
              <a:rect l="l" t="t" r="r" b="b"/>
              <a:pathLst>
                <a:path w="304800" h="304800">
                  <a:moveTo>
                    <a:pt x="304800" y="152400"/>
                  </a:moveTo>
                  <a:lnTo>
                    <a:pt x="296997" y="104070"/>
                  </a:lnTo>
                  <a:lnTo>
                    <a:pt x="275295" y="62215"/>
                  </a:lnTo>
                  <a:lnTo>
                    <a:pt x="242255" y="29285"/>
                  </a:lnTo>
                  <a:lnTo>
                    <a:pt x="200436" y="7729"/>
                  </a:lnTo>
                  <a:lnTo>
                    <a:pt x="152400" y="0"/>
                  </a:lnTo>
                  <a:lnTo>
                    <a:pt x="104070" y="7729"/>
                  </a:lnTo>
                  <a:lnTo>
                    <a:pt x="62215" y="29285"/>
                  </a:lnTo>
                  <a:lnTo>
                    <a:pt x="29285" y="62215"/>
                  </a:lnTo>
                  <a:lnTo>
                    <a:pt x="7729" y="104070"/>
                  </a:lnTo>
                  <a:lnTo>
                    <a:pt x="0" y="152400"/>
                  </a:lnTo>
                  <a:lnTo>
                    <a:pt x="7729" y="200436"/>
                  </a:lnTo>
                  <a:lnTo>
                    <a:pt x="29285" y="242255"/>
                  </a:lnTo>
                  <a:lnTo>
                    <a:pt x="62215" y="275295"/>
                  </a:lnTo>
                  <a:lnTo>
                    <a:pt x="104070" y="296997"/>
                  </a:lnTo>
                  <a:lnTo>
                    <a:pt x="152400" y="304800"/>
                  </a:lnTo>
                  <a:lnTo>
                    <a:pt x="200436" y="296997"/>
                  </a:lnTo>
                  <a:lnTo>
                    <a:pt x="242255" y="275295"/>
                  </a:lnTo>
                  <a:lnTo>
                    <a:pt x="275295" y="242255"/>
                  </a:lnTo>
                  <a:lnTo>
                    <a:pt x="296997" y="200436"/>
                  </a:lnTo>
                  <a:lnTo>
                    <a:pt x="304800" y="1524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5680849" y="2963294"/>
              <a:ext cx="304800" cy="304800"/>
            </a:xfrm>
            <a:custGeom>
              <a:avLst/>
              <a:gdLst/>
              <a:ahLst/>
              <a:cxnLst/>
              <a:rect l="l" t="t" r="r" b="b"/>
              <a:pathLst>
                <a:path w="304800" h="304800">
                  <a:moveTo>
                    <a:pt x="304800" y="152400"/>
                  </a:moveTo>
                  <a:lnTo>
                    <a:pt x="296997" y="104070"/>
                  </a:lnTo>
                  <a:lnTo>
                    <a:pt x="275295" y="62215"/>
                  </a:lnTo>
                  <a:lnTo>
                    <a:pt x="242255" y="29285"/>
                  </a:lnTo>
                  <a:lnTo>
                    <a:pt x="200436" y="7729"/>
                  </a:lnTo>
                  <a:lnTo>
                    <a:pt x="152400" y="0"/>
                  </a:lnTo>
                  <a:lnTo>
                    <a:pt x="104070" y="7729"/>
                  </a:lnTo>
                  <a:lnTo>
                    <a:pt x="62215" y="29285"/>
                  </a:lnTo>
                  <a:lnTo>
                    <a:pt x="29285" y="62215"/>
                  </a:lnTo>
                  <a:lnTo>
                    <a:pt x="7729" y="104070"/>
                  </a:lnTo>
                  <a:lnTo>
                    <a:pt x="0" y="152400"/>
                  </a:lnTo>
                  <a:lnTo>
                    <a:pt x="7729" y="200436"/>
                  </a:lnTo>
                  <a:lnTo>
                    <a:pt x="29285" y="242255"/>
                  </a:lnTo>
                  <a:lnTo>
                    <a:pt x="62215" y="275295"/>
                  </a:lnTo>
                  <a:lnTo>
                    <a:pt x="104070" y="296997"/>
                  </a:lnTo>
                  <a:lnTo>
                    <a:pt x="152400" y="304800"/>
                  </a:lnTo>
                  <a:lnTo>
                    <a:pt x="200436" y="296997"/>
                  </a:lnTo>
                  <a:lnTo>
                    <a:pt x="242255" y="275295"/>
                  </a:lnTo>
                  <a:lnTo>
                    <a:pt x="275295" y="242255"/>
                  </a:lnTo>
                  <a:lnTo>
                    <a:pt x="296997" y="200436"/>
                  </a:lnTo>
                  <a:lnTo>
                    <a:pt x="304800" y="152400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5985649" y="2963294"/>
              <a:ext cx="304800" cy="304800"/>
            </a:xfrm>
            <a:custGeom>
              <a:avLst/>
              <a:gdLst/>
              <a:ahLst/>
              <a:cxnLst/>
              <a:rect l="l" t="t" r="r" b="b"/>
              <a:pathLst>
                <a:path w="304800" h="304800">
                  <a:moveTo>
                    <a:pt x="304800" y="152400"/>
                  </a:moveTo>
                  <a:lnTo>
                    <a:pt x="296997" y="104070"/>
                  </a:lnTo>
                  <a:lnTo>
                    <a:pt x="275295" y="62215"/>
                  </a:lnTo>
                  <a:lnTo>
                    <a:pt x="242255" y="29285"/>
                  </a:lnTo>
                  <a:lnTo>
                    <a:pt x="200436" y="7729"/>
                  </a:lnTo>
                  <a:lnTo>
                    <a:pt x="152400" y="0"/>
                  </a:lnTo>
                  <a:lnTo>
                    <a:pt x="104070" y="7729"/>
                  </a:lnTo>
                  <a:lnTo>
                    <a:pt x="62215" y="29285"/>
                  </a:lnTo>
                  <a:lnTo>
                    <a:pt x="29285" y="62215"/>
                  </a:lnTo>
                  <a:lnTo>
                    <a:pt x="7729" y="104070"/>
                  </a:lnTo>
                  <a:lnTo>
                    <a:pt x="0" y="152400"/>
                  </a:lnTo>
                  <a:lnTo>
                    <a:pt x="7729" y="200436"/>
                  </a:lnTo>
                  <a:lnTo>
                    <a:pt x="29285" y="242255"/>
                  </a:lnTo>
                  <a:lnTo>
                    <a:pt x="62215" y="275295"/>
                  </a:lnTo>
                  <a:lnTo>
                    <a:pt x="104070" y="296997"/>
                  </a:lnTo>
                  <a:lnTo>
                    <a:pt x="152400" y="304800"/>
                  </a:lnTo>
                  <a:lnTo>
                    <a:pt x="200436" y="296997"/>
                  </a:lnTo>
                  <a:lnTo>
                    <a:pt x="242255" y="275295"/>
                  </a:lnTo>
                  <a:lnTo>
                    <a:pt x="275295" y="242255"/>
                  </a:lnTo>
                  <a:lnTo>
                    <a:pt x="296997" y="200436"/>
                  </a:lnTo>
                  <a:lnTo>
                    <a:pt x="304800" y="1524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985649" y="2963294"/>
              <a:ext cx="304800" cy="304800"/>
            </a:xfrm>
            <a:custGeom>
              <a:avLst/>
              <a:gdLst/>
              <a:ahLst/>
              <a:cxnLst/>
              <a:rect l="l" t="t" r="r" b="b"/>
              <a:pathLst>
                <a:path w="304800" h="304800">
                  <a:moveTo>
                    <a:pt x="304800" y="152400"/>
                  </a:moveTo>
                  <a:lnTo>
                    <a:pt x="296997" y="104070"/>
                  </a:lnTo>
                  <a:lnTo>
                    <a:pt x="275295" y="62215"/>
                  </a:lnTo>
                  <a:lnTo>
                    <a:pt x="242255" y="29285"/>
                  </a:lnTo>
                  <a:lnTo>
                    <a:pt x="200436" y="7729"/>
                  </a:lnTo>
                  <a:lnTo>
                    <a:pt x="152400" y="0"/>
                  </a:lnTo>
                  <a:lnTo>
                    <a:pt x="104070" y="7729"/>
                  </a:lnTo>
                  <a:lnTo>
                    <a:pt x="62215" y="29285"/>
                  </a:lnTo>
                  <a:lnTo>
                    <a:pt x="29285" y="62215"/>
                  </a:lnTo>
                  <a:lnTo>
                    <a:pt x="7729" y="104070"/>
                  </a:lnTo>
                  <a:lnTo>
                    <a:pt x="0" y="152400"/>
                  </a:lnTo>
                  <a:lnTo>
                    <a:pt x="7729" y="200436"/>
                  </a:lnTo>
                  <a:lnTo>
                    <a:pt x="29285" y="242255"/>
                  </a:lnTo>
                  <a:lnTo>
                    <a:pt x="62215" y="275295"/>
                  </a:lnTo>
                  <a:lnTo>
                    <a:pt x="104070" y="296997"/>
                  </a:lnTo>
                  <a:lnTo>
                    <a:pt x="152400" y="304800"/>
                  </a:lnTo>
                  <a:lnTo>
                    <a:pt x="200436" y="296997"/>
                  </a:lnTo>
                  <a:lnTo>
                    <a:pt x="242255" y="275295"/>
                  </a:lnTo>
                  <a:lnTo>
                    <a:pt x="275295" y="242255"/>
                  </a:lnTo>
                  <a:lnTo>
                    <a:pt x="296997" y="200436"/>
                  </a:lnTo>
                  <a:lnTo>
                    <a:pt x="304800" y="152400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" name="object 78"/>
          <p:cNvSpPr txBox="1"/>
          <p:nvPr/>
        </p:nvSpPr>
        <p:spPr>
          <a:xfrm>
            <a:off x="5742578" y="3000886"/>
            <a:ext cx="47815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575" b="1" spc="-434" baseline="2645" dirty="0">
                <a:solidFill>
                  <a:srgbClr val="797979"/>
                </a:solidFill>
                <a:latin typeface="Arial"/>
                <a:cs typeface="Arial"/>
              </a:rPr>
              <a:t>Г</a:t>
            </a:r>
            <a:r>
              <a:rPr sz="1200" b="1" spc="-290" dirty="0">
                <a:solidFill>
                  <a:srgbClr val="FF0065"/>
                </a:solidFill>
                <a:latin typeface="Calibri"/>
                <a:cs typeface="Calibri"/>
              </a:rPr>
              <a:t>Г</a:t>
            </a:r>
            <a:r>
              <a:rPr sz="1575" b="1" spc="-434" baseline="2645" dirty="0">
                <a:solidFill>
                  <a:srgbClr val="797979"/>
                </a:solidFill>
                <a:latin typeface="Arial"/>
                <a:cs typeface="Arial"/>
              </a:rPr>
              <a:t>Е</a:t>
            </a:r>
            <a:r>
              <a:rPr sz="1200" b="1" spc="-290" dirty="0">
                <a:solidFill>
                  <a:srgbClr val="FF0065"/>
                </a:solidFill>
                <a:latin typeface="Calibri"/>
                <a:cs typeface="Calibri"/>
              </a:rPr>
              <a:t>Е</a:t>
            </a:r>
            <a:r>
              <a:rPr sz="1200" b="1" spc="650" dirty="0">
                <a:solidFill>
                  <a:srgbClr val="FF0065"/>
                </a:solidFill>
                <a:latin typeface="Calibri"/>
                <a:cs typeface="Calibri"/>
              </a:rPr>
              <a:t> </a:t>
            </a:r>
            <a:r>
              <a:rPr sz="1575" b="1" spc="-382" baseline="2645" dirty="0">
                <a:solidFill>
                  <a:srgbClr val="797979"/>
                </a:solidFill>
                <a:latin typeface="Arial"/>
                <a:cs typeface="Arial"/>
              </a:rPr>
              <a:t>Г</a:t>
            </a:r>
            <a:r>
              <a:rPr sz="1200" b="1" spc="-254" dirty="0">
                <a:solidFill>
                  <a:srgbClr val="FF0065"/>
                </a:solidFill>
                <a:latin typeface="Calibri"/>
                <a:cs typeface="Calibri"/>
              </a:rPr>
              <a:t>Г</a:t>
            </a:r>
            <a:r>
              <a:rPr sz="1575" b="1" spc="-382" baseline="2645" dirty="0">
                <a:solidFill>
                  <a:srgbClr val="797979"/>
                </a:solidFill>
                <a:latin typeface="Arial"/>
                <a:cs typeface="Arial"/>
              </a:rPr>
              <a:t>Е</a:t>
            </a:r>
            <a:r>
              <a:rPr sz="1200" b="1" spc="-254" dirty="0">
                <a:solidFill>
                  <a:srgbClr val="FF0065"/>
                </a:solidFill>
                <a:latin typeface="Calibri"/>
                <a:cs typeface="Calibri"/>
              </a:rPr>
              <a:t>Е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79" name="object 79"/>
          <p:cNvGrpSpPr/>
          <p:nvPr/>
        </p:nvGrpSpPr>
        <p:grpSpPr>
          <a:xfrm>
            <a:off x="6414668" y="2944244"/>
            <a:ext cx="647700" cy="342900"/>
            <a:chOff x="6414668" y="2944244"/>
            <a:chExt cx="647700" cy="342900"/>
          </a:xfrm>
        </p:grpSpPr>
        <p:sp>
          <p:nvSpPr>
            <p:cNvPr id="80" name="object 80"/>
            <p:cNvSpPr/>
            <p:nvPr/>
          </p:nvSpPr>
          <p:spPr>
            <a:xfrm>
              <a:off x="6433718" y="2963294"/>
              <a:ext cx="304800" cy="304800"/>
            </a:xfrm>
            <a:custGeom>
              <a:avLst/>
              <a:gdLst/>
              <a:ahLst/>
              <a:cxnLst/>
              <a:rect l="l" t="t" r="r" b="b"/>
              <a:pathLst>
                <a:path w="304800" h="304800">
                  <a:moveTo>
                    <a:pt x="304800" y="152400"/>
                  </a:moveTo>
                  <a:lnTo>
                    <a:pt x="296997" y="104070"/>
                  </a:lnTo>
                  <a:lnTo>
                    <a:pt x="275295" y="62215"/>
                  </a:lnTo>
                  <a:lnTo>
                    <a:pt x="242255" y="29285"/>
                  </a:lnTo>
                  <a:lnTo>
                    <a:pt x="200436" y="7729"/>
                  </a:lnTo>
                  <a:lnTo>
                    <a:pt x="152400" y="0"/>
                  </a:lnTo>
                  <a:lnTo>
                    <a:pt x="104070" y="7729"/>
                  </a:lnTo>
                  <a:lnTo>
                    <a:pt x="62215" y="29285"/>
                  </a:lnTo>
                  <a:lnTo>
                    <a:pt x="29285" y="62215"/>
                  </a:lnTo>
                  <a:lnTo>
                    <a:pt x="7729" y="104070"/>
                  </a:lnTo>
                  <a:lnTo>
                    <a:pt x="0" y="152400"/>
                  </a:lnTo>
                  <a:lnTo>
                    <a:pt x="7729" y="200436"/>
                  </a:lnTo>
                  <a:lnTo>
                    <a:pt x="29285" y="242255"/>
                  </a:lnTo>
                  <a:lnTo>
                    <a:pt x="62215" y="275295"/>
                  </a:lnTo>
                  <a:lnTo>
                    <a:pt x="104070" y="296997"/>
                  </a:lnTo>
                  <a:lnTo>
                    <a:pt x="152400" y="304800"/>
                  </a:lnTo>
                  <a:lnTo>
                    <a:pt x="200436" y="296997"/>
                  </a:lnTo>
                  <a:lnTo>
                    <a:pt x="242255" y="275295"/>
                  </a:lnTo>
                  <a:lnTo>
                    <a:pt x="275295" y="242255"/>
                  </a:lnTo>
                  <a:lnTo>
                    <a:pt x="296997" y="200436"/>
                  </a:lnTo>
                  <a:lnTo>
                    <a:pt x="304800" y="1524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6433718" y="2963294"/>
              <a:ext cx="304800" cy="304800"/>
            </a:xfrm>
            <a:custGeom>
              <a:avLst/>
              <a:gdLst/>
              <a:ahLst/>
              <a:cxnLst/>
              <a:rect l="l" t="t" r="r" b="b"/>
              <a:pathLst>
                <a:path w="304800" h="304800">
                  <a:moveTo>
                    <a:pt x="304800" y="152400"/>
                  </a:moveTo>
                  <a:lnTo>
                    <a:pt x="296997" y="104070"/>
                  </a:lnTo>
                  <a:lnTo>
                    <a:pt x="275295" y="62215"/>
                  </a:lnTo>
                  <a:lnTo>
                    <a:pt x="242255" y="29285"/>
                  </a:lnTo>
                  <a:lnTo>
                    <a:pt x="200436" y="7729"/>
                  </a:lnTo>
                  <a:lnTo>
                    <a:pt x="152400" y="0"/>
                  </a:lnTo>
                  <a:lnTo>
                    <a:pt x="104070" y="7729"/>
                  </a:lnTo>
                  <a:lnTo>
                    <a:pt x="62215" y="29285"/>
                  </a:lnTo>
                  <a:lnTo>
                    <a:pt x="29285" y="62215"/>
                  </a:lnTo>
                  <a:lnTo>
                    <a:pt x="7729" y="104070"/>
                  </a:lnTo>
                  <a:lnTo>
                    <a:pt x="0" y="152400"/>
                  </a:lnTo>
                  <a:lnTo>
                    <a:pt x="7729" y="200436"/>
                  </a:lnTo>
                  <a:lnTo>
                    <a:pt x="29285" y="242255"/>
                  </a:lnTo>
                  <a:lnTo>
                    <a:pt x="62215" y="275295"/>
                  </a:lnTo>
                  <a:lnTo>
                    <a:pt x="104070" y="296997"/>
                  </a:lnTo>
                  <a:lnTo>
                    <a:pt x="152400" y="304800"/>
                  </a:lnTo>
                  <a:lnTo>
                    <a:pt x="200436" y="296997"/>
                  </a:lnTo>
                  <a:lnTo>
                    <a:pt x="242255" y="275295"/>
                  </a:lnTo>
                  <a:lnTo>
                    <a:pt x="275295" y="242255"/>
                  </a:lnTo>
                  <a:lnTo>
                    <a:pt x="296997" y="200436"/>
                  </a:lnTo>
                  <a:lnTo>
                    <a:pt x="304800" y="152400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6738518" y="2963294"/>
              <a:ext cx="304800" cy="304800"/>
            </a:xfrm>
            <a:custGeom>
              <a:avLst/>
              <a:gdLst/>
              <a:ahLst/>
              <a:cxnLst/>
              <a:rect l="l" t="t" r="r" b="b"/>
              <a:pathLst>
                <a:path w="304800" h="304800">
                  <a:moveTo>
                    <a:pt x="304800" y="152400"/>
                  </a:moveTo>
                  <a:lnTo>
                    <a:pt x="296997" y="104070"/>
                  </a:lnTo>
                  <a:lnTo>
                    <a:pt x="275295" y="62215"/>
                  </a:lnTo>
                  <a:lnTo>
                    <a:pt x="242255" y="29285"/>
                  </a:lnTo>
                  <a:lnTo>
                    <a:pt x="200436" y="7729"/>
                  </a:lnTo>
                  <a:lnTo>
                    <a:pt x="152400" y="0"/>
                  </a:lnTo>
                  <a:lnTo>
                    <a:pt x="104070" y="7729"/>
                  </a:lnTo>
                  <a:lnTo>
                    <a:pt x="62215" y="29285"/>
                  </a:lnTo>
                  <a:lnTo>
                    <a:pt x="29285" y="62215"/>
                  </a:lnTo>
                  <a:lnTo>
                    <a:pt x="7729" y="104070"/>
                  </a:lnTo>
                  <a:lnTo>
                    <a:pt x="0" y="152400"/>
                  </a:lnTo>
                  <a:lnTo>
                    <a:pt x="7729" y="200436"/>
                  </a:lnTo>
                  <a:lnTo>
                    <a:pt x="29285" y="242255"/>
                  </a:lnTo>
                  <a:lnTo>
                    <a:pt x="62215" y="275295"/>
                  </a:lnTo>
                  <a:lnTo>
                    <a:pt x="104070" y="296997"/>
                  </a:lnTo>
                  <a:lnTo>
                    <a:pt x="152400" y="304800"/>
                  </a:lnTo>
                  <a:lnTo>
                    <a:pt x="200436" y="296997"/>
                  </a:lnTo>
                  <a:lnTo>
                    <a:pt x="242255" y="275295"/>
                  </a:lnTo>
                  <a:lnTo>
                    <a:pt x="275295" y="242255"/>
                  </a:lnTo>
                  <a:lnTo>
                    <a:pt x="296997" y="200436"/>
                  </a:lnTo>
                  <a:lnTo>
                    <a:pt x="304800" y="1524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6738518" y="2963294"/>
              <a:ext cx="304800" cy="304800"/>
            </a:xfrm>
            <a:custGeom>
              <a:avLst/>
              <a:gdLst/>
              <a:ahLst/>
              <a:cxnLst/>
              <a:rect l="l" t="t" r="r" b="b"/>
              <a:pathLst>
                <a:path w="304800" h="304800">
                  <a:moveTo>
                    <a:pt x="304800" y="152400"/>
                  </a:moveTo>
                  <a:lnTo>
                    <a:pt x="296997" y="104070"/>
                  </a:lnTo>
                  <a:lnTo>
                    <a:pt x="275295" y="62215"/>
                  </a:lnTo>
                  <a:lnTo>
                    <a:pt x="242255" y="29285"/>
                  </a:lnTo>
                  <a:lnTo>
                    <a:pt x="200436" y="7729"/>
                  </a:lnTo>
                  <a:lnTo>
                    <a:pt x="152400" y="0"/>
                  </a:lnTo>
                  <a:lnTo>
                    <a:pt x="104070" y="7729"/>
                  </a:lnTo>
                  <a:lnTo>
                    <a:pt x="62215" y="29285"/>
                  </a:lnTo>
                  <a:lnTo>
                    <a:pt x="29285" y="62215"/>
                  </a:lnTo>
                  <a:lnTo>
                    <a:pt x="7729" y="104070"/>
                  </a:lnTo>
                  <a:lnTo>
                    <a:pt x="0" y="152400"/>
                  </a:lnTo>
                  <a:lnTo>
                    <a:pt x="7729" y="200436"/>
                  </a:lnTo>
                  <a:lnTo>
                    <a:pt x="29285" y="242255"/>
                  </a:lnTo>
                  <a:lnTo>
                    <a:pt x="62215" y="275295"/>
                  </a:lnTo>
                  <a:lnTo>
                    <a:pt x="104070" y="296997"/>
                  </a:lnTo>
                  <a:lnTo>
                    <a:pt x="152400" y="304800"/>
                  </a:lnTo>
                  <a:lnTo>
                    <a:pt x="200436" y="296997"/>
                  </a:lnTo>
                  <a:lnTo>
                    <a:pt x="242255" y="275295"/>
                  </a:lnTo>
                  <a:lnTo>
                    <a:pt x="275295" y="242255"/>
                  </a:lnTo>
                  <a:lnTo>
                    <a:pt x="296997" y="200436"/>
                  </a:lnTo>
                  <a:lnTo>
                    <a:pt x="304800" y="152400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4" name="object 84"/>
          <p:cNvSpPr txBox="1"/>
          <p:nvPr/>
        </p:nvSpPr>
        <p:spPr>
          <a:xfrm>
            <a:off x="6514483" y="3000886"/>
            <a:ext cx="45910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575" b="1" spc="-397" baseline="2645" dirty="0">
                <a:solidFill>
                  <a:srgbClr val="797979"/>
                </a:solidFill>
                <a:latin typeface="Arial"/>
                <a:cs typeface="Arial"/>
              </a:rPr>
              <a:t>Г</a:t>
            </a:r>
            <a:r>
              <a:rPr sz="1200" b="1" spc="-265" dirty="0">
                <a:solidFill>
                  <a:srgbClr val="FF0065"/>
                </a:solidFill>
                <a:latin typeface="Calibri"/>
                <a:cs typeface="Calibri"/>
              </a:rPr>
              <a:t>ГЕ</a:t>
            </a:r>
            <a:r>
              <a:rPr sz="1575" b="1" spc="-397" baseline="2645" dirty="0">
                <a:solidFill>
                  <a:srgbClr val="797979"/>
                </a:solidFill>
                <a:latin typeface="Arial"/>
                <a:cs typeface="Arial"/>
              </a:rPr>
              <a:t>Е</a:t>
            </a:r>
            <a:r>
              <a:rPr sz="1575" b="1" spc="765" baseline="2645" dirty="0">
                <a:solidFill>
                  <a:srgbClr val="797979"/>
                </a:solidFill>
                <a:latin typeface="Arial"/>
                <a:cs typeface="Arial"/>
              </a:rPr>
              <a:t> </a:t>
            </a:r>
            <a:r>
              <a:rPr sz="1575" b="1" spc="-434" baseline="2645" dirty="0">
                <a:solidFill>
                  <a:srgbClr val="797979"/>
                </a:solidFill>
                <a:latin typeface="Arial"/>
                <a:cs typeface="Arial"/>
              </a:rPr>
              <a:t>Г</a:t>
            </a:r>
            <a:r>
              <a:rPr sz="1200" b="1" spc="-290" dirty="0">
                <a:solidFill>
                  <a:srgbClr val="FF0065"/>
                </a:solidFill>
                <a:latin typeface="Calibri"/>
                <a:cs typeface="Calibri"/>
              </a:rPr>
              <a:t>Г</a:t>
            </a:r>
            <a:r>
              <a:rPr sz="1575" b="1" spc="-434" baseline="2645" dirty="0">
                <a:solidFill>
                  <a:srgbClr val="797979"/>
                </a:solidFill>
                <a:latin typeface="Arial"/>
                <a:cs typeface="Arial"/>
              </a:rPr>
              <a:t>Е</a:t>
            </a:r>
            <a:r>
              <a:rPr sz="1200" b="1" spc="-290" dirty="0">
                <a:solidFill>
                  <a:srgbClr val="FF0065"/>
                </a:solidFill>
                <a:latin typeface="Calibri"/>
                <a:cs typeface="Calibri"/>
              </a:rPr>
              <a:t>Е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6" name="object 8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191770">
              <a:lnSpc>
                <a:spcPct val="100000"/>
              </a:lnSpc>
              <a:spcBef>
                <a:spcPts val="345"/>
              </a:spcBef>
            </a:pPr>
            <a:fld id="{81D60167-4931-47E6-BA6A-407CBD079E47}" type="slidenum">
              <a:rPr spc="-5" dirty="0"/>
              <a:t>41</a:t>
            </a:fld>
            <a:endParaRPr spc="-5" dirty="0"/>
          </a:p>
        </p:txBody>
      </p:sp>
      <p:graphicFrame>
        <p:nvGraphicFramePr>
          <p:cNvPr id="85" name="object 85"/>
          <p:cNvGraphicFramePr>
            <a:graphicFrameLocks noGrp="1"/>
          </p:cNvGraphicFramePr>
          <p:nvPr/>
        </p:nvGraphicFramePr>
        <p:xfrm>
          <a:off x="232943" y="4815335"/>
          <a:ext cx="3670935" cy="155904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0195"/>
                <a:gridCol w="2476500"/>
                <a:gridCol w="904240"/>
              </a:tblGrid>
              <a:tr h="339851">
                <a:tc gridSpan="2">
                  <a:txBody>
                    <a:bodyPr/>
                    <a:lstStyle/>
                    <a:p>
                      <a:pPr marL="38417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1400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Наименование</a:t>
                      </a:r>
                      <a:r>
                        <a:rPr sz="1400" spc="-25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параметра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52705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1400" spc="-5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Значение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52705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N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19050">
                      <a:solidFill>
                        <a:srgbClr val="0033CC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Количество</a:t>
                      </a:r>
                      <a:r>
                        <a:rPr sz="1400" spc="-1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на блок, шт.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33CC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4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P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19050">
                      <a:solidFill>
                        <a:srgbClr val="0033CC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Ном.</a:t>
                      </a:r>
                      <a:r>
                        <a:rPr sz="1400" spc="-2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давление,</a:t>
                      </a:r>
                      <a:r>
                        <a:rPr sz="1400" spc="-2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МПа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33CC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5,9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</a:tr>
              <a:tr h="304799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C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19050">
                      <a:solidFill>
                        <a:srgbClr val="0033CC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Концентрация</a:t>
                      </a:r>
                      <a:r>
                        <a:rPr sz="1400" spc="-1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Н</a:t>
                      </a:r>
                      <a:r>
                        <a:rPr sz="1350" spc="-7" baseline="-24691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3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ВО</a:t>
                      </a:r>
                      <a:r>
                        <a:rPr sz="1350" spc="-7" baseline="-24691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3</a:t>
                      </a:r>
                      <a:r>
                        <a:rPr sz="1350" spc="142" baseline="-24691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, г/кг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33CC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16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</a:tr>
              <a:tr h="304799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V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19050">
                      <a:solidFill>
                        <a:srgbClr val="0033CC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Объем</a:t>
                      </a:r>
                      <a:r>
                        <a:rPr sz="1400" spc="-1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емкости/раствора,</a:t>
                      </a:r>
                      <a:r>
                        <a:rPr sz="1400" spc="-1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м</a:t>
                      </a:r>
                      <a:r>
                        <a:rPr sz="1350" spc="-7" baseline="24691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1350" baseline="24691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33CC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60</a:t>
                      </a:r>
                      <a:r>
                        <a:rPr sz="1400" spc="-2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/</a:t>
                      </a:r>
                      <a:r>
                        <a:rPr sz="1400" spc="-3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1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50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1461" y="410923"/>
            <a:ext cx="8490255" cy="6428665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3861765" y="1191454"/>
            <a:ext cx="4743450" cy="5200650"/>
            <a:chOff x="3861765" y="1191454"/>
            <a:chExt cx="4743450" cy="5200650"/>
          </a:xfrm>
        </p:grpSpPr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871112" y="1200788"/>
              <a:ext cx="4724400" cy="518160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3866527" y="1196216"/>
              <a:ext cx="4733925" cy="5191125"/>
            </a:xfrm>
            <a:custGeom>
              <a:avLst/>
              <a:gdLst/>
              <a:ahLst/>
              <a:cxnLst/>
              <a:rect l="l" t="t" r="r" b="b"/>
              <a:pathLst>
                <a:path w="4733925" h="5191125">
                  <a:moveTo>
                    <a:pt x="4733544" y="5190744"/>
                  </a:moveTo>
                  <a:lnTo>
                    <a:pt x="4733544" y="0"/>
                  </a:lnTo>
                  <a:lnTo>
                    <a:pt x="0" y="0"/>
                  </a:lnTo>
                  <a:lnTo>
                    <a:pt x="0" y="5190744"/>
                  </a:lnTo>
                  <a:lnTo>
                    <a:pt x="4733544" y="5190744"/>
                  </a:lnTo>
                  <a:close/>
                </a:path>
              </a:pathLst>
            </a:custGeom>
            <a:ln w="9144">
              <a:solidFill>
                <a:srgbClr val="659A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175899" y="2812430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30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30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30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30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30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30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30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30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30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30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30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30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30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30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30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30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30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30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30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30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30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30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30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30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30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30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30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30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30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30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30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30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30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30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30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30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30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30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30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30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30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30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30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30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30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30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30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30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30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30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30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30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30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30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30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30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30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30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30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30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30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30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30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30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30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30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30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30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30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30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30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175899" y="3025790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30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30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30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30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30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30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30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30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30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30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30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30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30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30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30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30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30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30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30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30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30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30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30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30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30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30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30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30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30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30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30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30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30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30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30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30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30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30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30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30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30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30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30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30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30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30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30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30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30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30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30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30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30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30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30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30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30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30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30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30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30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30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30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30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30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30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30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30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30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30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30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175899" y="3239151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175899" y="3452511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175899" y="3665870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175899" y="3879230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175899" y="4092590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175899" y="4305951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175899" y="4519310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175899" y="4732671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175899" y="4946030"/>
              <a:ext cx="2000250" cy="71120"/>
            </a:xfrm>
            <a:custGeom>
              <a:avLst/>
              <a:gdLst/>
              <a:ahLst/>
              <a:cxnLst/>
              <a:rect l="l" t="t" r="r" b="b"/>
              <a:pathLst>
                <a:path w="2000250" h="71120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71120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71120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71120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71120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71120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71120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71120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71120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71120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71120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71120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71120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71120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71120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71120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71120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71120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71120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71120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71120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71120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71120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71120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6227203" y="2812430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30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30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30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30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30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30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30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30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30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30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30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30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30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30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30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30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30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30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30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30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30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30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30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30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30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30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30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30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30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30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30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30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30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30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30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30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30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30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30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30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30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30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30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30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30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30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30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30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30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30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30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30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30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30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30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30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30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30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30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30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30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30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30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30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30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30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30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30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30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30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30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6227203" y="3025790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30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30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30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30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30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30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30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30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30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30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30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30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30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30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30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30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30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30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30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30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30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30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30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30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30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30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30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30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30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30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30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30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30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30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30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30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30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30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30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30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30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30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30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30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30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30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30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30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30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30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30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30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30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30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30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30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30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30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30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30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30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30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30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30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30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30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30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30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30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30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30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227203" y="3239151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227203" y="3452511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6227203" y="3665870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6227203" y="3879230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6227203" y="4092590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6227203" y="4305951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6227203" y="4519310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6227203" y="4732671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227203" y="4946030"/>
              <a:ext cx="2043430" cy="95250"/>
            </a:xfrm>
            <a:custGeom>
              <a:avLst/>
              <a:gdLst/>
              <a:ahLst/>
              <a:cxnLst/>
              <a:rect l="l" t="t" r="r" b="b"/>
              <a:pathLst>
                <a:path w="2043429" h="95250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95250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95250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95250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95250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95250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95250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95250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95250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95250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95250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95250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95250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95250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95250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95250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95250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95250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95250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95250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95250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95250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95250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95250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95250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95250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95250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95250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95250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95250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95250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95250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175899" y="5089286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175899" y="5302647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175899" y="5516007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175899" y="5729367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175899" y="5942727"/>
              <a:ext cx="2000250" cy="199390"/>
            </a:xfrm>
            <a:custGeom>
              <a:avLst/>
              <a:gdLst/>
              <a:ahLst/>
              <a:cxnLst/>
              <a:rect l="l" t="t" r="r" b="b"/>
              <a:pathLst>
                <a:path w="2000250" h="19938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19938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19938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19938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19938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19938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19938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19938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19938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19938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19938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19938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19938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19938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19938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19938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19938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19938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19938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19938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19938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19938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19938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19938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19938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19938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19938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19938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19938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19938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19938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19938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19938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19938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19938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19938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19938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19938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19938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19938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19938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19938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19938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19938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19938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19938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19938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19938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19938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19938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19938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19938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19938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19938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19938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19938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19938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19938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19938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19938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19938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19938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19938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19938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19938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19938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6227203" y="5086239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6227203" y="5299598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6227203" y="5512959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6227203" y="5726318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6227203" y="5939679"/>
              <a:ext cx="2043430" cy="186690"/>
            </a:xfrm>
            <a:custGeom>
              <a:avLst/>
              <a:gdLst/>
              <a:ahLst/>
              <a:cxnLst/>
              <a:rect l="l" t="t" r="r" b="b"/>
              <a:pathLst>
                <a:path w="2043429" h="18668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18668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18668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18668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18668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18668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18668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18668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18668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18668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18668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18668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18668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18668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18668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18668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18668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18668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18668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18668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18668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18668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18668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18668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18668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18668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18668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18668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18668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18668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18668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18668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18668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18668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18668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18668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18668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18668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18668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18668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18668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18668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18668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18668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18668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18668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18668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18668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18668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18668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18668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18668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18668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18668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18668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18668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18668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18668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18668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18668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18668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18668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479188" y="4996310"/>
              <a:ext cx="280670" cy="280035"/>
            </a:xfrm>
            <a:custGeom>
              <a:avLst/>
              <a:gdLst/>
              <a:ahLst/>
              <a:cxnLst/>
              <a:rect l="l" t="t" r="r" b="b"/>
              <a:pathLst>
                <a:path w="280670" h="280035">
                  <a:moveTo>
                    <a:pt x="280415" y="139445"/>
                  </a:moveTo>
                  <a:lnTo>
                    <a:pt x="273222" y="95390"/>
                  </a:lnTo>
                  <a:lnTo>
                    <a:pt x="253227" y="57113"/>
                  </a:lnTo>
                  <a:lnTo>
                    <a:pt x="222808" y="26919"/>
                  </a:lnTo>
                  <a:lnTo>
                    <a:pt x="184343" y="7114"/>
                  </a:lnTo>
                  <a:lnTo>
                    <a:pt x="140207" y="0"/>
                  </a:lnTo>
                  <a:lnTo>
                    <a:pt x="95780" y="7114"/>
                  </a:lnTo>
                  <a:lnTo>
                    <a:pt x="57278" y="26919"/>
                  </a:lnTo>
                  <a:lnTo>
                    <a:pt x="26968" y="57113"/>
                  </a:lnTo>
                  <a:lnTo>
                    <a:pt x="7120" y="95390"/>
                  </a:lnTo>
                  <a:lnTo>
                    <a:pt x="0" y="139445"/>
                  </a:lnTo>
                  <a:lnTo>
                    <a:pt x="7120" y="183873"/>
                  </a:lnTo>
                  <a:lnTo>
                    <a:pt x="26968" y="222375"/>
                  </a:lnTo>
                  <a:lnTo>
                    <a:pt x="57278" y="252685"/>
                  </a:lnTo>
                  <a:lnTo>
                    <a:pt x="95780" y="272533"/>
                  </a:lnTo>
                  <a:lnTo>
                    <a:pt x="140207" y="279653"/>
                  </a:lnTo>
                  <a:lnTo>
                    <a:pt x="184343" y="272533"/>
                  </a:lnTo>
                  <a:lnTo>
                    <a:pt x="222808" y="252685"/>
                  </a:lnTo>
                  <a:lnTo>
                    <a:pt x="253227" y="222375"/>
                  </a:lnTo>
                  <a:lnTo>
                    <a:pt x="273222" y="183873"/>
                  </a:lnTo>
                  <a:lnTo>
                    <a:pt x="280415" y="13944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479188" y="4996310"/>
              <a:ext cx="280670" cy="280035"/>
            </a:xfrm>
            <a:custGeom>
              <a:avLst/>
              <a:gdLst/>
              <a:ahLst/>
              <a:cxnLst/>
              <a:rect l="l" t="t" r="r" b="b"/>
              <a:pathLst>
                <a:path w="280670" h="280035">
                  <a:moveTo>
                    <a:pt x="280415" y="139445"/>
                  </a:moveTo>
                  <a:lnTo>
                    <a:pt x="273222" y="95390"/>
                  </a:lnTo>
                  <a:lnTo>
                    <a:pt x="253227" y="57113"/>
                  </a:lnTo>
                  <a:lnTo>
                    <a:pt x="222808" y="26919"/>
                  </a:lnTo>
                  <a:lnTo>
                    <a:pt x="184343" y="7114"/>
                  </a:lnTo>
                  <a:lnTo>
                    <a:pt x="140207" y="0"/>
                  </a:lnTo>
                  <a:lnTo>
                    <a:pt x="95780" y="7114"/>
                  </a:lnTo>
                  <a:lnTo>
                    <a:pt x="57278" y="26919"/>
                  </a:lnTo>
                  <a:lnTo>
                    <a:pt x="26968" y="57113"/>
                  </a:lnTo>
                  <a:lnTo>
                    <a:pt x="7120" y="95390"/>
                  </a:lnTo>
                  <a:lnTo>
                    <a:pt x="0" y="139445"/>
                  </a:lnTo>
                  <a:lnTo>
                    <a:pt x="7120" y="183873"/>
                  </a:lnTo>
                  <a:lnTo>
                    <a:pt x="26968" y="222375"/>
                  </a:lnTo>
                  <a:lnTo>
                    <a:pt x="57278" y="252685"/>
                  </a:lnTo>
                  <a:lnTo>
                    <a:pt x="95780" y="272533"/>
                  </a:lnTo>
                  <a:lnTo>
                    <a:pt x="140207" y="279653"/>
                  </a:lnTo>
                  <a:lnTo>
                    <a:pt x="184343" y="272533"/>
                  </a:lnTo>
                  <a:lnTo>
                    <a:pt x="222808" y="252685"/>
                  </a:lnTo>
                  <a:lnTo>
                    <a:pt x="253227" y="222375"/>
                  </a:lnTo>
                  <a:lnTo>
                    <a:pt x="273222" y="183873"/>
                  </a:lnTo>
                  <a:lnTo>
                    <a:pt x="280415" y="139445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 txBox="1"/>
          <p:nvPr/>
        </p:nvSpPr>
        <p:spPr>
          <a:xfrm>
            <a:off x="4568335" y="5006007"/>
            <a:ext cx="108585" cy="231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350" b="1" dirty="0">
                <a:solidFill>
                  <a:srgbClr val="797979"/>
                </a:solidFill>
                <a:latin typeface="Arial"/>
                <a:cs typeface="Arial"/>
              </a:rPr>
              <a:t>3</a:t>
            </a:r>
            <a:endParaRPr sz="1350">
              <a:latin typeface="Arial"/>
              <a:cs typeface="Arial"/>
            </a:endParaRPr>
          </a:p>
        </p:txBody>
      </p:sp>
      <p:grpSp>
        <p:nvGrpSpPr>
          <p:cNvPr id="41" name="object 41"/>
          <p:cNvGrpSpPr/>
          <p:nvPr/>
        </p:nvGrpSpPr>
        <p:grpSpPr>
          <a:xfrm>
            <a:off x="4476331" y="4320607"/>
            <a:ext cx="286385" cy="286385"/>
            <a:chOff x="4476331" y="4320607"/>
            <a:chExt cx="286385" cy="286385"/>
          </a:xfrm>
        </p:grpSpPr>
        <p:sp>
          <p:nvSpPr>
            <p:cNvPr id="42" name="object 42"/>
            <p:cNvSpPr/>
            <p:nvPr/>
          </p:nvSpPr>
          <p:spPr>
            <a:xfrm>
              <a:off x="4479188" y="4323464"/>
              <a:ext cx="280670" cy="280670"/>
            </a:xfrm>
            <a:custGeom>
              <a:avLst/>
              <a:gdLst/>
              <a:ahLst/>
              <a:cxnLst/>
              <a:rect l="l" t="t" r="r" b="b"/>
              <a:pathLst>
                <a:path w="280670" h="280670">
                  <a:moveTo>
                    <a:pt x="280415" y="140207"/>
                  </a:moveTo>
                  <a:lnTo>
                    <a:pt x="273222" y="96072"/>
                  </a:lnTo>
                  <a:lnTo>
                    <a:pt x="253227" y="57607"/>
                  </a:lnTo>
                  <a:lnTo>
                    <a:pt x="222808" y="27188"/>
                  </a:lnTo>
                  <a:lnTo>
                    <a:pt x="184343" y="7193"/>
                  </a:lnTo>
                  <a:lnTo>
                    <a:pt x="140207" y="0"/>
                  </a:lnTo>
                  <a:lnTo>
                    <a:pt x="95780" y="7193"/>
                  </a:lnTo>
                  <a:lnTo>
                    <a:pt x="57278" y="27188"/>
                  </a:lnTo>
                  <a:lnTo>
                    <a:pt x="26968" y="57607"/>
                  </a:lnTo>
                  <a:lnTo>
                    <a:pt x="7120" y="96072"/>
                  </a:lnTo>
                  <a:lnTo>
                    <a:pt x="0" y="140207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5"/>
                  </a:lnTo>
                  <a:lnTo>
                    <a:pt x="184343" y="273295"/>
                  </a:lnTo>
                  <a:lnTo>
                    <a:pt x="222808" y="253447"/>
                  </a:lnTo>
                  <a:lnTo>
                    <a:pt x="253227" y="223137"/>
                  </a:lnTo>
                  <a:lnTo>
                    <a:pt x="273222" y="184635"/>
                  </a:lnTo>
                  <a:lnTo>
                    <a:pt x="280415" y="1402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479188" y="4323464"/>
              <a:ext cx="280670" cy="280670"/>
            </a:xfrm>
            <a:custGeom>
              <a:avLst/>
              <a:gdLst/>
              <a:ahLst/>
              <a:cxnLst/>
              <a:rect l="l" t="t" r="r" b="b"/>
              <a:pathLst>
                <a:path w="280670" h="280670">
                  <a:moveTo>
                    <a:pt x="280415" y="140207"/>
                  </a:moveTo>
                  <a:lnTo>
                    <a:pt x="273222" y="96072"/>
                  </a:lnTo>
                  <a:lnTo>
                    <a:pt x="253227" y="57607"/>
                  </a:lnTo>
                  <a:lnTo>
                    <a:pt x="222808" y="27188"/>
                  </a:lnTo>
                  <a:lnTo>
                    <a:pt x="184343" y="7193"/>
                  </a:lnTo>
                  <a:lnTo>
                    <a:pt x="140207" y="0"/>
                  </a:lnTo>
                  <a:lnTo>
                    <a:pt x="95780" y="7193"/>
                  </a:lnTo>
                  <a:lnTo>
                    <a:pt x="57278" y="27188"/>
                  </a:lnTo>
                  <a:lnTo>
                    <a:pt x="26968" y="57607"/>
                  </a:lnTo>
                  <a:lnTo>
                    <a:pt x="7120" y="96072"/>
                  </a:lnTo>
                  <a:lnTo>
                    <a:pt x="0" y="140207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5"/>
                  </a:lnTo>
                  <a:lnTo>
                    <a:pt x="184343" y="273295"/>
                  </a:lnTo>
                  <a:lnTo>
                    <a:pt x="222808" y="253447"/>
                  </a:lnTo>
                  <a:lnTo>
                    <a:pt x="253227" y="223137"/>
                  </a:lnTo>
                  <a:lnTo>
                    <a:pt x="273222" y="184635"/>
                  </a:lnTo>
                  <a:lnTo>
                    <a:pt x="280415" y="140207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" name="object 44"/>
          <p:cNvSpPr txBox="1"/>
          <p:nvPr/>
        </p:nvSpPr>
        <p:spPr>
          <a:xfrm>
            <a:off x="4568335" y="4330875"/>
            <a:ext cx="108585" cy="231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350" b="1" dirty="0">
                <a:solidFill>
                  <a:srgbClr val="797979"/>
                </a:solidFill>
                <a:latin typeface="Arial"/>
                <a:cs typeface="Arial"/>
              </a:rPr>
              <a:t>4</a:t>
            </a:r>
            <a:endParaRPr sz="1350">
              <a:latin typeface="Arial"/>
              <a:cs typeface="Arial"/>
            </a:endParaRPr>
          </a:p>
        </p:txBody>
      </p:sp>
      <p:grpSp>
        <p:nvGrpSpPr>
          <p:cNvPr id="45" name="object 45"/>
          <p:cNvGrpSpPr/>
          <p:nvPr/>
        </p:nvGrpSpPr>
        <p:grpSpPr>
          <a:xfrm>
            <a:off x="5863551" y="4419286"/>
            <a:ext cx="704850" cy="704850"/>
            <a:chOff x="5863551" y="4419286"/>
            <a:chExt cx="704850" cy="704850"/>
          </a:xfrm>
        </p:grpSpPr>
        <p:sp>
          <p:nvSpPr>
            <p:cNvPr id="46" name="object 46"/>
            <p:cNvSpPr/>
            <p:nvPr/>
          </p:nvSpPr>
          <p:spPr>
            <a:xfrm>
              <a:off x="5879744" y="4435478"/>
              <a:ext cx="672465" cy="672465"/>
            </a:xfrm>
            <a:custGeom>
              <a:avLst/>
              <a:gdLst/>
              <a:ahLst/>
              <a:cxnLst/>
              <a:rect l="l" t="t" r="r" b="b"/>
              <a:pathLst>
                <a:path w="672465" h="672464">
                  <a:moveTo>
                    <a:pt x="672084" y="336041"/>
                  </a:moveTo>
                  <a:lnTo>
                    <a:pt x="668430" y="286479"/>
                  </a:lnTo>
                  <a:lnTo>
                    <a:pt x="657821" y="239143"/>
                  </a:lnTo>
                  <a:lnTo>
                    <a:pt x="640782" y="194559"/>
                  </a:lnTo>
                  <a:lnTo>
                    <a:pt x="617838" y="153251"/>
                  </a:lnTo>
                  <a:lnTo>
                    <a:pt x="589514" y="115746"/>
                  </a:lnTo>
                  <a:lnTo>
                    <a:pt x="556337" y="82569"/>
                  </a:lnTo>
                  <a:lnTo>
                    <a:pt x="518832" y="54245"/>
                  </a:lnTo>
                  <a:lnTo>
                    <a:pt x="477524" y="31301"/>
                  </a:lnTo>
                  <a:lnTo>
                    <a:pt x="432940" y="14262"/>
                  </a:lnTo>
                  <a:lnTo>
                    <a:pt x="385604" y="3653"/>
                  </a:lnTo>
                  <a:lnTo>
                    <a:pt x="336042" y="0"/>
                  </a:lnTo>
                  <a:lnTo>
                    <a:pt x="286308" y="3653"/>
                  </a:lnTo>
                  <a:lnTo>
                    <a:pt x="238865" y="14262"/>
                  </a:lnTo>
                  <a:lnTo>
                    <a:pt x="194229" y="31301"/>
                  </a:lnTo>
                  <a:lnTo>
                    <a:pt x="152914" y="54245"/>
                  </a:lnTo>
                  <a:lnTo>
                    <a:pt x="115436" y="82569"/>
                  </a:lnTo>
                  <a:lnTo>
                    <a:pt x="82311" y="115746"/>
                  </a:lnTo>
                  <a:lnTo>
                    <a:pt x="54053" y="153251"/>
                  </a:lnTo>
                  <a:lnTo>
                    <a:pt x="31177" y="194559"/>
                  </a:lnTo>
                  <a:lnTo>
                    <a:pt x="14200" y="239143"/>
                  </a:lnTo>
                  <a:lnTo>
                    <a:pt x="3635" y="286479"/>
                  </a:lnTo>
                  <a:lnTo>
                    <a:pt x="0" y="336041"/>
                  </a:lnTo>
                  <a:lnTo>
                    <a:pt x="3635" y="385775"/>
                  </a:lnTo>
                  <a:lnTo>
                    <a:pt x="14200" y="433218"/>
                  </a:lnTo>
                  <a:lnTo>
                    <a:pt x="31177" y="477854"/>
                  </a:lnTo>
                  <a:lnTo>
                    <a:pt x="54053" y="519169"/>
                  </a:lnTo>
                  <a:lnTo>
                    <a:pt x="82311" y="556647"/>
                  </a:lnTo>
                  <a:lnTo>
                    <a:pt x="115436" y="589772"/>
                  </a:lnTo>
                  <a:lnTo>
                    <a:pt x="152914" y="618030"/>
                  </a:lnTo>
                  <a:lnTo>
                    <a:pt x="194229" y="640906"/>
                  </a:lnTo>
                  <a:lnTo>
                    <a:pt x="238865" y="657883"/>
                  </a:lnTo>
                  <a:lnTo>
                    <a:pt x="286308" y="668448"/>
                  </a:lnTo>
                  <a:lnTo>
                    <a:pt x="336042" y="672083"/>
                  </a:lnTo>
                  <a:lnTo>
                    <a:pt x="385604" y="668448"/>
                  </a:lnTo>
                  <a:lnTo>
                    <a:pt x="432940" y="657883"/>
                  </a:lnTo>
                  <a:lnTo>
                    <a:pt x="477524" y="640906"/>
                  </a:lnTo>
                  <a:lnTo>
                    <a:pt x="518832" y="618030"/>
                  </a:lnTo>
                  <a:lnTo>
                    <a:pt x="556337" y="589772"/>
                  </a:lnTo>
                  <a:lnTo>
                    <a:pt x="589514" y="556647"/>
                  </a:lnTo>
                  <a:lnTo>
                    <a:pt x="617838" y="519169"/>
                  </a:lnTo>
                  <a:lnTo>
                    <a:pt x="640782" y="477854"/>
                  </a:lnTo>
                  <a:lnTo>
                    <a:pt x="657821" y="433218"/>
                  </a:lnTo>
                  <a:lnTo>
                    <a:pt x="668430" y="385775"/>
                  </a:lnTo>
                  <a:lnTo>
                    <a:pt x="672084" y="33604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879744" y="4435478"/>
              <a:ext cx="672465" cy="672465"/>
            </a:xfrm>
            <a:custGeom>
              <a:avLst/>
              <a:gdLst/>
              <a:ahLst/>
              <a:cxnLst/>
              <a:rect l="l" t="t" r="r" b="b"/>
              <a:pathLst>
                <a:path w="672465" h="672464">
                  <a:moveTo>
                    <a:pt x="672084" y="336041"/>
                  </a:moveTo>
                  <a:lnTo>
                    <a:pt x="668430" y="286479"/>
                  </a:lnTo>
                  <a:lnTo>
                    <a:pt x="657821" y="239143"/>
                  </a:lnTo>
                  <a:lnTo>
                    <a:pt x="640782" y="194559"/>
                  </a:lnTo>
                  <a:lnTo>
                    <a:pt x="617838" y="153251"/>
                  </a:lnTo>
                  <a:lnTo>
                    <a:pt x="589514" y="115746"/>
                  </a:lnTo>
                  <a:lnTo>
                    <a:pt x="556337" y="82569"/>
                  </a:lnTo>
                  <a:lnTo>
                    <a:pt x="518832" y="54245"/>
                  </a:lnTo>
                  <a:lnTo>
                    <a:pt x="477524" y="31301"/>
                  </a:lnTo>
                  <a:lnTo>
                    <a:pt x="432940" y="14262"/>
                  </a:lnTo>
                  <a:lnTo>
                    <a:pt x="385604" y="3653"/>
                  </a:lnTo>
                  <a:lnTo>
                    <a:pt x="336042" y="0"/>
                  </a:lnTo>
                  <a:lnTo>
                    <a:pt x="286308" y="3653"/>
                  </a:lnTo>
                  <a:lnTo>
                    <a:pt x="238865" y="14262"/>
                  </a:lnTo>
                  <a:lnTo>
                    <a:pt x="194229" y="31301"/>
                  </a:lnTo>
                  <a:lnTo>
                    <a:pt x="152914" y="54245"/>
                  </a:lnTo>
                  <a:lnTo>
                    <a:pt x="115436" y="82569"/>
                  </a:lnTo>
                  <a:lnTo>
                    <a:pt x="82311" y="115746"/>
                  </a:lnTo>
                  <a:lnTo>
                    <a:pt x="54053" y="153251"/>
                  </a:lnTo>
                  <a:lnTo>
                    <a:pt x="31177" y="194559"/>
                  </a:lnTo>
                  <a:lnTo>
                    <a:pt x="14200" y="239143"/>
                  </a:lnTo>
                  <a:lnTo>
                    <a:pt x="3635" y="286479"/>
                  </a:lnTo>
                  <a:lnTo>
                    <a:pt x="0" y="336041"/>
                  </a:lnTo>
                  <a:lnTo>
                    <a:pt x="3635" y="385775"/>
                  </a:lnTo>
                  <a:lnTo>
                    <a:pt x="14200" y="433218"/>
                  </a:lnTo>
                  <a:lnTo>
                    <a:pt x="31177" y="477854"/>
                  </a:lnTo>
                  <a:lnTo>
                    <a:pt x="54053" y="519169"/>
                  </a:lnTo>
                  <a:lnTo>
                    <a:pt x="82311" y="556647"/>
                  </a:lnTo>
                  <a:lnTo>
                    <a:pt x="115436" y="589772"/>
                  </a:lnTo>
                  <a:lnTo>
                    <a:pt x="152914" y="618030"/>
                  </a:lnTo>
                  <a:lnTo>
                    <a:pt x="194229" y="640906"/>
                  </a:lnTo>
                  <a:lnTo>
                    <a:pt x="238865" y="657883"/>
                  </a:lnTo>
                  <a:lnTo>
                    <a:pt x="286308" y="668448"/>
                  </a:lnTo>
                  <a:lnTo>
                    <a:pt x="336042" y="672083"/>
                  </a:lnTo>
                  <a:lnTo>
                    <a:pt x="385604" y="668448"/>
                  </a:lnTo>
                  <a:lnTo>
                    <a:pt x="432940" y="657883"/>
                  </a:lnTo>
                  <a:lnTo>
                    <a:pt x="477524" y="640906"/>
                  </a:lnTo>
                  <a:lnTo>
                    <a:pt x="518832" y="618030"/>
                  </a:lnTo>
                  <a:lnTo>
                    <a:pt x="556337" y="589772"/>
                  </a:lnTo>
                  <a:lnTo>
                    <a:pt x="589514" y="556647"/>
                  </a:lnTo>
                  <a:lnTo>
                    <a:pt x="617838" y="519169"/>
                  </a:lnTo>
                  <a:lnTo>
                    <a:pt x="640782" y="477854"/>
                  </a:lnTo>
                  <a:lnTo>
                    <a:pt x="657821" y="433218"/>
                  </a:lnTo>
                  <a:lnTo>
                    <a:pt x="668430" y="385775"/>
                  </a:lnTo>
                  <a:lnTo>
                    <a:pt x="672084" y="336041"/>
                  </a:lnTo>
                </a:path>
              </a:pathLst>
            </a:custGeom>
            <a:ln w="32080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991758" y="4547492"/>
              <a:ext cx="448309" cy="448945"/>
            </a:xfrm>
            <a:custGeom>
              <a:avLst/>
              <a:gdLst/>
              <a:ahLst/>
              <a:cxnLst/>
              <a:rect l="l" t="t" r="r" b="b"/>
              <a:pathLst>
                <a:path w="448310" h="448945">
                  <a:moveTo>
                    <a:pt x="448055" y="224027"/>
                  </a:moveTo>
                  <a:lnTo>
                    <a:pt x="443492" y="178959"/>
                  </a:lnTo>
                  <a:lnTo>
                    <a:pt x="430410" y="136945"/>
                  </a:lnTo>
                  <a:lnTo>
                    <a:pt x="409720" y="98896"/>
                  </a:lnTo>
                  <a:lnTo>
                    <a:pt x="382333" y="65722"/>
                  </a:lnTo>
                  <a:lnTo>
                    <a:pt x="349159" y="38335"/>
                  </a:lnTo>
                  <a:lnTo>
                    <a:pt x="311110" y="17645"/>
                  </a:lnTo>
                  <a:lnTo>
                    <a:pt x="269096" y="4563"/>
                  </a:lnTo>
                  <a:lnTo>
                    <a:pt x="224027" y="0"/>
                  </a:lnTo>
                  <a:lnTo>
                    <a:pt x="178741" y="4563"/>
                  </a:lnTo>
                  <a:lnTo>
                    <a:pt x="136624" y="17645"/>
                  </a:lnTo>
                  <a:lnTo>
                    <a:pt x="98561" y="38335"/>
                  </a:lnTo>
                  <a:lnTo>
                    <a:pt x="65436" y="65722"/>
                  </a:lnTo>
                  <a:lnTo>
                    <a:pt x="38134" y="98896"/>
                  </a:lnTo>
                  <a:lnTo>
                    <a:pt x="17537" y="136945"/>
                  </a:lnTo>
                  <a:lnTo>
                    <a:pt x="4531" y="178959"/>
                  </a:lnTo>
                  <a:lnTo>
                    <a:pt x="0" y="224027"/>
                  </a:lnTo>
                  <a:lnTo>
                    <a:pt x="4531" y="269347"/>
                  </a:lnTo>
                  <a:lnTo>
                    <a:pt x="17537" y="311550"/>
                  </a:lnTo>
                  <a:lnTo>
                    <a:pt x="38134" y="349735"/>
                  </a:lnTo>
                  <a:lnTo>
                    <a:pt x="65436" y="383000"/>
                  </a:lnTo>
                  <a:lnTo>
                    <a:pt x="98561" y="410442"/>
                  </a:lnTo>
                  <a:lnTo>
                    <a:pt x="136624" y="431161"/>
                  </a:lnTo>
                  <a:lnTo>
                    <a:pt x="178741" y="444253"/>
                  </a:lnTo>
                  <a:lnTo>
                    <a:pt x="224027" y="448817"/>
                  </a:lnTo>
                  <a:lnTo>
                    <a:pt x="269096" y="444253"/>
                  </a:lnTo>
                  <a:lnTo>
                    <a:pt x="311110" y="431161"/>
                  </a:lnTo>
                  <a:lnTo>
                    <a:pt x="349159" y="410442"/>
                  </a:lnTo>
                  <a:lnTo>
                    <a:pt x="382333" y="383000"/>
                  </a:lnTo>
                  <a:lnTo>
                    <a:pt x="409720" y="349735"/>
                  </a:lnTo>
                  <a:lnTo>
                    <a:pt x="430410" y="311550"/>
                  </a:lnTo>
                  <a:lnTo>
                    <a:pt x="443492" y="269347"/>
                  </a:lnTo>
                  <a:lnTo>
                    <a:pt x="448055" y="22402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5991758" y="4547492"/>
              <a:ext cx="448309" cy="448945"/>
            </a:xfrm>
            <a:custGeom>
              <a:avLst/>
              <a:gdLst/>
              <a:ahLst/>
              <a:cxnLst/>
              <a:rect l="l" t="t" r="r" b="b"/>
              <a:pathLst>
                <a:path w="448310" h="448945">
                  <a:moveTo>
                    <a:pt x="448055" y="224027"/>
                  </a:moveTo>
                  <a:lnTo>
                    <a:pt x="443492" y="178959"/>
                  </a:lnTo>
                  <a:lnTo>
                    <a:pt x="430410" y="136945"/>
                  </a:lnTo>
                  <a:lnTo>
                    <a:pt x="409720" y="98896"/>
                  </a:lnTo>
                  <a:lnTo>
                    <a:pt x="382333" y="65722"/>
                  </a:lnTo>
                  <a:lnTo>
                    <a:pt x="349159" y="38335"/>
                  </a:lnTo>
                  <a:lnTo>
                    <a:pt x="311110" y="17645"/>
                  </a:lnTo>
                  <a:lnTo>
                    <a:pt x="269096" y="4563"/>
                  </a:lnTo>
                  <a:lnTo>
                    <a:pt x="224027" y="0"/>
                  </a:lnTo>
                  <a:lnTo>
                    <a:pt x="178741" y="4563"/>
                  </a:lnTo>
                  <a:lnTo>
                    <a:pt x="136624" y="17645"/>
                  </a:lnTo>
                  <a:lnTo>
                    <a:pt x="98561" y="38335"/>
                  </a:lnTo>
                  <a:lnTo>
                    <a:pt x="65436" y="65722"/>
                  </a:lnTo>
                  <a:lnTo>
                    <a:pt x="38134" y="98896"/>
                  </a:lnTo>
                  <a:lnTo>
                    <a:pt x="17537" y="136945"/>
                  </a:lnTo>
                  <a:lnTo>
                    <a:pt x="4531" y="178959"/>
                  </a:lnTo>
                  <a:lnTo>
                    <a:pt x="0" y="224027"/>
                  </a:lnTo>
                  <a:lnTo>
                    <a:pt x="4531" y="269347"/>
                  </a:lnTo>
                  <a:lnTo>
                    <a:pt x="17537" y="311550"/>
                  </a:lnTo>
                  <a:lnTo>
                    <a:pt x="38134" y="349735"/>
                  </a:lnTo>
                  <a:lnTo>
                    <a:pt x="65436" y="383000"/>
                  </a:lnTo>
                  <a:lnTo>
                    <a:pt x="98561" y="410442"/>
                  </a:lnTo>
                  <a:lnTo>
                    <a:pt x="136624" y="431161"/>
                  </a:lnTo>
                  <a:lnTo>
                    <a:pt x="178741" y="444253"/>
                  </a:lnTo>
                  <a:lnTo>
                    <a:pt x="224027" y="448817"/>
                  </a:lnTo>
                  <a:lnTo>
                    <a:pt x="269096" y="444253"/>
                  </a:lnTo>
                  <a:lnTo>
                    <a:pt x="311110" y="431161"/>
                  </a:lnTo>
                  <a:lnTo>
                    <a:pt x="349159" y="410442"/>
                  </a:lnTo>
                  <a:lnTo>
                    <a:pt x="382333" y="383000"/>
                  </a:lnTo>
                  <a:lnTo>
                    <a:pt x="409720" y="349735"/>
                  </a:lnTo>
                  <a:lnTo>
                    <a:pt x="430410" y="311550"/>
                  </a:lnTo>
                  <a:lnTo>
                    <a:pt x="443492" y="269347"/>
                  </a:lnTo>
                  <a:lnTo>
                    <a:pt x="448055" y="224027"/>
                  </a:lnTo>
                </a:path>
              </a:pathLst>
            </a:custGeom>
            <a:ln w="32080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0" name="object 50"/>
          <p:cNvSpPr txBox="1"/>
          <p:nvPr/>
        </p:nvSpPr>
        <p:spPr>
          <a:xfrm>
            <a:off x="6169297" y="4692166"/>
            <a:ext cx="103505" cy="1397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sz="750" spc="-30" dirty="0">
                <a:solidFill>
                  <a:srgbClr val="797979"/>
                </a:solidFill>
                <a:latin typeface="Microsoft Sans Serif"/>
                <a:cs typeface="Microsoft Sans Serif"/>
              </a:rPr>
              <a:t>-</a:t>
            </a:r>
            <a:r>
              <a:rPr sz="750" spc="-20" dirty="0">
                <a:solidFill>
                  <a:srgbClr val="797979"/>
                </a:solidFill>
                <a:latin typeface="Microsoft Sans Serif"/>
                <a:cs typeface="Microsoft Sans Serif"/>
              </a:rPr>
              <a:t>-</a:t>
            </a:r>
            <a:r>
              <a:rPr sz="750" spc="-5" dirty="0">
                <a:solidFill>
                  <a:srgbClr val="797979"/>
                </a:solidFill>
                <a:latin typeface="Microsoft Sans Serif"/>
                <a:cs typeface="Microsoft Sans Serif"/>
              </a:rPr>
              <a:t>-</a:t>
            </a:r>
            <a:endParaRPr sz="750">
              <a:latin typeface="Microsoft Sans Serif"/>
              <a:cs typeface="Microsoft Sans Serif"/>
            </a:endParaRPr>
          </a:p>
        </p:txBody>
      </p:sp>
      <p:grpSp>
        <p:nvGrpSpPr>
          <p:cNvPr id="51" name="object 51"/>
          <p:cNvGrpSpPr/>
          <p:nvPr/>
        </p:nvGrpSpPr>
        <p:grpSpPr>
          <a:xfrm>
            <a:off x="4791405" y="3315910"/>
            <a:ext cx="3163570" cy="2062480"/>
            <a:chOff x="4791405" y="3315910"/>
            <a:chExt cx="3163570" cy="2062480"/>
          </a:xfrm>
        </p:grpSpPr>
        <p:sp>
          <p:nvSpPr>
            <p:cNvPr id="52" name="object 52"/>
            <p:cNvSpPr/>
            <p:nvPr/>
          </p:nvSpPr>
          <p:spPr>
            <a:xfrm>
              <a:off x="4827422" y="5079368"/>
              <a:ext cx="984250" cy="140335"/>
            </a:xfrm>
            <a:custGeom>
              <a:avLst/>
              <a:gdLst/>
              <a:ahLst/>
              <a:cxnLst/>
              <a:rect l="l" t="t" r="r" b="b"/>
              <a:pathLst>
                <a:path w="984250" h="140335">
                  <a:moveTo>
                    <a:pt x="983741" y="0"/>
                  </a:moveTo>
                  <a:lnTo>
                    <a:pt x="664463" y="140208"/>
                  </a:lnTo>
                  <a:lnTo>
                    <a:pt x="0" y="140208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839614" y="4883534"/>
              <a:ext cx="928369" cy="113030"/>
            </a:xfrm>
            <a:custGeom>
              <a:avLst/>
              <a:gdLst/>
              <a:ahLst/>
              <a:cxnLst/>
              <a:rect l="l" t="t" r="r" b="b"/>
              <a:pathLst>
                <a:path w="928370" h="113029">
                  <a:moveTo>
                    <a:pt x="928115" y="0"/>
                  </a:moveTo>
                  <a:lnTo>
                    <a:pt x="616457" y="112776"/>
                  </a:lnTo>
                  <a:lnTo>
                    <a:pt x="0" y="112776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" name="object 5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095646" y="5107562"/>
              <a:ext cx="246125" cy="246887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5095646" y="5107562"/>
              <a:ext cx="246379" cy="247015"/>
            </a:xfrm>
            <a:custGeom>
              <a:avLst/>
              <a:gdLst/>
              <a:ahLst/>
              <a:cxnLst/>
              <a:rect l="l" t="t" r="r" b="b"/>
              <a:pathLst>
                <a:path w="246379" h="247014">
                  <a:moveTo>
                    <a:pt x="0" y="123443"/>
                  </a:moveTo>
                  <a:lnTo>
                    <a:pt x="9644" y="75545"/>
                  </a:lnTo>
                  <a:lnTo>
                    <a:pt x="36004" y="36290"/>
                  </a:lnTo>
                  <a:lnTo>
                    <a:pt x="75223" y="9751"/>
                  </a:lnTo>
                  <a:lnTo>
                    <a:pt x="123444" y="0"/>
                  </a:lnTo>
                  <a:lnTo>
                    <a:pt x="170902" y="9751"/>
                  </a:lnTo>
                  <a:lnTo>
                    <a:pt x="209930" y="36290"/>
                  </a:lnTo>
                  <a:lnTo>
                    <a:pt x="236386" y="75545"/>
                  </a:lnTo>
                  <a:lnTo>
                    <a:pt x="246126" y="123443"/>
                  </a:lnTo>
                  <a:lnTo>
                    <a:pt x="236386" y="171342"/>
                  </a:lnTo>
                  <a:lnTo>
                    <a:pt x="209931" y="210597"/>
                  </a:lnTo>
                  <a:lnTo>
                    <a:pt x="170902" y="237136"/>
                  </a:lnTo>
                  <a:lnTo>
                    <a:pt x="123444" y="246887"/>
                  </a:lnTo>
                  <a:lnTo>
                    <a:pt x="75223" y="237136"/>
                  </a:lnTo>
                  <a:lnTo>
                    <a:pt x="36004" y="210597"/>
                  </a:lnTo>
                  <a:lnTo>
                    <a:pt x="9644" y="171342"/>
                  </a:lnTo>
                  <a:lnTo>
                    <a:pt x="0" y="123443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5219090" y="5163950"/>
              <a:ext cx="67310" cy="134620"/>
            </a:xfrm>
            <a:custGeom>
              <a:avLst/>
              <a:gdLst/>
              <a:ahLst/>
              <a:cxnLst/>
              <a:rect l="l" t="t" r="r" b="b"/>
              <a:pathLst>
                <a:path w="67310" h="134620">
                  <a:moveTo>
                    <a:pt x="0" y="0"/>
                  </a:moveTo>
                  <a:lnTo>
                    <a:pt x="67056" y="67056"/>
                  </a:lnTo>
                  <a:lnTo>
                    <a:pt x="0" y="134112"/>
                  </a:lnTo>
                </a:path>
              </a:pathLst>
            </a:custGeom>
            <a:ln w="24714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5184800" y="5231006"/>
              <a:ext cx="101600" cy="0"/>
            </a:xfrm>
            <a:custGeom>
              <a:avLst/>
              <a:gdLst/>
              <a:ahLst/>
              <a:cxnLst/>
              <a:rect l="l" t="t" r="r" b="b"/>
              <a:pathLst>
                <a:path w="101600">
                  <a:moveTo>
                    <a:pt x="101346" y="0"/>
                  </a:moveTo>
                  <a:lnTo>
                    <a:pt x="0" y="0"/>
                  </a:lnTo>
                </a:path>
              </a:pathLst>
            </a:custGeom>
            <a:ln w="24714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6619646" y="5079368"/>
              <a:ext cx="984250" cy="140335"/>
            </a:xfrm>
            <a:custGeom>
              <a:avLst/>
              <a:gdLst/>
              <a:ahLst/>
              <a:cxnLst/>
              <a:rect l="l" t="t" r="r" b="b"/>
              <a:pathLst>
                <a:path w="984250" h="140335">
                  <a:moveTo>
                    <a:pt x="0" y="0"/>
                  </a:moveTo>
                  <a:lnTo>
                    <a:pt x="319278" y="140207"/>
                  </a:lnTo>
                  <a:lnTo>
                    <a:pt x="983741" y="140207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663842" y="4883534"/>
              <a:ext cx="927735" cy="113030"/>
            </a:xfrm>
            <a:custGeom>
              <a:avLst/>
              <a:gdLst/>
              <a:ahLst/>
              <a:cxnLst/>
              <a:rect l="l" t="t" r="r" b="b"/>
              <a:pathLst>
                <a:path w="927734" h="113029">
                  <a:moveTo>
                    <a:pt x="0" y="0"/>
                  </a:moveTo>
                  <a:lnTo>
                    <a:pt x="311658" y="112776"/>
                  </a:lnTo>
                  <a:lnTo>
                    <a:pt x="927354" y="112776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0" name="object 6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089038" y="5107562"/>
              <a:ext cx="246888" cy="246887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7089038" y="5107562"/>
              <a:ext cx="247015" cy="247015"/>
            </a:xfrm>
            <a:custGeom>
              <a:avLst/>
              <a:gdLst/>
              <a:ahLst/>
              <a:cxnLst/>
              <a:rect l="l" t="t" r="r" b="b"/>
              <a:pathLst>
                <a:path w="247015" h="247014">
                  <a:moveTo>
                    <a:pt x="246888" y="123444"/>
                  </a:moveTo>
                  <a:lnTo>
                    <a:pt x="237136" y="75545"/>
                  </a:lnTo>
                  <a:lnTo>
                    <a:pt x="210597" y="36290"/>
                  </a:lnTo>
                  <a:lnTo>
                    <a:pt x="171342" y="9751"/>
                  </a:lnTo>
                  <a:lnTo>
                    <a:pt x="123444" y="0"/>
                  </a:lnTo>
                  <a:lnTo>
                    <a:pt x="75545" y="9751"/>
                  </a:lnTo>
                  <a:lnTo>
                    <a:pt x="36290" y="36290"/>
                  </a:lnTo>
                  <a:lnTo>
                    <a:pt x="9751" y="75545"/>
                  </a:lnTo>
                  <a:lnTo>
                    <a:pt x="0" y="123444"/>
                  </a:lnTo>
                  <a:lnTo>
                    <a:pt x="9751" y="171342"/>
                  </a:lnTo>
                  <a:lnTo>
                    <a:pt x="36290" y="210597"/>
                  </a:lnTo>
                  <a:lnTo>
                    <a:pt x="75545" y="237136"/>
                  </a:lnTo>
                  <a:lnTo>
                    <a:pt x="123444" y="246888"/>
                  </a:lnTo>
                  <a:lnTo>
                    <a:pt x="171342" y="237136"/>
                  </a:lnTo>
                  <a:lnTo>
                    <a:pt x="210597" y="210597"/>
                  </a:lnTo>
                  <a:lnTo>
                    <a:pt x="237136" y="171342"/>
                  </a:lnTo>
                  <a:lnTo>
                    <a:pt x="246888" y="123444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7145413" y="5163950"/>
              <a:ext cx="67310" cy="134620"/>
            </a:xfrm>
            <a:custGeom>
              <a:avLst/>
              <a:gdLst/>
              <a:ahLst/>
              <a:cxnLst/>
              <a:rect l="l" t="t" r="r" b="b"/>
              <a:pathLst>
                <a:path w="67309" h="134620">
                  <a:moveTo>
                    <a:pt x="67055" y="0"/>
                  </a:moveTo>
                  <a:lnTo>
                    <a:pt x="0" y="67056"/>
                  </a:lnTo>
                  <a:lnTo>
                    <a:pt x="67055" y="134112"/>
                  </a:lnTo>
                </a:path>
              </a:pathLst>
            </a:custGeom>
            <a:ln w="24714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7145413" y="5231006"/>
              <a:ext cx="100965" cy="0"/>
            </a:xfrm>
            <a:custGeom>
              <a:avLst/>
              <a:gdLst/>
              <a:ahLst/>
              <a:cxnLst/>
              <a:rect l="l" t="t" r="r" b="b"/>
              <a:pathLst>
                <a:path w="100965">
                  <a:moveTo>
                    <a:pt x="0" y="0"/>
                  </a:moveTo>
                  <a:lnTo>
                    <a:pt x="100584" y="0"/>
                  </a:lnTo>
                </a:path>
              </a:pathLst>
            </a:custGeom>
            <a:ln w="24714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815217" y="4346324"/>
              <a:ext cx="984250" cy="140970"/>
            </a:xfrm>
            <a:custGeom>
              <a:avLst/>
              <a:gdLst/>
              <a:ahLst/>
              <a:cxnLst/>
              <a:rect l="l" t="t" r="r" b="b"/>
              <a:pathLst>
                <a:path w="984250" h="140970">
                  <a:moveTo>
                    <a:pt x="983741" y="140969"/>
                  </a:moveTo>
                  <a:lnTo>
                    <a:pt x="664463" y="0"/>
                  </a:lnTo>
                  <a:lnTo>
                    <a:pt x="0" y="0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827409" y="4570352"/>
              <a:ext cx="928369" cy="112395"/>
            </a:xfrm>
            <a:custGeom>
              <a:avLst/>
              <a:gdLst/>
              <a:ahLst/>
              <a:cxnLst/>
              <a:rect l="l" t="t" r="r" b="b"/>
              <a:pathLst>
                <a:path w="928370" h="112395">
                  <a:moveTo>
                    <a:pt x="928115" y="112013"/>
                  </a:moveTo>
                  <a:lnTo>
                    <a:pt x="616457" y="0"/>
                  </a:lnTo>
                  <a:lnTo>
                    <a:pt x="0" y="0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6" name="object 6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084216" y="4458338"/>
              <a:ext cx="246125" cy="246125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5084216" y="4458338"/>
              <a:ext cx="246379" cy="246379"/>
            </a:xfrm>
            <a:custGeom>
              <a:avLst/>
              <a:gdLst/>
              <a:ahLst/>
              <a:cxnLst/>
              <a:rect l="l" t="t" r="r" b="b"/>
              <a:pathLst>
                <a:path w="246379" h="246379">
                  <a:moveTo>
                    <a:pt x="0" y="123443"/>
                  </a:moveTo>
                  <a:lnTo>
                    <a:pt x="9644" y="171223"/>
                  </a:lnTo>
                  <a:lnTo>
                    <a:pt x="36004" y="210216"/>
                  </a:lnTo>
                  <a:lnTo>
                    <a:pt x="75223" y="236493"/>
                  </a:lnTo>
                  <a:lnTo>
                    <a:pt x="123444" y="246125"/>
                  </a:lnTo>
                  <a:lnTo>
                    <a:pt x="171223" y="236493"/>
                  </a:lnTo>
                  <a:lnTo>
                    <a:pt x="210216" y="210216"/>
                  </a:lnTo>
                  <a:lnTo>
                    <a:pt x="236493" y="171223"/>
                  </a:lnTo>
                  <a:lnTo>
                    <a:pt x="246126" y="123443"/>
                  </a:lnTo>
                  <a:lnTo>
                    <a:pt x="236493" y="75223"/>
                  </a:lnTo>
                  <a:lnTo>
                    <a:pt x="210216" y="36004"/>
                  </a:lnTo>
                  <a:lnTo>
                    <a:pt x="171223" y="9644"/>
                  </a:lnTo>
                  <a:lnTo>
                    <a:pt x="123444" y="0"/>
                  </a:lnTo>
                  <a:lnTo>
                    <a:pt x="75223" y="9644"/>
                  </a:lnTo>
                  <a:lnTo>
                    <a:pt x="36004" y="36004"/>
                  </a:lnTo>
                  <a:lnTo>
                    <a:pt x="9644" y="75223"/>
                  </a:lnTo>
                  <a:lnTo>
                    <a:pt x="0" y="123443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207660" y="4514726"/>
              <a:ext cx="67310" cy="134620"/>
            </a:xfrm>
            <a:custGeom>
              <a:avLst/>
              <a:gdLst/>
              <a:ahLst/>
              <a:cxnLst/>
              <a:rect l="l" t="t" r="r" b="b"/>
              <a:pathLst>
                <a:path w="67310" h="134620">
                  <a:moveTo>
                    <a:pt x="0" y="134112"/>
                  </a:moveTo>
                  <a:lnTo>
                    <a:pt x="67056" y="67056"/>
                  </a:lnTo>
                  <a:lnTo>
                    <a:pt x="0" y="0"/>
                  </a:lnTo>
                </a:path>
              </a:pathLst>
            </a:custGeom>
            <a:ln w="24714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174132" y="4581782"/>
              <a:ext cx="100965" cy="0"/>
            </a:xfrm>
            <a:custGeom>
              <a:avLst/>
              <a:gdLst/>
              <a:ahLst/>
              <a:cxnLst/>
              <a:rect l="l" t="t" r="r" b="b"/>
              <a:pathLst>
                <a:path w="100964">
                  <a:moveTo>
                    <a:pt x="100584" y="0"/>
                  </a:moveTo>
                  <a:lnTo>
                    <a:pt x="0" y="0"/>
                  </a:lnTo>
                </a:path>
              </a:pathLst>
            </a:custGeom>
            <a:ln w="24714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6607454" y="4356992"/>
              <a:ext cx="984250" cy="142240"/>
            </a:xfrm>
            <a:custGeom>
              <a:avLst/>
              <a:gdLst/>
              <a:ahLst/>
              <a:cxnLst/>
              <a:rect l="l" t="t" r="r" b="b"/>
              <a:pathLst>
                <a:path w="984250" h="142239">
                  <a:moveTo>
                    <a:pt x="0" y="141731"/>
                  </a:moveTo>
                  <a:lnTo>
                    <a:pt x="319278" y="0"/>
                  </a:lnTo>
                  <a:lnTo>
                    <a:pt x="983741" y="0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6651650" y="4581782"/>
              <a:ext cx="927735" cy="111760"/>
            </a:xfrm>
            <a:custGeom>
              <a:avLst/>
              <a:gdLst/>
              <a:ahLst/>
              <a:cxnLst/>
              <a:rect l="l" t="t" r="r" b="b"/>
              <a:pathLst>
                <a:path w="927734" h="111760">
                  <a:moveTo>
                    <a:pt x="0" y="111251"/>
                  </a:moveTo>
                  <a:lnTo>
                    <a:pt x="311658" y="0"/>
                  </a:lnTo>
                  <a:lnTo>
                    <a:pt x="927354" y="0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2" name="object 7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076071" y="4469768"/>
              <a:ext cx="246888" cy="246125"/>
            </a:xfrm>
            <a:prstGeom prst="rect">
              <a:avLst/>
            </a:prstGeom>
          </p:spPr>
        </p:pic>
        <p:sp>
          <p:nvSpPr>
            <p:cNvPr id="73" name="object 73"/>
            <p:cNvSpPr/>
            <p:nvPr/>
          </p:nvSpPr>
          <p:spPr>
            <a:xfrm>
              <a:off x="7076071" y="4469768"/>
              <a:ext cx="247015" cy="246379"/>
            </a:xfrm>
            <a:custGeom>
              <a:avLst/>
              <a:gdLst/>
              <a:ahLst/>
              <a:cxnLst/>
              <a:rect l="l" t="t" r="r" b="b"/>
              <a:pathLst>
                <a:path w="247015" h="246379">
                  <a:moveTo>
                    <a:pt x="246888" y="122681"/>
                  </a:moveTo>
                  <a:lnTo>
                    <a:pt x="237136" y="170902"/>
                  </a:lnTo>
                  <a:lnTo>
                    <a:pt x="210597" y="210121"/>
                  </a:lnTo>
                  <a:lnTo>
                    <a:pt x="171342" y="236481"/>
                  </a:lnTo>
                  <a:lnTo>
                    <a:pt x="123444" y="246125"/>
                  </a:lnTo>
                  <a:lnTo>
                    <a:pt x="75223" y="236481"/>
                  </a:lnTo>
                  <a:lnTo>
                    <a:pt x="36004" y="210121"/>
                  </a:lnTo>
                  <a:lnTo>
                    <a:pt x="9644" y="170902"/>
                  </a:lnTo>
                  <a:lnTo>
                    <a:pt x="0" y="122681"/>
                  </a:lnTo>
                  <a:lnTo>
                    <a:pt x="9644" y="74902"/>
                  </a:lnTo>
                  <a:lnTo>
                    <a:pt x="36004" y="35909"/>
                  </a:lnTo>
                  <a:lnTo>
                    <a:pt x="75223" y="9632"/>
                  </a:lnTo>
                  <a:lnTo>
                    <a:pt x="123444" y="0"/>
                  </a:lnTo>
                  <a:lnTo>
                    <a:pt x="171342" y="9632"/>
                  </a:lnTo>
                  <a:lnTo>
                    <a:pt x="210597" y="35909"/>
                  </a:lnTo>
                  <a:lnTo>
                    <a:pt x="237136" y="74902"/>
                  </a:lnTo>
                  <a:lnTo>
                    <a:pt x="246888" y="122681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7132472" y="4525394"/>
              <a:ext cx="67310" cy="135255"/>
            </a:xfrm>
            <a:custGeom>
              <a:avLst/>
              <a:gdLst/>
              <a:ahLst/>
              <a:cxnLst/>
              <a:rect l="l" t="t" r="r" b="b"/>
              <a:pathLst>
                <a:path w="67309" h="135254">
                  <a:moveTo>
                    <a:pt x="67055" y="134874"/>
                  </a:moveTo>
                  <a:lnTo>
                    <a:pt x="0" y="67056"/>
                  </a:lnTo>
                  <a:lnTo>
                    <a:pt x="67055" y="0"/>
                  </a:lnTo>
                </a:path>
              </a:pathLst>
            </a:custGeom>
            <a:ln w="24714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7132472" y="4592450"/>
              <a:ext cx="100965" cy="0"/>
            </a:xfrm>
            <a:custGeom>
              <a:avLst/>
              <a:gdLst/>
              <a:ahLst/>
              <a:cxnLst/>
              <a:rect l="l" t="t" r="r" b="b"/>
              <a:pathLst>
                <a:path w="100965">
                  <a:moveTo>
                    <a:pt x="0" y="0"/>
                  </a:moveTo>
                  <a:lnTo>
                    <a:pt x="100584" y="0"/>
                  </a:lnTo>
                </a:path>
              </a:pathLst>
            </a:custGeom>
            <a:ln w="24714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5767730" y="3339722"/>
              <a:ext cx="140970" cy="984250"/>
            </a:xfrm>
            <a:custGeom>
              <a:avLst/>
              <a:gdLst/>
              <a:ahLst/>
              <a:cxnLst/>
              <a:rect l="l" t="t" r="r" b="b"/>
              <a:pathLst>
                <a:path w="140970" h="984250">
                  <a:moveTo>
                    <a:pt x="140970" y="983741"/>
                  </a:moveTo>
                  <a:lnTo>
                    <a:pt x="0" y="664463"/>
                  </a:lnTo>
                  <a:lnTo>
                    <a:pt x="0" y="0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991758" y="3351914"/>
              <a:ext cx="112395" cy="928369"/>
            </a:xfrm>
            <a:custGeom>
              <a:avLst/>
              <a:gdLst/>
              <a:ahLst/>
              <a:cxnLst/>
              <a:rect l="l" t="t" r="r" b="b"/>
              <a:pathLst>
                <a:path w="112395" h="928370">
                  <a:moveTo>
                    <a:pt x="112013" y="928116"/>
                  </a:moveTo>
                  <a:lnTo>
                    <a:pt x="0" y="616458"/>
                  </a:lnTo>
                  <a:lnTo>
                    <a:pt x="0" y="0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6002426" y="3698624"/>
              <a:ext cx="0" cy="100965"/>
            </a:xfrm>
            <a:custGeom>
              <a:avLst/>
              <a:gdLst/>
              <a:ahLst/>
              <a:cxnLst/>
              <a:rect l="l" t="t" r="r" b="b"/>
              <a:pathLst>
                <a:path h="100964">
                  <a:moveTo>
                    <a:pt x="0" y="100583"/>
                  </a:moveTo>
                  <a:lnTo>
                    <a:pt x="0" y="0"/>
                  </a:lnTo>
                </a:path>
              </a:pathLst>
            </a:custGeom>
            <a:ln w="24714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6522859" y="3339722"/>
              <a:ext cx="140970" cy="984250"/>
            </a:xfrm>
            <a:custGeom>
              <a:avLst/>
              <a:gdLst/>
              <a:ahLst/>
              <a:cxnLst/>
              <a:rect l="l" t="t" r="r" b="b"/>
              <a:pathLst>
                <a:path w="140970" h="984250">
                  <a:moveTo>
                    <a:pt x="0" y="983741"/>
                  </a:moveTo>
                  <a:lnTo>
                    <a:pt x="140969" y="664463"/>
                  </a:lnTo>
                  <a:lnTo>
                    <a:pt x="140969" y="0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6327787" y="3351914"/>
              <a:ext cx="112395" cy="928369"/>
            </a:xfrm>
            <a:custGeom>
              <a:avLst/>
              <a:gdLst/>
              <a:ahLst/>
              <a:cxnLst/>
              <a:rect l="l" t="t" r="r" b="b"/>
              <a:pathLst>
                <a:path w="112395" h="928370">
                  <a:moveTo>
                    <a:pt x="0" y="928116"/>
                  </a:moveTo>
                  <a:lnTo>
                    <a:pt x="112013" y="616458"/>
                  </a:lnTo>
                  <a:lnTo>
                    <a:pt x="112013" y="0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6428371" y="3698624"/>
              <a:ext cx="0" cy="100965"/>
            </a:xfrm>
            <a:custGeom>
              <a:avLst/>
              <a:gdLst/>
              <a:ahLst/>
              <a:cxnLst/>
              <a:rect l="l" t="t" r="r" b="b"/>
              <a:pathLst>
                <a:path h="100964">
                  <a:moveTo>
                    <a:pt x="0" y="100583"/>
                  </a:moveTo>
                  <a:lnTo>
                    <a:pt x="0" y="0"/>
                  </a:lnTo>
                </a:path>
              </a:pathLst>
            </a:custGeom>
            <a:ln w="24714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7671968" y="4996310"/>
              <a:ext cx="280035" cy="280035"/>
            </a:xfrm>
            <a:custGeom>
              <a:avLst/>
              <a:gdLst/>
              <a:ahLst/>
              <a:cxnLst/>
              <a:rect l="l" t="t" r="r" b="b"/>
              <a:pathLst>
                <a:path w="280034" h="280035">
                  <a:moveTo>
                    <a:pt x="279653" y="139446"/>
                  </a:moveTo>
                  <a:lnTo>
                    <a:pt x="272533" y="95390"/>
                  </a:lnTo>
                  <a:lnTo>
                    <a:pt x="252685" y="57113"/>
                  </a:lnTo>
                  <a:lnTo>
                    <a:pt x="222375" y="26919"/>
                  </a:lnTo>
                  <a:lnTo>
                    <a:pt x="183873" y="7114"/>
                  </a:lnTo>
                  <a:lnTo>
                    <a:pt x="139445" y="0"/>
                  </a:lnTo>
                  <a:lnTo>
                    <a:pt x="95390" y="7114"/>
                  </a:lnTo>
                  <a:lnTo>
                    <a:pt x="57113" y="26919"/>
                  </a:lnTo>
                  <a:lnTo>
                    <a:pt x="26919" y="57113"/>
                  </a:lnTo>
                  <a:lnTo>
                    <a:pt x="7114" y="95390"/>
                  </a:lnTo>
                  <a:lnTo>
                    <a:pt x="0" y="139446"/>
                  </a:lnTo>
                  <a:lnTo>
                    <a:pt x="7114" y="183873"/>
                  </a:lnTo>
                  <a:lnTo>
                    <a:pt x="26919" y="222375"/>
                  </a:lnTo>
                  <a:lnTo>
                    <a:pt x="57113" y="252685"/>
                  </a:lnTo>
                  <a:lnTo>
                    <a:pt x="95390" y="272533"/>
                  </a:lnTo>
                  <a:lnTo>
                    <a:pt x="139445" y="279654"/>
                  </a:lnTo>
                  <a:lnTo>
                    <a:pt x="183873" y="272533"/>
                  </a:lnTo>
                  <a:lnTo>
                    <a:pt x="222375" y="252685"/>
                  </a:lnTo>
                  <a:lnTo>
                    <a:pt x="252685" y="222375"/>
                  </a:lnTo>
                  <a:lnTo>
                    <a:pt x="272533" y="183873"/>
                  </a:lnTo>
                  <a:lnTo>
                    <a:pt x="279653" y="13944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7671968" y="4996310"/>
              <a:ext cx="280035" cy="280035"/>
            </a:xfrm>
            <a:custGeom>
              <a:avLst/>
              <a:gdLst/>
              <a:ahLst/>
              <a:cxnLst/>
              <a:rect l="l" t="t" r="r" b="b"/>
              <a:pathLst>
                <a:path w="280034" h="280035">
                  <a:moveTo>
                    <a:pt x="279653" y="139446"/>
                  </a:moveTo>
                  <a:lnTo>
                    <a:pt x="272533" y="95390"/>
                  </a:lnTo>
                  <a:lnTo>
                    <a:pt x="252685" y="57113"/>
                  </a:lnTo>
                  <a:lnTo>
                    <a:pt x="222375" y="26919"/>
                  </a:lnTo>
                  <a:lnTo>
                    <a:pt x="183873" y="7114"/>
                  </a:lnTo>
                  <a:lnTo>
                    <a:pt x="139445" y="0"/>
                  </a:lnTo>
                  <a:lnTo>
                    <a:pt x="95390" y="7114"/>
                  </a:lnTo>
                  <a:lnTo>
                    <a:pt x="57113" y="26919"/>
                  </a:lnTo>
                  <a:lnTo>
                    <a:pt x="26919" y="57113"/>
                  </a:lnTo>
                  <a:lnTo>
                    <a:pt x="7114" y="95390"/>
                  </a:lnTo>
                  <a:lnTo>
                    <a:pt x="0" y="139446"/>
                  </a:lnTo>
                  <a:lnTo>
                    <a:pt x="7114" y="183873"/>
                  </a:lnTo>
                  <a:lnTo>
                    <a:pt x="26919" y="222375"/>
                  </a:lnTo>
                  <a:lnTo>
                    <a:pt x="57113" y="252685"/>
                  </a:lnTo>
                  <a:lnTo>
                    <a:pt x="95390" y="272533"/>
                  </a:lnTo>
                  <a:lnTo>
                    <a:pt x="139445" y="279654"/>
                  </a:lnTo>
                  <a:lnTo>
                    <a:pt x="183873" y="272533"/>
                  </a:lnTo>
                  <a:lnTo>
                    <a:pt x="222375" y="252685"/>
                  </a:lnTo>
                  <a:lnTo>
                    <a:pt x="252685" y="222375"/>
                  </a:lnTo>
                  <a:lnTo>
                    <a:pt x="272533" y="183873"/>
                  </a:lnTo>
                  <a:lnTo>
                    <a:pt x="279653" y="139446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4" name="object 84"/>
          <p:cNvSpPr txBox="1"/>
          <p:nvPr/>
        </p:nvSpPr>
        <p:spPr>
          <a:xfrm>
            <a:off x="7763402" y="5006007"/>
            <a:ext cx="108585" cy="231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350" b="1" dirty="0">
                <a:solidFill>
                  <a:srgbClr val="797979"/>
                </a:solidFill>
                <a:latin typeface="Arial"/>
                <a:cs typeface="Arial"/>
              </a:rPr>
              <a:t>2</a:t>
            </a:r>
            <a:endParaRPr sz="1350">
              <a:latin typeface="Arial"/>
              <a:cs typeface="Arial"/>
            </a:endParaRPr>
          </a:p>
        </p:txBody>
      </p:sp>
      <p:grpSp>
        <p:nvGrpSpPr>
          <p:cNvPr id="85" name="object 85"/>
          <p:cNvGrpSpPr/>
          <p:nvPr/>
        </p:nvGrpSpPr>
        <p:grpSpPr>
          <a:xfrm>
            <a:off x="7669110" y="4320607"/>
            <a:ext cx="285750" cy="286385"/>
            <a:chOff x="7669110" y="4320607"/>
            <a:chExt cx="285750" cy="286385"/>
          </a:xfrm>
        </p:grpSpPr>
        <p:sp>
          <p:nvSpPr>
            <p:cNvPr id="86" name="object 86"/>
            <p:cNvSpPr/>
            <p:nvPr/>
          </p:nvSpPr>
          <p:spPr>
            <a:xfrm>
              <a:off x="7671968" y="4323464"/>
              <a:ext cx="280035" cy="280670"/>
            </a:xfrm>
            <a:custGeom>
              <a:avLst/>
              <a:gdLst/>
              <a:ahLst/>
              <a:cxnLst/>
              <a:rect l="l" t="t" r="r" b="b"/>
              <a:pathLst>
                <a:path w="280034" h="280670">
                  <a:moveTo>
                    <a:pt x="279653" y="140208"/>
                  </a:moveTo>
                  <a:lnTo>
                    <a:pt x="272533" y="96072"/>
                  </a:lnTo>
                  <a:lnTo>
                    <a:pt x="252685" y="57607"/>
                  </a:lnTo>
                  <a:lnTo>
                    <a:pt x="222375" y="27188"/>
                  </a:lnTo>
                  <a:lnTo>
                    <a:pt x="183873" y="7193"/>
                  </a:lnTo>
                  <a:lnTo>
                    <a:pt x="139445" y="0"/>
                  </a:lnTo>
                  <a:lnTo>
                    <a:pt x="95390" y="7193"/>
                  </a:lnTo>
                  <a:lnTo>
                    <a:pt x="57113" y="27188"/>
                  </a:lnTo>
                  <a:lnTo>
                    <a:pt x="26919" y="57607"/>
                  </a:lnTo>
                  <a:lnTo>
                    <a:pt x="7114" y="96072"/>
                  </a:lnTo>
                  <a:lnTo>
                    <a:pt x="0" y="140208"/>
                  </a:lnTo>
                  <a:lnTo>
                    <a:pt x="7114" y="184635"/>
                  </a:lnTo>
                  <a:lnTo>
                    <a:pt x="26919" y="223137"/>
                  </a:lnTo>
                  <a:lnTo>
                    <a:pt x="57113" y="253447"/>
                  </a:lnTo>
                  <a:lnTo>
                    <a:pt x="95390" y="273295"/>
                  </a:lnTo>
                  <a:lnTo>
                    <a:pt x="139445" y="280416"/>
                  </a:lnTo>
                  <a:lnTo>
                    <a:pt x="183873" y="273295"/>
                  </a:lnTo>
                  <a:lnTo>
                    <a:pt x="222375" y="253447"/>
                  </a:lnTo>
                  <a:lnTo>
                    <a:pt x="252685" y="223137"/>
                  </a:lnTo>
                  <a:lnTo>
                    <a:pt x="272533" y="184635"/>
                  </a:lnTo>
                  <a:lnTo>
                    <a:pt x="279653" y="1402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7671968" y="4323464"/>
              <a:ext cx="280035" cy="280670"/>
            </a:xfrm>
            <a:custGeom>
              <a:avLst/>
              <a:gdLst/>
              <a:ahLst/>
              <a:cxnLst/>
              <a:rect l="l" t="t" r="r" b="b"/>
              <a:pathLst>
                <a:path w="280034" h="280670">
                  <a:moveTo>
                    <a:pt x="279653" y="140208"/>
                  </a:moveTo>
                  <a:lnTo>
                    <a:pt x="272533" y="96072"/>
                  </a:lnTo>
                  <a:lnTo>
                    <a:pt x="252685" y="57607"/>
                  </a:lnTo>
                  <a:lnTo>
                    <a:pt x="222375" y="27188"/>
                  </a:lnTo>
                  <a:lnTo>
                    <a:pt x="183873" y="7193"/>
                  </a:lnTo>
                  <a:lnTo>
                    <a:pt x="139445" y="0"/>
                  </a:lnTo>
                  <a:lnTo>
                    <a:pt x="95390" y="7193"/>
                  </a:lnTo>
                  <a:lnTo>
                    <a:pt x="57113" y="27188"/>
                  </a:lnTo>
                  <a:lnTo>
                    <a:pt x="26919" y="57607"/>
                  </a:lnTo>
                  <a:lnTo>
                    <a:pt x="7114" y="96072"/>
                  </a:lnTo>
                  <a:lnTo>
                    <a:pt x="0" y="140208"/>
                  </a:lnTo>
                  <a:lnTo>
                    <a:pt x="7114" y="184635"/>
                  </a:lnTo>
                  <a:lnTo>
                    <a:pt x="26919" y="223137"/>
                  </a:lnTo>
                  <a:lnTo>
                    <a:pt x="57113" y="253447"/>
                  </a:lnTo>
                  <a:lnTo>
                    <a:pt x="95390" y="273295"/>
                  </a:lnTo>
                  <a:lnTo>
                    <a:pt x="139445" y="280416"/>
                  </a:lnTo>
                  <a:lnTo>
                    <a:pt x="183873" y="273295"/>
                  </a:lnTo>
                  <a:lnTo>
                    <a:pt x="222375" y="253447"/>
                  </a:lnTo>
                  <a:lnTo>
                    <a:pt x="252685" y="223137"/>
                  </a:lnTo>
                  <a:lnTo>
                    <a:pt x="272533" y="184635"/>
                  </a:lnTo>
                  <a:lnTo>
                    <a:pt x="279653" y="140208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8" name="object 88"/>
          <p:cNvSpPr txBox="1"/>
          <p:nvPr/>
        </p:nvSpPr>
        <p:spPr>
          <a:xfrm>
            <a:off x="7763402" y="4330875"/>
            <a:ext cx="108585" cy="231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350" b="1" dirty="0">
                <a:solidFill>
                  <a:srgbClr val="797979"/>
                </a:solidFill>
                <a:latin typeface="Arial"/>
                <a:cs typeface="Arial"/>
              </a:rPr>
              <a:t>1</a:t>
            </a:r>
            <a:endParaRPr sz="1350">
              <a:latin typeface="Arial"/>
              <a:cs typeface="Arial"/>
            </a:endParaRPr>
          </a:p>
        </p:txBody>
      </p:sp>
      <p:grpSp>
        <p:nvGrpSpPr>
          <p:cNvPr id="89" name="object 89"/>
          <p:cNvGrpSpPr/>
          <p:nvPr/>
        </p:nvGrpSpPr>
        <p:grpSpPr>
          <a:xfrm>
            <a:off x="5596470" y="2976439"/>
            <a:ext cx="537845" cy="286385"/>
            <a:chOff x="5596470" y="2976439"/>
            <a:chExt cx="537845" cy="286385"/>
          </a:xfrm>
        </p:grpSpPr>
        <p:sp>
          <p:nvSpPr>
            <p:cNvPr id="90" name="object 90"/>
            <p:cNvSpPr/>
            <p:nvPr/>
          </p:nvSpPr>
          <p:spPr>
            <a:xfrm>
              <a:off x="5599328" y="2979296"/>
              <a:ext cx="280670" cy="280670"/>
            </a:xfrm>
            <a:custGeom>
              <a:avLst/>
              <a:gdLst/>
              <a:ahLst/>
              <a:cxnLst/>
              <a:rect l="l" t="t" r="r" b="b"/>
              <a:pathLst>
                <a:path w="280670" h="280670">
                  <a:moveTo>
                    <a:pt x="280415" y="140208"/>
                  </a:moveTo>
                  <a:lnTo>
                    <a:pt x="273222" y="95780"/>
                  </a:lnTo>
                  <a:lnTo>
                    <a:pt x="253227" y="57278"/>
                  </a:lnTo>
                  <a:lnTo>
                    <a:pt x="222808" y="26968"/>
                  </a:lnTo>
                  <a:lnTo>
                    <a:pt x="184343" y="7120"/>
                  </a:lnTo>
                  <a:lnTo>
                    <a:pt x="140207" y="0"/>
                  </a:lnTo>
                  <a:lnTo>
                    <a:pt x="95780" y="7120"/>
                  </a:lnTo>
                  <a:lnTo>
                    <a:pt x="57278" y="26968"/>
                  </a:lnTo>
                  <a:lnTo>
                    <a:pt x="26968" y="57278"/>
                  </a:lnTo>
                  <a:lnTo>
                    <a:pt x="7120" y="95780"/>
                  </a:lnTo>
                  <a:lnTo>
                    <a:pt x="0" y="140208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6"/>
                  </a:lnTo>
                  <a:lnTo>
                    <a:pt x="184343" y="273295"/>
                  </a:lnTo>
                  <a:lnTo>
                    <a:pt x="222808" y="253447"/>
                  </a:lnTo>
                  <a:lnTo>
                    <a:pt x="253227" y="223137"/>
                  </a:lnTo>
                  <a:lnTo>
                    <a:pt x="273222" y="184635"/>
                  </a:lnTo>
                  <a:lnTo>
                    <a:pt x="280415" y="1402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5599328" y="2979296"/>
              <a:ext cx="280670" cy="280670"/>
            </a:xfrm>
            <a:custGeom>
              <a:avLst/>
              <a:gdLst/>
              <a:ahLst/>
              <a:cxnLst/>
              <a:rect l="l" t="t" r="r" b="b"/>
              <a:pathLst>
                <a:path w="280670" h="280670">
                  <a:moveTo>
                    <a:pt x="280415" y="140208"/>
                  </a:moveTo>
                  <a:lnTo>
                    <a:pt x="273222" y="95780"/>
                  </a:lnTo>
                  <a:lnTo>
                    <a:pt x="253227" y="57278"/>
                  </a:lnTo>
                  <a:lnTo>
                    <a:pt x="222808" y="26968"/>
                  </a:lnTo>
                  <a:lnTo>
                    <a:pt x="184343" y="7120"/>
                  </a:lnTo>
                  <a:lnTo>
                    <a:pt x="140207" y="0"/>
                  </a:lnTo>
                  <a:lnTo>
                    <a:pt x="95780" y="7120"/>
                  </a:lnTo>
                  <a:lnTo>
                    <a:pt x="57278" y="26968"/>
                  </a:lnTo>
                  <a:lnTo>
                    <a:pt x="26968" y="57278"/>
                  </a:lnTo>
                  <a:lnTo>
                    <a:pt x="7120" y="95780"/>
                  </a:lnTo>
                  <a:lnTo>
                    <a:pt x="0" y="140208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6"/>
                  </a:lnTo>
                  <a:lnTo>
                    <a:pt x="184343" y="273295"/>
                  </a:lnTo>
                  <a:lnTo>
                    <a:pt x="222808" y="253447"/>
                  </a:lnTo>
                  <a:lnTo>
                    <a:pt x="253227" y="223137"/>
                  </a:lnTo>
                  <a:lnTo>
                    <a:pt x="273222" y="184635"/>
                  </a:lnTo>
                  <a:lnTo>
                    <a:pt x="280415" y="140208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5851550" y="2979296"/>
              <a:ext cx="280035" cy="280670"/>
            </a:xfrm>
            <a:custGeom>
              <a:avLst/>
              <a:gdLst/>
              <a:ahLst/>
              <a:cxnLst/>
              <a:rect l="l" t="t" r="r" b="b"/>
              <a:pathLst>
                <a:path w="280035" h="280670">
                  <a:moveTo>
                    <a:pt x="279653" y="140208"/>
                  </a:moveTo>
                  <a:lnTo>
                    <a:pt x="272539" y="95780"/>
                  </a:lnTo>
                  <a:lnTo>
                    <a:pt x="252734" y="57278"/>
                  </a:lnTo>
                  <a:lnTo>
                    <a:pt x="222540" y="26968"/>
                  </a:lnTo>
                  <a:lnTo>
                    <a:pt x="184263" y="7120"/>
                  </a:lnTo>
                  <a:lnTo>
                    <a:pt x="140207" y="0"/>
                  </a:lnTo>
                  <a:lnTo>
                    <a:pt x="95780" y="7120"/>
                  </a:lnTo>
                  <a:lnTo>
                    <a:pt x="57278" y="26968"/>
                  </a:lnTo>
                  <a:lnTo>
                    <a:pt x="26968" y="57278"/>
                  </a:lnTo>
                  <a:lnTo>
                    <a:pt x="7120" y="95780"/>
                  </a:lnTo>
                  <a:lnTo>
                    <a:pt x="0" y="140208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6"/>
                  </a:lnTo>
                  <a:lnTo>
                    <a:pt x="184263" y="273295"/>
                  </a:lnTo>
                  <a:lnTo>
                    <a:pt x="222540" y="253447"/>
                  </a:lnTo>
                  <a:lnTo>
                    <a:pt x="252734" y="223137"/>
                  </a:lnTo>
                  <a:lnTo>
                    <a:pt x="272539" y="184635"/>
                  </a:lnTo>
                  <a:lnTo>
                    <a:pt x="279653" y="1402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5851550" y="2979296"/>
              <a:ext cx="280035" cy="280670"/>
            </a:xfrm>
            <a:custGeom>
              <a:avLst/>
              <a:gdLst/>
              <a:ahLst/>
              <a:cxnLst/>
              <a:rect l="l" t="t" r="r" b="b"/>
              <a:pathLst>
                <a:path w="280035" h="280670">
                  <a:moveTo>
                    <a:pt x="279653" y="140208"/>
                  </a:moveTo>
                  <a:lnTo>
                    <a:pt x="272539" y="95780"/>
                  </a:lnTo>
                  <a:lnTo>
                    <a:pt x="252734" y="57278"/>
                  </a:lnTo>
                  <a:lnTo>
                    <a:pt x="222540" y="26968"/>
                  </a:lnTo>
                  <a:lnTo>
                    <a:pt x="184263" y="7120"/>
                  </a:lnTo>
                  <a:lnTo>
                    <a:pt x="140207" y="0"/>
                  </a:lnTo>
                  <a:lnTo>
                    <a:pt x="95780" y="7120"/>
                  </a:lnTo>
                  <a:lnTo>
                    <a:pt x="57278" y="26968"/>
                  </a:lnTo>
                  <a:lnTo>
                    <a:pt x="26968" y="57278"/>
                  </a:lnTo>
                  <a:lnTo>
                    <a:pt x="7120" y="95780"/>
                  </a:lnTo>
                  <a:lnTo>
                    <a:pt x="0" y="140208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6"/>
                  </a:lnTo>
                  <a:lnTo>
                    <a:pt x="184263" y="273295"/>
                  </a:lnTo>
                  <a:lnTo>
                    <a:pt x="222540" y="253447"/>
                  </a:lnTo>
                  <a:lnTo>
                    <a:pt x="252734" y="223137"/>
                  </a:lnTo>
                  <a:lnTo>
                    <a:pt x="272539" y="184635"/>
                  </a:lnTo>
                  <a:lnTo>
                    <a:pt x="279653" y="140208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4" name="object 94"/>
          <p:cNvSpPr txBox="1"/>
          <p:nvPr/>
        </p:nvSpPr>
        <p:spPr>
          <a:xfrm>
            <a:off x="5659520" y="3020415"/>
            <a:ext cx="421640" cy="17526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sz="950" b="1" spc="15" dirty="0">
                <a:solidFill>
                  <a:srgbClr val="797979"/>
                </a:solidFill>
                <a:latin typeface="Arial"/>
                <a:cs typeface="Arial"/>
              </a:rPr>
              <a:t>ГЕ </a:t>
            </a:r>
            <a:r>
              <a:rPr sz="950" b="1" spc="170" dirty="0">
                <a:solidFill>
                  <a:srgbClr val="797979"/>
                </a:solidFill>
                <a:latin typeface="Arial"/>
                <a:cs typeface="Arial"/>
              </a:rPr>
              <a:t> </a:t>
            </a:r>
            <a:r>
              <a:rPr sz="950" b="1" spc="15" dirty="0">
                <a:solidFill>
                  <a:srgbClr val="797979"/>
                </a:solidFill>
                <a:latin typeface="Arial"/>
                <a:cs typeface="Arial"/>
              </a:rPr>
              <a:t>ГЕ</a:t>
            </a:r>
            <a:endParaRPr sz="950">
              <a:latin typeface="Arial"/>
              <a:cs typeface="Arial"/>
            </a:endParaRPr>
          </a:p>
        </p:txBody>
      </p:sp>
      <p:grpSp>
        <p:nvGrpSpPr>
          <p:cNvPr id="95" name="object 95"/>
          <p:cNvGrpSpPr/>
          <p:nvPr/>
        </p:nvGrpSpPr>
        <p:grpSpPr>
          <a:xfrm>
            <a:off x="6283032" y="2976439"/>
            <a:ext cx="537845" cy="286385"/>
            <a:chOff x="6283032" y="2976439"/>
            <a:chExt cx="537845" cy="286385"/>
          </a:xfrm>
        </p:grpSpPr>
        <p:sp>
          <p:nvSpPr>
            <p:cNvPr id="96" name="object 96"/>
            <p:cNvSpPr/>
            <p:nvPr/>
          </p:nvSpPr>
          <p:spPr>
            <a:xfrm>
              <a:off x="6285890" y="2979296"/>
              <a:ext cx="280035" cy="280670"/>
            </a:xfrm>
            <a:custGeom>
              <a:avLst/>
              <a:gdLst/>
              <a:ahLst/>
              <a:cxnLst/>
              <a:rect l="l" t="t" r="r" b="b"/>
              <a:pathLst>
                <a:path w="280034" h="280670">
                  <a:moveTo>
                    <a:pt x="279653" y="140208"/>
                  </a:moveTo>
                  <a:lnTo>
                    <a:pt x="272539" y="95780"/>
                  </a:lnTo>
                  <a:lnTo>
                    <a:pt x="252734" y="57278"/>
                  </a:lnTo>
                  <a:lnTo>
                    <a:pt x="222540" y="26968"/>
                  </a:lnTo>
                  <a:lnTo>
                    <a:pt x="184263" y="7120"/>
                  </a:lnTo>
                  <a:lnTo>
                    <a:pt x="140207" y="0"/>
                  </a:lnTo>
                  <a:lnTo>
                    <a:pt x="95780" y="7120"/>
                  </a:lnTo>
                  <a:lnTo>
                    <a:pt x="57278" y="26968"/>
                  </a:lnTo>
                  <a:lnTo>
                    <a:pt x="26968" y="57278"/>
                  </a:lnTo>
                  <a:lnTo>
                    <a:pt x="7120" y="95780"/>
                  </a:lnTo>
                  <a:lnTo>
                    <a:pt x="0" y="140208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6"/>
                  </a:lnTo>
                  <a:lnTo>
                    <a:pt x="184263" y="273295"/>
                  </a:lnTo>
                  <a:lnTo>
                    <a:pt x="222540" y="253447"/>
                  </a:lnTo>
                  <a:lnTo>
                    <a:pt x="252734" y="223137"/>
                  </a:lnTo>
                  <a:lnTo>
                    <a:pt x="272539" y="184635"/>
                  </a:lnTo>
                  <a:lnTo>
                    <a:pt x="279653" y="1402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6285890" y="2979296"/>
              <a:ext cx="280035" cy="280670"/>
            </a:xfrm>
            <a:custGeom>
              <a:avLst/>
              <a:gdLst/>
              <a:ahLst/>
              <a:cxnLst/>
              <a:rect l="l" t="t" r="r" b="b"/>
              <a:pathLst>
                <a:path w="280034" h="280670">
                  <a:moveTo>
                    <a:pt x="279653" y="140208"/>
                  </a:moveTo>
                  <a:lnTo>
                    <a:pt x="272539" y="95780"/>
                  </a:lnTo>
                  <a:lnTo>
                    <a:pt x="252734" y="57278"/>
                  </a:lnTo>
                  <a:lnTo>
                    <a:pt x="222540" y="26968"/>
                  </a:lnTo>
                  <a:lnTo>
                    <a:pt x="184263" y="7120"/>
                  </a:lnTo>
                  <a:lnTo>
                    <a:pt x="140207" y="0"/>
                  </a:lnTo>
                  <a:lnTo>
                    <a:pt x="95780" y="7120"/>
                  </a:lnTo>
                  <a:lnTo>
                    <a:pt x="57278" y="26968"/>
                  </a:lnTo>
                  <a:lnTo>
                    <a:pt x="26968" y="57278"/>
                  </a:lnTo>
                  <a:lnTo>
                    <a:pt x="7120" y="95780"/>
                  </a:lnTo>
                  <a:lnTo>
                    <a:pt x="0" y="140208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6"/>
                  </a:lnTo>
                  <a:lnTo>
                    <a:pt x="184263" y="273295"/>
                  </a:lnTo>
                  <a:lnTo>
                    <a:pt x="222540" y="253447"/>
                  </a:lnTo>
                  <a:lnTo>
                    <a:pt x="252734" y="223137"/>
                  </a:lnTo>
                  <a:lnTo>
                    <a:pt x="272539" y="184635"/>
                  </a:lnTo>
                  <a:lnTo>
                    <a:pt x="279653" y="140208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6537350" y="2979296"/>
              <a:ext cx="280670" cy="280670"/>
            </a:xfrm>
            <a:custGeom>
              <a:avLst/>
              <a:gdLst/>
              <a:ahLst/>
              <a:cxnLst/>
              <a:rect l="l" t="t" r="r" b="b"/>
              <a:pathLst>
                <a:path w="280670" h="280670">
                  <a:moveTo>
                    <a:pt x="280416" y="140208"/>
                  </a:moveTo>
                  <a:lnTo>
                    <a:pt x="273295" y="95780"/>
                  </a:lnTo>
                  <a:lnTo>
                    <a:pt x="253447" y="57278"/>
                  </a:lnTo>
                  <a:lnTo>
                    <a:pt x="223137" y="26968"/>
                  </a:lnTo>
                  <a:lnTo>
                    <a:pt x="184635" y="7120"/>
                  </a:lnTo>
                  <a:lnTo>
                    <a:pt x="140208" y="0"/>
                  </a:lnTo>
                  <a:lnTo>
                    <a:pt x="96072" y="7120"/>
                  </a:lnTo>
                  <a:lnTo>
                    <a:pt x="57607" y="26968"/>
                  </a:lnTo>
                  <a:lnTo>
                    <a:pt x="27188" y="57278"/>
                  </a:lnTo>
                  <a:lnTo>
                    <a:pt x="7193" y="95780"/>
                  </a:lnTo>
                  <a:lnTo>
                    <a:pt x="0" y="140208"/>
                  </a:lnTo>
                  <a:lnTo>
                    <a:pt x="7193" y="184635"/>
                  </a:lnTo>
                  <a:lnTo>
                    <a:pt x="27188" y="223137"/>
                  </a:lnTo>
                  <a:lnTo>
                    <a:pt x="57607" y="253447"/>
                  </a:lnTo>
                  <a:lnTo>
                    <a:pt x="96072" y="273295"/>
                  </a:lnTo>
                  <a:lnTo>
                    <a:pt x="140208" y="280416"/>
                  </a:lnTo>
                  <a:lnTo>
                    <a:pt x="184635" y="273295"/>
                  </a:lnTo>
                  <a:lnTo>
                    <a:pt x="223137" y="253447"/>
                  </a:lnTo>
                  <a:lnTo>
                    <a:pt x="253447" y="223137"/>
                  </a:lnTo>
                  <a:lnTo>
                    <a:pt x="273295" y="184635"/>
                  </a:lnTo>
                  <a:lnTo>
                    <a:pt x="280416" y="1402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6537350" y="2979296"/>
              <a:ext cx="280670" cy="280670"/>
            </a:xfrm>
            <a:custGeom>
              <a:avLst/>
              <a:gdLst/>
              <a:ahLst/>
              <a:cxnLst/>
              <a:rect l="l" t="t" r="r" b="b"/>
              <a:pathLst>
                <a:path w="280670" h="280670">
                  <a:moveTo>
                    <a:pt x="280416" y="140208"/>
                  </a:moveTo>
                  <a:lnTo>
                    <a:pt x="273295" y="95780"/>
                  </a:lnTo>
                  <a:lnTo>
                    <a:pt x="253447" y="57278"/>
                  </a:lnTo>
                  <a:lnTo>
                    <a:pt x="223137" y="26968"/>
                  </a:lnTo>
                  <a:lnTo>
                    <a:pt x="184635" y="7120"/>
                  </a:lnTo>
                  <a:lnTo>
                    <a:pt x="140208" y="0"/>
                  </a:lnTo>
                  <a:lnTo>
                    <a:pt x="96072" y="7120"/>
                  </a:lnTo>
                  <a:lnTo>
                    <a:pt x="57607" y="26968"/>
                  </a:lnTo>
                  <a:lnTo>
                    <a:pt x="27188" y="57278"/>
                  </a:lnTo>
                  <a:lnTo>
                    <a:pt x="7193" y="95780"/>
                  </a:lnTo>
                  <a:lnTo>
                    <a:pt x="0" y="140208"/>
                  </a:lnTo>
                  <a:lnTo>
                    <a:pt x="7193" y="184635"/>
                  </a:lnTo>
                  <a:lnTo>
                    <a:pt x="27188" y="223137"/>
                  </a:lnTo>
                  <a:lnTo>
                    <a:pt x="57607" y="253447"/>
                  </a:lnTo>
                  <a:lnTo>
                    <a:pt x="96072" y="273295"/>
                  </a:lnTo>
                  <a:lnTo>
                    <a:pt x="140208" y="280416"/>
                  </a:lnTo>
                  <a:lnTo>
                    <a:pt x="184635" y="273295"/>
                  </a:lnTo>
                  <a:lnTo>
                    <a:pt x="223137" y="253447"/>
                  </a:lnTo>
                  <a:lnTo>
                    <a:pt x="253447" y="223137"/>
                  </a:lnTo>
                  <a:lnTo>
                    <a:pt x="273295" y="184635"/>
                  </a:lnTo>
                  <a:lnTo>
                    <a:pt x="280416" y="140208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0" name="object 100"/>
          <p:cNvSpPr txBox="1"/>
          <p:nvPr/>
        </p:nvSpPr>
        <p:spPr>
          <a:xfrm>
            <a:off x="6346843" y="3020415"/>
            <a:ext cx="423545" cy="17526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sz="950" b="1" spc="15" dirty="0">
                <a:solidFill>
                  <a:srgbClr val="797979"/>
                </a:solidFill>
                <a:latin typeface="Arial"/>
                <a:cs typeface="Arial"/>
              </a:rPr>
              <a:t>ГЕ </a:t>
            </a:r>
            <a:r>
              <a:rPr sz="950" b="1" spc="170" dirty="0">
                <a:solidFill>
                  <a:srgbClr val="797979"/>
                </a:solidFill>
                <a:latin typeface="Arial"/>
                <a:cs typeface="Arial"/>
              </a:rPr>
              <a:t> </a:t>
            </a:r>
            <a:r>
              <a:rPr sz="950" b="1" spc="20" dirty="0">
                <a:solidFill>
                  <a:srgbClr val="797979"/>
                </a:solidFill>
                <a:latin typeface="Arial"/>
                <a:cs typeface="Arial"/>
              </a:rPr>
              <a:t>ГЕ</a:t>
            </a:r>
            <a:endParaRPr sz="950">
              <a:latin typeface="Arial"/>
              <a:cs typeface="Arial"/>
            </a:endParaRPr>
          </a:p>
        </p:txBody>
      </p:sp>
      <p:grpSp>
        <p:nvGrpSpPr>
          <p:cNvPr id="101" name="object 101"/>
          <p:cNvGrpSpPr/>
          <p:nvPr/>
        </p:nvGrpSpPr>
        <p:grpSpPr>
          <a:xfrm>
            <a:off x="4107319" y="2772032"/>
            <a:ext cx="4207510" cy="2918460"/>
            <a:chOff x="4107319" y="2772032"/>
            <a:chExt cx="4207510" cy="2918460"/>
          </a:xfrm>
        </p:grpSpPr>
        <p:sp>
          <p:nvSpPr>
            <p:cNvPr id="102" name="object 102"/>
            <p:cNvSpPr/>
            <p:nvPr/>
          </p:nvSpPr>
          <p:spPr>
            <a:xfrm>
              <a:off x="7711592" y="4623692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7711592" y="4623692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ln w="571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4" name="object 10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802270" y="4731896"/>
              <a:ext cx="161544" cy="161544"/>
            </a:xfrm>
            <a:prstGeom prst="rect">
              <a:avLst/>
            </a:prstGeom>
          </p:spPr>
        </p:pic>
        <p:sp>
          <p:nvSpPr>
            <p:cNvPr id="105" name="object 105"/>
            <p:cNvSpPr/>
            <p:nvPr/>
          </p:nvSpPr>
          <p:spPr>
            <a:xfrm>
              <a:off x="6930542" y="4606166"/>
              <a:ext cx="772795" cy="254000"/>
            </a:xfrm>
            <a:custGeom>
              <a:avLst/>
              <a:gdLst/>
              <a:ahLst/>
              <a:cxnLst/>
              <a:rect l="l" t="t" r="r" b="b"/>
              <a:pathLst>
                <a:path w="772795" h="254000">
                  <a:moveTo>
                    <a:pt x="0" y="0"/>
                  </a:moveTo>
                  <a:lnTo>
                    <a:pt x="0" y="253746"/>
                  </a:lnTo>
                  <a:lnTo>
                    <a:pt x="772668" y="253745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8094116" y="4817240"/>
              <a:ext cx="220345" cy="0"/>
            </a:xfrm>
            <a:custGeom>
              <a:avLst/>
              <a:gdLst/>
              <a:ahLst/>
              <a:cxnLst/>
              <a:rect l="l" t="t" r="r" b="b"/>
              <a:pathLst>
                <a:path w="220345">
                  <a:moveTo>
                    <a:pt x="220218" y="0"/>
                  </a:moveTo>
                  <a:lnTo>
                    <a:pt x="0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7711592" y="5280536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7711592" y="5280536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ln w="571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9" name="object 10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802270" y="5388740"/>
              <a:ext cx="161544" cy="161544"/>
            </a:xfrm>
            <a:prstGeom prst="rect">
              <a:avLst/>
            </a:prstGeom>
          </p:spPr>
        </p:pic>
        <p:sp>
          <p:nvSpPr>
            <p:cNvPr id="110" name="object 110"/>
            <p:cNvSpPr/>
            <p:nvPr/>
          </p:nvSpPr>
          <p:spPr>
            <a:xfrm>
              <a:off x="6930542" y="5263010"/>
              <a:ext cx="772795" cy="254635"/>
            </a:xfrm>
            <a:custGeom>
              <a:avLst/>
              <a:gdLst/>
              <a:ahLst/>
              <a:cxnLst/>
              <a:rect l="l" t="t" r="r" b="b"/>
              <a:pathLst>
                <a:path w="772795" h="254635">
                  <a:moveTo>
                    <a:pt x="0" y="0"/>
                  </a:moveTo>
                  <a:lnTo>
                    <a:pt x="0" y="254508"/>
                  </a:lnTo>
                  <a:lnTo>
                    <a:pt x="772668" y="254507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8094116" y="5474084"/>
              <a:ext cx="220345" cy="0"/>
            </a:xfrm>
            <a:custGeom>
              <a:avLst/>
              <a:gdLst/>
              <a:ahLst/>
              <a:cxnLst/>
              <a:rect l="l" t="t" r="r" b="b"/>
              <a:pathLst>
                <a:path w="220345">
                  <a:moveTo>
                    <a:pt x="220218" y="0"/>
                  </a:moveTo>
                  <a:lnTo>
                    <a:pt x="0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329836" y="4622168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329836" y="4622168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ln w="571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4" name="object 11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58614" y="4729610"/>
              <a:ext cx="161544" cy="161544"/>
            </a:xfrm>
            <a:prstGeom prst="rect">
              <a:avLst/>
            </a:prstGeom>
          </p:spPr>
        </p:pic>
        <p:sp>
          <p:nvSpPr>
            <p:cNvPr id="115" name="object 115"/>
            <p:cNvSpPr/>
            <p:nvPr/>
          </p:nvSpPr>
          <p:spPr>
            <a:xfrm>
              <a:off x="4718443" y="4604642"/>
              <a:ext cx="773430" cy="254000"/>
            </a:xfrm>
            <a:custGeom>
              <a:avLst/>
              <a:gdLst/>
              <a:ahLst/>
              <a:cxnLst/>
              <a:rect l="l" t="t" r="r" b="b"/>
              <a:pathLst>
                <a:path w="773429" h="254000">
                  <a:moveTo>
                    <a:pt x="773429" y="0"/>
                  </a:moveTo>
                  <a:lnTo>
                    <a:pt x="773429" y="253746"/>
                  </a:lnTo>
                  <a:lnTo>
                    <a:pt x="0" y="253746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107319" y="4815716"/>
              <a:ext cx="220979" cy="0"/>
            </a:xfrm>
            <a:custGeom>
              <a:avLst/>
              <a:gdLst/>
              <a:ahLst/>
              <a:cxnLst/>
              <a:rect l="l" t="t" r="r" b="b"/>
              <a:pathLst>
                <a:path w="220979">
                  <a:moveTo>
                    <a:pt x="0" y="0"/>
                  </a:moveTo>
                  <a:lnTo>
                    <a:pt x="220979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329836" y="5279012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329836" y="5279012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ln w="571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9" name="object 1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58614" y="5387216"/>
              <a:ext cx="161544" cy="161544"/>
            </a:xfrm>
            <a:prstGeom prst="rect">
              <a:avLst/>
            </a:prstGeom>
          </p:spPr>
        </p:pic>
        <p:sp>
          <p:nvSpPr>
            <p:cNvPr id="120" name="object 120"/>
            <p:cNvSpPr/>
            <p:nvPr/>
          </p:nvSpPr>
          <p:spPr>
            <a:xfrm>
              <a:off x="4718443" y="5261486"/>
              <a:ext cx="773430" cy="254000"/>
            </a:xfrm>
            <a:custGeom>
              <a:avLst/>
              <a:gdLst/>
              <a:ahLst/>
              <a:cxnLst/>
              <a:rect l="l" t="t" r="r" b="b"/>
              <a:pathLst>
                <a:path w="773429" h="254000">
                  <a:moveTo>
                    <a:pt x="773429" y="0"/>
                  </a:moveTo>
                  <a:lnTo>
                    <a:pt x="773429" y="253746"/>
                  </a:lnTo>
                  <a:lnTo>
                    <a:pt x="0" y="253746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107319" y="5472560"/>
              <a:ext cx="220979" cy="0"/>
            </a:xfrm>
            <a:custGeom>
              <a:avLst/>
              <a:gdLst/>
              <a:ahLst/>
              <a:cxnLst/>
              <a:rect l="l" t="t" r="r" b="b"/>
              <a:pathLst>
                <a:path w="220979">
                  <a:moveTo>
                    <a:pt x="0" y="0"/>
                  </a:moveTo>
                  <a:lnTo>
                    <a:pt x="220979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5023256" y="2864234"/>
              <a:ext cx="386715" cy="2651125"/>
            </a:xfrm>
            <a:custGeom>
              <a:avLst/>
              <a:gdLst/>
              <a:ahLst/>
              <a:cxnLst/>
              <a:rect l="l" t="t" r="r" b="b"/>
              <a:pathLst>
                <a:path w="386714" h="2651125">
                  <a:moveTo>
                    <a:pt x="0" y="2650998"/>
                  </a:moveTo>
                  <a:lnTo>
                    <a:pt x="0" y="393954"/>
                  </a:lnTo>
                  <a:lnTo>
                    <a:pt x="386333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309768" y="2782700"/>
              <a:ext cx="181610" cy="182245"/>
            </a:xfrm>
            <a:custGeom>
              <a:avLst/>
              <a:gdLst/>
              <a:ahLst/>
              <a:cxnLst/>
              <a:rect l="l" t="t" r="r" b="b"/>
              <a:pathLst>
                <a:path w="181610" h="182244">
                  <a:moveTo>
                    <a:pt x="181356" y="0"/>
                  </a:moveTo>
                  <a:lnTo>
                    <a:pt x="0" y="61721"/>
                  </a:lnTo>
                  <a:lnTo>
                    <a:pt x="99060" y="83057"/>
                  </a:lnTo>
                  <a:lnTo>
                    <a:pt x="121920" y="182117"/>
                  </a:lnTo>
                  <a:lnTo>
                    <a:pt x="18135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918862" y="2872616"/>
              <a:ext cx="280670" cy="1976120"/>
            </a:xfrm>
            <a:custGeom>
              <a:avLst/>
              <a:gdLst/>
              <a:ahLst/>
              <a:cxnLst/>
              <a:rect l="l" t="t" r="r" b="b"/>
              <a:pathLst>
                <a:path w="280670" h="1976120">
                  <a:moveTo>
                    <a:pt x="0" y="1975865"/>
                  </a:moveTo>
                  <a:lnTo>
                    <a:pt x="0" y="280415"/>
                  </a:lnTo>
                  <a:lnTo>
                    <a:pt x="280415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099456" y="2791844"/>
              <a:ext cx="181610" cy="181610"/>
            </a:xfrm>
            <a:custGeom>
              <a:avLst/>
              <a:gdLst/>
              <a:ahLst/>
              <a:cxnLst/>
              <a:rect l="l" t="t" r="r" b="b"/>
              <a:pathLst>
                <a:path w="181610" h="181610">
                  <a:moveTo>
                    <a:pt x="181356" y="0"/>
                  </a:moveTo>
                  <a:lnTo>
                    <a:pt x="0" y="60197"/>
                  </a:lnTo>
                  <a:lnTo>
                    <a:pt x="99060" y="82295"/>
                  </a:lnTo>
                  <a:lnTo>
                    <a:pt x="121158" y="181355"/>
                  </a:lnTo>
                  <a:lnTo>
                    <a:pt x="18135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7047115" y="2854328"/>
              <a:ext cx="386715" cy="2651760"/>
            </a:xfrm>
            <a:custGeom>
              <a:avLst/>
              <a:gdLst/>
              <a:ahLst/>
              <a:cxnLst/>
              <a:rect l="l" t="t" r="r" b="b"/>
              <a:pathLst>
                <a:path w="386715" h="2651760">
                  <a:moveTo>
                    <a:pt x="386334" y="2651760"/>
                  </a:moveTo>
                  <a:lnTo>
                    <a:pt x="386334" y="393954"/>
                  </a:lnTo>
                  <a:lnTo>
                    <a:pt x="0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6966343" y="2772032"/>
              <a:ext cx="181610" cy="182880"/>
            </a:xfrm>
            <a:custGeom>
              <a:avLst/>
              <a:gdLst/>
              <a:ahLst/>
              <a:cxnLst/>
              <a:rect l="l" t="t" r="r" b="b"/>
              <a:pathLst>
                <a:path w="181609" h="182880">
                  <a:moveTo>
                    <a:pt x="181355" y="62484"/>
                  </a:moveTo>
                  <a:lnTo>
                    <a:pt x="0" y="0"/>
                  </a:lnTo>
                  <a:lnTo>
                    <a:pt x="59435" y="182880"/>
                  </a:lnTo>
                  <a:lnTo>
                    <a:pt x="82295" y="83820"/>
                  </a:lnTo>
                  <a:lnTo>
                    <a:pt x="181355" y="62484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7257440" y="2863472"/>
              <a:ext cx="280670" cy="1976120"/>
            </a:xfrm>
            <a:custGeom>
              <a:avLst/>
              <a:gdLst/>
              <a:ahLst/>
              <a:cxnLst/>
              <a:rect l="l" t="t" r="r" b="b"/>
              <a:pathLst>
                <a:path w="280670" h="1976120">
                  <a:moveTo>
                    <a:pt x="280416" y="1975865"/>
                  </a:moveTo>
                  <a:lnTo>
                    <a:pt x="280416" y="280415"/>
                  </a:lnTo>
                  <a:lnTo>
                    <a:pt x="0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7176655" y="2782700"/>
              <a:ext cx="181610" cy="181610"/>
            </a:xfrm>
            <a:custGeom>
              <a:avLst/>
              <a:gdLst/>
              <a:ahLst/>
              <a:cxnLst/>
              <a:rect l="l" t="t" r="r" b="b"/>
              <a:pathLst>
                <a:path w="181609" h="181610">
                  <a:moveTo>
                    <a:pt x="181355" y="60198"/>
                  </a:moveTo>
                  <a:lnTo>
                    <a:pt x="0" y="0"/>
                  </a:lnTo>
                  <a:lnTo>
                    <a:pt x="60197" y="181356"/>
                  </a:lnTo>
                  <a:lnTo>
                    <a:pt x="82295" y="82296"/>
                  </a:lnTo>
                  <a:lnTo>
                    <a:pt x="181355" y="6019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0" name="object 130"/>
          <p:cNvSpPr txBox="1"/>
          <p:nvPr/>
        </p:nvSpPr>
        <p:spPr>
          <a:xfrm>
            <a:off x="7553852" y="5805046"/>
            <a:ext cx="50165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00009A"/>
                </a:solidFill>
                <a:latin typeface="Calibri"/>
                <a:cs typeface="Calibri"/>
              </a:rPr>
              <a:t>канал 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6" name="object 13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191770">
              <a:lnSpc>
                <a:spcPct val="100000"/>
              </a:lnSpc>
              <a:spcBef>
                <a:spcPts val="345"/>
              </a:spcBef>
            </a:pPr>
            <a:fld id="{81D60167-4931-47E6-BA6A-407CBD079E47}" type="slidenum">
              <a:rPr spc="-5" dirty="0"/>
              <a:t>42</a:t>
            </a:fld>
            <a:endParaRPr spc="-5" dirty="0"/>
          </a:p>
        </p:txBody>
      </p:sp>
      <p:sp>
        <p:nvSpPr>
          <p:cNvPr id="131" name="object 131"/>
          <p:cNvSpPr txBox="1"/>
          <p:nvPr/>
        </p:nvSpPr>
        <p:spPr>
          <a:xfrm>
            <a:off x="4331354" y="5805046"/>
            <a:ext cx="50165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00009A"/>
                </a:solidFill>
                <a:latin typeface="Calibri"/>
                <a:cs typeface="Calibri"/>
              </a:rPr>
              <a:t>канал 3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4331354" y="2886586"/>
            <a:ext cx="50165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00009A"/>
                </a:solidFill>
                <a:latin typeface="Calibri"/>
                <a:cs typeface="Calibri"/>
              </a:rPr>
              <a:t>канал 4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4039507" y="1297054"/>
            <a:ext cx="4212590" cy="17640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Четырехканальная система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системы аварийного </a:t>
            </a:r>
            <a:r>
              <a:rPr sz="1600" spc="-35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ввода</a:t>
            </a:r>
            <a:r>
              <a:rPr sz="1600" spc="-1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бора (</a:t>
            </a: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САВБ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) резервированием каналов</a:t>
            </a:r>
            <a:endParaRPr sz="1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r>
              <a:rPr sz="1600" dirty="0">
                <a:solidFill>
                  <a:srgbClr val="FF0000"/>
                </a:solidFill>
                <a:latin typeface="Calibri"/>
                <a:cs typeface="Calibri"/>
              </a:rPr>
              <a:t>4</a:t>
            </a:r>
            <a:r>
              <a:rPr sz="1600" spc="-2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FF0000"/>
                </a:solidFill>
                <a:latin typeface="Calibri"/>
                <a:cs typeface="Calibri"/>
              </a:rPr>
              <a:t>х</a:t>
            </a:r>
            <a:r>
              <a:rPr sz="1600" spc="-2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50</a:t>
            </a:r>
            <a:r>
              <a:rPr sz="1600" spc="-2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FF0000"/>
                </a:solidFill>
                <a:latin typeface="Calibri"/>
                <a:cs typeface="Calibri"/>
              </a:rPr>
              <a:t>%</a:t>
            </a:r>
            <a:endParaRPr sz="16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600">
              <a:latin typeface="Calibri"/>
              <a:cs typeface="Calibri"/>
            </a:endParaRPr>
          </a:p>
          <a:p>
            <a:pPr marL="162560" algn="ctr">
              <a:lnSpc>
                <a:spcPct val="100000"/>
              </a:lnSpc>
              <a:spcBef>
                <a:spcPts val="1415"/>
              </a:spcBef>
            </a:pPr>
            <a:r>
              <a:rPr sz="1400" spc="-5" dirty="0">
                <a:solidFill>
                  <a:srgbClr val="FF0000"/>
                </a:solidFill>
                <a:latin typeface="Calibri"/>
                <a:cs typeface="Calibri"/>
              </a:rPr>
              <a:t>На</a:t>
            </a:r>
            <a:r>
              <a:rPr sz="140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400" spc="-5" dirty="0">
                <a:solidFill>
                  <a:srgbClr val="FF0000"/>
                </a:solidFill>
                <a:latin typeface="Calibri"/>
                <a:cs typeface="Calibri"/>
              </a:rPr>
              <a:t>впрыск</a:t>
            </a:r>
            <a:r>
              <a:rPr sz="1400" spc="-1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400" spc="-5" dirty="0">
                <a:solidFill>
                  <a:srgbClr val="FF0000"/>
                </a:solidFill>
                <a:latin typeface="Calibri"/>
                <a:cs typeface="Calibri"/>
              </a:rPr>
              <a:t>в компенсатор</a:t>
            </a:r>
            <a:r>
              <a:rPr sz="1400" spc="-1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400" dirty="0">
                <a:solidFill>
                  <a:srgbClr val="FF0000"/>
                </a:solidFill>
                <a:latin typeface="Calibri"/>
                <a:cs typeface="Calibri"/>
              </a:rPr>
              <a:t>давления</a:t>
            </a:r>
            <a:endParaRPr sz="14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50">
              <a:latin typeface="Calibri"/>
              <a:cs typeface="Calibri"/>
            </a:endParaRPr>
          </a:p>
          <a:p>
            <a:pPr marR="201295" algn="r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solidFill>
                  <a:srgbClr val="00009A"/>
                </a:solidFill>
                <a:latin typeface="Calibri"/>
                <a:cs typeface="Calibri"/>
              </a:rPr>
              <a:t>канал</a:t>
            </a:r>
            <a:r>
              <a:rPr sz="1200" spc="-45" dirty="0">
                <a:solidFill>
                  <a:srgbClr val="00009A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0009A"/>
                </a:solidFill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4" name="object 134"/>
          <p:cNvSpPr txBox="1">
            <a:spLocks noGrp="1"/>
          </p:cNvSpPr>
          <p:nvPr>
            <p:ph type="title"/>
          </p:nvPr>
        </p:nvSpPr>
        <p:spPr>
          <a:xfrm>
            <a:off x="2763411" y="220348"/>
            <a:ext cx="421640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Системы</a:t>
            </a:r>
            <a:r>
              <a:rPr spc="-15" dirty="0"/>
              <a:t> </a:t>
            </a:r>
            <a:r>
              <a:rPr spc="-5" dirty="0"/>
              <a:t>безопасности</a:t>
            </a:r>
          </a:p>
        </p:txBody>
      </p:sp>
      <p:sp>
        <p:nvSpPr>
          <p:cNvPr id="135" name="object 135"/>
          <p:cNvSpPr txBox="1"/>
          <p:nvPr/>
        </p:nvSpPr>
        <p:spPr>
          <a:xfrm>
            <a:off x="391075" y="938228"/>
            <a:ext cx="3305175" cy="5619750"/>
          </a:xfrm>
          <a:prstGeom prst="rect">
            <a:avLst/>
          </a:prstGeom>
        </p:spPr>
        <p:txBody>
          <a:bodyPr vert="horz" wrap="square" lIns="0" tIns="46990" rIns="0" bIns="0" rtlCol="0">
            <a:spAutoFit/>
          </a:bodyPr>
          <a:lstStyle/>
          <a:p>
            <a:pPr marL="227965">
              <a:lnSpc>
                <a:spcPct val="100000"/>
              </a:lnSpc>
              <a:spcBef>
                <a:spcPts val="370"/>
              </a:spcBef>
            </a:pPr>
            <a:r>
              <a:rPr sz="2400" spc="-5" dirty="0">
                <a:solidFill>
                  <a:srgbClr val="FF0000"/>
                </a:solidFill>
                <a:latin typeface="Calibri"/>
                <a:cs typeface="Calibri"/>
              </a:rPr>
              <a:t>САВБ</a:t>
            </a:r>
            <a:r>
              <a:rPr sz="2400" spc="-3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FF0000"/>
                </a:solidFill>
                <a:latin typeface="Calibri"/>
                <a:cs typeface="Calibri"/>
              </a:rPr>
              <a:t>(система</a:t>
            </a:r>
            <a:r>
              <a:rPr sz="1200" spc="-1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FF0000"/>
                </a:solidFill>
                <a:latin typeface="Calibri"/>
                <a:cs typeface="Calibri"/>
              </a:rPr>
              <a:t>аварийного</a:t>
            </a:r>
            <a:r>
              <a:rPr sz="1200" spc="-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FF0000"/>
                </a:solidFill>
                <a:latin typeface="Calibri"/>
                <a:cs typeface="Calibri"/>
              </a:rPr>
              <a:t>ввода</a:t>
            </a:r>
            <a:r>
              <a:rPr sz="1200" spc="-5" dirty="0">
                <a:solidFill>
                  <a:srgbClr val="FF0000"/>
                </a:solidFill>
                <a:latin typeface="Calibri"/>
                <a:cs typeface="Calibri"/>
              </a:rPr>
              <a:t> бора)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180"/>
              </a:spcBef>
            </a:pP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САВБ</a:t>
            </a:r>
            <a:r>
              <a:rPr sz="1600" spc="-2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предназначена</a:t>
            </a:r>
            <a:r>
              <a:rPr sz="1600" spc="-3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10" dirty="0">
                <a:solidFill>
                  <a:srgbClr val="002060"/>
                </a:solidFill>
                <a:latin typeface="Calibri"/>
                <a:cs typeface="Calibri"/>
              </a:rPr>
              <a:t>для:</a:t>
            </a:r>
            <a:endParaRPr sz="1600">
              <a:latin typeface="Calibri"/>
              <a:cs typeface="Calibri"/>
            </a:endParaRPr>
          </a:p>
          <a:p>
            <a:pPr marL="38100" marR="121920">
              <a:lnSpc>
                <a:spcPct val="100000"/>
              </a:lnSpc>
            </a:pP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…впрыска раствора борной кислоты </a:t>
            </a:r>
            <a:r>
              <a:rPr sz="1600" spc="-35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в</a:t>
            </a:r>
            <a:r>
              <a:rPr sz="1600" spc="3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КД</a:t>
            </a:r>
            <a:r>
              <a:rPr sz="1600" spc="3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при</a:t>
            </a:r>
            <a:r>
              <a:rPr sz="1600" spc="3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авариях</a:t>
            </a:r>
            <a:r>
              <a:rPr sz="1600" spc="2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FF0000"/>
                </a:solidFill>
                <a:latin typeface="Calibri"/>
                <a:cs typeface="Calibri"/>
              </a:rPr>
              <a:t>с</a:t>
            </a:r>
            <a:r>
              <a:rPr sz="1600" spc="4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течью</a:t>
            </a:r>
            <a:r>
              <a:rPr sz="1600" spc="3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из </a:t>
            </a:r>
            <a:r>
              <a:rPr sz="1600" dirty="0">
                <a:solidFill>
                  <a:srgbClr val="FF0000"/>
                </a:solidFill>
                <a:latin typeface="Calibri"/>
                <a:cs typeface="Calibri"/>
              </a:rPr>
              <a:t> первого </a:t>
            </a: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контура во второй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, для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быстрого снижения давления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в </a:t>
            </a:r>
            <a:r>
              <a:rPr sz="1600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первом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контуре;</a:t>
            </a:r>
            <a:endParaRPr sz="1600">
              <a:latin typeface="Calibri"/>
              <a:cs typeface="Calibri"/>
            </a:endParaRPr>
          </a:p>
          <a:p>
            <a:pPr marL="38100" marR="143510">
              <a:lnSpc>
                <a:spcPct val="100000"/>
              </a:lnSpc>
              <a:spcBef>
                <a:spcPts val="30"/>
              </a:spcBef>
            </a:pP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…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подачи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в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первый контур раствора </a:t>
            </a:r>
            <a:r>
              <a:rPr sz="1600" spc="-35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борной кислоты для быстрого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перевода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реакторной установки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в </a:t>
            </a:r>
            <a:r>
              <a:rPr sz="1600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подкритическое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состояние в </a:t>
            </a:r>
            <a:r>
              <a:rPr sz="1600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режимах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с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отказом срабатывания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10" dirty="0">
                <a:solidFill>
                  <a:srgbClr val="002060"/>
                </a:solidFill>
                <a:latin typeface="Calibri"/>
                <a:cs typeface="Calibri"/>
              </a:rPr>
              <a:t>аварийной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защиты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реактора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(</a:t>
            </a: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режимы ATWS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)</a:t>
            </a:r>
            <a:endParaRPr sz="1600">
              <a:latin typeface="Calibri"/>
              <a:cs typeface="Calibri"/>
            </a:endParaRPr>
          </a:p>
          <a:p>
            <a:pPr marL="74295" marR="426084">
              <a:lnSpc>
                <a:spcPct val="100000"/>
              </a:lnSpc>
              <a:spcBef>
                <a:spcPts val="330"/>
              </a:spcBef>
            </a:pP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Всасывающие трубопроводы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насосов аварийного ввода бора </a:t>
            </a:r>
            <a:r>
              <a:rPr sz="1600" spc="-35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подключены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к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двум бакам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с </a:t>
            </a:r>
            <a:r>
              <a:rPr sz="1600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концентрацией</a:t>
            </a:r>
            <a:r>
              <a:rPr sz="1600" spc="-3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борной</a:t>
            </a:r>
            <a:r>
              <a:rPr sz="1600" spc="-4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кислоты</a:t>
            </a:r>
            <a:endParaRPr sz="1600">
              <a:latin typeface="Calibri"/>
              <a:cs typeface="Calibri"/>
            </a:endParaRPr>
          </a:p>
          <a:p>
            <a:pPr marL="74295" marR="30480" indent="-635">
              <a:lnSpc>
                <a:spcPct val="100000"/>
              </a:lnSpc>
              <a:spcBef>
                <a:spcPts val="25"/>
              </a:spcBef>
            </a:pP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40</a:t>
            </a:r>
            <a:r>
              <a:rPr sz="1600" spc="-1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г/кг</a:t>
            </a:r>
            <a:r>
              <a:rPr sz="1600" spc="-1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объемом</a:t>
            </a:r>
            <a:r>
              <a:rPr sz="1600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150</a:t>
            </a:r>
            <a:r>
              <a:rPr sz="1600" spc="-1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м</a:t>
            </a:r>
            <a:r>
              <a:rPr sz="1650" baseline="25252" dirty="0">
                <a:solidFill>
                  <a:srgbClr val="002060"/>
                </a:solidFill>
                <a:latin typeface="Calibri"/>
                <a:cs typeface="Calibri"/>
              </a:rPr>
              <a:t>3</a:t>
            </a:r>
            <a:r>
              <a:rPr sz="1650" spc="157" baseline="25252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каждый.</a:t>
            </a:r>
            <a:r>
              <a:rPr sz="1600" spc="-2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Для </a:t>
            </a:r>
            <a:r>
              <a:rPr sz="1600" spc="-34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подачи борной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кислоты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от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САВБ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доступно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не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менее </a:t>
            </a: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80 </a:t>
            </a:r>
            <a:r>
              <a:rPr sz="1600" dirty="0">
                <a:solidFill>
                  <a:srgbClr val="FF0000"/>
                </a:solidFill>
                <a:latin typeface="Calibri"/>
                <a:cs typeface="Calibri"/>
              </a:rPr>
              <a:t>м</a:t>
            </a:r>
            <a:r>
              <a:rPr sz="1650" baseline="25252" dirty="0">
                <a:solidFill>
                  <a:srgbClr val="FF0000"/>
                </a:solidFill>
                <a:latin typeface="Calibri"/>
                <a:cs typeface="Calibri"/>
              </a:rPr>
              <a:t>3</a:t>
            </a:r>
            <a:r>
              <a:rPr sz="1650" spc="7" baseline="25252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суммарно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из</a:t>
            </a:r>
            <a:r>
              <a:rPr sz="1600" spc="-1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двух</a:t>
            </a:r>
            <a:r>
              <a:rPr sz="1600" spc="-1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баков.</a:t>
            </a:r>
            <a:endParaRPr sz="16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251921" y="1191454"/>
            <a:ext cx="4744085" cy="5200650"/>
            <a:chOff x="4251921" y="1191454"/>
            <a:chExt cx="4744085" cy="5200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62018" y="1200788"/>
              <a:ext cx="4724400" cy="5181600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4256684" y="1196216"/>
              <a:ext cx="4734560" cy="5191125"/>
            </a:xfrm>
            <a:custGeom>
              <a:avLst/>
              <a:gdLst/>
              <a:ahLst/>
              <a:cxnLst/>
              <a:rect l="l" t="t" r="r" b="b"/>
              <a:pathLst>
                <a:path w="4734559" h="5191125">
                  <a:moveTo>
                    <a:pt x="4734306" y="5190744"/>
                  </a:moveTo>
                  <a:lnTo>
                    <a:pt x="4734306" y="0"/>
                  </a:lnTo>
                  <a:lnTo>
                    <a:pt x="0" y="0"/>
                  </a:lnTo>
                  <a:lnTo>
                    <a:pt x="0" y="5190744"/>
                  </a:lnTo>
                  <a:lnTo>
                    <a:pt x="4734306" y="5190744"/>
                  </a:lnTo>
                  <a:close/>
                </a:path>
              </a:pathLst>
            </a:custGeom>
            <a:ln w="9144">
              <a:solidFill>
                <a:srgbClr val="659A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383925" y="3144662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383925" y="3358023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383925" y="3571383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383925" y="3784742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383925" y="3998102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383925" y="4211462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383925" y="4424823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383925" y="4638183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383925" y="4851542"/>
              <a:ext cx="2000250" cy="159385"/>
            </a:xfrm>
            <a:custGeom>
              <a:avLst/>
              <a:gdLst/>
              <a:ahLst/>
              <a:cxnLst/>
              <a:rect l="l" t="t" r="r" b="b"/>
              <a:pathLst>
                <a:path w="2000250" h="159385">
                  <a:moveTo>
                    <a:pt x="14478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44780" y="159258"/>
                  </a:lnTo>
                  <a:lnTo>
                    <a:pt x="144780" y="158496"/>
                  </a:lnTo>
                  <a:close/>
                </a:path>
                <a:path w="2000250" h="159385">
                  <a:moveTo>
                    <a:pt x="14478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44780" y="156210"/>
                  </a:lnTo>
                  <a:lnTo>
                    <a:pt x="144780" y="155448"/>
                  </a:lnTo>
                  <a:close/>
                </a:path>
                <a:path w="2000250" h="159385">
                  <a:moveTo>
                    <a:pt x="14478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44780" y="153162"/>
                  </a:lnTo>
                  <a:lnTo>
                    <a:pt x="144780" y="152400"/>
                  </a:lnTo>
                  <a:close/>
                </a:path>
                <a:path w="2000250" h="159385">
                  <a:moveTo>
                    <a:pt x="14478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44780" y="150114"/>
                  </a:lnTo>
                  <a:lnTo>
                    <a:pt x="144780" y="149352"/>
                  </a:lnTo>
                  <a:close/>
                </a:path>
                <a:path w="2000250" h="159385">
                  <a:moveTo>
                    <a:pt x="14478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44780" y="147066"/>
                  </a:lnTo>
                  <a:lnTo>
                    <a:pt x="144780" y="146304"/>
                  </a:lnTo>
                  <a:close/>
                </a:path>
                <a:path w="2000250" h="159385">
                  <a:moveTo>
                    <a:pt x="14478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44780" y="144018"/>
                  </a:lnTo>
                  <a:lnTo>
                    <a:pt x="144780" y="143256"/>
                  </a:lnTo>
                  <a:close/>
                </a:path>
                <a:path w="2000250" h="159385">
                  <a:moveTo>
                    <a:pt x="14478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44780" y="140970"/>
                  </a:lnTo>
                  <a:lnTo>
                    <a:pt x="144780" y="140208"/>
                  </a:lnTo>
                  <a:close/>
                </a:path>
                <a:path w="2000250" h="159385">
                  <a:moveTo>
                    <a:pt x="14478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44780" y="137922"/>
                  </a:lnTo>
                  <a:lnTo>
                    <a:pt x="144780" y="137160"/>
                  </a:lnTo>
                  <a:close/>
                </a:path>
                <a:path w="2000250" h="159385">
                  <a:moveTo>
                    <a:pt x="14478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44780" y="134874"/>
                  </a:lnTo>
                  <a:lnTo>
                    <a:pt x="144780" y="134112"/>
                  </a:lnTo>
                  <a:close/>
                </a:path>
                <a:path w="2000250" h="159385">
                  <a:moveTo>
                    <a:pt x="14478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44780" y="131826"/>
                  </a:lnTo>
                  <a:lnTo>
                    <a:pt x="144780" y="131064"/>
                  </a:lnTo>
                  <a:close/>
                </a:path>
                <a:path w="2000250" h="159385">
                  <a:moveTo>
                    <a:pt x="14478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44780" y="128778"/>
                  </a:lnTo>
                  <a:lnTo>
                    <a:pt x="144780" y="128016"/>
                  </a:lnTo>
                  <a:close/>
                </a:path>
                <a:path w="2000250" h="159385">
                  <a:moveTo>
                    <a:pt x="14478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44780" y="125730"/>
                  </a:lnTo>
                  <a:lnTo>
                    <a:pt x="144780" y="124968"/>
                  </a:lnTo>
                  <a:close/>
                </a:path>
                <a:path w="2000250" h="159385">
                  <a:moveTo>
                    <a:pt x="14478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44780" y="122682"/>
                  </a:lnTo>
                  <a:lnTo>
                    <a:pt x="144780" y="121920"/>
                  </a:lnTo>
                  <a:close/>
                </a:path>
                <a:path w="2000250" h="159385">
                  <a:moveTo>
                    <a:pt x="14478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44780" y="119634"/>
                  </a:lnTo>
                  <a:lnTo>
                    <a:pt x="144780" y="118872"/>
                  </a:lnTo>
                  <a:close/>
                </a:path>
                <a:path w="2000250" h="159385">
                  <a:moveTo>
                    <a:pt x="14478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44780" y="116586"/>
                  </a:lnTo>
                  <a:lnTo>
                    <a:pt x="144780" y="115824"/>
                  </a:lnTo>
                  <a:close/>
                </a:path>
                <a:path w="2000250" h="159385">
                  <a:moveTo>
                    <a:pt x="14478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44780" y="113538"/>
                  </a:lnTo>
                  <a:lnTo>
                    <a:pt x="144780" y="112776"/>
                  </a:lnTo>
                  <a:close/>
                </a:path>
                <a:path w="2000250" h="159385">
                  <a:moveTo>
                    <a:pt x="14478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44780" y="110490"/>
                  </a:lnTo>
                  <a:lnTo>
                    <a:pt x="144780" y="109728"/>
                  </a:lnTo>
                  <a:close/>
                </a:path>
                <a:path w="2000250" h="159385">
                  <a:moveTo>
                    <a:pt x="14478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44780" y="107442"/>
                  </a:lnTo>
                  <a:lnTo>
                    <a:pt x="144780" y="106680"/>
                  </a:lnTo>
                  <a:close/>
                </a:path>
                <a:path w="2000250" h="159385">
                  <a:moveTo>
                    <a:pt x="2000250" y="158496"/>
                  </a:moveTo>
                  <a:lnTo>
                    <a:pt x="655320" y="158496"/>
                  </a:lnTo>
                  <a:lnTo>
                    <a:pt x="65532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159385">
                  <a:moveTo>
                    <a:pt x="2000250" y="155448"/>
                  </a:moveTo>
                  <a:lnTo>
                    <a:pt x="655320" y="155448"/>
                  </a:lnTo>
                  <a:lnTo>
                    <a:pt x="65532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159385">
                  <a:moveTo>
                    <a:pt x="2000250" y="152400"/>
                  </a:moveTo>
                  <a:lnTo>
                    <a:pt x="655320" y="152400"/>
                  </a:lnTo>
                  <a:lnTo>
                    <a:pt x="65532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159385">
                  <a:moveTo>
                    <a:pt x="2000250" y="149352"/>
                  </a:moveTo>
                  <a:lnTo>
                    <a:pt x="655320" y="149352"/>
                  </a:lnTo>
                  <a:lnTo>
                    <a:pt x="65532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159385">
                  <a:moveTo>
                    <a:pt x="2000250" y="146304"/>
                  </a:moveTo>
                  <a:lnTo>
                    <a:pt x="655320" y="146304"/>
                  </a:lnTo>
                  <a:lnTo>
                    <a:pt x="65532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159385">
                  <a:moveTo>
                    <a:pt x="2000250" y="143256"/>
                  </a:moveTo>
                  <a:lnTo>
                    <a:pt x="655320" y="143256"/>
                  </a:lnTo>
                  <a:lnTo>
                    <a:pt x="65532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159385">
                  <a:moveTo>
                    <a:pt x="2000250" y="140208"/>
                  </a:moveTo>
                  <a:lnTo>
                    <a:pt x="655320" y="140208"/>
                  </a:lnTo>
                  <a:lnTo>
                    <a:pt x="65532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159385">
                  <a:moveTo>
                    <a:pt x="2000250" y="137160"/>
                  </a:moveTo>
                  <a:lnTo>
                    <a:pt x="655320" y="137160"/>
                  </a:lnTo>
                  <a:lnTo>
                    <a:pt x="65532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159385">
                  <a:moveTo>
                    <a:pt x="2000250" y="134112"/>
                  </a:moveTo>
                  <a:lnTo>
                    <a:pt x="655320" y="134112"/>
                  </a:lnTo>
                  <a:lnTo>
                    <a:pt x="65532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159385">
                  <a:moveTo>
                    <a:pt x="2000250" y="131064"/>
                  </a:moveTo>
                  <a:lnTo>
                    <a:pt x="655320" y="131064"/>
                  </a:lnTo>
                  <a:lnTo>
                    <a:pt x="65532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159385">
                  <a:moveTo>
                    <a:pt x="2000250" y="128016"/>
                  </a:moveTo>
                  <a:lnTo>
                    <a:pt x="655320" y="128016"/>
                  </a:lnTo>
                  <a:lnTo>
                    <a:pt x="65532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159385">
                  <a:moveTo>
                    <a:pt x="2000250" y="124968"/>
                  </a:moveTo>
                  <a:lnTo>
                    <a:pt x="655320" y="124968"/>
                  </a:lnTo>
                  <a:lnTo>
                    <a:pt x="65532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159385">
                  <a:moveTo>
                    <a:pt x="2000250" y="121920"/>
                  </a:moveTo>
                  <a:lnTo>
                    <a:pt x="655320" y="121920"/>
                  </a:lnTo>
                  <a:lnTo>
                    <a:pt x="65532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159385">
                  <a:moveTo>
                    <a:pt x="2000250" y="118872"/>
                  </a:moveTo>
                  <a:lnTo>
                    <a:pt x="655320" y="118872"/>
                  </a:lnTo>
                  <a:lnTo>
                    <a:pt x="65532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159385">
                  <a:moveTo>
                    <a:pt x="2000250" y="115824"/>
                  </a:moveTo>
                  <a:lnTo>
                    <a:pt x="655320" y="115824"/>
                  </a:lnTo>
                  <a:lnTo>
                    <a:pt x="65532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159385">
                  <a:moveTo>
                    <a:pt x="2000250" y="112776"/>
                  </a:moveTo>
                  <a:lnTo>
                    <a:pt x="655320" y="112776"/>
                  </a:lnTo>
                  <a:lnTo>
                    <a:pt x="65532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159385">
                  <a:moveTo>
                    <a:pt x="2000250" y="109728"/>
                  </a:moveTo>
                  <a:lnTo>
                    <a:pt x="655320" y="109728"/>
                  </a:lnTo>
                  <a:lnTo>
                    <a:pt x="65532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159385">
                  <a:moveTo>
                    <a:pt x="2000250" y="106680"/>
                  </a:moveTo>
                  <a:lnTo>
                    <a:pt x="655320" y="106680"/>
                  </a:lnTo>
                  <a:lnTo>
                    <a:pt x="65532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159385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159385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159385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159385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159385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159385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159385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159385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159385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159385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159385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159385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159385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159385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159385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159385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159385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159385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159385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159385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159385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159385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159385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159385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159385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159385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159385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159385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159385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159385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159385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159385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159385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159385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159385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383925" y="5010039"/>
              <a:ext cx="2000250" cy="107950"/>
            </a:xfrm>
            <a:custGeom>
              <a:avLst/>
              <a:gdLst/>
              <a:ahLst/>
              <a:cxnLst/>
              <a:rect l="l" t="t" r="r" b="b"/>
              <a:pathLst>
                <a:path w="2000250" h="107950">
                  <a:moveTo>
                    <a:pt x="14478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44780" y="107442"/>
                  </a:lnTo>
                  <a:lnTo>
                    <a:pt x="144780" y="106680"/>
                  </a:lnTo>
                  <a:close/>
                </a:path>
                <a:path w="2000250" h="107950">
                  <a:moveTo>
                    <a:pt x="14478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44780" y="104394"/>
                  </a:lnTo>
                  <a:lnTo>
                    <a:pt x="144780" y="103632"/>
                  </a:lnTo>
                  <a:close/>
                </a:path>
                <a:path w="2000250" h="107950">
                  <a:moveTo>
                    <a:pt x="14478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44780" y="101346"/>
                  </a:lnTo>
                  <a:lnTo>
                    <a:pt x="144780" y="100584"/>
                  </a:lnTo>
                  <a:close/>
                </a:path>
                <a:path w="2000250" h="107950">
                  <a:moveTo>
                    <a:pt x="14478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44780" y="98298"/>
                  </a:lnTo>
                  <a:lnTo>
                    <a:pt x="144780" y="97536"/>
                  </a:lnTo>
                  <a:close/>
                </a:path>
                <a:path w="2000250" h="107950">
                  <a:moveTo>
                    <a:pt x="14478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44780" y="95250"/>
                  </a:lnTo>
                  <a:lnTo>
                    <a:pt x="144780" y="94488"/>
                  </a:lnTo>
                  <a:close/>
                </a:path>
                <a:path w="2000250" h="107950">
                  <a:moveTo>
                    <a:pt x="14478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44780" y="92202"/>
                  </a:lnTo>
                  <a:lnTo>
                    <a:pt x="144780" y="91440"/>
                  </a:lnTo>
                  <a:close/>
                </a:path>
                <a:path w="2000250" h="107950">
                  <a:moveTo>
                    <a:pt x="14478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44780" y="89154"/>
                  </a:lnTo>
                  <a:lnTo>
                    <a:pt x="144780" y="88392"/>
                  </a:lnTo>
                  <a:close/>
                </a:path>
                <a:path w="2000250" h="107950">
                  <a:moveTo>
                    <a:pt x="14478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44780" y="86106"/>
                  </a:lnTo>
                  <a:lnTo>
                    <a:pt x="144780" y="85344"/>
                  </a:lnTo>
                  <a:close/>
                </a:path>
                <a:path w="2000250" h="107950">
                  <a:moveTo>
                    <a:pt x="14478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44780" y="83058"/>
                  </a:lnTo>
                  <a:lnTo>
                    <a:pt x="144780" y="82296"/>
                  </a:lnTo>
                  <a:close/>
                </a:path>
                <a:path w="2000250" h="107950">
                  <a:moveTo>
                    <a:pt x="14478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44780" y="80010"/>
                  </a:lnTo>
                  <a:lnTo>
                    <a:pt x="144780" y="79248"/>
                  </a:lnTo>
                  <a:close/>
                </a:path>
                <a:path w="2000250" h="107950">
                  <a:moveTo>
                    <a:pt x="14478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44780" y="76962"/>
                  </a:lnTo>
                  <a:lnTo>
                    <a:pt x="144780" y="76200"/>
                  </a:lnTo>
                  <a:close/>
                </a:path>
                <a:path w="2000250" h="107950">
                  <a:moveTo>
                    <a:pt x="14478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44780" y="73914"/>
                  </a:lnTo>
                  <a:lnTo>
                    <a:pt x="144780" y="73152"/>
                  </a:lnTo>
                  <a:close/>
                </a:path>
                <a:path w="2000250" h="107950">
                  <a:moveTo>
                    <a:pt x="14478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44780" y="70866"/>
                  </a:lnTo>
                  <a:lnTo>
                    <a:pt x="144780" y="70104"/>
                  </a:lnTo>
                  <a:close/>
                </a:path>
                <a:path w="2000250" h="107950">
                  <a:moveTo>
                    <a:pt x="14478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44780" y="67818"/>
                  </a:lnTo>
                  <a:lnTo>
                    <a:pt x="144780" y="67056"/>
                  </a:lnTo>
                  <a:close/>
                </a:path>
                <a:path w="2000250" h="107950">
                  <a:moveTo>
                    <a:pt x="14478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44780" y="64770"/>
                  </a:lnTo>
                  <a:lnTo>
                    <a:pt x="144780" y="64008"/>
                  </a:lnTo>
                  <a:close/>
                </a:path>
                <a:path w="2000250" h="107950">
                  <a:moveTo>
                    <a:pt x="14478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44780" y="61722"/>
                  </a:lnTo>
                  <a:lnTo>
                    <a:pt x="144780" y="60960"/>
                  </a:lnTo>
                  <a:close/>
                </a:path>
                <a:path w="2000250" h="107950">
                  <a:moveTo>
                    <a:pt x="14478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44780" y="58674"/>
                  </a:lnTo>
                  <a:lnTo>
                    <a:pt x="144780" y="57912"/>
                  </a:lnTo>
                  <a:close/>
                </a:path>
                <a:path w="2000250" h="107950">
                  <a:moveTo>
                    <a:pt x="14478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44780" y="55626"/>
                  </a:lnTo>
                  <a:lnTo>
                    <a:pt x="144780" y="54864"/>
                  </a:lnTo>
                  <a:close/>
                </a:path>
                <a:path w="2000250" h="107950">
                  <a:moveTo>
                    <a:pt x="14478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44780" y="52578"/>
                  </a:lnTo>
                  <a:lnTo>
                    <a:pt x="144780" y="51816"/>
                  </a:lnTo>
                  <a:close/>
                </a:path>
                <a:path w="2000250" h="107950">
                  <a:moveTo>
                    <a:pt x="14478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44780" y="49530"/>
                  </a:lnTo>
                  <a:lnTo>
                    <a:pt x="144780" y="48768"/>
                  </a:lnTo>
                  <a:close/>
                </a:path>
                <a:path w="2000250" h="107950">
                  <a:moveTo>
                    <a:pt x="14478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44780" y="46482"/>
                  </a:lnTo>
                  <a:lnTo>
                    <a:pt x="144780" y="45720"/>
                  </a:lnTo>
                  <a:close/>
                </a:path>
                <a:path w="2000250" h="107950">
                  <a:moveTo>
                    <a:pt x="14478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44780" y="43434"/>
                  </a:lnTo>
                  <a:lnTo>
                    <a:pt x="144780" y="42672"/>
                  </a:lnTo>
                  <a:close/>
                </a:path>
                <a:path w="2000250" h="107950">
                  <a:moveTo>
                    <a:pt x="14478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44780" y="40386"/>
                  </a:lnTo>
                  <a:lnTo>
                    <a:pt x="144780" y="39624"/>
                  </a:lnTo>
                  <a:close/>
                </a:path>
                <a:path w="2000250" h="107950">
                  <a:moveTo>
                    <a:pt x="14478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44780" y="37338"/>
                  </a:lnTo>
                  <a:lnTo>
                    <a:pt x="144780" y="36576"/>
                  </a:lnTo>
                  <a:close/>
                </a:path>
                <a:path w="2000250" h="107950">
                  <a:moveTo>
                    <a:pt x="14478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44780" y="34290"/>
                  </a:lnTo>
                  <a:lnTo>
                    <a:pt x="144780" y="33528"/>
                  </a:lnTo>
                  <a:close/>
                </a:path>
                <a:path w="2000250" h="107950">
                  <a:moveTo>
                    <a:pt x="14478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44780" y="31242"/>
                  </a:lnTo>
                  <a:lnTo>
                    <a:pt x="144780" y="30480"/>
                  </a:lnTo>
                  <a:close/>
                </a:path>
                <a:path w="2000250" h="107950">
                  <a:moveTo>
                    <a:pt x="14478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44780" y="28194"/>
                  </a:lnTo>
                  <a:lnTo>
                    <a:pt x="144780" y="27432"/>
                  </a:lnTo>
                  <a:close/>
                </a:path>
                <a:path w="2000250" h="107950">
                  <a:moveTo>
                    <a:pt x="14478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44780" y="25146"/>
                  </a:lnTo>
                  <a:lnTo>
                    <a:pt x="144780" y="24384"/>
                  </a:lnTo>
                  <a:close/>
                </a:path>
                <a:path w="2000250" h="107950">
                  <a:moveTo>
                    <a:pt x="1447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44780" y="22098"/>
                  </a:lnTo>
                  <a:lnTo>
                    <a:pt x="144780" y="21336"/>
                  </a:lnTo>
                  <a:close/>
                </a:path>
                <a:path w="2000250" h="107950">
                  <a:moveTo>
                    <a:pt x="1447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44780" y="19050"/>
                  </a:lnTo>
                  <a:lnTo>
                    <a:pt x="144780" y="18288"/>
                  </a:lnTo>
                  <a:close/>
                </a:path>
                <a:path w="2000250" h="107950">
                  <a:moveTo>
                    <a:pt x="1447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44780" y="16002"/>
                  </a:lnTo>
                  <a:lnTo>
                    <a:pt x="144780" y="15240"/>
                  </a:lnTo>
                  <a:close/>
                </a:path>
                <a:path w="2000250" h="107950">
                  <a:moveTo>
                    <a:pt x="1447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44780" y="12954"/>
                  </a:lnTo>
                  <a:lnTo>
                    <a:pt x="144780" y="12192"/>
                  </a:lnTo>
                  <a:close/>
                </a:path>
                <a:path w="2000250" h="107950">
                  <a:moveTo>
                    <a:pt x="1447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44780" y="9906"/>
                  </a:lnTo>
                  <a:lnTo>
                    <a:pt x="144780" y="9144"/>
                  </a:lnTo>
                  <a:close/>
                </a:path>
                <a:path w="2000250" h="107950">
                  <a:moveTo>
                    <a:pt x="1447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44780" y="6858"/>
                  </a:lnTo>
                  <a:lnTo>
                    <a:pt x="144780" y="6096"/>
                  </a:lnTo>
                  <a:close/>
                </a:path>
                <a:path w="2000250" h="107950">
                  <a:moveTo>
                    <a:pt x="1447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44780" y="3810"/>
                  </a:lnTo>
                  <a:lnTo>
                    <a:pt x="144780" y="3048"/>
                  </a:lnTo>
                  <a:close/>
                </a:path>
                <a:path w="2000250" h="107950">
                  <a:moveTo>
                    <a:pt x="2000250" y="106680"/>
                  </a:moveTo>
                  <a:lnTo>
                    <a:pt x="655320" y="106680"/>
                  </a:lnTo>
                  <a:lnTo>
                    <a:pt x="65532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107950">
                  <a:moveTo>
                    <a:pt x="2000250" y="103632"/>
                  </a:moveTo>
                  <a:lnTo>
                    <a:pt x="655320" y="103632"/>
                  </a:lnTo>
                  <a:lnTo>
                    <a:pt x="65532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107950">
                  <a:moveTo>
                    <a:pt x="2000250" y="100584"/>
                  </a:moveTo>
                  <a:lnTo>
                    <a:pt x="655320" y="100584"/>
                  </a:lnTo>
                  <a:lnTo>
                    <a:pt x="65532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107950">
                  <a:moveTo>
                    <a:pt x="2000250" y="97536"/>
                  </a:moveTo>
                  <a:lnTo>
                    <a:pt x="655320" y="97536"/>
                  </a:lnTo>
                  <a:lnTo>
                    <a:pt x="65532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107950">
                  <a:moveTo>
                    <a:pt x="2000250" y="94488"/>
                  </a:moveTo>
                  <a:lnTo>
                    <a:pt x="655320" y="94488"/>
                  </a:lnTo>
                  <a:lnTo>
                    <a:pt x="65532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107950">
                  <a:moveTo>
                    <a:pt x="2000250" y="91440"/>
                  </a:moveTo>
                  <a:lnTo>
                    <a:pt x="655320" y="91440"/>
                  </a:lnTo>
                  <a:lnTo>
                    <a:pt x="65532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107950">
                  <a:moveTo>
                    <a:pt x="2000250" y="88392"/>
                  </a:moveTo>
                  <a:lnTo>
                    <a:pt x="655320" y="88392"/>
                  </a:lnTo>
                  <a:lnTo>
                    <a:pt x="65532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107950">
                  <a:moveTo>
                    <a:pt x="2000250" y="85344"/>
                  </a:moveTo>
                  <a:lnTo>
                    <a:pt x="655320" y="85344"/>
                  </a:lnTo>
                  <a:lnTo>
                    <a:pt x="65532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107950">
                  <a:moveTo>
                    <a:pt x="2000250" y="82296"/>
                  </a:moveTo>
                  <a:lnTo>
                    <a:pt x="655320" y="82296"/>
                  </a:lnTo>
                  <a:lnTo>
                    <a:pt x="65532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107950">
                  <a:moveTo>
                    <a:pt x="2000250" y="79248"/>
                  </a:moveTo>
                  <a:lnTo>
                    <a:pt x="655320" y="79248"/>
                  </a:lnTo>
                  <a:lnTo>
                    <a:pt x="65532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107950">
                  <a:moveTo>
                    <a:pt x="2000250" y="76200"/>
                  </a:moveTo>
                  <a:lnTo>
                    <a:pt x="655320" y="76200"/>
                  </a:lnTo>
                  <a:lnTo>
                    <a:pt x="65532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107950">
                  <a:moveTo>
                    <a:pt x="2000250" y="73152"/>
                  </a:moveTo>
                  <a:lnTo>
                    <a:pt x="655320" y="73152"/>
                  </a:lnTo>
                  <a:lnTo>
                    <a:pt x="65532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107950">
                  <a:moveTo>
                    <a:pt x="2000250" y="70104"/>
                  </a:moveTo>
                  <a:lnTo>
                    <a:pt x="655320" y="70104"/>
                  </a:lnTo>
                  <a:lnTo>
                    <a:pt x="65532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107950">
                  <a:moveTo>
                    <a:pt x="2000250" y="67056"/>
                  </a:moveTo>
                  <a:lnTo>
                    <a:pt x="655320" y="67056"/>
                  </a:lnTo>
                  <a:lnTo>
                    <a:pt x="65532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107950">
                  <a:moveTo>
                    <a:pt x="2000250" y="64008"/>
                  </a:moveTo>
                  <a:lnTo>
                    <a:pt x="655320" y="64008"/>
                  </a:lnTo>
                  <a:lnTo>
                    <a:pt x="65532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107950">
                  <a:moveTo>
                    <a:pt x="2000250" y="60960"/>
                  </a:moveTo>
                  <a:lnTo>
                    <a:pt x="655320" y="60960"/>
                  </a:lnTo>
                  <a:lnTo>
                    <a:pt x="65532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107950">
                  <a:moveTo>
                    <a:pt x="2000250" y="57912"/>
                  </a:moveTo>
                  <a:lnTo>
                    <a:pt x="655320" y="57912"/>
                  </a:lnTo>
                  <a:lnTo>
                    <a:pt x="65532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107950">
                  <a:moveTo>
                    <a:pt x="2000250" y="54864"/>
                  </a:moveTo>
                  <a:lnTo>
                    <a:pt x="655320" y="54864"/>
                  </a:lnTo>
                  <a:lnTo>
                    <a:pt x="65532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107950">
                  <a:moveTo>
                    <a:pt x="2000250" y="51816"/>
                  </a:moveTo>
                  <a:lnTo>
                    <a:pt x="655320" y="51816"/>
                  </a:lnTo>
                  <a:lnTo>
                    <a:pt x="65532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107950">
                  <a:moveTo>
                    <a:pt x="2000250" y="48768"/>
                  </a:moveTo>
                  <a:lnTo>
                    <a:pt x="655320" y="48768"/>
                  </a:lnTo>
                  <a:lnTo>
                    <a:pt x="65532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107950">
                  <a:moveTo>
                    <a:pt x="2000250" y="45720"/>
                  </a:moveTo>
                  <a:lnTo>
                    <a:pt x="655320" y="45720"/>
                  </a:lnTo>
                  <a:lnTo>
                    <a:pt x="65532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107950">
                  <a:moveTo>
                    <a:pt x="2000250" y="42672"/>
                  </a:moveTo>
                  <a:lnTo>
                    <a:pt x="655320" y="42672"/>
                  </a:lnTo>
                  <a:lnTo>
                    <a:pt x="65532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107950">
                  <a:moveTo>
                    <a:pt x="2000250" y="39624"/>
                  </a:moveTo>
                  <a:lnTo>
                    <a:pt x="655320" y="39624"/>
                  </a:lnTo>
                  <a:lnTo>
                    <a:pt x="65532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107950">
                  <a:moveTo>
                    <a:pt x="2000250" y="36576"/>
                  </a:moveTo>
                  <a:lnTo>
                    <a:pt x="655320" y="36576"/>
                  </a:lnTo>
                  <a:lnTo>
                    <a:pt x="65532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107950">
                  <a:moveTo>
                    <a:pt x="2000250" y="33528"/>
                  </a:moveTo>
                  <a:lnTo>
                    <a:pt x="655320" y="33528"/>
                  </a:lnTo>
                  <a:lnTo>
                    <a:pt x="65532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107950">
                  <a:moveTo>
                    <a:pt x="2000250" y="30480"/>
                  </a:moveTo>
                  <a:lnTo>
                    <a:pt x="655320" y="30480"/>
                  </a:lnTo>
                  <a:lnTo>
                    <a:pt x="65532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107950">
                  <a:moveTo>
                    <a:pt x="2000250" y="27432"/>
                  </a:moveTo>
                  <a:lnTo>
                    <a:pt x="655320" y="27432"/>
                  </a:lnTo>
                  <a:lnTo>
                    <a:pt x="65532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107950">
                  <a:moveTo>
                    <a:pt x="2000250" y="24384"/>
                  </a:moveTo>
                  <a:lnTo>
                    <a:pt x="655320" y="24384"/>
                  </a:lnTo>
                  <a:lnTo>
                    <a:pt x="65532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107950">
                  <a:moveTo>
                    <a:pt x="2000250" y="21336"/>
                  </a:moveTo>
                  <a:lnTo>
                    <a:pt x="655320" y="21336"/>
                  </a:lnTo>
                  <a:lnTo>
                    <a:pt x="65532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107950">
                  <a:moveTo>
                    <a:pt x="2000250" y="18288"/>
                  </a:moveTo>
                  <a:lnTo>
                    <a:pt x="655320" y="18288"/>
                  </a:lnTo>
                  <a:lnTo>
                    <a:pt x="65532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107950">
                  <a:moveTo>
                    <a:pt x="2000250" y="15240"/>
                  </a:moveTo>
                  <a:lnTo>
                    <a:pt x="655320" y="15240"/>
                  </a:lnTo>
                  <a:lnTo>
                    <a:pt x="65532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107950">
                  <a:moveTo>
                    <a:pt x="2000250" y="12192"/>
                  </a:moveTo>
                  <a:lnTo>
                    <a:pt x="655320" y="12192"/>
                  </a:lnTo>
                  <a:lnTo>
                    <a:pt x="65532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107950">
                  <a:moveTo>
                    <a:pt x="2000250" y="9144"/>
                  </a:moveTo>
                  <a:lnTo>
                    <a:pt x="655320" y="9144"/>
                  </a:lnTo>
                  <a:lnTo>
                    <a:pt x="65532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107950">
                  <a:moveTo>
                    <a:pt x="2000250" y="6096"/>
                  </a:moveTo>
                  <a:lnTo>
                    <a:pt x="655320" y="6096"/>
                  </a:lnTo>
                  <a:lnTo>
                    <a:pt x="65532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107950">
                  <a:moveTo>
                    <a:pt x="2000250" y="3048"/>
                  </a:moveTo>
                  <a:lnTo>
                    <a:pt x="655320" y="3048"/>
                  </a:lnTo>
                  <a:lnTo>
                    <a:pt x="65532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107950">
                  <a:moveTo>
                    <a:pt x="2000250" y="0"/>
                  </a:moveTo>
                  <a:lnTo>
                    <a:pt x="655320" y="0"/>
                  </a:lnTo>
                  <a:lnTo>
                    <a:pt x="65532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383925" y="5116718"/>
              <a:ext cx="2000250" cy="107950"/>
            </a:xfrm>
            <a:custGeom>
              <a:avLst/>
              <a:gdLst/>
              <a:ahLst/>
              <a:cxnLst/>
              <a:rect l="l" t="t" r="r" b="b"/>
              <a:pathLst>
                <a:path w="2000250" h="107950">
                  <a:moveTo>
                    <a:pt x="14478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44780" y="107442"/>
                  </a:lnTo>
                  <a:lnTo>
                    <a:pt x="144780" y="106680"/>
                  </a:lnTo>
                  <a:close/>
                </a:path>
                <a:path w="2000250" h="107950">
                  <a:moveTo>
                    <a:pt x="14478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44780" y="104394"/>
                  </a:lnTo>
                  <a:lnTo>
                    <a:pt x="144780" y="103632"/>
                  </a:lnTo>
                  <a:close/>
                </a:path>
                <a:path w="2000250" h="107950">
                  <a:moveTo>
                    <a:pt x="14478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44780" y="101346"/>
                  </a:lnTo>
                  <a:lnTo>
                    <a:pt x="144780" y="100584"/>
                  </a:lnTo>
                  <a:close/>
                </a:path>
                <a:path w="2000250" h="107950">
                  <a:moveTo>
                    <a:pt x="14478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44780" y="98298"/>
                  </a:lnTo>
                  <a:lnTo>
                    <a:pt x="144780" y="97536"/>
                  </a:lnTo>
                  <a:close/>
                </a:path>
                <a:path w="2000250" h="107950">
                  <a:moveTo>
                    <a:pt x="14478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44780" y="95250"/>
                  </a:lnTo>
                  <a:lnTo>
                    <a:pt x="144780" y="94488"/>
                  </a:lnTo>
                  <a:close/>
                </a:path>
                <a:path w="2000250" h="107950">
                  <a:moveTo>
                    <a:pt x="14478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44780" y="92202"/>
                  </a:lnTo>
                  <a:lnTo>
                    <a:pt x="144780" y="91440"/>
                  </a:lnTo>
                  <a:close/>
                </a:path>
                <a:path w="2000250" h="107950">
                  <a:moveTo>
                    <a:pt x="14478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44780" y="89154"/>
                  </a:lnTo>
                  <a:lnTo>
                    <a:pt x="144780" y="88392"/>
                  </a:lnTo>
                  <a:close/>
                </a:path>
                <a:path w="2000250" h="107950">
                  <a:moveTo>
                    <a:pt x="14478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44780" y="86106"/>
                  </a:lnTo>
                  <a:lnTo>
                    <a:pt x="144780" y="85344"/>
                  </a:lnTo>
                  <a:close/>
                </a:path>
                <a:path w="2000250" h="107950">
                  <a:moveTo>
                    <a:pt x="14478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44780" y="83058"/>
                  </a:lnTo>
                  <a:lnTo>
                    <a:pt x="144780" y="82296"/>
                  </a:lnTo>
                  <a:close/>
                </a:path>
                <a:path w="2000250" h="107950">
                  <a:moveTo>
                    <a:pt x="14478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44780" y="80010"/>
                  </a:lnTo>
                  <a:lnTo>
                    <a:pt x="144780" y="79248"/>
                  </a:lnTo>
                  <a:close/>
                </a:path>
                <a:path w="2000250" h="107950">
                  <a:moveTo>
                    <a:pt x="14478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44780" y="76962"/>
                  </a:lnTo>
                  <a:lnTo>
                    <a:pt x="144780" y="76200"/>
                  </a:lnTo>
                  <a:close/>
                </a:path>
                <a:path w="2000250" h="107950">
                  <a:moveTo>
                    <a:pt x="14478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44780" y="73914"/>
                  </a:lnTo>
                  <a:lnTo>
                    <a:pt x="144780" y="73152"/>
                  </a:lnTo>
                  <a:close/>
                </a:path>
                <a:path w="2000250" h="107950">
                  <a:moveTo>
                    <a:pt x="14478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44780" y="70866"/>
                  </a:lnTo>
                  <a:lnTo>
                    <a:pt x="144780" y="70104"/>
                  </a:lnTo>
                  <a:close/>
                </a:path>
                <a:path w="2000250" h="107950">
                  <a:moveTo>
                    <a:pt x="14478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44780" y="67818"/>
                  </a:lnTo>
                  <a:lnTo>
                    <a:pt x="144780" y="67056"/>
                  </a:lnTo>
                  <a:close/>
                </a:path>
                <a:path w="2000250" h="107950">
                  <a:moveTo>
                    <a:pt x="14478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44780" y="64770"/>
                  </a:lnTo>
                  <a:lnTo>
                    <a:pt x="144780" y="64008"/>
                  </a:lnTo>
                  <a:close/>
                </a:path>
                <a:path w="2000250" h="107950">
                  <a:moveTo>
                    <a:pt x="14478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44780" y="61722"/>
                  </a:lnTo>
                  <a:lnTo>
                    <a:pt x="144780" y="60960"/>
                  </a:lnTo>
                  <a:close/>
                </a:path>
                <a:path w="2000250" h="107950">
                  <a:moveTo>
                    <a:pt x="14478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44780" y="58674"/>
                  </a:lnTo>
                  <a:lnTo>
                    <a:pt x="144780" y="57912"/>
                  </a:lnTo>
                  <a:close/>
                </a:path>
                <a:path w="2000250" h="107950">
                  <a:moveTo>
                    <a:pt x="14478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44780" y="55626"/>
                  </a:lnTo>
                  <a:lnTo>
                    <a:pt x="144780" y="54864"/>
                  </a:lnTo>
                  <a:close/>
                </a:path>
                <a:path w="2000250" h="107950">
                  <a:moveTo>
                    <a:pt x="14478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44780" y="52578"/>
                  </a:lnTo>
                  <a:lnTo>
                    <a:pt x="144780" y="51816"/>
                  </a:lnTo>
                  <a:close/>
                </a:path>
                <a:path w="2000250" h="107950">
                  <a:moveTo>
                    <a:pt x="14478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44780" y="49530"/>
                  </a:lnTo>
                  <a:lnTo>
                    <a:pt x="144780" y="48768"/>
                  </a:lnTo>
                  <a:close/>
                </a:path>
                <a:path w="2000250" h="107950">
                  <a:moveTo>
                    <a:pt x="14478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44780" y="46482"/>
                  </a:lnTo>
                  <a:lnTo>
                    <a:pt x="144780" y="45720"/>
                  </a:lnTo>
                  <a:close/>
                </a:path>
                <a:path w="2000250" h="107950">
                  <a:moveTo>
                    <a:pt x="14478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44780" y="43434"/>
                  </a:lnTo>
                  <a:lnTo>
                    <a:pt x="144780" y="42672"/>
                  </a:lnTo>
                  <a:close/>
                </a:path>
                <a:path w="2000250" h="107950">
                  <a:moveTo>
                    <a:pt x="14478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44780" y="40386"/>
                  </a:lnTo>
                  <a:lnTo>
                    <a:pt x="144780" y="39624"/>
                  </a:lnTo>
                  <a:close/>
                </a:path>
                <a:path w="2000250" h="107950">
                  <a:moveTo>
                    <a:pt x="14478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44780" y="37338"/>
                  </a:lnTo>
                  <a:lnTo>
                    <a:pt x="144780" y="36576"/>
                  </a:lnTo>
                  <a:close/>
                </a:path>
                <a:path w="2000250" h="107950">
                  <a:moveTo>
                    <a:pt x="14478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44780" y="34290"/>
                  </a:lnTo>
                  <a:lnTo>
                    <a:pt x="144780" y="33528"/>
                  </a:lnTo>
                  <a:close/>
                </a:path>
                <a:path w="2000250" h="107950">
                  <a:moveTo>
                    <a:pt x="14478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44780" y="31242"/>
                  </a:lnTo>
                  <a:lnTo>
                    <a:pt x="144780" y="30480"/>
                  </a:lnTo>
                  <a:close/>
                </a:path>
                <a:path w="2000250" h="107950">
                  <a:moveTo>
                    <a:pt x="14478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44780" y="28194"/>
                  </a:lnTo>
                  <a:lnTo>
                    <a:pt x="144780" y="27432"/>
                  </a:lnTo>
                  <a:close/>
                </a:path>
                <a:path w="2000250" h="107950">
                  <a:moveTo>
                    <a:pt x="14478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44780" y="25146"/>
                  </a:lnTo>
                  <a:lnTo>
                    <a:pt x="144780" y="24384"/>
                  </a:lnTo>
                  <a:close/>
                </a:path>
                <a:path w="2000250" h="107950">
                  <a:moveTo>
                    <a:pt x="1447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44780" y="22098"/>
                  </a:lnTo>
                  <a:lnTo>
                    <a:pt x="144780" y="21336"/>
                  </a:lnTo>
                  <a:close/>
                </a:path>
                <a:path w="2000250" h="107950">
                  <a:moveTo>
                    <a:pt x="1447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44780" y="19050"/>
                  </a:lnTo>
                  <a:lnTo>
                    <a:pt x="144780" y="18288"/>
                  </a:lnTo>
                  <a:close/>
                </a:path>
                <a:path w="2000250" h="107950">
                  <a:moveTo>
                    <a:pt x="1447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44780" y="16002"/>
                  </a:lnTo>
                  <a:lnTo>
                    <a:pt x="144780" y="15240"/>
                  </a:lnTo>
                  <a:close/>
                </a:path>
                <a:path w="2000250" h="107950">
                  <a:moveTo>
                    <a:pt x="1447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44780" y="12954"/>
                  </a:lnTo>
                  <a:lnTo>
                    <a:pt x="144780" y="12192"/>
                  </a:lnTo>
                  <a:close/>
                </a:path>
                <a:path w="2000250" h="107950">
                  <a:moveTo>
                    <a:pt x="1447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44780" y="9906"/>
                  </a:lnTo>
                  <a:lnTo>
                    <a:pt x="144780" y="9144"/>
                  </a:lnTo>
                  <a:close/>
                </a:path>
                <a:path w="2000250" h="107950">
                  <a:moveTo>
                    <a:pt x="1447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44780" y="6858"/>
                  </a:lnTo>
                  <a:lnTo>
                    <a:pt x="144780" y="6096"/>
                  </a:lnTo>
                  <a:close/>
                </a:path>
                <a:path w="2000250" h="107950">
                  <a:moveTo>
                    <a:pt x="1447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44780" y="3810"/>
                  </a:lnTo>
                  <a:lnTo>
                    <a:pt x="144780" y="3048"/>
                  </a:lnTo>
                  <a:close/>
                </a:path>
                <a:path w="2000250" h="107950">
                  <a:moveTo>
                    <a:pt x="2000250" y="106680"/>
                  </a:moveTo>
                  <a:lnTo>
                    <a:pt x="655320" y="106680"/>
                  </a:lnTo>
                  <a:lnTo>
                    <a:pt x="65532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107950">
                  <a:moveTo>
                    <a:pt x="2000250" y="103632"/>
                  </a:moveTo>
                  <a:lnTo>
                    <a:pt x="655320" y="103632"/>
                  </a:lnTo>
                  <a:lnTo>
                    <a:pt x="65532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107950">
                  <a:moveTo>
                    <a:pt x="2000250" y="100584"/>
                  </a:moveTo>
                  <a:lnTo>
                    <a:pt x="655320" y="100584"/>
                  </a:lnTo>
                  <a:lnTo>
                    <a:pt x="65532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107950">
                  <a:moveTo>
                    <a:pt x="2000250" y="97536"/>
                  </a:moveTo>
                  <a:lnTo>
                    <a:pt x="655320" y="97536"/>
                  </a:lnTo>
                  <a:lnTo>
                    <a:pt x="65532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107950">
                  <a:moveTo>
                    <a:pt x="2000250" y="94488"/>
                  </a:moveTo>
                  <a:lnTo>
                    <a:pt x="655320" y="94488"/>
                  </a:lnTo>
                  <a:lnTo>
                    <a:pt x="65532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107950">
                  <a:moveTo>
                    <a:pt x="2000250" y="91440"/>
                  </a:moveTo>
                  <a:lnTo>
                    <a:pt x="655320" y="91440"/>
                  </a:lnTo>
                  <a:lnTo>
                    <a:pt x="65532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107950">
                  <a:moveTo>
                    <a:pt x="2000250" y="88392"/>
                  </a:moveTo>
                  <a:lnTo>
                    <a:pt x="655320" y="88392"/>
                  </a:lnTo>
                  <a:lnTo>
                    <a:pt x="65532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107950">
                  <a:moveTo>
                    <a:pt x="2000250" y="85344"/>
                  </a:moveTo>
                  <a:lnTo>
                    <a:pt x="655320" y="85344"/>
                  </a:lnTo>
                  <a:lnTo>
                    <a:pt x="65532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107950">
                  <a:moveTo>
                    <a:pt x="2000250" y="82296"/>
                  </a:moveTo>
                  <a:lnTo>
                    <a:pt x="655320" y="82296"/>
                  </a:lnTo>
                  <a:lnTo>
                    <a:pt x="65532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107950">
                  <a:moveTo>
                    <a:pt x="2000250" y="79248"/>
                  </a:moveTo>
                  <a:lnTo>
                    <a:pt x="655320" y="79248"/>
                  </a:lnTo>
                  <a:lnTo>
                    <a:pt x="65532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107950">
                  <a:moveTo>
                    <a:pt x="2000250" y="76200"/>
                  </a:moveTo>
                  <a:lnTo>
                    <a:pt x="655320" y="76200"/>
                  </a:lnTo>
                  <a:lnTo>
                    <a:pt x="65532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107950">
                  <a:moveTo>
                    <a:pt x="2000250" y="73152"/>
                  </a:moveTo>
                  <a:lnTo>
                    <a:pt x="655320" y="73152"/>
                  </a:lnTo>
                  <a:lnTo>
                    <a:pt x="65532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107950">
                  <a:moveTo>
                    <a:pt x="2000250" y="70104"/>
                  </a:moveTo>
                  <a:lnTo>
                    <a:pt x="655320" y="70104"/>
                  </a:lnTo>
                  <a:lnTo>
                    <a:pt x="65532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107950">
                  <a:moveTo>
                    <a:pt x="2000250" y="67056"/>
                  </a:moveTo>
                  <a:lnTo>
                    <a:pt x="655320" y="67056"/>
                  </a:lnTo>
                  <a:lnTo>
                    <a:pt x="65532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107950">
                  <a:moveTo>
                    <a:pt x="2000250" y="64008"/>
                  </a:moveTo>
                  <a:lnTo>
                    <a:pt x="655320" y="64008"/>
                  </a:lnTo>
                  <a:lnTo>
                    <a:pt x="65532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107950">
                  <a:moveTo>
                    <a:pt x="2000250" y="60960"/>
                  </a:moveTo>
                  <a:lnTo>
                    <a:pt x="655320" y="60960"/>
                  </a:lnTo>
                  <a:lnTo>
                    <a:pt x="65532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107950">
                  <a:moveTo>
                    <a:pt x="2000250" y="57912"/>
                  </a:moveTo>
                  <a:lnTo>
                    <a:pt x="655320" y="57912"/>
                  </a:lnTo>
                  <a:lnTo>
                    <a:pt x="65532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107950">
                  <a:moveTo>
                    <a:pt x="2000250" y="54864"/>
                  </a:moveTo>
                  <a:lnTo>
                    <a:pt x="655320" y="54864"/>
                  </a:lnTo>
                  <a:lnTo>
                    <a:pt x="65532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107950">
                  <a:moveTo>
                    <a:pt x="2000250" y="51816"/>
                  </a:moveTo>
                  <a:lnTo>
                    <a:pt x="655320" y="51816"/>
                  </a:lnTo>
                  <a:lnTo>
                    <a:pt x="65532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107950">
                  <a:moveTo>
                    <a:pt x="2000250" y="48768"/>
                  </a:moveTo>
                  <a:lnTo>
                    <a:pt x="655320" y="48768"/>
                  </a:lnTo>
                  <a:lnTo>
                    <a:pt x="65532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107950">
                  <a:moveTo>
                    <a:pt x="2000250" y="45720"/>
                  </a:moveTo>
                  <a:lnTo>
                    <a:pt x="655320" y="45720"/>
                  </a:lnTo>
                  <a:lnTo>
                    <a:pt x="65532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107950">
                  <a:moveTo>
                    <a:pt x="2000250" y="42672"/>
                  </a:moveTo>
                  <a:lnTo>
                    <a:pt x="655320" y="42672"/>
                  </a:lnTo>
                  <a:lnTo>
                    <a:pt x="65532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107950">
                  <a:moveTo>
                    <a:pt x="2000250" y="39624"/>
                  </a:moveTo>
                  <a:lnTo>
                    <a:pt x="655320" y="39624"/>
                  </a:lnTo>
                  <a:lnTo>
                    <a:pt x="65532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107950">
                  <a:moveTo>
                    <a:pt x="2000250" y="36576"/>
                  </a:moveTo>
                  <a:lnTo>
                    <a:pt x="655320" y="36576"/>
                  </a:lnTo>
                  <a:lnTo>
                    <a:pt x="65532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107950">
                  <a:moveTo>
                    <a:pt x="2000250" y="33528"/>
                  </a:moveTo>
                  <a:lnTo>
                    <a:pt x="655320" y="33528"/>
                  </a:lnTo>
                  <a:lnTo>
                    <a:pt x="65532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107950">
                  <a:moveTo>
                    <a:pt x="2000250" y="30480"/>
                  </a:moveTo>
                  <a:lnTo>
                    <a:pt x="655320" y="30480"/>
                  </a:lnTo>
                  <a:lnTo>
                    <a:pt x="65532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107950">
                  <a:moveTo>
                    <a:pt x="2000250" y="27432"/>
                  </a:moveTo>
                  <a:lnTo>
                    <a:pt x="655320" y="27432"/>
                  </a:lnTo>
                  <a:lnTo>
                    <a:pt x="65532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107950">
                  <a:moveTo>
                    <a:pt x="2000250" y="24384"/>
                  </a:moveTo>
                  <a:lnTo>
                    <a:pt x="655320" y="24384"/>
                  </a:lnTo>
                  <a:lnTo>
                    <a:pt x="65532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107950">
                  <a:moveTo>
                    <a:pt x="2000250" y="21336"/>
                  </a:moveTo>
                  <a:lnTo>
                    <a:pt x="655320" y="21336"/>
                  </a:lnTo>
                  <a:lnTo>
                    <a:pt x="65532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107950">
                  <a:moveTo>
                    <a:pt x="2000250" y="18288"/>
                  </a:moveTo>
                  <a:lnTo>
                    <a:pt x="655320" y="18288"/>
                  </a:lnTo>
                  <a:lnTo>
                    <a:pt x="65532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107950">
                  <a:moveTo>
                    <a:pt x="2000250" y="15240"/>
                  </a:moveTo>
                  <a:lnTo>
                    <a:pt x="655320" y="15240"/>
                  </a:lnTo>
                  <a:lnTo>
                    <a:pt x="65532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107950">
                  <a:moveTo>
                    <a:pt x="2000250" y="12192"/>
                  </a:moveTo>
                  <a:lnTo>
                    <a:pt x="655320" y="12192"/>
                  </a:lnTo>
                  <a:lnTo>
                    <a:pt x="65532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107950">
                  <a:moveTo>
                    <a:pt x="2000250" y="9144"/>
                  </a:moveTo>
                  <a:lnTo>
                    <a:pt x="655320" y="9144"/>
                  </a:lnTo>
                  <a:lnTo>
                    <a:pt x="65532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107950">
                  <a:moveTo>
                    <a:pt x="2000250" y="6096"/>
                  </a:moveTo>
                  <a:lnTo>
                    <a:pt x="655320" y="6096"/>
                  </a:lnTo>
                  <a:lnTo>
                    <a:pt x="65532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107950">
                  <a:moveTo>
                    <a:pt x="2000250" y="3048"/>
                  </a:moveTo>
                  <a:lnTo>
                    <a:pt x="655320" y="3048"/>
                  </a:lnTo>
                  <a:lnTo>
                    <a:pt x="65532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107950">
                  <a:moveTo>
                    <a:pt x="2000250" y="0"/>
                  </a:moveTo>
                  <a:lnTo>
                    <a:pt x="655320" y="0"/>
                  </a:lnTo>
                  <a:lnTo>
                    <a:pt x="65532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383925" y="5223398"/>
              <a:ext cx="2000250" cy="107950"/>
            </a:xfrm>
            <a:custGeom>
              <a:avLst/>
              <a:gdLst/>
              <a:ahLst/>
              <a:cxnLst/>
              <a:rect l="l" t="t" r="r" b="b"/>
              <a:pathLst>
                <a:path w="2000250" h="107950">
                  <a:moveTo>
                    <a:pt x="14478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44780" y="107442"/>
                  </a:lnTo>
                  <a:lnTo>
                    <a:pt x="144780" y="106680"/>
                  </a:lnTo>
                  <a:close/>
                </a:path>
                <a:path w="2000250" h="107950">
                  <a:moveTo>
                    <a:pt x="14478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44780" y="104394"/>
                  </a:lnTo>
                  <a:lnTo>
                    <a:pt x="144780" y="103632"/>
                  </a:lnTo>
                  <a:close/>
                </a:path>
                <a:path w="2000250" h="107950">
                  <a:moveTo>
                    <a:pt x="14478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44780" y="101346"/>
                  </a:lnTo>
                  <a:lnTo>
                    <a:pt x="144780" y="100584"/>
                  </a:lnTo>
                  <a:close/>
                </a:path>
                <a:path w="2000250" h="107950">
                  <a:moveTo>
                    <a:pt x="14478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44780" y="98298"/>
                  </a:lnTo>
                  <a:lnTo>
                    <a:pt x="144780" y="97536"/>
                  </a:lnTo>
                  <a:close/>
                </a:path>
                <a:path w="2000250" h="107950">
                  <a:moveTo>
                    <a:pt x="14478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44780" y="95250"/>
                  </a:lnTo>
                  <a:lnTo>
                    <a:pt x="144780" y="94488"/>
                  </a:lnTo>
                  <a:close/>
                </a:path>
                <a:path w="2000250" h="107950">
                  <a:moveTo>
                    <a:pt x="14478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44780" y="92202"/>
                  </a:lnTo>
                  <a:lnTo>
                    <a:pt x="144780" y="91440"/>
                  </a:lnTo>
                  <a:close/>
                </a:path>
                <a:path w="2000250" h="107950">
                  <a:moveTo>
                    <a:pt x="14478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44780" y="89154"/>
                  </a:lnTo>
                  <a:lnTo>
                    <a:pt x="144780" y="88392"/>
                  </a:lnTo>
                  <a:close/>
                </a:path>
                <a:path w="2000250" h="107950">
                  <a:moveTo>
                    <a:pt x="14478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44780" y="86106"/>
                  </a:lnTo>
                  <a:lnTo>
                    <a:pt x="144780" y="85344"/>
                  </a:lnTo>
                  <a:close/>
                </a:path>
                <a:path w="2000250" h="107950">
                  <a:moveTo>
                    <a:pt x="14478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44780" y="83058"/>
                  </a:lnTo>
                  <a:lnTo>
                    <a:pt x="144780" y="82296"/>
                  </a:lnTo>
                  <a:close/>
                </a:path>
                <a:path w="2000250" h="107950">
                  <a:moveTo>
                    <a:pt x="14478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44780" y="80010"/>
                  </a:lnTo>
                  <a:lnTo>
                    <a:pt x="144780" y="79248"/>
                  </a:lnTo>
                  <a:close/>
                </a:path>
                <a:path w="2000250" h="107950">
                  <a:moveTo>
                    <a:pt x="14478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44780" y="76962"/>
                  </a:lnTo>
                  <a:lnTo>
                    <a:pt x="144780" y="76200"/>
                  </a:lnTo>
                  <a:close/>
                </a:path>
                <a:path w="2000250" h="107950">
                  <a:moveTo>
                    <a:pt x="14478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44780" y="73914"/>
                  </a:lnTo>
                  <a:lnTo>
                    <a:pt x="144780" y="73152"/>
                  </a:lnTo>
                  <a:close/>
                </a:path>
                <a:path w="2000250" h="107950">
                  <a:moveTo>
                    <a:pt x="14478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44780" y="70866"/>
                  </a:lnTo>
                  <a:lnTo>
                    <a:pt x="144780" y="70104"/>
                  </a:lnTo>
                  <a:close/>
                </a:path>
                <a:path w="2000250" h="107950">
                  <a:moveTo>
                    <a:pt x="14478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44780" y="67818"/>
                  </a:lnTo>
                  <a:lnTo>
                    <a:pt x="144780" y="67056"/>
                  </a:lnTo>
                  <a:close/>
                </a:path>
                <a:path w="2000250" h="107950">
                  <a:moveTo>
                    <a:pt x="14478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44780" y="64770"/>
                  </a:lnTo>
                  <a:lnTo>
                    <a:pt x="144780" y="64008"/>
                  </a:lnTo>
                  <a:close/>
                </a:path>
                <a:path w="2000250" h="107950">
                  <a:moveTo>
                    <a:pt x="14478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44780" y="61722"/>
                  </a:lnTo>
                  <a:lnTo>
                    <a:pt x="144780" y="60960"/>
                  </a:lnTo>
                  <a:close/>
                </a:path>
                <a:path w="2000250" h="107950">
                  <a:moveTo>
                    <a:pt x="14478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44780" y="58674"/>
                  </a:lnTo>
                  <a:lnTo>
                    <a:pt x="144780" y="57912"/>
                  </a:lnTo>
                  <a:close/>
                </a:path>
                <a:path w="2000250" h="107950">
                  <a:moveTo>
                    <a:pt x="14478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44780" y="55626"/>
                  </a:lnTo>
                  <a:lnTo>
                    <a:pt x="144780" y="54864"/>
                  </a:lnTo>
                  <a:close/>
                </a:path>
                <a:path w="2000250" h="107950">
                  <a:moveTo>
                    <a:pt x="14478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44780" y="52578"/>
                  </a:lnTo>
                  <a:lnTo>
                    <a:pt x="144780" y="51816"/>
                  </a:lnTo>
                  <a:close/>
                </a:path>
                <a:path w="2000250" h="107950">
                  <a:moveTo>
                    <a:pt x="14478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44780" y="49530"/>
                  </a:lnTo>
                  <a:lnTo>
                    <a:pt x="144780" y="48768"/>
                  </a:lnTo>
                  <a:close/>
                </a:path>
                <a:path w="2000250" h="107950">
                  <a:moveTo>
                    <a:pt x="14478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44780" y="46482"/>
                  </a:lnTo>
                  <a:lnTo>
                    <a:pt x="144780" y="45720"/>
                  </a:lnTo>
                  <a:close/>
                </a:path>
                <a:path w="2000250" h="107950">
                  <a:moveTo>
                    <a:pt x="14478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44780" y="43434"/>
                  </a:lnTo>
                  <a:lnTo>
                    <a:pt x="144780" y="42672"/>
                  </a:lnTo>
                  <a:close/>
                </a:path>
                <a:path w="2000250" h="107950">
                  <a:moveTo>
                    <a:pt x="14478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44780" y="40386"/>
                  </a:lnTo>
                  <a:lnTo>
                    <a:pt x="144780" y="39624"/>
                  </a:lnTo>
                  <a:close/>
                </a:path>
                <a:path w="2000250" h="107950">
                  <a:moveTo>
                    <a:pt x="14478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44780" y="37338"/>
                  </a:lnTo>
                  <a:lnTo>
                    <a:pt x="144780" y="36576"/>
                  </a:lnTo>
                  <a:close/>
                </a:path>
                <a:path w="2000250" h="107950">
                  <a:moveTo>
                    <a:pt x="14478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44780" y="34290"/>
                  </a:lnTo>
                  <a:lnTo>
                    <a:pt x="144780" y="33528"/>
                  </a:lnTo>
                  <a:close/>
                </a:path>
                <a:path w="2000250" h="107950">
                  <a:moveTo>
                    <a:pt x="14478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44780" y="31242"/>
                  </a:lnTo>
                  <a:lnTo>
                    <a:pt x="144780" y="30480"/>
                  </a:lnTo>
                  <a:close/>
                </a:path>
                <a:path w="2000250" h="107950">
                  <a:moveTo>
                    <a:pt x="14478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44780" y="28194"/>
                  </a:lnTo>
                  <a:lnTo>
                    <a:pt x="144780" y="27432"/>
                  </a:lnTo>
                  <a:close/>
                </a:path>
                <a:path w="2000250" h="107950">
                  <a:moveTo>
                    <a:pt x="14478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44780" y="25146"/>
                  </a:lnTo>
                  <a:lnTo>
                    <a:pt x="144780" y="24384"/>
                  </a:lnTo>
                  <a:close/>
                </a:path>
                <a:path w="2000250" h="107950">
                  <a:moveTo>
                    <a:pt x="1447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44780" y="22098"/>
                  </a:lnTo>
                  <a:lnTo>
                    <a:pt x="144780" y="21336"/>
                  </a:lnTo>
                  <a:close/>
                </a:path>
                <a:path w="2000250" h="107950">
                  <a:moveTo>
                    <a:pt x="1447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44780" y="19050"/>
                  </a:lnTo>
                  <a:lnTo>
                    <a:pt x="144780" y="18288"/>
                  </a:lnTo>
                  <a:close/>
                </a:path>
                <a:path w="2000250" h="107950">
                  <a:moveTo>
                    <a:pt x="1447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44780" y="16002"/>
                  </a:lnTo>
                  <a:lnTo>
                    <a:pt x="144780" y="15240"/>
                  </a:lnTo>
                  <a:close/>
                </a:path>
                <a:path w="2000250" h="107950">
                  <a:moveTo>
                    <a:pt x="1447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44780" y="12954"/>
                  </a:lnTo>
                  <a:lnTo>
                    <a:pt x="144780" y="12192"/>
                  </a:lnTo>
                  <a:close/>
                </a:path>
                <a:path w="2000250" h="107950">
                  <a:moveTo>
                    <a:pt x="1447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44780" y="9906"/>
                  </a:lnTo>
                  <a:lnTo>
                    <a:pt x="144780" y="9144"/>
                  </a:lnTo>
                  <a:close/>
                </a:path>
                <a:path w="2000250" h="107950">
                  <a:moveTo>
                    <a:pt x="1447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44780" y="6858"/>
                  </a:lnTo>
                  <a:lnTo>
                    <a:pt x="144780" y="6096"/>
                  </a:lnTo>
                  <a:close/>
                </a:path>
                <a:path w="2000250" h="107950">
                  <a:moveTo>
                    <a:pt x="1447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44780" y="3810"/>
                  </a:lnTo>
                  <a:lnTo>
                    <a:pt x="144780" y="3048"/>
                  </a:lnTo>
                  <a:close/>
                </a:path>
                <a:path w="2000250" h="107950">
                  <a:moveTo>
                    <a:pt x="2000250" y="106680"/>
                  </a:moveTo>
                  <a:lnTo>
                    <a:pt x="655320" y="106680"/>
                  </a:lnTo>
                  <a:lnTo>
                    <a:pt x="65532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107950">
                  <a:moveTo>
                    <a:pt x="2000250" y="103632"/>
                  </a:moveTo>
                  <a:lnTo>
                    <a:pt x="655320" y="103632"/>
                  </a:lnTo>
                  <a:lnTo>
                    <a:pt x="65532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107950">
                  <a:moveTo>
                    <a:pt x="2000250" y="100584"/>
                  </a:moveTo>
                  <a:lnTo>
                    <a:pt x="655320" y="100584"/>
                  </a:lnTo>
                  <a:lnTo>
                    <a:pt x="65532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107950">
                  <a:moveTo>
                    <a:pt x="2000250" y="97536"/>
                  </a:moveTo>
                  <a:lnTo>
                    <a:pt x="655320" y="97536"/>
                  </a:lnTo>
                  <a:lnTo>
                    <a:pt x="65532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107950">
                  <a:moveTo>
                    <a:pt x="2000250" y="94488"/>
                  </a:moveTo>
                  <a:lnTo>
                    <a:pt x="655320" y="94488"/>
                  </a:lnTo>
                  <a:lnTo>
                    <a:pt x="65532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107950">
                  <a:moveTo>
                    <a:pt x="2000250" y="91440"/>
                  </a:moveTo>
                  <a:lnTo>
                    <a:pt x="655320" y="91440"/>
                  </a:lnTo>
                  <a:lnTo>
                    <a:pt x="65532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107950">
                  <a:moveTo>
                    <a:pt x="2000250" y="88392"/>
                  </a:moveTo>
                  <a:lnTo>
                    <a:pt x="655320" y="88392"/>
                  </a:lnTo>
                  <a:lnTo>
                    <a:pt x="65532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107950">
                  <a:moveTo>
                    <a:pt x="2000250" y="85344"/>
                  </a:moveTo>
                  <a:lnTo>
                    <a:pt x="655320" y="85344"/>
                  </a:lnTo>
                  <a:lnTo>
                    <a:pt x="65532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107950">
                  <a:moveTo>
                    <a:pt x="2000250" y="82296"/>
                  </a:moveTo>
                  <a:lnTo>
                    <a:pt x="655320" y="82296"/>
                  </a:lnTo>
                  <a:lnTo>
                    <a:pt x="65532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107950">
                  <a:moveTo>
                    <a:pt x="2000250" y="79248"/>
                  </a:moveTo>
                  <a:lnTo>
                    <a:pt x="655320" y="79248"/>
                  </a:lnTo>
                  <a:lnTo>
                    <a:pt x="65532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107950">
                  <a:moveTo>
                    <a:pt x="2000250" y="76200"/>
                  </a:moveTo>
                  <a:lnTo>
                    <a:pt x="655320" y="76200"/>
                  </a:lnTo>
                  <a:lnTo>
                    <a:pt x="65532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107950">
                  <a:moveTo>
                    <a:pt x="2000250" y="73152"/>
                  </a:moveTo>
                  <a:lnTo>
                    <a:pt x="655320" y="73152"/>
                  </a:lnTo>
                  <a:lnTo>
                    <a:pt x="65532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107950">
                  <a:moveTo>
                    <a:pt x="2000250" y="70104"/>
                  </a:moveTo>
                  <a:lnTo>
                    <a:pt x="655320" y="70104"/>
                  </a:lnTo>
                  <a:lnTo>
                    <a:pt x="65532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107950">
                  <a:moveTo>
                    <a:pt x="2000250" y="67056"/>
                  </a:moveTo>
                  <a:lnTo>
                    <a:pt x="655320" y="67056"/>
                  </a:lnTo>
                  <a:lnTo>
                    <a:pt x="65532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107950">
                  <a:moveTo>
                    <a:pt x="2000250" y="64008"/>
                  </a:moveTo>
                  <a:lnTo>
                    <a:pt x="655320" y="64008"/>
                  </a:lnTo>
                  <a:lnTo>
                    <a:pt x="65532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107950">
                  <a:moveTo>
                    <a:pt x="2000250" y="60960"/>
                  </a:moveTo>
                  <a:lnTo>
                    <a:pt x="655320" y="60960"/>
                  </a:lnTo>
                  <a:lnTo>
                    <a:pt x="65532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107950">
                  <a:moveTo>
                    <a:pt x="2000250" y="57912"/>
                  </a:moveTo>
                  <a:lnTo>
                    <a:pt x="655320" y="57912"/>
                  </a:lnTo>
                  <a:lnTo>
                    <a:pt x="65532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107950">
                  <a:moveTo>
                    <a:pt x="2000250" y="54864"/>
                  </a:moveTo>
                  <a:lnTo>
                    <a:pt x="655320" y="54864"/>
                  </a:lnTo>
                  <a:lnTo>
                    <a:pt x="65532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107950">
                  <a:moveTo>
                    <a:pt x="2000250" y="51816"/>
                  </a:moveTo>
                  <a:lnTo>
                    <a:pt x="655320" y="51816"/>
                  </a:lnTo>
                  <a:lnTo>
                    <a:pt x="65532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107950">
                  <a:moveTo>
                    <a:pt x="2000250" y="48768"/>
                  </a:moveTo>
                  <a:lnTo>
                    <a:pt x="655320" y="48768"/>
                  </a:lnTo>
                  <a:lnTo>
                    <a:pt x="65532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107950">
                  <a:moveTo>
                    <a:pt x="2000250" y="45720"/>
                  </a:moveTo>
                  <a:lnTo>
                    <a:pt x="655320" y="45720"/>
                  </a:lnTo>
                  <a:lnTo>
                    <a:pt x="65532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107950">
                  <a:moveTo>
                    <a:pt x="2000250" y="42672"/>
                  </a:moveTo>
                  <a:lnTo>
                    <a:pt x="655320" y="42672"/>
                  </a:lnTo>
                  <a:lnTo>
                    <a:pt x="65532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107950">
                  <a:moveTo>
                    <a:pt x="2000250" y="39624"/>
                  </a:moveTo>
                  <a:lnTo>
                    <a:pt x="655320" y="39624"/>
                  </a:lnTo>
                  <a:lnTo>
                    <a:pt x="65532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107950">
                  <a:moveTo>
                    <a:pt x="2000250" y="36576"/>
                  </a:moveTo>
                  <a:lnTo>
                    <a:pt x="655320" y="36576"/>
                  </a:lnTo>
                  <a:lnTo>
                    <a:pt x="65532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107950">
                  <a:moveTo>
                    <a:pt x="2000250" y="33528"/>
                  </a:moveTo>
                  <a:lnTo>
                    <a:pt x="655320" y="33528"/>
                  </a:lnTo>
                  <a:lnTo>
                    <a:pt x="65532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107950">
                  <a:moveTo>
                    <a:pt x="2000250" y="30480"/>
                  </a:moveTo>
                  <a:lnTo>
                    <a:pt x="655320" y="30480"/>
                  </a:lnTo>
                  <a:lnTo>
                    <a:pt x="65532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107950">
                  <a:moveTo>
                    <a:pt x="2000250" y="27432"/>
                  </a:moveTo>
                  <a:lnTo>
                    <a:pt x="655320" y="27432"/>
                  </a:lnTo>
                  <a:lnTo>
                    <a:pt x="65532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107950">
                  <a:moveTo>
                    <a:pt x="2000250" y="24384"/>
                  </a:moveTo>
                  <a:lnTo>
                    <a:pt x="655320" y="24384"/>
                  </a:lnTo>
                  <a:lnTo>
                    <a:pt x="65532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107950">
                  <a:moveTo>
                    <a:pt x="2000250" y="21336"/>
                  </a:moveTo>
                  <a:lnTo>
                    <a:pt x="655320" y="21336"/>
                  </a:lnTo>
                  <a:lnTo>
                    <a:pt x="65532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107950">
                  <a:moveTo>
                    <a:pt x="2000250" y="18288"/>
                  </a:moveTo>
                  <a:lnTo>
                    <a:pt x="655320" y="18288"/>
                  </a:lnTo>
                  <a:lnTo>
                    <a:pt x="65532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107950">
                  <a:moveTo>
                    <a:pt x="2000250" y="15240"/>
                  </a:moveTo>
                  <a:lnTo>
                    <a:pt x="655320" y="15240"/>
                  </a:lnTo>
                  <a:lnTo>
                    <a:pt x="65532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107950">
                  <a:moveTo>
                    <a:pt x="2000250" y="12192"/>
                  </a:moveTo>
                  <a:lnTo>
                    <a:pt x="655320" y="12192"/>
                  </a:lnTo>
                  <a:lnTo>
                    <a:pt x="65532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107950">
                  <a:moveTo>
                    <a:pt x="2000250" y="9144"/>
                  </a:moveTo>
                  <a:lnTo>
                    <a:pt x="655320" y="9144"/>
                  </a:lnTo>
                  <a:lnTo>
                    <a:pt x="65532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107950">
                  <a:moveTo>
                    <a:pt x="2000250" y="6096"/>
                  </a:moveTo>
                  <a:lnTo>
                    <a:pt x="655320" y="6096"/>
                  </a:lnTo>
                  <a:lnTo>
                    <a:pt x="65532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107950">
                  <a:moveTo>
                    <a:pt x="2000250" y="3048"/>
                  </a:moveTo>
                  <a:lnTo>
                    <a:pt x="655320" y="3048"/>
                  </a:lnTo>
                  <a:lnTo>
                    <a:pt x="65532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107950">
                  <a:moveTo>
                    <a:pt x="2000250" y="0"/>
                  </a:moveTo>
                  <a:lnTo>
                    <a:pt x="655320" y="0"/>
                  </a:lnTo>
                  <a:lnTo>
                    <a:pt x="65532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383925" y="5330079"/>
              <a:ext cx="2000250" cy="107950"/>
            </a:xfrm>
            <a:custGeom>
              <a:avLst/>
              <a:gdLst/>
              <a:ahLst/>
              <a:cxnLst/>
              <a:rect l="l" t="t" r="r" b="b"/>
              <a:pathLst>
                <a:path w="2000250" h="107950">
                  <a:moveTo>
                    <a:pt x="14478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44780" y="107442"/>
                  </a:lnTo>
                  <a:lnTo>
                    <a:pt x="144780" y="106680"/>
                  </a:lnTo>
                  <a:close/>
                </a:path>
                <a:path w="2000250" h="107950">
                  <a:moveTo>
                    <a:pt x="14478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44780" y="104394"/>
                  </a:lnTo>
                  <a:lnTo>
                    <a:pt x="144780" y="103632"/>
                  </a:lnTo>
                  <a:close/>
                </a:path>
                <a:path w="2000250" h="107950">
                  <a:moveTo>
                    <a:pt x="14478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44780" y="101346"/>
                  </a:lnTo>
                  <a:lnTo>
                    <a:pt x="144780" y="100584"/>
                  </a:lnTo>
                  <a:close/>
                </a:path>
                <a:path w="2000250" h="107950">
                  <a:moveTo>
                    <a:pt x="14478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44780" y="98298"/>
                  </a:lnTo>
                  <a:lnTo>
                    <a:pt x="144780" y="97536"/>
                  </a:lnTo>
                  <a:close/>
                </a:path>
                <a:path w="2000250" h="107950">
                  <a:moveTo>
                    <a:pt x="14478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44780" y="95250"/>
                  </a:lnTo>
                  <a:lnTo>
                    <a:pt x="144780" y="94488"/>
                  </a:lnTo>
                  <a:close/>
                </a:path>
                <a:path w="2000250" h="107950">
                  <a:moveTo>
                    <a:pt x="14478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44780" y="92202"/>
                  </a:lnTo>
                  <a:lnTo>
                    <a:pt x="144780" y="91440"/>
                  </a:lnTo>
                  <a:close/>
                </a:path>
                <a:path w="2000250" h="107950">
                  <a:moveTo>
                    <a:pt x="14478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44780" y="89154"/>
                  </a:lnTo>
                  <a:lnTo>
                    <a:pt x="144780" y="88392"/>
                  </a:lnTo>
                  <a:close/>
                </a:path>
                <a:path w="2000250" h="107950">
                  <a:moveTo>
                    <a:pt x="14478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44780" y="86106"/>
                  </a:lnTo>
                  <a:lnTo>
                    <a:pt x="144780" y="85344"/>
                  </a:lnTo>
                  <a:close/>
                </a:path>
                <a:path w="2000250" h="107950">
                  <a:moveTo>
                    <a:pt x="14478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44780" y="83058"/>
                  </a:lnTo>
                  <a:lnTo>
                    <a:pt x="144780" y="82296"/>
                  </a:lnTo>
                  <a:close/>
                </a:path>
                <a:path w="2000250" h="107950">
                  <a:moveTo>
                    <a:pt x="14478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44780" y="80010"/>
                  </a:lnTo>
                  <a:lnTo>
                    <a:pt x="144780" y="79248"/>
                  </a:lnTo>
                  <a:close/>
                </a:path>
                <a:path w="2000250" h="107950">
                  <a:moveTo>
                    <a:pt x="14478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44780" y="76962"/>
                  </a:lnTo>
                  <a:lnTo>
                    <a:pt x="144780" y="76200"/>
                  </a:lnTo>
                  <a:close/>
                </a:path>
                <a:path w="2000250" h="107950">
                  <a:moveTo>
                    <a:pt x="14478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44780" y="73914"/>
                  </a:lnTo>
                  <a:lnTo>
                    <a:pt x="144780" y="73152"/>
                  </a:lnTo>
                  <a:close/>
                </a:path>
                <a:path w="2000250" h="107950">
                  <a:moveTo>
                    <a:pt x="14478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44780" y="70866"/>
                  </a:lnTo>
                  <a:lnTo>
                    <a:pt x="144780" y="70104"/>
                  </a:lnTo>
                  <a:close/>
                </a:path>
                <a:path w="2000250" h="107950">
                  <a:moveTo>
                    <a:pt x="14478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44780" y="67818"/>
                  </a:lnTo>
                  <a:lnTo>
                    <a:pt x="144780" y="67056"/>
                  </a:lnTo>
                  <a:close/>
                </a:path>
                <a:path w="2000250" h="107950">
                  <a:moveTo>
                    <a:pt x="14478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44780" y="64770"/>
                  </a:lnTo>
                  <a:lnTo>
                    <a:pt x="144780" y="64008"/>
                  </a:lnTo>
                  <a:close/>
                </a:path>
                <a:path w="2000250" h="107950">
                  <a:moveTo>
                    <a:pt x="14478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44780" y="61722"/>
                  </a:lnTo>
                  <a:lnTo>
                    <a:pt x="144780" y="60960"/>
                  </a:lnTo>
                  <a:close/>
                </a:path>
                <a:path w="2000250" h="107950">
                  <a:moveTo>
                    <a:pt x="14478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44780" y="58674"/>
                  </a:lnTo>
                  <a:lnTo>
                    <a:pt x="144780" y="57912"/>
                  </a:lnTo>
                  <a:close/>
                </a:path>
                <a:path w="2000250" h="107950">
                  <a:moveTo>
                    <a:pt x="14478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44780" y="55626"/>
                  </a:lnTo>
                  <a:lnTo>
                    <a:pt x="144780" y="54864"/>
                  </a:lnTo>
                  <a:close/>
                </a:path>
                <a:path w="2000250" h="107950">
                  <a:moveTo>
                    <a:pt x="14478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44780" y="52578"/>
                  </a:lnTo>
                  <a:lnTo>
                    <a:pt x="144780" y="51816"/>
                  </a:lnTo>
                  <a:close/>
                </a:path>
                <a:path w="2000250" h="107950">
                  <a:moveTo>
                    <a:pt x="14478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44780" y="49530"/>
                  </a:lnTo>
                  <a:lnTo>
                    <a:pt x="144780" y="48768"/>
                  </a:lnTo>
                  <a:close/>
                </a:path>
                <a:path w="2000250" h="107950">
                  <a:moveTo>
                    <a:pt x="14478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44780" y="46482"/>
                  </a:lnTo>
                  <a:lnTo>
                    <a:pt x="144780" y="45720"/>
                  </a:lnTo>
                  <a:close/>
                </a:path>
                <a:path w="2000250" h="107950">
                  <a:moveTo>
                    <a:pt x="14478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44780" y="43434"/>
                  </a:lnTo>
                  <a:lnTo>
                    <a:pt x="144780" y="42672"/>
                  </a:lnTo>
                  <a:close/>
                </a:path>
                <a:path w="2000250" h="107950">
                  <a:moveTo>
                    <a:pt x="14478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44780" y="40386"/>
                  </a:lnTo>
                  <a:lnTo>
                    <a:pt x="144780" y="39624"/>
                  </a:lnTo>
                  <a:close/>
                </a:path>
                <a:path w="2000250" h="107950">
                  <a:moveTo>
                    <a:pt x="14478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44780" y="37338"/>
                  </a:lnTo>
                  <a:lnTo>
                    <a:pt x="144780" y="36576"/>
                  </a:lnTo>
                  <a:close/>
                </a:path>
                <a:path w="2000250" h="107950">
                  <a:moveTo>
                    <a:pt x="14478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44780" y="34290"/>
                  </a:lnTo>
                  <a:lnTo>
                    <a:pt x="144780" y="33528"/>
                  </a:lnTo>
                  <a:close/>
                </a:path>
                <a:path w="2000250" h="107950">
                  <a:moveTo>
                    <a:pt x="14478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44780" y="31242"/>
                  </a:lnTo>
                  <a:lnTo>
                    <a:pt x="144780" y="30480"/>
                  </a:lnTo>
                  <a:close/>
                </a:path>
                <a:path w="2000250" h="107950">
                  <a:moveTo>
                    <a:pt x="14478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44780" y="28194"/>
                  </a:lnTo>
                  <a:lnTo>
                    <a:pt x="144780" y="27432"/>
                  </a:lnTo>
                  <a:close/>
                </a:path>
                <a:path w="2000250" h="107950">
                  <a:moveTo>
                    <a:pt x="14478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44780" y="25146"/>
                  </a:lnTo>
                  <a:lnTo>
                    <a:pt x="144780" y="24384"/>
                  </a:lnTo>
                  <a:close/>
                </a:path>
                <a:path w="2000250" h="107950">
                  <a:moveTo>
                    <a:pt x="1447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44780" y="22098"/>
                  </a:lnTo>
                  <a:lnTo>
                    <a:pt x="144780" y="21336"/>
                  </a:lnTo>
                  <a:close/>
                </a:path>
                <a:path w="2000250" h="107950">
                  <a:moveTo>
                    <a:pt x="1447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44780" y="19050"/>
                  </a:lnTo>
                  <a:lnTo>
                    <a:pt x="144780" y="18288"/>
                  </a:lnTo>
                  <a:close/>
                </a:path>
                <a:path w="2000250" h="107950">
                  <a:moveTo>
                    <a:pt x="1447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44780" y="16002"/>
                  </a:lnTo>
                  <a:lnTo>
                    <a:pt x="144780" y="15240"/>
                  </a:lnTo>
                  <a:close/>
                </a:path>
                <a:path w="2000250" h="107950">
                  <a:moveTo>
                    <a:pt x="1447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44780" y="12954"/>
                  </a:lnTo>
                  <a:lnTo>
                    <a:pt x="144780" y="12192"/>
                  </a:lnTo>
                  <a:close/>
                </a:path>
                <a:path w="2000250" h="107950">
                  <a:moveTo>
                    <a:pt x="1447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44780" y="9906"/>
                  </a:lnTo>
                  <a:lnTo>
                    <a:pt x="144780" y="9144"/>
                  </a:lnTo>
                  <a:close/>
                </a:path>
                <a:path w="2000250" h="107950">
                  <a:moveTo>
                    <a:pt x="1447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44780" y="6858"/>
                  </a:lnTo>
                  <a:lnTo>
                    <a:pt x="144780" y="6096"/>
                  </a:lnTo>
                  <a:close/>
                </a:path>
                <a:path w="2000250" h="107950">
                  <a:moveTo>
                    <a:pt x="1447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44780" y="3810"/>
                  </a:lnTo>
                  <a:lnTo>
                    <a:pt x="144780" y="3048"/>
                  </a:lnTo>
                  <a:close/>
                </a:path>
                <a:path w="2000250" h="107950">
                  <a:moveTo>
                    <a:pt x="2000250" y="106680"/>
                  </a:moveTo>
                  <a:lnTo>
                    <a:pt x="655320" y="106680"/>
                  </a:lnTo>
                  <a:lnTo>
                    <a:pt x="65532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107950">
                  <a:moveTo>
                    <a:pt x="2000250" y="103632"/>
                  </a:moveTo>
                  <a:lnTo>
                    <a:pt x="655320" y="103632"/>
                  </a:lnTo>
                  <a:lnTo>
                    <a:pt x="65532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107950">
                  <a:moveTo>
                    <a:pt x="2000250" y="100584"/>
                  </a:moveTo>
                  <a:lnTo>
                    <a:pt x="655320" y="100584"/>
                  </a:lnTo>
                  <a:lnTo>
                    <a:pt x="65532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107950">
                  <a:moveTo>
                    <a:pt x="2000250" y="97536"/>
                  </a:moveTo>
                  <a:lnTo>
                    <a:pt x="655320" y="97536"/>
                  </a:lnTo>
                  <a:lnTo>
                    <a:pt x="65532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107950">
                  <a:moveTo>
                    <a:pt x="2000250" y="94488"/>
                  </a:moveTo>
                  <a:lnTo>
                    <a:pt x="655320" y="94488"/>
                  </a:lnTo>
                  <a:lnTo>
                    <a:pt x="65532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107950">
                  <a:moveTo>
                    <a:pt x="2000250" y="91440"/>
                  </a:moveTo>
                  <a:lnTo>
                    <a:pt x="655320" y="91440"/>
                  </a:lnTo>
                  <a:lnTo>
                    <a:pt x="65532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107950">
                  <a:moveTo>
                    <a:pt x="2000250" y="88392"/>
                  </a:moveTo>
                  <a:lnTo>
                    <a:pt x="655320" y="88392"/>
                  </a:lnTo>
                  <a:lnTo>
                    <a:pt x="65532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107950">
                  <a:moveTo>
                    <a:pt x="2000250" y="85344"/>
                  </a:moveTo>
                  <a:lnTo>
                    <a:pt x="655320" y="85344"/>
                  </a:lnTo>
                  <a:lnTo>
                    <a:pt x="65532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107950">
                  <a:moveTo>
                    <a:pt x="2000250" y="82296"/>
                  </a:moveTo>
                  <a:lnTo>
                    <a:pt x="655320" y="82296"/>
                  </a:lnTo>
                  <a:lnTo>
                    <a:pt x="65532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107950">
                  <a:moveTo>
                    <a:pt x="2000250" y="79248"/>
                  </a:moveTo>
                  <a:lnTo>
                    <a:pt x="655320" y="79248"/>
                  </a:lnTo>
                  <a:lnTo>
                    <a:pt x="65532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107950">
                  <a:moveTo>
                    <a:pt x="2000250" y="76200"/>
                  </a:moveTo>
                  <a:lnTo>
                    <a:pt x="655320" y="76200"/>
                  </a:lnTo>
                  <a:lnTo>
                    <a:pt x="65532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107950">
                  <a:moveTo>
                    <a:pt x="2000250" y="73152"/>
                  </a:moveTo>
                  <a:lnTo>
                    <a:pt x="655320" y="73152"/>
                  </a:lnTo>
                  <a:lnTo>
                    <a:pt x="65532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107950">
                  <a:moveTo>
                    <a:pt x="2000250" y="70104"/>
                  </a:moveTo>
                  <a:lnTo>
                    <a:pt x="655320" y="70104"/>
                  </a:lnTo>
                  <a:lnTo>
                    <a:pt x="65532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107950">
                  <a:moveTo>
                    <a:pt x="2000250" y="67056"/>
                  </a:moveTo>
                  <a:lnTo>
                    <a:pt x="655320" y="67056"/>
                  </a:lnTo>
                  <a:lnTo>
                    <a:pt x="65532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107950">
                  <a:moveTo>
                    <a:pt x="2000250" y="64008"/>
                  </a:moveTo>
                  <a:lnTo>
                    <a:pt x="655320" y="64008"/>
                  </a:lnTo>
                  <a:lnTo>
                    <a:pt x="65532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107950">
                  <a:moveTo>
                    <a:pt x="2000250" y="60960"/>
                  </a:moveTo>
                  <a:lnTo>
                    <a:pt x="655320" y="60960"/>
                  </a:lnTo>
                  <a:lnTo>
                    <a:pt x="65532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107950">
                  <a:moveTo>
                    <a:pt x="2000250" y="57912"/>
                  </a:moveTo>
                  <a:lnTo>
                    <a:pt x="655320" y="57912"/>
                  </a:lnTo>
                  <a:lnTo>
                    <a:pt x="65532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107950">
                  <a:moveTo>
                    <a:pt x="2000250" y="54864"/>
                  </a:moveTo>
                  <a:lnTo>
                    <a:pt x="655320" y="54864"/>
                  </a:lnTo>
                  <a:lnTo>
                    <a:pt x="65532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107950">
                  <a:moveTo>
                    <a:pt x="2000250" y="51816"/>
                  </a:moveTo>
                  <a:lnTo>
                    <a:pt x="655320" y="51816"/>
                  </a:lnTo>
                  <a:lnTo>
                    <a:pt x="65532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107950">
                  <a:moveTo>
                    <a:pt x="2000250" y="48768"/>
                  </a:moveTo>
                  <a:lnTo>
                    <a:pt x="655320" y="48768"/>
                  </a:lnTo>
                  <a:lnTo>
                    <a:pt x="65532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107950">
                  <a:moveTo>
                    <a:pt x="2000250" y="45720"/>
                  </a:moveTo>
                  <a:lnTo>
                    <a:pt x="655320" y="45720"/>
                  </a:lnTo>
                  <a:lnTo>
                    <a:pt x="65532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107950">
                  <a:moveTo>
                    <a:pt x="2000250" y="42672"/>
                  </a:moveTo>
                  <a:lnTo>
                    <a:pt x="655320" y="42672"/>
                  </a:lnTo>
                  <a:lnTo>
                    <a:pt x="65532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107950">
                  <a:moveTo>
                    <a:pt x="2000250" y="39624"/>
                  </a:moveTo>
                  <a:lnTo>
                    <a:pt x="655320" y="39624"/>
                  </a:lnTo>
                  <a:lnTo>
                    <a:pt x="65532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107950">
                  <a:moveTo>
                    <a:pt x="2000250" y="36576"/>
                  </a:moveTo>
                  <a:lnTo>
                    <a:pt x="655320" y="36576"/>
                  </a:lnTo>
                  <a:lnTo>
                    <a:pt x="65532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107950">
                  <a:moveTo>
                    <a:pt x="2000250" y="33528"/>
                  </a:moveTo>
                  <a:lnTo>
                    <a:pt x="655320" y="33528"/>
                  </a:lnTo>
                  <a:lnTo>
                    <a:pt x="65532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107950">
                  <a:moveTo>
                    <a:pt x="2000250" y="30480"/>
                  </a:moveTo>
                  <a:lnTo>
                    <a:pt x="655320" y="30480"/>
                  </a:lnTo>
                  <a:lnTo>
                    <a:pt x="65532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107950">
                  <a:moveTo>
                    <a:pt x="2000250" y="27432"/>
                  </a:moveTo>
                  <a:lnTo>
                    <a:pt x="655320" y="27432"/>
                  </a:lnTo>
                  <a:lnTo>
                    <a:pt x="65532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107950">
                  <a:moveTo>
                    <a:pt x="2000250" y="24384"/>
                  </a:moveTo>
                  <a:lnTo>
                    <a:pt x="655320" y="24384"/>
                  </a:lnTo>
                  <a:lnTo>
                    <a:pt x="65532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107950">
                  <a:moveTo>
                    <a:pt x="2000250" y="21336"/>
                  </a:moveTo>
                  <a:lnTo>
                    <a:pt x="655320" y="21336"/>
                  </a:lnTo>
                  <a:lnTo>
                    <a:pt x="65532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107950">
                  <a:moveTo>
                    <a:pt x="2000250" y="18288"/>
                  </a:moveTo>
                  <a:lnTo>
                    <a:pt x="655320" y="18288"/>
                  </a:lnTo>
                  <a:lnTo>
                    <a:pt x="65532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107950">
                  <a:moveTo>
                    <a:pt x="2000250" y="15240"/>
                  </a:moveTo>
                  <a:lnTo>
                    <a:pt x="655320" y="15240"/>
                  </a:lnTo>
                  <a:lnTo>
                    <a:pt x="65532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107950">
                  <a:moveTo>
                    <a:pt x="2000250" y="12192"/>
                  </a:moveTo>
                  <a:lnTo>
                    <a:pt x="655320" y="12192"/>
                  </a:lnTo>
                  <a:lnTo>
                    <a:pt x="65532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107950">
                  <a:moveTo>
                    <a:pt x="2000250" y="9144"/>
                  </a:moveTo>
                  <a:lnTo>
                    <a:pt x="655320" y="9144"/>
                  </a:lnTo>
                  <a:lnTo>
                    <a:pt x="65532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107950">
                  <a:moveTo>
                    <a:pt x="2000250" y="6096"/>
                  </a:moveTo>
                  <a:lnTo>
                    <a:pt x="655320" y="6096"/>
                  </a:lnTo>
                  <a:lnTo>
                    <a:pt x="65532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107950">
                  <a:moveTo>
                    <a:pt x="2000250" y="3048"/>
                  </a:moveTo>
                  <a:lnTo>
                    <a:pt x="655320" y="3048"/>
                  </a:lnTo>
                  <a:lnTo>
                    <a:pt x="65532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107950">
                  <a:moveTo>
                    <a:pt x="2000250" y="0"/>
                  </a:moveTo>
                  <a:lnTo>
                    <a:pt x="655320" y="0"/>
                  </a:lnTo>
                  <a:lnTo>
                    <a:pt x="65532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383925" y="5436759"/>
              <a:ext cx="2000250" cy="107950"/>
            </a:xfrm>
            <a:custGeom>
              <a:avLst/>
              <a:gdLst/>
              <a:ahLst/>
              <a:cxnLst/>
              <a:rect l="l" t="t" r="r" b="b"/>
              <a:pathLst>
                <a:path w="2000250" h="107950">
                  <a:moveTo>
                    <a:pt x="14478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44780" y="107442"/>
                  </a:lnTo>
                  <a:lnTo>
                    <a:pt x="144780" y="106680"/>
                  </a:lnTo>
                  <a:close/>
                </a:path>
                <a:path w="2000250" h="107950">
                  <a:moveTo>
                    <a:pt x="14478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44780" y="104394"/>
                  </a:lnTo>
                  <a:lnTo>
                    <a:pt x="144780" y="103632"/>
                  </a:lnTo>
                  <a:close/>
                </a:path>
                <a:path w="2000250" h="107950">
                  <a:moveTo>
                    <a:pt x="14478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44780" y="101346"/>
                  </a:lnTo>
                  <a:lnTo>
                    <a:pt x="144780" y="100584"/>
                  </a:lnTo>
                  <a:close/>
                </a:path>
                <a:path w="2000250" h="107950">
                  <a:moveTo>
                    <a:pt x="14478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44780" y="98298"/>
                  </a:lnTo>
                  <a:lnTo>
                    <a:pt x="144780" y="97536"/>
                  </a:lnTo>
                  <a:close/>
                </a:path>
                <a:path w="2000250" h="107950">
                  <a:moveTo>
                    <a:pt x="14478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44780" y="95250"/>
                  </a:lnTo>
                  <a:lnTo>
                    <a:pt x="144780" y="94488"/>
                  </a:lnTo>
                  <a:close/>
                </a:path>
                <a:path w="2000250" h="107950">
                  <a:moveTo>
                    <a:pt x="14478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44780" y="92202"/>
                  </a:lnTo>
                  <a:lnTo>
                    <a:pt x="144780" y="91440"/>
                  </a:lnTo>
                  <a:close/>
                </a:path>
                <a:path w="2000250" h="107950">
                  <a:moveTo>
                    <a:pt x="14478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44780" y="89154"/>
                  </a:lnTo>
                  <a:lnTo>
                    <a:pt x="144780" y="88392"/>
                  </a:lnTo>
                  <a:close/>
                </a:path>
                <a:path w="2000250" h="107950">
                  <a:moveTo>
                    <a:pt x="14478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44780" y="86106"/>
                  </a:lnTo>
                  <a:lnTo>
                    <a:pt x="144780" y="85344"/>
                  </a:lnTo>
                  <a:close/>
                </a:path>
                <a:path w="2000250" h="107950">
                  <a:moveTo>
                    <a:pt x="14478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44780" y="83058"/>
                  </a:lnTo>
                  <a:lnTo>
                    <a:pt x="144780" y="82296"/>
                  </a:lnTo>
                  <a:close/>
                </a:path>
                <a:path w="2000250" h="107950">
                  <a:moveTo>
                    <a:pt x="14478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44780" y="80010"/>
                  </a:lnTo>
                  <a:lnTo>
                    <a:pt x="144780" y="79248"/>
                  </a:lnTo>
                  <a:close/>
                </a:path>
                <a:path w="2000250" h="107950">
                  <a:moveTo>
                    <a:pt x="14478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44780" y="76962"/>
                  </a:lnTo>
                  <a:lnTo>
                    <a:pt x="144780" y="76200"/>
                  </a:lnTo>
                  <a:close/>
                </a:path>
                <a:path w="2000250" h="107950">
                  <a:moveTo>
                    <a:pt x="14478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44780" y="73914"/>
                  </a:lnTo>
                  <a:lnTo>
                    <a:pt x="144780" y="73152"/>
                  </a:lnTo>
                  <a:close/>
                </a:path>
                <a:path w="2000250" h="107950">
                  <a:moveTo>
                    <a:pt x="14478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44780" y="70866"/>
                  </a:lnTo>
                  <a:lnTo>
                    <a:pt x="144780" y="70104"/>
                  </a:lnTo>
                  <a:close/>
                </a:path>
                <a:path w="2000250" h="107950">
                  <a:moveTo>
                    <a:pt x="14478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44780" y="67818"/>
                  </a:lnTo>
                  <a:lnTo>
                    <a:pt x="144780" y="67056"/>
                  </a:lnTo>
                  <a:close/>
                </a:path>
                <a:path w="2000250" h="107950">
                  <a:moveTo>
                    <a:pt x="14478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44780" y="64770"/>
                  </a:lnTo>
                  <a:lnTo>
                    <a:pt x="144780" y="64008"/>
                  </a:lnTo>
                  <a:close/>
                </a:path>
                <a:path w="2000250" h="107950">
                  <a:moveTo>
                    <a:pt x="14478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44780" y="61722"/>
                  </a:lnTo>
                  <a:lnTo>
                    <a:pt x="144780" y="60960"/>
                  </a:lnTo>
                  <a:close/>
                </a:path>
                <a:path w="2000250" h="107950">
                  <a:moveTo>
                    <a:pt x="14478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44780" y="58674"/>
                  </a:lnTo>
                  <a:lnTo>
                    <a:pt x="144780" y="57912"/>
                  </a:lnTo>
                  <a:close/>
                </a:path>
                <a:path w="2000250" h="107950">
                  <a:moveTo>
                    <a:pt x="14478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44780" y="55626"/>
                  </a:lnTo>
                  <a:lnTo>
                    <a:pt x="144780" y="54864"/>
                  </a:lnTo>
                  <a:close/>
                </a:path>
                <a:path w="2000250" h="107950">
                  <a:moveTo>
                    <a:pt x="14478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44780" y="52578"/>
                  </a:lnTo>
                  <a:lnTo>
                    <a:pt x="144780" y="51816"/>
                  </a:lnTo>
                  <a:close/>
                </a:path>
                <a:path w="2000250" h="107950">
                  <a:moveTo>
                    <a:pt x="14478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44780" y="49530"/>
                  </a:lnTo>
                  <a:lnTo>
                    <a:pt x="144780" y="48768"/>
                  </a:lnTo>
                  <a:close/>
                </a:path>
                <a:path w="2000250" h="107950">
                  <a:moveTo>
                    <a:pt x="14478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44780" y="46482"/>
                  </a:lnTo>
                  <a:lnTo>
                    <a:pt x="144780" y="45720"/>
                  </a:lnTo>
                  <a:close/>
                </a:path>
                <a:path w="2000250" h="107950">
                  <a:moveTo>
                    <a:pt x="14478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44780" y="43434"/>
                  </a:lnTo>
                  <a:lnTo>
                    <a:pt x="144780" y="42672"/>
                  </a:lnTo>
                  <a:close/>
                </a:path>
                <a:path w="2000250" h="107950">
                  <a:moveTo>
                    <a:pt x="14478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44780" y="40386"/>
                  </a:lnTo>
                  <a:lnTo>
                    <a:pt x="144780" y="39624"/>
                  </a:lnTo>
                  <a:close/>
                </a:path>
                <a:path w="2000250" h="107950">
                  <a:moveTo>
                    <a:pt x="14478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44780" y="37338"/>
                  </a:lnTo>
                  <a:lnTo>
                    <a:pt x="144780" y="36576"/>
                  </a:lnTo>
                  <a:close/>
                </a:path>
                <a:path w="2000250" h="107950">
                  <a:moveTo>
                    <a:pt x="14478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44780" y="34290"/>
                  </a:lnTo>
                  <a:lnTo>
                    <a:pt x="144780" y="33528"/>
                  </a:lnTo>
                  <a:close/>
                </a:path>
                <a:path w="2000250" h="107950">
                  <a:moveTo>
                    <a:pt x="14478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44780" y="31242"/>
                  </a:lnTo>
                  <a:lnTo>
                    <a:pt x="144780" y="30480"/>
                  </a:lnTo>
                  <a:close/>
                </a:path>
                <a:path w="2000250" h="107950">
                  <a:moveTo>
                    <a:pt x="14478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44780" y="28194"/>
                  </a:lnTo>
                  <a:lnTo>
                    <a:pt x="144780" y="27432"/>
                  </a:lnTo>
                  <a:close/>
                </a:path>
                <a:path w="2000250" h="107950">
                  <a:moveTo>
                    <a:pt x="14478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44780" y="25146"/>
                  </a:lnTo>
                  <a:lnTo>
                    <a:pt x="144780" y="24384"/>
                  </a:lnTo>
                  <a:close/>
                </a:path>
                <a:path w="2000250" h="107950">
                  <a:moveTo>
                    <a:pt x="1447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44780" y="22098"/>
                  </a:lnTo>
                  <a:lnTo>
                    <a:pt x="144780" y="21336"/>
                  </a:lnTo>
                  <a:close/>
                </a:path>
                <a:path w="2000250" h="107950">
                  <a:moveTo>
                    <a:pt x="1447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44780" y="19050"/>
                  </a:lnTo>
                  <a:lnTo>
                    <a:pt x="144780" y="18288"/>
                  </a:lnTo>
                  <a:close/>
                </a:path>
                <a:path w="2000250" h="107950">
                  <a:moveTo>
                    <a:pt x="1447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44780" y="16002"/>
                  </a:lnTo>
                  <a:lnTo>
                    <a:pt x="144780" y="15240"/>
                  </a:lnTo>
                  <a:close/>
                </a:path>
                <a:path w="2000250" h="107950">
                  <a:moveTo>
                    <a:pt x="1447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44780" y="12954"/>
                  </a:lnTo>
                  <a:lnTo>
                    <a:pt x="144780" y="12192"/>
                  </a:lnTo>
                  <a:close/>
                </a:path>
                <a:path w="2000250" h="107950">
                  <a:moveTo>
                    <a:pt x="1447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44780" y="9906"/>
                  </a:lnTo>
                  <a:lnTo>
                    <a:pt x="144780" y="9144"/>
                  </a:lnTo>
                  <a:close/>
                </a:path>
                <a:path w="2000250" h="107950">
                  <a:moveTo>
                    <a:pt x="1447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44780" y="6858"/>
                  </a:lnTo>
                  <a:lnTo>
                    <a:pt x="144780" y="6096"/>
                  </a:lnTo>
                  <a:close/>
                </a:path>
                <a:path w="2000250" h="107950">
                  <a:moveTo>
                    <a:pt x="1447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44780" y="3810"/>
                  </a:lnTo>
                  <a:lnTo>
                    <a:pt x="144780" y="3048"/>
                  </a:lnTo>
                  <a:close/>
                </a:path>
                <a:path w="2000250" h="107950">
                  <a:moveTo>
                    <a:pt x="2000250" y="106680"/>
                  </a:moveTo>
                  <a:lnTo>
                    <a:pt x="655320" y="106680"/>
                  </a:lnTo>
                  <a:lnTo>
                    <a:pt x="65532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107950">
                  <a:moveTo>
                    <a:pt x="2000250" y="103632"/>
                  </a:moveTo>
                  <a:lnTo>
                    <a:pt x="655320" y="103632"/>
                  </a:lnTo>
                  <a:lnTo>
                    <a:pt x="65532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107950">
                  <a:moveTo>
                    <a:pt x="2000250" y="100584"/>
                  </a:moveTo>
                  <a:lnTo>
                    <a:pt x="655320" y="100584"/>
                  </a:lnTo>
                  <a:lnTo>
                    <a:pt x="65532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107950">
                  <a:moveTo>
                    <a:pt x="2000250" y="97536"/>
                  </a:moveTo>
                  <a:lnTo>
                    <a:pt x="655320" y="97536"/>
                  </a:lnTo>
                  <a:lnTo>
                    <a:pt x="65532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107950">
                  <a:moveTo>
                    <a:pt x="2000250" y="94488"/>
                  </a:moveTo>
                  <a:lnTo>
                    <a:pt x="655320" y="94488"/>
                  </a:lnTo>
                  <a:lnTo>
                    <a:pt x="65532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107950">
                  <a:moveTo>
                    <a:pt x="2000250" y="91440"/>
                  </a:moveTo>
                  <a:lnTo>
                    <a:pt x="655320" y="91440"/>
                  </a:lnTo>
                  <a:lnTo>
                    <a:pt x="65532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107950">
                  <a:moveTo>
                    <a:pt x="2000250" y="88392"/>
                  </a:moveTo>
                  <a:lnTo>
                    <a:pt x="655320" y="88392"/>
                  </a:lnTo>
                  <a:lnTo>
                    <a:pt x="65532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107950">
                  <a:moveTo>
                    <a:pt x="2000250" y="85344"/>
                  </a:moveTo>
                  <a:lnTo>
                    <a:pt x="655320" y="85344"/>
                  </a:lnTo>
                  <a:lnTo>
                    <a:pt x="65532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107950">
                  <a:moveTo>
                    <a:pt x="2000250" y="82296"/>
                  </a:moveTo>
                  <a:lnTo>
                    <a:pt x="655320" y="82296"/>
                  </a:lnTo>
                  <a:lnTo>
                    <a:pt x="65532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107950">
                  <a:moveTo>
                    <a:pt x="2000250" y="79248"/>
                  </a:moveTo>
                  <a:lnTo>
                    <a:pt x="655320" y="79248"/>
                  </a:lnTo>
                  <a:lnTo>
                    <a:pt x="65532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107950">
                  <a:moveTo>
                    <a:pt x="2000250" y="76200"/>
                  </a:moveTo>
                  <a:lnTo>
                    <a:pt x="655320" y="76200"/>
                  </a:lnTo>
                  <a:lnTo>
                    <a:pt x="65532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107950">
                  <a:moveTo>
                    <a:pt x="2000250" y="73152"/>
                  </a:moveTo>
                  <a:lnTo>
                    <a:pt x="655320" y="73152"/>
                  </a:lnTo>
                  <a:lnTo>
                    <a:pt x="65532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107950">
                  <a:moveTo>
                    <a:pt x="2000250" y="70104"/>
                  </a:moveTo>
                  <a:lnTo>
                    <a:pt x="655320" y="70104"/>
                  </a:lnTo>
                  <a:lnTo>
                    <a:pt x="65532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107950">
                  <a:moveTo>
                    <a:pt x="2000250" y="67056"/>
                  </a:moveTo>
                  <a:lnTo>
                    <a:pt x="655320" y="67056"/>
                  </a:lnTo>
                  <a:lnTo>
                    <a:pt x="65532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107950">
                  <a:moveTo>
                    <a:pt x="2000250" y="64008"/>
                  </a:moveTo>
                  <a:lnTo>
                    <a:pt x="655320" y="64008"/>
                  </a:lnTo>
                  <a:lnTo>
                    <a:pt x="65532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107950">
                  <a:moveTo>
                    <a:pt x="2000250" y="60960"/>
                  </a:moveTo>
                  <a:lnTo>
                    <a:pt x="655320" y="60960"/>
                  </a:lnTo>
                  <a:lnTo>
                    <a:pt x="65532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107950">
                  <a:moveTo>
                    <a:pt x="2000250" y="57912"/>
                  </a:moveTo>
                  <a:lnTo>
                    <a:pt x="655320" y="57912"/>
                  </a:lnTo>
                  <a:lnTo>
                    <a:pt x="65532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107950">
                  <a:moveTo>
                    <a:pt x="2000250" y="54864"/>
                  </a:moveTo>
                  <a:lnTo>
                    <a:pt x="655320" y="54864"/>
                  </a:lnTo>
                  <a:lnTo>
                    <a:pt x="65532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107950">
                  <a:moveTo>
                    <a:pt x="2000250" y="51816"/>
                  </a:moveTo>
                  <a:lnTo>
                    <a:pt x="655320" y="51816"/>
                  </a:lnTo>
                  <a:lnTo>
                    <a:pt x="65532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107950">
                  <a:moveTo>
                    <a:pt x="2000250" y="48768"/>
                  </a:moveTo>
                  <a:lnTo>
                    <a:pt x="655320" y="48768"/>
                  </a:lnTo>
                  <a:lnTo>
                    <a:pt x="65532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107950">
                  <a:moveTo>
                    <a:pt x="2000250" y="45720"/>
                  </a:moveTo>
                  <a:lnTo>
                    <a:pt x="655320" y="45720"/>
                  </a:lnTo>
                  <a:lnTo>
                    <a:pt x="65532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107950">
                  <a:moveTo>
                    <a:pt x="2000250" y="42672"/>
                  </a:moveTo>
                  <a:lnTo>
                    <a:pt x="655320" y="42672"/>
                  </a:lnTo>
                  <a:lnTo>
                    <a:pt x="65532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107950">
                  <a:moveTo>
                    <a:pt x="2000250" y="39624"/>
                  </a:moveTo>
                  <a:lnTo>
                    <a:pt x="655320" y="39624"/>
                  </a:lnTo>
                  <a:lnTo>
                    <a:pt x="65532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107950">
                  <a:moveTo>
                    <a:pt x="2000250" y="36576"/>
                  </a:moveTo>
                  <a:lnTo>
                    <a:pt x="655320" y="36576"/>
                  </a:lnTo>
                  <a:lnTo>
                    <a:pt x="65532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107950">
                  <a:moveTo>
                    <a:pt x="2000250" y="33528"/>
                  </a:moveTo>
                  <a:lnTo>
                    <a:pt x="655320" y="33528"/>
                  </a:lnTo>
                  <a:lnTo>
                    <a:pt x="65532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107950">
                  <a:moveTo>
                    <a:pt x="2000250" y="30480"/>
                  </a:moveTo>
                  <a:lnTo>
                    <a:pt x="655320" y="30480"/>
                  </a:lnTo>
                  <a:lnTo>
                    <a:pt x="65532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107950">
                  <a:moveTo>
                    <a:pt x="2000250" y="27432"/>
                  </a:moveTo>
                  <a:lnTo>
                    <a:pt x="655320" y="27432"/>
                  </a:lnTo>
                  <a:lnTo>
                    <a:pt x="65532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107950">
                  <a:moveTo>
                    <a:pt x="2000250" y="24384"/>
                  </a:moveTo>
                  <a:lnTo>
                    <a:pt x="655320" y="24384"/>
                  </a:lnTo>
                  <a:lnTo>
                    <a:pt x="65532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107950">
                  <a:moveTo>
                    <a:pt x="2000250" y="21336"/>
                  </a:moveTo>
                  <a:lnTo>
                    <a:pt x="655320" y="21336"/>
                  </a:lnTo>
                  <a:lnTo>
                    <a:pt x="65532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107950">
                  <a:moveTo>
                    <a:pt x="2000250" y="18288"/>
                  </a:moveTo>
                  <a:lnTo>
                    <a:pt x="655320" y="18288"/>
                  </a:lnTo>
                  <a:lnTo>
                    <a:pt x="65532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107950">
                  <a:moveTo>
                    <a:pt x="2000250" y="15240"/>
                  </a:moveTo>
                  <a:lnTo>
                    <a:pt x="655320" y="15240"/>
                  </a:lnTo>
                  <a:lnTo>
                    <a:pt x="65532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107950">
                  <a:moveTo>
                    <a:pt x="2000250" y="12192"/>
                  </a:moveTo>
                  <a:lnTo>
                    <a:pt x="655320" y="12192"/>
                  </a:lnTo>
                  <a:lnTo>
                    <a:pt x="65532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107950">
                  <a:moveTo>
                    <a:pt x="2000250" y="9144"/>
                  </a:moveTo>
                  <a:lnTo>
                    <a:pt x="655320" y="9144"/>
                  </a:lnTo>
                  <a:lnTo>
                    <a:pt x="65532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107950">
                  <a:moveTo>
                    <a:pt x="2000250" y="6096"/>
                  </a:moveTo>
                  <a:lnTo>
                    <a:pt x="655320" y="6096"/>
                  </a:lnTo>
                  <a:lnTo>
                    <a:pt x="65532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107950">
                  <a:moveTo>
                    <a:pt x="2000250" y="3048"/>
                  </a:moveTo>
                  <a:lnTo>
                    <a:pt x="655320" y="3048"/>
                  </a:lnTo>
                  <a:lnTo>
                    <a:pt x="65532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107950">
                  <a:moveTo>
                    <a:pt x="2000250" y="0"/>
                  </a:moveTo>
                  <a:lnTo>
                    <a:pt x="655320" y="0"/>
                  </a:lnTo>
                  <a:lnTo>
                    <a:pt x="65532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383925" y="5543439"/>
              <a:ext cx="2000250" cy="107950"/>
            </a:xfrm>
            <a:custGeom>
              <a:avLst/>
              <a:gdLst/>
              <a:ahLst/>
              <a:cxnLst/>
              <a:rect l="l" t="t" r="r" b="b"/>
              <a:pathLst>
                <a:path w="2000250" h="107950">
                  <a:moveTo>
                    <a:pt x="14478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44780" y="107442"/>
                  </a:lnTo>
                  <a:lnTo>
                    <a:pt x="144780" y="106680"/>
                  </a:lnTo>
                  <a:close/>
                </a:path>
                <a:path w="2000250" h="107950">
                  <a:moveTo>
                    <a:pt x="14478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44780" y="104394"/>
                  </a:lnTo>
                  <a:lnTo>
                    <a:pt x="144780" y="103632"/>
                  </a:lnTo>
                  <a:close/>
                </a:path>
                <a:path w="2000250" h="107950">
                  <a:moveTo>
                    <a:pt x="14478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44780" y="101346"/>
                  </a:lnTo>
                  <a:lnTo>
                    <a:pt x="144780" y="100584"/>
                  </a:lnTo>
                  <a:close/>
                </a:path>
                <a:path w="2000250" h="107950">
                  <a:moveTo>
                    <a:pt x="14478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44780" y="98298"/>
                  </a:lnTo>
                  <a:lnTo>
                    <a:pt x="144780" y="97536"/>
                  </a:lnTo>
                  <a:close/>
                </a:path>
                <a:path w="2000250" h="107950">
                  <a:moveTo>
                    <a:pt x="14478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44780" y="95250"/>
                  </a:lnTo>
                  <a:lnTo>
                    <a:pt x="144780" y="94488"/>
                  </a:lnTo>
                  <a:close/>
                </a:path>
                <a:path w="2000250" h="107950">
                  <a:moveTo>
                    <a:pt x="14478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44780" y="92202"/>
                  </a:lnTo>
                  <a:lnTo>
                    <a:pt x="144780" y="91440"/>
                  </a:lnTo>
                  <a:close/>
                </a:path>
                <a:path w="2000250" h="107950">
                  <a:moveTo>
                    <a:pt x="14478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44780" y="89154"/>
                  </a:lnTo>
                  <a:lnTo>
                    <a:pt x="144780" y="88392"/>
                  </a:lnTo>
                  <a:close/>
                </a:path>
                <a:path w="2000250" h="107950">
                  <a:moveTo>
                    <a:pt x="14478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44780" y="86106"/>
                  </a:lnTo>
                  <a:lnTo>
                    <a:pt x="144780" y="85344"/>
                  </a:lnTo>
                  <a:close/>
                </a:path>
                <a:path w="2000250" h="107950">
                  <a:moveTo>
                    <a:pt x="14478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44780" y="83058"/>
                  </a:lnTo>
                  <a:lnTo>
                    <a:pt x="144780" y="82296"/>
                  </a:lnTo>
                  <a:close/>
                </a:path>
                <a:path w="2000250" h="107950">
                  <a:moveTo>
                    <a:pt x="14478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44780" y="80010"/>
                  </a:lnTo>
                  <a:lnTo>
                    <a:pt x="144780" y="79248"/>
                  </a:lnTo>
                  <a:close/>
                </a:path>
                <a:path w="2000250" h="107950">
                  <a:moveTo>
                    <a:pt x="14478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44780" y="76962"/>
                  </a:lnTo>
                  <a:lnTo>
                    <a:pt x="144780" y="76200"/>
                  </a:lnTo>
                  <a:close/>
                </a:path>
                <a:path w="2000250" h="107950">
                  <a:moveTo>
                    <a:pt x="14478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44780" y="73914"/>
                  </a:lnTo>
                  <a:lnTo>
                    <a:pt x="144780" y="73152"/>
                  </a:lnTo>
                  <a:close/>
                </a:path>
                <a:path w="2000250" h="107950">
                  <a:moveTo>
                    <a:pt x="14478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44780" y="70866"/>
                  </a:lnTo>
                  <a:lnTo>
                    <a:pt x="144780" y="70104"/>
                  </a:lnTo>
                  <a:close/>
                </a:path>
                <a:path w="2000250" h="107950">
                  <a:moveTo>
                    <a:pt x="14478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44780" y="67818"/>
                  </a:lnTo>
                  <a:lnTo>
                    <a:pt x="144780" y="67056"/>
                  </a:lnTo>
                  <a:close/>
                </a:path>
                <a:path w="2000250" h="107950">
                  <a:moveTo>
                    <a:pt x="14478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44780" y="64770"/>
                  </a:lnTo>
                  <a:lnTo>
                    <a:pt x="144780" y="64008"/>
                  </a:lnTo>
                  <a:close/>
                </a:path>
                <a:path w="2000250" h="107950">
                  <a:moveTo>
                    <a:pt x="14478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44780" y="61722"/>
                  </a:lnTo>
                  <a:lnTo>
                    <a:pt x="144780" y="60960"/>
                  </a:lnTo>
                  <a:close/>
                </a:path>
                <a:path w="2000250" h="107950">
                  <a:moveTo>
                    <a:pt x="14478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44780" y="58674"/>
                  </a:lnTo>
                  <a:lnTo>
                    <a:pt x="144780" y="57912"/>
                  </a:lnTo>
                  <a:close/>
                </a:path>
                <a:path w="2000250" h="107950">
                  <a:moveTo>
                    <a:pt x="14478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44780" y="55626"/>
                  </a:lnTo>
                  <a:lnTo>
                    <a:pt x="144780" y="54864"/>
                  </a:lnTo>
                  <a:close/>
                </a:path>
                <a:path w="2000250" h="107950">
                  <a:moveTo>
                    <a:pt x="14478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44780" y="52578"/>
                  </a:lnTo>
                  <a:lnTo>
                    <a:pt x="144780" y="51816"/>
                  </a:lnTo>
                  <a:close/>
                </a:path>
                <a:path w="2000250" h="107950">
                  <a:moveTo>
                    <a:pt x="14478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44780" y="49530"/>
                  </a:lnTo>
                  <a:lnTo>
                    <a:pt x="144780" y="48768"/>
                  </a:lnTo>
                  <a:close/>
                </a:path>
                <a:path w="2000250" h="107950">
                  <a:moveTo>
                    <a:pt x="14478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44780" y="46482"/>
                  </a:lnTo>
                  <a:lnTo>
                    <a:pt x="144780" y="45720"/>
                  </a:lnTo>
                  <a:close/>
                </a:path>
                <a:path w="2000250" h="107950">
                  <a:moveTo>
                    <a:pt x="14478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44780" y="43434"/>
                  </a:lnTo>
                  <a:lnTo>
                    <a:pt x="144780" y="42672"/>
                  </a:lnTo>
                  <a:close/>
                </a:path>
                <a:path w="2000250" h="107950">
                  <a:moveTo>
                    <a:pt x="14478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44780" y="40386"/>
                  </a:lnTo>
                  <a:lnTo>
                    <a:pt x="144780" y="39624"/>
                  </a:lnTo>
                  <a:close/>
                </a:path>
                <a:path w="2000250" h="107950">
                  <a:moveTo>
                    <a:pt x="14478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44780" y="37338"/>
                  </a:lnTo>
                  <a:lnTo>
                    <a:pt x="144780" y="36576"/>
                  </a:lnTo>
                  <a:close/>
                </a:path>
                <a:path w="2000250" h="107950">
                  <a:moveTo>
                    <a:pt x="14478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44780" y="34290"/>
                  </a:lnTo>
                  <a:lnTo>
                    <a:pt x="144780" y="33528"/>
                  </a:lnTo>
                  <a:close/>
                </a:path>
                <a:path w="2000250" h="107950">
                  <a:moveTo>
                    <a:pt x="14478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44780" y="31242"/>
                  </a:lnTo>
                  <a:lnTo>
                    <a:pt x="144780" y="30480"/>
                  </a:lnTo>
                  <a:close/>
                </a:path>
                <a:path w="2000250" h="107950">
                  <a:moveTo>
                    <a:pt x="14478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44780" y="28194"/>
                  </a:lnTo>
                  <a:lnTo>
                    <a:pt x="144780" y="27432"/>
                  </a:lnTo>
                  <a:close/>
                </a:path>
                <a:path w="2000250" h="107950">
                  <a:moveTo>
                    <a:pt x="14478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44780" y="25146"/>
                  </a:lnTo>
                  <a:lnTo>
                    <a:pt x="144780" y="24384"/>
                  </a:lnTo>
                  <a:close/>
                </a:path>
                <a:path w="2000250" h="107950">
                  <a:moveTo>
                    <a:pt x="1447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44780" y="22098"/>
                  </a:lnTo>
                  <a:lnTo>
                    <a:pt x="144780" y="21336"/>
                  </a:lnTo>
                  <a:close/>
                </a:path>
                <a:path w="2000250" h="107950">
                  <a:moveTo>
                    <a:pt x="1447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44780" y="19050"/>
                  </a:lnTo>
                  <a:lnTo>
                    <a:pt x="144780" y="18288"/>
                  </a:lnTo>
                  <a:close/>
                </a:path>
                <a:path w="2000250" h="107950">
                  <a:moveTo>
                    <a:pt x="1447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44780" y="16002"/>
                  </a:lnTo>
                  <a:lnTo>
                    <a:pt x="144780" y="15240"/>
                  </a:lnTo>
                  <a:close/>
                </a:path>
                <a:path w="2000250" h="107950">
                  <a:moveTo>
                    <a:pt x="1447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44780" y="12954"/>
                  </a:lnTo>
                  <a:lnTo>
                    <a:pt x="144780" y="12192"/>
                  </a:lnTo>
                  <a:close/>
                </a:path>
                <a:path w="2000250" h="107950">
                  <a:moveTo>
                    <a:pt x="1447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44780" y="9906"/>
                  </a:lnTo>
                  <a:lnTo>
                    <a:pt x="144780" y="9144"/>
                  </a:lnTo>
                  <a:close/>
                </a:path>
                <a:path w="2000250" h="107950">
                  <a:moveTo>
                    <a:pt x="1447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44780" y="6858"/>
                  </a:lnTo>
                  <a:lnTo>
                    <a:pt x="144780" y="6096"/>
                  </a:lnTo>
                  <a:close/>
                </a:path>
                <a:path w="2000250" h="107950">
                  <a:moveTo>
                    <a:pt x="1447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44780" y="3810"/>
                  </a:lnTo>
                  <a:lnTo>
                    <a:pt x="144780" y="3048"/>
                  </a:lnTo>
                  <a:close/>
                </a:path>
                <a:path w="2000250" h="107950">
                  <a:moveTo>
                    <a:pt x="2000250" y="106680"/>
                  </a:moveTo>
                  <a:lnTo>
                    <a:pt x="655320" y="106680"/>
                  </a:lnTo>
                  <a:lnTo>
                    <a:pt x="65532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107950">
                  <a:moveTo>
                    <a:pt x="2000250" y="103632"/>
                  </a:moveTo>
                  <a:lnTo>
                    <a:pt x="655320" y="103632"/>
                  </a:lnTo>
                  <a:lnTo>
                    <a:pt x="65532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107950">
                  <a:moveTo>
                    <a:pt x="2000250" y="100584"/>
                  </a:moveTo>
                  <a:lnTo>
                    <a:pt x="655320" y="100584"/>
                  </a:lnTo>
                  <a:lnTo>
                    <a:pt x="65532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107950">
                  <a:moveTo>
                    <a:pt x="2000250" y="97536"/>
                  </a:moveTo>
                  <a:lnTo>
                    <a:pt x="655320" y="97536"/>
                  </a:lnTo>
                  <a:lnTo>
                    <a:pt x="65532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107950">
                  <a:moveTo>
                    <a:pt x="2000250" y="94488"/>
                  </a:moveTo>
                  <a:lnTo>
                    <a:pt x="655320" y="94488"/>
                  </a:lnTo>
                  <a:lnTo>
                    <a:pt x="65532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107950">
                  <a:moveTo>
                    <a:pt x="2000250" y="91440"/>
                  </a:moveTo>
                  <a:lnTo>
                    <a:pt x="655320" y="91440"/>
                  </a:lnTo>
                  <a:lnTo>
                    <a:pt x="65532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107950">
                  <a:moveTo>
                    <a:pt x="2000250" y="88392"/>
                  </a:moveTo>
                  <a:lnTo>
                    <a:pt x="655320" y="88392"/>
                  </a:lnTo>
                  <a:lnTo>
                    <a:pt x="65532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107950">
                  <a:moveTo>
                    <a:pt x="2000250" y="85344"/>
                  </a:moveTo>
                  <a:lnTo>
                    <a:pt x="655320" y="85344"/>
                  </a:lnTo>
                  <a:lnTo>
                    <a:pt x="65532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107950">
                  <a:moveTo>
                    <a:pt x="2000250" y="82296"/>
                  </a:moveTo>
                  <a:lnTo>
                    <a:pt x="655320" y="82296"/>
                  </a:lnTo>
                  <a:lnTo>
                    <a:pt x="65532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107950">
                  <a:moveTo>
                    <a:pt x="2000250" y="79248"/>
                  </a:moveTo>
                  <a:lnTo>
                    <a:pt x="655320" y="79248"/>
                  </a:lnTo>
                  <a:lnTo>
                    <a:pt x="65532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107950">
                  <a:moveTo>
                    <a:pt x="2000250" y="76200"/>
                  </a:moveTo>
                  <a:lnTo>
                    <a:pt x="655320" y="76200"/>
                  </a:lnTo>
                  <a:lnTo>
                    <a:pt x="65532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107950">
                  <a:moveTo>
                    <a:pt x="2000250" y="73152"/>
                  </a:moveTo>
                  <a:lnTo>
                    <a:pt x="655320" y="73152"/>
                  </a:lnTo>
                  <a:lnTo>
                    <a:pt x="65532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107950">
                  <a:moveTo>
                    <a:pt x="2000250" y="70104"/>
                  </a:moveTo>
                  <a:lnTo>
                    <a:pt x="655320" y="70104"/>
                  </a:lnTo>
                  <a:lnTo>
                    <a:pt x="65532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107950">
                  <a:moveTo>
                    <a:pt x="2000250" y="67056"/>
                  </a:moveTo>
                  <a:lnTo>
                    <a:pt x="655320" y="67056"/>
                  </a:lnTo>
                  <a:lnTo>
                    <a:pt x="65532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107950">
                  <a:moveTo>
                    <a:pt x="2000250" y="64008"/>
                  </a:moveTo>
                  <a:lnTo>
                    <a:pt x="655320" y="64008"/>
                  </a:lnTo>
                  <a:lnTo>
                    <a:pt x="65532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107950">
                  <a:moveTo>
                    <a:pt x="2000250" y="60960"/>
                  </a:moveTo>
                  <a:lnTo>
                    <a:pt x="655320" y="60960"/>
                  </a:lnTo>
                  <a:lnTo>
                    <a:pt x="65532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107950">
                  <a:moveTo>
                    <a:pt x="2000250" y="57912"/>
                  </a:moveTo>
                  <a:lnTo>
                    <a:pt x="655320" y="57912"/>
                  </a:lnTo>
                  <a:lnTo>
                    <a:pt x="65532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107950">
                  <a:moveTo>
                    <a:pt x="2000250" y="54864"/>
                  </a:moveTo>
                  <a:lnTo>
                    <a:pt x="655320" y="54864"/>
                  </a:lnTo>
                  <a:lnTo>
                    <a:pt x="65532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107950">
                  <a:moveTo>
                    <a:pt x="2000250" y="51816"/>
                  </a:moveTo>
                  <a:lnTo>
                    <a:pt x="655320" y="51816"/>
                  </a:lnTo>
                  <a:lnTo>
                    <a:pt x="65532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107950">
                  <a:moveTo>
                    <a:pt x="2000250" y="48768"/>
                  </a:moveTo>
                  <a:lnTo>
                    <a:pt x="655320" y="48768"/>
                  </a:lnTo>
                  <a:lnTo>
                    <a:pt x="65532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107950">
                  <a:moveTo>
                    <a:pt x="2000250" y="45720"/>
                  </a:moveTo>
                  <a:lnTo>
                    <a:pt x="655320" y="45720"/>
                  </a:lnTo>
                  <a:lnTo>
                    <a:pt x="65532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107950">
                  <a:moveTo>
                    <a:pt x="2000250" y="42672"/>
                  </a:moveTo>
                  <a:lnTo>
                    <a:pt x="655320" y="42672"/>
                  </a:lnTo>
                  <a:lnTo>
                    <a:pt x="65532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107950">
                  <a:moveTo>
                    <a:pt x="2000250" y="39624"/>
                  </a:moveTo>
                  <a:lnTo>
                    <a:pt x="655320" y="39624"/>
                  </a:lnTo>
                  <a:lnTo>
                    <a:pt x="65532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107950">
                  <a:moveTo>
                    <a:pt x="2000250" y="36576"/>
                  </a:moveTo>
                  <a:lnTo>
                    <a:pt x="655320" y="36576"/>
                  </a:lnTo>
                  <a:lnTo>
                    <a:pt x="65532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107950">
                  <a:moveTo>
                    <a:pt x="2000250" y="33528"/>
                  </a:moveTo>
                  <a:lnTo>
                    <a:pt x="655320" y="33528"/>
                  </a:lnTo>
                  <a:lnTo>
                    <a:pt x="65532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107950">
                  <a:moveTo>
                    <a:pt x="2000250" y="30480"/>
                  </a:moveTo>
                  <a:lnTo>
                    <a:pt x="655320" y="30480"/>
                  </a:lnTo>
                  <a:lnTo>
                    <a:pt x="65532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107950">
                  <a:moveTo>
                    <a:pt x="2000250" y="27432"/>
                  </a:moveTo>
                  <a:lnTo>
                    <a:pt x="655320" y="27432"/>
                  </a:lnTo>
                  <a:lnTo>
                    <a:pt x="65532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107950">
                  <a:moveTo>
                    <a:pt x="2000250" y="24384"/>
                  </a:moveTo>
                  <a:lnTo>
                    <a:pt x="655320" y="24384"/>
                  </a:lnTo>
                  <a:lnTo>
                    <a:pt x="65532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107950">
                  <a:moveTo>
                    <a:pt x="2000250" y="21336"/>
                  </a:moveTo>
                  <a:lnTo>
                    <a:pt x="655320" y="21336"/>
                  </a:lnTo>
                  <a:lnTo>
                    <a:pt x="65532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107950">
                  <a:moveTo>
                    <a:pt x="2000250" y="18288"/>
                  </a:moveTo>
                  <a:lnTo>
                    <a:pt x="655320" y="18288"/>
                  </a:lnTo>
                  <a:lnTo>
                    <a:pt x="65532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107950">
                  <a:moveTo>
                    <a:pt x="2000250" y="15240"/>
                  </a:moveTo>
                  <a:lnTo>
                    <a:pt x="655320" y="15240"/>
                  </a:lnTo>
                  <a:lnTo>
                    <a:pt x="65532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107950">
                  <a:moveTo>
                    <a:pt x="2000250" y="12192"/>
                  </a:moveTo>
                  <a:lnTo>
                    <a:pt x="655320" y="12192"/>
                  </a:lnTo>
                  <a:lnTo>
                    <a:pt x="65532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107950">
                  <a:moveTo>
                    <a:pt x="2000250" y="9144"/>
                  </a:moveTo>
                  <a:lnTo>
                    <a:pt x="655320" y="9144"/>
                  </a:lnTo>
                  <a:lnTo>
                    <a:pt x="65532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107950">
                  <a:moveTo>
                    <a:pt x="2000250" y="6096"/>
                  </a:moveTo>
                  <a:lnTo>
                    <a:pt x="655320" y="6096"/>
                  </a:lnTo>
                  <a:lnTo>
                    <a:pt x="65532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107950">
                  <a:moveTo>
                    <a:pt x="2000250" y="3048"/>
                  </a:moveTo>
                  <a:lnTo>
                    <a:pt x="655320" y="3048"/>
                  </a:lnTo>
                  <a:lnTo>
                    <a:pt x="65532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107950">
                  <a:moveTo>
                    <a:pt x="2000250" y="0"/>
                  </a:moveTo>
                  <a:lnTo>
                    <a:pt x="655320" y="0"/>
                  </a:lnTo>
                  <a:lnTo>
                    <a:pt x="65532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383925" y="5650118"/>
              <a:ext cx="2000250" cy="107950"/>
            </a:xfrm>
            <a:custGeom>
              <a:avLst/>
              <a:gdLst/>
              <a:ahLst/>
              <a:cxnLst/>
              <a:rect l="l" t="t" r="r" b="b"/>
              <a:pathLst>
                <a:path w="2000250" h="107950">
                  <a:moveTo>
                    <a:pt x="14478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44780" y="107442"/>
                  </a:lnTo>
                  <a:lnTo>
                    <a:pt x="144780" y="106680"/>
                  </a:lnTo>
                  <a:close/>
                </a:path>
                <a:path w="2000250" h="107950">
                  <a:moveTo>
                    <a:pt x="14478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44780" y="104394"/>
                  </a:lnTo>
                  <a:lnTo>
                    <a:pt x="144780" y="103632"/>
                  </a:lnTo>
                  <a:close/>
                </a:path>
                <a:path w="2000250" h="107950">
                  <a:moveTo>
                    <a:pt x="14478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44780" y="101346"/>
                  </a:lnTo>
                  <a:lnTo>
                    <a:pt x="144780" y="100584"/>
                  </a:lnTo>
                  <a:close/>
                </a:path>
                <a:path w="2000250" h="107950">
                  <a:moveTo>
                    <a:pt x="14478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44780" y="98298"/>
                  </a:lnTo>
                  <a:lnTo>
                    <a:pt x="144780" y="97536"/>
                  </a:lnTo>
                  <a:close/>
                </a:path>
                <a:path w="2000250" h="107950">
                  <a:moveTo>
                    <a:pt x="14478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44780" y="95250"/>
                  </a:lnTo>
                  <a:lnTo>
                    <a:pt x="144780" y="94488"/>
                  </a:lnTo>
                  <a:close/>
                </a:path>
                <a:path w="2000250" h="107950">
                  <a:moveTo>
                    <a:pt x="14478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44780" y="92202"/>
                  </a:lnTo>
                  <a:lnTo>
                    <a:pt x="144780" y="91440"/>
                  </a:lnTo>
                  <a:close/>
                </a:path>
                <a:path w="2000250" h="107950">
                  <a:moveTo>
                    <a:pt x="14478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44780" y="89154"/>
                  </a:lnTo>
                  <a:lnTo>
                    <a:pt x="144780" y="88392"/>
                  </a:lnTo>
                  <a:close/>
                </a:path>
                <a:path w="2000250" h="107950">
                  <a:moveTo>
                    <a:pt x="14478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44780" y="86106"/>
                  </a:lnTo>
                  <a:lnTo>
                    <a:pt x="144780" y="85344"/>
                  </a:lnTo>
                  <a:close/>
                </a:path>
                <a:path w="2000250" h="107950">
                  <a:moveTo>
                    <a:pt x="14478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44780" y="83058"/>
                  </a:lnTo>
                  <a:lnTo>
                    <a:pt x="144780" y="82296"/>
                  </a:lnTo>
                  <a:close/>
                </a:path>
                <a:path w="2000250" h="107950">
                  <a:moveTo>
                    <a:pt x="14478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44780" y="80010"/>
                  </a:lnTo>
                  <a:lnTo>
                    <a:pt x="144780" y="79248"/>
                  </a:lnTo>
                  <a:close/>
                </a:path>
                <a:path w="2000250" h="107950">
                  <a:moveTo>
                    <a:pt x="14478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44780" y="76962"/>
                  </a:lnTo>
                  <a:lnTo>
                    <a:pt x="144780" y="76200"/>
                  </a:lnTo>
                  <a:close/>
                </a:path>
                <a:path w="2000250" h="107950">
                  <a:moveTo>
                    <a:pt x="14478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44780" y="73914"/>
                  </a:lnTo>
                  <a:lnTo>
                    <a:pt x="144780" y="73152"/>
                  </a:lnTo>
                  <a:close/>
                </a:path>
                <a:path w="2000250" h="107950">
                  <a:moveTo>
                    <a:pt x="14478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44780" y="70866"/>
                  </a:lnTo>
                  <a:lnTo>
                    <a:pt x="144780" y="70104"/>
                  </a:lnTo>
                  <a:close/>
                </a:path>
                <a:path w="2000250" h="107950">
                  <a:moveTo>
                    <a:pt x="14478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44780" y="67818"/>
                  </a:lnTo>
                  <a:lnTo>
                    <a:pt x="144780" y="67056"/>
                  </a:lnTo>
                  <a:close/>
                </a:path>
                <a:path w="2000250" h="107950">
                  <a:moveTo>
                    <a:pt x="14478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44780" y="64770"/>
                  </a:lnTo>
                  <a:lnTo>
                    <a:pt x="144780" y="64008"/>
                  </a:lnTo>
                  <a:close/>
                </a:path>
                <a:path w="2000250" h="107950">
                  <a:moveTo>
                    <a:pt x="14478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44780" y="61722"/>
                  </a:lnTo>
                  <a:lnTo>
                    <a:pt x="144780" y="60960"/>
                  </a:lnTo>
                  <a:close/>
                </a:path>
                <a:path w="2000250" h="107950">
                  <a:moveTo>
                    <a:pt x="14478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44780" y="58674"/>
                  </a:lnTo>
                  <a:lnTo>
                    <a:pt x="144780" y="57912"/>
                  </a:lnTo>
                  <a:close/>
                </a:path>
                <a:path w="2000250" h="107950">
                  <a:moveTo>
                    <a:pt x="14478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44780" y="55626"/>
                  </a:lnTo>
                  <a:lnTo>
                    <a:pt x="144780" y="54864"/>
                  </a:lnTo>
                  <a:close/>
                </a:path>
                <a:path w="2000250" h="107950">
                  <a:moveTo>
                    <a:pt x="14478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44780" y="52578"/>
                  </a:lnTo>
                  <a:lnTo>
                    <a:pt x="144780" y="51816"/>
                  </a:lnTo>
                  <a:close/>
                </a:path>
                <a:path w="2000250" h="107950">
                  <a:moveTo>
                    <a:pt x="14478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44780" y="49530"/>
                  </a:lnTo>
                  <a:lnTo>
                    <a:pt x="144780" y="48768"/>
                  </a:lnTo>
                  <a:close/>
                </a:path>
                <a:path w="2000250" h="107950">
                  <a:moveTo>
                    <a:pt x="14478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44780" y="46482"/>
                  </a:lnTo>
                  <a:lnTo>
                    <a:pt x="144780" y="45720"/>
                  </a:lnTo>
                  <a:close/>
                </a:path>
                <a:path w="2000250" h="107950">
                  <a:moveTo>
                    <a:pt x="14478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44780" y="43434"/>
                  </a:lnTo>
                  <a:lnTo>
                    <a:pt x="144780" y="42672"/>
                  </a:lnTo>
                  <a:close/>
                </a:path>
                <a:path w="2000250" h="107950">
                  <a:moveTo>
                    <a:pt x="14478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44780" y="40386"/>
                  </a:lnTo>
                  <a:lnTo>
                    <a:pt x="144780" y="39624"/>
                  </a:lnTo>
                  <a:close/>
                </a:path>
                <a:path w="2000250" h="107950">
                  <a:moveTo>
                    <a:pt x="14478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44780" y="37338"/>
                  </a:lnTo>
                  <a:lnTo>
                    <a:pt x="144780" y="36576"/>
                  </a:lnTo>
                  <a:close/>
                </a:path>
                <a:path w="2000250" h="107950">
                  <a:moveTo>
                    <a:pt x="14478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44780" y="34290"/>
                  </a:lnTo>
                  <a:lnTo>
                    <a:pt x="144780" y="33528"/>
                  </a:lnTo>
                  <a:close/>
                </a:path>
                <a:path w="2000250" h="107950">
                  <a:moveTo>
                    <a:pt x="14478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44780" y="31242"/>
                  </a:lnTo>
                  <a:lnTo>
                    <a:pt x="144780" y="30480"/>
                  </a:lnTo>
                  <a:close/>
                </a:path>
                <a:path w="2000250" h="107950">
                  <a:moveTo>
                    <a:pt x="14478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44780" y="28194"/>
                  </a:lnTo>
                  <a:lnTo>
                    <a:pt x="144780" y="27432"/>
                  </a:lnTo>
                  <a:close/>
                </a:path>
                <a:path w="2000250" h="107950">
                  <a:moveTo>
                    <a:pt x="14478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44780" y="25146"/>
                  </a:lnTo>
                  <a:lnTo>
                    <a:pt x="144780" y="24384"/>
                  </a:lnTo>
                  <a:close/>
                </a:path>
                <a:path w="2000250" h="107950">
                  <a:moveTo>
                    <a:pt x="1447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44780" y="22098"/>
                  </a:lnTo>
                  <a:lnTo>
                    <a:pt x="144780" y="21336"/>
                  </a:lnTo>
                  <a:close/>
                </a:path>
                <a:path w="2000250" h="107950">
                  <a:moveTo>
                    <a:pt x="1447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44780" y="19050"/>
                  </a:lnTo>
                  <a:lnTo>
                    <a:pt x="144780" y="18288"/>
                  </a:lnTo>
                  <a:close/>
                </a:path>
                <a:path w="2000250" h="107950">
                  <a:moveTo>
                    <a:pt x="1447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44780" y="16002"/>
                  </a:lnTo>
                  <a:lnTo>
                    <a:pt x="144780" y="15240"/>
                  </a:lnTo>
                  <a:close/>
                </a:path>
                <a:path w="2000250" h="107950">
                  <a:moveTo>
                    <a:pt x="1447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44780" y="12954"/>
                  </a:lnTo>
                  <a:lnTo>
                    <a:pt x="144780" y="12192"/>
                  </a:lnTo>
                  <a:close/>
                </a:path>
                <a:path w="2000250" h="107950">
                  <a:moveTo>
                    <a:pt x="1447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44780" y="9906"/>
                  </a:lnTo>
                  <a:lnTo>
                    <a:pt x="144780" y="9144"/>
                  </a:lnTo>
                  <a:close/>
                </a:path>
                <a:path w="2000250" h="107950">
                  <a:moveTo>
                    <a:pt x="1447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44780" y="6858"/>
                  </a:lnTo>
                  <a:lnTo>
                    <a:pt x="144780" y="6096"/>
                  </a:lnTo>
                  <a:close/>
                </a:path>
                <a:path w="2000250" h="107950">
                  <a:moveTo>
                    <a:pt x="1447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44780" y="3810"/>
                  </a:lnTo>
                  <a:lnTo>
                    <a:pt x="144780" y="3048"/>
                  </a:lnTo>
                  <a:close/>
                </a:path>
                <a:path w="2000250" h="107950">
                  <a:moveTo>
                    <a:pt x="2000250" y="106680"/>
                  </a:moveTo>
                  <a:lnTo>
                    <a:pt x="655320" y="106680"/>
                  </a:lnTo>
                  <a:lnTo>
                    <a:pt x="65532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107950">
                  <a:moveTo>
                    <a:pt x="2000250" y="103632"/>
                  </a:moveTo>
                  <a:lnTo>
                    <a:pt x="655320" y="103632"/>
                  </a:lnTo>
                  <a:lnTo>
                    <a:pt x="65532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107950">
                  <a:moveTo>
                    <a:pt x="2000250" y="100584"/>
                  </a:moveTo>
                  <a:lnTo>
                    <a:pt x="655320" y="100584"/>
                  </a:lnTo>
                  <a:lnTo>
                    <a:pt x="65532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107950">
                  <a:moveTo>
                    <a:pt x="2000250" y="97536"/>
                  </a:moveTo>
                  <a:lnTo>
                    <a:pt x="655320" y="97536"/>
                  </a:lnTo>
                  <a:lnTo>
                    <a:pt x="65532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107950">
                  <a:moveTo>
                    <a:pt x="2000250" y="94488"/>
                  </a:moveTo>
                  <a:lnTo>
                    <a:pt x="655320" y="94488"/>
                  </a:lnTo>
                  <a:lnTo>
                    <a:pt x="65532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107950">
                  <a:moveTo>
                    <a:pt x="2000250" y="91440"/>
                  </a:moveTo>
                  <a:lnTo>
                    <a:pt x="655320" y="91440"/>
                  </a:lnTo>
                  <a:lnTo>
                    <a:pt x="65532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107950">
                  <a:moveTo>
                    <a:pt x="2000250" y="88392"/>
                  </a:moveTo>
                  <a:lnTo>
                    <a:pt x="655320" y="88392"/>
                  </a:lnTo>
                  <a:lnTo>
                    <a:pt x="65532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107950">
                  <a:moveTo>
                    <a:pt x="2000250" y="85344"/>
                  </a:moveTo>
                  <a:lnTo>
                    <a:pt x="655320" y="85344"/>
                  </a:lnTo>
                  <a:lnTo>
                    <a:pt x="65532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107950">
                  <a:moveTo>
                    <a:pt x="2000250" y="82296"/>
                  </a:moveTo>
                  <a:lnTo>
                    <a:pt x="655320" y="82296"/>
                  </a:lnTo>
                  <a:lnTo>
                    <a:pt x="65532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107950">
                  <a:moveTo>
                    <a:pt x="2000250" y="79248"/>
                  </a:moveTo>
                  <a:lnTo>
                    <a:pt x="655320" y="79248"/>
                  </a:lnTo>
                  <a:lnTo>
                    <a:pt x="65532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107950">
                  <a:moveTo>
                    <a:pt x="2000250" y="76200"/>
                  </a:moveTo>
                  <a:lnTo>
                    <a:pt x="655320" y="76200"/>
                  </a:lnTo>
                  <a:lnTo>
                    <a:pt x="65532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107950">
                  <a:moveTo>
                    <a:pt x="2000250" y="73152"/>
                  </a:moveTo>
                  <a:lnTo>
                    <a:pt x="655320" y="73152"/>
                  </a:lnTo>
                  <a:lnTo>
                    <a:pt x="65532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107950">
                  <a:moveTo>
                    <a:pt x="2000250" y="70104"/>
                  </a:moveTo>
                  <a:lnTo>
                    <a:pt x="655320" y="70104"/>
                  </a:lnTo>
                  <a:lnTo>
                    <a:pt x="65532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107950">
                  <a:moveTo>
                    <a:pt x="2000250" y="67056"/>
                  </a:moveTo>
                  <a:lnTo>
                    <a:pt x="655320" y="67056"/>
                  </a:lnTo>
                  <a:lnTo>
                    <a:pt x="65532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107950">
                  <a:moveTo>
                    <a:pt x="2000250" y="64008"/>
                  </a:moveTo>
                  <a:lnTo>
                    <a:pt x="655320" y="64008"/>
                  </a:lnTo>
                  <a:lnTo>
                    <a:pt x="65532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107950">
                  <a:moveTo>
                    <a:pt x="2000250" y="60960"/>
                  </a:moveTo>
                  <a:lnTo>
                    <a:pt x="655320" y="60960"/>
                  </a:lnTo>
                  <a:lnTo>
                    <a:pt x="65532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107950">
                  <a:moveTo>
                    <a:pt x="2000250" y="57912"/>
                  </a:moveTo>
                  <a:lnTo>
                    <a:pt x="655320" y="57912"/>
                  </a:lnTo>
                  <a:lnTo>
                    <a:pt x="65532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107950">
                  <a:moveTo>
                    <a:pt x="2000250" y="54864"/>
                  </a:moveTo>
                  <a:lnTo>
                    <a:pt x="655320" y="54864"/>
                  </a:lnTo>
                  <a:lnTo>
                    <a:pt x="65532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107950">
                  <a:moveTo>
                    <a:pt x="2000250" y="51816"/>
                  </a:moveTo>
                  <a:lnTo>
                    <a:pt x="655320" y="51816"/>
                  </a:lnTo>
                  <a:lnTo>
                    <a:pt x="65532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107950">
                  <a:moveTo>
                    <a:pt x="2000250" y="48768"/>
                  </a:moveTo>
                  <a:lnTo>
                    <a:pt x="655320" y="48768"/>
                  </a:lnTo>
                  <a:lnTo>
                    <a:pt x="65532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107950">
                  <a:moveTo>
                    <a:pt x="2000250" y="45720"/>
                  </a:moveTo>
                  <a:lnTo>
                    <a:pt x="655320" y="45720"/>
                  </a:lnTo>
                  <a:lnTo>
                    <a:pt x="65532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107950">
                  <a:moveTo>
                    <a:pt x="2000250" y="42672"/>
                  </a:moveTo>
                  <a:lnTo>
                    <a:pt x="655320" y="42672"/>
                  </a:lnTo>
                  <a:lnTo>
                    <a:pt x="65532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107950">
                  <a:moveTo>
                    <a:pt x="2000250" y="39624"/>
                  </a:moveTo>
                  <a:lnTo>
                    <a:pt x="655320" y="39624"/>
                  </a:lnTo>
                  <a:lnTo>
                    <a:pt x="65532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107950">
                  <a:moveTo>
                    <a:pt x="2000250" y="36576"/>
                  </a:moveTo>
                  <a:lnTo>
                    <a:pt x="655320" y="36576"/>
                  </a:lnTo>
                  <a:lnTo>
                    <a:pt x="65532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107950">
                  <a:moveTo>
                    <a:pt x="2000250" y="33528"/>
                  </a:moveTo>
                  <a:lnTo>
                    <a:pt x="655320" y="33528"/>
                  </a:lnTo>
                  <a:lnTo>
                    <a:pt x="65532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107950">
                  <a:moveTo>
                    <a:pt x="2000250" y="30480"/>
                  </a:moveTo>
                  <a:lnTo>
                    <a:pt x="655320" y="30480"/>
                  </a:lnTo>
                  <a:lnTo>
                    <a:pt x="65532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107950">
                  <a:moveTo>
                    <a:pt x="2000250" y="27432"/>
                  </a:moveTo>
                  <a:lnTo>
                    <a:pt x="655320" y="27432"/>
                  </a:lnTo>
                  <a:lnTo>
                    <a:pt x="65532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107950">
                  <a:moveTo>
                    <a:pt x="2000250" y="24384"/>
                  </a:moveTo>
                  <a:lnTo>
                    <a:pt x="655320" y="24384"/>
                  </a:lnTo>
                  <a:lnTo>
                    <a:pt x="65532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107950">
                  <a:moveTo>
                    <a:pt x="2000250" y="21336"/>
                  </a:moveTo>
                  <a:lnTo>
                    <a:pt x="655320" y="21336"/>
                  </a:lnTo>
                  <a:lnTo>
                    <a:pt x="65532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107950">
                  <a:moveTo>
                    <a:pt x="2000250" y="18288"/>
                  </a:moveTo>
                  <a:lnTo>
                    <a:pt x="655320" y="18288"/>
                  </a:lnTo>
                  <a:lnTo>
                    <a:pt x="65532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107950">
                  <a:moveTo>
                    <a:pt x="2000250" y="15240"/>
                  </a:moveTo>
                  <a:lnTo>
                    <a:pt x="655320" y="15240"/>
                  </a:lnTo>
                  <a:lnTo>
                    <a:pt x="65532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107950">
                  <a:moveTo>
                    <a:pt x="2000250" y="12192"/>
                  </a:moveTo>
                  <a:lnTo>
                    <a:pt x="655320" y="12192"/>
                  </a:lnTo>
                  <a:lnTo>
                    <a:pt x="65532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107950">
                  <a:moveTo>
                    <a:pt x="2000250" y="9144"/>
                  </a:moveTo>
                  <a:lnTo>
                    <a:pt x="655320" y="9144"/>
                  </a:lnTo>
                  <a:lnTo>
                    <a:pt x="65532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107950">
                  <a:moveTo>
                    <a:pt x="2000250" y="6096"/>
                  </a:moveTo>
                  <a:lnTo>
                    <a:pt x="655320" y="6096"/>
                  </a:lnTo>
                  <a:lnTo>
                    <a:pt x="65532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107950">
                  <a:moveTo>
                    <a:pt x="2000250" y="3048"/>
                  </a:moveTo>
                  <a:lnTo>
                    <a:pt x="655320" y="3048"/>
                  </a:lnTo>
                  <a:lnTo>
                    <a:pt x="65532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107950">
                  <a:moveTo>
                    <a:pt x="2000250" y="0"/>
                  </a:moveTo>
                  <a:lnTo>
                    <a:pt x="655320" y="0"/>
                  </a:lnTo>
                  <a:lnTo>
                    <a:pt x="65532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383925" y="5756799"/>
              <a:ext cx="2000250" cy="107950"/>
            </a:xfrm>
            <a:custGeom>
              <a:avLst/>
              <a:gdLst/>
              <a:ahLst/>
              <a:cxnLst/>
              <a:rect l="l" t="t" r="r" b="b"/>
              <a:pathLst>
                <a:path w="2000250" h="107950">
                  <a:moveTo>
                    <a:pt x="14478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44780" y="107442"/>
                  </a:lnTo>
                  <a:lnTo>
                    <a:pt x="144780" y="106680"/>
                  </a:lnTo>
                  <a:close/>
                </a:path>
                <a:path w="2000250" h="107950">
                  <a:moveTo>
                    <a:pt x="14478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44780" y="104394"/>
                  </a:lnTo>
                  <a:lnTo>
                    <a:pt x="144780" y="103632"/>
                  </a:lnTo>
                  <a:close/>
                </a:path>
                <a:path w="2000250" h="107950">
                  <a:moveTo>
                    <a:pt x="14478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44780" y="101346"/>
                  </a:lnTo>
                  <a:lnTo>
                    <a:pt x="144780" y="100584"/>
                  </a:lnTo>
                  <a:close/>
                </a:path>
                <a:path w="2000250" h="107950">
                  <a:moveTo>
                    <a:pt x="14478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44780" y="98298"/>
                  </a:lnTo>
                  <a:lnTo>
                    <a:pt x="144780" y="97536"/>
                  </a:lnTo>
                  <a:close/>
                </a:path>
                <a:path w="2000250" h="107950">
                  <a:moveTo>
                    <a:pt x="14478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44780" y="95250"/>
                  </a:lnTo>
                  <a:lnTo>
                    <a:pt x="144780" y="94488"/>
                  </a:lnTo>
                  <a:close/>
                </a:path>
                <a:path w="2000250" h="107950">
                  <a:moveTo>
                    <a:pt x="14478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44780" y="92202"/>
                  </a:lnTo>
                  <a:lnTo>
                    <a:pt x="144780" y="91440"/>
                  </a:lnTo>
                  <a:close/>
                </a:path>
                <a:path w="2000250" h="107950">
                  <a:moveTo>
                    <a:pt x="14478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44780" y="89154"/>
                  </a:lnTo>
                  <a:lnTo>
                    <a:pt x="144780" y="88392"/>
                  </a:lnTo>
                  <a:close/>
                </a:path>
                <a:path w="2000250" h="107950">
                  <a:moveTo>
                    <a:pt x="14478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44780" y="86106"/>
                  </a:lnTo>
                  <a:lnTo>
                    <a:pt x="144780" y="85344"/>
                  </a:lnTo>
                  <a:close/>
                </a:path>
                <a:path w="2000250" h="107950">
                  <a:moveTo>
                    <a:pt x="14478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44780" y="83058"/>
                  </a:lnTo>
                  <a:lnTo>
                    <a:pt x="144780" y="82296"/>
                  </a:lnTo>
                  <a:close/>
                </a:path>
                <a:path w="2000250" h="107950">
                  <a:moveTo>
                    <a:pt x="14478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44780" y="80010"/>
                  </a:lnTo>
                  <a:lnTo>
                    <a:pt x="144780" y="79248"/>
                  </a:lnTo>
                  <a:close/>
                </a:path>
                <a:path w="2000250" h="107950">
                  <a:moveTo>
                    <a:pt x="14478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44780" y="76962"/>
                  </a:lnTo>
                  <a:lnTo>
                    <a:pt x="144780" y="76200"/>
                  </a:lnTo>
                  <a:close/>
                </a:path>
                <a:path w="2000250" h="107950">
                  <a:moveTo>
                    <a:pt x="14478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44780" y="73914"/>
                  </a:lnTo>
                  <a:lnTo>
                    <a:pt x="144780" y="73152"/>
                  </a:lnTo>
                  <a:close/>
                </a:path>
                <a:path w="2000250" h="107950">
                  <a:moveTo>
                    <a:pt x="14478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44780" y="70866"/>
                  </a:lnTo>
                  <a:lnTo>
                    <a:pt x="144780" y="70104"/>
                  </a:lnTo>
                  <a:close/>
                </a:path>
                <a:path w="2000250" h="107950">
                  <a:moveTo>
                    <a:pt x="14478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44780" y="67818"/>
                  </a:lnTo>
                  <a:lnTo>
                    <a:pt x="144780" y="67056"/>
                  </a:lnTo>
                  <a:close/>
                </a:path>
                <a:path w="2000250" h="107950">
                  <a:moveTo>
                    <a:pt x="14478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44780" y="64770"/>
                  </a:lnTo>
                  <a:lnTo>
                    <a:pt x="144780" y="64008"/>
                  </a:lnTo>
                  <a:close/>
                </a:path>
                <a:path w="2000250" h="107950">
                  <a:moveTo>
                    <a:pt x="14478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44780" y="61722"/>
                  </a:lnTo>
                  <a:lnTo>
                    <a:pt x="144780" y="60960"/>
                  </a:lnTo>
                  <a:close/>
                </a:path>
                <a:path w="2000250" h="107950">
                  <a:moveTo>
                    <a:pt x="14478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44780" y="58674"/>
                  </a:lnTo>
                  <a:lnTo>
                    <a:pt x="144780" y="57912"/>
                  </a:lnTo>
                  <a:close/>
                </a:path>
                <a:path w="2000250" h="107950">
                  <a:moveTo>
                    <a:pt x="14478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44780" y="55626"/>
                  </a:lnTo>
                  <a:lnTo>
                    <a:pt x="144780" y="54864"/>
                  </a:lnTo>
                  <a:close/>
                </a:path>
                <a:path w="2000250" h="107950">
                  <a:moveTo>
                    <a:pt x="14478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44780" y="52578"/>
                  </a:lnTo>
                  <a:lnTo>
                    <a:pt x="144780" y="51816"/>
                  </a:lnTo>
                  <a:close/>
                </a:path>
                <a:path w="2000250" h="107950">
                  <a:moveTo>
                    <a:pt x="14478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44780" y="49530"/>
                  </a:lnTo>
                  <a:lnTo>
                    <a:pt x="144780" y="48768"/>
                  </a:lnTo>
                  <a:close/>
                </a:path>
                <a:path w="2000250" h="107950">
                  <a:moveTo>
                    <a:pt x="14478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44780" y="46482"/>
                  </a:lnTo>
                  <a:lnTo>
                    <a:pt x="144780" y="45720"/>
                  </a:lnTo>
                  <a:close/>
                </a:path>
                <a:path w="2000250" h="107950">
                  <a:moveTo>
                    <a:pt x="14478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44780" y="43434"/>
                  </a:lnTo>
                  <a:lnTo>
                    <a:pt x="144780" y="42672"/>
                  </a:lnTo>
                  <a:close/>
                </a:path>
                <a:path w="2000250" h="107950">
                  <a:moveTo>
                    <a:pt x="14478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44780" y="40386"/>
                  </a:lnTo>
                  <a:lnTo>
                    <a:pt x="144780" y="39624"/>
                  </a:lnTo>
                  <a:close/>
                </a:path>
                <a:path w="2000250" h="107950">
                  <a:moveTo>
                    <a:pt x="14478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44780" y="37338"/>
                  </a:lnTo>
                  <a:lnTo>
                    <a:pt x="144780" y="36576"/>
                  </a:lnTo>
                  <a:close/>
                </a:path>
                <a:path w="2000250" h="107950">
                  <a:moveTo>
                    <a:pt x="14478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44780" y="34290"/>
                  </a:lnTo>
                  <a:lnTo>
                    <a:pt x="144780" y="33528"/>
                  </a:lnTo>
                  <a:close/>
                </a:path>
                <a:path w="2000250" h="107950">
                  <a:moveTo>
                    <a:pt x="14478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44780" y="31242"/>
                  </a:lnTo>
                  <a:lnTo>
                    <a:pt x="144780" y="30480"/>
                  </a:lnTo>
                  <a:close/>
                </a:path>
                <a:path w="2000250" h="107950">
                  <a:moveTo>
                    <a:pt x="14478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44780" y="28194"/>
                  </a:lnTo>
                  <a:lnTo>
                    <a:pt x="144780" y="27432"/>
                  </a:lnTo>
                  <a:close/>
                </a:path>
                <a:path w="2000250" h="107950">
                  <a:moveTo>
                    <a:pt x="14478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44780" y="25146"/>
                  </a:lnTo>
                  <a:lnTo>
                    <a:pt x="144780" y="24384"/>
                  </a:lnTo>
                  <a:close/>
                </a:path>
                <a:path w="2000250" h="107950">
                  <a:moveTo>
                    <a:pt x="1447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44780" y="22098"/>
                  </a:lnTo>
                  <a:lnTo>
                    <a:pt x="144780" y="21336"/>
                  </a:lnTo>
                  <a:close/>
                </a:path>
                <a:path w="2000250" h="107950">
                  <a:moveTo>
                    <a:pt x="1447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44780" y="19050"/>
                  </a:lnTo>
                  <a:lnTo>
                    <a:pt x="144780" y="18288"/>
                  </a:lnTo>
                  <a:close/>
                </a:path>
                <a:path w="2000250" h="107950">
                  <a:moveTo>
                    <a:pt x="1447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44780" y="16002"/>
                  </a:lnTo>
                  <a:lnTo>
                    <a:pt x="144780" y="15240"/>
                  </a:lnTo>
                  <a:close/>
                </a:path>
                <a:path w="2000250" h="107950">
                  <a:moveTo>
                    <a:pt x="1447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44780" y="12954"/>
                  </a:lnTo>
                  <a:lnTo>
                    <a:pt x="144780" y="12192"/>
                  </a:lnTo>
                  <a:close/>
                </a:path>
                <a:path w="2000250" h="107950">
                  <a:moveTo>
                    <a:pt x="1447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44780" y="9906"/>
                  </a:lnTo>
                  <a:lnTo>
                    <a:pt x="144780" y="9144"/>
                  </a:lnTo>
                  <a:close/>
                </a:path>
                <a:path w="2000250" h="107950">
                  <a:moveTo>
                    <a:pt x="1447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44780" y="6858"/>
                  </a:lnTo>
                  <a:lnTo>
                    <a:pt x="144780" y="6096"/>
                  </a:lnTo>
                  <a:close/>
                </a:path>
                <a:path w="2000250" h="107950">
                  <a:moveTo>
                    <a:pt x="1447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44780" y="3810"/>
                  </a:lnTo>
                  <a:lnTo>
                    <a:pt x="144780" y="3048"/>
                  </a:lnTo>
                  <a:close/>
                </a:path>
                <a:path w="2000250" h="107950">
                  <a:moveTo>
                    <a:pt x="2000250" y="106680"/>
                  </a:moveTo>
                  <a:lnTo>
                    <a:pt x="655320" y="106680"/>
                  </a:lnTo>
                  <a:lnTo>
                    <a:pt x="65532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107950">
                  <a:moveTo>
                    <a:pt x="2000250" y="103632"/>
                  </a:moveTo>
                  <a:lnTo>
                    <a:pt x="655320" y="103632"/>
                  </a:lnTo>
                  <a:lnTo>
                    <a:pt x="65532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107950">
                  <a:moveTo>
                    <a:pt x="2000250" y="100584"/>
                  </a:moveTo>
                  <a:lnTo>
                    <a:pt x="655320" y="100584"/>
                  </a:lnTo>
                  <a:lnTo>
                    <a:pt x="65532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107950">
                  <a:moveTo>
                    <a:pt x="2000250" y="97536"/>
                  </a:moveTo>
                  <a:lnTo>
                    <a:pt x="655320" y="97536"/>
                  </a:lnTo>
                  <a:lnTo>
                    <a:pt x="65532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107950">
                  <a:moveTo>
                    <a:pt x="2000250" y="94488"/>
                  </a:moveTo>
                  <a:lnTo>
                    <a:pt x="655320" y="94488"/>
                  </a:lnTo>
                  <a:lnTo>
                    <a:pt x="65532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107950">
                  <a:moveTo>
                    <a:pt x="2000250" y="91440"/>
                  </a:moveTo>
                  <a:lnTo>
                    <a:pt x="655320" y="91440"/>
                  </a:lnTo>
                  <a:lnTo>
                    <a:pt x="65532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107950">
                  <a:moveTo>
                    <a:pt x="2000250" y="88392"/>
                  </a:moveTo>
                  <a:lnTo>
                    <a:pt x="655320" y="88392"/>
                  </a:lnTo>
                  <a:lnTo>
                    <a:pt x="65532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107950">
                  <a:moveTo>
                    <a:pt x="2000250" y="85344"/>
                  </a:moveTo>
                  <a:lnTo>
                    <a:pt x="655320" y="85344"/>
                  </a:lnTo>
                  <a:lnTo>
                    <a:pt x="65532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107950">
                  <a:moveTo>
                    <a:pt x="2000250" y="82296"/>
                  </a:moveTo>
                  <a:lnTo>
                    <a:pt x="655320" y="82296"/>
                  </a:lnTo>
                  <a:lnTo>
                    <a:pt x="65532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107950">
                  <a:moveTo>
                    <a:pt x="2000250" y="79248"/>
                  </a:moveTo>
                  <a:lnTo>
                    <a:pt x="655320" y="79248"/>
                  </a:lnTo>
                  <a:lnTo>
                    <a:pt x="65532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107950">
                  <a:moveTo>
                    <a:pt x="2000250" y="76200"/>
                  </a:moveTo>
                  <a:lnTo>
                    <a:pt x="655320" y="76200"/>
                  </a:lnTo>
                  <a:lnTo>
                    <a:pt x="65532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107950">
                  <a:moveTo>
                    <a:pt x="2000250" y="73152"/>
                  </a:moveTo>
                  <a:lnTo>
                    <a:pt x="655320" y="73152"/>
                  </a:lnTo>
                  <a:lnTo>
                    <a:pt x="65532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107950">
                  <a:moveTo>
                    <a:pt x="2000250" y="70104"/>
                  </a:moveTo>
                  <a:lnTo>
                    <a:pt x="655320" y="70104"/>
                  </a:lnTo>
                  <a:lnTo>
                    <a:pt x="65532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107950">
                  <a:moveTo>
                    <a:pt x="2000250" y="67056"/>
                  </a:moveTo>
                  <a:lnTo>
                    <a:pt x="655320" y="67056"/>
                  </a:lnTo>
                  <a:lnTo>
                    <a:pt x="65532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107950">
                  <a:moveTo>
                    <a:pt x="2000250" y="64008"/>
                  </a:moveTo>
                  <a:lnTo>
                    <a:pt x="655320" y="64008"/>
                  </a:lnTo>
                  <a:lnTo>
                    <a:pt x="65532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107950">
                  <a:moveTo>
                    <a:pt x="2000250" y="60960"/>
                  </a:moveTo>
                  <a:lnTo>
                    <a:pt x="655320" y="60960"/>
                  </a:lnTo>
                  <a:lnTo>
                    <a:pt x="65532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107950">
                  <a:moveTo>
                    <a:pt x="2000250" y="57912"/>
                  </a:moveTo>
                  <a:lnTo>
                    <a:pt x="655320" y="57912"/>
                  </a:lnTo>
                  <a:lnTo>
                    <a:pt x="65532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107950">
                  <a:moveTo>
                    <a:pt x="2000250" y="54864"/>
                  </a:moveTo>
                  <a:lnTo>
                    <a:pt x="655320" y="54864"/>
                  </a:lnTo>
                  <a:lnTo>
                    <a:pt x="65532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107950">
                  <a:moveTo>
                    <a:pt x="2000250" y="51816"/>
                  </a:moveTo>
                  <a:lnTo>
                    <a:pt x="655320" y="51816"/>
                  </a:lnTo>
                  <a:lnTo>
                    <a:pt x="65532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107950">
                  <a:moveTo>
                    <a:pt x="2000250" y="48768"/>
                  </a:moveTo>
                  <a:lnTo>
                    <a:pt x="655320" y="48768"/>
                  </a:lnTo>
                  <a:lnTo>
                    <a:pt x="65532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107950">
                  <a:moveTo>
                    <a:pt x="2000250" y="45720"/>
                  </a:moveTo>
                  <a:lnTo>
                    <a:pt x="655320" y="45720"/>
                  </a:lnTo>
                  <a:lnTo>
                    <a:pt x="65532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107950">
                  <a:moveTo>
                    <a:pt x="2000250" y="42672"/>
                  </a:moveTo>
                  <a:lnTo>
                    <a:pt x="655320" y="42672"/>
                  </a:lnTo>
                  <a:lnTo>
                    <a:pt x="65532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107950">
                  <a:moveTo>
                    <a:pt x="2000250" y="39624"/>
                  </a:moveTo>
                  <a:lnTo>
                    <a:pt x="655320" y="39624"/>
                  </a:lnTo>
                  <a:lnTo>
                    <a:pt x="65532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107950">
                  <a:moveTo>
                    <a:pt x="2000250" y="36576"/>
                  </a:moveTo>
                  <a:lnTo>
                    <a:pt x="655320" y="36576"/>
                  </a:lnTo>
                  <a:lnTo>
                    <a:pt x="65532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107950">
                  <a:moveTo>
                    <a:pt x="2000250" y="33528"/>
                  </a:moveTo>
                  <a:lnTo>
                    <a:pt x="655320" y="33528"/>
                  </a:lnTo>
                  <a:lnTo>
                    <a:pt x="65532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107950">
                  <a:moveTo>
                    <a:pt x="2000250" y="30480"/>
                  </a:moveTo>
                  <a:lnTo>
                    <a:pt x="655320" y="30480"/>
                  </a:lnTo>
                  <a:lnTo>
                    <a:pt x="65532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107950">
                  <a:moveTo>
                    <a:pt x="2000250" y="27432"/>
                  </a:moveTo>
                  <a:lnTo>
                    <a:pt x="655320" y="27432"/>
                  </a:lnTo>
                  <a:lnTo>
                    <a:pt x="65532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107950">
                  <a:moveTo>
                    <a:pt x="2000250" y="24384"/>
                  </a:moveTo>
                  <a:lnTo>
                    <a:pt x="655320" y="24384"/>
                  </a:lnTo>
                  <a:lnTo>
                    <a:pt x="65532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107950">
                  <a:moveTo>
                    <a:pt x="2000250" y="21336"/>
                  </a:moveTo>
                  <a:lnTo>
                    <a:pt x="655320" y="21336"/>
                  </a:lnTo>
                  <a:lnTo>
                    <a:pt x="65532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107950">
                  <a:moveTo>
                    <a:pt x="2000250" y="18288"/>
                  </a:moveTo>
                  <a:lnTo>
                    <a:pt x="655320" y="18288"/>
                  </a:lnTo>
                  <a:lnTo>
                    <a:pt x="65532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107950">
                  <a:moveTo>
                    <a:pt x="2000250" y="15240"/>
                  </a:moveTo>
                  <a:lnTo>
                    <a:pt x="655320" y="15240"/>
                  </a:lnTo>
                  <a:lnTo>
                    <a:pt x="65532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107950">
                  <a:moveTo>
                    <a:pt x="2000250" y="12192"/>
                  </a:moveTo>
                  <a:lnTo>
                    <a:pt x="655320" y="12192"/>
                  </a:lnTo>
                  <a:lnTo>
                    <a:pt x="65532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107950">
                  <a:moveTo>
                    <a:pt x="2000250" y="9144"/>
                  </a:moveTo>
                  <a:lnTo>
                    <a:pt x="655320" y="9144"/>
                  </a:lnTo>
                  <a:lnTo>
                    <a:pt x="65532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107950">
                  <a:moveTo>
                    <a:pt x="2000250" y="6096"/>
                  </a:moveTo>
                  <a:lnTo>
                    <a:pt x="655320" y="6096"/>
                  </a:lnTo>
                  <a:lnTo>
                    <a:pt x="65532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107950">
                  <a:moveTo>
                    <a:pt x="2000250" y="3048"/>
                  </a:moveTo>
                  <a:lnTo>
                    <a:pt x="655320" y="3048"/>
                  </a:lnTo>
                  <a:lnTo>
                    <a:pt x="65532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107950">
                  <a:moveTo>
                    <a:pt x="2000250" y="0"/>
                  </a:moveTo>
                  <a:lnTo>
                    <a:pt x="655320" y="0"/>
                  </a:lnTo>
                  <a:lnTo>
                    <a:pt x="65532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383925" y="5863479"/>
              <a:ext cx="2000250" cy="107950"/>
            </a:xfrm>
            <a:custGeom>
              <a:avLst/>
              <a:gdLst/>
              <a:ahLst/>
              <a:cxnLst/>
              <a:rect l="l" t="t" r="r" b="b"/>
              <a:pathLst>
                <a:path w="2000250" h="107950">
                  <a:moveTo>
                    <a:pt x="14478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44780" y="107442"/>
                  </a:lnTo>
                  <a:lnTo>
                    <a:pt x="144780" y="106680"/>
                  </a:lnTo>
                  <a:close/>
                </a:path>
                <a:path w="2000250" h="107950">
                  <a:moveTo>
                    <a:pt x="14478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44780" y="104394"/>
                  </a:lnTo>
                  <a:lnTo>
                    <a:pt x="144780" y="103632"/>
                  </a:lnTo>
                  <a:close/>
                </a:path>
                <a:path w="2000250" h="107950">
                  <a:moveTo>
                    <a:pt x="14478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44780" y="101346"/>
                  </a:lnTo>
                  <a:lnTo>
                    <a:pt x="144780" y="100584"/>
                  </a:lnTo>
                  <a:close/>
                </a:path>
                <a:path w="2000250" h="107950">
                  <a:moveTo>
                    <a:pt x="14478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44780" y="98298"/>
                  </a:lnTo>
                  <a:lnTo>
                    <a:pt x="144780" y="97536"/>
                  </a:lnTo>
                  <a:close/>
                </a:path>
                <a:path w="2000250" h="107950">
                  <a:moveTo>
                    <a:pt x="14478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44780" y="95250"/>
                  </a:lnTo>
                  <a:lnTo>
                    <a:pt x="144780" y="94488"/>
                  </a:lnTo>
                  <a:close/>
                </a:path>
                <a:path w="2000250" h="107950">
                  <a:moveTo>
                    <a:pt x="14478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44780" y="92202"/>
                  </a:lnTo>
                  <a:lnTo>
                    <a:pt x="144780" y="91440"/>
                  </a:lnTo>
                  <a:close/>
                </a:path>
                <a:path w="2000250" h="107950">
                  <a:moveTo>
                    <a:pt x="14478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44780" y="89154"/>
                  </a:lnTo>
                  <a:lnTo>
                    <a:pt x="144780" y="88392"/>
                  </a:lnTo>
                  <a:close/>
                </a:path>
                <a:path w="2000250" h="107950">
                  <a:moveTo>
                    <a:pt x="14478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44780" y="86106"/>
                  </a:lnTo>
                  <a:lnTo>
                    <a:pt x="144780" y="85344"/>
                  </a:lnTo>
                  <a:close/>
                </a:path>
                <a:path w="2000250" h="107950">
                  <a:moveTo>
                    <a:pt x="14478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44780" y="83058"/>
                  </a:lnTo>
                  <a:lnTo>
                    <a:pt x="144780" y="82296"/>
                  </a:lnTo>
                  <a:close/>
                </a:path>
                <a:path w="2000250" h="107950">
                  <a:moveTo>
                    <a:pt x="14478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44780" y="80010"/>
                  </a:lnTo>
                  <a:lnTo>
                    <a:pt x="144780" y="79248"/>
                  </a:lnTo>
                  <a:close/>
                </a:path>
                <a:path w="2000250" h="107950">
                  <a:moveTo>
                    <a:pt x="14478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44780" y="76962"/>
                  </a:lnTo>
                  <a:lnTo>
                    <a:pt x="144780" y="76200"/>
                  </a:lnTo>
                  <a:close/>
                </a:path>
                <a:path w="2000250" h="107950">
                  <a:moveTo>
                    <a:pt x="14478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44780" y="73914"/>
                  </a:lnTo>
                  <a:lnTo>
                    <a:pt x="144780" y="73152"/>
                  </a:lnTo>
                  <a:close/>
                </a:path>
                <a:path w="2000250" h="107950">
                  <a:moveTo>
                    <a:pt x="14478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44780" y="70866"/>
                  </a:lnTo>
                  <a:lnTo>
                    <a:pt x="144780" y="70104"/>
                  </a:lnTo>
                  <a:close/>
                </a:path>
                <a:path w="2000250" h="107950">
                  <a:moveTo>
                    <a:pt x="14478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44780" y="67818"/>
                  </a:lnTo>
                  <a:lnTo>
                    <a:pt x="144780" y="67056"/>
                  </a:lnTo>
                  <a:close/>
                </a:path>
                <a:path w="2000250" h="107950">
                  <a:moveTo>
                    <a:pt x="14478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44780" y="64770"/>
                  </a:lnTo>
                  <a:lnTo>
                    <a:pt x="144780" y="64008"/>
                  </a:lnTo>
                  <a:close/>
                </a:path>
                <a:path w="2000250" h="107950">
                  <a:moveTo>
                    <a:pt x="14478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44780" y="61722"/>
                  </a:lnTo>
                  <a:lnTo>
                    <a:pt x="144780" y="60960"/>
                  </a:lnTo>
                  <a:close/>
                </a:path>
                <a:path w="2000250" h="107950">
                  <a:moveTo>
                    <a:pt x="14478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44780" y="58674"/>
                  </a:lnTo>
                  <a:lnTo>
                    <a:pt x="144780" y="57912"/>
                  </a:lnTo>
                  <a:close/>
                </a:path>
                <a:path w="2000250" h="107950">
                  <a:moveTo>
                    <a:pt x="14478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44780" y="55626"/>
                  </a:lnTo>
                  <a:lnTo>
                    <a:pt x="144780" y="54864"/>
                  </a:lnTo>
                  <a:close/>
                </a:path>
                <a:path w="2000250" h="107950">
                  <a:moveTo>
                    <a:pt x="14478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44780" y="52578"/>
                  </a:lnTo>
                  <a:lnTo>
                    <a:pt x="144780" y="51816"/>
                  </a:lnTo>
                  <a:close/>
                </a:path>
                <a:path w="2000250" h="107950">
                  <a:moveTo>
                    <a:pt x="14478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44780" y="49530"/>
                  </a:lnTo>
                  <a:lnTo>
                    <a:pt x="144780" y="48768"/>
                  </a:lnTo>
                  <a:close/>
                </a:path>
                <a:path w="2000250" h="107950">
                  <a:moveTo>
                    <a:pt x="14478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44780" y="46482"/>
                  </a:lnTo>
                  <a:lnTo>
                    <a:pt x="144780" y="45720"/>
                  </a:lnTo>
                  <a:close/>
                </a:path>
                <a:path w="2000250" h="107950">
                  <a:moveTo>
                    <a:pt x="14478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44780" y="43434"/>
                  </a:lnTo>
                  <a:lnTo>
                    <a:pt x="144780" y="42672"/>
                  </a:lnTo>
                  <a:close/>
                </a:path>
                <a:path w="2000250" h="107950">
                  <a:moveTo>
                    <a:pt x="14478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44780" y="40386"/>
                  </a:lnTo>
                  <a:lnTo>
                    <a:pt x="144780" y="39624"/>
                  </a:lnTo>
                  <a:close/>
                </a:path>
                <a:path w="2000250" h="107950">
                  <a:moveTo>
                    <a:pt x="14478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44780" y="37338"/>
                  </a:lnTo>
                  <a:lnTo>
                    <a:pt x="144780" y="36576"/>
                  </a:lnTo>
                  <a:close/>
                </a:path>
                <a:path w="2000250" h="107950">
                  <a:moveTo>
                    <a:pt x="14478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44780" y="34290"/>
                  </a:lnTo>
                  <a:lnTo>
                    <a:pt x="144780" y="33528"/>
                  </a:lnTo>
                  <a:close/>
                </a:path>
                <a:path w="2000250" h="107950">
                  <a:moveTo>
                    <a:pt x="14478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44780" y="31242"/>
                  </a:lnTo>
                  <a:lnTo>
                    <a:pt x="144780" y="30480"/>
                  </a:lnTo>
                  <a:close/>
                </a:path>
                <a:path w="2000250" h="107950">
                  <a:moveTo>
                    <a:pt x="14478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44780" y="28194"/>
                  </a:lnTo>
                  <a:lnTo>
                    <a:pt x="144780" y="27432"/>
                  </a:lnTo>
                  <a:close/>
                </a:path>
                <a:path w="2000250" h="107950">
                  <a:moveTo>
                    <a:pt x="14478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44780" y="25146"/>
                  </a:lnTo>
                  <a:lnTo>
                    <a:pt x="144780" y="24384"/>
                  </a:lnTo>
                  <a:close/>
                </a:path>
                <a:path w="2000250" h="107950">
                  <a:moveTo>
                    <a:pt x="1447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44780" y="22098"/>
                  </a:lnTo>
                  <a:lnTo>
                    <a:pt x="144780" y="21336"/>
                  </a:lnTo>
                  <a:close/>
                </a:path>
                <a:path w="2000250" h="107950">
                  <a:moveTo>
                    <a:pt x="1447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44780" y="19050"/>
                  </a:lnTo>
                  <a:lnTo>
                    <a:pt x="144780" y="18288"/>
                  </a:lnTo>
                  <a:close/>
                </a:path>
                <a:path w="2000250" h="107950">
                  <a:moveTo>
                    <a:pt x="1447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44780" y="16002"/>
                  </a:lnTo>
                  <a:lnTo>
                    <a:pt x="144780" y="15240"/>
                  </a:lnTo>
                  <a:close/>
                </a:path>
                <a:path w="2000250" h="107950">
                  <a:moveTo>
                    <a:pt x="1447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44780" y="12954"/>
                  </a:lnTo>
                  <a:lnTo>
                    <a:pt x="144780" y="12192"/>
                  </a:lnTo>
                  <a:close/>
                </a:path>
                <a:path w="2000250" h="107950">
                  <a:moveTo>
                    <a:pt x="1447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44780" y="9906"/>
                  </a:lnTo>
                  <a:lnTo>
                    <a:pt x="144780" y="9144"/>
                  </a:lnTo>
                  <a:close/>
                </a:path>
                <a:path w="2000250" h="107950">
                  <a:moveTo>
                    <a:pt x="1447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44780" y="6858"/>
                  </a:lnTo>
                  <a:lnTo>
                    <a:pt x="144780" y="6096"/>
                  </a:lnTo>
                  <a:close/>
                </a:path>
                <a:path w="2000250" h="107950">
                  <a:moveTo>
                    <a:pt x="1447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44780" y="3810"/>
                  </a:lnTo>
                  <a:lnTo>
                    <a:pt x="144780" y="3048"/>
                  </a:lnTo>
                  <a:close/>
                </a:path>
                <a:path w="2000250" h="107950">
                  <a:moveTo>
                    <a:pt x="2000250" y="106680"/>
                  </a:moveTo>
                  <a:lnTo>
                    <a:pt x="655320" y="106680"/>
                  </a:lnTo>
                  <a:lnTo>
                    <a:pt x="65532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107950">
                  <a:moveTo>
                    <a:pt x="2000250" y="103632"/>
                  </a:moveTo>
                  <a:lnTo>
                    <a:pt x="655320" y="103632"/>
                  </a:lnTo>
                  <a:lnTo>
                    <a:pt x="65532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107950">
                  <a:moveTo>
                    <a:pt x="2000250" y="100584"/>
                  </a:moveTo>
                  <a:lnTo>
                    <a:pt x="655320" y="100584"/>
                  </a:lnTo>
                  <a:lnTo>
                    <a:pt x="65532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107950">
                  <a:moveTo>
                    <a:pt x="2000250" y="97536"/>
                  </a:moveTo>
                  <a:lnTo>
                    <a:pt x="655320" y="97536"/>
                  </a:lnTo>
                  <a:lnTo>
                    <a:pt x="65532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107950">
                  <a:moveTo>
                    <a:pt x="2000250" y="94488"/>
                  </a:moveTo>
                  <a:lnTo>
                    <a:pt x="655320" y="94488"/>
                  </a:lnTo>
                  <a:lnTo>
                    <a:pt x="65532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107950">
                  <a:moveTo>
                    <a:pt x="2000250" y="91440"/>
                  </a:moveTo>
                  <a:lnTo>
                    <a:pt x="655320" y="91440"/>
                  </a:lnTo>
                  <a:lnTo>
                    <a:pt x="65532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107950">
                  <a:moveTo>
                    <a:pt x="2000250" y="88392"/>
                  </a:moveTo>
                  <a:lnTo>
                    <a:pt x="655320" y="88392"/>
                  </a:lnTo>
                  <a:lnTo>
                    <a:pt x="65532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107950">
                  <a:moveTo>
                    <a:pt x="2000250" y="85344"/>
                  </a:moveTo>
                  <a:lnTo>
                    <a:pt x="655320" y="85344"/>
                  </a:lnTo>
                  <a:lnTo>
                    <a:pt x="65532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107950">
                  <a:moveTo>
                    <a:pt x="2000250" y="82296"/>
                  </a:moveTo>
                  <a:lnTo>
                    <a:pt x="655320" y="82296"/>
                  </a:lnTo>
                  <a:lnTo>
                    <a:pt x="65532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107950">
                  <a:moveTo>
                    <a:pt x="2000250" y="79248"/>
                  </a:moveTo>
                  <a:lnTo>
                    <a:pt x="655320" y="79248"/>
                  </a:lnTo>
                  <a:lnTo>
                    <a:pt x="65532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107950">
                  <a:moveTo>
                    <a:pt x="2000250" y="76200"/>
                  </a:moveTo>
                  <a:lnTo>
                    <a:pt x="655320" y="76200"/>
                  </a:lnTo>
                  <a:lnTo>
                    <a:pt x="65532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107950">
                  <a:moveTo>
                    <a:pt x="2000250" y="73152"/>
                  </a:moveTo>
                  <a:lnTo>
                    <a:pt x="655320" y="73152"/>
                  </a:lnTo>
                  <a:lnTo>
                    <a:pt x="65532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107950">
                  <a:moveTo>
                    <a:pt x="2000250" y="70104"/>
                  </a:moveTo>
                  <a:lnTo>
                    <a:pt x="655320" y="70104"/>
                  </a:lnTo>
                  <a:lnTo>
                    <a:pt x="65532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107950">
                  <a:moveTo>
                    <a:pt x="2000250" y="67056"/>
                  </a:moveTo>
                  <a:lnTo>
                    <a:pt x="655320" y="67056"/>
                  </a:lnTo>
                  <a:lnTo>
                    <a:pt x="65532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107950">
                  <a:moveTo>
                    <a:pt x="2000250" y="64008"/>
                  </a:moveTo>
                  <a:lnTo>
                    <a:pt x="655320" y="64008"/>
                  </a:lnTo>
                  <a:lnTo>
                    <a:pt x="65532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107950">
                  <a:moveTo>
                    <a:pt x="2000250" y="60960"/>
                  </a:moveTo>
                  <a:lnTo>
                    <a:pt x="655320" y="60960"/>
                  </a:lnTo>
                  <a:lnTo>
                    <a:pt x="65532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107950">
                  <a:moveTo>
                    <a:pt x="2000250" y="57912"/>
                  </a:moveTo>
                  <a:lnTo>
                    <a:pt x="655320" y="57912"/>
                  </a:lnTo>
                  <a:lnTo>
                    <a:pt x="65532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107950">
                  <a:moveTo>
                    <a:pt x="2000250" y="54864"/>
                  </a:moveTo>
                  <a:lnTo>
                    <a:pt x="655320" y="54864"/>
                  </a:lnTo>
                  <a:lnTo>
                    <a:pt x="65532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107950">
                  <a:moveTo>
                    <a:pt x="2000250" y="51816"/>
                  </a:moveTo>
                  <a:lnTo>
                    <a:pt x="655320" y="51816"/>
                  </a:lnTo>
                  <a:lnTo>
                    <a:pt x="65532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107950">
                  <a:moveTo>
                    <a:pt x="2000250" y="48768"/>
                  </a:moveTo>
                  <a:lnTo>
                    <a:pt x="655320" y="48768"/>
                  </a:lnTo>
                  <a:lnTo>
                    <a:pt x="65532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107950">
                  <a:moveTo>
                    <a:pt x="2000250" y="45720"/>
                  </a:moveTo>
                  <a:lnTo>
                    <a:pt x="655320" y="45720"/>
                  </a:lnTo>
                  <a:lnTo>
                    <a:pt x="65532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107950">
                  <a:moveTo>
                    <a:pt x="2000250" y="42672"/>
                  </a:moveTo>
                  <a:lnTo>
                    <a:pt x="655320" y="42672"/>
                  </a:lnTo>
                  <a:lnTo>
                    <a:pt x="65532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107950">
                  <a:moveTo>
                    <a:pt x="2000250" y="39624"/>
                  </a:moveTo>
                  <a:lnTo>
                    <a:pt x="655320" y="39624"/>
                  </a:lnTo>
                  <a:lnTo>
                    <a:pt x="65532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107950">
                  <a:moveTo>
                    <a:pt x="2000250" y="36576"/>
                  </a:moveTo>
                  <a:lnTo>
                    <a:pt x="655320" y="36576"/>
                  </a:lnTo>
                  <a:lnTo>
                    <a:pt x="65532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107950">
                  <a:moveTo>
                    <a:pt x="2000250" y="33528"/>
                  </a:moveTo>
                  <a:lnTo>
                    <a:pt x="655320" y="33528"/>
                  </a:lnTo>
                  <a:lnTo>
                    <a:pt x="65532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107950">
                  <a:moveTo>
                    <a:pt x="2000250" y="30480"/>
                  </a:moveTo>
                  <a:lnTo>
                    <a:pt x="655320" y="30480"/>
                  </a:lnTo>
                  <a:lnTo>
                    <a:pt x="65532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107950">
                  <a:moveTo>
                    <a:pt x="2000250" y="27432"/>
                  </a:moveTo>
                  <a:lnTo>
                    <a:pt x="655320" y="27432"/>
                  </a:lnTo>
                  <a:lnTo>
                    <a:pt x="65532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107950">
                  <a:moveTo>
                    <a:pt x="2000250" y="24384"/>
                  </a:moveTo>
                  <a:lnTo>
                    <a:pt x="655320" y="24384"/>
                  </a:lnTo>
                  <a:lnTo>
                    <a:pt x="65532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107950">
                  <a:moveTo>
                    <a:pt x="2000250" y="21336"/>
                  </a:moveTo>
                  <a:lnTo>
                    <a:pt x="655320" y="21336"/>
                  </a:lnTo>
                  <a:lnTo>
                    <a:pt x="65532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107950">
                  <a:moveTo>
                    <a:pt x="2000250" y="18288"/>
                  </a:moveTo>
                  <a:lnTo>
                    <a:pt x="655320" y="18288"/>
                  </a:lnTo>
                  <a:lnTo>
                    <a:pt x="65532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107950">
                  <a:moveTo>
                    <a:pt x="2000250" y="15240"/>
                  </a:moveTo>
                  <a:lnTo>
                    <a:pt x="655320" y="15240"/>
                  </a:lnTo>
                  <a:lnTo>
                    <a:pt x="65532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107950">
                  <a:moveTo>
                    <a:pt x="2000250" y="12192"/>
                  </a:moveTo>
                  <a:lnTo>
                    <a:pt x="655320" y="12192"/>
                  </a:lnTo>
                  <a:lnTo>
                    <a:pt x="65532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107950">
                  <a:moveTo>
                    <a:pt x="2000250" y="9144"/>
                  </a:moveTo>
                  <a:lnTo>
                    <a:pt x="655320" y="9144"/>
                  </a:lnTo>
                  <a:lnTo>
                    <a:pt x="65532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107950">
                  <a:moveTo>
                    <a:pt x="2000250" y="6096"/>
                  </a:moveTo>
                  <a:lnTo>
                    <a:pt x="655320" y="6096"/>
                  </a:lnTo>
                  <a:lnTo>
                    <a:pt x="65532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107950">
                  <a:moveTo>
                    <a:pt x="2000250" y="3048"/>
                  </a:moveTo>
                  <a:lnTo>
                    <a:pt x="655320" y="3048"/>
                  </a:lnTo>
                  <a:lnTo>
                    <a:pt x="65532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107950">
                  <a:moveTo>
                    <a:pt x="2000250" y="0"/>
                  </a:moveTo>
                  <a:lnTo>
                    <a:pt x="655320" y="0"/>
                  </a:lnTo>
                  <a:lnTo>
                    <a:pt x="65532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383925" y="5970159"/>
              <a:ext cx="2000250" cy="107950"/>
            </a:xfrm>
            <a:custGeom>
              <a:avLst/>
              <a:gdLst/>
              <a:ahLst/>
              <a:cxnLst/>
              <a:rect l="l" t="t" r="r" b="b"/>
              <a:pathLst>
                <a:path w="2000250" h="107950">
                  <a:moveTo>
                    <a:pt x="14478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44780" y="107442"/>
                  </a:lnTo>
                  <a:lnTo>
                    <a:pt x="144780" y="106680"/>
                  </a:lnTo>
                  <a:close/>
                </a:path>
                <a:path w="2000250" h="107950">
                  <a:moveTo>
                    <a:pt x="14478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44780" y="104394"/>
                  </a:lnTo>
                  <a:lnTo>
                    <a:pt x="144780" y="103632"/>
                  </a:lnTo>
                  <a:close/>
                </a:path>
                <a:path w="2000250" h="107950">
                  <a:moveTo>
                    <a:pt x="14478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44780" y="101346"/>
                  </a:lnTo>
                  <a:lnTo>
                    <a:pt x="144780" y="100584"/>
                  </a:lnTo>
                  <a:close/>
                </a:path>
                <a:path w="2000250" h="107950">
                  <a:moveTo>
                    <a:pt x="14478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44780" y="98298"/>
                  </a:lnTo>
                  <a:lnTo>
                    <a:pt x="144780" y="97536"/>
                  </a:lnTo>
                  <a:close/>
                </a:path>
                <a:path w="2000250" h="107950">
                  <a:moveTo>
                    <a:pt x="14478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44780" y="95250"/>
                  </a:lnTo>
                  <a:lnTo>
                    <a:pt x="144780" y="94488"/>
                  </a:lnTo>
                  <a:close/>
                </a:path>
                <a:path w="2000250" h="107950">
                  <a:moveTo>
                    <a:pt x="14478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44780" y="92202"/>
                  </a:lnTo>
                  <a:lnTo>
                    <a:pt x="144780" y="91440"/>
                  </a:lnTo>
                  <a:close/>
                </a:path>
                <a:path w="2000250" h="107950">
                  <a:moveTo>
                    <a:pt x="14478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44780" y="89154"/>
                  </a:lnTo>
                  <a:lnTo>
                    <a:pt x="144780" y="88392"/>
                  </a:lnTo>
                  <a:close/>
                </a:path>
                <a:path w="2000250" h="107950">
                  <a:moveTo>
                    <a:pt x="14478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44780" y="86106"/>
                  </a:lnTo>
                  <a:lnTo>
                    <a:pt x="144780" y="85344"/>
                  </a:lnTo>
                  <a:close/>
                </a:path>
                <a:path w="2000250" h="107950">
                  <a:moveTo>
                    <a:pt x="14478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44780" y="83058"/>
                  </a:lnTo>
                  <a:lnTo>
                    <a:pt x="144780" y="82296"/>
                  </a:lnTo>
                  <a:close/>
                </a:path>
                <a:path w="2000250" h="107950">
                  <a:moveTo>
                    <a:pt x="14478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44780" y="80010"/>
                  </a:lnTo>
                  <a:lnTo>
                    <a:pt x="144780" y="79248"/>
                  </a:lnTo>
                  <a:close/>
                </a:path>
                <a:path w="2000250" h="107950">
                  <a:moveTo>
                    <a:pt x="14478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44780" y="76962"/>
                  </a:lnTo>
                  <a:lnTo>
                    <a:pt x="144780" y="76200"/>
                  </a:lnTo>
                  <a:close/>
                </a:path>
                <a:path w="2000250" h="107950">
                  <a:moveTo>
                    <a:pt x="14478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44780" y="73914"/>
                  </a:lnTo>
                  <a:lnTo>
                    <a:pt x="144780" y="73152"/>
                  </a:lnTo>
                  <a:close/>
                </a:path>
                <a:path w="2000250" h="107950">
                  <a:moveTo>
                    <a:pt x="14478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44780" y="70866"/>
                  </a:lnTo>
                  <a:lnTo>
                    <a:pt x="144780" y="70104"/>
                  </a:lnTo>
                  <a:close/>
                </a:path>
                <a:path w="2000250" h="107950">
                  <a:moveTo>
                    <a:pt x="14478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44780" y="67818"/>
                  </a:lnTo>
                  <a:lnTo>
                    <a:pt x="144780" y="67056"/>
                  </a:lnTo>
                  <a:close/>
                </a:path>
                <a:path w="2000250" h="107950">
                  <a:moveTo>
                    <a:pt x="14478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44780" y="64770"/>
                  </a:lnTo>
                  <a:lnTo>
                    <a:pt x="144780" y="64008"/>
                  </a:lnTo>
                  <a:close/>
                </a:path>
                <a:path w="2000250" h="107950">
                  <a:moveTo>
                    <a:pt x="14478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44780" y="61722"/>
                  </a:lnTo>
                  <a:lnTo>
                    <a:pt x="144780" y="60960"/>
                  </a:lnTo>
                  <a:close/>
                </a:path>
                <a:path w="2000250" h="107950">
                  <a:moveTo>
                    <a:pt x="14478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44780" y="58674"/>
                  </a:lnTo>
                  <a:lnTo>
                    <a:pt x="144780" y="57912"/>
                  </a:lnTo>
                  <a:close/>
                </a:path>
                <a:path w="2000250" h="107950">
                  <a:moveTo>
                    <a:pt x="14478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44780" y="55626"/>
                  </a:lnTo>
                  <a:lnTo>
                    <a:pt x="144780" y="54864"/>
                  </a:lnTo>
                  <a:close/>
                </a:path>
                <a:path w="2000250" h="107950">
                  <a:moveTo>
                    <a:pt x="14478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44780" y="52578"/>
                  </a:lnTo>
                  <a:lnTo>
                    <a:pt x="144780" y="51816"/>
                  </a:lnTo>
                  <a:close/>
                </a:path>
                <a:path w="2000250" h="107950">
                  <a:moveTo>
                    <a:pt x="14478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44780" y="49530"/>
                  </a:lnTo>
                  <a:lnTo>
                    <a:pt x="144780" y="48768"/>
                  </a:lnTo>
                  <a:close/>
                </a:path>
                <a:path w="2000250" h="107950">
                  <a:moveTo>
                    <a:pt x="14478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44780" y="46482"/>
                  </a:lnTo>
                  <a:lnTo>
                    <a:pt x="144780" y="45720"/>
                  </a:lnTo>
                  <a:close/>
                </a:path>
                <a:path w="2000250" h="107950">
                  <a:moveTo>
                    <a:pt x="14478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44780" y="43434"/>
                  </a:lnTo>
                  <a:lnTo>
                    <a:pt x="144780" y="42672"/>
                  </a:lnTo>
                  <a:close/>
                </a:path>
                <a:path w="2000250" h="107950">
                  <a:moveTo>
                    <a:pt x="14478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44780" y="40386"/>
                  </a:lnTo>
                  <a:lnTo>
                    <a:pt x="144780" y="39624"/>
                  </a:lnTo>
                  <a:close/>
                </a:path>
                <a:path w="2000250" h="107950">
                  <a:moveTo>
                    <a:pt x="14478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44780" y="37338"/>
                  </a:lnTo>
                  <a:lnTo>
                    <a:pt x="144780" y="36576"/>
                  </a:lnTo>
                  <a:close/>
                </a:path>
                <a:path w="2000250" h="107950">
                  <a:moveTo>
                    <a:pt x="14478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44780" y="34290"/>
                  </a:lnTo>
                  <a:lnTo>
                    <a:pt x="144780" y="33528"/>
                  </a:lnTo>
                  <a:close/>
                </a:path>
                <a:path w="2000250" h="107950">
                  <a:moveTo>
                    <a:pt x="14478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44780" y="31242"/>
                  </a:lnTo>
                  <a:lnTo>
                    <a:pt x="144780" y="30480"/>
                  </a:lnTo>
                  <a:close/>
                </a:path>
                <a:path w="2000250" h="107950">
                  <a:moveTo>
                    <a:pt x="14478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44780" y="28194"/>
                  </a:lnTo>
                  <a:lnTo>
                    <a:pt x="144780" y="27432"/>
                  </a:lnTo>
                  <a:close/>
                </a:path>
                <a:path w="2000250" h="107950">
                  <a:moveTo>
                    <a:pt x="14478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44780" y="25146"/>
                  </a:lnTo>
                  <a:lnTo>
                    <a:pt x="144780" y="24384"/>
                  </a:lnTo>
                  <a:close/>
                </a:path>
                <a:path w="2000250" h="107950">
                  <a:moveTo>
                    <a:pt x="1447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44780" y="22098"/>
                  </a:lnTo>
                  <a:lnTo>
                    <a:pt x="144780" y="21336"/>
                  </a:lnTo>
                  <a:close/>
                </a:path>
                <a:path w="2000250" h="107950">
                  <a:moveTo>
                    <a:pt x="1447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44780" y="19050"/>
                  </a:lnTo>
                  <a:lnTo>
                    <a:pt x="144780" y="18288"/>
                  </a:lnTo>
                  <a:close/>
                </a:path>
                <a:path w="2000250" h="107950">
                  <a:moveTo>
                    <a:pt x="1447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44780" y="16002"/>
                  </a:lnTo>
                  <a:lnTo>
                    <a:pt x="144780" y="15240"/>
                  </a:lnTo>
                  <a:close/>
                </a:path>
                <a:path w="2000250" h="107950">
                  <a:moveTo>
                    <a:pt x="1447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44780" y="12954"/>
                  </a:lnTo>
                  <a:lnTo>
                    <a:pt x="144780" y="12192"/>
                  </a:lnTo>
                  <a:close/>
                </a:path>
                <a:path w="2000250" h="107950">
                  <a:moveTo>
                    <a:pt x="1447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44780" y="9906"/>
                  </a:lnTo>
                  <a:lnTo>
                    <a:pt x="144780" y="9144"/>
                  </a:lnTo>
                  <a:close/>
                </a:path>
                <a:path w="2000250" h="107950">
                  <a:moveTo>
                    <a:pt x="1447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44780" y="6858"/>
                  </a:lnTo>
                  <a:lnTo>
                    <a:pt x="144780" y="6096"/>
                  </a:lnTo>
                  <a:close/>
                </a:path>
                <a:path w="2000250" h="107950">
                  <a:moveTo>
                    <a:pt x="1447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44780" y="3810"/>
                  </a:lnTo>
                  <a:lnTo>
                    <a:pt x="144780" y="3048"/>
                  </a:lnTo>
                  <a:close/>
                </a:path>
                <a:path w="2000250" h="107950">
                  <a:moveTo>
                    <a:pt x="2000250" y="106680"/>
                  </a:moveTo>
                  <a:lnTo>
                    <a:pt x="655320" y="106680"/>
                  </a:lnTo>
                  <a:lnTo>
                    <a:pt x="65532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107950">
                  <a:moveTo>
                    <a:pt x="2000250" y="103632"/>
                  </a:moveTo>
                  <a:lnTo>
                    <a:pt x="655320" y="103632"/>
                  </a:lnTo>
                  <a:lnTo>
                    <a:pt x="65532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107950">
                  <a:moveTo>
                    <a:pt x="2000250" y="100584"/>
                  </a:moveTo>
                  <a:lnTo>
                    <a:pt x="655320" y="100584"/>
                  </a:lnTo>
                  <a:lnTo>
                    <a:pt x="65532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107950">
                  <a:moveTo>
                    <a:pt x="2000250" y="97536"/>
                  </a:moveTo>
                  <a:lnTo>
                    <a:pt x="655320" y="97536"/>
                  </a:lnTo>
                  <a:lnTo>
                    <a:pt x="65532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107950">
                  <a:moveTo>
                    <a:pt x="2000250" y="94488"/>
                  </a:moveTo>
                  <a:lnTo>
                    <a:pt x="655320" y="94488"/>
                  </a:lnTo>
                  <a:lnTo>
                    <a:pt x="65532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107950">
                  <a:moveTo>
                    <a:pt x="2000250" y="91440"/>
                  </a:moveTo>
                  <a:lnTo>
                    <a:pt x="655320" y="91440"/>
                  </a:lnTo>
                  <a:lnTo>
                    <a:pt x="65532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107950">
                  <a:moveTo>
                    <a:pt x="2000250" y="88392"/>
                  </a:moveTo>
                  <a:lnTo>
                    <a:pt x="655320" y="88392"/>
                  </a:lnTo>
                  <a:lnTo>
                    <a:pt x="65532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107950">
                  <a:moveTo>
                    <a:pt x="2000250" y="85344"/>
                  </a:moveTo>
                  <a:lnTo>
                    <a:pt x="655320" y="85344"/>
                  </a:lnTo>
                  <a:lnTo>
                    <a:pt x="65532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107950">
                  <a:moveTo>
                    <a:pt x="2000250" y="82296"/>
                  </a:moveTo>
                  <a:lnTo>
                    <a:pt x="655320" y="82296"/>
                  </a:lnTo>
                  <a:lnTo>
                    <a:pt x="65532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107950">
                  <a:moveTo>
                    <a:pt x="2000250" y="79248"/>
                  </a:moveTo>
                  <a:lnTo>
                    <a:pt x="655320" y="79248"/>
                  </a:lnTo>
                  <a:lnTo>
                    <a:pt x="65532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107950">
                  <a:moveTo>
                    <a:pt x="2000250" y="76200"/>
                  </a:moveTo>
                  <a:lnTo>
                    <a:pt x="655320" y="76200"/>
                  </a:lnTo>
                  <a:lnTo>
                    <a:pt x="65532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107950">
                  <a:moveTo>
                    <a:pt x="2000250" y="73152"/>
                  </a:moveTo>
                  <a:lnTo>
                    <a:pt x="655320" y="73152"/>
                  </a:lnTo>
                  <a:lnTo>
                    <a:pt x="65532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107950">
                  <a:moveTo>
                    <a:pt x="2000250" y="70104"/>
                  </a:moveTo>
                  <a:lnTo>
                    <a:pt x="655320" y="70104"/>
                  </a:lnTo>
                  <a:lnTo>
                    <a:pt x="65532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107950">
                  <a:moveTo>
                    <a:pt x="2000250" y="67056"/>
                  </a:moveTo>
                  <a:lnTo>
                    <a:pt x="655320" y="67056"/>
                  </a:lnTo>
                  <a:lnTo>
                    <a:pt x="65532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107950">
                  <a:moveTo>
                    <a:pt x="2000250" y="64008"/>
                  </a:moveTo>
                  <a:lnTo>
                    <a:pt x="655320" y="64008"/>
                  </a:lnTo>
                  <a:lnTo>
                    <a:pt x="65532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107950">
                  <a:moveTo>
                    <a:pt x="2000250" y="60960"/>
                  </a:moveTo>
                  <a:lnTo>
                    <a:pt x="655320" y="60960"/>
                  </a:lnTo>
                  <a:lnTo>
                    <a:pt x="65532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107950">
                  <a:moveTo>
                    <a:pt x="2000250" y="57912"/>
                  </a:moveTo>
                  <a:lnTo>
                    <a:pt x="655320" y="57912"/>
                  </a:lnTo>
                  <a:lnTo>
                    <a:pt x="65532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107950">
                  <a:moveTo>
                    <a:pt x="2000250" y="54864"/>
                  </a:moveTo>
                  <a:lnTo>
                    <a:pt x="655320" y="54864"/>
                  </a:lnTo>
                  <a:lnTo>
                    <a:pt x="65532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107950">
                  <a:moveTo>
                    <a:pt x="2000250" y="51816"/>
                  </a:moveTo>
                  <a:lnTo>
                    <a:pt x="655320" y="51816"/>
                  </a:lnTo>
                  <a:lnTo>
                    <a:pt x="65532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107950">
                  <a:moveTo>
                    <a:pt x="2000250" y="48768"/>
                  </a:moveTo>
                  <a:lnTo>
                    <a:pt x="655320" y="48768"/>
                  </a:lnTo>
                  <a:lnTo>
                    <a:pt x="65532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107950">
                  <a:moveTo>
                    <a:pt x="2000250" y="45720"/>
                  </a:moveTo>
                  <a:lnTo>
                    <a:pt x="655320" y="45720"/>
                  </a:lnTo>
                  <a:lnTo>
                    <a:pt x="65532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107950">
                  <a:moveTo>
                    <a:pt x="2000250" y="42672"/>
                  </a:moveTo>
                  <a:lnTo>
                    <a:pt x="655320" y="42672"/>
                  </a:lnTo>
                  <a:lnTo>
                    <a:pt x="65532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107950">
                  <a:moveTo>
                    <a:pt x="2000250" y="39624"/>
                  </a:moveTo>
                  <a:lnTo>
                    <a:pt x="655320" y="39624"/>
                  </a:lnTo>
                  <a:lnTo>
                    <a:pt x="65532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107950">
                  <a:moveTo>
                    <a:pt x="2000250" y="36576"/>
                  </a:moveTo>
                  <a:lnTo>
                    <a:pt x="655320" y="36576"/>
                  </a:lnTo>
                  <a:lnTo>
                    <a:pt x="65532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107950">
                  <a:moveTo>
                    <a:pt x="2000250" y="33528"/>
                  </a:moveTo>
                  <a:lnTo>
                    <a:pt x="655320" y="33528"/>
                  </a:lnTo>
                  <a:lnTo>
                    <a:pt x="65532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107950">
                  <a:moveTo>
                    <a:pt x="2000250" y="30480"/>
                  </a:moveTo>
                  <a:lnTo>
                    <a:pt x="655320" y="30480"/>
                  </a:lnTo>
                  <a:lnTo>
                    <a:pt x="65532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107950">
                  <a:moveTo>
                    <a:pt x="2000250" y="27432"/>
                  </a:moveTo>
                  <a:lnTo>
                    <a:pt x="655320" y="27432"/>
                  </a:lnTo>
                  <a:lnTo>
                    <a:pt x="65532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107950">
                  <a:moveTo>
                    <a:pt x="2000250" y="24384"/>
                  </a:moveTo>
                  <a:lnTo>
                    <a:pt x="655320" y="24384"/>
                  </a:lnTo>
                  <a:lnTo>
                    <a:pt x="65532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107950">
                  <a:moveTo>
                    <a:pt x="2000250" y="21336"/>
                  </a:moveTo>
                  <a:lnTo>
                    <a:pt x="655320" y="21336"/>
                  </a:lnTo>
                  <a:lnTo>
                    <a:pt x="65532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107950">
                  <a:moveTo>
                    <a:pt x="2000250" y="18288"/>
                  </a:moveTo>
                  <a:lnTo>
                    <a:pt x="655320" y="18288"/>
                  </a:lnTo>
                  <a:lnTo>
                    <a:pt x="65532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107950">
                  <a:moveTo>
                    <a:pt x="2000250" y="15240"/>
                  </a:moveTo>
                  <a:lnTo>
                    <a:pt x="655320" y="15240"/>
                  </a:lnTo>
                  <a:lnTo>
                    <a:pt x="65532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107950">
                  <a:moveTo>
                    <a:pt x="2000250" y="12192"/>
                  </a:moveTo>
                  <a:lnTo>
                    <a:pt x="655320" y="12192"/>
                  </a:lnTo>
                  <a:lnTo>
                    <a:pt x="65532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107950">
                  <a:moveTo>
                    <a:pt x="2000250" y="9144"/>
                  </a:moveTo>
                  <a:lnTo>
                    <a:pt x="655320" y="9144"/>
                  </a:lnTo>
                  <a:lnTo>
                    <a:pt x="65532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107950">
                  <a:moveTo>
                    <a:pt x="2000250" y="6096"/>
                  </a:moveTo>
                  <a:lnTo>
                    <a:pt x="655320" y="6096"/>
                  </a:lnTo>
                  <a:lnTo>
                    <a:pt x="65532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107950">
                  <a:moveTo>
                    <a:pt x="2000250" y="3048"/>
                  </a:moveTo>
                  <a:lnTo>
                    <a:pt x="655320" y="3048"/>
                  </a:lnTo>
                  <a:lnTo>
                    <a:pt x="65532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107950">
                  <a:moveTo>
                    <a:pt x="2000250" y="0"/>
                  </a:moveTo>
                  <a:lnTo>
                    <a:pt x="655320" y="0"/>
                  </a:lnTo>
                  <a:lnTo>
                    <a:pt x="65532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383925" y="6076839"/>
              <a:ext cx="2000250" cy="138430"/>
            </a:xfrm>
            <a:custGeom>
              <a:avLst/>
              <a:gdLst/>
              <a:ahLst/>
              <a:cxnLst/>
              <a:rect l="l" t="t" r="r" b="b"/>
              <a:pathLst>
                <a:path w="2000250" h="138429">
                  <a:moveTo>
                    <a:pt x="1447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44780" y="22098"/>
                  </a:lnTo>
                  <a:lnTo>
                    <a:pt x="144780" y="21336"/>
                  </a:lnTo>
                  <a:close/>
                </a:path>
                <a:path w="2000250" h="138429">
                  <a:moveTo>
                    <a:pt x="1447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44780" y="19050"/>
                  </a:lnTo>
                  <a:lnTo>
                    <a:pt x="144780" y="18288"/>
                  </a:lnTo>
                  <a:close/>
                </a:path>
                <a:path w="2000250" h="138429">
                  <a:moveTo>
                    <a:pt x="1447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44780" y="16002"/>
                  </a:lnTo>
                  <a:lnTo>
                    <a:pt x="144780" y="15240"/>
                  </a:lnTo>
                  <a:close/>
                </a:path>
                <a:path w="2000250" h="138429">
                  <a:moveTo>
                    <a:pt x="1447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44780" y="12954"/>
                  </a:lnTo>
                  <a:lnTo>
                    <a:pt x="144780" y="12192"/>
                  </a:lnTo>
                  <a:close/>
                </a:path>
                <a:path w="2000250" h="138429">
                  <a:moveTo>
                    <a:pt x="1447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44780" y="9906"/>
                  </a:lnTo>
                  <a:lnTo>
                    <a:pt x="144780" y="9144"/>
                  </a:lnTo>
                  <a:close/>
                </a:path>
                <a:path w="2000250" h="138429">
                  <a:moveTo>
                    <a:pt x="1447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44780" y="6858"/>
                  </a:lnTo>
                  <a:lnTo>
                    <a:pt x="144780" y="6096"/>
                  </a:lnTo>
                  <a:close/>
                </a:path>
                <a:path w="2000250" h="138429">
                  <a:moveTo>
                    <a:pt x="1447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44780" y="3810"/>
                  </a:lnTo>
                  <a:lnTo>
                    <a:pt x="144780" y="3048"/>
                  </a:lnTo>
                  <a:close/>
                </a:path>
                <a:path w="2000250" h="1384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1384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1384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13"/>
                  </a:lnTo>
                  <a:lnTo>
                    <a:pt x="2000250" y="131813"/>
                  </a:lnTo>
                  <a:lnTo>
                    <a:pt x="2000250" y="131064"/>
                  </a:lnTo>
                  <a:close/>
                </a:path>
                <a:path w="2000250" h="1384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1384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1384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1384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1384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1384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1384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1384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1384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1384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1384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138429">
                  <a:moveTo>
                    <a:pt x="2000250" y="94488"/>
                  </a:moveTo>
                  <a:lnTo>
                    <a:pt x="0" y="94488"/>
                  </a:lnTo>
                  <a:lnTo>
                    <a:pt x="0" y="95237"/>
                  </a:lnTo>
                  <a:lnTo>
                    <a:pt x="2000250" y="95237"/>
                  </a:lnTo>
                  <a:lnTo>
                    <a:pt x="2000250" y="94488"/>
                  </a:lnTo>
                  <a:close/>
                </a:path>
                <a:path w="2000250" h="1384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1384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1384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1384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1384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1384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1384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1384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1384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1384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1384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1384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1384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1384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1384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1384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1384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1384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1384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1384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1384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1384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1384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138429">
                  <a:moveTo>
                    <a:pt x="2000250" y="21336"/>
                  </a:moveTo>
                  <a:lnTo>
                    <a:pt x="655320" y="21336"/>
                  </a:lnTo>
                  <a:lnTo>
                    <a:pt x="65532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138429">
                  <a:moveTo>
                    <a:pt x="2000250" y="18288"/>
                  </a:moveTo>
                  <a:lnTo>
                    <a:pt x="655320" y="18288"/>
                  </a:lnTo>
                  <a:lnTo>
                    <a:pt x="65532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138429">
                  <a:moveTo>
                    <a:pt x="2000250" y="15240"/>
                  </a:moveTo>
                  <a:lnTo>
                    <a:pt x="655320" y="15240"/>
                  </a:lnTo>
                  <a:lnTo>
                    <a:pt x="65532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138429">
                  <a:moveTo>
                    <a:pt x="2000250" y="12192"/>
                  </a:moveTo>
                  <a:lnTo>
                    <a:pt x="655320" y="12192"/>
                  </a:lnTo>
                  <a:lnTo>
                    <a:pt x="65532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138429">
                  <a:moveTo>
                    <a:pt x="2000250" y="9144"/>
                  </a:moveTo>
                  <a:lnTo>
                    <a:pt x="655320" y="9144"/>
                  </a:lnTo>
                  <a:lnTo>
                    <a:pt x="65532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138429">
                  <a:moveTo>
                    <a:pt x="2000250" y="6096"/>
                  </a:moveTo>
                  <a:lnTo>
                    <a:pt x="655320" y="6096"/>
                  </a:lnTo>
                  <a:lnTo>
                    <a:pt x="65532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138429">
                  <a:moveTo>
                    <a:pt x="2000250" y="3048"/>
                  </a:moveTo>
                  <a:lnTo>
                    <a:pt x="655320" y="3048"/>
                  </a:lnTo>
                  <a:lnTo>
                    <a:pt x="65532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138429">
                  <a:moveTo>
                    <a:pt x="2000250" y="0"/>
                  </a:moveTo>
                  <a:lnTo>
                    <a:pt x="655320" y="0"/>
                  </a:lnTo>
                  <a:lnTo>
                    <a:pt x="65532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6781177" y="3144662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6781177" y="3358023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781177" y="3571383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781177" y="3784742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6781177" y="3998102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6781177" y="4211462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781177" y="4424823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6781177" y="4638183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6781177" y="4851542"/>
              <a:ext cx="2043430" cy="159385"/>
            </a:xfrm>
            <a:custGeom>
              <a:avLst/>
              <a:gdLst/>
              <a:ahLst/>
              <a:cxnLst/>
              <a:rect l="l" t="t" r="r" b="b"/>
              <a:pathLst>
                <a:path w="2043429" h="159385">
                  <a:moveTo>
                    <a:pt x="1354074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354074" y="159258"/>
                  </a:lnTo>
                  <a:lnTo>
                    <a:pt x="1354074" y="158496"/>
                  </a:lnTo>
                  <a:close/>
                </a:path>
                <a:path w="2043429" h="159385">
                  <a:moveTo>
                    <a:pt x="1354074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354074" y="156210"/>
                  </a:lnTo>
                  <a:lnTo>
                    <a:pt x="1354074" y="155448"/>
                  </a:lnTo>
                  <a:close/>
                </a:path>
                <a:path w="2043429" h="159385">
                  <a:moveTo>
                    <a:pt x="1354074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354074" y="153162"/>
                  </a:lnTo>
                  <a:lnTo>
                    <a:pt x="1354074" y="152400"/>
                  </a:lnTo>
                  <a:close/>
                </a:path>
                <a:path w="2043429" h="159385">
                  <a:moveTo>
                    <a:pt x="1354074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354074" y="150114"/>
                  </a:lnTo>
                  <a:lnTo>
                    <a:pt x="1354074" y="149352"/>
                  </a:lnTo>
                  <a:close/>
                </a:path>
                <a:path w="2043429" h="159385">
                  <a:moveTo>
                    <a:pt x="1354074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354074" y="147066"/>
                  </a:lnTo>
                  <a:lnTo>
                    <a:pt x="1354074" y="146304"/>
                  </a:lnTo>
                  <a:close/>
                </a:path>
                <a:path w="2043429" h="159385">
                  <a:moveTo>
                    <a:pt x="1354074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354074" y="144018"/>
                  </a:lnTo>
                  <a:lnTo>
                    <a:pt x="1354074" y="143256"/>
                  </a:lnTo>
                  <a:close/>
                </a:path>
                <a:path w="2043429" h="159385">
                  <a:moveTo>
                    <a:pt x="1354074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354074" y="140970"/>
                  </a:lnTo>
                  <a:lnTo>
                    <a:pt x="1354074" y="140208"/>
                  </a:lnTo>
                  <a:close/>
                </a:path>
                <a:path w="2043429" h="159385">
                  <a:moveTo>
                    <a:pt x="1354074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354074" y="137922"/>
                  </a:lnTo>
                  <a:lnTo>
                    <a:pt x="1354074" y="137160"/>
                  </a:lnTo>
                  <a:close/>
                </a:path>
                <a:path w="2043429" h="159385">
                  <a:moveTo>
                    <a:pt x="1354074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354074" y="134874"/>
                  </a:lnTo>
                  <a:lnTo>
                    <a:pt x="1354074" y="134112"/>
                  </a:lnTo>
                  <a:close/>
                </a:path>
                <a:path w="2043429" h="159385">
                  <a:moveTo>
                    <a:pt x="1354074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354074" y="131826"/>
                  </a:lnTo>
                  <a:lnTo>
                    <a:pt x="1354074" y="131064"/>
                  </a:lnTo>
                  <a:close/>
                </a:path>
                <a:path w="2043429" h="159385">
                  <a:moveTo>
                    <a:pt x="1354074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354074" y="128778"/>
                  </a:lnTo>
                  <a:lnTo>
                    <a:pt x="1354074" y="128016"/>
                  </a:lnTo>
                  <a:close/>
                </a:path>
                <a:path w="2043429" h="159385">
                  <a:moveTo>
                    <a:pt x="1354074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354074" y="125730"/>
                  </a:lnTo>
                  <a:lnTo>
                    <a:pt x="1354074" y="124968"/>
                  </a:lnTo>
                  <a:close/>
                </a:path>
                <a:path w="2043429" h="159385">
                  <a:moveTo>
                    <a:pt x="1354074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354074" y="122682"/>
                  </a:lnTo>
                  <a:lnTo>
                    <a:pt x="1354074" y="121920"/>
                  </a:lnTo>
                  <a:close/>
                </a:path>
                <a:path w="2043429" h="159385">
                  <a:moveTo>
                    <a:pt x="1354074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354074" y="119634"/>
                  </a:lnTo>
                  <a:lnTo>
                    <a:pt x="1354074" y="118872"/>
                  </a:lnTo>
                  <a:close/>
                </a:path>
                <a:path w="2043429" h="159385">
                  <a:moveTo>
                    <a:pt x="1354074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354074" y="116586"/>
                  </a:lnTo>
                  <a:lnTo>
                    <a:pt x="1354074" y="115824"/>
                  </a:lnTo>
                  <a:close/>
                </a:path>
                <a:path w="2043429" h="159385">
                  <a:moveTo>
                    <a:pt x="1354074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354074" y="113538"/>
                  </a:lnTo>
                  <a:lnTo>
                    <a:pt x="1354074" y="112776"/>
                  </a:lnTo>
                  <a:close/>
                </a:path>
                <a:path w="2043429" h="159385">
                  <a:moveTo>
                    <a:pt x="1354074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354074" y="110490"/>
                  </a:lnTo>
                  <a:lnTo>
                    <a:pt x="1354074" y="109728"/>
                  </a:lnTo>
                  <a:close/>
                </a:path>
                <a:path w="2043429" h="159385">
                  <a:moveTo>
                    <a:pt x="135407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4074" y="107442"/>
                  </a:lnTo>
                  <a:lnTo>
                    <a:pt x="1354074" y="106680"/>
                  </a:lnTo>
                  <a:close/>
                </a:path>
                <a:path w="2043429" h="159385">
                  <a:moveTo>
                    <a:pt x="2042922" y="158496"/>
                  </a:moveTo>
                  <a:lnTo>
                    <a:pt x="1865376" y="158496"/>
                  </a:lnTo>
                  <a:lnTo>
                    <a:pt x="1865376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159385">
                  <a:moveTo>
                    <a:pt x="2042922" y="155448"/>
                  </a:moveTo>
                  <a:lnTo>
                    <a:pt x="1865376" y="155448"/>
                  </a:lnTo>
                  <a:lnTo>
                    <a:pt x="1865376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159385">
                  <a:moveTo>
                    <a:pt x="2042922" y="152400"/>
                  </a:moveTo>
                  <a:lnTo>
                    <a:pt x="1865376" y="152400"/>
                  </a:lnTo>
                  <a:lnTo>
                    <a:pt x="1865376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159385">
                  <a:moveTo>
                    <a:pt x="2042922" y="149352"/>
                  </a:moveTo>
                  <a:lnTo>
                    <a:pt x="1865376" y="149352"/>
                  </a:lnTo>
                  <a:lnTo>
                    <a:pt x="1865376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159385">
                  <a:moveTo>
                    <a:pt x="2042922" y="146304"/>
                  </a:moveTo>
                  <a:lnTo>
                    <a:pt x="1865376" y="146304"/>
                  </a:lnTo>
                  <a:lnTo>
                    <a:pt x="1865376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159385">
                  <a:moveTo>
                    <a:pt x="2042922" y="143256"/>
                  </a:moveTo>
                  <a:lnTo>
                    <a:pt x="1865376" y="143256"/>
                  </a:lnTo>
                  <a:lnTo>
                    <a:pt x="1865376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159385">
                  <a:moveTo>
                    <a:pt x="2042922" y="140208"/>
                  </a:moveTo>
                  <a:lnTo>
                    <a:pt x="1865376" y="140208"/>
                  </a:lnTo>
                  <a:lnTo>
                    <a:pt x="1865376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159385">
                  <a:moveTo>
                    <a:pt x="2042922" y="137160"/>
                  </a:moveTo>
                  <a:lnTo>
                    <a:pt x="1865376" y="137160"/>
                  </a:lnTo>
                  <a:lnTo>
                    <a:pt x="1865376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159385">
                  <a:moveTo>
                    <a:pt x="2042922" y="134112"/>
                  </a:moveTo>
                  <a:lnTo>
                    <a:pt x="1865376" y="134112"/>
                  </a:lnTo>
                  <a:lnTo>
                    <a:pt x="1865376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159385">
                  <a:moveTo>
                    <a:pt x="2042922" y="131064"/>
                  </a:moveTo>
                  <a:lnTo>
                    <a:pt x="1865376" y="131064"/>
                  </a:lnTo>
                  <a:lnTo>
                    <a:pt x="1865376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159385">
                  <a:moveTo>
                    <a:pt x="2042922" y="128016"/>
                  </a:moveTo>
                  <a:lnTo>
                    <a:pt x="1865376" y="128016"/>
                  </a:lnTo>
                  <a:lnTo>
                    <a:pt x="1865376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159385">
                  <a:moveTo>
                    <a:pt x="2042922" y="124968"/>
                  </a:moveTo>
                  <a:lnTo>
                    <a:pt x="1865376" y="124968"/>
                  </a:lnTo>
                  <a:lnTo>
                    <a:pt x="1865376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159385">
                  <a:moveTo>
                    <a:pt x="2042922" y="121920"/>
                  </a:moveTo>
                  <a:lnTo>
                    <a:pt x="1865376" y="121920"/>
                  </a:lnTo>
                  <a:lnTo>
                    <a:pt x="1865376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159385">
                  <a:moveTo>
                    <a:pt x="2042922" y="118872"/>
                  </a:moveTo>
                  <a:lnTo>
                    <a:pt x="1865376" y="118872"/>
                  </a:lnTo>
                  <a:lnTo>
                    <a:pt x="1865376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159385">
                  <a:moveTo>
                    <a:pt x="2042922" y="115824"/>
                  </a:moveTo>
                  <a:lnTo>
                    <a:pt x="1865376" y="115824"/>
                  </a:lnTo>
                  <a:lnTo>
                    <a:pt x="1865376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159385">
                  <a:moveTo>
                    <a:pt x="2042922" y="112776"/>
                  </a:moveTo>
                  <a:lnTo>
                    <a:pt x="1865376" y="112776"/>
                  </a:lnTo>
                  <a:lnTo>
                    <a:pt x="1865376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159385">
                  <a:moveTo>
                    <a:pt x="2042922" y="109728"/>
                  </a:moveTo>
                  <a:lnTo>
                    <a:pt x="1865376" y="109728"/>
                  </a:lnTo>
                  <a:lnTo>
                    <a:pt x="1865376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159385">
                  <a:moveTo>
                    <a:pt x="2042922" y="106680"/>
                  </a:moveTo>
                  <a:lnTo>
                    <a:pt x="1865376" y="106680"/>
                  </a:lnTo>
                  <a:lnTo>
                    <a:pt x="1865376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159385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159385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159385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159385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159385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159385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159385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159385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159385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159385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159385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159385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159385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159385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159385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159385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159385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159385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159385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159385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159385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159385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159385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159385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159385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159385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159385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159385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159385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159385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159385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159385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159385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159385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159385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6781177" y="5010039"/>
              <a:ext cx="2043430" cy="107950"/>
            </a:xfrm>
            <a:custGeom>
              <a:avLst/>
              <a:gdLst/>
              <a:ahLst/>
              <a:cxnLst/>
              <a:rect l="l" t="t" r="r" b="b"/>
              <a:pathLst>
                <a:path w="2043429" h="107950">
                  <a:moveTo>
                    <a:pt x="135407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4074" y="107442"/>
                  </a:lnTo>
                  <a:lnTo>
                    <a:pt x="1354074" y="106680"/>
                  </a:lnTo>
                  <a:close/>
                </a:path>
                <a:path w="2043429" h="107950">
                  <a:moveTo>
                    <a:pt x="135407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4074" y="104394"/>
                  </a:lnTo>
                  <a:lnTo>
                    <a:pt x="1354074" y="103632"/>
                  </a:lnTo>
                  <a:close/>
                </a:path>
                <a:path w="2043429" h="107950">
                  <a:moveTo>
                    <a:pt x="135407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4074" y="101346"/>
                  </a:lnTo>
                  <a:lnTo>
                    <a:pt x="1354074" y="100584"/>
                  </a:lnTo>
                  <a:close/>
                </a:path>
                <a:path w="2043429" h="107950">
                  <a:moveTo>
                    <a:pt x="135407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4074" y="98298"/>
                  </a:lnTo>
                  <a:lnTo>
                    <a:pt x="1354074" y="97536"/>
                  </a:lnTo>
                  <a:close/>
                </a:path>
                <a:path w="2043429" h="107950">
                  <a:moveTo>
                    <a:pt x="135407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4074" y="95250"/>
                  </a:lnTo>
                  <a:lnTo>
                    <a:pt x="1354074" y="94488"/>
                  </a:lnTo>
                  <a:close/>
                </a:path>
                <a:path w="2043429" h="107950">
                  <a:moveTo>
                    <a:pt x="135407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4074" y="92202"/>
                  </a:lnTo>
                  <a:lnTo>
                    <a:pt x="1354074" y="91440"/>
                  </a:lnTo>
                  <a:close/>
                </a:path>
                <a:path w="2043429" h="107950">
                  <a:moveTo>
                    <a:pt x="135407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4074" y="89154"/>
                  </a:lnTo>
                  <a:lnTo>
                    <a:pt x="1354074" y="88392"/>
                  </a:lnTo>
                  <a:close/>
                </a:path>
                <a:path w="2043429" h="107950">
                  <a:moveTo>
                    <a:pt x="135407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4074" y="86106"/>
                  </a:lnTo>
                  <a:lnTo>
                    <a:pt x="1354074" y="85344"/>
                  </a:lnTo>
                  <a:close/>
                </a:path>
                <a:path w="2043429" h="107950">
                  <a:moveTo>
                    <a:pt x="135407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4074" y="83058"/>
                  </a:lnTo>
                  <a:lnTo>
                    <a:pt x="1354074" y="82296"/>
                  </a:lnTo>
                  <a:close/>
                </a:path>
                <a:path w="2043429" h="107950">
                  <a:moveTo>
                    <a:pt x="135407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4074" y="80010"/>
                  </a:lnTo>
                  <a:lnTo>
                    <a:pt x="1354074" y="79248"/>
                  </a:lnTo>
                  <a:close/>
                </a:path>
                <a:path w="2043429" h="107950">
                  <a:moveTo>
                    <a:pt x="135407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4074" y="76962"/>
                  </a:lnTo>
                  <a:lnTo>
                    <a:pt x="1354074" y="76200"/>
                  </a:lnTo>
                  <a:close/>
                </a:path>
                <a:path w="2043429" h="107950">
                  <a:moveTo>
                    <a:pt x="135407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4074" y="73914"/>
                  </a:lnTo>
                  <a:lnTo>
                    <a:pt x="1354074" y="73152"/>
                  </a:lnTo>
                  <a:close/>
                </a:path>
                <a:path w="2043429" h="107950">
                  <a:moveTo>
                    <a:pt x="135407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4074" y="70866"/>
                  </a:lnTo>
                  <a:lnTo>
                    <a:pt x="1354074" y="70104"/>
                  </a:lnTo>
                  <a:close/>
                </a:path>
                <a:path w="2043429" h="107950">
                  <a:moveTo>
                    <a:pt x="135407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4074" y="67818"/>
                  </a:lnTo>
                  <a:lnTo>
                    <a:pt x="1354074" y="67056"/>
                  </a:lnTo>
                  <a:close/>
                </a:path>
                <a:path w="2043429" h="107950">
                  <a:moveTo>
                    <a:pt x="135407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4074" y="64770"/>
                  </a:lnTo>
                  <a:lnTo>
                    <a:pt x="1354074" y="64008"/>
                  </a:lnTo>
                  <a:close/>
                </a:path>
                <a:path w="2043429" h="107950">
                  <a:moveTo>
                    <a:pt x="135407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4074" y="61722"/>
                  </a:lnTo>
                  <a:lnTo>
                    <a:pt x="1354074" y="60960"/>
                  </a:lnTo>
                  <a:close/>
                </a:path>
                <a:path w="2043429" h="107950">
                  <a:moveTo>
                    <a:pt x="135407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4074" y="58674"/>
                  </a:lnTo>
                  <a:lnTo>
                    <a:pt x="1354074" y="57912"/>
                  </a:lnTo>
                  <a:close/>
                </a:path>
                <a:path w="2043429" h="107950">
                  <a:moveTo>
                    <a:pt x="135407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4074" y="55626"/>
                  </a:lnTo>
                  <a:lnTo>
                    <a:pt x="1354074" y="54864"/>
                  </a:lnTo>
                  <a:close/>
                </a:path>
                <a:path w="2043429" h="107950">
                  <a:moveTo>
                    <a:pt x="135407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4074" y="52578"/>
                  </a:lnTo>
                  <a:lnTo>
                    <a:pt x="1354074" y="51816"/>
                  </a:lnTo>
                  <a:close/>
                </a:path>
                <a:path w="2043429" h="107950">
                  <a:moveTo>
                    <a:pt x="135407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4074" y="49530"/>
                  </a:lnTo>
                  <a:lnTo>
                    <a:pt x="1354074" y="48768"/>
                  </a:lnTo>
                  <a:close/>
                </a:path>
                <a:path w="2043429" h="107950">
                  <a:moveTo>
                    <a:pt x="135407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4074" y="46482"/>
                  </a:lnTo>
                  <a:lnTo>
                    <a:pt x="1354074" y="45720"/>
                  </a:lnTo>
                  <a:close/>
                </a:path>
                <a:path w="2043429" h="107950">
                  <a:moveTo>
                    <a:pt x="135407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4074" y="43434"/>
                  </a:lnTo>
                  <a:lnTo>
                    <a:pt x="1354074" y="42672"/>
                  </a:lnTo>
                  <a:close/>
                </a:path>
                <a:path w="2043429" h="107950">
                  <a:moveTo>
                    <a:pt x="135407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4074" y="40386"/>
                  </a:lnTo>
                  <a:lnTo>
                    <a:pt x="1354074" y="39624"/>
                  </a:lnTo>
                  <a:close/>
                </a:path>
                <a:path w="2043429" h="107950">
                  <a:moveTo>
                    <a:pt x="135407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4074" y="37338"/>
                  </a:lnTo>
                  <a:lnTo>
                    <a:pt x="1354074" y="36576"/>
                  </a:lnTo>
                  <a:close/>
                </a:path>
                <a:path w="2043429" h="107950">
                  <a:moveTo>
                    <a:pt x="135407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4074" y="34290"/>
                  </a:lnTo>
                  <a:lnTo>
                    <a:pt x="1354074" y="33528"/>
                  </a:lnTo>
                  <a:close/>
                </a:path>
                <a:path w="2043429" h="107950">
                  <a:moveTo>
                    <a:pt x="135407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4074" y="31242"/>
                  </a:lnTo>
                  <a:lnTo>
                    <a:pt x="1354074" y="30480"/>
                  </a:lnTo>
                  <a:close/>
                </a:path>
                <a:path w="2043429" h="107950">
                  <a:moveTo>
                    <a:pt x="135407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4074" y="28194"/>
                  </a:lnTo>
                  <a:lnTo>
                    <a:pt x="1354074" y="27432"/>
                  </a:lnTo>
                  <a:close/>
                </a:path>
                <a:path w="2043429" h="107950">
                  <a:moveTo>
                    <a:pt x="135407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4074" y="25146"/>
                  </a:lnTo>
                  <a:lnTo>
                    <a:pt x="1354074" y="24384"/>
                  </a:lnTo>
                  <a:close/>
                </a:path>
                <a:path w="2043429" h="107950">
                  <a:moveTo>
                    <a:pt x="135407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4074" y="22098"/>
                  </a:lnTo>
                  <a:lnTo>
                    <a:pt x="1354074" y="21336"/>
                  </a:lnTo>
                  <a:close/>
                </a:path>
                <a:path w="2043429" h="107950">
                  <a:moveTo>
                    <a:pt x="135407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4074" y="19050"/>
                  </a:lnTo>
                  <a:lnTo>
                    <a:pt x="1354074" y="18288"/>
                  </a:lnTo>
                  <a:close/>
                </a:path>
                <a:path w="2043429" h="107950">
                  <a:moveTo>
                    <a:pt x="135407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4074" y="16002"/>
                  </a:lnTo>
                  <a:lnTo>
                    <a:pt x="1354074" y="15240"/>
                  </a:lnTo>
                  <a:close/>
                </a:path>
                <a:path w="2043429" h="107950">
                  <a:moveTo>
                    <a:pt x="135407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4074" y="12954"/>
                  </a:lnTo>
                  <a:lnTo>
                    <a:pt x="1354074" y="12192"/>
                  </a:lnTo>
                  <a:close/>
                </a:path>
                <a:path w="2043429" h="107950">
                  <a:moveTo>
                    <a:pt x="135407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4074" y="9906"/>
                  </a:lnTo>
                  <a:lnTo>
                    <a:pt x="1354074" y="9144"/>
                  </a:lnTo>
                  <a:close/>
                </a:path>
                <a:path w="2043429" h="107950">
                  <a:moveTo>
                    <a:pt x="135407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4074" y="6858"/>
                  </a:lnTo>
                  <a:lnTo>
                    <a:pt x="1354074" y="6096"/>
                  </a:lnTo>
                  <a:close/>
                </a:path>
                <a:path w="2043429" h="107950">
                  <a:moveTo>
                    <a:pt x="135407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4074" y="3810"/>
                  </a:lnTo>
                  <a:lnTo>
                    <a:pt x="1354074" y="3048"/>
                  </a:lnTo>
                  <a:close/>
                </a:path>
                <a:path w="2043429" h="107950">
                  <a:moveTo>
                    <a:pt x="2042922" y="106680"/>
                  </a:moveTo>
                  <a:lnTo>
                    <a:pt x="1865376" y="106680"/>
                  </a:lnTo>
                  <a:lnTo>
                    <a:pt x="1865376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107950">
                  <a:moveTo>
                    <a:pt x="2042922" y="103632"/>
                  </a:moveTo>
                  <a:lnTo>
                    <a:pt x="1865376" y="103632"/>
                  </a:lnTo>
                  <a:lnTo>
                    <a:pt x="1865376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107950">
                  <a:moveTo>
                    <a:pt x="2042922" y="100584"/>
                  </a:moveTo>
                  <a:lnTo>
                    <a:pt x="1865376" y="100584"/>
                  </a:lnTo>
                  <a:lnTo>
                    <a:pt x="1865376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107950">
                  <a:moveTo>
                    <a:pt x="2042922" y="97536"/>
                  </a:moveTo>
                  <a:lnTo>
                    <a:pt x="1865376" y="97536"/>
                  </a:lnTo>
                  <a:lnTo>
                    <a:pt x="1865376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107950">
                  <a:moveTo>
                    <a:pt x="2042922" y="94488"/>
                  </a:moveTo>
                  <a:lnTo>
                    <a:pt x="1865376" y="94488"/>
                  </a:lnTo>
                  <a:lnTo>
                    <a:pt x="1865376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107950">
                  <a:moveTo>
                    <a:pt x="2042922" y="91440"/>
                  </a:moveTo>
                  <a:lnTo>
                    <a:pt x="1865376" y="91440"/>
                  </a:lnTo>
                  <a:lnTo>
                    <a:pt x="1865376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107950">
                  <a:moveTo>
                    <a:pt x="2042922" y="88392"/>
                  </a:moveTo>
                  <a:lnTo>
                    <a:pt x="1865376" y="88392"/>
                  </a:lnTo>
                  <a:lnTo>
                    <a:pt x="1865376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107950">
                  <a:moveTo>
                    <a:pt x="2042922" y="85344"/>
                  </a:moveTo>
                  <a:lnTo>
                    <a:pt x="1865376" y="85344"/>
                  </a:lnTo>
                  <a:lnTo>
                    <a:pt x="1865376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107950">
                  <a:moveTo>
                    <a:pt x="2042922" y="82296"/>
                  </a:moveTo>
                  <a:lnTo>
                    <a:pt x="1865376" y="82296"/>
                  </a:lnTo>
                  <a:lnTo>
                    <a:pt x="1865376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107950">
                  <a:moveTo>
                    <a:pt x="2042922" y="79248"/>
                  </a:moveTo>
                  <a:lnTo>
                    <a:pt x="1865376" y="79248"/>
                  </a:lnTo>
                  <a:lnTo>
                    <a:pt x="1865376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107950">
                  <a:moveTo>
                    <a:pt x="2042922" y="76200"/>
                  </a:moveTo>
                  <a:lnTo>
                    <a:pt x="1865376" y="76200"/>
                  </a:lnTo>
                  <a:lnTo>
                    <a:pt x="1865376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107950">
                  <a:moveTo>
                    <a:pt x="2042922" y="73152"/>
                  </a:moveTo>
                  <a:lnTo>
                    <a:pt x="1865376" y="73152"/>
                  </a:lnTo>
                  <a:lnTo>
                    <a:pt x="1865376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107950">
                  <a:moveTo>
                    <a:pt x="2042922" y="70104"/>
                  </a:moveTo>
                  <a:lnTo>
                    <a:pt x="1865376" y="70104"/>
                  </a:lnTo>
                  <a:lnTo>
                    <a:pt x="1865376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107950">
                  <a:moveTo>
                    <a:pt x="2042922" y="67056"/>
                  </a:moveTo>
                  <a:lnTo>
                    <a:pt x="1865376" y="67056"/>
                  </a:lnTo>
                  <a:lnTo>
                    <a:pt x="1865376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107950">
                  <a:moveTo>
                    <a:pt x="2042922" y="64008"/>
                  </a:moveTo>
                  <a:lnTo>
                    <a:pt x="1865376" y="64008"/>
                  </a:lnTo>
                  <a:lnTo>
                    <a:pt x="1865376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107950">
                  <a:moveTo>
                    <a:pt x="2042922" y="60960"/>
                  </a:moveTo>
                  <a:lnTo>
                    <a:pt x="1865376" y="60960"/>
                  </a:lnTo>
                  <a:lnTo>
                    <a:pt x="1865376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107950">
                  <a:moveTo>
                    <a:pt x="2042922" y="57912"/>
                  </a:moveTo>
                  <a:lnTo>
                    <a:pt x="1865376" y="57912"/>
                  </a:lnTo>
                  <a:lnTo>
                    <a:pt x="1865376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107950">
                  <a:moveTo>
                    <a:pt x="2042922" y="54864"/>
                  </a:moveTo>
                  <a:lnTo>
                    <a:pt x="1865376" y="54864"/>
                  </a:lnTo>
                  <a:lnTo>
                    <a:pt x="1865376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107950">
                  <a:moveTo>
                    <a:pt x="2042922" y="51816"/>
                  </a:moveTo>
                  <a:lnTo>
                    <a:pt x="1865376" y="51816"/>
                  </a:lnTo>
                  <a:lnTo>
                    <a:pt x="1865376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107950">
                  <a:moveTo>
                    <a:pt x="2042922" y="48768"/>
                  </a:moveTo>
                  <a:lnTo>
                    <a:pt x="1865376" y="48768"/>
                  </a:lnTo>
                  <a:lnTo>
                    <a:pt x="1865376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107950">
                  <a:moveTo>
                    <a:pt x="2042922" y="45720"/>
                  </a:moveTo>
                  <a:lnTo>
                    <a:pt x="1865376" y="45720"/>
                  </a:lnTo>
                  <a:lnTo>
                    <a:pt x="1865376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107950">
                  <a:moveTo>
                    <a:pt x="2042922" y="42672"/>
                  </a:moveTo>
                  <a:lnTo>
                    <a:pt x="1865376" y="42672"/>
                  </a:lnTo>
                  <a:lnTo>
                    <a:pt x="1865376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107950">
                  <a:moveTo>
                    <a:pt x="2042922" y="39624"/>
                  </a:moveTo>
                  <a:lnTo>
                    <a:pt x="1865376" y="39624"/>
                  </a:lnTo>
                  <a:lnTo>
                    <a:pt x="1865376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107950">
                  <a:moveTo>
                    <a:pt x="2042922" y="36576"/>
                  </a:moveTo>
                  <a:lnTo>
                    <a:pt x="1865376" y="36576"/>
                  </a:lnTo>
                  <a:lnTo>
                    <a:pt x="1865376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107950">
                  <a:moveTo>
                    <a:pt x="2042922" y="33528"/>
                  </a:moveTo>
                  <a:lnTo>
                    <a:pt x="1865376" y="33528"/>
                  </a:lnTo>
                  <a:lnTo>
                    <a:pt x="1865376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107950">
                  <a:moveTo>
                    <a:pt x="2042922" y="30480"/>
                  </a:moveTo>
                  <a:lnTo>
                    <a:pt x="1865376" y="30480"/>
                  </a:lnTo>
                  <a:lnTo>
                    <a:pt x="1865376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107950">
                  <a:moveTo>
                    <a:pt x="2042922" y="27432"/>
                  </a:moveTo>
                  <a:lnTo>
                    <a:pt x="1865376" y="27432"/>
                  </a:lnTo>
                  <a:lnTo>
                    <a:pt x="1865376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107950">
                  <a:moveTo>
                    <a:pt x="2042922" y="24384"/>
                  </a:moveTo>
                  <a:lnTo>
                    <a:pt x="1865376" y="24384"/>
                  </a:lnTo>
                  <a:lnTo>
                    <a:pt x="1865376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107950">
                  <a:moveTo>
                    <a:pt x="2042922" y="21336"/>
                  </a:moveTo>
                  <a:lnTo>
                    <a:pt x="1865376" y="21336"/>
                  </a:lnTo>
                  <a:lnTo>
                    <a:pt x="1865376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107950">
                  <a:moveTo>
                    <a:pt x="2042922" y="18288"/>
                  </a:moveTo>
                  <a:lnTo>
                    <a:pt x="1865376" y="18288"/>
                  </a:lnTo>
                  <a:lnTo>
                    <a:pt x="1865376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107950">
                  <a:moveTo>
                    <a:pt x="2042922" y="15240"/>
                  </a:moveTo>
                  <a:lnTo>
                    <a:pt x="1865376" y="15240"/>
                  </a:lnTo>
                  <a:lnTo>
                    <a:pt x="1865376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107950">
                  <a:moveTo>
                    <a:pt x="2042922" y="12192"/>
                  </a:moveTo>
                  <a:lnTo>
                    <a:pt x="1865376" y="12192"/>
                  </a:lnTo>
                  <a:lnTo>
                    <a:pt x="1865376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107950">
                  <a:moveTo>
                    <a:pt x="2042922" y="9144"/>
                  </a:moveTo>
                  <a:lnTo>
                    <a:pt x="1865376" y="9144"/>
                  </a:lnTo>
                  <a:lnTo>
                    <a:pt x="1865376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107950">
                  <a:moveTo>
                    <a:pt x="2042922" y="6096"/>
                  </a:moveTo>
                  <a:lnTo>
                    <a:pt x="1865376" y="6096"/>
                  </a:lnTo>
                  <a:lnTo>
                    <a:pt x="1865376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107950">
                  <a:moveTo>
                    <a:pt x="2042922" y="3048"/>
                  </a:moveTo>
                  <a:lnTo>
                    <a:pt x="1865376" y="3048"/>
                  </a:lnTo>
                  <a:lnTo>
                    <a:pt x="1865376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107950">
                  <a:moveTo>
                    <a:pt x="2042922" y="0"/>
                  </a:moveTo>
                  <a:lnTo>
                    <a:pt x="1865376" y="0"/>
                  </a:lnTo>
                  <a:lnTo>
                    <a:pt x="1865376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6781177" y="5116718"/>
              <a:ext cx="2043430" cy="107950"/>
            </a:xfrm>
            <a:custGeom>
              <a:avLst/>
              <a:gdLst/>
              <a:ahLst/>
              <a:cxnLst/>
              <a:rect l="l" t="t" r="r" b="b"/>
              <a:pathLst>
                <a:path w="2043429" h="107950">
                  <a:moveTo>
                    <a:pt x="135407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4074" y="107442"/>
                  </a:lnTo>
                  <a:lnTo>
                    <a:pt x="1354074" y="106680"/>
                  </a:lnTo>
                  <a:close/>
                </a:path>
                <a:path w="2043429" h="107950">
                  <a:moveTo>
                    <a:pt x="135407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4074" y="104394"/>
                  </a:lnTo>
                  <a:lnTo>
                    <a:pt x="1354074" y="103632"/>
                  </a:lnTo>
                  <a:close/>
                </a:path>
                <a:path w="2043429" h="107950">
                  <a:moveTo>
                    <a:pt x="135407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4074" y="101346"/>
                  </a:lnTo>
                  <a:lnTo>
                    <a:pt x="1354074" y="100584"/>
                  </a:lnTo>
                  <a:close/>
                </a:path>
                <a:path w="2043429" h="107950">
                  <a:moveTo>
                    <a:pt x="135407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4074" y="98298"/>
                  </a:lnTo>
                  <a:lnTo>
                    <a:pt x="1354074" y="97536"/>
                  </a:lnTo>
                  <a:close/>
                </a:path>
                <a:path w="2043429" h="107950">
                  <a:moveTo>
                    <a:pt x="135407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4074" y="95250"/>
                  </a:lnTo>
                  <a:lnTo>
                    <a:pt x="1354074" y="94488"/>
                  </a:lnTo>
                  <a:close/>
                </a:path>
                <a:path w="2043429" h="107950">
                  <a:moveTo>
                    <a:pt x="135407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4074" y="92202"/>
                  </a:lnTo>
                  <a:lnTo>
                    <a:pt x="1354074" y="91440"/>
                  </a:lnTo>
                  <a:close/>
                </a:path>
                <a:path w="2043429" h="107950">
                  <a:moveTo>
                    <a:pt x="135407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4074" y="89154"/>
                  </a:lnTo>
                  <a:lnTo>
                    <a:pt x="1354074" y="88392"/>
                  </a:lnTo>
                  <a:close/>
                </a:path>
                <a:path w="2043429" h="107950">
                  <a:moveTo>
                    <a:pt x="135407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4074" y="86106"/>
                  </a:lnTo>
                  <a:lnTo>
                    <a:pt x="1354074" y="85344"/>
                  </a:lnTo>
                  <a:close/>
                </a:path>
                <a:path w="2043429" h="107950">
                  <a:moveTo>
                    <a:pt x="135407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4074" y="83058"/>
                  </a:lnTo>
                  <a:lnTo>
                    <a:pt x="1354074" y="82296"/>
                  </a:lnTo>
                  <a:close/>
                </a:path>
                <a:path w="2043429" h="107950">
                  <a:moveTo>
                    <a:pt x="135407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4074" y="80010"/>
                  </a:lnTo>
                  <a:lnTo>
                    <a:pt x="1354074" y="79248"/>
                  </a:lnTo>
                  <a:close/>
                </a:path>
                <a:path w="2043429" h="107950">
                  <a:moveTo>
                    <a:pt x="135407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4074" y="76962"/>
                  </a:lnTo>
                  <a:lnTo>
                    <a:pt x="1354074" y="76200"/>
                  </a:lnTo>
                  <a:close/>
                </a:path>
                <a:path w="2043429" h="107950">
                  <a:moveTo>
                    <a:pt x="135407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4074" y="73914"/>
                  </a:lnTo>
                  <a:lnTo>
                    <a:pt x="1354074" y="73152"/>
                  </a:lnTo>
                  <a:close/>
                </a:path>
                <a:path w="2043429" h="107950">
                  <a:moveTo>
                    <a:pt x="135407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4074" y="70866"/>
                  </a:lnTo>
                  <a:lnTo>
                    <a:pt x="1354074" y="70104"/>
                  </a:lnTo>
                  <a:close/>
                </a:path>
                <a:path w="2043429" h="107950">
                  <a:moveTo>
                    <a:pt x="135407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4074" y="67818"/>
                  </a:lnTo>
                  <a:lnTo>
                    <a:pt x="1354074" y="67056"/>
                  </a:lnTo>
                  <a:close/>
                </a:path>
                <a:path w="2043429" h="107950">
                  <a:moveTo>
                    <a:pt x="135407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4074" y="64770"/>
                  </a:lnTo>
                  <a:lnTo>
                    <a:pt x="1354074" y="64008"/>
                  </a:lnTo>
                  <a:close/>
                </a:path>
                <a:path w="2043429" h="107950">
                  <a:moveTo>
                    <a:pt x="135407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4074" y="61722"/>
                  </a:lnTo>
                  <a:lnTo>
                    <a:pt x="1354074" y="60960"/>
                  </a:lnTo>
                  <a:close/>
                </a:path>
                <a:path w="2043429" h="107950">
                  <a:moveTo>
                    <a:pt x="135407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4074" y="58674"/>
                  </a:lnTo>
                  <a:lnTo>
                    <a:pt x="1354074" y="57912"/>
                  </a:lnTo>
                  <a:close/>
                </a:path>
                <a:path w="2043429" h="107950">
                  <a:moveTo>
                    <a:pt x="135407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4074" y="55626"/>
                  </a:lnTo>
                  <a:lnTo>
                    <a:pt x="1354074" y="54864"/>
                  </a:lnTo>
                  <a:close/>
                </a:path>
                <a:path w="2043429" h="107950">
                  <a:moveTo>
                    <a:pt x="135407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4074" y="52578"/>
                  </a:lnTo>
                  <a:lnTo>
                    <a:pt x="1354074" y="51816"/>
                  </a:lnTo>
                  <a:close/>
                </a:path>
                <a:path w="2043429" h="107950">
                  <a:moveTo>
                    <a:pt x="135407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4074" y="49530"/>
                  </a:lnTo>
                  <a:lnTo>
                    <a:pt x="1354074" y="48768"/>
                  </a:lnTo>
                  <a:close/>
                </a:path>
                <a:path w="2043429" h="107950">
                  <a:moveTo>
                    <a:pt x="135407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4074" y="46482"/>
                  </a:lnTo>
                  <a:lnTo>
                    <a:pt x="1354074" y="45720"/>
                  </a:lnTo>
                  <a:close/>
                </a:path>
                <a:path w="2043429" h="107950">
                  <a:moveTo>
                    <a:pt x="135407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4074" y="43434"/>
                  </a:lnTo>
                  <a:lnTo>
                    <a:pt x="1354074" y="42672"/>
                  </a:lnTo>
                  <a:close/>
                </a:path>
                <a:path w="2043429" h="107950">
                  <a:moveTo>
                    <a:pt x="135407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4074" y="40386"/>
                  </a:lnTo>
                  <a:lnTo>
                    <a:pt x="1354074" y="39624"/>
                  </a:lnTo>
                  <a:close/>
                </a:path>
                <a:path w="2043429" h="107950">
                  <a:moveTo>
                    <a:pt x="135407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4074" y="37338"/>
                  </a:lnTo>
                  <a:lnTo>
                    <a:pt x="1354074" y="36576"/>
                  </a:lnTo>
                  <a:close/>
                </a:path>
                <a:path w="2043429" h="107950">
                  <a:moveTo>
                    <a:pt x="135407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4074" y="34290"/>
                  </a:lnTo>
                  <a:lnTo>
                    <a:pt x="1354074" y="33528"/>
                  </a:lnTo>
                  <a:close/>
                </a:path>
                <a:path w="2043429" h="107950">
                  <a:moveTo>
                    <a:pt x="135407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4074" y="31242"/>
                  </a:lnTo>
                  <a:lnTo>
                    <a:pt x="1354074" y="30480"/>
                  </a:lnTo>
                  <a:close/>
                </a:path>
                <a:path w="2043429" h="107950">
                  <a:moveTo>
                    <a:pt x="135407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4074" y="28194"/>
                  </a:lnTo>
                  <a:lnTo>
                    <a:pt x="1354074" y="27432"/>
                  </a:lnTo>
                  <a:close/>
                </a:path>
                <a:path w="2043429" h="107950">
                  <a:moveTo>
                    <a:pt x="135407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4074" y="25146"/>
                  </a:lnTo>
                  <a:lnTo>
                    <a:pt x="1354074" y="24384"/>
                  </a:lnTo>
                  <a:close/>
                </a:path>
                <a:path w="2043429" h="107950">
                  <a:moveTo>
                    <a:pt x="135407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4074" y="22098"/>
                  </a:lnTo>
                  <a:lnTo>
                    <a:pt x="1354074" y="21336"/>
                  </a:lnTo>
                  <a:close/>
                </a:path>
                <a:path w="2043429" h="107950">
                  <a:moveTo>
                    <a:pt x="135407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4074" y="19050"/>
                  </a:lnTo>
                  <a:lnTo>
                    <a:pt x="1354074" y="18288"/>
                  </a:lnTo>
                  <a:close/>
                </a:path>
                <a:path w="2043429" h="107950">
                  <a:moveTo>
                    <a:pt x="135407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4074" y="16002"/>
                  </a:lnTo>
                  <a:lnTo>
                    <a:pt x="1354074" y="15240"/>
                  </a:lnTo>
                  <a:close/>
                </a:path>
                <a:path w="2043429" h="107950">
                  <a:moveTo>
                    <a:pt x="135407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4074" y="12954"/>
                  </a:lnTo>
                  <a:lnTo>
                    <a:pt x="1354074" y="12192"/>
                  </a:lnTo>
                  <a:close/>
                </a:path>
                <a:path w="2043429" h="107950">
                  <a:moveTo>
                    <a:pt x="135407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4074" y="9906"/>
                  </a:lnTo>
                  <a:lnTo>
                    <a:pt x="1354074" y="9144"/>
                  </a:lnTo>
                  <a:close/>
                </a:path>
                <a:path w="2043429" h="107950">
                  <a:moveTo>
                    <a:pt x="135407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4074" y="6858"/>
                  </a:lnTo>
                  <a:lnTo>
                    <a:pt x="1354074" y="6096"/>
                  </a:lnTo>
                  <a:close/>
                </a:path>
                <a:path w="2043429" h="107950">
                  <a:moveTo>
                    <a:pt x="135407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4074" y="3810"/>
                  </a:lnTo>
                  <a:lnTo>
                    <a:pt x="1354074" y="3048"/>
                  </a:lnTo>
                  <a:close/>
                </a:path>
                <a:path w="2043429" h="107950">
                  <a:moveTo>
                    <a:pt x="2042922" y="106680"/>
                  </a:moveTo>
                  <a:lnTo>
                    <a:pt x="1865376" y="106680"/>
                  </a:lnTo>
                  <a:lnTo>
                    <a:pt x="1865376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107950">
                  <a:moveTo>
                    <a:pt x="2042922" y="103632"/>
                  </a:moveTo>
                  <a:lnTo>
                    <a:pt x="1865376" y="103632"/>
                  </a:lnTo>
                  <a:lnTo>
                    <a:pt x="1865376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107950">
                  <a:moveTo>
                    <a:pt x="2042922" y="100584"/>
                  </a:moveTo>
                  <a:lnTo>
                    <a:pt x="1865376" y="100584"/>
                  </a:lnTo>
                  <a:lnTo>
                    <a:pt x="1865376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107950">
                  <a:moveTo>
                    <a:pt x="2042922" y="97536"/>
                  </a:moveTo>
                  <a:lnTo>
                    <a:pt x="1865376" y="97536"/>
                  </a:lnTo>
                  <a:lnTo>
                    <a:pt x="1865376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107950">
                  <a:moveTo>
                    <a:pt x="2042922" y="94488"/>
                  </a:moveTo>
                  <a:lnTo>
                    <a:pt x="1865376" y="94488"/>
                  </a:lnTo>
                  <a:lnTo>
                    <a:pt x="1865376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107950">
                  <a:moveTo>
                    <a:pt x="2042922" y="91440"/>
                  </a:moveTo>
                  <a:lnTo>
                    <a:pt x="1865376" y="91440"/>
                  </a:lnTo>
                  <a:lnTo>
                    <a:pt x="1865376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107950">
                  <a:moveTo>
                    <a:pt x="2042922" y="88392"/>
                  </a:moveTo>
                  <a:lnTo>
                    <a:pt x="1865376" y="88392"/>
                  </a:lnTo>
                  <a:lnTo>
                    <a:pt x="1865376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107950">
                  <a:moveTo>
                    <a:pt x="2042922" y="85344"/>
                  </a:moveTo>
                  <a:lnTo>
                    <a:pt x="1865376" y="85344"/>
                  </a:lnTo>
                  <a:lnTo>
                    <a:pt x="1865376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107950">
                  <a:moveTo>
                    <a:pt x="2042922" y="82296"/>
                  </a:moveTo>
                  <a:lnTo>
                    <a:pt x="1865376" y="82296"/>
                  </a:lnTo>
                  <a:lnTo>
                    <a:pt x="1865376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107950">
                  <a:moveTo>
                    <a:pt x="2042922" y="79248"/>
                  </a:moveTo>
                  <a:lnTo>
                    <a:pt x="1865376" y="79248"/>
                  </a:lnTo>
                  <a:lnTo>
                    <a:pt x="1865376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107950">
                  <a:moveTo>
                    <a:pt x="2042922" y="76200"/>
                  </a:moveTo>
                  <a:lnTo>
                    <a:pt x="1865376" y="76200"/>
                  </a:lnTo>
                  <a:lnTo>
                    <a:pt x="1865376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107950">
                  <a:moveTo>
                    <a:pt x="2042922" y="73152"/>
                  </a:moveTo>
                  <a:lnTo>
                    <a:pt x="1865376" y="73152"/>
                  </a:lnTo>
                  <a:lnTo>
                    <a:pt x="1865376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107950">
                  <a:moveTo>
                    <a:pt x="2042922" y="70104"/>
                  </a:moveTo>
                  <a:lnTo>
                    <a:pt x="1865376" y="70104"/>
                  </a:lnTo>
                  <a:lnTo>
                    <a:pt x="1865376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107950">
                  <a:moveTo>
                    <a:pt x="2042922" y="67056"/>
                  </a:moveTo>
                  <a:lnTo>
                    <a:pt x="1865376" y="67056"/>
                  </a:lnTo>
                  <a:lnTo>
                    <a:pt x="1865376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107950">
                  <a:moveTo>
                    <a:pt x="2042922" y="64008"/>
                  </a:moveTo>
                  <a:lnTo>
                    <a:pt x="1865376" y="64008"/>
                  </a:lnTo>
                  <a:lnTo>
                    <a:pt x="1865376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107950">
                  <a:moveTo>
                    <a:pt x="2042922" y="60960"/>
                  </a:moveTo>
                  <a:lnTo>
                    <a:pt x="1865376" y="60960"/>
                  </a:lnTo>
                  <a:lnTo>
                    <a:pt x="1865376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107950">
                  <a:moveTo>
                    <a:pt x="2042922" y="57912"/>
                  </a:moveTo>
                  <a:lnTo>
                    <a:pt x="1865376" y="57912"/>
                  </a:lnTo>
                  <a:lnTo>
                    <a:pt x="1865376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107950">
                  <a:moveTo>
                    <a:pt x="2042922" y="54864"/>
                  </a:moveTo>
                  <a:lnTo>
                    <a:pt x="1865376" y="54864"/>
                  </a:lnTo>
                  <a:lnTo>
                    <a:pt x="1865376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107950">
                  <a:moveTo>
                    <a:pt x="2042922" y="51816"/>
                  </a:moveTo>
                  <a:lnTo>
                    <a:pt x="1865376" y="51816"/>
                  </a:lnTo>
                  <a:lnTo>
                    <a:pt x="1865376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107950">
                  <a:moveTo>
                    <a:pt x="2042922" y="48768"/>
                  </a:moveTo>
                  <a:lnTo>
                    <a:pt x="1865376" y="48768"/>
                  </a:lnTo>
                  <a:lnTo>
                    <a:pt x="1865376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107950">
                  <a:moveTo>
                    <a:pt x="2042922" y="45720"/>
                  </a:moveTo>
                  <a:lnTo>
                    <a:pt x="1865376" y="45720"/>
                  </a:lnTo>
                  <a:lnTo>
                    <a:pt x="1865376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107950">
                  <a:moveTo>
                    <a:pt x="2042922" y="42672"/>
                  </a:moveTo>
                  <a:lnTo>
                    <a:pt x="1865376" y="42672"/>
                  </a:lnTo>
                  <a:lnTo>
                    <a:pt x="1865376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107950">
                  <a:moveTo>
                    <a:pt x="2042922" y="39624"/>
                  </a:moveTo>
                  <a:lnTo>
                    <a:pt x="1865376" y="39624"/>
                  </a:lnTo>
                  <a:lnTo>
                    <a:pt x="1865376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107950">
                  <a:moveTo>
                    <a:pt x="2042922" y="36576"/>
                  </a:moveTo>
                  <a:lnTo>
                    <a:pt x="1865376" y="36576"/>
                  </a:lnTo>
                  <a:lnTo>
                    <a:pt x="1865376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107950">
                  <a:moveTo>
                    <a:pt x="2042922" y="33528"/>
                  </a:moveTo>
                  <a:lnTo>
                    <a:pt x="1865376" y="33528"/>
                  </a:lnTo>
                  <a:lnTo>
                    <a:pt x="1865376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107950">
                  <a:moveTo>
                    <a:pt x="2042922" y="30480"/>
                  </a:moveTo>
                  <a:lnTo>
                    <a:pt x="1865376" y="30480"/>
                  </a:lnTo>
                  <a:lnTo>
                    <a:pt x="1865376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107950">
                  <a:moveTo>
                    <a:pt x="2042922" y="27432"/>
                  </a:moveTo>
                  <a:lnTo>
                    <a:pt x="1865376" y="27432"/>
                  </a:lnTo>
                  <a:lnTo>
                    <a:pt x="1865376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107950">
                  <a:moveTo>
                    <a:pt x="2042922" y="24384"/>
                  </a:moveTo>
                  <a:lnTo>
                    <a:pt x="1865376" y="24384"/>
                  </a:lnTo>
                  <a:lnTo>
                    <a:pt x="1865376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107950">
                  <a:moveTo>
                    <a:pt x="2042922" y="21336"/>
                  </a:moveTo>
                  <a:lnTo>
                    <a:pt x="1865376" y="21336"/>
                  </a:lnTo>
                  <a:lnTo>
                    <a:pt x="1865376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107950">
                  <a:moveTo>
                    <a:pt x="2042922" y="18288"/>
                  </a:moveTo>
                  <a:lnTo>
                    <a:pt x="1865376" y="18288"/>
                  </a:lnTo>
                  <a:lnTo>
                    <a:pt x="1865376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107950">
                  <a:moveTo>
                    <a:pt x="2042922" y="15240"/>
                  </a:moveTo>
                  <a:lnTo>
                    <a:pt x="1865376" y="15240"/>
                  </a:lnTo>
                  <a:lnTo>
                    <a:pt x="1865376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107950">
                  <a:moveTo>
                    <a:pt x="2042922" y="12192"/>
                  </a:moveTo>
                  <a:lnTo>
                    <a:pt x="1865376" y="12192"/>
                  </a:lnTo>
                  <a:lnTo>
                    <a:pt x="1865376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107950">
                  <a:moveTo>
                    <a:pt x="2042922" y="9144"/>
                  </a:moveTo>
                  <a:lnTo>
                    <a:pt x="1865376" y="9144"/>
                  </a:lnTo>
                  <a:lnTo>
                    <a:pt x="1865376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107950">
                  <a:moveTo>
                    <a:pt x="2042922" y="6096"/>
                  </a:moveTo>
                  <a:lnTo>
                    <a:pt x="1865376" y="6096"/>
                  </a:lnTo>
                  <a:lnTo>
                    <a:pt x="1865376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107950">
                  <a:moveTo>
                    <a:pt x="2042922" y="3048"/>
                  </a:moveTo>
                  <a:lnTo>
                    <a:pt x="1865376" y="3048"/>
                  </a:lnTo>
                  <a:lnTo>
                    <a:pt x="1865376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107950">
                  <a:moveTo>
                    <a:pt x="2042922" y="0"/>
                  </a:moveTo>
                  <a:lnTo>
                    <a:pt x="1865376" y="0"/>
                  </a:lnTo>
                  <a:lnTo>
                    <a:pt x="1865376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6781177" y="5223398"/>
              <a:ext cx="2043430" cy="107950"/>
            </a:xfrm>
            <a:custGeom>
              <a:avLst/>
              <a:gdLst/>
              <a:ahLst/>
              <a:cxnLst/>
              <a:rect l="l" t="t" r="r" b="b"/>
              <a:pathLst>
                <a:path w="2043429" h="107950">
                  <a:moveTo>
                    <a:pt x="135407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4074" y="107442"/>
                  </a:lnTo>
                  <a:lnTo>
                    <a:pt x="1354074" y="106680"/>
                  </a:lnTo>
                  <a:close/>
                </a:path>
                <a:path w="2043429" h="107950">
                  <a:moveTo>
                    <a:pt x="135407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4074" y="104394"/>
                  </a:lnTo>
                  <a:lnTo>
                    <a:pt x="1354074" y="103632"/>
                  </a:lnTo>
                  <a:close/>
                </a:path>
                <a:path w="2043429" h="107950">
                  <a:moveTo>
                    <a:pt x="135407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4074" y="101346"/>
                  </a:lnTo>
                  <a:lnTo>
                    <a:pt x="1354074" y="100584"/>
                  </a:lnTo>
                  <a:close/>
                </a:path>
                <a:path w="2043429" h="107950">
                  <a:moveTo>
                    <a:pt x="135407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4074" y="98298"/>
                  </a:lnTo>
                  <a:lnTo>
                    <a:pt x="1354074" y="97536"/>
                  </a:lnTo>
                  <a:close/>
                </a:path>
                <a:path w="2043429" h="107950">
                  <a:moveTo>
                    <a:pt x="135407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4074" y="95250"/>
                  </a:lnTo>
                  <a:lnTo>
                    <a:pt x="1354074" y="94488"/>
                  </a:lnTo>
                  <a:close/>
                </a:path>
                <a:path w="2043429" h="107950">
                  <a:moveTo>
                    <a:pt x="135407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4074" y="92202"/>
                  </a:lnTo>
                  <a:lnTo>
                    <a:pt x="1354074" y="91440"/>
                  </a:lnTo>
                  <a:close/>
                </a:path>
                <a:path w="2043429" h="107950">
                  <a:moveTo>
                    <a:pt x="135407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4074" y="89154"/>
                  </a:lnTo>
                  <a:lnTo>
                    <a:pt x="1354074" y="88392"/>
                  </a:lnTo>
                  <a:close/>
                </a:path>
                <a:path w="2043429" h="107950">
                  <a:moveTo>
                    <a:pt x="135407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4074" y="86106"/>
                  </a:lnTo>
                  <a:lnTo>
                    <a:pt x="1354074" y="85344"/>
                  </a:lnTo>
                  <a:close/>
                </a:path>
                <a:path w="2043429" h="107950">
                  <a:moveTo>
                    <a:pt x="135407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4074" y="83058"/>
                  </a:lnTo>
                  <a:lnTo>
                    <a:pt x="1354074" y="82296"/>
                  </a:lnTo>
                  <a:close/>
                </a:path>
                <a:path w="2043429" h="107950">
                  <a:moveTo>
                    <a:pt x="135407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4074" y="80010"/>
                  </a:lnTo>
                  <a:lnTo>
                    <a:pt x="1354074" y="79248"/>
                  </a:lnTo>
                  <a:close/>
                </a:path>
                <a:path w="2043429" h="107950">
                  <a:moveTo>
                    <a:pt x="135407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4074" y="76962"/>
                  </a:lnTo>
                  <a:lnTo>
                    <a:pt x="1354074" y="76200"/>
                  </a:lnTo>
                  <a:close/>
                </a:path>
                <a:path w="2043429" h="107950">
                  <a:moveTo>
                    <a:pt x="135407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4074" y="73914"/>
                  </a:lnTo>
                  <a:lnTo>
                    <a:pt x="1354074" y="73152"/>
                  </a:lnTo>
                  <a:close/>
                </a:path>
                <a:path w="2043429" h="107950">
                  <a:moveTo>
                    <a:pt x="135407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4074" y="70866"/>
                  </a:lnTo>
                  <a:lnTo>
                    <a:pt x="1354074" y="70104"/>
                  </a:lnTo>
                  <a:close/>
                </a:path>
                <a:path w="2043429" h="107950">
                  <a:moveTo>
                    <a:pt x="135407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4074" y="67818"/>
                  </a:lnTo>
                  <a:lnTo>
                    <a:pt x="1354074" y="67056"/>
                  </a:lnTo>
                  <a:close/>
                </a:path>
                <a:path w="2043429" h="107950">
                  <a:moveTo>
                    <a:pt x="135407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4074" y="64770"/>
                  </a:lnTo>
                  <a:lnTo>
                    <a:pt x="1354074" y="64008"/>
                  </a:lnTo>
                  <a:close/>
                </a:path>
                <a:path w="2043429" h="107950">
                  <a:moveTo>
                    <a:pt x="135407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4074" y="61722"/>
                  </a:lnTo>
                  <a:lnTo>
                    <a:pt x="1354074" y="60960"/>
                  </a:lnTo>
                  <a:close/>
                </a:path>
                <a:path w="2043429" h="107950">
                  <a:moveTo>
                    <a:pt x="135407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4074" y="58674"/>
                  </a:lnTo>
                  <a:lnTo>
                    <a:pt x="1354074" y="57912"/>
                  </a:lnTo>
                  <a:close/>
                </a:path>
                <a:path w="2043429" h="107950">
                  <a:moveTo>
                    <a:pt x="135407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4074" y="55626"/>
                  </a:lnTo>
                  <a:lnTo>
                    <a:pt x="1354074" y="54864"/>
                  </a:lnTo>
                  <a:close/>
                </a:path>
                <a:path w="2043429" h="107950">
                  <a:moveTo>
                    <a:pt x="135407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4074" y="52578"/>
                  </a:lnTo>
                  <a:lnTo>
                    <a:pt x="1354074" y="51816"/>
                  </a:lnTo>
                  <a:close/>
                </a:path>
                <a:path w="2043429" h="107950">
                  <a:moveTo>
                    <a:pt x="135407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4074" y="49530"/>
                  </a:lnTo>
                  <a:lnTo>
                    <a:pt x="1354074" y="48768"/>
                  </a:lnTo>
                  <a:close/>
                </a:path>
                <a:path w="2043429" h="107950">
                  <a:moveTo>
                    <a:pt x="135407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4074" y="46482"/>
                  </a:lnTo>
                  <a:lnTo>
                    <a:pt x="1354074" y="45720"/>
                  </a:lnTo>
                  <a:close/>
                </a:path>
                <a:path w="2043429" h="107950">
                  <a:moveTo>
                    <a:pt x="135407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4074" y="43434"/>
                  </a:lnTo>
                  <a:lnTo>
                    <a:pt x="1354074" y="42672"/>
                  </a:lnTo>
                  <a:close/>
                </a:path>
                <a:path w="2043429" h="107950">
                  <a:moveTo>
                    <a:pt x="135407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4074" y="40386"/>
                  </a:lnTo>
                  <a:lnTo>
                    <a:pt x="1354074" y="39624"/>
                  </a:lnTo>
                  <a:close/>
                </a:path>
                <a:path w="2043429" h="107950">
                  <a:moveTo>
                    <a:pt x="135407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4074" y="37338"/>
                  </a:lnTo>
                  <a:lnTo>
                    <a:pt x="1354074" y="36576"/>
                  </a:lnTo>
                  <a:close/>
                </a:path>
                <a:path w="2043429" h="107950">
                  <a:moveTo>
                    <a:pt x="135407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4074" y="34290"/>
                  </a:lnTo>
                  <a:lnTo>
                    <a:pt x="1354074" y="33528"/>
                  </a:lnTo>
                  <a:close/>
                </a:path>
                <a:path w="2043429" h="107950">
                  <a:moveTo>
                    <a:pt x="135407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4074" y="31242"/>
                  </a:lnTo>
                  <a:lnTo>
                    <a:pt x="1354074" y="30480"/>
                  </a:lnTo>
                  <a:close/>
                </a:path>
                <a:path w="2043429" h="107950">
                  <a:moveTo>
                    <a:pt x="135407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4074" y="28194"/>
                  </a:lnTo>
                  <a:lnTo>
                    <a:pt x="1354074" y="27432"/>
                  </a:lnTo>
                  <a:close/>
                </a:path>
                <a:path w="2043429" h="107950">
                  <a:moveTo>
                    <a:pt x="135407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4074" y="25146"/>
                  </a:lnTo>
                  <a:lnTo>
                    <a:pt x="1354074" y="24384"/>
                  </a:lnTo>
                  <a:close/>
                </a:path>
                <a:path w="2043429" h="107950">
                  <a:moveTo>
                    <a:pt x="135407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4074" y="22098"/>
                  </a:lnTo>
                  <a:lnTo>
                    <a:pt x="1354074" y="21336"/>
                  </a:lnTo>
                  <a:close/>
                </a:path>
                <a:path w="2043429" h="107950">
                  <a:moveTo>
                    <a:pt x="135407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4074" y="19050"/>
                  </a:lnTo>
                  <a:lnTo>
                    <a:pt x="1354074" y="18288"/>
                  </a:lnTo>
                  <a:close/>
                </a:path>
                <a:path w="2043429" h="107950">
                  <a:moveTo>
                    <a:pt x="135407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4074" y="16002"/>
                  </a:lnTo>
                  <a:lnTo>
                    <a:pt x="1354074" y="15240"/>
                  </a:lnTo>
                  <a:close/>
                </a:path>
                <a:path w="2043429" h="107950">
                  <a:moveTo>
                    <a:pt x="135407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4074" y="12954"/>
                  </a:lnTo>
                  <a:lnTo>
                    <a:pt x="1354074" y="12192"/>
                  </a:lnTo>
                  <a:close/>
                </a:path>
                <a:path w="2043429" h="107950">
                  <a:moveTo>
                    <a:pt x="135407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4074" y="9906"/>
                  </a:lnTo>
                  <a:lnTo>
                    <a:pt x="1354074" y="9144"/>
                  </a:lnTo>
                  <a:close/>
                </a:path>
                <a:path w="2043429" h="107950">
                  <a:moveTo>
                    <a:pt x="135407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4074" y="6858"/>
                  </a:lnTo>
                  <a:lnTo>
                    <a:pt x="1354074" y="6096"/>
                  </a:lnTo>
                  <a:close/>
                </a:path>
                <a:path w="2043429" h="107950">
                  <a:moveTo>
                    <a:pt x="135407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4074" y="3810"/>
                  </a:lnTo>
                  <a:lnTo>
                    <a:pt x="1354074" y="3048"/>
                  </a:lnTo>
                  <a:close/>
                </a:path>
                <a:path w="2043429" h="107950">
                  <a:moveTo>
                    <a:pt x="2042922" y="106680"/>
                  </a:moveTo>
                  <a:lnTo>
                    <a:pt x="1865376" y="106680"/>
                  </a:lnTo>
                  <a:lnTo>
                    <a:pt x="1865376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107950">
                  <a:moveTo>
                    <a:pt x="2042922" y="103632"/>
                  </a:moveTo>
                  <a:lnTo>
                    <a:pt x="1865376" y="103632"/>
                  </a:lnTo>
                  <a:lnTo>
                    <a:pt x="1865376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107950">
                  <a:moveTo>
                    <a:pt x="2042922" y="100584"/>
                  </a:moveTo>
                  <a:lnTo>
                    <a:pt x="1865376" y="100584"/>
                  </a:lnTo>
                  <a:lnTo>
                    <a:pt x="1865376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107950">
                  <a:moveTo>
                    <a:pt x="2042922" y="97536"/>
                  </a:moveTo>
                  <a:lnTo>
                    <a:pt x="1865376" y="97536"/>
                  </a:lnTo>
                  <a:lnTo>
                    <a:pt x="1865376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107950">
                  <a:moveTo>
                    <a:pt x="2042922" y="94488"/>
                  </a:moveTo>
                  <a:lnTo>
                    <a:pt x="1865376" y="94488"/>
                  </a:lnTo>
                  <a:lnTo>
                    <a:pt x="1865376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107950">
                  <a:moveTo>
                    <a:pt x="2042922" y="91440"/>
                  </a:moveTo>
                  <a:lnTo>
                    <a:pt x="1865376" y="91440"/>
                  </a:lnTo>
                  <a:lnTo>
                    <a:pt x="1865376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107950">
                  <a:moveTo>
                    <a:pt x="2042922" y="88392"/>
                  </a:moveTo>
                  <a:lnTo>
                    <a:pt x="1865376" y="88392"/>
                  </a:lnTo>
                  <a:lnTo>
                    <a:pt x="1865376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107950">
                  <a:moveTo>
                    <a:pt x="2042922" y="85344"/>
                  </a:moveTo>
                  <a:lnTo>
                    <a:pt x="1865376" y="85344"/>
                  </a:lnTo>
                  <a:lnTo>
                    <a:pt x="1865376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107950">
                  <a:moveTo>
                    <a:pt x="2042922" y="82296"/>
                  </a:moveTo>
                  <a:lnTo>
                    <a:pt x="1865376" y="82296"/>
                  </a:lnTo>
                  <a:lnTo>
                    <a:pt x="1865376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107950">
                  <a:moveTo>
                    <a:pt x="2042922" y="79248"/>
                  </a:moveTo>
                  <a:lnTo>
                    <a:pt x="1865376" y="79248"/>
                  </a:lnTo>
                  <a:lnTo>
                    <a:pt x="1865376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107950">
                  <a:moveTo>
                    <a:pt x="2042922" y="76200"/>
                  </a:moveTo>
                  <a:lnTo>
                    <a:pt x="1865376" y="76200"/>
                  </a:lnTo>
                  <a:lnTo>
                    <a:pt x="1865376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107950">
                  <a:moveTo>
                    <a:pt x="2042922" y="73152"/>
                  </a:moveTo>
                  <a:lnTo>
                    <a:pt x="1865376" y="73152"/>
                  </a:lnTo>
                  <a:lnTo>
                    <a:pt x="1865376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107950">
                  <a:moveTo>
                    <a:pt x="2042922" y="70104"/>
                  </a:moveTo>
                  <a:lnTo>
                    <a:pt x="1865376" y="70104"/>
                  </a:lnTo>
                  <a:lnTo>
                    <a:pt x="1865376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107950">
                  <a:moveTo>
                    <a:pt x="2042922" y="67056"/>
                  </a:moveTo>
                  <a:lnTo>
                    <a:pt x="1865376" y="67056"/>
                  </a:lnTo>
                  <a:lnTo>
                    <a:pt x="1865376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107950">
                  <a:moveTo>
                    <a:pt x="2042922" y="64008"/>
                  </a:moveTo>
                  <a:lnTo>
                    <a:pt x="1865376" y="64008"/>
                  </a:lnTo>
                  <a:lnTo>
                    <a:pt x="1865376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107950">
                  <a:moveTo>
                    <a:pt x="2042922" y="60960"/>
                  </a:moveTo>
                  <a:lnTo>
                    <a:pt x="1865376" y="60960"/>
                  </a:lnTo>
                  <a:lnTo>
                    <a:pt x="1865376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107950">
                  <a:moveTo>
                    <a:pt x="2042922" y="57912"/>
                  </a:moveTo>
                  <a:lnTo>
                    <a:pt x="1865376" y="57912"/>
                  </a:lnTo>
                  <a:lnTo>
                    <a:pt x="1865376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107950">
                  <a:moveTo>
                    <a:pt x="2042922" y="54864"/>
                  </a:moveTo>
                  <a:lnTo>
                    <a:pt x="1865376" y="54864"/>
                  </a:lnTo>
                  <a:lnTo>
                    <a:pt x="1865376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107950">
                  <a:moveTo>
                    <a:pt x="2042922" y="51816"/>
                  </a:moveTo>
                  <a:lnTo>
                    <a:pt x="1865376" y="51816"/>
                  </a:lnTo>
                  <a:lnTo>
                    <a:pt x="1865376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107950">
                  <a:moveTo>
                    <a:pt x="2042922" y="48768"/>
                  </a:moveTo>
                  <a:lnTo>
                    <a:pt x="1865376" y="48768"/>
                  </a:lnTo>
                  <a:lnTo>
                    <a:pt x="1865376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107950">
                  <a:moveTo>
                    <a:pt x="2042922" y="45720"/>
                  </a:moveTo>
                  <a:lnTo>
                    <a:pt x="1865376" y="45720"/>
                  </a:lnTo>
                  <a:lnTo>
                    <a:pt x="1865376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107950">
                  <a:moveTo>
                    <a:pt x="2042922" y="42672"/>
                  </a:moveTo>
                  <a:lnTo>
                    <a:pt x="1865376" y="42672"/>
                  </a:lnTo>
                  <a:lnTo>
                    <a:pt x="1865376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107950">
                  <a:moveTo>
                    <a:pt x="2042922" y="39624"/>
                  </a:moveTo>
                  <a:lnTo>
                    <a:pt x="1865376" y="39624"/>
                  </a:lnTo>
                  <a:lnTo>
                    <a:pt x="1865376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107950">
                  <a:moveTo>
                    <a:pt x="2042922" y="36576"/>
                  </a:moveTo>
                  <a:lnTo>
                    <a:pt x="1865376" y="36576"/>
                  </a:lnTo>
                  <a:lnTo>
                    <a:pt x="1865376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107950">
                  <a:moveTo>
                    <a:pt x="2042922" y="33528"/>
                  </a:moveTo>
                  <a:lnTo>
                    <a:pt x="1865376" y="33528"/>
                  </a:lnTo>
                  <a:lnTo>
                    <a:pt x="1865376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107950">
                  <a:moveTo>
                    <a:pt x="2042922" y="30480"/>
                  </a:moveTo>
                  <a:lnTo>
                    <a:pt x="1865376" y="30480"/>
                  </a:lnTo>
                  <a:lnTo>
                    <a:pt x="1865376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107950">
                  <a:moveTo>
                    <a:pt x="2042922" y="27432"/>
                  </a:moveTo>
                  <a:lnTo>
                    <a:pt x="1865376" y="27432"/>
                  </a:lnTo>
                  <a:lnTo>
                    <a:pt x="1865376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107950">
                  <a:moveTo>
                    <a:pt x="2042922" y="24384"/>
                  </a:moveTo>
                  <a:lnTo>
                    <a:pt x="1865376" y="24384"/>
                  </a:lnTo>
                  <a:lnTo>
                    <a:pt x="1865376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107950">
                  <a:moveTo>
                    <a:pt x="2042922" y="21336"/>
                  </a:moveTo>
                  <a:lnTo>
                    <a:pt x="1865376" y="21336"/>
                  </a:lnTo>
                  <a:lnTo>
                    <a:pt x="1865376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107950">
                  <a:moveTo>
                    <a:pt x="2042922" y="18288"/>
                  </a:moveTo>
                  <a:lnTo>
                    <a:pt x="1865376" y="18288"/>
                  </a:lnTo>
                  <a:lnTo>
                    <a:pt x="1865376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107950">
                  <a:moveTo>
                    <a:pt x="2042922" y="15240"/>
                  </a:moveTo>
                  <a:lnTo>
                    <a:pt x="1865376" y="15240"/>
                  </a:lnTo>
                  <a:lnTo>
                    <a:pt x="1865376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107950">
                  <a:moveTo>
                    <a:pt x="2042922" y="12192"/>
                  </a:moveTo>
                  <a:lnTo>
                    <a:pt x="1865376" y="12192"/>
                  </a:lnTo>
                  <a:lnTo>
                    <a:pt x="1865376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107950">
                  <a:moveTo>
                    <a:pt x="2042922" y="9144"/>
                  </a:moveTo>
                  <a:lnTo>
                    <a:pt x="1865376" y="9144"/>
                  </a:lnTo>
                  <a:lnTo>
                    <a:pt x="1865376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107950">
                  <a:moveTo>
                    <a:pt x="2042922" y="6096"/>
                  </a:moveTo>
                  <a:lnTo>
                    <a:pt x="1865376" y="6096"/>
                  </a:lnTo>
                  <a:lnTo>
                    <a:pt x="1865376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107950">
                  <a:moveTo>
                    <a:pt x="2042922" y="3048"/>
                  </a:moveTo>
                  <a:lnTo>
                    <a:pt x="1865376" y="3048"/>
                  </a:lnTo>
                  <a:lnTo>
                    <a:pt x="1865376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107950">
                  <a:moveTo>
                    <a:pt x="2042922" y="0"/>
                  </a:moveTo>
                  <a:lnTo>
                    <a:pt x="1865376" y="0"/>
                  </a:lnTo>
                  <a:lnTo>
                    <a:pt x="1865376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6781177" y="5330079"/>
              <a:ext cx="2043430" cy="107950"/>
            </a:xfrm>
            <a:custGeom>
              <a:avLst/>
              <a:gdLst/>
              <a:ahLst/>
              <a:cxnLst/>
              <a:rect l="l" t="t" r="r" b="b"/>
              <a:pathLst>
                <a:path w="2043429" h="107950">
                  <a:moveTo>
                    <a:pt x="135407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4074" y="107442"/>
                  </a:lnTo>
                  <a:lnTo>
                    <a:pt x="1354074" y="106680"/>
                  </a:lnTo>
                  <a:close/>
                </a:path>
                <a:path w="2043429" h="107950">
                  <a:moveTo>
                    <a:pt x="135407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4074" y="104394"/>
                  </a:lnTo>
                  <a:lnTo>
                    <a:pt x="1354074" y="103632"/>
                  </a:lnTo>
                  <a:close/>
                </a:path>
                <a:path w="2043429" h="107950">
                  <a:moveTo>
                    <a:pt x="135407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4074" y="101346"/>
                  </a:lnTo>
                  <a:lnTo>
                    <a:pt x="1354074" y="100584"/>
                  </a:lnTo>
                  <a:close/>
                </a:path>
                <a:path w="2043429" h="107950">
                  <a:moveTo>
                    <a:pt x="135407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4074" y="98298"/>
                  </a:lnTo>
                  <a:lnTo>
                    <a:pt x="1354074" y="97536"/>
                  </a:lnTo>
                  <a:close/>
                </a:path>
                <a:path w="2043429" h="107950">
                  <a:moveTo>
                    <a:pt x="135407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4074" y="95250"/>
                  </a:lnTo>
                  <a:lnTo>
                    <a:pt x="1354074" y="94488"/>
                  </a:lnTo>
                  <a:close/>
                </a:path>
                <a:path w="2043429" h="107950">
                  <a:moveTo>
                    <a:pt x="135407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4074" y="92202"/>
                  </a:lnTo>
                  <a:lnTo>
                    <a:pt x="1354074" y="91440"/>
                  </a:lnTo>
                  <a:close/>
                </a:path>
                <a:path w="2043429" h="107950">
                  <a:moveTo>
                    <a:pt x="135407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4074" y="89154"/>
                  </a:lnTo>
                  <a:lnTo>
                    <a:pt x="1354074" y="88392"/>
                  </a:lnTo>
                  <a:close/>
                </a:path>
                <a:path w="2043429" h="107950">
                  <a:moveTo>
                    <a:pt x="135407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4074" y="86106"/>
                  </a:lnTo>
                  <a:lnTo>
                    <a:pt x="1354074" y="85344"/>
                  </a:lnTo>
                  <a:close/>
                </a:path>
                <a:path w="2043429" h="107950">
                  <a:moveTo>
                    <a:pt x="135407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4074" y="83058"/>
                  </a:lnTo>
                  <a:lnTo>
                    <a:pt x="1354074" y="82296"/>
                  </a:lnTo>
                  <a:close/>
                </a:path>
                <a:path w="2043429" h="107950">
                  <a:moveTo>
                    <a:pt x="135407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4074" y="80010"/>
                  </a:lnTo>
                  <a:lnTo>
                    <a:pt x="1354074" y="79248"/>
                  </a:lnTo>
                  <a:close/>
                </a:path>
                <a:path w="2043429" h="107950">
                  <a:moveTo>
                    <a:pt x="135407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4074" y="76962"/>
                  </a:lnTo>
                  <a:lnTo>
                    <a:pt x="1354074" y="76200"/>
                  </a:lnTo>
                  <a:close/>
                </a:path>
                <a:path w="2043429" h="107950">
                  <a:moveTo>
                    <a:pt x="135407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4074" y="73914"/>
                  </a:lnTo>
                  <a:lnTo>
                    <a:pt x="1354074" y="73152"/>
                  </a:lnTo>
                  <a:close/>
                </a:path>
                <a:path w="2043429" h="107950">
                  <a:moveTo>
                    <a:pt x="135407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4074" y="70866"/>
                  </a:lnTo>
                  <a:lnTo>
                    <a:pt x="1354074" y="70104"/>
                  </a:lnTo>
                  <a:close/>
                </a:path>
                <a:path w="2043429" h="107950">
                  <a:moveTo>
                    <a:pt x="135407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4074" y="67818"/>
                  </a:lnTo>
                  <a:lnTo>
                    <a:pt x="1354074" y="67056"/>
                  </a:lnTo>
                  <a:close/>
                </a:path>
                <a:path w="2043429" h="107950">
                  <a:moveTo>
                    <a:pt x="135407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4074" y="64770"/>
                  </a:lnTo>
                  <a:lnTo>
                    <a:pt x="1354074" y="64008"/>
                  </a:lnTo>
                  <a:close/>
                </a:path>
                <a:path w="2043429" h="107950">
                  <a:moveTo>
                    <a:pt x="135407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4074" y="61722"/>
                  </a:lnTo>
                  <a:lnTo>
                    <a:pt x="1354074" y="60960"/>
                  </a:lnTo>
                  <a:close/>
                </a:path>
                <a:path w="2043429" h="107950">
                  <a:moveTo>
                    <a:pt x="135407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4074" y="58674"/>
                  </a:lnTo>
                  <a:lnTo>
                    <a:pt x="1354074" y="57912"/>
                  </a:lnTo>
                  <a:close/>
                </a:path>
                <a:path w="2043429" h="107950">
                  <a:moveTo>
                    <a:pt x="135407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4074" y="55626"/>
                  </a:lnTo>
                  <a:lnTo>
                    <a:pt x="1354074" y="54864"/>
                  </a:lnTo>
                  <a:close/>
                </a:path>
                <a:path w="2043429" h="107950">
                  <a:moveTo>
                    <a:pt x="135407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4074" y="52578"/>
                  </a:lnTo>
                  <a:lnTo>
                    <a:pt x="1354074" y="51816"/>
                  </a:lnTo>
                  <a:close/>
                </a:path>
                <a:path w="2043429" h="107950">
                  <a:moveTo>
                    <a:pt x="135407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4074" y="49530"/>
                  </a:lnTo>
                  <a:lnTo>
                    <a:pt x="1354074" y="48768"/>
                  </a:lnTo>
                  <a:close/>
                </a:path>
                <a:path w="2043429" h="107950">
                  <a:moveTo>
                    <a:pt x="135407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4074" y="46482"/>
                  </a:lnTo>
                  <a:lnTo>
                    <a:pt x="1354074" y="45720"/>
                  </a:lnTo>
                  <a:close/>
                </a:path>
                <a:path w="2043429" h="107950">
                  <a:moveTo>
                    <a:pt x="135407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4074" y="43434"/>
                  </a:lnTo>
                  <a:lnTo>
                    <a:pt x="1354074" y="42672"/>
                  </a:lnTo>
                  <a:close/>
                </a:path>
                <a:path w="2043429" h="107950">
                  <a:moveTo>
                    <a:pt x="135407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4074" y="40386"/>
                  </a:lnTo>
                  <a:lnTo>
                    <a:pt x="1354074" y="39624"/>
                  </a:lnTo>
                  <a:close/>
                </a:path>
                <a:path w="2043429" h="107950">
                  <a:moveTo>
                    <a:pt x="135407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4074" y="37338"/>
                  </a:lnTo>
                  <a:lnTo>
                    <a:pt x="1354074" y="36576"/>
                  </a:lnTo>
                  <a:close/>
                </a:path>
                <a:path w="2043429" h="107950">
                  <a:moveTo>
                    <a:pt x="135407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4074" y="34290"/>
                  </a:lnTo>
                  <a:lnTo>
                    <a:pt x="1354074" y="33528"/>
                  </a:lnTo>
                  <a:close/>
                </a:path>
                <a:path w="2043429" h="107950">
                  <a:moveTo>
                    <a:pt x="135407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4074" y="31242"/>
                  </a:lnTo>
                  <a:lnTo>
                    <a:pt x="1354074" y="30480"/>
                  </a:lnTo>
                  <a:close/>
                </a:path>
                <a:path w="2043429" h="107950">
                  <a:moveTo>
                    <a:pt x="135407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4074" y="28194"/>
                  </a:lnTo>
                  <a:lnTo>
                    <a:pt x="1354074" y="27432"/>
                  </a:lnTo>
                  <a:close/>
                </a:path>
                <a:path w="2043429" h="107950">
                  <a:moveTo>
                    <a:pt x="135407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4074" y="25146"/>
                  </a:lnTo>
                  <a:lnTo>
                    <a:pt x="1354074" y="24384"/>
                  </a:lnTo>
                  <a:close/>
                </a:path>
                <a:path w="2043429" h="107950">
                  <a:moveTo>
                    <a:pt x="135407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4074" y="22098"/>
                  </a:lnTo>
                  <a:lnTo>
                    <a:pt x="1354074" y="21336"/>
                  </a:lnTo>
                  <a:close/>
                </a:path>
                <a:path w="2043429" h="107950">
                  <a:moveTo>
                    <a:pt x="135407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4074" y="19050"/>
                  </a:lnTo>
                  <a:lnTo>
                    <a:pt x="1354074" y="18288"/>
                  </a:lnTo>
                  <a:close/>
                </a:path>
                <a:path w="2043429" h="107950">
                  <a:moveTo>
                    <a:pt x="135407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4074" y="16002"/>
                  </a:lnTo>
                  <a:lnTo>
                    <a:pt x="1354074" y="15240"/>
                  </a:lnTo>
                  <a:close/>
                </a:path>
                <a:path w="2043429" h="107950">
                  <a:moveTo>
                    <a:pt x="135407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4074" y="12954"/>
                  </a:lnTo>
                  <a:lnTo>
                    <a:pt x="1354074" y="12192"/>
                  </a:lnTo>
                  <a:close/>
                </a:path>
                <a:path w="2043429" h="107950">
                  <a:moveTo>
                    <a:pt x="135407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4074" y="9906"/>
                  </a:lnTo>
                  <a:lnTo>
                    <a:pt x="1354074" y="9144"/>
                  </a:lnTo>
                  <a:close/>
                </a:path>
                <a:path w="2043429" h="107950">
                  <a:moveTo>
                    <a:pt x="135407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4074" y="6858"/>
                  </a:lnTo>
                  <a:lnTo>
                    <a:pt x="1354074" y="6096"/>
                  </a:lnTo>
                  <a:close/>
                </a:path>
                <a:path w="2043429" h="107950">
                  <a:moveTo>
                    <a:pt x="135407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4074" y="3810"/>
                  </a:lnTo>
                  <a:lnTo>
                    <a:pt x="1354074" y="3048"/>
                  </a:lnTo>
                  <a:close/>
                </a:path>
                <a:path w="2043429" h="107950">
                  <a:moveTo>
                    <a:pt x="2042922" y="106680"/>
                  </a:moveTo>
                  <a:lnTo>
                    <a:pt x="1865376" y="106680"/>
                  </a:lnTo>
                  <a:lnTo>
                    <a:pt x="1865376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107950">
                  <a:moveTo>
                    <a:pt x="2042922" y="103632"/>
                  </a:moveTo>
                  <a:lnTo>
                    <a:pt x="1865376" y="103632"/>
                  </a:lnTo>
                  <a:lnTo>
                    <a:pt x="1865376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107950">
                  <a:moveTo>
                    <a:pt x="2042922" y="100584"/>
                  </a:moveTo>
                  <a:lnTo>
                    <a:pt x="1865376" y="100584"/>
                  </a:lnTo>
                  <a:lnTo>
                    <a:pt x="1865376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107950">
                  <a:moveTo>
                    <a:pt x="2042922" y="97536"/>
                  </a:moveTo>
                  <a:lnTo>
                    <a:pt x="1865376" y="97536"/>
                  </a:lnTo>
                  <a:lnTo>
                    <a:pt x="1865376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107950">
                  <a:moveTo>
                    <a:pt x="2042922" y="94488"/>
                  </a:moveTo>
                  <a:lnTo>
                    <a:pt x="1865376" y="94488"/>
                  </a:lnTo>
                  <a:lnTo>
                    <a:pt x="1865376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107950">
                  <a:moveTo>
                    <a:pt x="2042922" y="91440"/>
                  </a:moveTo>
                  <a:lnTo>
                    <a:pt x="1865376" y="91440"/>
                  </a:lnTo>
                  <a:lnTo>
                    <a:pt x="1865376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107950">
                  <a:moveTo>
                    <a:pt x="2042922" y="88392"/>
                  </a:moveTo>
                  <a:lnTo>
                    <a:pt x="1865376" y="88392"/>
                  </a:lnTo>
                  <a:lnTo>
                    <a:pt x="1865376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107950">
                  <a:moveTo>
                    <a:pt x="2042922" y="85344"/>
                  </a:moveTo>
                  <a:lnTo>
                    <a:pt x="1865376" y="85344"/>
                  </a:lnTo>
                  <a:lnTo>
                    <a:pt x="1865376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107950">
                  <a:moveTo>
                    <a:pt x="2042922" y="82296"/>
                  </a:moveTo>
                  <a:lnTo>
                    <a:pt x="1865376" y="82296"/>
                  </a:lnTo>
                  <a:lnTo>
                    <a:pt x="1865376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107950">
                  <a:moveTo>
                    <a:pt x="2042922" y="79248"/>
                  </a:moveTo>
                  <a:lnTo>
                    <a:pt x="1865376" y="79248"/>
                  </a:lnTo>
                  <a:lnTo>
                    <a:pt x="1865376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107950">
                  <a:moveTo>
                    <a:pt x="2042922" y="76200"/>
                  </a:moveTo>
                  <a:lnTo>
                    <a:pt x="1865376" y="76200"/>
                  </a:lnTo>
                  <a:lnTo>
                    <a:pt x="1865376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107950">
                  <a:moveTo>
                    <a:pt x="2042922" y="73152"/>
                  </a:moveTo>
                  <a:lnTo>
                    <a:pt x="1865376" y="73152"/>
                  </a:lnTo>
                  <a:lnTo>
                    <a:pt x="1865376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107950">
                  <a:moveTo>
                    <a:pt x="2042922" y="70104"/>
                  </a:moveTo>
                  <a:lnTo>
                    <a:pt x="1865376" y="70104"/>
                  </a:lnTo>
                  <a:lnTo>
                    <a:pt x="1865376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107950">
                  <a:moveTo>
                    <a:pt x="2042922" y="67056"/>
                  </a:moveTo>
                  <a:lnTo>
                    <a:pt x="1865376" y="67056"/>
                  </a:lnTo>
                  <a:lnTo>
                    <a:pt x="1865376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107950">
                  <a:moveTo>
                    <a:pt x="2042922" y="64008"/>
                  </a:moveTo>
                  <a:lnTo>
                    <a:pt x="1865376" y="64008"/>
                  </a:lnTo>
                  <a:lnTo>
                    <a:pt x="1865376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107950">
                  <a:moveTo>
                    <a:pt x="2042922" y="60960"/>
                  </a:moveTo>
                  <a:lnTo>
                    <a:pt x="1865376" y="60960"/>
                  </a:lnTo>
                  <a:lnTo>
                    <a:pt x="1865376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107950">
                  <a:moveTo>
                    <a:pt x="2042922" y="57912"/>
                  </a:moveTo>
                  <a:lnTo>
                    <a:pt x="1865376" y="57912"/>
                  </a:lnTo>
                  <a:lnTo>
                    <a:pt x="1865376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107950">
                  <a:moveTo>
                    <a:pt x="2042922" y="54864"/>
                  </a:moveTo>
                  <a:lnTo>
                    <a:pt x="1865376" y="54864"/>
                  </a:lnTo>
                  <a:lnTo>
                    <a:pt x="1865376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107950">
                  <a:moveTo>
                    <a:pt x="2042922" y="51816"/>
                  </a:moveTo>
                  <a:lnTo>
                    <a:pt x="1865376" y="51816"/>
                  </a:lnTo>
                  <a:lnTo>
                    <a:pt x="1865376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107950">
                  <a:moveTo>
                    <a:pt x="2042922" y="48768"/>
                  </a:moveTo>
                  <a:lnTo>
                    <a:pt x="1865376" y="48768"/>
                  </a:lnTo>
                  <a:lnTo>
                    <a:pt x="1865376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107950">
                  <a:moveTo>
                    <a:pt x="2042922" y="45720"/>
                  </a:moveTo>
                  <a:lnTo>
                    <a:pt x="1865376" y="45720"/>
                  </a:lnTo>
                  <a:lnTo>
                    <a:pt x="1865376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107950">
                  <a:moveTo>
                    <a:pt x="2042922" y="42672"/>
                  </a:moveTo>
                  <a:lnTo>
                    <a:pt x="1865376" y="42672"/>
                  </a:lnTo>
                  <a:lnTo>
                    <a:pt x="1865376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107950">
                  <a:moveTo>
                    <a:pt x="2042922" y="39624"/>
                  </a:moveTo>
                  <a:lnTo>
                    <a:pt x="1865376" y="39624"/>
                  </a:lnTo>
                  <a:lnTo>
                    <a:pt x="1865376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107950">
                  <a:moveTo>
                    <a:pt x="2042922" y="36576"/>
                  </a:moveTo>
                  <a:lnTo>
                    <a:pt x="1865376" y="36576"/>
                  </a:lnTo>
                  <a:lnTo>
                    <a:pt x="1865376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107950">
                  <a:moveTo>
                    <a:pt x="2042922" y="33528"/>
                  </a:moveTo>
                  <a:lnTo>
                    <a:pt x="1865376" y="33528"/>
                  </a:lnTo>
                  <a:lnTo>
                    <a:pt x="1865376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107950">
                  <a:moveTo>
                    <a:pt x="2042922" y="30480"/>
                  </a:moveTo>
                  <a:lnTo>
                    <a:pt x="1865376" y="30480"/>
                  </a:lnTo>
                  <a:lnTo>
                    <a:pt x="1865376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107950">
                  <a:moveTo>
                    <a:pt x="2042922" y="27432"/>
                  </a:moveTo>
                  <a:lnTo>
                    <a:pt x="1865376" y="27432"/>
                  </a:lnTo>
                  <a:lnTo>
                    <a:pt x="1865376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107950">
                  <a:moveTo>
                    <a:pt x="2042922" y="24384"/>
                  </a:moveTo>
                  <a:lnTo>
                    <a:pt x="1865376" y="24384"/>
                  </a:lnTo>
                  <a:lnTo>
                    <a:pt x="1865376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107950">
                  <a:moveTo>
                    <a:pt x="2042922" y="21336"/>
                  </a:moveTo>
                  <a:lnTo>
                    <a:pt x="1865376" y="21336"/>
                  </a:lnTo>
                  <a:lnTo>
                    <a:pt x="1865376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107950">
                  <a:moveTo>
                    <a:pt x="2042922" y="18288"/>
                  </a:moveTo>
                  <a:lnTo>
                    <a:pt x="1865376" y="18288"/>
                  </a:lnTo>
                  <a:lnTo>
                    <a:pt x="1865376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107950">
                  <a:moveTo>
                    <a:pt x="2042922" y="15240"/>
                  </a:moveTo>
                  <a:lnTo>
                    <a:pt x="1865376" y="15240"/>
                  </a:lnTo>
                  <a:lnTo>
                    <a:pt x="1865376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107950">
                  <a:moveTo>
                    <a:pt x="2042922" y="12192"/>
                  </a:moveTo>
                  <a:lnTo>
                    <a:pt x="1865376" y="12192"/>
                  </a:lnTo>
                  <a:lnTo>
                    <a:pt x="1865376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107950">
                  <a:moveTo>
                    <a:pt x="2042922" y="9144"/>
                  </a:moveTo>
                  <a:lnTo>
                    <a:pt x="1865376" y="9144"/>
                  </a:lnTo>
                  <a:lnTo>
                    <a:pt x="1865376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107950">
                  <a:moveTo>
                    <a:pt x="2042922" y="6096"/>
                  </a:moveTo>
                  <a:lnTo>
                    <a:pt x="1865376" y="6096"/>
                  </a:lnTo>
                  <a:lnTo>
                    <a:pt x="1865376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107950">
                  <a:moveTo>
                    <a:pt x="2042922" y="3048"/>
                  </a:moveTo>
                  <a:lnTo>
                    <a:pt x="1865376" y="3048"/>
                  </a:lnTo>
                  <a:lnTo>
                    <a:pt x="1865376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107950">
                  <a:moveTo>
                    <a:pt x="2042922" y="0"/>
                  </a:moveTo>
                  <a:lnTo>
                    <a:pt x="1865376" y="0"/>
                  </a:lnTo>
                  <a:lnTo>
                    <a:pt x="1865376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6781177" y="5436759"/>
              <a:ext cx="2043430" cy="107950"/>
            </a:xfrm>
            <a:custGeom>
              <a:avLst/>
              <a:gdLst/>
              <a:ahLst/>
              <a:cxnLst/>
              <a:rect l="l" t="t" r="r" b="b"/>
              <a:pathLst>
                <a:path w="2043429" h="107950">
                  <a:moveTo>
                    <a:pt x="135407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4074" y="107442"/>
                  </a:lnTo>
                  <a:lnTo>
                    <a:pt x="1354074" y="106680"/>
                  </a:lnTo>
                  <a:close/>
                </a:path>
                <a:path w="2043429" h="107950">
                  <a:moveTo>
                    <a:pt x="135407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4074" y="104394"/>
                  </a:lnTo>
                  <a:lnTo>
                    <a:pt x="1354074" y="103632"/>
                  </a:lnTo>
                  <a:close/>
                </a:path>
                <a:path w="2043429" h="107950">
                  <a:moveTo>
                    <a:pt x="135407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4074" y="101346"/>
                  </a:lnTo>
                  <a:lnTo>
                    <a:pt x="1354074" y="100584"/>
                  </a:lnTo>
                  <a:close/>
                </a:path>
                <a:path w="2043429" h="107950">
                  <a:moveTo>
                    <a:pt x="135407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4074" y="98298"/>
                  </a:lnTo>
                  <a:lnTo>
                    <a:pt x="1354074" y="97536"/>
                  </a:lnTo>
                  <a:close/>
                </a:path>
                <a:path w="2043429" h="107950">
                  <a:moveTo>
                    <a:pt x="135407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4074" y="95250"/>
                  </a:lnTo>
                  <a:lnTo>
                    <a:pt x="1354074" y="94488"/>
                  </a:lnTo>
                  <a:close/>
                </a:path>
                <a:path w="2043429" h="107950">
                  <a:moveTo>
                    <a:pt x="135407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4074" y="92202"/>
                  </a:lnTo>
                  <a:lnTo>
                    <a:pt x="1354074" y="91440"/>
                  </a:lnTo>
                  <a:close/>
                </a:path>
                <a:path w="2043429" h="107950">
                  <a:moveTo>
                    <a:pt x="135407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4074" y="89154"/>
                  </a:lnTo>
                  <a:lnTo>
                    <a:pt x="1354074" y="88392"/>
                  </a:lnTo>
                  <a:close/>
                </a:path>
                <a:path w="2043429" h="107950">
                  <a:moveTo>
                    <a:pt x="135407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4074" y="86106"/>
                  </a:lnTo>
                  <a:lnTo>
                    <a:pt x="1354074" y="85344"/>
                  </a:lnTo>
                  <a:close/>
                </a:path>
                <a:path w="2043429" h="107950">
                  <a:moveTo>
                    <a:pt x="135407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4074" y="83058"/>
                  </a:lnTo>
                  <a:lnTo>
                    <a:pt x="1354074" y="82296"/>
                  </a:lnTo>
                  <a:close/>
                </a:path>
                <a:path w="2043429" h="107950">
                  <a:moveTo>
                    <a:pt x="135407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4074" y="80010"/>
                  </a:lnTo>
                  <a:lnTo>
                    <a:pt x="1354074" y="79248"/>
                  </a:lnTo>
                  <a:close/>
                </a:path>
                <a:path w="2043429" h="107950">
                  <a:moveTo>
                    <a:pt x="135407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4074" y="76962"/>
                  </a:lnTo>
                  <a:lnTo>
                    <a:pt x="1354074" y="76200"/>
                  </a:lnTo>
                  <a:close/>
                </a:path>
                <a:path w="2043429" h="107950">
                  <a:moveTo>
                    <a:pt x="135407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4074" y="73914"/>
                  </a:lnTo>
                  <a:lnTo>
                    <a:pt x="1354074" y="73152"/>
                  </a:lnTo>
                  <a:close/>
                </a:path>
                <a:path w="2043429" h="107950">
                  <a:moveTo>
                    <a:pt x="135407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4074" y="70866"/>
                  </a:lnTo>
                  <a:lnTo>
                    <a:pt x="1354074" y="70104"/>
                  </a:lnTo>
                  <a:close/>
                </a:path>
                <a:path w="2043429" h="107950">
                  <a:moveTo>
                    <a:pt x="135407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4074" y="67818"/>
                  </a:lnTo>
                  <a:lnTo>
                    <a:pt x="1354074" y="67056"/>
                  </a:lnTo>
                  <a:close/>
                </a:path>
                <a:path w="2043429" h="107950">
                  <a:moveTo>
                    <a:pt x="135407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4074" y="64770"/>
                  </a:lnTo>
                  <a:lnTo>
                    <a:pt x="1354074" y="64008"/>
                  </a:lnTo>
                  <a:close/>
                </a:path>
                <a:path w="2043429" h="107950">
                  <a:moveTo>
                    <a:pt x="135407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4074" y="61722"/>
                  </a:lnTo>
                  <a:lnTo>
                    <a:pt x="1354074" y="60960"/>
                  </a:lnTo>
                  <a:close/>
                </a:path>
                <a:path w="2043429" h="107950">
                  <a:moveTo>
                    <a:pt x="135407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4074" y="58674"/>
                  </a:lnTo>
                  <a:lnTo>
                    <a:pt x="1354074" y="57912"/>
                  </a:lnTo>
                  <a:close/>
                </a:path>
                <a:path w="2043429" h="107950">
                  <a:moveTo>
                    <a:pt x="135407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4074" y="55626"/>
                  </a:lnTo>
                  <a:lnTo>
                    <a:pt x="1354074" y="54864"/>
                  </a:lnTo>
                  <a:close/>
                </a:path>
                <a:path w="2043429" h="107950">
                  <a:moveTo>
                    <a:pt x="135407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4074" y="52578"/>
                  </a:lnTo>
                  <a:lnTo>
                    <a:pt x="1354074" y="51816"/>
                  </a:lnTo>
                  <a:close/>
                </a:path>
                <a:path w="2043429" h="107950">
                  <a:moveTo>
                    <a:pt x="135407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4074" y="49530"/>
                  </a:lnTo>
                  <a:lnTo>
                    <a:pt x="1354074" y="48768"/>
                  </a:lnTo>
                  <a:close/>
                </a:path>
                <a:path w="2043429" h="107950">
                  <a:moveTo>
                    <a:pt x="135407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4074" y="46482"/>
                  </a:lnTo>
                  <a:lnTo>
                    <a:pt x="1354074" y="45720"/>
                  </a:lnTo>
                  <a:close/>
                </a:path>
                <a:path w="2043429" h="107950">
                  <a:moveTo>
                    <a:pt x="135407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4074" y="43434"/>
                  </a:lnTo>
                  <a:lnTo>
                    <a:pt x="1354074" y="42672"/>
                  </a:lnTo>
                  <a:close/>
                </a:path>
                <a:path w="2043429" h="107950">
                  <a:moveTo>
                    <a:pt x="135407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4074" y="40386"/>
                  </a:lnTo>
                  <a:lnTo>
                    <a:pt x="1354074" y="39624"/>
                  </a:lnTo>
                  <a:close/>
                </a:path>
                <a:path w="2043429" h="107950">
                  <a:moveTo>
                    <a:pt x="135407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4074" y="37338"/>
                  </a:lnTo>
                  <a:lnTo>
                    <a:pt x="1354074" y="36576"/>
                  </a:lnTo>
                  <a:close/>
                </a:path>
                <a:path w="2043429" h="107950">
                  <a:moveTo>
                    <a:pt x="135407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4074" y="34290"/>
                  </a:lnTo>
                  <a:lnTo>
                    <a:pt x="1354074" y="33528"/>
                  </a:lnTo>
                  <a:close/>
                </a:path>
                <a:path w="2043429" h="107950">
                  <a:moveTo>
                    <a:pt x="135407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4074" y="31242"/>
                  </a:lnTo>
                  <a:lnTo>
                    <a:pt x="1354074" y="30480"/>
                  </a:lnTo>
                  <a:close/>
                </a:path>
                <a:path w="2043429" h="107950">
                  <a:moveTo>
                    <a:pt x="135407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4074" y="28194"/>
                  </a:lnTo>
                  <a:lnTo>
                    <a:pt x="1354074" y="27432"/>
                  </a:lnTo>
                  <a:close/>
                </a:path>
                <a:path w="2043429" h="107950">
                  <a:moveTo>
                    <a:pt x="135407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4074" y="25146"/>
                  </a:lnTo>
                  <a:lnTo>
                    <a:pt x="1354074" y="24384"/>
                  </a:lnTo>
                  <a:close/>
                </a:path>
                <a:path w="2043429" h="107950">
                  <a:moveTo>
                    <a:pt x="135407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4074" y="22098"/>
                  </a:lnTo>
                  <a:lnTo>
                    <a:pt x="1354074" y="21336"/>
                  </a:lnTo>
                  <a:close/>
                </a:path>
                <a:path w="2043429" h="107950">
                  <a:moveTo>
                    <a:pt x="135407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4074" y="19050"/>
                  </a:lnTo>
                  <a:lnTo>
                    <a:pt x="1354074" y="18288"/>
                  </a:lnTo>
                  <a:close/>
                </a:path>
                <a:path w="2043429" h="107950">
                  <a:moveTo>
                    <a:pt x="135407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4074" y="16002"/>
                  </a:lnTo>
                  <a:lnTo>
                    <a:pt x="1354074" y="15240"/>
                  </a:lnTo>
                  <a:close/>
                </a:path>
                <a:path w="2043429" h="107950">
                  <a:moveTo>
                    <a:pt x="135407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4074" y="12954"/>
                  </a:lnTo>
                  <a:lnTo>
                    <a:pt x="1354074" y="12192"/>
                  </a:lnTo>
                  <a:close/>
                </a:path>
                <a:path w="2043429" h="107950">
                  <a:moveTo>
                    <a:pt x="135407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4074" y="9906"/>
                  </a:lnTo>
                  <a:lnTo>
                    <a:pt x="1354074" y="9144"/>
                  </a:lnTo>
                  <a:close/>
                </a:path>
                <a:path w="2043429" h="107950">
                  <a:moveTo>
                    <a:pt x="135407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4074" y="6858"/>
                  </a:lnTo>
                  <a:lnTo>
                    <a:pt x="1354074" y="6096"/>
                  </a:lnTo>
                  <a:close/>
                </a:path>
                <a:path w="2043429" h="107950">
                  <a:moveTo>
                    <a:pt x="135407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4074" y="3810"/>
                  </a:lnTo>
                  <a:lnTo>
                    <a:pt x="1354074" y="3048"/>
                  </a:lnTo>
                  <a:close/>
                </a:path>
                <a:path w="2043429" h="107950">
                  <a:moveTo>
                    <a:pt x="2042922" y="106680"/>
                  </a:moveTo>
                  <a:lnTo>
                    <a:pt x="1865376" y="106680"/>
                  </a:lnTo>
                  <a:lnTo>
                    <a:pt x="1865376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107950">
                  <a:moveTo>
                    <a:pt x="2042922" y="103632"/>
                  </a:moveTo>
                  <a:lnTo>
                    <a:pt x="1865376" y="103632"/>
                  </a:lnTo>
                  <a:lnTo>
                    <a:pt x="1865376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107950">
                  <a:moveTo>
                    <a:pt x="2042922" y="100584"/>
                  </a:moveTo>
                  <a:lnTo>
                    <a:pt x="1865376" y="100584"/>
                  </a:lnTo>
                  <a:lnTo>
                    <a:pt x="1865376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107950">
                  <a:moveTo>
                    <a:pt x="2042922" y="97536"/>
                  </a:moveTo>
                  <a:lnTo>
                    <a:pt x="1865376" y="97536"/>
                  </a:lnTo>
                  <a:lnTo>
                    <a:pt x="1865376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107950">
                  <a:moveTo>
                    <a:pt x="2042922" y="94488"/>
                  </a:moveTo>
                  <a:lnTo>
                    <a:pt x="1865376" y="94488"/>
                  </a:lnTo>
                  <a:lnTo>
                    <a:pt x="1865376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107950">
                  <a:moveTo>
                    <a:pt x="2042922" y="91440"/>
                  </a:moveTo>
                  <a:lnTo>
                    <a:pt x="1865376" y="91440"/>
                  </a:lnTo>
                  <a:lnTo>
                    <a:pt x="1865376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107950">
                  <a:moveTo>
                    <a:pt x="2042922" y="88392"/>
                  </a:moveTo>
                  <a:lnTo>
                    <a:pt x="1865376" y="88392"/>
                  </a:lnTo>
                  <a:lnTo>
                    <a:pt x="1865376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107950">
                  <a:moveTo>
                    <a:pt x="2042922" y="85344"/>
                  </a:moveTo>
                  <a:lnTo>
                    <a:pt x="1865376" y="85344"/>
                  </a:lnTo>
                  <a:lnTo>
                    <a:pt x="1865376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107950">
                  <a:moveTo>
                    <a:pt x="2042922" y="82296"/>
                  </a:moveTo>
                  <a:lnTo>
                    <a:pt x="1865376" y="82296"/>
                  </a:lnTo>
                  <a:lnTo>
                    <a:pt x="1865376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107950">
                  <a:moveTo>
                    <a:pt x="2042922" y="79248"/>
                  </a:moveTo>
                  <a:lnTo>
                    <a:pt x="1865376" y="79248"/>
                  </a:lnTo>
                  <a:lnTo>
                    <a:pt x="1865376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107950">
                  <a:moveTo>
                    <a:pt x="2042922" y="76200"/>
                  </a:moveTo>
                  <a:lnTo>
                    <a:pt x="1865376" y="76200"/>
                  </a:lnTo>
                  <a:lnTo>
                    <a:pt x="1865376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107950">
                  <a:moveTo>
                    <a:pt x="2042922" y="73152"/>
                  </a:moveTo>
                  <a:lnTo>
                    <a:pt x="1865376" y="73152"/>
                  </a:lnTo>
                  <a:lnTo>
                    <a:pt x="1865376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107950">
                  <a:moveTo>
                    <a:pt x="2042922" y="70104"/>
                  </a:moveTo>
                  <a:lnTo>
                    <a:pt x="1865376" y="70104"/>
                  </a:lnTo>
                  <a:lnTo>
                    <a:pt x="1865376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107950">
                  <a:moveTo>
                    <a:pt x="2042922" y="67056"/>
                  </a:moveTo>
                  <a:lnTo>
                    <a:pt x="1865376" y="67056"/>
                  </a:lnTo>
                  <a:lnTo>
                    <a:pt x="1865376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107950">
                  <a:moveTo>
                    <a:pt x="2042922" y="64008"/>
                  </a:moveTo>
                  <a:lnTo>
                    <a:pt x="1865376" y="64008"/>
                  </a:lnTo>
                  <a:lnTo>
                    <a:pt x="1865376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107950">
                  <a:moveTo>
                    <a:pt x="2042922" y="60960"/>
                  </a:moveTo>
                  <a:lnTo>
                    <a:pt x="1865376" y="60960"/>
                  </a:lnTo>
                  <a:lnTo>
                    <a:pt x="1865376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107950">
                  <a:moveTo>
                    <a:pt x="2042922" y="57912"/>
                  </a:moveTo>
                  <a:lnTo>
                    <a:pt x="1865376" y="57912"/>
                  </a:lnTo>
                  <a:lnTo>
                    <a:pt x="1865376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107950">
                  <a:moveTo>
                    <a:pt x="2042922" y="54864"/>
                  </a:moveTo>
                  <a:lnTo>
                    <a:pt x="1865376" y="54864"/>
                  </a:lnTo>
                  <a:lnTo>
                    <a:pt x="1865376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107950">
                  <a:moveTo>
                    <a:pt x="2042922" y="51816"/>
                  </a:moveTo>
                  <a:lnTo>
                    <a:pt x="1865376" y="51816"/>
                  </a:lnTo>
                  <a:lnTo>
                    <a:pt x="1865376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107950">
                  <a:moveTo>
                    <a:pt x="2042922" y="48768"/>
                  </a:moveTo>
                  <a:lnTo>
                    <a:pt x="1865376" y="48768"/>
                  </a:lnTo>
                  <a:lnTo>
                    <a:pt x="1865376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107950">
                  <a:moveTo>
                    <a:pt x="2042922" y="45720"/>
                  </a:moveTo>
                  <a:lnTo>
                    <a:pt x="1865376" y="45720"/>
                  </a:lnTo>
                  <a:lnTo>
                    <a:pt x="1865376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107950">
                  <a:moveTo>
                    <a:pt x="2042922" y="42672"/>
                  </a:moveTo>
                  <a:lnTo>
                    <a:pt x="1865376" y="42672"/>
                  </a:lnTo>
                  <a:lnTo>
                    <a:pt x="1865376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107950">
                  <a:moveTo>
                    <a:pt x="2042922" y="39624"/>
                  </a:moveTo>
                  <a:lnTo>
                    <a:pt x="1865376" y="39624"/>
                  </a:lnTo>
                  <a:lnTo>
                    <a:pt x="1865376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107950">
                  <a:moveTo>
                    <a:pt x="2042922" y="36576"/>
                  </a:moveTo>
                  <a:lnTo>
                    <a:pt x="1865376" y="36576"/>
                  </a:lnTo>
                  <a:lnTo>
                    <a:pt x="1865376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107950">
                  <a:moveTo>
                    <a:pt x="2042922" y="33528"/>
                  </a:moveTo>
                  <a:lnTo>
                    <a:pt x="1865376" y="33528"/>
                  </a:lnTo>
                  <a:lnTo>
                    <a:pt x="1865376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107950">
                  <a:moveTo>
                    <a:pt x="2042922" y="30480"/>
                  </a:moveTo>
                  <a:lnTo>
                    <a:pt x="1865376" y="30480"/>
                  </a:lnTo>
                  <a:lnTo>
                    <a:pt x="1865376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107950">
                  <a:moveTo>
                    <a:pt x="2042922" y="27432"/>
                  </a:moveTo>
                  <a:lnTo>
                    <a:pt x="1865376" y="27432"/>
                  </a:lnTo>
                  <a:lnTo>
                    <a:pt x="1865376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107950">
                  <a:moveTo>
                    <a:pt x="2042922" y="24384"/>
                  </a:moveTo>
                  <a:lnTo>
                    <a:pt x="1865376" y="24384"/>
                  </a:lnTo>
                  <a:lnTo>
                    <a:pt x="1865376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107950">
                  <a:moveTo>
                    <a:pt x="2042922" y="21336"/>
                  </a:moveTo>
                  <a:lnTo>
                    <a:pt x="1865376" y="21336"/>
                  </a:lnTo>
                  <a:lnTo>
                    <a:pt x="1865376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107950">
                  <a:moveTo>
                    <a:pt x="2042922" y="18288"/>
                  </a:moveTo>
                  <a:lnTo>
                    <a:pt x="1865376" y="18288"/>
                  </a:lnTo>
                  <a:lnTo>
                    <a:pt x="1865376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107950">
                  <a:moveTo>
                    <a:pt x="2042922" y="15240"/>
                  </a:moveTo>
                  <a:lnTo>
                    <a:pt x="1865376" y="15240"/>
                  </a:lnTo>
                  <a:lnTo>
                    <a:pt x="1865376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107950">
                  <a:moveTo>
                    <a:pt x="2042922" y="12192"/>
                  </a:moveTo>
                  <a:lnTo>
                    <a:pt x="1865376" y="12192"/>
                  </a:lnTo>
                  <a:lnTo>
                    <a:pt x="1865376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107950">
                  <a:moveTo>
                    <a:pt x="2042922" y="9144"/>
                  </a:moveTo>
                  <a:lnTo>
                    <a:pt x="1865376" y="9144"/>
                  </a:lnTo>
                  <a:lnTo>
                    <a:pt x="1865376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107950">
                  <a:moveTo>
                    <a:pt x="2042922" y="6096"/>
                  </a:moveTo>
                  <a:lnTo>
                    <a:pt x="1865376" y="6096"/>
                  </a:lnTo>
                  <a:lnTo>
                    <a:pt x="1865376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107950">
                  <a:moveTo>
                    <a:pt x="2042922" y="3048"/>
                  </a:moveTo>
                  <a:lnTo>
                    <a:pt x="1865376" y="3048"/>
                  </a:lnTo>
                  <a:lnTo>
                    <a:pt x="1865376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107950">
                  <a:moveTo>
                    <a:pt x="2042922" y="0"/>
                  </a:moveTo>
                  <a:lnTo>
                    <a:pt x="1865376" y="0"/>
                  </a:lnTo>
                  <a:lnTo>
                    <a:pt x="1865376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6781177" y="5543439"/>
              <a:ext cx="2043430" cy="107950"/>
            </a:xfrm>
            <a:custGeom>
              <a:avLst/>
              <a:gdLst/>
              <a:ahLst/>
              <a:cxnLst/>
              <a:rect l="l" t="t" r="r" b="b"/>
              <a:pathLst>
                <a:path w="2043429" h="107950">
                  <a:moveTo>
                    <a:pt x="135407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4074" y="107442"/>
                  </a:lnTo>
                  <a:lnTo>
                    <a:pt x="1354074" y="106680"/>
                  </a:lnTo>
                  <a:close/>
                </a:path>
                <a:path w="2043429" h="107950">
                  <a:moveTo>
                    <a:pt x="135407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4074" y="104394"/>
                  </a:lnTo>
                  <a:lnTo>
                    <a:pt x="1354074" y="103632"/>
                  </a:lnTo>
                  <a:close/>
                </a:path>
                <a:path w="2043429" h="107950">
                  <a:moveTo>
                    <a:pt x="135407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4074" y="101346"/>
                  </a:lnTo>
                  <a:lnTo>
                    <a:pt x="1354074" y="100584"/>
                  </a:lnTo>
                  <a:close/>
                </a:path>
                <a:path w="2043429" h="107950">
                  <a:moveTo>
                    <a:pt x="135407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4074" y="98298"/>
                  </a:lnTo>
                  <a:lnTo>
                    <a:pt x="1354074" y="97536"/>
                  </a:lnTo>
                  <a:close/>
                </a:path>
                <a:path w="2043429" h="107950">
                  <a:moveTo>
                    <a:pt x="135407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4074" y="95250"/>
                  </a:lnTo>
                  <a:lnTo>
                    <a:pt x="1354074" y="94488"/>
                  </a:lnTo>
                  <a:close/>
                </a:path>
                <a:path w="2043429" h="107950">
                  <a:moveTo>
                    <a:pt x="135407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4074" y="92202"/>
                  </a:lnTo>
                  <a:lnTo>
                    <a:pt x="1354074" y="91440"/>
                  </a:lnTo>
                  <a:close/>
                </a:path>
                <a:path w="2043429" h="107950">
                  <a:moveTo>
                    <a:pt x="135407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4074" y="89154"/>
                  </a:lnTo>
                  <a:lnTo>
                    <a:pt x="1354074" y="88392"/>
                  </a:lnTo>
                  <a:close/>
                </a:path>
                <a:path w="2043429" h="107950">
                  <a:moveTo>
                    <a:pt x="135407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4074" y="86106"/>
                  </a:lnTo>
                  <a:lnTo>
                    <a:pt x="1354074" y="85344"/>
                  </a:lnTo>
                  <a:close/>
                </a:path>
                <a:path w="2043429" h="107950">
                  <a:moveTo>
                    <a:pt x="135407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4074" y="83058"/>
                  </a:lnTo>
                  <a:lnTo>
                    <a:pt x="1354074" y="82296"/>
                  </a:lnTo>
                  <a:close/>
                </a:path>
                <a:path w="2043429" h="107950">
                  <a:moveTo>
                    <a:pt x="135407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4074" y="80010"/>
                  </a:lnTo>
                  <a:lnTo>
                    <a:pt x="1354074" y="79248"/>
                  </a:lnTo>
                  <a:close/>
                </a:path>
                <a:path w="2043429" h="107950">
                  <a:moveTo>
                    <a:pt x="135407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4074" y="76962"/>
                  </a:lnTo>
                  <a:lnTo>
                    <a:pt x="1354074" y="76200"/>
                  </a:lnTo>
                  <a:close/>
                </a:path>
                <a:path w="2043429" h="107950">
                  <a:moveTo>
                    <a:pt x="135407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4074" y="73914"/>
                  </a:lnTo>
                  <a:lnTo>
                    <a:pt x="1354074" y="73152"/>
                  </a:lnTo>
                  <a:close/>
                </a:path>
                <a:path w="2043429" h="107950">
                  <a:moveTo>
                    <a:pt x="135407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4074" y="70866"/>
                  </a:lnTo>
                  <a:lnTo>
                    <a:pt x="1354074" y="70104"/>
                  </a:lnTo>
                  <a:close/>
                </a:path>
                <a:path w="2043429" h="107950">
                  <a:moveTo>
                    <a:pt x="135407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4074" y="67818"/>
                  </a:lnTo>
                  <a:lnTo>
                    <a:pt x="1354074" y="67056"/>
                  </a:lnTo>
                  <a:close/>
                </a:path>
                <a:path w="2043429" h="107950">
                  <a:moveTo>
                    <a:pt x="135407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4074" y="64770"/>
                  </a:lnTo>
                  <a:lnTo>
                    <a:pt x="1354074" y="64008"/>
                  </a:lnTo>
                  <a:close/>
                </a:path>
                <a:path w="2043429" h="107950">
                  <a:moveTo>
                    <a:pt x="135407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4074" y="61722"/>
                  </a:lnTo>
                  <a:lnTo>
                    <a:pt x="1354074" y="60960"/>
                  </a:lnTo>
                  <a:close/>
                </a:path>
                <a:path w="2043429" h="107950">
                  <a:moveTo>
                    <a:pt x="135407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4074" y="58674"/>
                  </a:lnTo>
                  <a:lnTo>
                    <a:pt x="1354074" y="57912"/>
                  </a:lnTo>
                  <a:close/>
                </a:path>
                <a:path w="2043429" h="107950">
                  <a:moveTo>
                    <a:pt x="135407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4074" y="55626"/>
                  </a:lnTo>
                  <a:lnTo>
                    <a:pt x="1354074" y="54864"/>
                  </a:lnTo>
                  <a:close/>
                </a:path>
                <a:path w="2043429" h="107950">
                  <a:moveTo>
                    <a:pt x="135407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4074" y="52578"/>
                  </a:lnTo>
                  <a:lnTo>
                    <a:pt x="1354074" y="51816"/>
                  </a:lnTo>
                  <a:close/>
                </a:path>
                <a:path w="2043429" h="107950">
                  <a:moveTo>
                    <a:pt x="135407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4074" y="49530"/>
                  </a:lnTo>
                  <a:lnTo>
                    <a:pt x="1354074" y="48768"/>
                  </a:lnTo>
                  <a:close/>
                </a:path>
                <a:path w="2043429" h="107950">
                  <a:moveTo>
                    <a:pt x="135407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4074" y="46482"/>
                  </a:lnTo>
                  <a:lnTo>
                    <a:pt x="1354074" y="45720"/>
                  </a:lnTo>
                  <a:close/>
                </a:path>
                <a:path w="2043429" h="107950">
                  <a:moveTo>
                    <a:pt x="135407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4074" y="43434"/>
                  </a:lnTo>
                  <a:lnTo>
                    <a:pt x="1354074" y="42672"/>
                  </a:lnTo>
                  <a:close/>
                </a:path>
                <a:path w="2043429" h="107950">
                  <a:moveTo>
                    <a:pt x="135407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4074" y="40386"/>
                  </a:lnTo>
                  <a:lnTo>
                    <a:pt x="1354074" y="39624"/>
                  </a:lnTo>
                  <a:close/>
                </a:path>
                <a:path w="2043429" h="107950">
                  <a:moveTo>
                    <a:pt x="135407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4074" y="37338"/>
                  </a:lnTo>
                  <a:lnTo>
                    <a:pt x="1354074" y="36576"/>
                  </a:lnTo>
                  <a:close/>
                </a:path>
                <a:path w="2043429" h="107950">
                  <a:moveTo>
                    <a:pt x="135407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4074" y="34290"/>
                  </a:lnTo>
                  <a:lnTo>
                    <a:pt x="1354074" y="33528"/>
                  </a:lnTo>
                  <a:close/>
                </a:path>
                <a:path w="2043429" h="107950">
                  <a:moveTo>
                    <a:pt x="135407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4074" y="31242"/>
                  </a:lnTo>
                  <a:lnTo>
                    <a:pt x="1354074" y="30480"/>
                  </a:lnTo>
                  <a:close/>
                </a:path>
                <a:path w="2043429" h="107950">
                  <a:moveTo>
                    <a:pt x="135407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4074" y="28194"/>
                  </a:lnTo>
                  <a:lnTo>
                    <a:pt x="1354074" y="27432"/>
                  </a:lnTo>
                  <a:close/>
                </a:path>
                <a:path w="2043429" h="107950">
                  <a:moveTo>
                    <a:pt x="135407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4074" y="25146"/>
                  </a:lnTo>
                  <a:lnTo>
                    <a:pt x="1354074" y="24384"/>
                  </a:lnTo>
                  <a:close/>
                </a:path>
                <a:path w="2043429" h="107950">
                  <a:moveTo>
                    <a:pt x="135407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4074" y="22098"/>
                  </a:lnTo>
                  <a:lnTo>
                    <a:pt x="1354074" y="21336"/>
                  </a:lnTo>
                  <a:close/>
                </a:path>
                <a:path w="2043429" h="107950">
                  <a:moveTo>
                    <a:pt x="135407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4074" y="19050"/>
                  </a:lnTo>
                  <a:lnTo>
                    <a:pt x="1354074" y="18288"/>
                  </a:lnTo>
                  <a:close/>
                </a:path>
                <a:path w="2043429" h="107950">
                  <a:moveTo>
                    <a:pt x="135407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4074" y="16002"/>
                  </a:lnTo>
                  <a:lnTo>
                    <a:pt x="1354074" y="15240"/>
                  </a:lnTo>
                  <a:close/>
                </a:path>
                <a:path w="2043429" h="107950">
                  <a:moveTo>
                    <a:pt x="135407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4074" y="12954"/>
                  </a:lnTo>
                  <a:lnTo>
                    <a:pt x="1354074" y="12192"/>
                  </a:lnTo>
                  <a:close/>
                </a:path>
                <a:path w="2043429" h="107950">
                  <a:moveTo>
                    <a:pt x="135407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4074" y="9906"/>
                  </a:lnTo>
                  <a:lnTo>
                    <a:pt x="1354074" y="9144"/>
                  </a:lnTo>
                  <a:close/>
                </a:path>
                <a:path w="2043429" h="107950">
                  <a:moveTo>
                    <a:pt x="135407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4074" y="6858"/>
                  </a:lnTo>
                  <a:lnTo>
                    <a:pt x="1354074" y="6096"/>
                  </a:lnTo>
                  <a:close/>
                </a:path>
                <a:path w="2043429" h="107950">
                  <a:moveTo>
                    <a:pt x="135407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4074" y="3810"/>
                  </a:lnTo>
                  <a:lnTo>
                    <a:pt x="1354074" y="3048"/>
                  </a:lnTo>
                  <a:close/>
                </a:path>
                <a:path w="2043429" h="107950">
                  <a:moveTo>
                    <a:pt x="2042922" y="106680"/>
                  </a:moveTo>
                  <a:lnTo>
                    <a:pt x="1865376" y="106680"/>
                  </a:lnTo>
                  <a:lnTo>
                    <a:pt x="1865376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107950">
                  <a:moveTo>
                    <a:pt x="2042922" y="103632"/>
                  </a:moveTo>
                  <a:lnTo>
                    <a:pt x="1865376" y="103632"/>
                  </a:lnTo>
                  <a:lnTo>
                    <a:pt x="1865376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107950">
                  <a:moveTo>
                    <a:pt x="2042922" y="100584"/>
                  </a:moveTo>
                  <a:lnTo>
                    <a:pt x="1865376" y="100584"/>
                  </a:lnTo>
                  <a:lnTo>
                    <a:pt x="1865376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107950">
                  <a:moveTo>
                    <a:pt x="2042922" y="97536"/>
                  </a:moveTo>
                  <a:lnTo>
                    <a:pt x="1865376" y="97536"/>
                  </a:lnTo>
                  <a:lnTo>
                    <a:pt x="1865376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107950">
                  <a:moveTo>
                    <a:pt x="2042922" y="94488"/>
                  </a:moveTo>
                  <a:lnTo>
                    <a:pt x="1865376" y="94488"/>
                  </a:lnTo>
                  <a:lnTo>
                    <a:pt x="1865376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107950">
                  <a:moveTo>
                    <a:pt x="2042922" y="91440"/>
                  </a:moveTo>
                  <a:lnTo>
                    <a:pt x="1865376" y="91440"/>
                  </a:lnTo>
                  <a:lnTo>
                    <a:pt x="1865376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107950">
                  <a:moveTo>
                    <a:pt x="2042922" y="88392"/>
                  </a:moveTo>
                  <a:lnTo>
                    <a:pt x="1865376" y="88392"/>
                  </a:lnTo>
                  <a:lnTo>
                    <a:pt x="1865376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107950">
                  <a:moveTo>
                    <a:pt x="2042922" y="85344"/>
                  </a:moveTo>
                  <a:lnTo>
                    <a:pt x="1865376" y="85344"/>
                  </a:lnTo>
                  <a:lnTo>
                    <a:pt x="1865376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107950">
                  <a:moveTo>
                    <a:pt x="2042922" y="82296"/>
                  </a:moveTo>
                  <a:lnTo>
                    <a:pt x="1865376" y="82296"/>
                  </a:lnTo>
                  <a:lnTo>
                    <a:pt x="1865376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107950">
                  <a:moveTo>
                    <a:pt x="2042922" y="79248"/>
                  </a:moveTo>
                  <a:lnTo>
                    <a:pt x="1865376" y="79248"/>
                  </a:lnTo>
                  <a:lnTo>
                    <a:pt x="1865376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107950">
                  <a:moveTo>
                    <a:pt x="2042922" y="76200"/>
                  </a:moveTo>
                  <a:lnTo>
                    <a:pt x="1865376" y="76200"/>
                  </a:lnTo>
                  <a:lnTo>
                    <a:pt x="1865376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107950">
                  <a:moveTo>
                    <a:pt x="2042922" y="73152"/>
                  </a:moveTo>
                  <a:lnTo>
                    <a:pt x="1865376" y="73152"/>
                  </a:lnTo>
                  <a:lnTo>
                    <a:pt x="1865376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107950">
                  <a:moveTo>
                    <a:pt x="2042922" y="70104"/>
                  </a:moveTo>
                  <a:lnTo>
                    <a:pt x="1865376" y="70104"/>
                  </a:lnTo>
                  <a:lnTo>
                    <a:pt x="1865376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107950">
                  <a:moveTo>
                    <a:pt x="2042922" y="67056"/>
                  </a:moveTo>
                  <a:lnTo>
                    <a:pt x="1865376" y="67056"/>
                  </a:lnTo>
                  <a:lnTo>
                    <a:pt x="1865376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107950">
                  <a:moveTo>
                    <a:pt x="2042922" y="64008"/>
                  </a:moveTo>
                  <a:lnTo>
                    <a:pt x="1865376" y="64008"/>
                  </a:lnTo>
                  <a:lnTo>
                    <a:pt x="1865376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107950">
                  <a:moveTo>
                    <a:pt x="2042922" y="60960"/>
                  </a:moveTo>
                  <a:lnTo>
                    <a:pt x="1865376" y="60960"/>
                  </a:lnTo>
                  <a:lnTo>
                    <a:pt x="1865376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107950">
                  <a:moveTo>
                    <a:pt x="2042922" y="57912"/>
                  </a:moveTo>
                  <a:lnTo>
                    <a:pt x="1865376" y="57912"/>
                  </a:lnTo>
                  <a:lnTo>
                    <a:pt x="1865376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107950">
                  <a:moveTo>
                    <a:pt x="2042922" y="54864"/>
                  </a:moveTo>
                  <a:lnTo>
                    <a:pt x="1865376" y="54864"/>
                  </a:lnTo>
                  <a:lnTo>
                    <a:pt x="1865376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107950">
                  <a:moveTo>
                    <a:pt x="2042922" y="51816"/>
                  </a:moveTo>
                  <a:lnTo>
                    <a:pt x="1865376" y="51816"/>
                  </a:lnTo>
                  <a:lnTo>
                    <a:pt x="1865376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107950">
                  <a:moveTo>
                    <a:pt x="2042922" y="48768"/>
                  </a:moveTo>
                  <a:lnTo>
                    <a:pt x="1865376" y="48768"/>
                  </a:lnTo>
                  <a:lnTo>
                    <a:pt x="1865376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107950">
                  <a:moveTo>
                    <a:pt x="2042922" y="45720"/>
                  </a:moveTo>
                  <a:lnTo>
                    <a:pt x="1865376" y="45720"/>
                  </a:lnTo>
                  <a:lnTo>
                    <a:pt x="1865376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107950">
                  <a:moveTo>
                    <a:pt x="2042922" y="42672"/>
                  </a:moveTo>
                  <a:lnTo>
                    <a:pt x="1865376" y="42672"/>
                  </a:lnTo>
                  <a:lnTo>
                    <a:pt x="1865376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107950">
                  <a:moveTo>
                    <a:pt x="2042922" y="39624"/>
                  </a:moveTo>
                  <a:lnTo>
                    <a:pt x="1865376" y="39624"/>
                  </a:lnTo>
                  <a:lnTo>
                    <a:pt x="1865376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107950">
                  <a:moveTo>
                    <a:pt x="2042922" y="36576"/>
                  </a:moveTo>
                  <a:lnTo>
                    <a:pt x="1865376" y="36576"/>
                  </a:lnTo>
                  <a:lnTo>
                    <a:pt x="1865376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107950">
                  <a:moveTo>
                    <a:pt x="2042922" y="33528"/>
                  </a:moveTo>
                  <a:lnTo>
                    <a:pt x="1865376" y="33528"/>
                  </a:lnTo>
                  <a:lnTo>
                    <a:pt x="1865376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107950">
                  <a:moveTo>
                    <a:pt x="2042922" y="30480"/>
                  </a:moveTo>
                  <a:lnTo>
                    <a:pt x="1865376" y="30480"/>
                  </a:lnTo>
                  <a:lnTo>
                    <a:pt x="1865376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107950">
                  <a:moveTo>
                    <a:pt x="2042922" y="27432"/>
                  </a:moveTo>
                  <a:lnTo>
                    <a:pt x="1865376" y="27432"/>
                  </a:lnTo>
                  <a:lnTo>
                    <a:pt x="1865376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107950">
                  <a:moveTo>
                    <a:pt x="2042922" y="24384"/>
                  </a:moveTo>
                  <a:lnTo>
                    <a:pt x="1865376" y="24384"/>
                  </a:lnTo>
                  <a:lnTo>
                    <a:pt x="1865376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107950">
                  <a:moveTo>
                    <a:pt x="2042922" y="21336"/>
                  </a:moveTo>
                  <a:lnTo>
                    <a:pt x="1865376" y="21336"/>
                  </a:lnTo>
                  <a:lnTo>
                    <a:pt x="1865376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107950">
                  <a:moveTo>
                    <a:pt x="2042922" y="18288"/>
                  </a:moveTo>
                  <a:lnTo>
                    <a:pt x="1865376" y="18288"/>
                  </a:lnTo>
                  <a:lnTo>
                    <a:pt x="1865376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107950">
                  <a:moveTo>
                    <a:pt x="2042922" y="15240"/>
                  </a:moveTo>
                  <a:lnTo>
                    <a:pt x="1865376" y="15240"/>
                  </a:lnTo>
                  <a:lnTo>
                    <a:pt x="1865376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107950">
                  <a:moveTo>
                    <a:pt x="2042922" y="12192"/>
                  </a:moveTo>
                  <a:lnTo>
                    <a:pt x="1865376" y="12192"/>
                  </a:lnTo>
                  <a:lnTo>
                    <a:pt x="1865376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107950">
                  <a:moveTo>
                    <a:pt x="2042922" y="9144"/>
                  </a:moveTo>
                  <a:lnTo>
                    <a:pt x="1865376" y="9144"/>
                  </a:lnTo>
                  <a:lnTo>
                    <a:pt x="1865376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107950">
                  <a:moveTo>
                    <a:pt x="2042922" y="6096"/>
                  </a:moveTo>
                  <a:lnTo>
                    <a:pt x="1865376" y="6096"/>
                  </a:lnTo>
                  <a:lnTo>
                    <a:pt x="1865376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107950">
                  <a:moveTo>
                    <a:pt x="2042922" y="3048"/>
                  </a:moveTo>
                  <a:lnTo>
                    <a:pt x="1865376" y="3048"/>
                  </a:lnTo>
                  <a:lnTo>
                    <a:pt x="1865376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107950">
                  <a:moveTo>
                    <a:pt x="2042922" y="0"/>
                  </a:moveTo>
                  <a:lnTo>
                    <a:pt x="1865376" y="0"/>
                  </a:lnTo>
                  <a:lnTo>
                    <a:pt x="1865376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6781177" y="5650118"/>
              <a:ext cx="2043430" cy="107950"/>
            </a:xfrm>
            <a:custGeom>
              <a:avLst/>
              <a:gdLst/>
              <a:ahLst/>
              <a:cxnLst/>
              <a:rect l="l" t="t" r="r" b="b"/>
              <a:pathLst>
                <a:path w="2043429" h="107950">
                  <a:moveTo>
                    <a:pt x="135407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4074" y="107442"/>
                  </a:lnTo>
                  <a:lnTo>
                    <a:pt x="1354074" y="106680"/>
                  </a:lnTo>
                  <a:close/>
                </a:path>
                <a:path w="2043429" h="107950">
                  <a:moveTo>
                    <a:pt x="135407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4074" y="104394"/>
                  </a:lnTo>
                  <a:lnTo>
                    <a:pt x="1354074" y="103632"/>
                  </a:lnTo>
                  <a:close/>
                </a:path>
                <a:path w="2043429" h="107950">
                  <a:moveTo>
                    <a:pt x="135407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4074" y="101346"/>
                  </a:lnTo>
                  <a:lnTo>
                    <a:pt x="1354074" y="100584"/>
                  </a:lnTo>
                  <a:close/>
                </a:path>
                <a:path w="2043429" h="107950">
                  <a:moveTo>
                    <a:pt x="135407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4074" y="98298"/>
                  </a:lnTo>
                  <a:lnTo>
                    <a:pt x="1354074" y="97536"/>
                  </a:lnTo>
                  <a:close/>
                </a:path>
                <a:path w="2043429" h="107950">
                  <a:moveTo>
                    <a:pt x="135407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4074" y="95250"/>
                  </a:lnTo>
                  <a:lnTo>
                    <a:pt x="1354074" y="94488"/>
                  </a:lnTo>
                  <a:close/>
                </a:path>
                <a:path w="2043429" h="107950">
                  <a:moveTo>
                    <a:pt x="135407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4074" y="92202"/>
                  </a:lnTo>
                  <a:lnTo>
                    <a:pt x="1354074" y="91440"/>
                  </a:lnTo>
                  <a:close/>
                </a:path>
                <a:path w="2043429" h="107950">
                  <a:moveTo>
                    <a:pt x="135407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4074" y="89154"/>
                  </a:lnTo>
                  <a:lnTo>
                    <a:pt x="1354074" y="88392"/>
                  </a:lnTo>
                  <a:close/>
                </a:path>
                <a:path w="2043429" h="107950">
                  <a:moveTo>
                    <a:pt x="135407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4074" y="86106"/>
                  </a:lnTo>
                  <a:lnTo>
                    <a:pt x="1354074" y="85344"/>
                  </a:lnTo>
                  <a:close/>
                </a:path>
                <a:path w="2043429" h="107950">
                  <a:moveTo>
                    <a:pt x="135407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4074" y="83058"/>
                  </a:lnTo>
                  <a:lnTo>
                    <a:pt x="1354074" y="82296"/>
                  </a:lnTo>
                  <a:close/>
                </a:path>
                <a:path w="2043429" h="107950">
                  <a:moveTo>
                    <a:pt x="135407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4074" y="80010"/>
                  </a:lnTo>
                  <a:lnTo>
                    <a:pt x="1354074" y="79248"/>
                  </a:lnTo>
                  <a:close/>
                </a:path>
                <a:path w="2043429" h="107950">
                  <a:moveTo>
                    <a:pt x="135407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4074" y="76962"/>
                  </a:lnTo>
                  <a:lnTo>
                    <a:pt x="1354074" y="76200"/>
                  </a:lnTo>
                  <a:close/>
                </a:path>
                <a:path w="2043429" h="107950">
                  <a:moveTo>
                    <a:pt x="135407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4074" y="73914"/>
                  </a:lnTo>
                  <a:lnTo>
                    <a:pt x="1354074" y="73152"/>
                  </a:lnTo>
                  <a:close/>
                </a:path>
                <a:path w="2043429" h="107950">
                  <a:moveTo>
                    <a:pt x="135407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4074" y="70866"/>
                  </a:lnTo>
                  <a:lnTo>
                    <a:pt x="1354074" y="70104"/>
                  </a:lnTo>
                  <a:close/>
                </a:path>
                <a:path w="2043429" h="107950">
                  <a:moveTo>
                    <a:pt x="135407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4074" y="67818"/>
                  </a:lnTo>
                  <a:lnTo>
                    <a:pt x="1354074" y="67056"/>
                  </a:lnTo>
                  <a:close/>
                </a:path>
                <a:path w="2043429" h="107950">
                  <a:moveTo>
                    <a:pt x="135407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4074" y="64770"/>
                  </a:lnTo>
                  <a:lnTo>
                    <a:pt x="1354074" y="64008"/>
                  </a:lnTo>
                  <a:close/>
                </a:path>
                <a:path w="2043429" h="107950">
                  <a:moveTo>
                    <a:pt x="135407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4074" y="61722"/>
                  </a:lnTo>
                  <a:lnTo>
                    <a:pt x="1354074" y="60960"/>
                  </a:lnTo>
                  <a:close/>
                </a:path>
                <a:path w="2043429" h="107950">
                  <a:moveTo>
                    <a:pt x="135407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4074" y="58674"/>
                  </a:lnTo>
                  <a:lnTo>
                    <a:pt x="1354074" y="57912"/>
                  </a:lnTo>
                  <a:close/>
                </a:path>
                <a:path w="2043429" h="107950">
                  <a:moveTo>
                    <a:pt x="135407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4074" y="55626"/>
                  </a:lnTo>
                  <a:lnTo>
                    <a:pt x="1354074" y="54864"/>
                  </a:lnTo>
                  <a:close/>
                </a:path>
                <a:path w="2043429" h="107950">
                  <a:moveTo>
                    <a:pt x="135407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4074" y="52578"/>
                  </a:lnTo>
                  <a:lnTo>
                    <a:pt x="1354074" y="51816"/>
                  </a:lnTo>
                  <a:close/>
                </a:path>
                <a:path w="2043429" h="107950">
                  <a:moveTo>
                    <a:pt x="135407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4074" y="49530"/>
                  </a:lnTo>
                  <a:lnTo>
                    <a:pt x="1354074" y="48768"/>
                  </a:lnTo>
                  <a:close/>
                </a:path>
                <a:path w="2043429" h="107950">
                  <a:moveTo>
                    <a:pt x="135407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4074" y="46482"/>
                  </a:lnTo>
                  <a:lnTo>
                    <a:pt x="1354074" y="45720"/>
                  </a:lnTo>
                  <a:close/>
                </a:path>
                <a:path w="2043429" h="107950">
                  <a:moveTo>
                    <a:pt x="135407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4074" y="43434"/>
                  </a:lnTo>
                  <a:lnTo>
                    <a:pt x="1354074" y="42672"/>
                  </a:lnTo>
                  <a:close/>
                </a:path>
                <a:path w="2043429" h="107950">
                  <a:moveTo>
                    <a:pt x="135407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4074" y="40386"/>
                  </a:lnTo>
                  <a:lnTo>
                    <a:pt x="1354074" y="39624"/>
                  </a:lnTo>
                  <a:close/>
                </a:path>
                <a:path w="2043429" h="107950">
                  <a:moveTo>
                    <a:pt x="135407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4074" y="37338"/>
                  </a:lnTo>
                  <a:lnTo>
                    <a:pt x="1354074" y="36576"/>
                  </a:lnTo>
                  <a:close/>
                </a:path>
                <a:path w="2043429" h="107950">
                  <a:moveTo>
                    <a:pt x="135407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4074" y="34290"/>
                  </a:lnTo>
                  <a:lnTo>
                    <a:pt x="1354074" y="33528"/>
                  </a:lnTo>
                  <a:close/>
                </a:path>
                <a:path w="2043429" h="107950">
                  <a:moveTo>
                    <a:pt x="135407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4074" y="31242"/>
                  </a:lnTo>
                  <a:lnTo>
                    <a:pt x="1354074" y="30480"/>
                  </a:lnTo>
                  <a:close/>
                </a:path>
                <a:path w="2043429" h="107950">
                  <a:moveTo>
                    <a:pt x="135407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4074" y="28194"/>
                  </a:lnTo>
                  <a:lnTo>
                    <a:pt x="1354074" y="27432"/>
                  </a:lnTo>
                  <a:close/>
                </a:path>
                <a:path w="2043429" h="107950">
                  <a:moveTo>
                    <a:pt x="135407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4074" y="25146"/>
                  </a:lnTo>
                  <a:lnTo>
                    <a:pt x="1354074" y="24384"/>
                  </a:lnTo>
                  <a:close/>
                </a:path>
                <a:path w="2043429" h="107950">
                  <a:moveTo>
                    <a:pt x="135407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4074" y="22098"/>
                  </a:lnTo>
                  <a:lnTo>
                    <a:pt x="1354074" y="21336"/>
                  </a:lnTo>
                  <a:close/>
                </a:path>
                <a:path w="2043429" h="107950">
                  <a:moveTo>
                    <a:pt x="135407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4074" y="19050"/>
                  </a:lnTo>
                  <a:lnTo>
                    <a:pt x="1354074" y="18288"/>
                  </a:lnTo>
                  <a:close/>
                </a:path>
                <a:path w="2043429" h="107950">
                  <a:moveTo>
                    <a:pt x="135407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4074" y="16002"/>
                  </a:lnTo>
                  <a:lnTo>
                    <a:pt x="1354074" y="15240"/>
                  </a:lnTo>
                  <a:close/>
                </a:path>
                <a:path w="2043429" h="107950">
                  <a:moveTo>
                    <a:pt x="135407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4074" y="12954"/>
                  </a:lnTo>
                  <a:lnTo>
                    <a:pt x="1354074" y="12192"/>
                  </a:lnTo>
                  <a:close/>
                </a:path>
                <a:path w="2043429" h="107950">
                  <a:moveTo>
                    <a:pt x="135407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4074" y="9906"/>
                  </a:lnTo>
                  <a:lnTo>
                    <a:pt x="1354074" y="9144"/>
                  </a:lnTo>
                  <a:close/>
                </a:path>
                <a:path w="2043429" h="107950">
                  <a:moveTo>
                    <a:pt x="135407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4074" y="6858"/>
                  </a:lnTo>
                  <a:lnTo>
                    <a:pt x="1354074" y="6096"/>
                  </a:lnTo>
                  <a:close/>
                </a:path>
                <a:path w="2043429" h="107950">
                  <a:moveTo>
                    <a:pt x="135407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4074" y="3810"/>
                  </a:lnTo>
                  <a:lnTo>
                    <a:pt x="1354074" y="3048"/>
                  </a:lnTo>
                  <a:close/>
                </a:path>
                <a:path w="2043429" h="107950">
                  <a:moveTo>
                    <a:pt x="2042922" y="106680"/>
                  </a:moveTo>
                  <a:lnTo>
                    <a:pt x="1865376" y="106680"/>
                  </a:lnTo>
                  <a:lnTo>
                    <a:pt x="1865376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107950">
                  <a:moveTo>
                    <a:pt x="2042922" y="103632"/>
                  </a:moveTo>
                  <a:lnTo>
                    <a:pt x="1865376" y="103632"/>
                  </a:lnTo>
                  <a:lnTo>
                    <a:pt x="1865376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107950">
                  <a:moveTo>
                    <a:pt x="2042922" y="100584"/>
                  </a:moveTo>
                  <a:lnTo>
                    <a:pt x="1865376" y="100584"/>
                  </a:lnTo>
                  <a:lnTo>
                    <a:pt x="1865376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107950">
                  <a:moveTo>
                    <a:pt x="2042922" y="97536"/>
                  </a:moveTo>
                  <a:lnTo>
                    <a:pt x="1865376" y="97536"/>
                  </a:lnTo>
                  <a:lnTo>
                    <a:pt x="1865376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107950">
                  <a:moveTo>
                    <a:pt x="2042922" y="94488"/>
                  </a:moveTo>
                  <a:lnTo>
                    <a:pt x="1865376" y="94488"/>
                  </a:lnTo>
                  <a:lnTo>
                    <a:pt x="1865376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107950">
                  <a:moveTo>
                    <a:pt x="2042922" y="91440"/>
                  </a:moveTo>
                  <a:lnTo>
                    <a:pt x="1865376" y="91440"/>
                  </a:lnTo>
                  <a:lnTo>
                    <a:pt x="1865376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107950">
                  <a:moveTo>
                    <a:pt x="2042922" y="88392"/>
                  </a:moveTo>
                  <a:lnTo>
                    <a:pt x="1865376" y="88392"/>
                  </a:lnTo>
                  <a:lnTo>
                    <a:pt x="1865376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107950">
                  <a:moveTo>
                    <a:pt x="2042922" y="85344"/>
                  </a:moveTo>
                  <a:lnTo>
                    <a:pt x="1865376" y="85344"/>
                  </a:lnTo>
                  <a:lnTo>
                    <a:pt x="1865376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107950">
                  <a:moveTo>
                    <a:pt x="2042922" y="82296"/>
                  </a:moveTo>
                  <a:lnTo>
                    <a:pt x="1865376" y="82296"/>
                  </a:lnTo>
                  <a:lnTo>
                    <a:pt x="1865376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107950">
                  <a:moveTo>
                    <a:pt x="2042922" y="79248"/>
                  </a:moveTo>
                  <a:lnTo>
                    <a:pt x="1865376" y="79248"/>
                  </a:lnTo>
                  <a:lnTo>
                    <a:pt x="1865376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107950">
                  <a:moveTo>
                    <a:pt x="2042922" y="76200"/>
                  </a:moveTo>
                  <a:lnTo>
                    <a:pt x="1865376" y="76200"/>
                  </a:lnTo>
                  <a:lnTo>
                    <a:pt x="1865376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107950">
                  <a:moveTo>
                    <a:pt x="2042922" y="73152"/>
                  </a:moveTo>
                  <a:lnTo>
                    <a:pt x="1865376" y="73152"/>
                  </a:lnTo>
                  <a:lnTo>
                    <a:pt x="1865376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107950">
                  <a:moveTo>
                    <a:pt x="2042922" y="70104"/>
                  </a:moveTo>
                  <a:lnTo>
                    <a:pt x="1865376" y="70104"/>
                  </a:lnTo>
                  <a:lnTo>
                    <a:pt x="1865376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107950">
                  <a:moveTo>
                    <a:pt x="2042922" y="67056"/>
                  </a:moveTo>
                  <a:lnTo>
                    <a:pt x="1865376" y="67056"/>
                  </a:lnTo>
                  <a:lnTo>
                    <a:pt x="1865376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107950">
                  <a:moveTo>
                    <a:pt x="2042922" y="64008"/>
                  </a:moveTo>
                  <a:lnTo>
                    <a:pt x="1865376" y="64008"/>
                  </a:lnTo>
                  <a:lnTo>
                    <a:pt x="1865376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107950">
                  <a:moveTo>
                    <a:pt x="2042922" y="60960"/>
                  </a:moveTo>
                  <a:lnTo>
                    <a:pt x="1865376" y="60960"/>
                  </a:lnTo>
                  <a:lnTo>
                    <a:pt x="1865376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107950">
                  <a:moveTo>
                    <a:pt x="2042922" y="57912"/>
                  </a:moveTo>
                  <a:lnTo>
                    <a:pt x="1865376" y="57912"/>
                  </a:lnTo>
                  <a:lnTo>
                    <a:pt x="1865376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107950">
                  <a:moveTo>
                    <a:pt x="2042922" y="54864"/>
                  </a:moveTo>
                  <a:lnTo>
                    <a:pt x="1865376" y="54864"/>
                  </a:lnTo>
                  <a:lnTo>
                    <a:pt x="1865376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107950">
                  <a:moveTo>
                    <a:pt x="2042922" y="51816"/>
                  </a:moveTo>
                  <a:lnTo>
                    <a:pt x="1865376" y="51816"/>
                  </a:lnTo>
                  <a:lnTo>
                    <a:pt x="1865376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107950">
                  <a:moveTo>
                    <a:pt x="2042922" y="48768"/>
                  </a:moveTo>
                  <a:lnTo>
                    <a:pt x="1865376" y="48768"/>
                  </a:lnTo>
                  <a:lnTo>
                    <a:pt x="1865376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107950">
                  <a:moveTo>
                    <a:pt x="2042922" y="45720"/>
                  </a:moveTo>
                  <a:lnTo>
                    <a:pt x="1865376" y="45720"/>
                  </a:lnTo>
                  <a:lnTo>
                    <a:pt x="1865376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107950">
                  <a:moveTo>
                    <a:pt x="2042922" y="42672"/>
                  </a:moveTo>
                  <a:lnTo>
                    <a:pt x="1865376" y="42672"/>
                  </a:lnTo>
                  <a:lnTo>
                    <a:pt x="1865376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107950">
                  <a:moveTo>
                    <a:pt x="2042922" y="39624"/>
                  </a:moveTo>
                  <a:lnTo>
                    <a:pt x="1865376" y="39624"/>
                  </a:lnTo>
                  <a:lnTo>
                    <a:pt x="1865376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107950">
                  <a:moveTo>
                    <a:pt x="2042922" y="36576"/>
                  </a:moveTo>
                  <a:lnTo>
                    <a:pt x="1865376" y="36576"/>
                  </a:lnTo>
                  <a:lnTo>
                    <a:pt x="1865376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107950">
                  <a:moveTo>
                    <a:pt x="2042922" y="33528"/>
                  </a:moveTo>
                  <a:lnTo>
                    <a:pt x="1865376" y="33528"/>
                  </a:lnTo>
                  <a:lnTo>
                    <a:pt x="1865376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107950">
                  <a:moveTo>
                    <a:pt x="2042922" y="30480"/>
                  </a:moveTo>
                  <a:lnTo>
                    <a:pt x="1865376" y="30480"/>
                  </a:lnTo>
                  <a:lnTo>
                    <a:pt x="1865376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107950">
                  <a:moveTo>
                    <a:pt x="2042922" y="27432"/>
                  </a:moveTo>
                  <a:lnTo>
                    <a:pt x="1865376" y="27432"/>
                  </a:lnTo>
                  <a:lnTo>
                    <a:pt x="1865376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107950">
                  <a:moveTo>
                    <a:pt x="2042922" y="24384"/>
                  </a:moveTo>
                  <a:lnTo>
                    <a:pt x="1865376" y="24384"/>
                  </a:lnTo>
                  <a:lnTo>
                    <a:pt x="1865376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107950">
                  <a:moveTo>
                    <a:pt x="2042922" y="21336"/>
                  </a:moveTo>
                  <a:lnTo>
                    <a:pt x="1865376" y="21336"/>
                  </a:lnTo>
                  <a:lnTo>
                    <a:pt x="1865376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107950">
                  <a:moveTo>
                    <a:pt x="2042922" y="18288"/>
                  </a:moveTo>
                  <a:lnTo>
                    <a:pt x="1865376" y="18288"/>
                  </a:lnTo>
                  <a:lnTo>
                    <a:pt x="1865376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107950">
                  <a:moveTo>
                    <a:pt x="2042922" y="15240"/>
                  </a:moveTo>
                  <a:lnTo>
                    <a:pt x="1865376" y="15240"/>
                  </a:lnTo>
                  <a:lnTo>
                    <a:pt x="1865376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107950">
                  <a:moveTo>
                    <a:pt x="2042922" y="12192"/>
                  </a:moveTo>
                  <a:lnTo>
                    <a:pt x="1865376" y="12192"/>
                  </a:lnTo>
                  <a:lnTo>
                    <a:pt x="1865376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107950">
                  <a:moveTo>
                    <a:pt x="2042922" y="9144"/>
                  </a:moveTo>
                  <a:lnTo>
                    <a:pt x="1865376" y="9144"/>
                  </a:lnTo>
                  <a:lnTo>
                    <a:pt x="1865376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107950">
                  <a:moveTo>
                    <a:pt x="2042922" y="6096"/>
                  </a:moveTo>
                  <a:lnTo>
                    <a:pt x="1865376" y="6096"/>
                  </a:lnTo>
                  <a:lnTo>
                    <a:pt x="1865376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107950">
                  <a:moveTo>
                    <a:pt x="2042922" y="3048"/>
                  </a:moveTo>
                  <a:lnTo>
                    <a:pt x="1865376" y="3048"/>
                  </a:lnTo>
                  <a:lnTo>
                    <a:pt x="1865376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107950">
                  <a:moveTo>
                    <a:pt x="2042922" y="0"/>
                  </a:moveTo>
                  <a:lnTo>
                    <a:pt x="1865376" y="0"/>
                  </a:lnTo>
                  <a:lnTo>
                    <a:pt x="1865376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6781177" y="5756799"/>
              <a:ext cx="2043430" cy="107950"/>
            </a:xfrm>
            <a:custGeom>
              <a:avLst/>
              <a:gdLst/>
              <a:ahLst/>
              <a:cxnLst/>
              <a:rect l="l" t="t" r="r" b="b"/>
              <a:pathLst>
                <a:path w="2043429" h="107950">
                  <a:moveTo>
                    <a:pt x="135407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4074" y="107442"/>
                  </a:lnTo>
                  <a:lnTo>
                    <a:pt x="1354074" y="106680"/>
                  </a:lnTo>
                  <a:close/>
                </a:path>
                <a:path w="2043429" h="107950">
                  <a:moveTo>
                    <a:pt x="135407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4074" y="104394"/>
                  </a:lnTo>
                  <a:lnTo>
                    <a:pt x="1354074" y="103632"/>
                  </a:lnTo>
                  <a:close/>
                </a:path>
                <a:path w="2043429" h="107950">
                  <a:moveTo>
                    <a:pt x="135407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4074" y="101346"/>
                  </a:lnTo>
                  <a:lnTo>
                    <a:pt x="1354074" y="100584"/>
                  </a:lnTo>
                  <a:close/>
                </a:path>
                <a:path w="2043429" h="107950">
                  <a:moveTo>
                    <a:pt x="135407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4074" y="98298"/>
                  </a:lnTo>
                  <a:lnTo>
                    <a:pt x="1354074" y="97536"/>
                  </a:lnTo>
                  <a:close/>
                </a:path>
                <a:path w="2043429" h="107950">
                  <a:moveTo>
                    <a:pt x="135407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4074" y="95250"/>
                  </a:lnTo>
                  <a:lnTo>
                    <a:pt x="1354074" y="94488"/>
                  </a:lnTo>
                  <a:close/>
                </a:path>
                <a:path w="2043429" h="107950">
                  <a:moveTo>
                    <a:pt x="135407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4074" y="92202"/>
                  </a:lnTo>
                  <a:lnTo>
                    <a:pt x="1354074" y="91440"/>
                  </a:lnTo>
                  <a:close/>
                </a:path>
                <a:path w="2043429" h="107950">
                  <a:moveTo>
                    <a:pt x="135407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4074" y="89154"/>
                  </a:lnTo>
                  <a:lnTo>
                    <a:pt x="1354074" y="88392"/>
                  </a:lnTo>
                  <a:close/>
                </a:path>
                <a:path w="2043429" h="107950">
                  <a:moveTo>
                    <a:pt x="135407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4074" y="86106"/>
                  </a:lnTo>
                  <a:lnTo>
                    <a:pt x="1354074" y="85344"/>
                  </a:lnTo>
                  <a:close/>
                </a:path>
                <a:path w="2043429" h="107950">
                  <a:moveTo>
                    <a:pt x="135407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4074" y="83058"/>
                  </a:lnTo>
                  <a:lnTo>
                    <a:pt x="1354074" y="82296"/>
                  </a:lnTo>
                  <a:close/>
                </a:path>
                <a:path w="2043429" h="107950">
                  <a:moveTo>
                    <a:pt x="135407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4074" y="80010"/>
                  </a:lnTo>
                  <a:lnTo>
                    <a:pt x="1354074" y="79248"/>
                  </a:lnTo>
                  <a:close/>
                </a:path>
                <a:path w="2043429" h="107950">
                  <a:moveTo>
                    <a:pt x="135407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4074" y="76962"/>
                  </a:lnTo>
                  <a:lnTo>
                    <a:pt x="1354074" y="76200"/>
                  </a:lnTo>
                  <a:close/>
                </a:path>
                <a:path w="2043429" h="107950">
                  <a:moveTo>
                    <a:pt x="135407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4074" y="73914"/>
                  </a:lnTo>
                  <a:lnTo>
                    <a:pt x="1354074" y="73152"/>
                  </a:lnTo>
                  <a:close/>
                </a:path>
                <a:path w="2043429" h="107950">
                  <a:moveTo>
                    <a:pt x="135407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4074" y="70866"/>
                  </a:lnTo>
                  <a:lnTo>
                    <a:pt x="1354074" y="70104"/>
                  </a:lnTo>
                  <a:close/>
                </a:path>
                <a:path w="2043429" h="107950">
                  <a:moveTo>
                    <a:pt x="135407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4074" y="67818"/>
                  </a:lnTo>
                  <a:lnTo>
                    <a:pt x="1354074" y="67056"/>
                  </a:lnTo>
                  <a:close/>
                </a:path>
                <a:path w="2043429" h="107950">
                  <a:moveTo>
                    <a:pt x="135407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4074" y="64770"/>
                  </a:lnTo>
                  <a:lnTo>
                    <a:pt x="1354074" y="64008"/>
                  </a:lnTo>
                  <a:close/>
                </a:path>
                <a:path w="2043429" h="107950">
                  <a:moveTo>
                    <a:pt x="135407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4074" y="61722"/>
                  </a:lnTo>
                  <a:lnTo>
                    <a:pt x="1354074" y="60960"/>
                  </a:lnTo>
                  <a:close/>
                </a:path>
                <a:path w="2043429" h="107950">
                  <a:moveTo>
                    <a:pt x="135407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4074" y="58674"/>
                  </a:lnTo>
                  <a:lnTo>
                    <a:pt x="1354074" y="57912"/>
                  </a:lnTo>
                  <a:close/>
                </a:path>
                <a:path w="2043429" h="107950">
                  <a:moveTo>
                    <a:pt x="135407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4074" y="55626"/>
                  </a:lnTo>
                  <a:lnTo>
                    <a:pt x="1354074" y="54864"/>
                  </a:lnTo>
                  <a:close/>
                </a:path>
                <a:path w="2043429" h="107950">
                  <a:moveTo>
                    <a:pt x="135407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4074" y="52578"/>
                  </a:lnTo>
                  <a:lnTo>
                    <a:pt x="1354074" y="51816"/>
                  </a:lnTo>
                  <a:close/>
                </a:path>
                <a:path w="2043429" h="107950">
                  <a:moveTo>
                    <a:pt x="135407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4074" y="49530"/>
                  </a:lnTo>
                  <a:lnTo>
                    <a:pt x="1354074" y="48768"/>
                  </a:lnTo>
                  <a:close/>
                </a:path>
                <a:path w="2043429" h="107950">
                  <a:moveTo>
                    <a:pt x="135407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4074" y="46482"/>
                  </a:lnTo>
                  <a:lnTo>
                    <a:pt x="1354074" y="45720"/>
                  </a:lnTo>
                  <a:close/>
                </a:path>
                <a:path w="2043429" h="107950">
                  <a:moveTo>
                    <a:pt x="135407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4074" y="43434"/>
                  </a:lnTo>
                  <a:lnTo>
                    <a:pt x="1354074" y="42672"/>
                  </a:lnTo>
                  <a:close/>
                </a:path>
                <a:path w="2043429" h="107950">
                  <a:moveTo>
                    <a:pt x="135407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4074" y="40386"/>
                  </a:lnTo>
                  <a:lnTo>
                    <a:pt x="1354074" y="39624"/>
                  </a:lnTo>
                  <a:close/>
                </a:path>
                <a:path w="2043429" h="107950">
                  <a:moveTo>
                    <a:pt x="135407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4074" y="37338"/>
                  </a:lnTo>
                  <a:lnTo>
                    <a:pt x="1354074" y="36576"/>
                  </a:lnTo>
                  <a:close/>
                </a:path>
                <a:path w="2043429" h="107950">
                  <a:moveTo>
                    <a:pt x="135407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4074" y="34290"/>
                  </a:lnTo>
                  <a:lnTo>
                    <a:pt x="1354074" y="33528"/>
                  </a:lnTo>
                  <a:close/>
                </a:path>
                <a:path w="2043429" h="107950">
                  <a:moveTo>
                    <a:pt x="135407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4074" y="31242"/>
                  </a:lnTo>
                  <a:lnTo>
                    <a:pt x="1354074" y="30480"/>
                  </a:lnTo>
                  <a:close/>
                </a:path>
                <a:path w="2043429" h="107950">
                  <a:moveTo>
                    <a:pt x="135407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4074" y="28194"/>
                  </a:lnTo>
                  <a:lnTo>
                    <a:pt x="1354074" y="27432"/>
                  </a:lnTo>
                  <a:close/>
                </a:path>
                <a:path w="2043429" h="107950">
                  <a:moveTo>
                    <a:pt x="135407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4074" y="25146"/>
                  </a:lnTo>
                  <a:lnTo>
                    <a:pt x="1354074" y="24384"/>
                  </a:lnTo>
                  <a:close/>
                </a:path>
                <a:path w="2043429" h="107950">
                  <a:moveTo>
                    <a:pt x="135407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4074" y="22098"/>
                  </a:lnTo>
                  <a:lnTo>
                    <a:pt x="1354074" y="21336"/>
                  </a:lnTo>
                  <a:close/>
                </a:path>
                <a:path w="2043429" h="107950">
                  <a:moveTo>
                    <a:pt x="135407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4074" y="19050"/>
                  </a:lnTo>
                  <a:lnTo>
                    <a:pt x="1354074" y="18288"/>
                  </a:lnTo>
                  <a:close/>
                </a:path>
                <a:path w="2043429" h="107950">
                  <a:moveTo>
                    <a:pt x="135407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4074" y="16002"/>
                  </a:lnTo>
                  <a:lnTo>
                    <a:pt x="1354074" y="15240"/>
                  </a:lnTo>
                  <a:close/>
                </a:path>
                <a:path w="2043429" h="107950">
                  <a:moveTo>
                    <a:pt x="135407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4074" y="12954"/>
                  </a:lnTo>
                  <a:lnTo>
                    <a:pt x="1354074" y="12192"/>
                  </a:lnTo>
                  <a:close/>
                </a:path>
                <a:path w="2043429" h="107950">
                  <a:moveTo>
                    <a:pt x="135407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4074" y="9906"/>
                  </a:lnTo>
                  <a:lnTo>
                    <a:pt x="1354074" y="9144"/>
                  </a:lnTo>
                  <a:close/>
                </a:path>
                <a:path w="2043429" h="107950">
                  <a:moveTo>
                    <a:pt x="135407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4074" y="6858"/>
                  </a:lnTo>
                  <a:lnTo>
                    <a:pt x="1354074" y="6096"/>
                  </a:lnTo>
                  <a:close/>
                </a:path>
                <a:path w="2043429" h="107950">
                  <a:moveTo>
                    <a:pt x="135407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4074" y="3810"/>
                  </a:lnTo>
                  <a:lnTo>
                    <a:pt x="1354074" y="3048"/>
                  </a:lnTo>
                  <a:close/>
                </a:path>
                <a:path w="2043429" h="107950">
                  <a:moveTo>
                    <a:pt x="2042922" y="106680"/>
                  </a:moveTo>
                  <a:lnTo>
                    <a:pt x="1865376" y="106680"/>
                  </a:lnTo>
                  <a:lnTo>
                    <a:pt x="1865376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107950">
                  <a:moveTo>
                    <a:pt x="2042922" y="103632"/>
                  </a:moveTo>
                  <a:lnTo>
                    <a:pt x="1865376" y="103632"/>
                  </a:lnTo>
                  <a:lnTo>
                    <a:pt x="1865376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107950">
                  <a:moveTo>
                    <a:pt x="2042922" y="100584"/>
                  </a:moveTo>
                  <a:lnTo>
                    <a:pt x="1865376" y="100584"/>
                  </a:lnTo>
                  <a:lnTo>
                    <a:pt x="1865376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107950">
                  <a:moveTo>
                    <a:pt x="2042922" y="97536"/>
                  </a:moveTo>
                  <a:lnTo>
                    <a:pt x="1865376" y="97536"/>
                  </a:lnTo>
                  <a:lnTo>
                    <a:pt x="1865376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107950">
                  <a:moveTo>
                    <a:pt x="2042922" y="94488"/>
                  </a:moveTo>
                  <a:lnTo>
                    <a:pt x="1865376" y="94488"/>
                  </a:lnTo>
                  <a:lnTo>
                    <a:pt x="1865376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107950">
                  <a:moveTo>
                    <a:pt x="2042922" y="91440"/>
                  </a:moveTo>
                  <a:lnTo>
                    <a:pt x="1865376" y="91440"/>
                  </a:lnTo>
                  <a:lnTo>
                    <a:pt x="1865376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107950">
                  <a:moveTo>
                    <a:pt x="2042922" y="88392"/>
                  </a:moveTo>
                  <a:lnTo>
                    <a:pt x="1865376" y="88392"/>
                  </a:lnTo>
                  <a:lnTo>
                    <a:pt x="1865376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107950">
                  <a:moveTo>
                    <a:pt x="2042922" y="85344"/>
                  </a:moveTo>
                  <a:lnTo>
                    <a:pt x="1865376" y="85344"/>
                  </a:lnTo>
                  <a:lnTo>
                    <a:pt x="1865376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107950">
                  <a:moveTo>
                    <a:pt x="2042922" y="82296"/>
                  </a:moveTo>
                  <a:lnTo>
                    <a:pt x="1865376" y="82296"/>
                  </a:lnTo>
                  <a:lnTo>
                    <a:pt x="1865376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107950">
                  <a:moveTo>
                    <a:pt x="2042922" y="79248"/>
                  </a:moveTo>
                  <a:lnTo>
                    <a:pt x="1865376" y="79248"/>
                  </a:lnTo>
                  <a:lnTo>
                    <a:pt x="1865376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107950">
                  <a:moveTo>
                    <a:pt x="2042922" y="76200"/>
                  </a:moveTo>
                  <a:lnTo>
                    <a:pt x="1865376" y="76200"/>
                  </a:lnTo>
                  <a:lnTo>
                    <a:pt x="1865376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107950">
                  <a:moveTo>
                    <a:pt x="2042922" y="73152"/>
                  </a:moveTo>
                  <a:lnTo>
                    <a:pt x="1865376" y="73152"/>
                  </a:lnTo>
                  <a:lnTo>
                    <a:pt x="1865376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107950">
                  <a:moveTo>
                    <a:pt x="2042922" y="70104"/>
                  </a:moveTo>
                  <a:lnTo>
                    <a:pt x="1865376" y="70104"/>
                  </a:lnTo>
                  <a:lnTo>
                    <a:pt x="1865376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107950">
                  <a:moveTo>
                    <a:pt x="2042922" y="67056"/>
                  </a:moveTo>
                  <a:lnTo>
                    <a:pt x="1865376" y="67056"/>
                  </a:lnTo>
                  <a:lnTo>
                    <a:pt x="1865376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107950">
                  <a:moveTo>
                    <a:pt x="2042922" y="64008"/>
                  </a:moveTo>
                  <a:lnTo>
                    <a:pt x="1865376" y="64008"/>
                  </a:lnTo>
                  <a:lnTo>
                    <a:pt x="1865376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107950">
                  <a:moveTo>
                    <a:pt x="2042922" y="60960"/>
                  </a:moveTo>
                  <a:lnTo>
                    <a:pt x="1865376" y="60960"/>
                  </a:lnTo>
                  <a:lnTo>
                    <a:pt x="1865376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107950">
                  <a:moveTo>
                    <a:pt x="2042922" y="57912"/>
                  </a:moveTo>
                  <a:lnTo>
                    <a:pt x="1865376" y="57912"/>
                  </a:lnTo>
                  <a:lnTo>
                    <a:pt x="1865376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107950">
                  <a:moveTo>
                    <a:pt x="2042922" y="54864"/>
                  </a:moveTo>
                  <a:lnTo>
                    <a:pt x="1865376" y="54864"/>
                  </a:lnTo>
                  <a:lnTo>
                    <a:pt x="1865376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107950">
                  <a:moveTo>
                    <a:pt x="2042922" y="51816"/>
                  </a:moveTo>
                  <a:lnTo>
                    <a:pt x="1865376" y="51816"/>
                  </a:lnTo>
                  <a:lnTo>
                    <a:pt x="1865376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107950">
                  <a:moveTo>
                    <a:pt x="2042922" y="48768"/>
                  </a:moveTo>
                  <a:lnTo>
                    <a:pt x="1865376" y="48768"/>
                  </a:lnTo>
                  <a:lnTo>
                    <a:pt x="1865376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107950">
                  <a:moveTo>
                    <a:pt x="2042922" y="45720"/>
                  </a:moveTo>
                  <a:lnTo>
                    <a:pt x="1865376" y="45720"/>
                  </a:lnTo>
                  <a:lnTo>
                    <a:pt x="1865376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107950">
                  <a:moveTo>
                    <a:pt x="2042922" y="42672"/>
                  </a:moveTo>
                  <a:lnTo>
                    <a:pt x="1865376" y="42672"/>
                  </a:lnTo>
                  <a:lnTo>
                    <a:pt x="1865376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107950">
                  <a:moveTo>
                    <a:pt x="2042922" y="39624"/>
                  </a:moveTo>
                  <a:lnTo>
                    <a:pt x="1865376" y="39624"/>
                  </a:lnTo>
                  <a:lnTo>
                    <a:pt x="1865376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107950">
                  <a:moveTo>
                    <a:pt x="2042922" y="36576"/>
                  </a:moveTo>
                  <a:lnTo>
                    <a:pt x="1865376" y="36576"/>
                  </a:lnTo>
                  <a:lnTo>
                    <a:pt x="1865376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107950">
                  <a:moveTo>
                    <a:pt x="2042922" y="33528"/>
                  </a:moveTo>
                  <a:lnTo>
                    <a:pt x="1865376" y="33528"/>
                  </a:lnTo>
                  <a:lnTo>
                    <a:pt x="1865376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107950">
                  <a:moveTo>
                    <a:pt x="2042922" y="30480"/>
                  </a:moveTo>
                  <a:lnTo>
                    <a:pt x="1865376" y="30480"/>
                  </a:lnTo>
                  <a:lnTo>
                    <a:pt x="1865376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107950">
                  <a:moveTo>
                    <a:pt x="2042922" y="27432"/>
                  </a:moveTo>
                  <a:lnTo>
                    <a:pt x="1865376" y="27432"/>
                  </a:lnTo>
                  <a:lnTo>
                    <a:pt x="1865376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107950">
                  <a:moveTo>
                    <a:pt x="2042922" y="24384"/>
                  </a:moveTo>
                  <a:lnTo>
                    <a:pt x="1865376" y="24384"/>
                  </a:lnTo>
                  <a:lnTo>
                    <a:pt x="1865376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107950">
                  <a:moveTo>
                    <a:pt x="2042922" y="21336"/>
                  </a:moveTo>
                  <a:lnTo>
                    <a:pt x="1865376" y="21336"/>
                  </a:lnTo>
                  <a:lnTo>
                    <a:pt x="1865376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107950">
                  <a:moveTo>
                    <a:pt x="2042922" y="18288"/>
                  </a:moveTo>
                  <a:lnTo>
                    <a:pt x="1865376" y="18288"/>
                  </a:lnTo>
                  <a:lnTo>
                    <a:pt x="1865376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107950">
                  <a:moveTo>
                    <a:pt x="2042922" y="15240"/>
                  </a:moveTo>
                  <a:lnTo>
                    <a:pt x="1865376" y="15240"/>
                  </a:lnTo>
                  <a:lnTo>
                    <a:pt x="1865376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107950">
                  <a:moveTo>
                    <a:pt x="2042922" y="12192"/>
                  </a:moveTo>
                  <a:lnTo>
                    <a:pt x="1865376" y="12192"/>
                  </a:lnTo>
                  <a:lnTo>
                    <a:pt x="1865376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107950">
                  <a:moveTo>
                    <a:pt x="2042922" y="9144"/>
                  </a:moveTo>
                  <a:lnTo>
                    <a:pt x="1865376" y="9144"/>
                  </a:lnTo>
                  <a:lnTo>
                    <a:pt x="1865376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107950">
                  <a:moveTo>
                    <a:pt x="2042922" y="6096"/>
                  </a:moveTo>
                  <a:lnTo>
                    <a:pt x="1865376" y="6096"/>
                  </a:lnTo>
                  <a:lnTo>
                    <a:pt x="1865376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107950">
                  <a:moveTo>
                    <a:pt x="2042922" y="3048"/>
                  </a:moveTo>
                  <a:lnTo>
                    <a:pt x="1865376" y="3048"/>
                  </a:lnTo>
                  <a:lnTo>
                    <a:pt x="1865376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107950">
                  <a:moveTo>
                    <a:pt x="2042922" y="0"/>
                  </a:moveTo>
                  <a:lnTo>
                    <a:pt x="1865376" y="0"/>
                  </a:lnTo>
                  <a:lnTo>
                    <a:pt x="1865376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6781177" y="5863479"/>
              <a:ext cx="2043430" cy="107950"/>
            </a:xfrm>
            <a:custGeom>
              <a:avLst/>
              <a:gdLst/>
              <a:ahLst/>
              <a:cxnLst/>
              <a:rect l="l" t="t" r="r" b="b"/>
              <a:pathLst>
                <a:path w="2043429" h="107950">
                  <a:moveTo>
                    <a:pt x="135407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4074" y="107442"/>
                  </a:lnTo>
                  <a:lnTo>
                    <a:pt x="1354074" y="106680"/>
                  </a:lnTo>
                  <a:close/>
                </a:path>
                <a:path w="2043429" h="107950">
                  <a:moveTo>
                    <a:pt x="135407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4074" y="104394"/>
                  </a:lnTo>
                  <a:lnTo>
                    <a:pt x="1354074" y="103632"/>
                  </a:lnTo>
                  <a:close/>
                </a:path>
                <a:path w="2043429" h="107950">
                  <a:moveTo>
                    <a:pt x="135407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4074" y="101346"/>
                  </a:lnTo>
                  <a:lnTo>
                    <a:pt x="1354074" y="100584"/>
                  </a:lnTo>
                  <a:close/>
                </a:path>
                <a:path w="2043429" h="107950">
                  <a:moveTo>
                    <a:pt x="135407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4074" y="98298"/>
                  </a:lnTo>
                  <a:lnTo>
                    <a:pt x="1354074" y="97536"/>
                  </a:lnTo>
                  <a:close/>
                </a:path>
                <a:path w="2043429" h="107950">
                  <a:moveTo>
                    <a:pt x="135407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4074" y="95250"/>
                  </a:lnTo>
                  <a:lnTo>
                    <a:pt x="1354074" y="94488"/>
                  </a:lnTo>
                  <a:close/>
                </a:path>
                <a:path w="2043429" h="107950">
                  <a:moveTo>
                    <a:pt x="135407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4074" y="92202"/>
                  </a:lnTo>
                  <a:lnTo>
                    <a:pt x="1354074" y="91440"/>
                  </a:lnTo>
                  <a:close/>
                </a:path>
                <a:path w="2043429" h="107950">
                  <a:moveTo>
                    <a:pt x="135407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4074" y="89154"/>
                  </a:lnTo>
                  <a:lnTo>
                    <a:pt x="1354074" y="88392"/>
                  </a:lnTo>
                  <a:close/>
                </a:path>
                <a:path w="2043429" h="107950">
                  <a:moveTo>
                    <a:pt x="135407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4074" y="86106"/>
                  </a:lnTo>
                  <a:lnTo>
                    <a:pt x="1354074" y="85344"/>
                  </a:lnTo>
                  <a:close/>
                </a:path>
                <a:path w="2043429" h="107950">
                  <a:moveTo>
                    <a:pt x="135407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4074" y="83058"/>
                  </a:lnTo>
                  <a:lnTo>
                    <a:pt x="1354074" y="82296"/>
                  </a:lnTo>
                  <a:close/>
                </a:path>
                <a:path w="2043429" h="107950">
                  <a:moveTo>
                    <a:pt x="135407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4074" y="80010"/>
                  </a:lnTo>
                  <a:lnTo>
                    <a:pt x="1354074" y="79248"/>
                  </a:lnTo>
                  <a:close/>
                </a:path>
                <a:path w="2043429" h="107950">
                  <a:moveTo>
                    <a:pt x="135407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4074" y="76962"/>
                  </a:lnTo>
                  <a:lnTo>
                    <a:pt x="1354074" y="76200"/>
                  </a:lnTo>
                  <a:close/>
                </a:path>
                <a:path w="2043429" h="107950">
                  <a:moveTo>
                    <a:pt x="135407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4074" y="73914"/>
                  </a:lnTo>
                  <a:lnTo>
                    <a:pt x="1354074" y="73152"/>
                  </a:lnTo>
                  <a:close/>
                </a:path>
                <a:path w="2043429" h="107950">
                  <a:moveTo>
                    <a:pt x="135407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4074" y="70866"/>
                  </a:lnTo>
                  <a:lnTo>
                    <a:pt x="1354074" y="70104"/>
                  </a:lnTo>
                  <a:close/>
                </a:path>
                <a:path w="2043429" h="107950">
                  <a:moveTo>
                    <a:pt x="135407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4074" y="67818"/>
                  </a:lnTo>
                  <a:lnTo>
                    <a:pt x="1354074" y="67056"/>
                  </a:lnTo>
                  <a:close/>
                </a:path>
                <a:path w="2043429" h="107950">
                  <a:moveTo>
                    <a:pt x="135407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4074" y="64770"/>
                  </a:lnTo>
                  <a:lnTo>
                    <a:pt x="1354074" y="64008"/>
                  </a:lnTo>
                  <a:close/>
                </a:path>
                <a:path w="2043429" h="107950">
                  <a:moveTo>
                    <a:pt x="135407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4074" y="61722"/>
                  </a:lnTo>
                  <a:lnTo>
                    <a:pt x="1354074" y="60960"/>
                  </a:lnTo>
                  <a:close/>
                </a:path>
                <a:path w="2043429" h="107950">
                  <a:moveTo>
                    <a:pt x="135407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4074" y="58674"/>
                  </a:lnTo>
                  <a:lnTo>
                    <a:pt x="1354074" y="57912"/>
                  </a:lnTo>
                  <a:close/>
                </a:path>
                <a:path w="2043429" h="107950">
                  <a:moveTo>
                    <a:pt x="135407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4074" y="55626"/>
                  </a:lnTo>
                  <a:lnTo>
                    <a:pt x="1354074" y="54864"/>
                  </a:lnTo>
                  <a:close/>
                </a:path>
                <a:path w="2043429" h="107950">
                  <a:moveTo>
                    <a:pt x="135407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4074" y="52578"/>
                  </a:lnTo>
                  <a:lnTo>
                    <a:pt x="1354074" y="51816"/>
                  </a:lnTo>
                  <a:close/>
                </a:path>
                <a:path w="2043429" h="107950">
                  <a:moveTo>
                    <a:pt x="135407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4074" y="49530"/>
                  </a:lnTo>
                  <a:lnTo>
                    <a:pt x="1354074" y="48768"/>
                  </a:lnTo>
                  <a:close/>
                </a:path>
                <a:path w="2043429" h="107950">
                  <a:moveTo>
                    <a:pt x="135407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4074" y="46482"/>
                  </a:lnTo>
                  <a:lnTo>
                    <a:pt x="1354074" y="45720"/>
                  </a:lnTo>
                  <a:close/>
                </a:path>
                <a:path w="2043429" h="107950">
                  <a:moveTo>
                    <a:pt x="135407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4074" y="43434"/>
                  </a:lnTo>
                  <a:lnTo>
                    <a:pt x="1354074" y="42672"/>
                  </a:lnTo>
                  <a:close/>
                </a:path>
                <a:path w="2043429" h="107950">
                  <a:moveTo>
                    <a:pt x="135407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4074" y="40386"/>
                  </a:lnTo>
                  <a:lnTo>
                    <a:pt x="1354074" y="39624"/>
                  </a:lnTo>
                  <a:close/>
                </a:path>
                <a:path w="2043429" h="107950">
                  <a:moveTo>
                    <a:pt x="135407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4074" y="37338"/>
                  </a:lnTo>
                  <a:lnTo>
                    <a:pt x="1354074" y="36576"/>
                  </a:lnTo>
                  <a:close/>
                </a:path>
                <a:path w="2043429" h="107950">
                  <a:moveTo>
                    <a:pt x="135407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4074" y="34290"/>
                  </a:lnTo>
                  <a:lnTo>
                    <a:pt x="1354074" y="33528"/>
                  </a:lnTo>
                  <a:close/>
                </a:path>
                <a:path w="2043429" h="107950">
                  <a:moveTo>
                    <a:pt x="135407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4074" y="31242"/>
                  </a:lnTo>
                  <a:lnTo>
                    <a:pt x="1354074" y="30480"/>
                  </a:lnTo>
                  <a:close/>
                </a:path>
                <a:path w="2043429" h="107950">
                  <a:moveTo>
                    <a:pt x="135407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4074" y="28194"/>
                  </a:lnTo>
                  <a:lnTo>
                    <a:pt x="1354074" y="27432"/>
                  </a:lnTo>
                  <a:close/>
                </a:path>
                <a:path w="2043429" h="107950">
                  <a:moveTo>
                    <a:pt x="135407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4074" y="25146"/>
                  </a:lnTo>
                  <a:lnTo>
                    <a:pt x="1354074" y="24384"/>
                  </a:lnTo>
                  <a:close/>
                </a:path>
                <a:path w="2043429" h="107950">
                  <a:moveTo>
                    <a:pt x="135407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4074" y="22098"/>
                  </a:lnTo>
                  <a:lnTo>
                    <a:pt x="1354074" y="21336"/>
                  </a:lnTo>
                  <a:close/>
                </a:path>
                <a:path w="2043429" h="107950">
                  <a:moveTo>
                    <a:pt x="135407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4074" y="19050"/>
                  </a:lnTo>
                  <a:lnTo>
                    <a:pt x="1354074" y="18288"/>
                  </a:lnTo>
                  <a:close/>
                </a:path>
                <a:path w="2043429" h="107950">
                  <a:moveTo>
                    <a:pt x="135407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4074" y="16002"/>
                  </a:lnTo>
                  <a:lnTo>
                    <a:pt x="1354074" y="15240"/>
                  </a:lnTo>
                  <a:close/>
                </a:path>
                <a:path w="2043429" h="107950">
                  <a:moveTo>
                    <a:pt x="135407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4074" y="12954"/>
                  </a:lnTo>
                  <a:lnTo>
                    <a:pt x="1354074" y="12192"/>
                  </a:lnTo>
                  <a:close/>
                </a:path>
                <a:path w="2043429" h="107950">
                  <a:moveTo>
                    <a:pt x="135407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4074" y="9906"/>
                  </a:lnTo>
                  <a:lnTo>
                    <a:pt x="1354074" y="9144"/>
                  </a:lnTo>
                  <a:close/>
                </a:path>
                <a:path w="2043429" h="107950">
                  <a:moveTo>
                    <a:pt x="135407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4074" y="6858"/>
                  </a:lnTo>
                  <a:lnTo>
                    <a:pt x="1354074" y="6096"/>
                  </a:lnTo>
                  <a:close/>
                </a:path>
                <a:path w="2043429" h="107950">
                  <a:moveTo>
                    <a:pt x="135407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4074" y="3810"/>
                  </a:lnTo>
                  <a:lnTo>
                    <a:pt x="1354074" y="3048"/>
                  </a:lnTo>
                  <a:close/>
                </a:path>
                <a:path w="2043429" h="107950">
                  <a:moveTo>
                    <a:pt x="2042922" y="106680"/>
                  </a:moveTo>
                  <a:lnTo>
                    <a:pt x="1865376" y="106680"/>
                  </a:lnTo>
                  <a:lnTo>
                    <a:pt x="1865376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107950">
                  <a:moveTo>
                    <a:pt x="2042922" y="103632"/>
                  </a:moveTo>
                  <a:lnTo>
                    <a:pt x="1865376" y="103632"/>
                  </a:lnTo>
                  <a:lnTo>
                    <a:pt x="1865376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107950">
                  <a:moveTo>
                    <a:pt x="2042922" y="100584"/>
                  </a:moveTo>
                  <a:lnTo>
                    <a:pt x="1865376" y="100584"/>
                  </a:lnTo>
                  <a:lnTo>
                    <a:pt x="1865376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107950">
                  <a:moveTo>
                    <a:pt x="2042922" y="97536"/>
                  </a:moveTo>
                  <a:lnTo>
                    <a:pt x="1865376" y="97536"/>
                  </a:lnTo>
                  <a:lnTo>
                    <a:pt x="1865376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107950">
                  <a:moveTo>
                    <a:pt x="2042922" y="94488"/>
                  </a:moveTo>
                  <a:lnTo>
                    <a:pt x="1865376" y="94488"/>
                  </a:lnTo>
                  <a:lnTo>
                    <a:pt x="1865376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107950">
                  <a:moveTo>
                    <a:pt x="2042922" y="91440"/>
                  </a:moveTo>
                  <a:lnTo>
                    <a:pt x="1865376" y="91440"/>
                  </a:lnTo>
                  <a:lnTo>
                    <a:pt x="1865376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107950">
                  <a:moveTo>
                    <a:pt x="2042922" y="88392"/>
                  </a:moveTo>
                  <a:lnTo>
                    <a:pt x="1865376" y="88392"/>
                  </a:lnTo>
                  <a:lnTo>
                    <a:pt x="1865376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107950">
                  <a:moveTo>
                    <a:pt x="2042922" y="85344"/>
                  </a:moveTo>
                  <a:lnTo>
                    <a:pt x="1865376" y="85344"/>
                  </a:lnTo>
                  <a:lnTo>
                    <a:pt x="1865376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107950">
                  <a:moveTo>
                    <a:pt x="2042922" y="82296"/>
                  </a:moveTo>
                  <a:lnTo>
                    <a:pt x="1865376" y="82296"/>
                  </a:lnTo>
                  <a:lnTo>
                    <a:pt x="1865376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107950">
                  <a:moveTo>
                    <a:pt x="2042922" y="79248"/>
                  </a:moveTo>
                  <a:lnTo>
                    <a:pt x="1865376" y="79248"/>
                  </a:lnTo>
                  <a:lnTo>
                    <a:pt x="1865376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107950">
                  <a:moveTo>
                    <a:pt x="2042922" y="76200"/>
                  </a:moveTo>
                  <a:lnTo>
                    <a:pt x="1865376" y="76200"/>
                  </a:lnTo>
                  <a:lnTo>
                    <a:pt x="1865376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107950">
                  <a:moveTo>
                    <a:pt x="2042922" y="73152"/>
                  </a:moveTo>
                  <a:lnTo>
                    <a:pt x="1865376" y="73152"/>
                  </a:lnTo>
                  <a:lnTo>
                    <a:pt x="1865376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107950">
                  <a:moveTo>
                    <a:pt x="2042922" y="70104"/>
                  </a:moveTo>
                  <a:lnTo>
                    <a:pt x="1865376" y="70104"/>
                  </a:lnTo>
                  <a:lnTo>
                    <a:pt x="1865376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107950">
                  <a:moveTo>
                    <a:pt x="2042922" y="67056"/>
                  </a:moveTo>
                  <a:lnTo>
                    <a:pt x="1865376" y="67056"/>
                  </a:lnTo>
                  <a:lnTo>
                    <a:pt x="1865376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107950">
                  <a:moveTo>
                    <a:pt x="2042922" y="64008"/>
                  </a:moveTo>
                  <a:lnTo>
                    <a:pt x="1865376" y="64008"/>
                  </a:lnTo>
                  <a:lnTo>
                    <a:pt x="1865376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107950">
                  <a:moveTo>
                    <a:pt x="2042922" y="60960"/>
                  </a:moveTo>
                  <a:lnTo>
                    <a:pt x="1865376" y="60960"/>
                  </a:lnTo>
                  <a:lnTo>
                    <a:pt x="1865376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107950">
                  <a:moveTo>
                    <a:pt x="2042922" y="57912"/>
                  </a:moveTo>
                  <a:lnTo>
                    <a:pt x="1865376" y="57912"/>
                  </a:lnTo>
                  <a:lnTo>
                    <a:pt x="1865376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107950">
                  <a:moveTo>
                    <a:pt x="2042922" y="54864"/>
                  </a:moveTo>
                  <a:lnTo>
                    <a:pt x="1865376" y="54864"/>
                  </a:lnTo>
                  <a:lnTo>
                    <a:pt x="1865376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107950">
                  <a:moveTo>
                    <a:pt x="2042922" y="51816"/>
                  </a:moveTo>
                  <a:lnTo>
                    <a:pt x="1865376" y="51816"/>
                  </a:lnTo>
                  <a:lnTo>
                    <a:pt x="1865376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107950">
                  <a:moveTo>
                    <a:pt x="2042922" y="48768"/>
                  </a:moveTo>
                  <a:lnTo>
                    <a:pt x="1865376" y="48768"/>
                  </a:lnTo>
                  <a:lnTo>
                    <a:pt x="1865376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107950">
                  <a:moveTo>
                    <a:pt x="2042922" y="45720"/>
                  </a:moveTo>
                  <a:lnTo>
                    <a:pt x="1865376" y="45720"/>
                  </a:lnTo>
                  <a:lnTo>
                    <a:pt x="1865376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107950">
                  <a:moveTo>
                    <a:pt x="2042922" y="42672"/>
                  </a:moveTo>
                  <a:lnTo>
                    <a:pt x="1865376" y="42672"/>
                  </a:lnTo>
                  <a:lnTo>
                    <a:pt x="1865376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107950">
                  <a:moveTo>
                    <a:pt x="2042922" y="39624"/>
                  </a:moveTo>
                  <a:lnTo>
                    <a:pt x="1865376" y="39624"/>
                  </a:lnTo>
                  <a:lnTo>
                    <a:pt x="1865376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107950">
                  <a:moveTo>
                    <a:pt x="2042922" y="36576"/>
                  </a:moveTo>
                  <a:lnTo>
                    <a:pt x="1865376" y="36576"/>
                  </a:lnTo>
                  <a:lnTo>
                    <a:pt x="1865376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107950">
                  <a:moveTo>
                    <a:pt x="2042922" y="33528"/>
                  </a:moveTo>
                  <a:lnTo>
                    <a:pt x="1865376" y="33528"/>
                  </a:lnTo>
                  <a:lnTo>
                    <a:pt x="1865376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107950">
                  <a:moveTo>
                    <a:pt x="2042922" y="30480"/>
                  </a:moveTo>
                  <a:lnTo>
                    <a:pt x="1865376" y="30480"/>
                  </a:lnTo>
                  <a:lnTo>
                    <a:pt x="1865376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107950">
                  <a:moveTo>
                    <a:pt x="2042922" y="27432"/>
                  </a:moveTo>
                  <a:lnTo>
                    <a:pt x="1865376" y="27432"/>
                  </a:lnTo>
                  <a:lnTo>
                    <a:pt x="1865376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107950">
                  <a:moveTo>
                    <a:pt x="2042922" y="24384"/>
                  </a:moveTo>
                  <a:lnTo>
                    <a:pt x="1865376" y="24384"/>
                  </a:lnTo>
                  <a:lnTo>
                    <a:pt x="1865376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107950">
                  <a:moveTo>
                    <a:pt x="2042922" y="21336"/>
                  </a:moveTo>
                  <a:lnTo>
                    <a:pt x="1865376" y="21336"/>
                  </a:lnTo>
                  <a:lnTo>
                    <a:pt x="1865376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107950">
                  <a:moveTo>
                    <a:pt x="2042922" y="18288"/>
                  </a:moveTo>
                  <a:lnTo>
                    <a:pt x="1865376" y="18288"/>
                  </a:lnTo>
                  <a:lnTo>
                    <a:pt x="1865376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107950">
                  <a:moveTo>
                    <a:pt x="2042922" y="15240"/>
                  </a:moveTo>
                  <a:lnTo>
                    <a:pt x="1865376" y="15240"/>
                  </a:lnTo>
                  <a:lnTo>
                    <a:pt x="1865376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107950">
                  <a:moveTo>
                    <a:pt x="2042922" y="12192"/>
                  </a:moveTo>
                  <a:lnTo>
                    <a:pt x="1865376" y="12192"/>
                  </a:lnTo>
                  <a:lnTo>
                    <a:pt x="1865376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107950">
                  <a:moveTo>
                    <a:pt x="2042922" y="9144"/>
                  </a:moveTo>
                  <a:lnTo>
                    <a:pt x="1865376" y="9144"/>
                  </a:lnTo>
                  <a:lnTo>
                    <a:pt x="1865376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107950">
                  <a:moveTo>
                    <a:pt x="2042922" y="6096"/>
                  </a:moveTo>
                  <a:lnTo>
                    <a:pt x="1865376" y="6096"/>
                  </a:lnTo>
                  <a:lnTo>
                    <a:pt x="1865376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107950">
                  <a:moveTo>
                    <a:pt x="2042922" y="3048"/>
                  </a:moveTo>
                  <a:lnTo>
                    <a:pt x="1865376" y="3048"/>
                  </a:lnTo>
                  <a:lnTo>
                    <a:pt x="1865376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107950">
                  <a:moveTo>
                    <a:pt x="2042922" y="0"/>
                  </a:moveTo>
                  <a:lnTo>
                    <a:pt x="1865376" y="0"/>
                  </a:lnTo>
                  <a:lnTo>
                    <a:pt x="1865376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6781177" y="5970159"/>
              <a:ext cx="2043430" cy="107950"/>
            </a:xfrm>
            <a:custGeom>
              <a:avLst/>
              <a:gdLst/>
              <a:ahLst/>
              <a:cxnLst/>
              <a:rect l="l" t="t" r="r" b="b"/>
              <a:pathLst>
                <a:path w="2043429" h="107950">
                  <a:moveTo>
                    <a:pt x="135407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4074" y="107442"/>
                  </a:lnTo>
                  <a:lnTo>
                    <a:pt x="1354074" y="106680"/>
                  </a:lnTo>
                  <a:close/>
                </a:path>
                <a:path w="2043429" h="107950">
                  <a:moveTo>
                    <a:pt x="135407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4074" y="104394"/>
                  </a:lnTo>
                  <a:lnTo>
                    <a:pt x="1354074" y="103632"/>
                  </a:lnTo>
                  <a:close/>
                </a:path>
                <a:path w="2043429" h="107950">
                  <a:moveTo>
                    <a:pt x="135407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4074" y="101346"/>
                  </a:lnTo>
                  <a:lnTo>
                    <a:pt x="1354074" y="100584"/>
                  </a:lnTo>
                  <a:close/>
                </a:path>
                <a:path w="2043429" h="107950">
                  <a:moveTo>
                    <a:pt x="135407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4074" y="98298"/>
                  </a:lnTo>
                  <a:lnTo>
                    <a:pt x="1354074" y="97536"/>
                  </a:lnTo>
                  <a:close/>
                </a:path>
                <a:path w="2043429" h="107950">
                  <a:moveTo>
                    <a:pt x="135407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4074" y="95250"/>
                  </a:lnTo>
                  <a:lnTo>
                    <a:pt x="1354074" y="94488"/>
                  </a:lnTo>
                  <a:close/>
                </a:path>
                <a:path w="2043429" h="107950">
                  <a:moveTo>
                    <a:pt x="135407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4074" y="92202"/>
                  </a:lnTo>
                  <a:lnTo>
                    <a:pt x="1354074" y="91440"/>
                  </a:lnTo>
                  <a:close/>
                </a:path>
                <a:path w="2043429" h="107950">
                  <a:moveTo>
                    <a:pt x="135407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4074" y="89154"/>
                  </a:lnTo>
                  <a:lnTo>
                    <a:pt x="1354074" y="88392"/>
                  </a:lnTo>
                  <a:close/>
                </a:path>
                <a:path w="2043429" h="107950">
                  <a:moveTo>
                    <a:pt x="135407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4074" y="86106"/>
                  </a:lnTo>
                  <a:lnTo>
                    <a:pt x="1354074" y="85344"/>
                  </a:lnTo>
                  <a:close/>
                </a:path>
                <a:path w="2043429" h="107950">
                  <a:moveTo>
                    <a:pt x="135407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4074" y="83058"/>
                  </a:lnTo>
                  <a:lnTo>
                    <a:pt x="1354074" y="82296"/>
                  </a:lnTo>
                  <a:close/>
                </a:path>
                <a:path w="2043429" h="107950">
                  <a:moveTo>
                    <a:pt x="135407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4074" y="80010"/>
                  </a:lnTo>
                  <a:lnTo>
                    <a:pt x="1354074" y="79248"/>
                  </a:lnTo>
                  <a:close/>
                </a:path>
                <a:path w="2043429" h="107950">
                  <a:moveTo>
                    <a:pt x="135407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4074" y="76962"/>
                  </a:lnTo>
                  <a:lnTo>
                    <a:pt x="1354074" y="76200"/>
                  </a:lnTo>
                  <a:close/>
                </a:path>
                <a:path w="2043429" h="107950">
                  <a:moveTo>
                    <a:pt x="135407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4074" y="73914"/>
                  </a:lnTo>
                  <a:lnTo>
                    <a:pt x="1354074" y="73152"/>
                  </a:lnTo>
                  <a:close/>
                </a:path>
                <a:path w="2043429" h="107950">
                  <a:moveTo>
                    <a:pt x="135407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4074" y="70866"/>
                  </a:lnTo>
                  <a:lnTo>
                    <a:pt x="1354074" y="70104"/>
                  </a:lnTo>
                  <a:close/>
                </a:path>
                <a:path w="2043429" h="107950">
                  <a:moveTo>
                    <a:pt x="135407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4074" y="67818"/>
                  </a:lnTo>
                  <a:lnTo>
                    <a:pt x="1354074" y="67056"/>
                  </a:lnTo>
                  <a:close/>
                </a:path>
                <a:path w="2043429" h="107950">
                  <a:moveTo>
                    <a:pt x="135407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4074" y="64770"/>
                  </a:lnTo>
                  <a:lnTo>
                    <a:pt x="1354074" y="64008"/>
                  </a:lnTo>
                  <a:close/>
                </a:path>
                <a:path w="2043429" h="107950">
                  <a:moveTo>
                    <a:pt x="135407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4074" y="61722"/>
                  </a:lnTo>
                  <a:lnTo>
                    <a:pt x="1354074" y="60960"/>
                  </a:lnTo>
                  <a:close/>
                </a:path>
                <a:path w="2043429" h="107950">
                  <a:moveTo>
                    <a:pt x="135407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4074" y="58674"/>
                  </a:lnTo>
                  <a:lnTo>
                    <a:pt x="1354074" y="57912"/>
                  </a:lnTo>
                  <a:close/>
                </a:path>
                <a:path w="2043429" h="107950">
                  <a:moveTo>
                    <a:pt x="135407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4074" y="55626"/>
                  </a:lnTo>
                  <a:lnTo>
                    <a:pt x="1354074" y="54864"/>
                  </a:lnTo>
                  <a:close/>
                </a:path>
                <a:path w="2043429" h="107950">
                  <a:moveTo>
                    <a:pt x="135407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4074" y="52578"/>
                  </a:lnTo>
                  <a:lnTo>
                    <a:pt x="1354074" y="51816"/>
                  </a:lnTo>
                  <a:close/>
                </a:path>
                <a:path w="2043429" h="107950">
                  <a:moveTo>
                    <a:pt x="135407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4074" y="49530"/>
                  </a:lnTo>
                  <a:lnTo>
                    <a:pt x="1354074" y="48768"/>
                  </a:lnTo>
                  <a:close/>
                </a:path>
                <a:path w="2043429" h="107950">
                  <a:moveTo>
                    <a:pt x="135407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4074" y="46482"/>
                  </a:lnTo>
                  <a:lnTo>
                    <a:pt x="1354074" y="45720"/>
                  </a:lnTo>
                  <a:close/>
                </a:path>
                <a:path w="2043429" h="107950">
                  <a:moveTo>
                    <a:pt x="135407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4074" y="43434"/>
                  </a:lnTo>
                  <a:lnTo>
                    <a:pt x="1354074" y="42672"/>
                  </a:lnTo>
                  <a:close/>
                </a:path>
                <a:path w="2043429" h="107950">
                  <a:moveTo>
                    <a:pt x="135407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4074" y="40386"/>
                  </a:lnTo>
                  <a:lnTo>
                    <a:pt x="1354074" y="39624"/>
                  </a:lnTo>
                  <a:close/>
                </a:path>
                <a:path w="2043429" h="107950">
                  <a:moveTo>
                    <a:pt x="135407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4074" y="37338"/>
                  </a:lnTo>
                  <a:lnTo>
                    <a:pt x="1354074" y="36576"/>
                  </a:lnTo>
                  <a:close/>
                </a:path>
                <a:path w="2043429" h="107950">
                  <a:moveTo>
                    <a:pt x="135407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4074" y="34290"/>
                  </a:lnTo>
                  <a:lnTo>
                    <a:pt x="1354074" y="33528"/>
                  </a:lnTo>
                  <a:close/>
                </a:path>
                <a:path w="2043429" h="107950">
                  <a:moveTo>
                    <a:pt x="135407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4074" y="31242"/>
                  </a:lnTo>
                  <a:lnTo>
                    <a:pt x="1354074" y="30480"/>
                  </a:lnTo>
                  <a:close/>
                </a:path>
                <a:path w="2043429" h="107950">
                  <a:moveTo>
                    <a:pt x="135407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4074" y="28194"/>
                  </a:lnTo>
                  <a:lnTo>
                    <a:pt x="1354074" y="27432"/>
                  </a:lnTo>
                  <a:close/>
                </a:path>
                <a:path w="2043429" h="107950">
                  <a:moveTo>
                    <a:pt x="135407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4074" y="25146"/>
                  </a:lnTo>
                  <a:lnTo>
                    <a:pt x="1354074" y="24384"/>
                  </a:lnTo>
                  <a:close/>
                </a:path>
                <a:path w="2043429" h="107950">
                  <a:moveTo>
                    <a:pt x="135407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4074" y="22098"/>
                  </a:lnTo>
                  <a:lnTo>
                    <a:pt x="1354074" y="21336"/>
                  </a:lnTo>
                  <a:close/>
                </a:path>
                <a:path w="2043429" h="107950">
                  <a:moveTo>
                    <a:pt x="135407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4074" y="19050"/>
                  </a:lnTo>
                  <a:lnTo>
                    <a:pt x="1354074" y="18288"/>
                  </a:lnTo>
                  <a:close/>
                </a:path>
                <a:path w="2043429" h="107950">
                  <a:moveTo>
                    <a:pt x="135407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4074" y="16002"/>
                  </a:lnTo>
                  <a:lnTo>
                    <a:pt x="1354074" y="15240"/>
                  </a:lnTo>
                  <a:close/>
                </a:path>
                <a:path w="2043429" h="107950">
                  <a:moveTo>
                    <a:pt x="135407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4074" y="12954"/>
                  </a:lnTo>
                  <a:lnTo>
                    <a:pt x="1354074" y="12192"/>
                  </a:lnTo>
                  <a:close/>
                </a:path>
                <a:path w="2043429" h="107950">
                  <a:moveTo>
                    <a:pt x="135407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4074" y="9906"/>
                  </a:lnTo>
                  <a:lnTo>
                    <a:pt x="1354074" y="9144"/>
                  </a:lnTo>
                  <a:close/>
                </a:path>
                <a:path w="2043429" h="107950">
                  <a:moveTo>
                    <a:pt x="135407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4074" y="6858"/>
                  </a:lnTo>
                  <a:lnTo>
                    <a:pt x="1354074" y="6096"/>
                  </a:lnTo>
                  <a:close/>
                </a:path>
                <a:path w="2043429" h="107950">
                  <a:moveTo>
                    <a:pt x="135407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4074" y="3810"/>
                  </a:lnTo>
                  <a:lnTo>
                    <a:pt x="1354074" y="3048"/>
                  </a:lnTo>
                  <a:close/>
                </a:path>
                <a:path w="2043429" h="107950">
                  <a:moveTo>
                    <a:pt x="2042922" y="106680"/>
                  </a:moveTo>
                  <a:lnTo>
                    <a:pt x="1865376" y="106680"/>
                  </a:lnTo>
                  <a:lnTo>
                    <a:pt x="1865376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107950">
                  <a:moveTo>
                    <a:pt x="2042922" y="103632"/>
                  </a:moveTo>
                  <a:lnTo>
                    <a:pt x="1865376" y="103632"/>
                  </a:lnTo>
                  <a:lnTo>
                    <a:pt x="1865376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107950">
                  <a:moveTo>
                    <a:pt x="2042922" y="100584"/>
                  </a:moveTo>
                  <a:lnTo>
                    <a:pt x="1865376" y="100584"/>
                  </a:lnTo>
                  <a:lnTo>
                    <a:pt x="1865376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107950">
                  <a:moveTo>
                    <a:pt x="2042922" y="97536"/>
                  </a:moveTo>
                  <a:lnTo>
                    <a:pt x="1865376" y="97536"/>
                  </a:lnTo>
                  <a:lnTo>
                    <a:pt x="1865376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107950">
                  <a:moveTo>
                    <a:pt x="2042922" y="94488"/>
                  </a:moveTo>
                  <a:lnTo>
                    <a:pt x="1865376" y="94488"/>
                  </a:lnTo>
                  <a:lnTo>
                    <a:pt x="1865376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107950">
                  <a:moveTo>
                    <a:pt x="2042922" y="91440"/>
                  </a:moveTo>
                  <a:lnTo>
                    <a:pt x="1865376" y="91440"/>
                  </a:lnTo>
                  <a:lnTo>
                    <a:pt x="1865376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107950">
                  <a:moveTo>
                    <a:pt x="2042922" y="88392"/>
                  </a:moveTo>
                  <a:lnTo>
                    <a:pt x="1865376" y="88392"/>
                  </a:lnTo>
                  <a:lnTo>
                    <a:pt x="1865376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107950">
                  <a:moveTo>
                    <a:pt x="2042922" y="85344"/>
                  </a:moveTo>
                  <a:lnTo>
                    <a:pt x="1865376" y="85344"/>
                  </a:lnTo>
                  <a:lnTo>
                    <a:pt x="1865376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107950">
                  <a:moveTo>
                    <a:pt x="2042922" y="82296"/>
                  </a:moveTo>
                  <a:lnTo>
                    <a:pt x="1865376" y="82296"/>
                  </a:lnTo>
                  <a:lnTo>
                    <a:pt x="1865376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107950">
                  <a:moveTo>
                    <a:pt x="2042922" y="79248"/>
                  </a:moveTo>
                  <a:lnTo>
                    <a:pt x="1865376" y="79248"/>
                  </a:lnTo>
                  <a:lnTo>
                    <a:pt x="1865376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107950">
                  <a:moveTo>
                    <a:pt x="2042922" y="76200"/>
                  </a:moveTo>
                  <a:lnTo>
                    <a:pt x="1865376" y="76200"/>
                  </a:lnTo>
                  <a:lnTo>
                    <a:pt x="1865376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107950">
                  <a:moveTo>
                    <a:pt x="2042922" y="73152"/>
                  </a:moveTo>
                  <a:lnTo>
                    <a:pt x="1865376" y="73152"/>
                  </a:lnTo>
                  <a:lnTo>
                    <a:pt x="1865376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107950">
                  <a:moveTo>
                    <a:pt x="2042922" y="70104"/>
                  </a:moveTo>
                  <a:lnTo>
                    <a:pt x="1865376" y="70104"/>
                  </a:lnTo>
                  <a:lnTo>
                    <a:pt x="1865376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107950">
                  <a:moveTo>
                    <a:pt x="2042922" y="67056"/>
                  </a:moveTo>
                  <a:lnTo>
                    <a:pt x="1865376" y="67056"/>
                  </a:lnTo>
                  <a:lnTo>
                    <a:pt x="1865376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107950">
                  <a:moveTo>
                    <a:pt x="2042922" y="64008"/>
                  </a:moveTo>
                  <a:lnTo>
                    <a:pt x="1865376" y="64008"/>
                  </a:lnTo>
                  <a:lnTo>
                    <a:pt x="1865376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107950">
                  <a:moveTo>
                    <a:pt x="2042922" y="60960"/>
                  </a:moveTo>
                  <a:lnTo>
                    <a:pt x="1865376" y="60960"/>
                  </a:lnTo>
                  <a:lnTo>
                    <a:pt x="1865376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107950">
                  <a:moveTo>
                    <a:pt x="2042922" y="57912"/>
                  </a:moveTo>
                  <a:lnTo>
                    <a:pt x="1865376" y="57912"/>
                  </a:lnTo>
                  <a:lnTo>
                    <a:pt x="1865376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107950">
                  <a:moveTo>
                    <a:pt x="2042922" y="54864"/>
                  </a:moveTo>
                  <a:lnTo>
                    <a:pt x="1865376" y="54864"/>
                  </a:lnTo>
                  <a:lnTo>
                    <a:pt x="1865376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107950">
                  <a:moveTo>
                    <a:pt x="2042922" y="51816"/>
                  </a:moveTo>
                  <a:lnTo>
                    <a:pt x="1865376" y="51816"/>
                  </a:lnTo>
                  <a:lnTo>
                    <a:pt x="1865376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107950">
                  <a:moveTo>
                    <a:pt x="2042922" y="48768"/>
                  </a:moveTo>
                  <a:lnTo>
                    <a:pt x="1865376" y="48768"/>
                  </a:lnTo>
                  <a:lnTo>
                    <a:pt x="1865376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107950">
                  <a:moveTo>
                    <a:pt x="2042922" y="45720"/>
                  </a:moveTo>
                  <a:lnTo>
                    <a:pt x="1865376" y="45720"/>
                  </a:lnTo>
                  <a:lnTo>
                    <a:pt x="1865376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107950">
                  <a:moveTo>
                    <a:pt x="2042922" y="42672"/>
                  </a:moveTo>
                  <a:lnTo>
                    <a:pt x="1865376" y="42672"/>
                  </a:lnTo>
                  <a:lnTo>
                    <a:pt x="1865376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107950">
                  <a:moveTo>
                    <a:pt x="2042922" y="39624"/>
                  </a:moveTo>
                  <a:lnTo>
                    <a:pt x="1865376" y="39624"/>
                  </a:lnTo>
                  <a:lnTo>
                    <a:pt x="1865376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107950">
                  <a:moveTo>
                    <a:pt x="2042922" y="36576"/>
                  </a:moveTo>
                  <a:lnTo>
                    <a:pt x="1865376" y="36576"/>
                  </a:lnTo>
                  <a:lnTo>
                    <a:pt x="1865376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107950">
                  <a:moveTo>
                    <a:pt x="2042922" y="33528"/>
                  </a:moveTo>
                  <a:lnTo>
                    <a:pt x="1865376" y="33528"/>
                  </a:lnTo>
                  <a:lnTo>
                    <a:pt x="1865376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107950">
                  <a:moveTo>
                    <a:pt x="2042922" y="30480"/>
                  </a:moveTo>
                  <a:lnTo>
                    <a:pt x="1865376" y="30480"/>
                  </a:lnTo>
                  <a:lnTo>
                    <a:pt x="1865376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107950">
                  <a:moveTo>
                    <a:pt x="2042922" y="27432"/>
                  </a:moveTo>
                  <a:lnTo>
                    <a:pt x="1865376" y="27432"/>
                  </a:lnTo>
                  <a:lnTo>
                    <a:pt x="1865376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107950">
                  <a:moveTo>
                    <a:pt x="2042922" y="24384"/>
                  </a:moveTo>
                  <a:lnTo>
                    <a:pt x="1865376" y="24384"/>
                  </a:lnTo>
                  <a:lnTo>
                    <a:pt x="1865376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107950">
                  <a:moveTo>
                    <a:pt x="2042922" y="21336"/>
                  </a:moveTo>
                  <a:lnTo>
                    <a:pt x="1865376" y="21336"/>
                  </a:lnTo>
                  <a:lnTo>
                    <a:pt x="1865376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107950">
                  <a:moveTo>
                    <a:pt x="2042922" y="18288"/>
                  </a:moveTo>
                  <a:lnTo>
                    <a:pt x="1865376" y="18288"/>
                  </a:lnTo>
                  <a:lnTo>
                    <a:pt x="1865376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107950">
                  <a:moveTo>
                    <a:pt x="2042922" y="15240"/>
                  </a:moveTo>
                  <a:lnTo>
                    <a:pt x="1865376" y="15240"/>
                  </a:lnTo>
                  <a:lnTo>
                    <a:pt x="1865376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107950">
                  <a:moveTo>
                    <a:pt x="2042922" y="12192"/>
                  </a:moveTo>
                  <a:lnTo>
                    <a:pt x="1865376" y="12192"/>
                  </a:lnTo>
                  <a:lnTo>
                    <a:pt x="1865376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107950">
                  <a:moveTo>
                    <a:pt x="2042922" y="9144"/>
                  </a:moveTo>
                  <a:lnTo>
                    <a:pt x="1865376" y="9144"/>
                  </a:lnTo>
                  <a:lnTo>
                    <a:pt x="1865376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107950">
                  <a:moveTo>
                    <a:pt x="2042922" y="6096"/>
                  </a:moveTo>
                  <a:lnTo>
                    <a:pt x="1865376" y="6096"/>
                  </a:lnTo>
                  <a:lnTo>
                    <a:pt x="1865376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107950">
                  <a:moveTo>
                    <a:pt x="2042922" y="3048"/>
                  </a:moveTo>
                  <a:lnTo>
                    <a:pt x="1865376" y="3048"/>
                  </a:lnTo>
                  <a:lnTo>
                    <a:pt x="1865376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107950">
                  <a:moveTo>
                    <a:pt x="2042922" y="0"/>
                  </a:moveTo>
                  <a:lnTo>
                    <a:pt x="1865376" y="0"/>
                  </a:lnTo>
                  <a:lnTo>
                    <a:pt x="1865376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6781177" y="6076839"/>
              <a:ext cx="2043430" cy="144145"/>
            </a:xfrm>
            <a:custGeom>
              <a:avLst/>
              <a:gdLst/>
              <a:ahLst/>
              <a:cxnLst/>
              <a:rect l="l" t="t" r="r" b="b"/>
              <a:pathLst>
                <a:path w="2043429" h="144145">
                  <a:moveTo>
                    <a:pt x="135407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4074" y="22098"/>
                  </a:lnTo>
                  <a:lnTo>
                    <a:pt x="1354074" y="21336"/>
                  </a:lnTo>
                  <a:close/>
                </a:path>
                <a:path w="2043429" h="144145">
                  <a:moveTo>
                    <a:pt x="135407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4074" y="19050"/>
                  </a:lnTo>
                  <a:lnTo>
                    <a:pt x="1354074" y="18288"/>
                  </a:lnTo>
                  <a:close/>
                </a:path>
                <a:path w="2043429" h="144145">
                  <a:moveTo>
                    <a:pt x="135407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4074" y="16002"/>
                  </a:lnTo>
                  <a:lnTo>
                    <a:pt x="1354074" y="15240"/>
                  </a:lnTo>
                  <a:close/>
                </a:path>
                <a:path w="2043429" h="144145">
                  <a:moveTo>
                    <a:pt x="135407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4074" y="12954"/>
                  </a:lnTo>
                  <a:lnTo>
                    <a:pt x="1354074" y="12192"/>
                  </a:lnTo>
                  <a:close/>
                </a:path>
                <a:path w="2043429" h="144145">
                  <a:moveTo>
                    <a:pt x="135407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4074" y="9906"/>
                  </a:lnTo>
                  <a:lnTo>
                    <a:pt x="1354074" y="9144"/>
                  </a:lnTo>
                  <a:close/>
                </a:path>
                <a:path w="2043429" h="144145">
                  <a:moveTo>
                    <a:pt x="135407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4074" y="6858"/>
                  </a:lnTo>
                  <a:lnTo>
                    <a:pt x="1354074" y="6096"/>
                  </a:lnTo>
                  <a:close/>
                </a:path>
                <a:path w="2043429" h="144145">
                  <a:moveTo>
                    <a:pt x="135407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4074" y="3810"/>
                  </a:lnTo>
                  <a:lnTo>
                    <a:pt x="1354074" y="3048"/>
                  </a:lnTo>
                  <a:close/>
                </a:path>
                <a:path w="2043429" h="144145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144145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144145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144145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144145">
                  <a:moveTo>
                    <a:pt x="2042922" y="131064"/>
                  </a:moveTo>
                  <a:lnTo>
                    <a:pt x="0" y="131064"/>
                  </a:lnTo>
                  <a:lnTo>
                    <a:pt x="0" y="131813"/>
                  </a:lnTo>
                  <a:lnTo>
                    <a:pt x="2042922" y="131813"/>
                  </a:lnTo>
                  <a:lnTo>
                    <a:pt x="2042922" y="131064"/>
                  </a:lnTo>
                  <a:close/>
                </a:path>
                <a:path w="2043429" h="144145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144145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144145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144145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144145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144145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144145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144145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144145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144145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144145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144145">
                  <a:moveTo>
                    <a:pt x="2042922" y="94488"/>
                  </a:moveTo>
                  <a:lnTo>
                    <a:pt x="0" y="94488"/>
                  </a:lnTo>
                  <a:lnTo>
                    <a:pt x="0" y="95237"/>
                  </a:lnTo>
                  <a:lnTo>
                    <a:pt x="2042922" y="95237"/>
                  </a:lnTo>
                  <a:lnTo>
                    <a:pt x="2042922" y="94488"/>
                  </a:lnTo>
                  <a:close/>
                </a:path>
                <a:path w="2043429" h="144145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144145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144145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144145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144145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144145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144145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144145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144145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144145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144145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144145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144145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144145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144145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144145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144145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144145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144145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144145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144145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144145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144145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144145">
                  <a:moveTo>
                    <a:pt x="2042922" y="21336"/>
                  </a:moveTo>
                  <a:lnTo>
                    <a:pt x="1865376" y="21336"/>
                  </a:lnTo>
                  <a:lnTo>
                    <a:pt x="1865376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144145">
                  <a:moveTo>
                    <a:pt x="2042922" y="18288"/>
                  </a:moveTo>
                  <a:lnTo>
                    <a:pt x="1865376" y="18288"/>
                  </a:lnTo>
                  <a:lnTo>
                    <a:pt x="1865376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144145">
                  <a:moveTo>
                    <a:pt x="2042922" y="15240"/>
                  </a:moveTo>
                  <a:lnTo>
                    <a:pt x="1865376" y="15240"/>
                  </a:lnTo>
                  <a:lnTo>
                    <a:pt x="1865376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144145">
                  <a:moveTo>
                    <a:pt x="2042922" y="12192"/>
                  </a:moveTo>
                  <a:lnTo>
                    <a:pt x="1865376" y="12192"/>
                  </a:lnTo>
                  <a:lnTo>
                    <a:pt x="1865376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144145">
                  <a:moveTo>
                    <a:pt x="2042922" y="9144"/>
                  </a:moveTo>
                  <a:lnTo>
                    <a:pt x="1865376" y="9144"/>
                  </a:lnTo>
                  <a:lnTo>
                    <a:pt x="1865376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144145">
                  <a:moveTo>
                    <a:pt x="2042922" y="6096"/>
                  </a:moveTo>
                  <a:lnTo>
                    <a:pt x="1865376" y="6096"/>
                  </a:lnTo>
                  <a:lnTo>
                    <a:pt x="1865376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144145">
                  <a:moveTo>
                    <a:pt x="2042922" y="3048"/>
                  </a:moveTo>
                  <a:lnTo>
                    <a:pt x="1865376" y="3048"/>
                  </a:lnTo>
                  <a:lnTo>
                    <a:pt x="1865376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144145">
                  <a:moveTo>
                    <a:pt x="2042922" y="0"/>
                  </a:moveTo>
                  <a:lnTo>
                    <a:pt x="1865376" y="0"/>
                  </a:lnTo>
                  <a:lnTo>
                    <a:pt x="1865376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699393" y="3568335"/>
              <a:ext cx="1358265" cy="214629"/>
            </a:xfrm>
            <a:custGeom>
              <a:avLst/>
              <a:gdLst/>
              <a:ahLst/>
              <a:cxnLst/>
              <a:rect l="l" t="t" r="r" b="b"/>
              <a:pathLst>
                <a:path w="1358264" h="214629">
                  <a:moveTo>
                    <a:pt x="1357884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357884" y="214122"/>
                  </a:lnTo>
                  <a:lnTo>
                    <a:pt x="1357884" y="213360"/>
                  </a:lnTo>
                  <a:close/>
                </a:path>
                <a:path w="1358264" h="214629">
                  <a:moveTo>
                    <a:pt x="1357884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357884" y="211074"/>
                  </a:lnTo>
                  <a:lnTo>
                    <a:pt x="1357884" y="210312"/>
                  </a:lnTo>
                  <a:close/>
                </a:path>
                <a:path w="1358264" h="214629">
                  <a:moveTo>
                    <a:pt x="1357884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357884" y="208026"/>
                  </a:lnTo>
                  <a:lnTo>
                    <a:pt x="1357884" y="207264"/>
                  </a:lnTo>
                  <a:close/>
                </a:path>
                <a:path w="1358264" h="214629">
                  <a:moveTo>
                    <a:pt x="1357884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357884" y="204978"/>
                  </a:lnTo>
                  <a:lnTo>
                    <a:pt x="1357884" y="204216"/>
                  </a:lnTo>
                  <a:close/>
                </a:path>
                <a:path w="1358264" h="214629">
                  <a:moveTo>
                    <a:pt x="1357884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357884" y="201930"/>
                  </a:lnTo>
                  <a:lnTo>
                    <a:pt x="1357884" y="201168"/>
                  </a:lnTo>
                  <a:close/>
                </a:path>
                <a:path w="1358264" h="214629">
                  <a:moveTo>
                    <a:pt x="1357884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357884" y="198882"/>
                  </a:lnTo>
                  <a:lnTo>
                    <a:pt x="1357884" y="198120"/>
                  </a:lnTo>
                  <a:close/>
                </a:path>
                <a:path w="1358264" h="214629">
                  <a:moveTo>
                    <a:pt x="1357884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357884" y="195834"/>
                  </a:lnTo>
                  <a:lnTo>
                    <a:pt x="1357884" y="195072"/>
                  </a:lnTo>
                  <a:close/>
                </a:path>
                <a:path w="1358264" h="214629">
                  <a:moveTo>
                    <a:pt x="1357884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357884" y="192786"/>
                  </a:lnTo>
                  <a:lnTo>
                    <a:pt x="1357884" y="192024"/>
                  </a:lnTo>
                  <a:close/>
                </a:path>
                <a:path w="1358264" h="214629">
                  <a:moveTo>
                    <a:pt x="1357884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357884" y="189738"/>
                  </a:lnTo>
                  <a:lnTo>
                    <a:pt x="1357884" y="188976"/>
                  </a:lnTo>
                  <a:close/>
                </a:path>
                <a:path w="1358264" h="214629">
                  <a:moveTo>
                    <a:pt x="1357884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357884" y="186690"/>
                  </a:lnTo>
                  <a:lnTo>
                    <a:pt x="1357884" y="185928"/>
                  </a:lnTo>
                  <a:close/>
                </a:path>
                <a:path w="1358264" h="214629">
                  <a:moveTo>
                    <a:pt x="1357884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357884" y="183642"/>
                  </a:lnTo>
                  <a:lnTo>
                    <a:pt x="1357884" y="182880"/>
                  </a:lnTo>
                  <a:close/>
                </a:path>
                <a:path w="1358264" h="214629">
                  <a:moveTo>
                    <a:pt x="1357884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357884" y="180594"/>
                  </a:lnTo>
                  <a:lnTo>
                    <a:pt x="1357884" y="179832"/>
                  </a:lnTo>
                  <a:close/>
                </a:path>
                <a:path w="1358264" h="214629">
                  <a:moveTo>
                    <a:pt x="1357884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357884" y="177546"/>
                  </a:lnTo>
                  <a:lnTo>
                    <a:pt x="1357884" y="176784"/>
                  </a:lnTo>
                  <a:close/>
                </a:path>
                <a:path w="1358264" h="214629">
                  <a:moveTo>
                    <a:pt x="1357884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357884" y="174498"/>
                  </a:lnTo>
                  <a:lnTo>
                    <a:pt x="1357884" y="173736"/>
                  </a:lnTo>
                  <a:close/>
                </a:path>
                <a:path w="1358264" h="214629">
                  <a:moveTo>
                    <a:pt x="1357884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357884" y="171450"/>
                  </a:lnTo>
                  <a:lnTo>
                    <a:pt x="1357884" y="170688"/>
                  </a:lnTo>
                  <a:close/>
                </a:path>
                <a:path w="1358264" h="214629">
                  <a:moveTo>
                    <a:pt x="1357884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357884" y="168402"/>
                  </a:lnTo>
                  <a:lnTo>
                    <a:pt x="1357884" y="167640"/>
                  </a:lnTo>
                  <a:close/>
                </a:path>
                <a:path w="1358264" h="214629">
                  <a:moveTo>
                    <a:pt x="1357884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357884" y="165354"/>
                  </a:lnTo>
                  <a:lnTo>
                    <a:pt x="1357884" y="164592"/>
                  </a:lnTo>
                  <a:close/>
                </a:path>
                <a:path w="1358264" h="214629">
                  <a:moveTo>
                    <a:pt x="1357884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357884" y="162306"/>
                  </a:lnTo>
                  <a:lnTo>
                    <a:pt x="1357884" y="161544"/>
                  </a:lnTo>
                  <a:close/>
                </a:path>
                <a:path w="1358264" h="214629">
                  <a:moveTo>
                    <a:pt x="1357884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357884" y="159258"/>
                  </a:lnTo>
                  <a:lnTo>
                    <a:pt x="1357884" y="158496"/>
                  </a:lnTo>
                  <a:close/>
                </a:path>
                <a:path w="1358264" h="214629">
                  <a:moveTo>
                    <a:pt x="1357884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357884" y="156210"/>
                  </a:lnTo>
                  <a:lnTo>
                    <a:pt x="1357884" y="155448"/>
                  </a:lnTo>
                  <a:close/>
                </a:path>
                <a:path w="1358264" h="214629">
                  <a:moveTo>
                    <a:pt x="1357884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357884" y="153162"/>
                  </a:lnTo>
                  <a:lnTo>
                    <a:pt x="1357884" y="152400"/>
                  </a:lnTo>
                  <a:close/>
                </a:path>
                <a:path w="1358264" h="214629">
                  <a:moveTo>
                    <a:pt x="1357884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357884" y="150114"/>
                  </a:lnTo>
                  <a:lnTo>
                    <a:pt x="1357884" y="149352"/>
                  </a:lnTo>
                  <a:close/>
                </a:path>
                <a:path w="1358264" h="214629">
                  <a:moveTo>
                    <a:pt x="1357884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357884" y="147066"/>
                  </a:lnTo>
                  <a:lnTo>
                    <a:pt x="1357884" y="146304"/>
                  </a:lnTo>
                  <a:close/>
                </a:path>
                <a:path w="1358264" h="214629">
                  <a:moveTo>
                    <a:pt x="1357884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357884" y="144018"/>
                  </a:lnTo>
                  <a:lnTo>
                    <a:pt x="1357884" y="143256"/>
                  </a:lnTo>
                  <a:close/>
                </a:path>
                <a:path w="1358264" h="214629">
                  <a:moveTo>
                    <a:pt x="1357884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357884" y="140970"/>
                  </a:lnTo>
                  <a:lnTo>
                    <a:pt x="1357884" y="140208"/>
                  </a:lnTo>
                  <a:close/>
                </a:path>
                <a:path w="1358264" h="214629">
                  <a:moveTo>
                    <a:pt x="1357884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357884" y="137922"/>
                  </a:lnTo>
                  <a:lnTo>
                    <a:pt x="1357884" y="137160"/>
                  </a:lnTo>
                  <a:close/>
                </a:path>
                <a:path w="1358264" h="214629">
                  <a:moveTo>
                    <a:pt x="1357884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357884" y="134874"/>
                  </a:lnTo>
                  <a:lnTo>
                    <a:pt x="1357884" y="134112"/>
                  </a:lnTo>
                  <a:close/>
                </a:path>
                <a:path w="1358264" h="214629">
                  <a:moveTo>
                    <a:pt x="1357884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357884" y="131826"/>
                  </a:lnTo>
                  <a:lnTo>
                    <a:pt x="1357884" y="131064"/>
                  </a:lnTo>
                  <a:close/>
                </a:path>
                <a:path w="1358264" h="214629">
                  <a:moveTo>
                    <a:pt x="1357884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357884" y="128778"/>
                  </a:lnTo>
                  <a:lnTo>
                    <a:pt x="1357884" y="128016"/>
                  </a:lnTo>
                  <a:close/>
                </a:path>
                <a:path w="1358264" h="214629">
                  <a:moveTo>
                    <a:pt x="1357884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357884" y="125730"/>
                  </a:lnTo>
                  <a:lnTo>
                    <a:pt x="1357884" y="124968"/>
                  </a:lnTo>
                  <a:close/>
                </a:path>
                <a:path w="1358264" h="214629">
                  <a:moveTo>
                    <a:pt x="1357884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357884" y="122682"/>
                  </a:lnTo>
                  <a:lnTo>
                    <a:pt x="1357884" y="121920"/>
                  </a:lnTo>
                  <a:close/>
                </a:path>
                <a:path w="1358264" h="214629">
                  <a:moveTo>
                    <a:pt x="1357884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357884" y="119634"/>
                  </a:lnTo>
                  <a:lnTo>
                    <a:pt x="1357884" y="118872"/>
                  </a:lnTo>
                  <a:close/>
                </a:path>
                <a:path w="1358264" h="214629">
                  <a:moveTo>
                    <a:pt x="1357884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357884" y="116586"/>
                  </a:lnTo>
                  <a:lnTo>
                    <a:pt x="1357884" y="115824"/>
                  </a:lnTo>
                  <a:close/>
                </a:path>
                <a:path w="1358264" h="214629">
                  <a:moveTo>
                    <a:pt x="1357884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357884" y="113538"/>
                  </a:lnTo>
                  <a:lnTo>
                    <a:pt x="1357884" y="112776"/>
                  </a:lnTo>
                  <a:close/>
                </a:path>
                <a:path w="1358264" h="214629">
                  <a:moveTo>
                    <a:pt x="1357884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357884" y="110490"/>
                  </a:lnTo>
                  <a:lnTo>
                    <a:pt x="1357884" y="109728"/>
                  </a:lnTo>
                  <a:close/>
                </a:path>
                <a:path w="1358264" h="214629">
                  <a:moveTo>
                    <a:pt x="135788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7884" y="107442"/>
                  </a:lnTo>
                  <a:lnTo>
                    <a:pt x="1357884" y="106680"/>
                  </a:lnTo>
                  <a:close/>
                </a:path>
                <a:path w="1358264" h="214629">
                  <a:moveTo>
                    <a:pt x="135788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7884" y="104394"/>
                  </a:lnTo>
                  <a:lnTo>
                    <a:pt x="1357884" y="103632"/>
                  </a:lnTo>
                  <a:close/>
                </a:path>
                <a:path w="1358264" h="214629">
                  <a:moveTo>
                    <a:pt x="135788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7884" y="101346"/>
                  </a:lnTo>
                  <a:lnTo>
                    <a:pt x="1357884" y="100584"/>
                  </a:lnTo>
                  <a:close/>
                </a:path>
                <a:path w="1358264" h="214629">
                  <a:moveTo>
                    <a:pt x="135788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7884" y="98298"/>
                  </a:lnTo>
                  <a:lnTo>
                    <a:pt x="1357884" y="97536"/>
                  </a:lnTo>
                  <a:close/>
                </a:path>
                <a:path w="1358264" h="214629">
                  <a:moveTo>
                    <a:pt x="135788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7884" y="95250"/>
                  </a:lnTo>
                  <a:lnTo>
                    <a:pt x="1357884" y="94488"/>
                  </a:lnTo>
                  <a:close/>
                </a:path>
                <a:path w="1358264" h="214629">
                  <a:moveTo>
                    <a:pt x="135788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7884" y="92202"/>
                  </a:lnTo>
                  <a:lnTo>
                    <a:pt x="1357884" y="91440"/>
                  </a:lnTo>
                  <a:close/>
                </a:path>
                <a:path w="1358264" h="214629">
                  <a:moveTo>
                    <a:pt x="135788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7884" y="89154"/>
                  </a:lnTo>
                  <a:lnTo>
                    <a:pt x="1357884" y="88392"/>
                  </a:lnTo>
                  <a:close/>
                </a:path>
                <a:path w="1358264" h="214629">
                  <a:moveTo>
                    <a:pt x="135788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7884" y="86106"/>
                  </a:lnTo>
                  <a:lnTo>
                    <a:pt x="1357884" y="85344"/>
                  </a:lnTo>
                  <a:close/>
                </a:path>
                <a:path w="1358264" h="214629">
                  <a:moveTo>
                    <a:pt x="135788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7884" y="83058"/>
                  </a:lnTo>
                  <a:lnTo>
                    <a:pt x="1357884" y="82296"/>
                  </a:lnTo>
                  <a:close/>
                </a:path>
                <a:path w="1358264" h="214629">
                  <a:moveTo>
                    <a:pt x="135788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7884" y="80010"/>
                  </a:lnTo>
                  <a:lnTo>
                    <a:pt x="1357884" y="79248"/>
                  </a:lnTo>
                  <a:close/>
                </a:path>
                <a:path w="1358264" h="214629">
                  <a:moveTo>
                    <a:pt x="135788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7884" y="76962"/>
                  </a:lnTo>
                  <a:lnTo>
                    <a:pt x="1357884" y="76200"/>
                  </a:lnTo>
                  <a:close/>
                </a:path>
                <a:path w="1358264" h="214629">
                  <a:moveTo>
                    <a:pt x="135788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7884" y="73914"/>
                  </a:lnTo>
                  <a:lnTo>
                    <a:pt x="1357884" y="73152"/>
                  </a:lnTo>
                  <a:close/>
                </a:path>
                <a:path w="1358264" h="214629">
                  <a:moveTo>
                    <a:pt x="135788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7884" y="70866"/>
                  </a:lnTo>
                  <a:lnTo>
                    <a:pt x="1357884" y="70104"/>
                  </a:lnTo>
                  <a:close/>
                </a:path>
                <a:path w="1358264" h="214629">
                  <a:moveTo>
                    <a:pt x="135788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7884" y="67818"/>
                  </a:lnTo>
                  <a:lnTo>
                    <a:pt x="1357884" y="67056"/>
                  </a:lnTo>
                  <a:close/>
                </a:path>
                <a:path w="1358264" h="214629">
                  <a:moveTo>
                    <a:pt x="135788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7884" y="64770"/>
                  </a:lnTo>
                  <a:lnTo>
                    <a:pt x="1357884" y="64008"/>
                  </a:lnTo>
                  <a:close/>
                </a:path>
                <a:path w="1358264" h="214629">
                  <a:moveTo>
                    <a:pt x="135788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7884" y="61722"/>
                  </a:lnTo>
                  <a:lnTo>
                    <a:pt x="1357884" y="60960"/>
                  </a:lnTo>
                  <a:close/>
                </a:path>
                <a:path w="1358264" h="214629">
                  <a:moveTo>
                    <a:pt x="135788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7884" y="58674"/>
                  </a:lnTo>
                  <a:lnTo>
                    <a:pt x="1357884" y="57912"/>
                  </a:lnTo>
                  <a:close/>
                </a:path>
                <a:path w="1358264" h="214629">
                  <a:moveTo>
                    <a:pt x="135788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7884" y="55626"/>
                  </a:lnTo>
                  <a:lnTo>
                    <a:pt x="1357884" y="54864"/>
                  </a:lnTo>
                  <a:close/>
                </a:path>
                <a:path w="1358264" h="214629">
                  <a:moveTo>
                    <a:pt x="135788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7884" y="52578"/>
                  </a:lnTo>
                  <a:lnTo>
                    <a:pt x="1357884" y="51816"/>
                  </a:lnTo>
                  <a:close/>
                </a:path>
                <a:path w="1358264" h="214629">
                  <a:moveTo>
                    <a:pt x="135788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7884" y="49530"/>
                  </a:lnTo>
                  <a:lnTo>
                    <a:pt x="1357884" y="48768"/>
                  </a:lnTo>
                  <a:close/>
                </a:path>
                <a:path w="1358264" h="214629">
                  <a:moveTo>
                    <a:pt x="135788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7884" y="46482"/>
                  </a:lnTo>
                  <a:lnTo>
                    <a:pt x="1357884" y="45720"/>
                  </a:lnTo>
                  <a:close/>
                </a:path>
                <a:path w="1358264" h="214629">
                  <a:moveTo>
                    <a:pt x="135788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7884" y="43434"/>
                  </a:lnTo>
                  <a:lnTo>
                    <a:pt x="1357884" y="42672"/>
                  </a:lnTo>
                  <a:close/>
                </a:path>
                <a:path w="1358264" h="214629">
                  <a:moveTo>
                    <a:pt x="135788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7884" y="40386"/>
                  </a:lnTo>
                  <a:lnTo>
                    <a:pt x="1357884" y="39624"/>
                  </a:lnTo>
                  <a:close/>
                </a:path>
                <a:path w="1358264" h="214629">
                  <a:moveTo>
                    <a:pt x="135788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7884" y="37338"/>
                  </a:lnTo>
                  <a:lnTo>
                    <a:pt x="1357884" y="36576"/>
                  </a:lnTo>
                  <a:close/>
                </a:path>
                <a:path w="1358264" h="214629">
                  <a:moveTo>
                    <a:pt x="135788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7884" y="34290"/>
                  </a:lnTo>
                  <a:lnTo>
                    <a:pt x="1357884" y="33528"/>
                  </a:lnTo>
                  <a:close/>
                </a:path>
                <a:path w="1358264" h="214629">
                  <a:moveTo>
                    <a:pt x="135788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7884" y="31242"/>
                  </a:lnTo>
                  <a:lnTo>
                    <a:pt x="1357884" y="30480"/>
                  </a:lnTo>
                  <a:close/>
                </a:path>
                <a:path w="1358264" h="214629">
                  <a:moveTo>
                    <a:pt x="135788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7884" y="28194"/>
                  </a:lnTo>
                  <a:lnTo>
                    <a:pt x="1357884" y="27432"/>
                  </a:lnTo>
                  <a:close/>
                </a:path>
                <a:path w="1358264" h="214629">
                  <a:moveTo>
                    <a:pt x="135788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7884" y="25146"/>
                  </a:lnTo>
                  <a:lnTo>
                    <a:pt x="1357884" y="24384"/>
                  </a:lnTo>
                  <a:close/>
                </a:path>
                <a:path w="1358264" h="214629">
                  <a:moveTo>
                    <a:pt x="135788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7884" y="22098"/>
                  </a:lnTo>
                  <a:lnTo>
                    <a:pt x="1357884" y="21336"/>
                  </a:lnTo>
                  <a:close/>
                </a:path>
                <a:path w="1358264" h="214629">
                  <a:moveTo>
                    <a:pt x="135788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7884" y="19050"/>
                  </a:lnTo>
                  <a:lnTo>
                    <a:pt x="1357884" y="18288"/>
                  </a:lnTo>
                  <a:close/>
                </a:path>
                <a:path w="1358264" h="214629">
                  <a:moveTo>
                    <a:pt x="135788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7884" y="16002"/>
                  </a:lnTo>
                  <a:lnTo>
                    <a:pt x="1357884" y="15240"/>
                  </a:lnTo>
                  <a:close/>
                </a:path>
                <a:path w="1358264" h="214629">
                  <a:moveTo>
                    <a:pt x="135788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7884" y="12954"/>
                  </a:lnTo>
                  <a:lnTo>
                    <a:pt x="1357884" y="12192"/>
                  </a:lnTo>
                  <a:close/>
                </a:path>
                <a:path w="1358264" h="214629">
                  <a:moveTo>
                    <a:pt x="135788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7884" y="9906"/>
                  </a:lnTo>
                  <a:lnTo>
                    <a:pt x="1357884" y="9144"/>
                  </a:lnTo>
                  <a:close/>
                </a:path>
                <a:path w="1358264" h="214629">
                  <a:moveTo>
                    <a:pt x="135788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7884" y="6858"/>
                  </a:lnTo>
                  <a:lnTo>
                    <a:pt x="1357884" y="6096"/>
                  </a:lnTo>
                  <a:close/>
                </a:path>
                <a:path w="1358264" h="214629">
                  <a:moveTo>
                    <a:pt x="135788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7884" y="3810"/>
                  </a:lnTo>
                  <a:lnTo>
                    <a:pt x="1357884" y="3048"/>
                  </a:lnTo>
                  <a:close/>
                </a:path>
                <a:path w="1358264" h="214629">
                  <a:moveTo>
                    <a:pt x="1357884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357884" y="762"/>
                  </a:lnTo>
                  <a:lnTo>
                    <a:pt x="135788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699393" y="3781695"/>
              <a:ext cx="1358265" cy="214629"/>
            </a:xfrm>
            <a:custGeom>
              <a:avLst/>
              <a:gdLst/>
              <a:ahLst/>
              <a:cxnLst/>
              <a:rect l="l" t="t" r="r" b="b"/>
              <a:pathLst>
                <a:path w="1358264" h="214629">
                  <a:moveTo>
                    <a:pt x="1357884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357884" y="214122"/>
                  </a:lnTo>
                  <a:lnTo>
                    <a:pt x="1357884" y="213360"/>
                  </a:lnTo>
                  <a:close/>
                </a:path>
                <a:path w="1358264" h="214629">
                  <a:moveTo>
                    <a:pt x="1357884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357884" y="211074"/>
                  </a:lnTo>
                  <a:lnTo>
                    <a:pt x="1357884" y="210312"/>
                  </a:lnTo>
                  <a:close/>
                </a:path>
                <a:path w="1358264" h="214629">
                  <a:moveTo>
                    <a:pt x="1357884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357884" y="208026"/>
                  </a:lnTo>
                  <a:lnTo>
                    <a:pt x="1357884" y="207264"/>
                  </a:lnTo>
                  <a:close/>
                </a:path>
                <a:path w="1358264" h="214629">
                  <a:moveTo>
                    <a:pt x="1357884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357884" y="204978"/>
                  </a:lnTo>
                  <a:lnTo>
                    <a:pt x="1357884" y="204216"/>
                  </a:lnTo>
                  <a:close/>
                </a:path>
                <a:path w="1358264" h="214629">
                  <a:moveTo>
                    <a:pt x="1357884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357884" y="201930"/>
                  </a:lnTo>
                  <a:lnTo>
                    <a:pt x="1357884" y="201168"/>
                  </a:lnTo>
                  <a:close/>
                </a:path>
                <a:path w="1358264" h="214629">
                  <a:moveTo>
                    <a:pt x="1357884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357884" y="198882"/>
                  </a:lnTo>
                  <a:lnTo>
                    <a:pt x="1357884" y="198120"/>
                  </a:lnTo>
                  <a:close/>
                </a:path>
                <a:path w="1358264" h="214629">
                  <a:moveTo>
                    <a:pt x="1357884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357884" y="195834"/>
                  </a:lnTo>
                  <a:lnTo>
                    <a:pt x="1357884" y="195072"/>
                  </a:lnTo>
                  <a:close/>
                </a:path>
                <a:path w="1358264" h="214629">
                  <a:moveTo>
                    <a:pt x="1357884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357884" y="192786"/>
                  </a:lnTo>
                  <a:lnTo>
                    <a:pt x="1357884" y="192024"/>
                  </a:lnTo>
                  <a:close/>
                </a:path>
                <a:path w="1358264" h="214629">
                  <a:moveTo>
                    <a:pt x="1357884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357884" y="189738"/>
                  </a:lnTo>
                  <a:lnTo>
                    <a:pt x="1357884" y="188976"/>
                  </a:lnTo>
                  <a:close/>
                </a:path>
                <a:path w="1358264" h="214629">
                  <a:moveTo>
                    <a:pt x="1357884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357884" y="186690"/>
                  </a:lnTo>
                  <a:lnTo>
                    <a:pt x="1357884" y="185928"/>
                  </a:lnTo>
                  <a:close/>
                </a:path>
                <a:path w="1358264" h="214629">
                  <a:moveTo>
                    <a:pt x="1357884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357884" y="183642"/>
                  </a:lnTo>
                  <a:lnTo>
                    <a:pt x="1357884" y="182880"/>
                  </a:lnTo>
                  <a:close/>
                </a:path>
                <a:path w="1358264" h="214629">
                  <a:moveTo>
                    <a:pt x="1357884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357884" y="180594"/>
                  </a:lnTo>
                  <a:lnTo>
                    <a:pt x="1357884" y="179832"/>
                  </a:lnTo>
                  <a:close/>
                </a:path>
                <a:path w="1358264" h="214629">
                  <a:moveTo>
                    <a:pt x="1357884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357884" y="177546"/>
                  </a:lnTo>
                  <a:lnTo>
                    <a:pt x="1357884" y="176784"/>
                  </a:lnTo>
                  <a:close/>
                </a:path>
                <a:path w="1358264" h="214629">
                  <a:moveTo>
                    <a:pt x="1357884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357884" y="174498"/>
                  </a:lnTo>
                  <a:lnTo>
                    <a:pt x="1357884" y="173736"/>
                  </a:lnTo>
                  <a:close/>
                </a:path>
                <a:path w="1358264" h="214629">
                  <a:moveTo>
                    <a:pt x="1357884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357884" y="171450"/>
                  </a:lnTo>
                  <a:lnTo>
                    <a:pt x="1357884" y="170688"/>
                  </a:lnTo>
                  <a:close/>
                </a:path>
                <a:path w="1358264" h="214629">
                  <a:moveTo>
                    <a:pt x="1357884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357884" y="168402"/>
                  </a:lnTo>
                  <a:lnTo>
                    <a:pt x="1357884" y="167640"/>
                  </a:lnTo>
                  <a:close/>
                </a:path>
                <a:path w="1358264" h="214629">
                  <a:moveTo>
                    <a:pt x="1357884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357884" y="165354"/>
                  </a:lnTo>
                  <a:lnTo>
                    <a:pt x="1357884" y="164592"/>
                  </a:lnTo>
                  <a:close/>
                </a:path>
                <a:path w="1358264" h="214629">
                  <a:moveTo>
                    <a:pt x="1357884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357884" y="162306"/>
                  </a:lnTo>
                  <a:lnTo>
                    <a:pt x="1357884" y="161544"/>
                  </a:lnTo>
                  <a:close/>
                </a:path>
                <a:path w="1358264" h="214629">
                  <a:moveTo>
                    <a:pt x="1357884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357884" y="159258"/>
                  </a:lnTo>
                  <a:lnTo>
                    <a:pt x="1357884" y="158496"/>
                  </a:lnTo>
                  <a:close/>
                </a:path>
                <a:path w="1358264" h="214629">
                  <a:moveTo>
                    <a:pt x="1357884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357884" y="156210"/>
                  </a:lnTo>
                  <a:lnTo>
                    <a:pt x="1357884" y="155448"/>
                  </a:lnTo>
                  <a:close/>
                </a:path>
                <a:path w="1358264" h="214629">
                  <a:moveTo>
                    <a:pt x="1357884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357884" y="153162"/>
                  </a:lnTo>
                  <a:lnTo>
                    <a:pt x="1357884" y="152400"/>
                  </a:lnTo>
                  <a:close/>
                </a:path>
                <a:path w="1358264" h="214629">
                  <a:moveTo>
                    <a:pt x="1357884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357884" y="150114"/>
                  </a:lnTo>
                  <a:lnTo>
                    <a:pt x="1357884" y="149352"/>
                  </a:lnTo>
                  <a:close/>
                </a:path>
                <a:path w="1358264" h="214629">
                  <a:moveTo>
                    <a:pt x="1357884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357884" y="147066"/>
                  </a:lnTo>
                  <a:lnTo>
                    <a:pt x="1357884" y="146304"/>
                  </a:lnTo>
                  <a:close/>
                </a:path>
                <a:path w="1358264" h="214629">
                  <a:moveTo>
                    <a:pt x="1357884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357884" y="144018"/>
                  </a:lnTo>
                  <a:lnTo>
                    <a:pt x="1357884" y="143256"/>
                  </a:lnTo>
                  <a:close/>
                </a:path>
                <a:path w="1358264" h="214629">
                  <a:moveTo>
                    <a:pt x="1357884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357884" y="140970"/>
                  </a:lnTo>
                  <a:lnTo>
                    <a:pt x="1357884" y="140208"/>
                  </a:lnTo>
                  <a:close/>
                </a:path>
                <a:path w="1358264" h="214629">
                  <a:moveTo>
                    <a:pt x="1357884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357884" y="137922"/>
                  </a:lnTo>
                  <a:lnTo>
                    <a:pt x="1357884" y="137160"/>
                  </a:lnTo>
                  <a:close/>
                </a:path>
                <a:path w="1358264" h="214629">
                  <a:moveTo>
                    <a:pt x="1357884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357884" y="134874"/>
                  </a:lnTo>
                  <a:lnTo>
                    <a:pt x="1357884" y="134112"/>
                  </a:lnTo>
                  <a:close/>
                </a:path>
                <a:path w="1358264" h="214629">
                  <a:moveTo>
                    <a:pt x="1357884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357884" y="131826"/>
                  </a:lnTo>
                  <a:lnTo>
                    <a:pt x="1357884" y="131064"/>
                  </a:lnTo>
                  <a:close/>
                </a:path>
                <a:path w="1358264" h="214629">
                  <a:moveTo>
                    <a:pt x="1357884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357884" y="128778"/>
                  </a:lnTo>
                  <a:lnTo>
                    <a:pt x="1357884" y="128016"/>
                  </a:lnTo>
                  <a:close/>
                </a:path>
                <a:path w="1358264" h="214629">
                  <a:moveTo>
                    <a:pt x="1357884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357884" y="125730"/>
                  </a:lnTo>
                  <a:lnTo>
                    <a:pt x="1357884" y="124968"/>
                  </a:lnTo>
                  <a:close/>
                </a:path>
                <a:path w="1358264" h="214629">
                  <a:moveTo>
                    <a:pt x="1357884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357884" y="122682"/>
                  </a:lnTo>
                  <a:lnTo>
                    <a:pt x="1357884" y="121920"/>
                  </a:lnTo>
                  <a:close/>
                </a:path>
                <a:path w="1358264" h="214629">
                  <a:moveTo>
                    <a:pt x="1357884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357884" y="119634"/>
                  </a:lnTo>
                  <a:lnTo>
                    <a:pt x="1357884" y="118872"/>
                  </a:lnTo>
                  <a:close/>
                </a:path>
                <a:path w="1358264" h="214629">
                  <a:moveTo>
                    <a:pt x="1357884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357884" y="116586"/>
                  </a:lnTo>
                  <a:lnTo>
                    <a:pt x="1357884" y="115824"/>
                  </a:lnTo>
                  <a:close/>
                </a:path>
                <a:path w="1358264" h="214629">
                  <a:moveTo>
                    <a:pt x="1357884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357884" y="113538"/>
                  </a:lnTo>
                  <a:lnTo>
                    <a:pt x="1357884" y="112776"/>
                  </a:lnTo>
                  <a:close/>
                </a:path>
                <a:path w="1358264" h="214629">
                  <a:moveTo>
                    <a:pt x="1357884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357884" y="110490"/>
                  </a:lnTo>
                  <a:lnTo>
                    <a:pt x="1357884" y="109728"/>
                  </a:lnTo>
                  <a:close/>
                </a:path>
                <a:path w="1358264" h="214629">
                  <a:moveTo>
                    <a:pt x="135788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7884" y="107442"/>
                  </a:lnTo>
                  <a:lnTo>
                    <a:pt x="1357884" y="106680"/>
                  </a:lnTo>
                  <a:close/>
                </a:path>
                <a:path w="1358264" h="214629">
                  <a:moveTo>
                    <a:pt x="135788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7884" y="104394"/>
                  </a:lnTo>
                  <a:lnTo>
                    <a:pt x="1357884" y="103632"/>
                  </a:lnTo>
                  <a:close/>
                </a:path>
                <a:path w="1358264" h="214629">
                  <a:moveTo>
                    <a:pt x="135788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7884" y="101346"/>
                  </a:lnTo>
                  <a:lnTo>
                    <a:pt x="1357884" y="100584"/>
                  </a:lnTo>
                  <a:close/>
                </a:path>
                <a:path w="1358264" h="214629">
                  <a:moveTo>
                    <a:pt x="135788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7884" y="98298"/>
                  </a:lnTo>
                  <a:lnTo>
                    <a:pt x="1357884" y="97536"/>
                  </a:lnTo>
                  <a:close/>
                </a:path>
                <a:path w="1358264" h="214629">
                  <a:moveTo>
                    <a:pt x="135788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7884" y="95250"/>
                  </a:lnTo>
                  <a:lnTo>
                    <a:pt x="1357884" y="94488"/>
                  </a:lnTo>
                  <a:close/>
                </a:path>
                <a:path w="1358264" h="214629">
                  <a:moveTo>
                    <a:pt x="135788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7884" y="92202"/>
                  </a:lnTo>
                  <a:lnTo>
                    <a:pt x="1357884" y="91440"/>
                  </a:lnTo>
                  <a:close/>
                </a:path>
                <a:path w="1358264" h="214629">
                  <a:moveTo>
                    <a:pt x="135788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7884" y="89154"/>
                  </a:lnTo>
                  <a:lnTo>
                    <a:pt x="1357884" y="88392"/>
                  </a:lnTo>
                  <a:close/>
                </a:path>
                <a:path w="1358264" h="214629">
                  <a:moveTo>
                    <a:pt x="135788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7884" y="86106"/>
                  </a:lnTo>
                  <a:lnTo>
                    <a:pt x="1357884" y="85344"/>
                  </a:lnTo>
                  <a:close/>
                </a:path>
                <a:path w="1358264" h="214629">
                  <a:moveTo>
                    <a:pt x="135788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7884" y="83058"/>
                  </a:lnTo>
                  <a:lnTo>
                    <a:pt x="1357884" y="82296"/>
                  </a:lnTo>
                  <a:close/>
                </a:path>
                <a:path w="1358264" h="214629">
                  <a:moveTo>
                    <a:pt x="135788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7884" y="80010"/>
                  </a:lnTo>
                  <a:lnTo>
                    <a:pt x="1357884" y="79248"/>
                  </a:lnTo>
                  <a:close/>
                </a:path>
                <a:path w="1358264" h="214629">
                  <a:moveTo>
                    <a:pt x="135788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7884" y="76962"/>
                  </a:lnTo>
                  <a:lnTo>
                    <a:pt x="1357884" y="76200"/>
                  </a:lnTo>
                  <a:close/>
                </a:path>
                <a:path w="1358264" h="214629">
                  <a:moveTo>
                    <a:pt x="135788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7884" y="73914"/>
                  </a:lnTo>
                  <a:lnTo>
                    <a:pt x="1357884" y="73152"/>
                  </a:lnTo>
                  <a:close/>
                </a:path>
                <a:path w="1358264" h="214629">
                  <a:moveTo>
                    <a:pt x="135788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7884" y="70866"/>
                  </a:lnTo>
                  <a:lnTo>
                    <a:pt x="1357884" y="70104"/>
                  </a:lnTo>
                  <a:close/>
                </a:path>
                <a:path w="1358264" h="214629">
                  <a:moveTo>
                    <a:pt x="135788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7884" y="67818"/>
                  </a:lnTo>
                  <a:lnTo>
                    <a:pt x="1357884" y="67056"/>
                  </a:lnTo>
                  <a:close/>
                </a:path>
                <a:path w="1358264" h="214629">
                  <a:moveTo>
                    <a:pt x="135788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7884" y="64770"/>
                  </a:lnTo>
                  <a:lnTo>
                    <a:pt x="1357884" y="64008"/>
                  </a:lnTo>
                  <a:close/>
                </a:path>
                <a:path w="1358264" h="214629">
                  <a:moveTo>
                    <a:pt x="135788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7884" y="61722"/>
                  </a:lnTo>
                  <a:lnTo>
                    <a:pt x="1357884" y="60960"/>
                  </a:lnTo>
                  <a:close/>
                </a:path>
                <a:path w="1358264" h="214629">
                  <a:moveTo>
                    <a:pt x="135788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7884" y="58674"/>
                  </a:lnTo>
                  <a:lnTo>
                    <a:pt x="1357884" y="57912"/>
                  </a:lnTo>
                  <a:close/>
                </a:path>
                <a:path w="1358264" h="214629">
                  <a:moveTo>
                    <a:pt x="135788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7884" y="55626"/>
                  </a:lnTo>
                  <a:lnTo>
                    <a:pt x="1357884" y="54864"/>
                  </a:lnTo>
                  <a:close/>
                </a:path>
                <a:path w="1358264" h="214629">
                  <a:moveTo>
                    <a:pt x="135788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7884" y="52578"/>
                  </a:lnTo>
                  <a:lnTo>
                    <a:pt x="1357884" y="51816"/>
                  </a:lnTo>
                  <a:close/>
                </a:path>
                <a:path w="1358264" h="214629">
                  <a:moveTo>
                    <a:pt x="135788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7884" y="49530"/>
                  </a:lnTo>
                  <a:lnTo>
                    <a:pt x="1357884" y="48768"/>
                  </a:lnTo>
                  <a:close/>
                </a:path>
                <a:path w="1358264" h="214629">
                  <a:moveTo>
                    <a:pt x="135788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7884" y="46482"/>
                  </a:lnTo>
                  <a:lnTo>
                    <a:pt x="1357884" y="45720"/>
                  </a:lnTo>
                  <a:close/>
                </a:path>
                <a:path w="1358264" h="214629">
                  <a:moveTo>
                    <a:pt x="135788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7884" y="43434"/>
                  </a:lnTo>
                  <a:lnTo>
                    <a:pt x="1357884" y="42672"/>
                  </a:lnTo>
                  <a:close/>
                </a:path>
                <a:path w="1358264" h="214629">
                  <a:moveTo>
                    <a:pt x="135788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7884" y="40386"/>
                  </a:lnTo>
                  <a:lnTo>
                    <a:pt x="1357884" y="39624"/>
                  </a:lnTo>
                  <a:close/>
                </a:path>
                <a:path w="1358264" h="214629">
                  <a:moveTo>
                    <a:pt x="135788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7884" y="37338"/>
                  </a:lnTo>
                  <a:lnTo>
                    <a:pt x="1357884" y="36576"/>
                  </a:lnTo>
                  <a:close/>
                </a:path>
                <a:path w="1358264" h="214629">
                  <a:moveTo>
                    <a:pt x="135788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7884" y="34290"/>
                  </a:lnTo>
                  <a:lnTo>
                    <a:pt x="1357884" y="33528"/>
                  </a:lnTo>
                  <a:close/>
                </a:path>
                <a:path w="1358264" h="214629">
                  <a:moveTo>
                    <a:pt x="135788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7884" y="31242"/>
                  </a:lnTo>
                  <a:lnTo>
                    <a:pt x="1357884" y="30480"/>
                  </a:lnTo>
                  <a:close/>
                </a:path>
                <a:path w="1358264" h="214629">
                  <a:moveTo>
                    <a:pt x="135788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7884" y="28194"/>
                  </a:lnTo>
                  <a:lnTo>
                    <a:pt x="1357884" y="27432"/>
                  </a:lnTo>
                  <a:close/>
                </a:path>
                <a:path w="1358264" h="214629">
                  <a:moveTo>
                    <a:pt x="135788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7884" y="25146"/>
                  </a:lnTo>
                  <a:lnTo>
                    <a:pt x="1357884" y="24384"/>
                  </a:lnTo>
                  <a:close/>
                </a:path>
                <a:path w="1358264" h="214629">
                  <a:moveTo>
                    <a:pt x="135788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7884" y="22098"/>
                  </a:lnTo>
                  <a:lnTo>
                    <a:pt x="1357884" y="21336"/>
                  </a:lnTo>
                  <a:close/>
                </a:path>
                <a:path w="1358264" h="214629">
                  <a:moveTo>
                    <a:pt x="135788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7884" y="19050"/>
                  </a:lnTo>
                  <a:lnTo>
                    <a:pt x="1357884" y="18288"/>
                  </a:lnTo>
                  <a:close/>
                </a:path>
                <a:path w="1358264" h="214629">
                  <a:moveTo>
                    <a:pt x="135788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7884" y="16002"/>
                  </a:lnTo>
                  <a:lnTo>
                    <a:pt x="1357884" y="15240"/>
                  </a:lnTo>
                  <a:close/>
                </a:path>
                <a:path w="1358264" h="214629">
                  <a:moveTo>
                    <a:pt x="135788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7884" y="12954"/>
                  </a:lnTo>
                  <a:lnTo>
                    <a:pt x="1357884" y="12192"/>
                  </a:lnTo>
                  <a:close/>
                </a:path>
                <a:path w="1358264" h="214629">
                  <a:moveTo>
                    <a:pt x="135788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7884" y="9906"/>
                  </a:lnTo>
                  <a:lnTo>
                    <a:pt x="1357884" y="9144"/>
                  </a:lnTo>
                  <a:close/>
                </a:path>
                <a:path w="1358264" h="214629">
                  <a:moveTo>
                    <a:pt x="135788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7884" y="6858"/>
                  </a:lnTo>
                  <a:lnTo>
                    <a:pt x="1357884" y="6096"/>
                  </a:lnTo>
                  <a:close/>
                </a:path>
                <a:path w="1358264" h="214629">
                  <a:moveTo>
                    <a:pt x="135788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7884" y="3810"/>
                  </a:lnTo>
                  <a:lnTo>
                    <a:pt x="1357884" y="3048"/>
                  </a:lnTo>
                  <a:close/>
                </a:path>
                <a:path w="1358264" h="214629">
                  <a:moveTo>
                    <a:pt x="1357884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357884" y="762"/>
                  </a:lnTo>
                  <a:lnTo>
                    <a:pt x="135788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699393" y="3995055"/>
              <a:ext cx="1358265" cy="214629"/>
            </a:xfrm>
            <a:custGeom>
              <a:avLst/>
              <a:gdLst/>
              <a:ahLst/>
              <a:cxnLst/>
              <a:rect l="l" t="t" r="r" b="b"/>
              <a:pathLst>
                <a:path w="1358264" h="214629">
                  <a:moveTo>
                    <a:pt x="1357884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357884" y="214122"/>
                  </a:lnTo>
                  <a:lnTo>
                    <a:pt x="1357884" y="213360"/>
                  </a:lnTo>
                  <a:close/>
                </a:path>
                <a:path w="1358264" h="214629">
                  <a:moveTo>
                    <a:pt x="1357884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357884" y="211074"/>
                  </a:lnTo>
                  <a:lnTo>
                    <a:pt x="1357884" y="210312"/>
                  </a:lnTo>
                  <a:close/>
                </a:path>
                <a:path w="1358264" h="214629">
                  <a:moveTo>
                    <a:pt x="1357884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357884" y="208026"/>
                  </a:lnTo>
                  <a:lnTo>
                    <a:pt x="1357884" y="207264"/>
                  </a:lnTo>
                  <a:close/>
                </a:path>
                <a:path w="1358264" h="214629">
                  <a:moveTo>
                    <a:pt x="1357884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357884" y="204978"/>
                  </a:lnTo>
                  <a:lnTo>
                    <a:pt x="1357884" y="204216"/>
                  </a:lnTo>
                  <a:close/>
                </a:path>
                <a:path w="1358264" h="214629">
                  <a:moveTo>
                    <a:pt x="1357884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357884" y="201930"/>
                  </a:lnTo>
                  <a:lnTo>
                    <a:pt x="1357884" y="201168"/>
                  </a:lnTo>
                  <a:close/>
                </a:path>
                <a:path w="1358264" h="214629">
                  <a:moveTo>
                    <a:pt x="1357884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357884" y="198882"/>
                  </a:lnTo>
                  <a:lnTo>
                    <a:pt x="1357884" y="198120"/>
                  </a:lnTo>
                  <a:close/>
                </a:path>
                <a:path w="1358264" h="214629">
                  <a:moveTo>
                    <a:pt x="1357884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357884" y="195834"/>
                  </a:lnTo>
                  <a:lnTo>
                    <a:pt x="1357884" y="195072"/>
                  </a:lnTo>
                  <a:close/>
                </a:path>
                <a:path w="1358264" h="214629">
                  <a:moveTo>
                    <a:pt x="1357884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357884" y="192786"/>
                  </a:lnTo>
                  <a:lnTo>
                    <a:pt x="1357884" y="192024"/>
                  </a:lnTo>
                  <a:close/>
                </a:path>
                <a:path w="1358264" h="214629">
                  <a:moveTo>
                    <a:pt x="1357884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357884" y="189738"/>
                  </a:lnTo>
                  <a:lnTo>
                    <a:pt x="1357884" y="188976"/>
                  </a:lnTo>
                  <a:close/>
                </a:path>
                <a:path w="1358264" h="214629">
                  <a:moveTo>
                    <a:pt x="1357884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357884" y="186690"/>
                  </a:lnTo>
                  <a:lnTo>
                    <a:pt x="1357884" y="185928"/>
                  </a:lnTo>
                  <a:close/>
                </a:path>
                <a:path w="1358264" h="214629">
                  <a:moveTo>
                    <a:pt x="1357884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357884" y="183642"/>
                  </a:lnTo>
                  <a:lnTo>
                    <a:pt x="1357884" y="182880"/>
                  </a:lnTo>
                  <a:close/>
                </a:path>
                <a:path w="1358264" h="214629">
                  <a:moveTo>
                    <a:pt x="1357884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357884" y="180594"/>
                  </a:lnTo>
                  <a:lnTo>
                    <a:pt x="1357884" y="179832"/>
                  </a:lnTo>
                  <a:close/>
                </a:path>
                <a:path w="1358264" h="214629">
                  <a:moveTo>
                    <a:pt x="1357884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357884" y="177546"/>
                  </a:lnTo>
                  <a:lnTo>
                    <a:pt x="1357884" y="176784"/>
                  </a:lnTo>
                  <a:close/>
                </a:path>
                <a:path w="1358264" h="214629">
                  <a:moveTo>
                    <a:pt x="1357884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357884" y="174498"/>
                  </a:lnTo>
                  <a:lnTo>
                    <a:pt x="1357884" y="173736"/>
                  </a:lnTo>
                  <a:close/>
                </a:path>
                <a:path w="1358264" h="214629">
                  <a:moveTo>
                    <a:pt x="1357884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357884" y="171450"/>
                  </a:lnTo>
                  <a:lnTo>
                    <a:pt x="1357884" y="170688"/>
                  </a:lnTo>
                  <a:close/>
                </a:path>
                <a:path w="1358264" h="214629">
                  <a:moveTo>
                    <a:pt x="1357884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357884" y="168402"/>
                  </a:lnTo>
                  <a:lnTo>
                    <a:pt x="1357884" y="167640"/>
                  </a:lnTo>
                  <a:close/>
                </a:path>
                <a:path w="1358264" h="214629">
                  <a:moveTo>
                    <a:pt x="1357884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357884" y="165354"/>
                  </a:lnTo>
                  <a:lnTo>
                    <a:pt x="1357884" y="164592"/>
                  </a:lnTo>
                  <a:close/>
                </a:path>
                <a:path w="1358264" h="214629">
                  <a:moveTo>
                    <a:pt x="1357884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357884" y="162306"/>
                  </a:lnTo>
                  <a:lnTo>
                    <a:pt x="1357884" y="161544"/>
                  </a:lnTo>
                  <a:close/>
                </a:path>
                <a:path w="1358264" h="214629">
                  <a:moveTo>
                    <a:pt x="1357884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357884" y="159258"/>
                  </a:lnTo>
                  <a:lnTo>
                    <a:pt x="1357884" y="158496"/>
                  </a:lnTo>
                  <a:close/>
                </a:path>
                <a:path w="1358264" h="214629">
                  <a:moveTo>
                    <a:pt x="1357884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357884" y="156210"/>
                  </a:lnTo>
                  <a:lnTo>
                    <a:pt x="1357884" y="155448"/>
                  </a:lnTo>
                  <a:close/>
                </a:path>
                <a:path w="1358264" h="214629">
                  <a:moveTo>
                    <a:pt x="1357884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357884" y="153162"/>
                  </a:lnTo>
                  <a:lnTo>
                    <a:pt x="1357884" y="152400"/>
                  </a:lnTo>
                  <a:close/>
                </a:path>
                <a:path w="1358264" h="214629">
                  <a:moveTo>
                    <a:pt x="1357884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357884" y="150114"/>
                  </a:lnTo>
                  <a:lnTo>
                    <a:pt x="1357884" y="149352"/>
                  </a:lnTo>
                  <a:close/>
                </a:path>
                <a:path w="1358264" h="214629">
                  <a:moveTo>
                    <a:pt x="1357884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357884" y="147066"/>
                  </a:lnTo>
                  <a:lnTo>
                    <a:pt x="1357884" y="146304"/>
                  </a:lnTo>
                  <a:close/>
                </a:path>
                <a:path w="1358264" h="214629">
                  <a:moveTo>
                    <a:pt x="1357884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357884" y="144018"/>
                  </a:lnTo>
                  <a:lnTo>
                    <a:pt x="1357884" y="143256"/>
                  </a:lnTo>
                  <a:close/>
                </a:path>
                <a:path w="1358264" h="214629">
                  <a:moveTo>
                    <a:pt x="1357884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357884" y="140970"/>
                  </a:lnTo>
                  <a:lnTo>
                    <a:pt x="1357884" y="140208"/>
                  </a:lnTo>
                  <a:close/>
                </a:path>
                <a:path w="1358264" h="214629">
                  <a:moveTo>
                    <a:pt x="1357884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357884" y="137922"/>
                  </a:lnTo>
                  <a:lnTo>
                    <a:pt x="1357884" y="137160"/>
                  </a:lnTo>
                  <a:close/>
                </a:path>
                <a:path w="1358264" h="214629">
                  <a:moveTo>
                    <a:pt x="1357884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357884" y="134874"/>
                  </a:lnTo>
                  <a:lnTo>
                    <a:pt x="1357884" y="134112"/>
                  </a:lnTo>
                  <a:close/>
                </a:path>
                <a:path w="1358264" h="214629">
                  <a:moveTo>
                    <a:pt x="1357884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357884" y="131826"/>
                  </a:lnTo>
                  <a:lnTo>
                    <a:pt x="1357884" y="131064"/>
                  </a:lnTo>
                  <a:close/>
                </a:path>
                <a:path w="1358264" h="214629">
                  <a:moveTo>
                    <a:pt x="1357884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357884" y="128778"/>
                  </a:lnTo>
                  <a:lnTo>
                    <a:pt x="1357884" y="128016"/>
                  </a:lnTo>
                  <a:close/>
                </a:path>
                <a:path w="1358264" h="214629">
                  <a:moveTo>
                    <a:pt x="1357884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357884" y="125730"/>
                  </a:lnTo>
                  <a:lnTo>
                    <a:pt x="1357884" y="124968"/>
                  </a:lnTo>
                  <a:close/>
                </a:path>
                <a:path w="1358264" h="214629">
                  <a:moveTo>
                    <a:pt x="1357884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357884" y="122682"/>
                  </a:lnTo>
                  <a:lnTo>
                    <a:pt x="1357884" y="121920"/>
                  </a:lnTo>
                  <a:close/>
                </a:path>
                <a:path w="1358264" h="214629">
                  <a:moveTo>
                    <a:pt x="1357884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357884" y="119634"/>
                  </a:lnTo>
                  <a:lnTo>
                    <a:pt x="1357884" y="118872"/>
                  </a:lnTo>
                  <a:close/>
                </a:path>
                <a:path w="1358264" h="214629">
                  <a:moveTo>
                    <a:pt x="1357884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357884" y="116586"/>
                  </a:lnTo>
                  <a:lnTo>
                    <a:pt x="1357884" y="115824"/>
                  </a:lnTo>
                  <a:close/>
                </a:path>
                <a:path w="1358264" h="214629">
                  <a:moveTo>
                    <a:pt x="1357884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357884" y="113538"/>
                  </a:lnTo>
                  <a:lnTo>
                    <a:pt x="1357884" y="112776"/>
                  </a:lnTo>
                  <a:close/>
                </a:path>
                <a:path w="1358264" h="214629">
                  <a:moveTo>
                    <a:pt x="1357884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357884" y="110490"/>
                  </a:lnTo>
                  <a:lnTo>
                    <a:pt x="1357884" y="109728"/>
                  </a:lnTo>
                  <a:close/>
                </a:path>
                <a:path w="1358264" h="214629">
                  <a:moveTo>
                    <a:pt x="135788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7884" y="107442"/>
                  </a:lnTo>
                  <a:lnTo>
                    <a:pt x="1357884" y="106680"/>
                  </a:lnTo>
                  <a:close/>
                </a:path>
                <a:path w="1358264" h="214629">
                  <a:moveTo>
                    <a:pt x="135788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7884" y="104394"/>
                  </a:lnTo>
                  <a:lnTo>
                    <a:pt x="1357884" y="103632"/>
                  </a:lnTo>
                  <a:close/>
                </a:path>
                <a:path w="1358264" h="214629">
                  <a:moveTo>
                    <a:pt x="135788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7884" y="101346"/>
                  </a:lnTo>
                  <a:lnTo>
                    <a:pt x="1357884" y="100584"/>
                  </a:lnTo>
                  <a:close/>
                </a:path>
                <a:path w="1358264" h="214629">
                  <a:moveTo>
                    <a:pt x="135788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7884" y="98298"/>
                  </a:lnTo>
                  <a:lnTo>
                    <a:pt x="1357884" y="97536"/>
                  </a:lnTo>
                  <a:close/>
                </a:path>
                <a:path w="1358264" h="214629">
                  <a:moveTo>
                    <a:pt x="135788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7884" y="95250"/>
                  </a:lnTo>
                  <a:lnTo>
                    <a:pt x="1357884" y="94488"/>
                  </a:lnTo>
                  <a:close/>
                </a:path>
                <a:path w="1358264" h="214629">
                  <a:moveTo>
                    <a:pt x="135788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7884" y="92202"/>
                  </a:lnTo>
                  <a:lnTo>
                    <a:pt x="1357884" y="91440"/>
                  </a:lnTo>
                  <a:close/>
                </a:path>
                <a:path w="1358264" h="214629">
                  <a:moveTo>
                    <a:pt x="135788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7884" y="89154"/>
                  </a:lnTo>
                  <a:lnTo>
                    <a:pt x="1357884" y="88392"/>
                  </a:lnTo>
                  <a:close/>
                </a:path>
                <a:path w="1358264" h="214629">
                  <a:moveTo>
                    <a:pt x="135788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7884" y="86106"/>
                  </a:lnTo>
                  <a:lnTo>
                    <a:pt x="1357884" y="85344"/>
                  </a:lnTo>
                  <a:close/>
                </a:path>
                <a:path w="1358264" h="214629">
                  <a:moveTo>
                    <a:pt x="135788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7884" y="83058"/>
                  </a:lnTo>
                  <a:lnTo>
                    <a:pt x="1357884" y="82296"/>
                  </a:lnTo>
                  <a:close/>
                </a:path>
                <a:path w="1358264" h="214629">
                  <a:moveTo>
                    <a:pt x="135788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7884" y="80010"/>
                  </a:lnTo>
                  <a:lnTo>
                    <a:pt x="1357884" y="79248"/>
                  </a:lnTo>
                  <a:close/>
                </a:path>
                <a:path w="1358264" h="214629">
                  <a:moveTo>
                    <a:pt x="135788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7884" y="76962"/>
                  </a:lnTo>
                  <a:lnTo>
                    <a:pt x="1357884" y="76200"/>
                  </a:lnTo>
                  <a:close/>
                </a:path>
                <a:path w="1358264" h="214629">
                  <a:moveTo>
                    <a:pt x="135788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7884" y="73914"/>
                  </a:lnTo>
                  <a:lnTo>
                    <a:pt x="1357884" y="73152"/>
                  </a:lnTo>
                  <a:close/>
                </a:path>
                <a:path w="1358264" h="214629">
                  <a:moveTo>
                    <a:pt x="135788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7884" y="70866"/>
                  </a:lnTo>
                  <a:lnTo>
                    <a:pt x="1357884" y="70104"/>
                  </a:lnTo>
                  <a:close/>
                </a:path>
                <a:path w="1358264" h="214629">
                  <a:moveTo>
                    <a:pt x="135788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7884" y="67818"/>
                  </a:lnTo>
                  <a:lnTo>
                    <a:pt x="1357884" y="67056"/>
                  </a:lnTo>
                  <a:close/>
                </a:path>
                <a:path w="1358264" h="214629">
                  <a:moveTo>
                    <a:pt x="135788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7884" y="64770"/>
                  </a:lnTo>
                  <a:lnTo>
                    <a:pt x="1357884" y="64008"/>
                  </a:lnTo>
                  <a:close/>
                </a:path>
                <a:path w="1358264" h="214629">
                  <a:moveTo>
                    <a:pt x="135788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7884" y="61722"/>
                  </a:lnTo>
                  <a:lnTo>
                    <a:pt x="1357884" y="60960"/>
                  </a:lnTo>
                  <a:close/>
                </a:path>
                <a:path w="1358264" h="214629">
                  <a:moveTo>
                    <a:pt x="135788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7884" y="58674"/>
                  </a:lnTo>
                  <a:lnTo>
                    <a:pt x="1357884" y="57912"/>
                  </a:lnTo>
                  <a:close/>
                </a:path>
                <a:path w="1358264" h="214629">
                  <a:moveTo>
                    <a:pt x="135788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7884" y="55626"/>
                  </a:lnTo>
                  <a:lnTo>
                    <a:pt x="1357884" y="54864"/>
                  </a:lnTo>
                  <a:close/>
                </a:path>
                <a:path w="1358264" h="214629">
                  <a:moveTo>
                    <a:pt x="135788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7884" y="52578"/>
                  </a:lnTo>
                  <a:lnTo>
                    <a:pt x="1357884" y="51816"/>
                  </a:lnTo>
                  <a:close/>
                </a:path>
                <a:path w="1358264" h="214629">
                  <a:moveTo>
                    <a:pt x="135788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7884" y="49530"/>
                  </a:lnTo>
                  <a:lnTo>
                    <a:pt x="1357884" y="48768"/>
                  </a:lnTo>
                  <a:close/>
                </a:path>
                <a:path w="1358264" h="214629">
                  <a:moveTo>
                    <a:pt x="135788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7884" y="46482"/>
                  </a:lnTo>
                  <a:lnTo>
                    <a:pt x="1357884" y="45720"/>
                  </a:lnTo>
                  <a:close/>
                </a:path>
                <a:path w="1358264" h="214629">
                  <a:moveTo>
                    <a:pt x="135788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7884" y="43434"/>
                  </a:lnTo>
                  <a:lnTo>
                    <a:pt x="1357884" y="42672"/>
                  </a:lnTo>
                  <a:close/>
                </a:path>
                <a:path w="1358264" h="214629">
                  <a:moveTo>
                    <a:pt x="135788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7884" y="40386"/>
                  </a:lnTo>
                  <a:lnTo>
                    <a:pt x="1357884" y="39624"/>
                  </a:lnTo>
                  <a:close/>
                </a:path>
                <a:path w="1358264" h="214629">
                  <a:moveTo>
                    <a:pt x="135788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7884" y="37338"/>
                  </a:lnTo>
                  <a:lnTo>
                    <a:pt x="1357884" y="36576"/>
                  </a:lnTo>
                  <a:close/>
                </a:path>
                <a:path w="1358264" h="214629">
                  <a:moveTo>
                    <a:pt x="135788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7884" y="34290"/>
                  </a:lnTo>
                  <a:lnTo>
                    <a:pt x="1357884" y="33528"/>
                  </a:lnTo>
                  <a:close/>
                </a:path>
                <a:path w="1358264" h="214629">
                  <a:moveTo>
                    <a:pt x="135788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7884" y="31242"/>
                  </a:lnTo>
                  <a:lnTo>
                    <a:pt x="1357884" y="30480"/>
                  </a:lnTo>
                  <a:close/>
                </a:path>
                <a:path w="1358264" h="214629">
                  <a:moveTo>
                    <a:pt x="135788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7884" y="28194"/>
                  </a:lnTo>
                  <a:lnTo>
                    <a:pt x="1357884" y="27432"/>
                  </a:lnTo>
                  <a:close/>
                </a:path>
                <a:path w="1358264" h="214629">
                  <a:moveTo>
                    <a:pt x="135788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7884" y="25146"/>
                  </a:lnTo>
                  <a:lnTo>
                    <a:pt x="1357884" y="24384"/>
                  </a:lnTo>
                  <a:close/>
                </a:path>
                <a:path w="1358264" h="214629">
                  <a:moveTo>
                    <a:pt x="135788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7884" y="22098"/>
                  </a:lnTo>
                  <a:lnTo>
                    <a:pt x="1357884" y="21336"/>
                  </a:lnTo>
                  <a:close/>
                </a:path>
                <a:path w="1358264" h="214629">
                  <a:moveTo>
                    <a:pt x="135788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7884" y="19050"/>
                  </a:lnTo>
                  <a:lnTo>
                    <a:pt x="1357884" y="18288"/>
                  </a:lnTo>
                  <a:close/>
                </a:path>
                <a:path w="1358264" h="214629">
                  <a:moveTo>
                    <a:pt x="135788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7884" y="16002"/>
                  </a:lnTo>
                  <a:lnTo>
                    <a:pt x="1357884" y="15240"/>
                  </a:lnTo>
                  <a:close/>
                </a:path>
                <a:path w="1358264" h="214629">
                  <a:moveTo>
                    <a:pt x="135788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7884" y="12954"/>
                  </a:lnTo>
                  <a:lnTo>
                    <a:pt x="1357884" y="12192"/>
                  </a:lnTo>
                  <a:close/>
                </a:path>
                <a:path w="1358264" h="214629">
                  <a:moveTo>
                    <a:pt x="135788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7884" y="9906"/>
                  </a:lnTo>
                  <a:lnTo>
                    <a:pt x="1357884" y="9144"/>
                  </a:lnTo>
                  <a:close/>
                </a:path>
                <a:path w="1358264" h="214629">
                  <a:moveTo>
                    <a:pt x="135788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7884" y="6858"/>
                  </a:lnTo>
                  <a:lnTo>
                    <a:pt x="1357884" y="6096"/>
                  </a:lnTo>
                  <a:close/>
                </a:path>
                <a:path w="1358264" h="214629">
                  <a:moveTo>
                    <a:pt x="135788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7884" y="3810"/>
                  </a:lnTo>
                  <a:lnTo>
                    <a:pt x="1357884" y="3048"/>
                  </a:lnTo>
                  <a:close/>
                </a:path>
                <a:path w="1358264" h="214629">
                  <a:moveTo>
                    <a:pt x="1357884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357884" y="762"/>
                  </a:lnTo>
                  <a:lnTo>
                    <a:pt x="135788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699393" y="4208415"/>
              <a:ext cx="1358265" cy="214629"/>
            </a:xfrm>
            <a:custGeom>
              <a:avLst/>
              <a:gdLst/>
              <a:ahLst/>
              <a:cxnLst/>
              <a:rect l="l" t="t" r="r" b="b"/>
              <a:pathLst>
                <a:path w="1358264" h="214629">
                  <a:moveTo>
                    <a:pt x="1357884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357884" y="214122"/>
                  </a:lnTo>
                  <a:lnTo>
                    <a:pt x="1357884" y="213360"/>
                  </a:lnTo>
                  <a:close/>
                </a:path>
                <a:path w="1358264" h="214629">
                  <a:moveTo>
                    <a:pt x="1357884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357884" y="211074"/>
                  </a:lnTo>
                  <a:lnTo>
                    <a:pt x="1357884" y="210312"/>
                  </a:lnTo>
                  <a:close/>
                </a:path>
                <a:path w="1358264" h="214629">
                  <a:moveTo>
                    <a:pt x="1357884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357884" y="208026"/>
                  </a:lnTo>
                  <a:lnTo>
                    <a:pt x="1357884" y="207264"/>
                  </a:lnTo>
                  <a:close/>
                </a:path>
                <a:path w="1358264" h="214629">
                  <a:moveTo>
                    <a:pt x="1357884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357884" y="204978"/>
                  </a:lnTo>
                  <a:lnTo>
                    <a:pt x="1357884" y="204216"/>
                  </a:lnTo>
                  <a:close/>
                </a:path>
                <a:path w="1358264" h="214629">
                  <a:moveTo>
                    <a:pt x="1357884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357884" y="201930"/>
                  </a:lnTo>
                  <a:lnTo>
                    <a:pt x="1357884" y="201168"/>
                  </a:lnTo>
                  <a:close/>
                </a:path>
                <a:path w="1358264" h="214629">
                  <a:moveTo>
                    <a:pt x="1357884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357884" y="198882"/>
                  </a:lnTo>
                  <a:lnTo>
                    <a:pt x="1357884" y="198120"/>
                  </a:lnTo>
                  <a:close/>
                </a:path>
                <a:path w="1358264" h="214629">
                  <a:moveTo>
                    <a:pt x="1357884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357884" y="195834"/>
                  </a:lnTo>
                  <a:lnTo>
                    <a:pt x="1357884" y="195072"/>
                  </a:lnTo>
                  <a:close/>
                </a:path>
                <a:path w="1358264" h="214629">
                  <a:moveTo>
                    <a:pt x="1357884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357884" y="192786"/>
                  </a:lnTo>
                  <a:lnTo>
                    <a:pt x="1357884" y="192024"/>
                  </a:lnTo>
                  <a:close/>
                </a:path>
                <a:path w="1358264" h="214629">
                  <a:moveTo>
                    <a:pt x="1357884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357884" y="189738"/>
                  </a:lnTo>
                  <a:lnTo>
                    <a:pt x="1357884" y="188976"/>
                  </a:lnTo>
                  <a:close/>
                </a:path>
                <a:path w="1358264" h="214629">
                  <a:moveTo>
                    <a:pt x="1357884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357884" y="186690"/>
                  </a:lnTo>
                  <a:lnTo>
                    <a:pt x="1357884" y="185928"/>
                  </a:lnTo>
                  <a:close/>
                </a:path>
                <a:path w="1358264" h="214629">
                  <a:moveTo>
                    <a:pt x="1357884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357884" y="183642"/>
                  </a:lnTo>
                  <a:lnTo>
                    <a:pt x="1357884" y="182880"/>
                  </a:lnTo>
                  <a:close/>
                </a:path>
                <a:path w="1358264" h="214629">
                  <a:moveTo>
                    <a:pt x="1357884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357884" y="180594"/>
                  </a:lnTo>
                  <a:lnTo>
                    <a:pt x="1357884" y="179832"/>
                  </a:lnTo>
                  <a:close/>
                </a:path>
                <a:path w="1358264" h="214629">
                  <a:moveTo>
                    <a:pt x="1357884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357884" y="177546"/>
                  </a:lnTo>
                  <a:lnTo>
                    <a:pt x="1357884" y="176784"/>
                  </a:lnTo>
                  <a:close/>
                </a:path>
                <a:path w="1358264" h="214629">
                  <a:moveTo>
                    <a:pt x="1357884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357884" y="174498"/>
                  </a:lnTo>
                  <a:lnTo>
                    <a:pt x="1357884" y="173736"/>
                  </a:lnTo>
                  <a:close/>
                </a:path>
                <a:path w="1358264" h="214629">
                  <a:moveTo>
                    <a:pt x="1357884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357884" y="171450"/>
                  </a:lnTo>
                  <a:lnTo>
                    <a:pt x="1357884" y="170688"/>
                  </a:lnTo>
                  <a:close/>
                </a:path>
                <a:path w="1358264" h="214629">
                  <a:moveTo>
                    <a:pt x="1357884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357884" y="168402"/>
                  </a:lnTo>
                  <a:lnTo>
                    <a:pt x="1357884" y="167640"/>
                  </a:lnTo>
                  <a:close/>
                </a:path>
                <a:path w="1358264" h="214629">
                  <a:moveTo>
                    <a:pt x="1357884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357884" y="165354"/>
                  </a:lnTo>
                  <a:lnTo>
                    <a:pt x="1357884" y="164592"/>
                  </a:lnTo>
                  <a:close/>
                </a:path>
                <a:path w="1358264" h="214629">
                  <a:moveTo>
                    <a:pt x="1357884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357884" y="162306"/>
                  </a:lnTo>
                  <a:lnTo>
                    <a:pt x="1357884" y="161544"/>
                  </a:lnTo>
                  <a:close/>
                </a:path>
                <a:path w="1358264" h="214629">
                  <a:moveTo>
                    <a:pt x="1357884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357884" y="159258"/>
                  </a:lnTo>
                  <a:lnTo>
                    <a:pt x="1357884" y="158496"/>
                  </a:lnTo>
                  <a:close/>
                </a:path>
                <a:path w="1358264" h="214629">
                  <a:moveTo>
                    <a:pt x="1357884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357884" y="156210"/>
                  </a:lnTo>
                  <a:lnTo>
                    <a:pt x="1357884" y="155448"/>
                  </a:lnTo>
                  <a:close/>
                </a:path>
                <a:path w="1358264" h="214629">
                  <a:moveTo>
                    <a:pt x="1357884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357884" y="153162"/>
                  </a:lnTo>
                  <a:lnTo>
                    <a:pt x="1357884" y="152400"/>
                  </a:lnTo>
                  <a:close/>
                </a:path>
                <a:path w="1358264" h="214629">
                  <a:moveTo>
                    <a:pt x="1357884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357884" y="150114"/>
                  </a:lnTo>
                  <a:lnTo>
                    <a:pt x="1357884" y="149352"/>
                  </a:lnTo>
                  <a:close/>
                </a:path>
                <a:path w="1358264" h="214629">
                  <a:moveTo>
                    <a:pt x="1357884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357884" y="147066"/>
                  </a:lnTo>
                  <a:lnTo>
                    <a:pt x="1357884" y="146304"/>
                  </a:lnTo>
                  <a:close/>
                </a:path>
                <a:path w="1358264" h="214629">
                  <a:moveTo>
                    <a:pt x="1357884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357884" y="144018"/>
                  </a:lnTo>
                  <a:lnTo>
                    <a:pt x="1357884" y="143256"/>
                  </a:lnTo>
                  <a:close/>
                </a:path>
                <a:path w="1358264" h="214629">
                  <a:moveTo>
                    <a:pt x="1357884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357884" y="140970"/>
                  </a:lnTo>
                  <a:lnTo>
                    <a:pt x="1357884" y="140208"/>
                  </a:lnTo>
                  <a:close/>
                </a:path>
                <a:path w="1358264" h="214629">
                  <a:moveTo>
                    <a:pt x="1357884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357884" y="137922"/>
                  </a:lnTo>
                  <a:lnTo>
                    <a:pt x="1357884" y="137160"/>
                  </a:lnTo>
                  <a:close/>
                </a:path>
                <a:path w="1358264" h="214629">
                  <a:moveTo>
                    <a:pt x="1357884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357884" y="134874"/>
                  </a:lnTo>
                  <a:lnTo>
                    <a:pt x="1357884" y="134112"/>
                  </a:lnTo>
                  <a:close/>
                </a:path>
                <a:path w="1358264" h="214629">
                  <a:moveTo>
                    <a:pt x="1357884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357884" y="131826"/>
                  </a:lnTo>
                  <a:lnTo>
                    <a:pt x="1357884" y="131064"/>
                  </a:lnTo>
                  <a:close/>
                </a:path>
                <a:path w="1358264" h="214629">
                  <a:moveTo>
                    <a:pt x="1357884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357884" y="128778"/>
                  </a:lnTo>
                  <a:lnTo>
                    <a:pt x="1357884" y="128016"/>
                  </a:lnTo>
                  <a:close/>
                </a:path>
                <a:path w="1358264" h="214629">
                  <a:moveTo>
                    <a:pt x="1357884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357884" y="125730"/>
                  </a:lnTo>
                  <a:lnTo>
                    <a:pt x="1357884" y="124968"/>
                  </a:lnTo>
                  <a:close/>
                </a:path>
                <a:path w="1358264" h="214629">
                  <a:moveTo>
                    <a:pt x="1357884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357884" y="122682"/>
                  </a:lnTo>
                  <a:lnTo>
                    <a:pt x="1357884" y="121920"/>
                  </a:lnTo>
                  <a:close/>
                </a:path>
                <a:path w="1358264" h="214629">
                  <a:moveTo>
                    <a:pt x="1357884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357884" y="119634"/>
                  </a:lnTo>
                  <a:lnTo>
                    <a:pt x="1357884" y="118872"/>
                  </a:lnTo>
                  <a:close/>
                </a:path>
                <a:path w="1358264" h="214629">
                  <a:moveTo>
                    <a:pt x="1357884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357884" y="116586"/>
                  </a:lnTo>
                  <a:lnTo>
                    <a:pt x="1357884" y="115824"/>
                  </a:lnTo>
                  <a:close/>
                </a:path>
                <a:path w="1358264" h="214629">
                  <a:moveTo>
                    <a:pt x="1357884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357884" y="113538"/>
                  </a:lnTo>
                  <a:lnTo>
                    <a:pt x="1357884" y="112776"/>
                  </a:lnTo>
                  <a:close/>
                </a:path>
                <a:path w="1358264" h="214629">
                  <a:moveTo>
                    <a:pt x="1357884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357884" y="110490"/>
                  </a:lnTo>
                  <a:lnTo>
                    <a:pt x="1357884" y="109728"/>
                  </a:lnTo>
                  <a:close/>
                </a:path>
                <a:path w="1358264" h="214629">
                  <a:moveTo>
                    <a:pt x="135788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7884" y="107442"/>
                  </a:lnTo>
                  <a:lnTo>
                    <a:pt x="1357884" y="106680"/>
                  </a:lnTo>
                  <a:close/>
                </a:path>
                <a:path w="1358264" h="214629">
                  <a:moveTo>
                    <a:pt x="135788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7884" y="104394"/>
                  </a:lnTo>
                  <a:lnTo>
                    <a:pt x="1357884" y="103632"/>
                  </a:lnTo>
                  <a:close/>
                </a:path>
                <a:path w="1358264" h="214629">
                  <a:moveTo>
                    <a:pt x="135788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7884" y="101346"/>
                  </a:lnTo>
                  <a:lnTo>
                    <a:pt x="1357884" y="100584"/>
                  </a:lnTo>
                  <a:close/>
                </a:path>
                <a:path w="1358264" h="214629">
                  <a:moveTo>
                    <a:pt x="135788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7884" y="98298"/>
                  </a:lnTo>
                  <a:lnTo>
                    <a:pt x="1357884" y="97536"/>
                  </a:lnTo>
                  <a:close/>
                </a:path>
                <a:path w="1358264" h="214629">
                  <a:moveTo>
                    <a:pt x="135788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7884" y="95250"/>
                  </a:lnTo>
                  <a:lnTo>
                    <a:pt x="1357884" y="94488"/>
                  </a:lnTo>
                  <a:close/>
                </a:path>
                <a:path w="1358264" h="214629">
                  <a:moveTo>
                    <a:pt x="135788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7884" y="92202"/>
                  </a:lnTo>
                  <a:lnTo>
                    <a:pt x="1357884" y="91440"/>
                  </a:lnTo>
                  <a:close/>
                </a:path>
                <a:path w="1358264" h="214629">
                  <a:moveTo>
                    <a:pt x="135788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7884" y="89154"/>
                  </a:lnTo>
                  <a:lnTo>
                    <a:pt x="1357884" y="88392"/>
                  </a:lnTo>
                  <a:close/>
                </a:path>
                <a:path w="1358264" h="214629">
                  <a:moveTo>
                    <a:pt x="135788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7884" y="86106"/>
                  </a:lnTo>
                  <a:lnTo>
                    <a:pt x="1357884" y="85344"/>
                  </a:lnTo>
                  <a:close/>
                </a:path>
                <a:path w="1358264" h="214629">
                  <a:moveTo>
                    <a:pt x="135788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7884" y="83058"/>
                  </a:lnTo>
                  <a:lnTo>
                    <a:pt x="1357884" y="82296"/>
                  </a:lnTo>
                  <a:close/>
                </a:path>
                <a:path w="1358264" h="214629">
                  <a:moveTo>
                    <a:pt x="135788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7884" y="80010"/>
                  </a:lnTo>
                  <a:lnTo>
                    <a:pt x="1357884" y="79248"/>
                  </a:lnTo>
                  <a:close/>
                </a:path>
                <a:path w="1358264" h="214629">
                  <a:moveTo>
                    <a:pt x="135788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7884" y="76962"/>
                  </a:lnTo>
                  <a:lnTo>
                    <a:pt x="1357884" y="76200"/>
                  </a:lnTo>
                  <a:close/>
                </a:path>
                <a:path w="1358264" h="214629">
                  <a:moveTo>
                    <a:pt x="135788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7884" y="73914"/>
                  </a:lnTo>
                  <a:lnTo>
                    <a:pt x="1357884" y="73152"/>
                  </a:lnTo>
                  <a:close/>
                </a:path>
                <a:path w="1358264" h="214629">
                  <a:moveTo>
                    <a:pt x="135788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7884" y="70866"/>
                  </a:lnTo>
                  <a:lnTo>
                    <a:pt x="1357884" y="70104"/>
                  </a:lnTo>
                  <a:close/>
                </a:path>
                <a:path w="1358264" h="214629">
                  <a:moveTo>
                    <a:pt x="135788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7884" y="67818"/>
                  </a:lnTo>
                  <a:lnTo>
                    <a:pt x="1357884" y="67056"/>
                  </a:lnTo>
                  <a:close/>
                </a:path>
                <a:path w="1358264" h="214629">
                  <a:moveTo>
                    <a:pt x="135788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7884" y="64770"/>
                  </a:lnTo>
                  <a:lnTo>
                    <a:pt x="1357884" y="64008"/>
                  </a:lnTo>
                  <a:close/>
                </a:path>
                <a:path w="1358264" h="214629">
                  <a:moveTo>
                    <a:pt x="135788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7884" y="61722"/>
                  </a:lnTo>
                  <a:lnTo>
                    <a:pt x="1357884" y="60960"/>
                  </a:lnTo>
                  <a:close/>
                </a:path>
                <a:path w="1358264" h="214629">
                  <a:moveTo>
                    <a:pt x="135788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7884" y="58674"/>
                  </a:lnTo>
                  <a:lnTo>
                    <a:pt x="1357884" y="57912"/>
                  </a:lnTo>
                  <a:close/>
                </a:path>
                <a:path w="1358264" h="214629">
                  <a:moveTo>
                    <a:pt x="135788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7884" y="55626"/>
                  </a:lnTo>
                  <a:lnTo>
                    <a:pt x="1357884" y="54864"/>
                  </a:lnTo>
                  <a:close/>
                </a:path>
                <a:path w="1358264" h="214629">
                  <a:moveTo>
                    <a:pt x="135788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7884" y="52578"/>
                  </a:lnTo>
                  <a:lnTo>
                    <a:pt x="1357884" y="51816"/>
                  </a:lnTo>
                  <a:close/>
                </a:path>
                <a:path w="1358264" h="214629">
                  <a:moveTo>
                    <a:pt x="135788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7884" y="49530"/>
                  </a:lnTo>
                  <a:lnTo>
                    <a:pt x="1357884" y="48768"/>
                  </a:lnTo>
                  <a:close/>
                </a:path>
                <a:path w="1358264" h="214629">
                  <a:moveTo>
                    <a:pt x="135788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7884" y="46482"/>
                  </a:lnTo>
                  <a:lnTo>
                    <a:pt x="1357884" y="45720"/>
                  </a:lnTo>
                  <a:close/>
                </a:path>
                <a:path w="1358264" h="214629">
                  <a:moveTo>
                    <a:pt x="135788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7884" y="43434"/>
                  </a:lnTo>
                  <a:lnTo>
                    <a:pt x="1357884" y="42672"/>
                  </a:lnTo>
                  <a:close/>
                </a:path>
                <a:path w="1358264" h="214629">
                  <a:moveTo>
                    <a:pt x="135788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7884" y="40386"/>
                  </a:lnTo>
                  <a:lnTo>
                    <a:pt x="1357884" y="39624"/>
                  </a:lnTo>
                  <a:close/>
                </a:path>
                <a:path w="1358264" h="214629">
                  <a:moveTo>
                    <a:pt x="135788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7884" y="37338"/>
                  </a:lnTo>
                  <a:lnTo>
                    <a:pt x="1357884" y="36576"/>
                  </a:lnTo>
                  <a:close/>
                </a:path>
                <a:path w="1358264" h="214629">
                  <a:moveTo>
                    <a:pt x="135788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7884" y="34290"/>
                  </a:lnTo>
                  <a:lnTo>
                    <a:pt x="1357884" y="33528"/>
                  </a:lnTo>
                  <a:close/>
                </a:path>
                <a:path w="1358264" h="214629">
                  <a:moveTo>
                    <a:pt x="135788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7884" y="31242"/>
                  </a:lnTo>
                  <a:lnTo>
                    <a:pt x="1357884" y="30480"/>
                  </a:lnTo>
                  <a:close/>
                </a:path>
                <a:path w="1358264" h="214629">
                  <a:moveTo>
                    <a:pt x="135788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7884" y="28194"/>
                  </a:lnTo>
                  <a:lnTo>
                    <a:pt x="1357884" y="27432"/>
                  </a:lnTo>
                  <a:close/>
                </a:path>
                <a:path w="1358264" h="214629">
                  <a:moveTo>
                    <a:pt x="135788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7884" y="25146"/>
                  </a:lnTo>
                  <a:lnTo>
                    <a:pt x="1357884" y="24384"/>
                  </a:lnTo>
                  <a:close/>
                </a:path>
                <a:path w="1358264" h="214629">
                  <a:moveTo>
                    <a:pt x="135788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7884" y="22098"/>
                  </a:lnTo>
                  <a:lnTo>
                    <a:pt x="1357884" y="21336"/>
                  </a:lnTo>
                  <a:close/>
                </a:path>
                <a:path w="1358264" h="214629">
                  <a:moveTo>
                    <a:pt x="135788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7884" y="19050"/>
                  </a:lnTo>
                  <a:lnTo>
                    <a:pt x="1357884" y="18288"/>
                  </a:lnTo>
                  <a:close/>
                </a:path>
                <a:path w="1358264" h="214629">
                  <a:moveTo>
                    <a:pt x="135788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7884" y="16002"/>
                  </a:lnTo>
                  <a:lnTo>
                    <a:pt x="1357884" y="15240"/>
                  </a:lnTo>
                  <a:close/>
                </a:path>
                <a:path w="1358264" h="214629">
                  <a:moveTo>
                    <a:pt x="135788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7884" y="12954"/>
                  </a:lnTo>
                  <a:lnTo>
                    <a:pt x="1357884" y="12192"/>
                  </a:lnTo>
                  <a:close/>
                </a:path>
                <a:path w="1358264" h="214629">
                  <a:moveTo>
                    <a:pt x="135788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7884" y="9906"/>
                  </a:lnTo>
                  <a:lnTo>
                    <a:pt x="1357884" y="9144"/>
                  </a:lnTo>
                  <a:close/>
                </a:path>
                <a:path w="1358264" h="214629">
                  <a:moveTo>
                    <a:pt x="135788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7884" y="6858"/>
                  </a:lnTo>
                  <a:lnTo>
                    <a:pt x="1357884" y="6096"/>
                  </a:lnTo>
                  <a:close/>
                </a:path>
                <a:path w="1358264" h="214629">
                  <a:moveTo>
                    <a:pt x="135788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7884" y="3810"/>
                  </a:lnTo>
                  <a:lnTo>
                    <a:pt x="1357884" y="3048"/>
                  </a:lnTo>
                  <a:close/>
                </a:path>
                <a:path w="1358264" h="214629">
                  <a:moveTo>
                    <a:pt x="1357884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357884" y="762"/>
                  </a:lnTo>
                  <a:lnTo>
                    <a:pt x="135788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699393" y="4421774"/>
              <a:ext cx="1358265" cy="214629"/>
            </a:xfrm>
            <a:custGeom>
              <a:avLst/>
              <a:gdLst/>
              <a:ahLst/>
              <a:cxnLst/>
              <a:rect l="l" t="t" r="r" b="b"/>
              <a:pathLst>
                <a:path w="1358264" h="214629">
                  <a:moveTo>
                    <a:pt x="1357884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357884" y="214122"/>
                  </a:lnTo>
                  <a:lnTo>
                    <a:pt x="1357884" y="213360"/>
                  </a:lnTo>
                  <a:close/>
                </a:path>
                <a:path w="1358264" h="214629">
                  <a:moveTo>
                    <a:pt x="1357884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357884" y="211074"/>
                  </a:lnTo>
                  <a:lnTo>
                    <a:pt x="1357884" y="210312"/>
                  </a:lnTo>
                  <a:close/>
                </a:path>
                <a:path w="1358264" h="214629">
                  <a:moveTo>
                    <a:pt x="1357884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357884" y="208026"/>
                  </a:lnTo>
                  <a:lnTo>
                    <a:pt x="1357884" y="207264"/>
                  </a:lnTo>
                  <a:close/>
                </a:path>
                <a:path w="1358264" h="214629">
                  <a:moveTo>
                    <a:pt x="1357884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357884" y="204978"/>
                  </a:lnTo>
                  <a:lnTo>
                    <a:pt x="1357884" y="204216"/>
                  </a:lnTo>
                  <a:close/>
                </a:path>
                <a:path w="1358264" h="214629">
                  <a:moveTo>
                    <a:pt x="1357884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357884" y="201930"/>
                  </a:lnTo>
                  <a:lnTo>
                    <a:pt x="1357884" y="201168"/>
                  </a:lnTo>
                  <a:close/>
                </a:path>
                <a:path w="1358264" h="214629">
                  <a:moveTo>
                    <a:pt x="1357884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357884" y="198882"/>
                  </a:lnTo>
                  <a:lnTo>
                    <a:pt x="1357884" y="198120"/>
                  </a:lnTo>
                  <a:close/>
                </a:path>
                <a:path w="1358264" h="214629">
                  <a:moveTo>
                    <a:pt x="1357884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357884" y="195834"/>
                  </a:lnTo>
                  <a:lnTo>
                    <a:pt x="1357884" y="195072"/>
                  </a:lnTo>
                  <a:close/>
                </a:path>
                <a:path w="1358264" h="214629">
                  <a:moveTo>
                    <a:pt x="1357884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357884" y="192786"/>
                  </a:lnTo>
                  <a:lnTo>
                    <a:pt x="1357884" y="192024"/>
                  </a:lnTo>
                  <a:close/>
                </a:path>
                <a:path w="1358264" h="214629">
                  <a:moveTo>
                    <a:pt x="1357884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357884" y="189738"/>
                  </a:lnTo>
                  <a:lnTo>
                    <a:pt x="1357884" y="188976"/>
                  </a:lnTo>
                  <a:close/>
                </a:path>
                <a:path w="1358264" h="214629">
                  <a:moveTo>
                    <a:pt x="1357884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357884" y="186690"/>
                  </a:lnTo>
                  <a:lnTo>
                    <a:pt x="1357884" y="185928"/>
                  </a:lnTo>
                  <a:close/>
                </a:path>
                <a:path w="1358264" h="214629">
                  <a:moveTo>
                    <a:pt x="1357884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357884" y="183642"/>
                  </a:lnTo>
                  <a:lnTo>
                    <a:pt x="1357884" y="182880"/>
                  </a:lnTo>
                  <a:close/>
                </a:path>
                <a:path w="1358264" h="214629">
                  <a:moveTo>
                    <a:pt x="1357884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357884" y="180594"/>
                  </a:lnTo>
                  <a:lnTo>
                    <a:pt x="1357884" y="179832"/>
                  </a:lnTo>
                  <a:close/>
                </a:path>
                <a:path w="1358264" h="214629">
                  <a:moveTo>
                    <a:pt x="1357884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357884" y="177546"/>
                  </a:lnTo>
                  <a:lnTo>
                    <a:pt x="1357884" y="176784"/>
                  </a:lnTo>
                  <a:close/>
                </a:path>
                <a:path w="1358264" h="214629">
                  <a:moveTo>
                    <a:pt x="1357884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357884" y="174498"/>
                  </a:lnTo>
                  <a:lnTo>
                    <a:pt x="1357884" y="173736"/>
                  </a:lnTo>
                  <a:close/>
                </a:path>
                <a:path w="1358264" h="214629">
                  <a:moveTo>
                    <a:pt x="1357884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357884" y="171450"/>
                  </a:lnTo>
                  <a:lnTo>
                    <a:pt x="1357884" y="170688"/>
                  </a:lnTo>
                  <a:close/>
                </a:path>
                <a:path w="1358264" h="214629">
                  <a:moveTo>
                    <a:pt x="1357884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357884" y="168402"/>
                  </a:lnTo>
                  <a:lnTo>
                    <a:pt x="1357884" y="167640"/>
                  </a:lnTo>
                  <a:close/>
                </a:path>
                <a:path w="1358264" h="214629">
                  <a:moveTo>
                    <a:pt x="1357884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357884" y="165354"/>
                  </a:lnTo>
                  <a:lnTo>
                    <a:pt x="1357884" y="164592"/>
                  </a:lnTo>
                  <a:close/>
                </a:path>
                <a:path w="1358264" h="214629">
                  <a:moveTo>
                    <a:pt x="1357884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357884" y="162306"/>
                  </a:lnTo>
                  <a:lnTo>
                    <a:pt x="1357884" y="161544"/>
                  </a:lnTo>
                  <a:close/>
                </a:path>
                <a:path w="1358264" h="214629">
                  <a:moveTo>
                    <a:pt x="1357884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357884" y="159258"/>
                  </a:lnTo>
                  <a:lnTo>
                    <a:pt x="1357884" y="158496"/>
                  </a:lnTo>
                  <a:close/>
                </a:path>
                <a:path w="1358264" h="214629">
                  <a:moveTo>
                    <a:pt x="1357884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357884" y="156210"/>
                  </a:lnTo>
                  <a:lnTo>
                    <a:pt x="1357884" y="155448"/>
                  </a:lnTo>
                  <a:close/>
                </a:path>
                <a:path w="1358264" h="214629">
                  <a:moveTo>
                    <a:pt x="1357884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357884" y="153162"/>
                  </a:lnTo>
                  <a:lnTo>
                    <a:pt x="1357884" y="152400"/>
                  </a:lnTo>
                  <a:close/>
                </a:path>
                <a:path w="1358264" h="214629">
                  <a:moveTo>
                    <a:pt x="1357884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357884" y="150114"/>
                  </a:lnTo>
                  <a:lnTo>
                    <a:pt x="1357884" y="149352"/>
                  </a:lnTo>
                  <a:close/>
                </a:path>
                <a:path w="1358264" h="214629">
                  <a:moveTo>
                    <a:pt x="1357884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357884" y="147066"/>
                  </a:lnTo>
                  <a:lnTo>
                    <a:pt x="1357884" y="146304"/>
                  </a:lnTo>
                  <a:close/>
                </a:path>
                <a:path w="1358264" h="214629">
                  <a:moveTo>
                    <a:pt x="1357884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357884" y="144018"/>
                  </a:lnTo>
                  <a:lnTo>
                    <a:pt x="1357884" y="143256"/>
                  </a:lnTo>
                  <a:close/>
                </a:path>
                <a:path w="1358264" h="214629">
                  <a:moveTo>
                    <a:pt x="1357884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357884" y="140970"/>
                  </a:lnTo>
                  <a:lnTo>
                    <a:pt x="1357884" y="140208"/>
                  </a:lnTo>
                  <a:close/>
                </a:path>
                <a:path w="1358264" h="214629">
                  <a:moveTo>
                    <a:pt x="1357884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357884" y="137922"/>
                  </a:lnTo>
                  <a:lnTo>
                    <a:pt x="1357884" y="137160"/>
                  </a:lnTo>
                  <a:close/>
                </a:path>
                <a:path w="1358264" h="214629">
                  <a:moveTo>
                    <a:pt x="1357884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357884" y="134874"/>
                  </a:lnTo>
                  <a:lnTo>
                    <a:pt x="1357884" y="134112"/>
                  </a:lnTo>
                  <a:close/>
                </a:path>
                <a:path w="1358264" h="214629">
                  <a:moveTo>
                    <a:pt x="1357884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357884" y="131826"/>
                  </a:lnTo>
                  <a:lnTo>
                    <a:pt x="1357884" y="131064"/>
                  </a:lnTo>
                  <a:close/>
                </a:path>
                <a:path w="1358264" h="214629">
                  <a:moveTo>
                    <a:pt x="1357884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357884" y="128778"/>
                  </a:lnTo>
                  <a:lnTo>
                    <a:pt x="1357884" y="128016"/>
                  </a:lnTo>
                  <a:close/>
                </a:path>
                <a:path w="1358264" h="214629">
                  <a:moveTo>
                    <a:pt x="1357884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357884" y="125730"/>
                  </a:lnTo>
                  <a:lnTo>
                    <a:pt x="1357884" y="124968"/>
                  </a:lnTo>
                  <a:close/>
                </a:path>
                <a:path w="1358264" h="214629">
                  <a:moveTo>
                    <a:pt x="1357884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357884" y="122682"/>
                  </a:lnTo>
                  <a:lnTo>
                    <a:pt x="1357884" y="121920"/>
                  </a:lnTo>
                  <a:close/>
                </a:path>
                <a:path w="1358264" h="214629">
                  <a:moveTo>
                    <a:pt x="1357884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357884" y="119634"/>
                  </a:lnTo>
                  <a:lnTo>
                    <a:pt x="1357884" y="118872"/>
                  </a:lnTo>
                  <a:close/>
                </a:path>
                <a:path w="1358264" h="214629">
                  <a:moveTo>
                    <a:pt x="1357884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357884" y="116586"/>
                  </a:lnTo>
                  <a:lnTo>
                    <a:pt x="1357884" y="115824"/>
                  </a:lnTo>
                  <a:close/>
                </a:path>
                <a:path w="1358264" h="214629">
                  <a:moveTo>
                    <a:pt x="1357884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357884" y="113538"/>
                  </a:lnTo>
                  <a:lnTo>
                    <a:pt x="1357884" y="112776"/>
                  </a:lnTo>
                  <a:close/>
                </a:path>
                <a:path w="1358264" h="214629">
                  <a:moveTo>
                    <a:pt x="1357884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357884" y="110490"/>
                  </a:lnTo>
                  <a:lnTo>
                    <a:pt x="1357884" y="109728"/>
                  </a:lnTo>
                  <a:close/>
                </a:path>
                <a:path w="1358264" h="214629">
                  <a:moveTo>
                    <a:pt x="135788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7884" y="107442"/>
                  </a:lnTo>
                  <a:lnTo>
                    <a:pt x="1357884" y="106680"/>
                  </a:lnTo>
                  <a:close/>
                </a:path>
                <a:path w="1358264" h="214629">
                  <a:moveTo>
                    <a:pt x="135788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7884" y="104394"/>
                  </a:lnTo>
                  <a:lnTo>
                    <a:pt x="1357884" y="103632"/>
                  </a:lnTo>
                  <a:close/>
                </a:path>
                <a:path w="1358264" h="214629">
                  <a:moveTo>
                    <a:pt x="135788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7884" y="101346"/>
                  </a:lnTo>
                  <a:lnTo>
                    <a:pt x="1357884" y="100584"/>
                  </a:lnTo>
                  <a:close/>
                </a:path>
                <a:path w="1358264" h="214629">
                  <a:moveTo>
                    <a:pt x="135788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7884" y="98298"/>
                  </a:lnTo>
                  <a:lnTo>
                    <a:pt x="1357884" y="97536"/>
                  </a:lnTo>
                  <a:close/>
                </a:path>
                <a:path w="1358264" h="214629">
                  <a:moveTo>
                    <a:pt x="135788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7884" y="95250"/>
                  </a:lnTo>
                  <a:lnTo>
                    <a:pt x="1357884" y="94488"/>
                  </a:lnTo>
                  <a:close/>
                </a:path>
                <a:path w="1358264" h="214629">
                  <a:moveTo>
                    <a:pt x="135788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7884" y="92202"/>
                  </a:lnTo>
                  <a:lnTo>
                    <a:pt x="1357884" y="91440"/>
                  </a:lnTo>
                  <a:close/>
                </a:path>
                <a:path w="1358264" h="214629">
                  <a:moveTo>
                    <a:pt x="135788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7884" y="89154"/>
                  </a:lnTo>
                  <a:lnTo>
                    <a:pt x="1357884" y="88392"/>
                  </a:lnTo>
                  <a:close/>
                </a:path>
                <a:path w="1358264" h="214629">
                  <a:moveTo>
                    <a:pt x="135788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7884" y="86106"/>
                  </a:lnTo>
                  <a:lnTo>
                    <a:pt x="1357884" y="85344"/>
                  </a:lnTo>
                  <a:close/>
                </a:path>
                <a:path w="1358264" h="214629">
                  <a:moveTo>
                    <a:pt x="135788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7884" y="83058"/>
                  </a:lnTo>
                  <a:lnTo>
                    <a:pt x="1357884" y="82296"/>
                  </a:lnTo>
                  <a:close/>
                </a:path>
                <a:path w="1358264" h="214629">
                  <a:moveTo>
                    <a:pt x="135788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7884" y="80010"/>
                  </a:lnTo>
                  <a:lnTo>
                    <a:pt x="1357884" y="79248"/>
                  </a:lnTo>
                  <a:close/>
                </a:path>
                <a:path w="1358264" h="214629">
                  <a:moveTo>
                    <a:pt x="135788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7884" y="76962"/>
                  </a:lnTo>
                  <a:lnTo>
                    <a:pt x="1357884" y="76200"/>
                  </a:lnTo>
                  <a:close/>
                </a:path>
                <a:path w="1358264" h="214629">
                  <a:moveTo>
                    <a:pt x="135788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7884" y="73914"/>
                  </a:lnTo>
                  <a:lnTo>
                    <a:pt x="1357884" y="73152"/>
                  </a:lnTo>
                  <a:close/>
                </a:path>
                <a:path w="1358264" h="214629">
                  <a:moveTo>
                    <a:pt x="135788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7884" y="70866"/>
                  </a:lnTo>
                  <a:lnTo>
                    <a:pt x="1357884" y="70104"/>
                  </a:lnTo>
                  <a:close/>
                </a:path>
                <a:path w="1358264" h="214629">
                  <a:moveTo>
                    <a:pt x="135788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7884" y="67818"/>
                  </a:lnTo>
                  <a:lnTo>
                    <a:pt x="1357884" y="67056"/>
                  </a:lnTo>
                  <a:close/>
                </a:path>
                <a:path w="1358264" h="214629">
                  <a:moveTo>
                    <a:pt x="135788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7884" y="64770"/>
                  </a:lnTo>
                  <a:lnTo>
                    <a:pt x="1357884" y="64008"/>
                  </a:lnTo>
                  <a:close/>
                </a:path>
                <a:path w="1358264" h="214629">
                  <a:moveTo>
                    <a:pt x="135788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7884" y="61722"/>
                  </a:lnTo>
                  <a:lnTo>
                    <a:pt x="1357884" y="60960"/>
                  </a:lnTo>
                  <a:close/>
                </a:path>
                <a:path w="1358264" h="214629">
                  <a:moveTo>
                    <a:pt x="135788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7884" y="58674"/>
                  </a:lnTo>
                  <a:lnTo>
                    <a:pt x="1357884" y="57912"/>
                  </a:lnTo>
                  <a:close/>
                </a:path>
                <a:path w="1358264" h="214629">
                  <a:moveTo>
                    <a:pt x="135788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7884" y="55626"/>
                  </a:lnTo>
                  <a:lnTo>
                    <a:pt x="1357884" y="54864"/>
                  </a:lnTo>
                  <a:close/>
                </a:path>
                <a:path w="1358264" h="214629">
                  <a:moveTo>
                    <a:pt x="135788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7884" y="52578"/>
                  </a:lnTo>
                  <a:lnTo>
                    <a:pt x="1357884" y="51816"/>
                  </a:lnTo>
                  <a:close/>
                </a:path>
                <a:path w="1358264" h="214629">
                  <a:moveTo>
                    <a:pt x="135788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7884" y="49530"/>
                  </a:lnTo>
                  <a:lnTo>
                    <a:pt x="1357884" y="48768"/>
                  </a:lnTo>
                  <a:close/>
                </a:path>
                <a:path w="1358264" h="214629">
                  <a:moveTo>
                    <a:pt x="135788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7884" y="46482"/>
                  </a:lnTo>
                  <a:lnTo>
                    <a:pt x="1357884" y="45720"/>
                  </a:lnTo>
                  <a:close/>
                </a:path>
                <a:path w="1358264" h="214629">
                  <a:moveTo>
                    <a:pt x="135788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7884" y="43434"/>
                  </a:lnTo>
                  <a:lnTo>
                    <a:pt x="1357884" y="42672"/>
                  </a:lnTo>
                  <a:close/>
                </a:path>
                <a:path w="1358264" h="214629">
                  <a:moveTo>
                    <a:pt x="135788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7884" y="40386"/>
                  </a:lnTo>
                  <a:lnTo>
                    <a:pt x="1357884" y="39624"/>
                  </a:lnTo>
                  <a:close/>
                </a:path>
                <a:path w="1358264" h="214629">
                  <a:moveTo>
                    <a:pt x="135788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7884" y="37338"/>
                  </a:lnTo>
                  <a:lnTo>
                    <a:pt x="1357884" y="36576"/>
                  </a:lnTo>
                  <a:close/>
                </a:path>
                <a:path w="1358264" h="214629">
                  <a:moveTo>
                    <a:pt x="135788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7884" y="34290"/>
                  </a:lnTo>
                  <a:lnTo>
                    <a:pt x="1357884" y="33528"/>
                  </a:lnTo>
                  <a:close/>
                </a:path>
                <a:path w="1358264" h="214629">
                  <a:moveTo>
                    <a:pt x="135788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7884" y="31242"/>
                  </a:lnTo>
                  <a:lnTo>
                    <a:pt x="1357884" y="30480"/>
                  </a:lnTo>
                  <a:close/>
                </a:path>
                <a:path w="1358264" h="214629">
                  <a:moveTo>
                    <a:pt x="135788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7884" y="28194"/>
                  </a:lnTo>
                  <a:lnTo>
                    <a:pt x="1357884" y="27432"/>
                  </a:lnTo>
                  <a:close/>
                </a:path>
                <a:path w="1358264" h="214629">
                  <a:moveTo>
                    <a:pt x="135788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7884" y="25146"/>
                  </a:lnTo>
                  <a:lnTo>
                    <a:pt x="1357884" y="24384"/>
                  </a:lnTo>
                  <a:close/>
                </a:path>
                <a:path w="1358264" h="214629">
                  <a:moveTo>
                    <a:pt x="135788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7884" y="22098"/>
                  </a:lnTo>
                  <a:lnTo>
                    <a:pt x="1357884" y="21336"/>
                  </a:lnTo>
                  <a:close/>
                </a:path>
                <a:path w="1358264" h="214629">
                  <a:moveTo>
                    <a:pt x="135788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7884" y="19050"/>
                  </a:lnTo>
                  <a:lnTo>
                    <a:pt x="1357884" y="18288"/>
                  </a:lnTo>
                  <a:close/>
                </a:path>
                <a:path w="1358264" h="214629">
                  <a:moveTo>
                    <a:pt x="135788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7884" y="16002"/>
                  </a:lnTo>
                  <a:lnTo>
                    <a:pt x="1357884" y="15240"/>
                  </a:lnTo>
                  <a:close/>
                </a:path>
                <a:path w="1358264" h="214629">
                  <a:moveTo>
                    <a:pt x="135788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7884" y="12954"/>
                  </a:lnTo>
                  <a:lnTo>
                    <a:pt x="1357884" y="12192"/>
                  </a:lnTo>
                  <a:close/>
                </a:path>
                <a:path w="1358264" h="214629">
                  <a:moveTo>
                    <a:pt x="135788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7884" y="9906"/>
                  </a:lnTo>
                  <a:lnTo>
                    <a:pt x="1357884" y="9144"/>
                  </a:lnTo>
                  <a:close/>
                </a:path>
                <a:path w="1358264" h="214629">
                  <a:moveTo>
                    <a:pt x="135788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7884" y="6858"/>
                  </a:lnTo>
                  <a:lnTo>
                    <a:pt x="1357884" y="6096"/>
                  </a:lnTo>
                  <a:close/>
                </a:path>
                <a:path w="1358264" h="214629">
                  <a:moveTo>
                    <a:pt x="135788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7884" y="3810"/>
                  </a:lnTo>
                  <a:lnTo>
                    <a:pt x="1357884" y="3048"/>
                  </a:lnTo>
                  <a:close/>
                </a:path>
                <a:path w="1358264" h="214629">
                  <a:moveTo>
                    <a:pt x="1357884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357884" y="762"/>
                  </a:lnTo>
                  <a:lnTo>
                    <a:pt x="135788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699393" y="4635135"/>
              <a:ext cx="1358265" cy="214629"/>
            </a:xfrm>
            <a:custGeom>
              <a:avLst/>
              <a:gdLst/>
              <a:ahLst/>
              <a:cxnLst/>
              <a:rect l="l" t="t" r="r" b="b"/>
              <a:pathLst>
                <a:path w="1358264" h="214629">
                  <a:moveTo>
                    <a:pt x="1357884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357884" y="214122"/>
                  </a:lnTo>
                  <a:lnTo>
                    <a:pt x="1357884" y="213360"/>
                  </a:lnTo>
                  <a:close/>
                </a:path>
                <a:path w="1358264" h="214629">
                  <a:moveTo>
                    <a:pt x="1357884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357884" y="211074"/>
                  </a:lnTo>
                  <a:lnTo>
                    <a:pt x="1357884" y="210312"/>
                  </a:lnTo>
                  <a:close/>
                </a:path>
                <a:path w="1358264" h="214629">
                  <a:moveTo>
                    <a:pt x="1357884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357884" y="208026"/>
                  </a:lnTo>
                  <a:lnTo>
                    <a:pt x="1357884" y="207264"/>
                  </a:lnTo>
                  <a:close/>
                </a:path>
                <a:path w="1358264" h="214629">
                  <a:moveTo>
                    <a:pt x="1357884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357884" y="204978"/>
                  </a:lnTo>
                  <a:lnTo>
                    <a:pt x="1357884" y="204216"/>
                  </a:lnTo>
                  <a:close/>
                </a:path>
                <a:path w="1358264" h="214629">
                  <a:moveTo>
                    <a:pt x="1357884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357884" y="201930"/>
                  </a:lnTo>
                  <a:lnTo>
                    <a:pt x="1357884" y="201168"/>
                  </a:lnTo>
                  <a:close/>
                </a:path>
                <a:path w="1358264" h="214629">
                  <a:moveTo>
                    <a:pt x="1357884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357884" y="198882"/>
                  </a:lnTo>
                  <a:lnTo>
                    <a:pt x="1357884" y="198120"/>
                  </a:lnTo>
                  <a:close/>
                </a:path>
                <a:path w="1358264" h="214629">
                  <a:moveTo>
                    <a:pt x="1357884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357884" y="195834"/>
                  </a:lnTo>
                  <a:lnTo>
                    <a:pt x="1357884" y="195072"/>
                  </a:lnTo>
                  <a:close/>
                </a:path>
                <a:path w="1358264" h="214629">
                  <a:moveTo>
                    <a:pt x="1357884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357884" y="192786"/>
                  </a:lnTo>
                  <a:lnTo>
                    <a:pt x="1357884" y="192024"/>
                  </a:lnTo>
                  <a:close/>
                </a:path>
                <a:path w="1358264" h="214629">
                  <a:moveTo>
                    <a:pt x="1357884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357884" y="189738"/>
                  </a:lnTo>
                  <a:lnTo>
                    <a:pt x="1357884" y="188976"/>
                  </a:lnTo>
                  <a:close/>
                </a:path>
                <a:path w="1358264" h="214629">
                  <a:moveTo>
                    <a:pt x="1357884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357884" y="186690"/>
                  </a:lnTo>
                  <a:lnTo>
                    <a:pt x="1357884" y="185928"/>
                  </a:lnTo>
                  <a:close/>
                </a:path>
                <a:path w="1358264" h="214629">
                  <a:moveTo>
                    <a:pt x="1357884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357884" y="183642"/>
                  </a:lnTo>
                  <a:lnTo>
                    <a:pt x="1357884" y="182880"/>
                  </a:lnTo>
                  <a:close/>
                </a:path>
                <a:path w="1358264" h="214629">
                  <a:moveTo>
                    <a:pt x="1357884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357884" y="180594"/>
                  </a:lnTo>
                  <a:lnTo>
                    <a:pt x="1357884" y="179832"/>
                  </a:lnTo>
                  <a:close/>
                </a:path>
                <a:path w="1358264" h="214629">
                  <a:moveTo>
                    <a:pt x="1357884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357884" y="177546"/>
                  </a:lnTo>
                  <a:lnTo>
                    <a:pt x="1357884" y="176784"/>
                  </a:lnTo>
                  <a:close/>
                </a:path>
                <a:path w="1358264" h="214629">
                  <a:moveTo>
                    <a:pt x="1357884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357884" y="174498"/>
                  </a:lnTo>
                  <a:lnTo>
                    <a:pt x="1357884" y="173736"/>
                  </a:lnTo>
                  <a:close/>
                </a:path>
                <a:path w="1358264" h="214629">
                  <a:moveTo>
                    <a:pt x="1357884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357884" y="171450"/>
                  </a:lnTo>
                  <a:lnTo>
                    <a:pt x="1357884" y="170688"/>
                  </a:lnTo>
                  <a:close/>
                </a:path>
                <a:path w="1358264" h="214629">
                  <a:moveTo>
                    <a:pt x="1357884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357884" y="168402"/>
                  </a:lnTo>
                  <a:lnTo>
                    <a:pt x="1357884" y="167640"/>
                  </a:lnTo>
                  <a:close/>
                </a:path>
                <a:path w="1358264" h="214629">
                  <a:moveTo>
                    <a:pt x="1357884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357884" y="165354"/>
                  </a:lnTo>
                  <a:lnTo>
                    <a:pt x="1357884" y="164592"/>
                  </a:lnTo>
                  <a:close/>
                </a:path>
                <a:path w="1358264" h="214629">
                  <a:moveTo>
                    <a:pt x="1357884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357884" y="162306"/>
                  </a:lnTo>
                  <a:lnTo>
                    <a:pt x="1357884" y="161544"/>
                  </a:lnTo>
                  <a:close/>
                </a:path>
                <a:path w="1358264" h="214629">
                  <a:moveTo>
                    <a:pt x="1357884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357884" y="159258"/>
                  </a:lnTo>
                  <a:lnTo>
                    <a:pt x="1357884" y="158496"/>
                  </a:lnTo>
                  <a:close/>
                </a:path>
                <a:path w="1358264" h="214629">
                  <a:moveTo>
                    <a:pt x="1357884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357884" y="156210"/>
                  </a:lnTo>
                  <a:lnTo>
                    <a:pt x="1357884" y="155448"/>
                  </a:lnTo>
                  <a:close/>
                </a:path>
                <a:path w="1358264" h="214629">
                  <a:moveTo>
                    <a:pt x="1357884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357884" y="153162"/>
                  </a:lnTo>
                  <a:lnTo>
                    <a:pt x="1357884" y="152400"/>
                  </a:lnTo>
                  <a:close/>
                </a:path>
                <a:path w="1358264" h="214629">
                  <a:moveTo>
                    <a:pt x="1357884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357884" y="150114"/>
                  </a:lnTo>
                  <a:lnTo>
                    <a:pt x="1357884" y="149352"/>
                  </a:lnTo>
                  <a:close/>
                </a:path>
                <a:path w="1358264" h="214629">
                  <a:moveTo>
                    <a:pt x="1357884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357884" y="147066"/>
                  </a:lnTo>
                  <a:lnTo>
                    <a:pt x="1357884" y="146304"/>
                  </a:lnTo>
                  <a:close/>
                </a:path>
                <a:path w="1358264" h="214629">
                  <a:moveTo>
                    <a:pt x="1357884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357884" y="144018"/>
                  </a:lnTo>
                  <a:lnTo>
                    <a:pt x="1357884" y="143256"/>
                  </a:lnTo>
                  <a:close/>
                </a:path>
                <a:path w="1358264" h="214629">
                  <a:moveTo>
                    <a:pt x="1357884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357884" y="140970"/>
                  </a:lnTo>
                  <a:lnTo>
                    <a:pt x="1357884" y="140208"/>
                  </a:lnTo>
                  <a:close/>
                </a:path>
                <a:path w="1358264" h="214629">
                  <a:moveTo>
                    <a:pt x="1357884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357884" y="137922"/>
                  </a:lnTo>
                  <a:lnTo>
                    <a:pt x="1357884" y="137160"/>
                  </a:lnTo>
                  <a:close/>
                </a:path>
                <a:path w="1358264" h="214629">
                  <a:moveTo>
                    <a:pt x="1357884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357884" y="134874"/>
                  </a:lnTo>
                  <a:lnTo>
                    <a:pt x="1357884" y="134112"/>
                  </a:lnTo>
                  <a:close/>
                </a:path>
                <a:path w="1358264" h="214629">
                  <a:moveTo>
                    <a:pt x="1357884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357884" y="131826"/>
                  </a:lnTo>
                  <a:lnTo>
                    <a:pt x="1357884" y="131064"/>
                  </a:lnTo>
                  <a:close/>
                </a:path>
                <a:path w="1358264" h="214629">
                  <a:moveTo>
                    <a:pt x="1357884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357884" y="128778"/>
                  </a:lnTo>
                  <a:lnTo>
                    <a:pt x="1357884" y="128016"/>
                  </a:lnTo>
                  <a:close/>
                </a:path>
                <a:path w="1358264" h="214629">
                  <a:moveTo>
                    <a:pt x="1357884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357884" y="125730"/>
                  </a:lnTo>
                  <a:lnTo>
                    <a:pt x="1357884" y="124968"/>
                  </a:lnTo>
                  <a:close/>
                </a:path>
                <a:path w="1358264" h="214629">
                  <a:moveTo>
                    <a:pt x="1357884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357884" y="122682"/>
                  </a:lnTo>
                  <a:lnTo>
                    <a:pt x="1357884" y="121920"/>
                  </a:lnTo>
                  <a:close/>
                </a:path>
                <a:path w="1358264" h="214629">
                  <a:moveTo>
                    <a:pt x="1357884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357884" y="119634"/>
                  </a:lnTo>
                  <a:lnTo>
                    <a:pt x="1357884" y="118872"/>
                  </a:lnTo>
                  <a:close/>
                </a:path>
                <a:path w="1358264" h="214629">
                  <a:moveTo>
                    <a:pt x="1357884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357884" y="116586"/>
                  </a:lnTo>
                  <a:lnTo>
                    <a:pt x="1357884" y="115824"/>
                  </a:lnTo>
                  <a:close/>
                </a:path>
                <a:path w="1358264" h="214629">
                  <a:moveTo>
                    <a:pt x="1357884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357884" y="113538"/>
                  </a:lnTo>
                  <a:lnTo>
                    <a:pt x="1357884" y="112776"/>
                  </a:lnTo>
                  <a:close/>
                </a:path>
                <a:path w="1358264" h="214629">
                  <a:moveTo>
                    <a:pt x="1357884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357884" y="110490"/>
                  </a:lnTo>
                  <a:lnTo>
                    <a:pt x="1357884" y="109728"/>
                  </a:lnTo>
                  <a:close/>
                </a:path>
                <a:path w="1358264" h="214629">
                  <a:moveTo>
                    <a:pt x="135788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7884" y="107442"/>
                  </a:lnTo>
                  <a:lnTo>
                    <a:pt x="1357884" y="106680"/>
                  </a:lnTo>
                  <a:close/>
                </a:path>
                <a:path w="1358264" h="214629">
                  <a:moveTo>
                    <a:pt x="135788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7884" y="104394"/>
                  </a:lnTo>
                  <a:lnTo>
                    <a:pt x="1357884" y="103632"/>
                  </a:lnTo>
                  <a:close/>
                </a:path>
                <a:path w="1358264" h="214629">
                  <a:moveTo>
                    <a:pt x="135788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7884" y="101346"/>
                  </a:lnTo>
                  <a:lnTo>
                    <a:pt x="1357884" y="100584"/>
                  </a:lnTo>
                  <a:close/>
                </a:path>
                <a:path w="1358264" h="214629">
                  <a:moveTo>
                    <a:pt x="135788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7884" y="98298"/>
                  </a:lnTo>
                  <a:lnTo>
                    <a:pt x="1357884" y="97536"/>
                  </a:lnTo>
                  <a:close/>
                </a:path>
                <a:path w="1358264" h="214629">
                  <a:moveTo>
                    <a:pt x="135788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7884" y="95250"/>
                  </a:lnTo>
                  <a:lnTo>
                    <a:pt x="1357884" y="94488"/>
                  </a:lnTo>
                  <a:close/>
                </a:path>
                <a:path w="1358264" h="214629">
                  <a:moveTo>
                    <a:pt x="135788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7884" y="92202"/>
                  </a:lnTo>
                  <a:lnTo>
                    <a:pt x="1357884" y="91440"/>
                  </a:lnTo>
                  <a:close/>
                </a:path>
                <a:path w="1358264" h="214629">
                  <a:moveTo>
                    <a:pt x="135788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7884" y="89154"/>
                  </a:lnTo>
                  <a:lnTo>
                    <a:pt x="1357884" y="88392"/>
                  </a:lnTo>
                  <a:close/>
                </a:path>
                <a:path w="1358264" h="214629">
                  <a:moveTo>
                    <a:pt x="135788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7884" y="86106"/>
                  </a:lnTo>
                  <a:lnTo>
                    <a:pt x="1357884" y="85344"/>
                  </a:lnTo>
                  <a:close/>
                </a:path>
                <a:path w="1358264" h="214629">
                  <a:moveTo>
                    <a:pt x="135788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7884" y="83058"/>
                  </a:lnTo>
                  <a:lnTo>
                    <a:pt x="1357884" y="82296"/>
                  </a:lnTo>
                  <a:close/>
                </a:path>
                <a:path w="1358264" h="214629">
                  <a:moveTo>
                    <a:pt x="135788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7884" y="80010"/>
                  </a:lnTo>
                  <a:lnTo>
                    <a:pt x="1357884" y="79248"/>
                  </a:lnTo>
                  <a:close/>
                </a:path>
                <a:path w="1358264" h="214629">
                  <a:moveTo>
                    <a:pt x="135788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7884" y="76962"/>
                  </a:lnTo>
                  <a:lnTo>
                    <a:pt x="1357884" y="76200"/>
                  </a:lnTo>
                  <a:close/>
                </a:path>
                <a:path w="1358264" h="214629">
                  <a:moveTo>
                    <a:pt x="135788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7884" y="73914"/>
                  </a:lnTo>
                  <a:lnTo>
                    <a:pt x="1357884" y="73152"/>
                  </a:lnTo>
                  <a:close/>
                </a:path>
                <a:path w="1358264" h="214629">
                  <a:moveTo>
                    <a:pt x="135788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7884" y="70866"/>
                  </a:lnTo>
                  <a:lnTo>
                    <a:pt x="1357884" y="70104"/>
                  </a:lnTo>
                  <a:close/>
                </a:path>
                <a:path w="1358264" h="214629">
                  <a:moveTo>
                    <a:pt x="135788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7884" y="67818"/>
                  </a:lnTo>
                  <a:lnTo>
                    <a:pt x="1357884" y="67056"/>
                  </a:lnTo>
                  <a:close/>
                </a:path>
                <a:path w="1358264" h="214629">
                  <a:moveTo>
                    <a:pt x="135788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7884" y="64770"/>
                  </a:lnTo>
                  <a:lnTo>
                    <a:pt x="1357884" y="64008"/>
                  </a:lnTo>
                  <a:close/>
                </a:path>
                <a:path w="1358264" h="214629">
                  <a:moveTo>
                    <a:pt x="135788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7884" y="61722"/>
                  </a:lnTo>
                  <a:lnTo>
                    <a:pt x="1357884" y="60960"/>
                  </a:lnTo>
                  <a:close/>
                </a:path>
                <a:path w="1358264" h="214629">
                  <a:moveTo>
                    <a:pt x="135788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7884" y="58674"/>
                  </a:lnTo>
                  <a:lnTo>
                    <a:pt x="1357884" y="57912"/>
                  </a:lnTo>
                  <a:close/>
                </a:path>
                <a:path w="1358264" h="214629">
                  <a:moveTo>
                    <a:pt x="135788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7884" y="55626"/>
                  </a:lnTo>
                  <a:lnTo>
                    <a:pt x="1357884" y="54864"/>
                  </a:lnTo>
                  <a:close/>
                </a:path>
                <a:path w="1358264" h="214629">
                  <a:moveTo>
                    <a:pt x="135788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7884" y="52578"/>
                  </a:lnTo>
                  <a:lnTo>
                    <a:pt x="1357884" y="51816"/>
                  </a:lnTo>
                  <a:close/>
                </a:path>
                <a:path w="1358264" h="214629">
                  <a:moveTo>
                    <a:pt x="135788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7884" y="49530"/>
                  </a:lnTo>
                  <a:lnTo>
                    <a:pt x="1357884" y="48768"/>
                  </a:lnTo>
                  <a:close/>
                </a:path>
                <a:path w="1358264" h="214629">
                  <a:moveTo>
                    <a:pt x="135788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7884" y="46482"/>
                  </a:lnTo>
                  <a:lnTo>
                    <a:pt x="1357884" y="45720"/>
                  </a:lnTo>
                  <a:close/>
                </a:path>
                <a:path w="1358264" h="214629">
                  <a:moveTo>
                    <a:pt x="135788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7884" y="43434"/>
                  </a:lnTo>
                  <a:lnTo>
                    <a:pt x="1357884" y="42672"/>
                  </a:lnTo>
                  <a:close/>
                </a:path>
                <a:path w="1358264" h="214629">
                  <a:moveTo>
                    <a:pt x="135788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7884" y="40386"/>
                  </a:lnTo>
                  <a:lnTo>
                    <a:pt x="1357884" y="39624"/>
                  </a:lnTo>
                  <a:close/>
                </a:path>
                <a:path w="1358264" h="214629">
                  <a:moveTo>
                    <a:pt x="135788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7884" y="37338"/>
                  </a:lnTo>
                  <a:lnTo>
                    <a:pt x="1357884" y="36576"/>
                  </a:lnTo>
                  <a:close/>
                </a:path>
                <a:path w="1358264" h="214629">
                  <a:moveTo>
                    <a:pt x="135788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7884" y="34290"/>
                  </a:lnTo>
                  <a:lnTo>
                    <a:pt x="1357884" y="33528"/>
                  </a:lnTo>
                  <a:close/>
                </a:path>
                <a:path w="1358264" h="214629">
                  <a:moveTo>
                    <a:pt x="135788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7884" y="31242"/>
                  </a:lnTo>
                  <a:lnTo>
                    <a:pt x="1357884" y="30480"/>
                  </a:lnTo>
                  <a:close/>
                </a:path>
                <a:path w="1358264" h="214629">
                  <a:moveTo>
                    <a:pt x="135788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7884" y="28194"/>
                  </a:lnTo>
                  <a:lnTo>
                    <a:pt x="1357884" y="27432"/>
                  </a:lnTo>
                  <a:close/>
                </a:path>
                <a:path w="1358264" h="214629">
                  <a:moveTo>
                    <a:pt x="135788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7884" y="25146"/>
                  </a:lnTo>
                  <a:lnTo>
                    <a:pt x="1357884" y="24384"/>
                  </a:lnTo>
                  <a:close/>
                </a:path>
                <a:path w="1358264" h="214629">
                  <a:moveTo>
                    <a:pt x="135788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7884" y="22098"/>
                  </a:lnTo>
                  <a:lnTo>
                    <a:pt x="1357884" y="21336"/>
                  </a:lnTo>
                  <a:close/>
                </a:path>
                <a:path w="1358264" h="214629">
                  <a:moveTo>
                    <a:pt x="135788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7884" y="19050"/>
                  </a:lnTo>
                  <a:lnTo>
                    <a:pt x="1357884" y="18288"/>
                  </a:lnTo>
                  <a:close/>
                </a:path>
                <a:path w="1358264" h="214629">
                  <a:moveTo>
                    <a:pt x="135788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7884" y="16002"/>
                  </a:lnTo>
                  <a:lnTo>
                    <a:pt x="1357884" y="15240"/>
                  </a:lnTo>
                  <a:close/>
                </a:path>
                <a:path w="1358264" h="214629">
                  <a:moveTo>
                    <a:pt x="135788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7884" y="12954"/>
                  </a:lnTo>
                  <a:lnTo>
                    <a:pt x="1357884" y="12192"/>
                  </a:lnTo>
                  <a:close/>
                </a:path>
                <a:path w="1358264" h="214629">
                  <a:moveTo>
                    <a:pt x="135788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7884" y="9906"/>
                  </a:lnTo>
                  <a:lnTo>
                    <a:pt x="1357884" y="9144"/>
                  </a:lnTo>
                  <a:close/>
                </a:path>
                <a:path w="1358264" h="214629">
                  <a:moveTo>
                    <a:pt x="135788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7884" y="6858"/>
                  </a:lnTo>
                  <a:lnTo>
                    <a:pt x="1357884" y="6096"/>
                  </a:lnTo>
                  <a:close/>
                </a:path>
                <a:path w="1358264" h="214629">
                  <a:moveTo>
                    <a:pt x="135788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7884" y="3810"/>
                  </a:lnTo>
                  <a:lnTo>
                    <a:pt x="1357884" y="3048"/>
                  </a:lnTo>
                  <a:close/>
                </a:path>
                <a:path w="1358264" h="214629">
                  <a:moveTo>
                    <a:pt x="1357884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357884" y="762"/>
                  </a:lnTo>
                  <a:lnTo>
                    <a:pt x="135788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699393" y="4848495"/>
              <a:ext cx="1358265" cy="214629"/>
            </a:xfrm>
            <a:custGeom>
              <a:avLst/>
              <a:gdLst/>
              <a:ahLst/>
              <a:cxnLst/>
              <a:rect l="l" t="t" r="r" b="b"/>
              <a:pathLst>
                <a:path w="1358264" h="214629">
                  <a:moveTo>
                    <a:pt x="1357884" y="213360"/>
                  </a:moveTo>
                  <a:lnTo>
                    <a:pt x="339852" y="213360"/>
                  </a:lnTo>
                  <a:lnTo>
                    <a:pt x="339852" y="214122"/>
                  </a:lnTo>
                  <a:lnTo>
                    <a:pt x="1357884" y="214122"/>
                  </a:lnTo>
                  <a:lnTo>
                    <a:pt x="1357884" y="213360"/>
                  </a:lnTo>
                  <a:close/>
                </a:path>
                <a:path w="1358264" h="214629">
                  <a:moveTo>
                    <a:pt x="1357884" y="210312"/>
                  </a:moveTo>
                  <a:lnTo>
                    <a:pt x="339852" y="210312"/>
                  </a:lnTo>
                  <a:lnTo>
                    <a:pt x="339852" y="211074"/>
                  </a:lnTo>
                  <a:lnTo>
                    <a:pt x="1357884" y="211074"/>
                  </a:lnTo>
                  <a:lnTo>
                    <a:pt x="1357884" y="210312"/>
                  </a:lnTo>
                  <a:close/>
                </a:path>
                <a:path w="1358264" h="214629">
                  <a:moveTo>
                    <a:pt x="1357884" y="207264"/>
                  </a:moveTo>
                  <a:lnTo>
                    <a:pt x="339852" y="207264"/>
                  </a:lnTo>
                  <a:lnTo>
                    <a:pt x="339852" y="208026"/>
                  </a:lnTo>
                  <a:lnTo>
                    <a:pt x="1357884" y="208026"/>
                  </a:lnTo>
                  <a:lnTo>
                    <a:pt x="1357884" y="207264"/>
                  </a:lnTo>
                  <a:close/>
                </a:path>
                <a:path w="1358264" h="214629">
                  <a:moveTo>
                    <a:pt x="1357884" y="204216"/>
                  </a:moveTo>
                  <a:lnTo>
                    <a:pt x="339852" y="204216"/>
                  </a:lnTo>
                  <a:lnTo>
                    <a:pt x="339852" y="204978"/>
                  </a:lnTo>
                  <a:lnTo>
                    <a:pt x="1357884" y="204978"/>
                  </a:lnTo>
                  <a:lnTo>
                    <a:pt x="1357884" y="204216"/>
                  </a:lnTo>
                  <a:close/>
                </a:path>
                <a:path w="1358264" h="214629">
                  <a:moveTo>
                    <a:pt x="1357884" y="201168"/>
                  </a:moveTo>
                  <a:lnTo>
                    <a:pt x="339852" y="201168"/>
                  </a:lnTo>
                  <a:lnTo>
                    <a:pt x="339852" y="201930"/>
                  </a:lnTo>
                  <a:lnTo>
                    <a:pt x="1357884" y="201930"/>
                  </a:lnTo>
                  <a:lnTo>
                    <a:pt x="1357884" y="201168"/>
                  </a:lnTo>
                  <a:close/>
                </a:path>
                <a:path w="1358264" h="214629">
                  <a:moveTo>
                    <a:pt x="1357884" y="198120"/>
                  </a:moveTo>
                  <a:lnTo>
                    <a:pt x="339852" y="198120"/>
                  </a:lnTo>
                  <a:lnTo>
                    <a:pt x="339852" y="198882"/>
                  </a:lnTo>
                  <a:lnTo>
                    <a:pt x="1357884" y="198882"/>
                  </a:lnTo>
                  <a:lnTo>
                    <a:pt x="1357884" y="198120"/>
                  </a:lnTo>
                  <a:close/>
                </a:path>
                <a:path w="1358264" h="214629">
                  <a:moveTo>
                    <a:pt x="1357884" y="195072"/>
                  </a:moveTo>
                  <a:lnTo>
                    <a:pt x="339852" y="195072"/>
                  </a:lnTo>
                  <a:lnTo>
                    <a:pt x="339852" y="195834"/>
                  </a:lnTo>
                  <a:lnTo>
                    <a:pt x="1357884" y="195834"/>
                  </a:lnTo>
                  <a:lnTo>
                    <a:pt x="1357884" y="195072"/>
                  </a:lnTo>
                  <a:close/>
                </a:path>
                <a:path w="1358264" h="214629">
                  <a:moveTo>
                    <a:pt x="1357884" y="192024"/>
                  </a:moveTo>
                  <a:lnTo>
                    <a:pt x="339852" y="192024"/>
                  </a:lnTo>
                  <a:lnTo>
                    <a:pt x="339852" y="192786"/>
                  </a:lnTo>
                  <a:lnTo>
                    <a:pt x="1357884" y="192786"/>
                  </a:lnTo>
                  <a:lnTo>
                    <a:pt x="1357884" y="192024"/>
                  </a:lnTo>
                  <a:close/>
                </a:path>
                <a:path w="1358264" h="214629">
                  <a:moveTo>
                    <a:pt x="1357884" y="188976"/>
                  </a:moveTo>
                  <a:lnTo>
                    <a:pt x="339852" y="188976"/>
                  </a:lnTo>
                  <a:lnTo>
                    <a:pt x="339852" y="189738"/>
                  </a:lnTo>
                  <a:lnTo>
                    <a:pt x="1357884" y="189738"/>
                  </a:lnTo>
                  <a:lnTo>
                    <a:pt x="1357884" y="188976"/>
                  </a:lnTo>
                  <a:close/>
                </a:path>
                <a:path w="1358264" h="214629">
                  <a:moveTo>
                    <a:pt x="1357884" y="185928"/>
                  </a:moveTo>
                  <a:lnTo>
                    <a:pt x="339852" y="185928"/>
                  </a:lnTo>
                  <a:lnTo>
                    <a:pt x="339852" y="186690"/>
                  </a:lnTo>
                  <a:lnTo>
                    <a:pt x="1357884" y="186690"/>
                  </a:lnTo>
                  <a:lnTo>
                    <a:pt x="1357884" y="185928"/>
                  </a:lnTo>
                  <a:close/>
                </a:path>
                <a:path w="1358264" h="214629">
                  <a:moveTo>
                    <a:pt x="1357884" y="182880"/>
                  </a:moveTo>
                  <a:lnTo>
                    <a:pt x="339852" y="182880"/>
                  </a:lnTo>
                  <a:lnTo>
                    <a:pt x="339852" y="183642"/>
                  </a:lnTo>
                  <a:lnTo>
                    <a:pt x="1357884" y="183642"/>
                  </a:lnTo>
                  <a:lnTo>
                    <a:pt x="1357884" y="182880"/>
                  </a:lnTo>
                  <a:close/>
                </a:path>
                <a:path w="1358264" h="214629">
                  <a:moveTo>
                    <a:pt x="1357884" y="179832"/>
                  </a:moveTo>
                  <a:lnTo>
                    <a:pt x="339852" y="179832"/>
                  </a:lnTo>
                  <a:lnTo>
                    <a:pt x="339852" y="180594"/>
                  </a:lnTo>
                  <a:lnTo>
                    <a:pt x="1357884" y="180594"/>
                  </a:lnTo>
                  <a:lnTo>
                    <a:pt x="1357884" y="179832"/>
                  </a:lnTo>
                  <a:close/>
                </a:path>
                <a:path w="1358264" h="214629">
                  <a:moveTo>
                    <a:pt x="1357884" y="176784"/>
                  </a:moveTo>
                  <a:lnTo>
                    <a:pt x="339852" y="176784"/>
                  </a:lnTo>
                  <a:lnTo>
                    <a:pt x="339852" y="177546"/>
                  </a:lnTo>
                  <a:lnTo>
                    <a:pt x="1357884" y="177546"/>
                  </a:lnTo>
                  <a:lnTo>
                    <a:pt x="1357884" y="176784"/>
                  </a:lnTo>
                  <a:close/>
                </a:path>
                <a:path w="1358264" h="214629">
                  <a:moveTo>
                    <a:pt x="1357884" y="173736"/>
                  </a:moveTo>
                  <a:lnTo>
                    <a:pt x="339852" y="173736"/>
                  </a:lnTo>
                  <a:lnTo>
                    <a:pt x="339852" y="174498"/>
                  </a:lnTo>
                  <a:lnTo>
                    <a:pt x="1357884" y="174498"/>
                  </a:lnTo>
                  <a:lnTo>
                    <a:pt x="1357884" y="173736"/>
                  </a:lnTo>
                  <a:close/>
                </a:path>
                <a:path w="1358264" h="214629">
                  <a:moveTo>
                    <a:pt x="1357884" y="170688"/>
                  </a:moveTo>
                  <a:lnTo>
                    <a:pt x="339852" y="170688"/>
                  </a:lnTo>
                  <a:lnTo>
                    <a:pt x="339852" y="171450"/>
                  </a:lnTo>
                  <a:lnTo>
                    <a:pt x="1357884" y="171450"/>
                  </a:lnTo>
                  <a:lnTo>
                    <a:pt x="1357884" y="170688"/>
                  </a:lnTo>
                  <a:close/>
                </a:path>
                <a:path w="1358264" h="214629">
                  <a:moveTo>
                    <a:pt x="1357884" y="167640"/>
                  </a:moveTo>
                  <a:lnTo>
                    <a:pt x="339852" y="167640"/>
                  </a:lnTo>
                  <a:lnTo>
                    <a:pt x="339852" y="168402"/>
                  </a:lnTo>
                  <a:lnTo>
                    <a:pt x="1357884" y="168402"/>
                  </a:lnTo>
                  <a:lnTo>
                    <a:pt x="1357884" y="167640"/>
                  </a:lnTo>
                  <a:close/>
                </a:path>
                <a:path w="1358264" h="214629">
                  <a:moveTo>
                    <a:pt x="1357884" y="164592"/>
                  </a:moveTo>
                  <a:lnTo>
                    <a:pt x="339852" y="164592"/>
                  </a:lnTo>
                  <a:lnTo>
                    <a:pt x="339852" y="165354"/>
                  </a:lnTo>
                  <a:lnTo>
                    <a:pt x="1357884" y="165354"/>
                  </a:lnTo>
                  <a:lnTo>
                    <a:pt x="1357884" y="164592"/>
                  </a:lnTo>
                  <a:close/>
                </a:path>
                <a:path w="1358264" h="214629">
                  <a:moveTo>
                    <a:pt x="1357884" y="161544"/>
                  </a:moveTo>
                  <a:lnTo>
                    <a:pt x="339852" y="161544"/>
                  </a:lnTo>
                  <a:lnTo>
                    <a:pt x="339852" y="162306"/>
                  </a:lnTo>
                  <a:lnTo>
                    <a:pt x="1357884" y="162306"/>
                  </a:lnTo>
                  <a:lnTo>
                    <a:pt x="1357884" y="161544"/>
                  </a:lnTo>
                  <a:close/>
                </a:path>
                <a:path w="1358264" h="214629">
                  <a:moveTo>
                    <a:pt x="1357884" y="158496"/>
                  </a:moveTo>
                  <a:lnTo>
                    <a:pt x="339852" y="158496"/>
                  </a:lnTo>
                  <a:lnTo>
                    <a:pt x="339852" y="159258"/>
                  </a:lnTo>
                  <a:lnTo>
                    <a:pt x="1357884" y="159258"/>
                  </a:lnTo>
                  <a:lnTo>
                    <a:pt x="1357884" y="158496"/>
                  </a:lnTo>
                  <a:close/>
                </a:path>
                <a:path w="1358264" h="214629">
                  <a:moveTo>
                    <a:pt x="1357884" y="155448"/>
                  </a:moveTo>
                  <a:lnTo>
                    <a:pt x="339852" y="155448"/>
                  </a:lnTo>
                  <a:lnTo>
                    <a:pt x="339852" y="156210"/>
                  </a:lnTo>
                  <a:lnTo>
                    <a:pt x="1357884" y="156210"/>
                  </a:lnTo>
                  <a:lnTo>
                    <a:pt x="1357884" y="155448"/>
                  </a:lnTo>
                  <a:close/>
                </a:path>
                <a:path w="1358264" h="214629">
                  <a:moveTo>
                    <a:pt x="1357884" y="152400"/>
                  </a:moveTo>
                  <a:lnTo>
                    <a:pt x="339852" y="152400"/>
                  </a:lnTo>
                  <a:lnTo>
                    <a:pt x="339852" y="153162"/>
                  </a:lnTo>
                  <a:lnTo>
                    <a:pt x="1357884" y="153162"/>
                  </a:lnTo>
                  <a:lnTo>
                    <a:pt x="1357884" y="152400"/>
                  </a:lnTo>
                  <a:close/>
                </a:path>
                <a:path w="1358264" h="214629">
                  <a:moveTo>
                    <a:pt x="1357884" y="149352"/>
                  </a:moveTo>
                  <a:lnTo>
                    <a:pt x="339852" y="149352"/>
                  </a:lnTo>
                  <a:lnTo>
                    <a:pt x="339852" y="150114"/>
                  </a:lnTo>
                  <a:lnTo>
                    <a:pt x="1357884" y="150114"/>
                  </a:lnTo>
                  <a:lnTo>
                    <a:pt x="1357884" y="149352"/>
                  </a:lnTo>
                  <a:close/>
                </a:path>
                <a:path w="1358264" h="214629">
                  <a:moveTo>
                    <a:pt x="1357884" y="146304"/>
                  </a:moveTo>
                  <a:lnTo>
                    <a:pt x="339852" y="146304"/>
                  </a:lnTo>
                  <a:lnTo>
                    <a:pt x="339852" y="147066"/>
                  </a:lnTo>
                  <a:lnTo>
                    <a:pt x="1357884" y="147066"/>
                  </a:lnTo>
                  <a:lnTo>
                    <a:pt x="1357884" y="146304"/>
                  </a:lnTo>
                  <a:close/>
                </a:path>
                <a:path w="1358264" h="214629">
                  <a:moveTo>
                    <a:pt x="1357884" y="143256"/>
                  </a:moveTo>
                  <a:lnTo>
                    <a:pt x="339852" y="143256"/>
                  </a:lnTo>
                  <a:lnTo>
                    <a:pt x="339852" y="144018"/>
                  </a:lnTo>
                  <a:lnTo>
                    <a:pt x="1357884" y="144018"/>
                  </a:lnTo>
                  <a:lnTo>
                    <a:pt x="1357884" y="143256"/>
                  </a:lnTo>
                  <a:close/>
                </a:path>
                <a:path w="1358264" h="214629">
                  <a:moveTo>
                    <a:pt x="1357884" y="140208"/>
                  </a:moveTo>
                  <a:lnTo>
                    <a:pt x="339852" y="140208"/>
                  </a:lnTo>
                  <a:lnTo>
                    <a:pt x="339852" y="140970"/>
                  </a:lnTo>
                  <a:lnTo>
                    <a:pt x="1357884" y="140970"/>
                  </a:lnTo>
                  <a:lnTo>
                    <a:pt x="1357884" y="140208"/>
                  </a:lnTo>
                  <a:close/>
                </a:path>
                <a:path w="1358264" h="214629">
                  <a:moveTo>
                    <a:pt x="1357884" y="137160"/>
                  </a:moveTo>
                  <a:lnTo>
                    <a:pt x="339852" y="137160"/>
                  </a:lnTo>
                  <a:lnTo>
                    <a:pt x="339852" y="137922"/>
                  </a:lnTo>
                  <a:lnTo>
                    <a:pt x="1357884" y="137922"/>
                  </a:lnTo>
                  <a:lnTo>
                    <a:pt x="1357884" y="137160"/>
                  </a:lnTo>
                  <a:close/>
                </a:path>
                <a:path w="1358264" h="214629">
                  <a:moveTo>
                    <a:pt x="1357884" y="134112"/>
                  </a:moveTo>
                  <a:lnTo>
                    <a:pt x="339852" y="134112"/>
                  </a:lnTo>
                  <a:lnTo>
                    <a:pt x="339852" y="134874"/>
                  </a:lnTo>
                  <a:lnTo>
                    <a:pt x="1357884" y="134874"/>
                  </a:lnTo>
                  <a:lnTo>
                    <a:pt x="1357884" y="134112"/>
                  </a:lnTo>
                  <a:close/>
                </a:path>
                <a:path w="1358264" h="214629">
                  <a:moveTo>
                    <a:pt x="1357884" y="131064"/>
                  </a:moveTo>
                  <a:lnTo>
                    <a:pt x="339852" y="131064"/>
                  </a:lnTo>
                  <a:lnTo>
                    <a:pt x="339852" y="131826"/>
                  </a:lnTo>
                  <a:lnTo>
                    <a:pt x="1357884" y="131826"/>
                  </a:lnTo>
                  <a:lnTo>
                    <a:pt x="1357884" y="131064"/>
                  </a:lnTo>
                  <a:close/>
                </a:path>
                <a:path w="1358264" h="214629">
                  <a:moveTo>
                    <a:pt x="1357884" y="128016"/>
                  </a:moveTo>
                  <a:lnTo>
                    <a:pt x="339852" y="128016"/>
                  </a:lnTo>
                  <a:lnTo>
                    <a:pt x="339852" y="128778"/>
                  </a:lnTo>
                  <a:lnTo>
                    <a:pt x="1357884" y="128778"/>
                  </a:lnTo>
                  <a:lnTo>
                    <a:pt x="1357884" y="128016"/>
                  </a:lnTo>
                  <a:close/>
                </a:path>
                <a:path w="1358264" h="214629">
                  <a:moveTo>
                    <a:pt x="1357884" y="124968"/>
                  </a:moveTo>
                  <a:lnTo>
                    <a:pt x="339852" y="124968"/>
                  </a:lnTo>
                  <a:lnTo>
                    <a:pt x="339852" y="125730"/>
                  </a:lnTo>
                  <a:lnTo>
                    <a:pt x="1357884" y="125730"/>
                  </a:lnTo>
                  <a:lnTo>
                    <a:pt x="1357884" y="124968"/>
                  </a:lnTo>
                  <a:close/>
                </a:path>
                <a:path w="1358264" h="214629">
                  <a:moveTo>
                    <a:pt x="1357884" y="121920"/>
                  </a:moveTo>
                  <a:lnTo>
                    <a:pt x="339852" y="121920"/>
                  </a:lnTo>
                  <a:lnTo>
                    <a:pt x="339852" y="122682"/>
                  </a:lnTo>
                  <a:lnTo>
                    <a:pt x="1357884" y="122682"/>
                  </a:lnTo>
                  <a:lnTo>
                    <a:pt x="1357884" y="121920"/>
                  </a:lnTo>
                  <a:close/>
                </a:path>
                <a:path w="1358264" h="214629">
                  <a:moveTo>
                    <a:pt x="1357884" y="118872"/>
                  </a:moveTo>
                  <a:lnTo>
                    <a:pt x="339852" y="118872"/>
                  </a:lnTo>
                  <a:lnTo>
                    <a:pt x="339852" y="119634"/>
                  </a:lnTo>
                  <a:lnTo>
                    <a:pt x="1357884" y="119634"/>
                  </a:lnTo>
                  <a:lnTo>
                    <a:pt x="1357884" y="118872"/>
                  </a:lnTo>
                  <a:close/>
                </a:path>
                <a:path w="1358264" h="214629">
                  <a:moveTo>
                    <a:pt x="1357884" y="115824"/>
                  </a:moveTo>
                  <a:lnTo>
                    <a:pt x="339852" y="115824"/>
                  </a:lnTo>
                  <a:lnTo>
                    <a:pt x="339852" y="116586"/>
                  </a:lnTo>
                  <a:lnTo>
                    <a:pt x="1357884" y="116586"/>
                  </a:lnTo>
                  <a:lnTo>
                    <a:pt x="1357884" y="115824"/>
                  </a:lnTo>
                  <a:close/>
                </a:path>
                <a:path w="1358264" h="214629">
                  <a:moveTo>
                    <a:pt x="1357884" y="112776"/>
                  </a:moveTo>
                  <a:lnTo>
                    <a:pt x="339852" y="112776"/>
                  </a:lnTo>
                  <a:lnTo>
                    <a:pt x="339852" y="113538"/>
                  </a:lnTo>
                  <a:lnTo>
                    <a:pt x="1357884" y="113538"/>
                  </a:lnTo>
                  <a:lnTo>
                    <a:pt x="1357884" y="112776"/>
                  </a:lnTo>
                  <a:close/>
                </a:path>
                <a:path w="1358264" h="214629">
                  <a:moveTo>
                    <a:pt x="1357884" y="109728"/>
                  </a:moveTo>
                  <a:lnTo>
                    <a:pt x="339852" y="109728"/>
                  </a:lnTo>
                  <a:lnTo>
                    <a:pt x="339852" y="110490"/>
                  </a:lnTo>
                  <a:lnTo>
                    <a:pt x="1357884" y="110490"/>
                  </a:lnTo>
                  <a:lnTo>
                    <a:pt x="1357884" y="109728"/>
                  </a:lnTo>
                  <a:close/>
                </a:path>
                <a:path w="1358264" h="214629">
                  <a:moveTo>
                    <a:pt x="135788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7884" y="107442"/>
                  </a:lnTo>
                  <a:lnTo>
                    <a:pt x="1357884" y="106680"/>
                  </a:lnTo>
                  <a:close/>
                </a:path>
                <a:path w="1358264" h="214629">
                  <a:moveTo>
                    <a:pt x="135788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7884" y="104394"/>
                  </a:lnTo>
                  <a:lnTo>
                    <a:pt x="1357884" y="103632"/>
                  </a:lnTo>
                  <a:close/>
                </a:path>
                <a:path w="1358264" h="214629">
                  <a:moveTo>
                    <a:pt x="135788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7884" y="101346"/>
                  </a:lnTo>
                  <a:lnTo>
                    <a:pt x="1357884" y="100584"/>
                  </a:lnTo>
                  <a:close/>
                </a:path>
                <a:path w="1358264" h="214629">
                  <a:moveTo>
                    <a:pt x="135788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7884" y="98298"/>
                  </a:lnTo>
                  <a:lnTo>
                    <a:pt x="1357884" y="97536"/>
                  </a:lnTo>
                  <a:close/>
                </a:path>
                <a:path w="1358264" h="214629">
                  <a:moveTo>
                    <a:pt x="135788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7884" y="95250"/>
                  </a:lnTo>
                  <a:lnTo>
                    <a:pt x="1357884" y="94488"/>
                  </a:lnTo>
                  <a:close/>
                </a:path>
                <a:path w="1358264" h="214629">
                  <a:moveTo>
                    <a:pt x="135788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7884" y="92202"/>
                  </a:lnTo>
                  <a:lnTo>
                    <a:pt x="1357884" y="91440"/>
                  </a:lnTo>
                  <a:close/>
                </a:path>
                <a:path w="1358264" h="214629">
                  <a:moveTo>
                    <a:pt x="135788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7884" y="89154"/>
                  </a:lnTo>
                  <a:lnTo>
                    <a:pt x="1357884" y="88392"/>
                  </a:lnTo>
                  <a:close/>
                </a:path>
                <a:path w="1358264" h="214629">
                  <a:moveTo>
                    <a:pt x="135788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7884" y="86106"/>
                  </a:lnTo>
                  <a:lnTo>
                    <a:pt x="1357884" y="85344"/>
                  </a:lnTo>
                  <a:close/>
                </a:path>
                <a:path w="1358264" h="214629">
                  <a:moveTo>
                    <a:pt x="135788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7884" y="83058"/>
                  </a:lnTo>
                  <a:lnTo>
                    <a:pt x="1357884" y="82296"/>
                  </a:lnTo>
                  <a:close/>
                </a:path>
                <a:path w="1358264" h="214629">
                  <a:moveTo>
                    <a:pt x="135788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7884" y="80010"/>
                  </a:lnTo>
                  <a:lnTo>
                    <a:pt x="1357884" y="79248"/>
                  </a:lnTo>
                  <a:close/>
                </a:path>
                <a:path w="1358264" h="214629">
                  <a:moveTo>
                    <a:pt x="135788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7884" y="76962"/>
                  </a:lnTo>
                  <a:lnTo>
                    <a:pt x="1357884" y="76200"/>
                  </a:lnTo>
                  <a:close/>
                </a:path>
                <a:path w="1358264" h="214629">
                  <a:moveTo>
                    <a:pt x="135788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7884" y="73914"/>
                  </a:lnTo>
                  <a:lnTo>
                    <a:pt x="1357884" y="73152"/>
                  </a:lnTo>
                  <a:close/>
                </a:path>
                <a:path w="1358264" h="214629">
                  <a:moveTo>
                    <a:pt x="135788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7884" y="70866"/>
                  </a:lnTo>
                  <a:lnTo>
                    <a:pt x="1357884" y="70104"/>
                  </a:lnTo>
                  <a:close/>
                </a:path>
                <a:path w="1358264" h="214629">
                  <a:moveTo>
                    <a:pt x="135788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7884" y="67818"/>
                  </a:lnTo>
                  <a:lnTo>
                    <a:pt x="1357884" y="67056"/>
                  </a:lnTo>
                  <a:close/>
                </a:path>
                <a:path w="1358264" h="214629">
                  <a:moveTo>
                    <a:pt x="135788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7884" y="64770"/>
                  </a:lnTo>
                  <a:lnTo>
                    <a:pt x="1357884" y="64008"/>
                  </a:lnTo>
                  <a:close/>
                </a:path>
                <a:path w="1358264" h="214629">
                  <a:moveTo>
                    <a:pt x="135788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7884" y="61722"/>
                  </a:lnTo>
                  <a:lnTo>
                    <a:pt x="1357884" y="60960"/>
                  </a:lnTo>
                  <a:close/>
                </a:path>
                <a:path w="1358264" h="214629">
                  <a:moveTo>
                    <a:pt x="135788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7884" y="58674"/>
                  </a:lnTo>
                  <a:lnTo>
                    <a:pt x="1357884" y="57912"/>
                  </a:lnTo>
                  <a:close/>
                </a:path>
                <a:path w="1358264" h="214629">
                  <a:moveTo>
                    <a:pt x="135788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7884" y="55626"/>
                  </a:lnTo>
                  <a:lnTo>
                    <a:pt x="1357884" y="54864"/>
                  </a:lnTo>
                  <a:close/>
                </a:path>
                <a:path w="1358264" h="214629">
                  <a:moveTo>
                    <a:pt x="135788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7884" y="52578"/>
                  </a:lnTo>
                  <a:lnTo>
                    <a:pt x="1357884" y="51816"/>
                  </a:lnTo>
                  <a:close/>
                </a:path>
                <a:path w="1358264" h="214629">
                  <a:moveTo>
                    <a:pt x="135788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7884" y="49530"/>
                  </a:lnTo>
                  <a:lnTo>
                    <a:pt x="1357884" y="48768"/>
                  </a:lnTo>
                  <a:close/>
                </a:path>
                <a:path w="1358264" h="214629">
                  <a:moveTo>
                    <a:pt x="135788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7884" y="46482"/>
                  </a:lnTo>
                  <a:lnTo>
                    <a:pt x="1357884" y="45720"/>
                  </a:lnTo>
                  <a:close/>
                </a:path>
                <a:path w="1358264" h="214629">
                  <a:moveTo>
                    <a:pt x="135788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7884" y="43434"/>
                  </a:lnTo>
                  <a:lnTo>
                    <a:pt x="1357884" y="42672"/>
                  </a:lnTo>
                  <a:close/>
                </a:path>
                <a:path w="1358264" h="214629">
                  <a:moveTo>
                    <a:pt x="135788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7884" y="40386"/>
                  </a:lnTo>
                  <a:lnTo>
                    <a:pt x="1357884" y="39624"/>
                  </a:lnTo>
                  <a:close/>
                </a:path>
                <a:path w="1358264" h="214629">
                  <a:moveTo>
                    <a:pt x="135788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7884" y="37338"/>
                  </a:lnTo>
                  <a:lnTo>
                    <a:pt x="1357884" y="36576"/>
                  </a:lnTo>
                  <a:close/>
                </a:path>
                <a:path w="1358264" h="214629">
                  <a:moveTo>
                    <a:pt x="135788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7884" y="34290"/>
                  </a:lnTo>
                  <a:lnTo>
                    <a:pt x="1357884" y="33528"/>
                  </a:lnTo>
                  <a:close/>
                </a:path>
                <a:path w="1358264" h="214629">
                  <a:moveTo>
                    <a:pt x="135788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7884" y="31242"/>
                  </a:lnTo>
                  <a:lnTo>
                    <a:pt x="1357884" y="30480"/>
                  </a:lnTo>
                  <a:close/>
                </a:path>
                <a:path w="1358264" h="214629">
                  <a:moveTo>
                    <a:pt x="135788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7884" y="28194"/>
                  </a:lnTo>
                  <a:lnTo>
                    <a:pt x="1357884" y="27432"/>
                  </a:lnTo>
                  <a:close/>
                </a:path>
                <a:path w="1358264" h="214629">
                  <a:moveTo>
                    <a:pt x="135788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7884" y="25146"/>
                  </a:lnTo>
                  <a:lnTo>
                    <a:pt x="1357884" y="24384"/>
                  </a:lnTo>
                  <a:close/>
                </a:path>
                <a:path w="1358264" h="214629">
                  <a:moveTo>
                    <a:pt x="135788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7884" y="22098"/>
                  </a:lnTo>
                  <a:lnTo>
                    <a:pt x="1357884" y="21336"/>
                  </a:lnTo>
                  <a:close/>
                </a:path>
                <a:path w="1358264" h="214629">
                  <a:moveTo>
                    <a:pt x="135788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7884" y="19050"/>
                  </a:lnTo>
                  <a:lnTo>
                    <a:pt x="1357884" y="18288"/>
                  </a:lnTo>
                  <a:close/>
                </a:path>
                <a:path w="1358264" h="214629">
                  <a:moveTo>
                    <a:pt x="135788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7884" y="16002"/>
                  </a:lnTo>
                  <a:lnTo>
                    <a:pt x="1357884" y="15240"/>
                  </a:lnTo>
                  <a:close/>
                </a:path>
                <a:path w="1358264" h="214629">
                  <a:moveTo>
                    <a:pt x="135788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7884" y="12954"/>
                  </a:lnTo>
                  <a:lnTo>
                    <a:pt x="1357884" y="12192"/>
                  </a:lnTo>
                  <a:close/>
                </a:path>
                <a:path w="1358264" h="214629">
                  <a:moveTo>
                    <a:pt x="135788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7884" y="9906"/>
                  </a:lnTo>
                  <a:lnTo>
                    <a:pt x="1357884" y="9144"/>
                  </a:lnTo>
                  <a:close/>
                </a:path>
                <a:path w="1358264" h="214629">
                  <a:moveTo>
                    <a:pt x="135788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7884" y="6858"/>
                  </a:lnTo>
                  <a:lnTo>
                    <a:pt x="1357884" y="6096"/>
                  </a:lnTo>
                  <a:close/>
                </a:path>
                <a:path w="1358264" h="214629">
                  <a:moveTo>
                    <a:pt x="135788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7884" y="3810"/>
                  </a:lnTo>
                  <a:lnTo>
                    <a:pt x="1357884" y="3048"/>
                  </a:lnTo>
                  <a:close/>
                </a:path>
                <a:path w="1358264" h="214629">
                  <a:moveTo>
                    <a:pt x="1357884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357884" y="762"/>
                  </a:lnTo>
                  <a:lnTo>
                    <a:pt x="135788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5039245" y="5061854"/>
              <a:ext cx="1018540" cy="214629"/>
            </a:xfrm>
            <a:custGeom>
              <a:avLst/>
              <a:gdLst/>
              <a:ahLst/>
              <a:cxnLst/>
              <a:rect l="l" t="t" r="r" b="b"/>
              <a:pathLst>
                <a:path w="1018539" h="214629">
                  <a:moveTo>
                    <a:pt x="101803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018032" y="214122"/>
                  </a:lnTo>
                  <a:lnTo>
                    <a:pt x="1018032" y="213360"/>
                  </a:lnTo>
                  <a:close/>
                </a:path>
                <a:path w="1018539" h="214629">
                  <a:moveTo>
                    <a:pt x="101803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018032" y="211074"/>
                  </a:lnTo>
                  <a:lnTo>
                    <a:pt x="1018032" y="210312"/>
                  </a:lnTo>
                  <a:close/>
                </a:path>
                <a:path w="1018539" h="214629">
                  <a:moveTo>
                    <a:pt x="101803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018032" y="208026"/>
                  </a:lnTo>
                  <a:lnTo>
                    <a:pt x="1018032" y="207264"/>
                  </a:lnTo>
                  <a:close/>
                </a:path>
                <a:path w="1018539" h="214629">
                  <a:moveTo>
                    <a:pt x="101803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018032" y="204978"/>
                  </a:lnTo>
                  <a:lnTo>
                    <a:pt x="1018032" y="204216"/>
                  </a:lnTo>
                  <a:close/>
                </a:path>
                <a:path w="1018539" h="214629">
                  <a:moveTo>
                    <a:pt x="101803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018032" y="201930"/>
                  </a:lnTo>
                  <a:lnTo>
                    <a:pt x="1018032" y="201168"/>
                  </a:lnTo>
                  <a:close/>
                </a:path>
                <a:path w="1018539" h="214629">
                  <a:moveTo>
                    <a:pt x="101803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018032" y="198882"/>
                  </a:lnTo>
                  <a:lnTo>
                    <a:pt x="1018032" y="198120"/>
                  </a:lnTo>
                  <a:close/>
                </a:path>
                <a:path w="1018539" h="214629">
                  <a:moveTo>
                    <a:pt x="101803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018032" y="195834"/>
                  </a:lnTo>
                  <a:lnTo>
                    <a:pt x="1018032" y="195072"/>
                  </a:lnTo>
                  <a:close/>
                </a:path>
                <a:path w="1018539" h="214629">
                  <a:moveTo>
                    <a:pt x="101803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018032" y="192786"/>
                  </a:lnTo>
                  <a:lnTo>
                    <a:pt x="1018032" y="192024"/>
                  </a:lnTo>
                  <a:close/>
                </a:path>
                <a:path w="1018539" h="214629">
                  <a:moveTo>
                    <a:pt x="101803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018032" y="189738"/>
                  </a:lnTo>
                  <a:lnTo>
                    <a:pt x="1018032" y="188976"/>
                  </a:lnTo>
                  <a:close/>
                </a:path>
                <a:path w="1018539" h="214629">
                  <a:moveTo>
                    <a:pt x="101803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018032" y="186690"/>
                  </a:lnTo>
                  <a:lnTo>
                    <a:pt x="1018032" y="185928"/>
                  </a:lnTo>
                  <a:close/>
                </a:path>
                <a:path w="1018539" h="214629">
                  <a:moveTo>
                    <a:pt x="101803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018032" y="183642"/>
                  </a:lnTo>
                  <a:lnTo>
                    <a:pt x="1018032" y="182880"/>
                  </a:lnTo>
                  <a:close/>
                </a:path>
                <a:path w="1018539" h="214629">
                  <a:moveTo>
                    <a:pt x="101803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018032" y="180594"/>
                  </a:lnTo>
                  <a:lnTo>
                    <a:pt x="1018032" y="179832"/>
                  </a:lnTo>
                  <a:close/>
                </a:path>
                <a:path w="1018539" h="214629">
                  <a:moveTo>
                    <a:pt x="101803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018032" y="177546"/>
                  </a:lnTo>
                  <a:lnTo>
                    <a:pt x="1018032" y="176784"/>
                  </a:lnTo>
                  <a:close/>
                </a:path>
                <a:path w="1018539" h="214629">
                  <a:moveTo>
                    <a:pt x="101803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018032" y="174498"/>
                  </a:lnTo>
                  <a:lnTo>
                    <a:pt x="1018032" y="173736"/>
                  </a:lnTo>
                  <a:close/>
                </a:path>
                <a:path w="1018539" h="214629">
                  <a:moveTo>
                    <a:pt x="101803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018032" y="171450"/>
                  </a:lnTo>
                  <a:lnTo>
                    <a:pt x="1018032" y="170688"/>
                  </a:lnTo>
                  <a:close/>
                </a:path>
                <a:path w="1018539" h="214629">
                  <a:moveTo>
                    <a:pt x="101803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018032" y="168402"/>
                  </a:lnTo>
                  <a:lnTo>
                    <a:pt x="1018032" y="167640"/>
                  </a:lnTo>
                  <a:close/>
                </a:path>
                <a:path w="1018539" h="214629">
                  <a:moveTo>
                    <a:pt x="101803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018032" y="165354"/>
                  </a:lnTo>
                  <a:lnTo>
                    <a:pt x="1018032" y="164592"/>
                  </a:lnTo>
                  <a:close/>
                </a:path>
                <a:path w="1018539" h="214629">
                  <a:moveTo>
                    <a:pt x="101803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018032" y="162306"/>
                  </a:lnTo>
                  <a:lnTo>
                    <a:pt x="1018032" y="161544"/>
                  </a:lnTo>
                  <a:close/>
                </a:path>
                <a:path w="1018539" h="214629">
                  <a:moveTo>
                    <a:pt x="101803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018032" y="159258"/>
                  </a:lnTo>
                  <a:lnTo>
                    <a:pt x="1018032" y="158496"/>
                  </a:lnTo>
                  <a:close/>
                </a:path>
                <a:path w="1018539" h="214629">
                  <a:moveTo>
                    <a:pt x="101803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018032" y="156210"/>
                  </a:lnTo>
                  <a:lnTo>
                    <a:pt x="1018032" y="155448"/>
                  </a:lnTo>
                  <a:close/>
                </a:path>
                <a:path w="1018539" h="214629">
                  <a:moveTo>
                    <a:pt x="101803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018032" y="153162"/>
                  </a:lnTo>
                  <a:lnTo>
                    <a:pt x="1018032" y="152400"/>
                  </a:lnTo>
                  <a:close/>
                </a:path>
                <a:path w="1018539" h="214629">
                  <a:moveTo>
                    <a:pt x="101803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018032" y="150114"/>
                  </a:lnTo>
                  <a:lnTo>
                    <a:pt x="1018032" y="149352"/>
                  </a:lnTo>
                  <a:close/>
                </a:path>
                <a:path w="1018539" h="214629">
                  <a:moveTo>
                    <a:pt x="101803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018032" y="147066"/>
                  </a:lnTo>
                  <a:lnTo>
                    <a:pt x="1018032" y="146304"/>
                  </a:lnTo>
                  <a:close/>
                </a:path>
                <a:path w="1018539" h="214629">
                  <a:moveTo>
                    <a:pt x="101803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018032" y="144018"/>
                  </a:lnTo>
                  <a:lnTo>
                    <a:pt x="1018032" y="143256"/>
                  </a:lnTo>
                  <a:close/>
                </a:path>
                <a:path w="1018539" h="214629">
                  <a:moveTo>
                    <a:pt x="101803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018032" y="140970"/>
                  </a:lnTo>
                  <a:lnTo>
                    <a:pt x="1018032" y="140208"/>
                  </a:lnTo>
                  <a:close/>
                </a:path>
                <a:path w="1018539" h="214629">
                  <a:moveTo>
                    <a:pt x="101803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018032" y="137922"/>
                  </a:lnTo>
                  <a:lnTo>
                    <a:pt x="1018032" y="137160"/>
                  </a:lnTo>
                  <a:close/>
                </a:path>
                <a:path w="1018539" h="214629">
                  <a:moveTo>
                    <a:pt x="101803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018032" y="134874"/>
                  </a:lnTo>
                  <a:lnTo>
                    <a:pt x="1018032" y="134112"/>
                  </a:lnTo>
                  <a:close/>
                </a:path>
                <a:path w="1018539" h="214629">
                  <a:moveTo>
                    <a:pt x="101803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018032" y="131826"/>
                  </a:lnTo>
                  <a:lnTo>
                    <a:pt x="1018032" y="131064"/>
                  </a:lnTo>
                  <a:close/>
                </a:path>
                <a:path w="1018539" h="214629">
                  <a:moveTo>
                    <a:pt x="101803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018032" y="128778"/>
                  </a:lnTo>
                  <a:lnTo>
                    <a:pt x="1018032" y="128016"/>
                  </a:lnTo>
                  <a:close/>
                </a:path>
                <a:path w="1018539" h="214629">
                  <a:moveTo>
                    <a:pt x="101803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018032" y="125730"/>
                  </a:lnTo>
                  <a:lnTo>
                    <a:pt x="1018032" y="124968"/>
                  </a:lnTo>
                  <a:close/>
                </a:path>
                <a:path w="1018539" h="214629">
                  <a:moveTo>
                    <a:pt x="101803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018032" y="122682"/>
                  </a:lnTo>
                  <a:lnTo>
                    <a:pt x="1018032" y="121920"/>
                  </a:lnTo>
                  <a:close/>
                </a:path>
                <a:path w="1018539" h="214629">
                  <a:moveTo>
                    <a:pt x="101803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018032" y="119634"/>
                  </a:lnTo>
                  <a:lnTo>
                    <a:pt x="1018032" y="118872"/>
                  </a:lnTo>
                  <a:close/>
                </a:path>
                <a:path w="1018539" h="214629">
                  <a:moveTo>
                    <a:pt x="101803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018032" y="116586"/>
                  </a:lnTo>
                  <a:lnTo>
                    <a:pt x="1018032" y="115824"/>
                  </a:lnTo>
                  <a:close/>
                </a:path>
                <a:path w="1018539" h="214629">
                  <a:moveTo>
                    <a:pt x="101803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018032" y="113538"/>
                  </a:lnTo>
                  <a:lnTo>
                    <a:pt x="1018032" y="112776"/>
                  </a:lnTo>
                  <a:close/>
                </a:path>
                <a:path w="1018539" h="214629">
                  <a:moveTo>
                    <a:pt x="101803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018032" y="110490"/>
                  </a:lnTo>
                  <a:lnTo>
                    <a:pt x="1018032" y="109728"/>
                  </a:lnTo>
                  <a:close/>
                </a:path>
                <a:path w="1018539" h="214629">
                  <a:moveTo>
                    <a:pt x="101803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018032" y="107442"/>
                  </a:lnTo>
                  <a:lnTo>
                    <a:pt x="1018032" y="106680"/>
                  </a:lnTo>
                  <a:close/>
                </a:path>
                <a:path w="1018539" h="214629">
                  <a:moveTo>
                    <a:pt x="101803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018032" y="104394"/>
                  </a:lnTo>
                  <a:lnTo>
                    <a:pt x="1018032" y="103632"/>
                  </a:lnTo>
                  <a:close/>
                </a:path>
                <a:path w="1018539" h="214629">
                  <a:moveTo>
                    <a:pt x="101803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018032" y="101346"/>
                  </a:lnTo>
                  <a:lnTo>
                    <a:pt x="1018032" y="100584"/>
                  </a:lnTo>
                  <a:close/>
                </a:path>
                <a:path w="1018539" h="214629">
                  <a:moveTo>
                    <a:pt x="101803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018032" y="98298"/>
                  </a:lnTo>
                  <a:lnTo>
                    <a:pt x="1018032" y="97536"/>
                  </a:lnTo>
                  <a:close/>
                </a:path>
                <a:path w="1018539" h="214629">
                  <a:moveTo>
                    <a:pt x="101803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018032" y="95250"/>
                  </a:lnTo>
                  <a:lnTo>
                    <a:pt x="1018032" y="94488"/>
                  </a:lnTo>
                  <a:close/>
                </a:path>
                <a:path w="1018539" h="214629">
                  <a:moveTo>
                    <a:pt x="101803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018032" y="92202"/>
                  </a:lnTo>
                  <a:lnTo>
                    <a:pt x="1018032" y="91440"/>
                  </a:lnTo>
                  <a:close/>
                </a:path>
                <a:path w="1018539" h="214629">
                  <a:moveTo>
                    <a:pt x="101803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018032" y="89154"/>
                  </a:lnTo>
                  <a:lnTo>
                    <a:pt x="1018032" y="88392"/>
                  </a:lnTo>
                  <a:close/>
                </a:path>
                <a:path w="1018539" h="214629">
                  <a:moveTo>
                    <a:pt x="101803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018032" y="86106"/>
                  </a:lnTo>
                  <a:lnTo>
                    <a:pt x="1018032" y="85344"/>
                  </a:lnTo>
                  <a:close/>
                </a:path>
                <a:path w="1018539" h="214629">
                  <a:moveTo>
                    <a:pt x="101803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018032" y="83058"/>
                  </a:lnTo>
                  <a:lnTo>
                    <a:pt x="1018032" y="82296"/>
                  </a:lnTo>
                  <a:close/>
                </a:path>
                <a:path w="1018539" h="214629">
                  <a:moveTo>
                    <a:pt x="101803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018032" y="80010"/>
                  </a:lnTo>
                  <a:lnTo>
                    <a:pt x="1018032" y="79248"/>
                  </a:lnTo>
                  <a:close/>
                </a:path>
                <a:path w="1018539" h="214629">
                  <a:moveTo>
                    <a:pt x="101803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018032" y="76962"/>
                  </a:lnTo>
                  <a:lnTo>
                    <a:pt x="1018032" y="76200"/>
                  </a:lnTo>
                  <a:close/>
                </a:path>
                <a:path w="1018539" h="214629">
                  <a:moveTo>
                    <a:pt x="101803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018032" y="73914"/>
                  </a:lnTo>
                  <a:lnTo>
                    <a:pt x="1018032" y="73152"/>
                  </a:lnTo>
                  <a:close/>
                </a:path>
                <a:path w="1018539" h="214629">
                  <a:moveTo>
                    <a:pt x="101803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018032" y="70866"/>
                  </a:lnTo>
                  <a:lnTo>
                    <a:pt x="1018032" y="70104"/>
                  </a:lnTo>
                  <a:close/>
                </a:path>
                <a:path w="1018539" h="214629">
                  <a:moveTo>
                    <a:pt x="101803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018032" y="67818"/>
                  </a:lnTo>
                  <a:lnTo>
                    <a:pt x="1018032" y="67056"/>
                  </a:lnTo>
                  <a:close/>
                </a:path>
                <a:path w="1018539" h="214629">
                  <a:moveTo>
                    <a:pt x="101803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018032" y="64770"/>
                  </a:lnTo>
                  <a:lnTo>
                    <a:pt x="1018032" y="64008"/>
                  </a:lnTo>
                  <a:close/>
                </a:path>
                <a:path w="1018539" h="214629">
                  <a:moveTo>
                    <a:pt x="101803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018032" y="61722"/>
                  </a:lnTo>
                  <a:lnTo>
                    <a:pt x="1018032" y="60960"/>
                  </a:lnTo>
                  <a:close/>
                </a:path>
                <a:path w="1018539" h="214629">
                  <a:moveTo>
                    <a:pt x="101803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018032" y="58674"/>
                  </a:lnTo>
                  <a:lnTo>
                    <a:pt x="1018032" y="57912"/>
                  </a:lnTo>
                  <a:close/>
                </a:path>
                <a:path w="1018539" h="214629">
                  <a:moveTo>
                    <a:pt x="101803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018032" y="55626"/>
                  </a:lnTo>
                  <a:lnTo>
                    <a:pt x="1018032" y="54864"/>
                  </a:lnTo>
                  <a:close/>
                </a:path>
                <a:path w="1018539" h="214629">
                  <a:moveTo>
                    <a:pt x="101803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018032" y="52578"/>
                  </a:lnTo>
                  <a:lnTo>
                    <a:pt x="1018032" y="51816"/>
                  </a:lnTo>
                  <a:close/>
                </a:path>
                <a:path w="1018539" h="214629">
                  <a:moveTo>
                    <a:pt x="101803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018032" y="49530"/>
                  </a:lnTo>
                  <a:lnTo>
                    <a:pt x="1018032" y="48768"/>
                  </a:lnTo>
                  <a:close/>
                </a:path>
                <a:path w="1018539" h="214629">
                  <a:moveTo>
                    <a:pt x="101803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018032" y="46482"/>
                  </a:lnTo>
                  <a:lnTo>
                    <a:pt x="1018032" y="45720"/>
                  </a:lnTo>
                  <a:close/>
                </a:path>
                <a:path w="1018539" h="214629">
                  <a:moveTo>
                    <a:pt x="101803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018032" y="43434"/>
                  </a:lnTo>
                  <a:lnTo>
                    <a:pt x="1018032" y="42672"/>
                  </a:lnTo>
                  <a:close/>
                </a:path>
                <a:path w="1018539" h="214629">
                  <a:moveTo>
                    <a:pt x="101803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018032" y="40386"/>
                  </a:lnTo>
                  <a:lnTo>
                    <a:pt x="1018032" y="39624"/>
                  </a:lnTo>
                  <a:close/>
                </a:path>
                <a:path w="1018539" h="214629">
                  <a:moveTo>
                    <a:pt x="101803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018032" y="37338"/>
                  </a:lnTo>
                  <a:lnTo>
                    <a:pt x="1018032" y="36576"/>
                  </a:lnTo>
                  <a:close/>
                </a:path>
                <a:path w="1018539" h="214629">
                  <a:moveTo>
                    <a:pt x="101803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018032" y="34290"/>
                  </a:lnTo>
                  <a:lnTo>
                    <a:pt x="1018032" y="33528"/>
                  </a:lnTo>
                  <a:close/>
                </a:path>
                <a:path w="1018539" h="214629">
                  <a:moveTo>
                    <a:pt x="101803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018032" y="31242"/>
                  </a:lnTo>
                  <a:lnTo>
                    <a:pt x="1018032" y="30480"/>
                  </a:lnTo>
                  <a:close/>
                </a:path>
                <a:path w="1018539" h="214629">
                  <a:moveTo>
                    <a:pt x="101803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018032" y="28194"/>
                  </a:lnTo>
                  <a:lnTo>
                    <a:pt x="1018032" y="27432"/>
                  </a:lnTo>
                  <a:close/>
                </a:path>
                <a:path w="1018539" h="214629">
                  <a:moveTo>
                    <a:pt x="101803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018032" y="25146"/>
                  </a:lnTo>
                  <a:lnTo>
                    <a:pt x="1018032" y="24384"/>
                  </a:lnTo>
                  <a:close/>
                </a:path>
                <a:path w="1018539" h="214629">
                  <a:moveTo>
                    <a:pt x="101803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018032" y="22098"/>
                  </a:lnTo>
                  <a:lnTo>
                    <a:pt x="1018032" y="21336"/>
                  </a:lnTo>
                  <a:close/>
                </a:path>
                <a:path w="1018539" h="214629">
                  <a:moveTo>
                    <a:pt x="101803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018032" y="19050"/>
                  </a:lnTo>
                  <a:lnTo>
                    <a:pt x="1018032" y="18288"/>
                  </a:lnTo>
                  <a:close/>
                </a:path>
                <a:path w="1018539" h="214629">
                  <a:moveTo>
                    <a:pt x="101803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018032" y="16002"/>
                  </a:lnTo>
                  <a:lnTo>
                    <a:pt x="1018032" y="15240"/>
                  </a:lnTo>
                  <a:close/>
                </a:path>
                <a:path w="1018539" h="214629">
                  <a:moveTo>
                    <a:pt x="101803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018032" y="12954"/>
                  </a:lnTo>
                  <a:lnTo>
                    <a:pt x="1018032" y="12192"/>
                  </a:lnTo>
                  <a:close/>
                </a:path>
                <a:path w="1018539" h="214629">
                  <a:moveTo>
                    <a:pt x="101803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018032" y="9906"/>
                  </a:lnTo>
                  <a:lnTo>
                    <a:pt x="1018032" y="9144"/>
                  </a:lnTo>
                  <a:close/>
                </a:path>
                <a:path w="1018539" h="214629">
                  <a:moveTo>
                    <a:pt x="101803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018032" y="6858"/>
                  </a:lnTo>
                  <a:lnTo>
                    <a:pt x="1018032" y="6096"/>
                  </a:lnTo>
                  <a:close/>
                </a:path>
                <a:path w="1018539" h="214629">
                  <a:moveTo>
                    <a:pt x="101803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018032" y="3810"/>
                  </a:lnTo>
                  <a:lnTo>
                    <a:pt x="1018032" y="3048"/>
                  </a:lnTo>
                  <a:close/>
                </a:path>
                <a:path w="1018539" h="214629">
                  <a:moveTo>
                    <a:pt x="101803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018032" y="762"/>
                  </a:lnTo>
                  <a:lnTo>
                    <a:pt x="1018032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039245" y="5275215"/>
              <a:ext cx="1018540" cy="214629"/>
            </a:xfrm>
            <a:custGeom>
              <a:avLst/>
              <a:gdLst/>
              <a:ahLst/>
              <a:cxnLst/>
              <a:rect l="l" t="t" r="r" b="b"/>
              <a:pathLst>
                <a:path w="1018539" h="214629">
                  <a:moveTo>
                    <a:pt x="101803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018032" y="214122"/>
                  </a:lnTo>
                  <a:lnTo>
                    <a:pt x="1018032" y="213360"/>
                  </a:lnTo>
                  <a:close/>
                </a:path>
                <a:path w="1018539" h="214629">
                  <a:moveTo>
                    <a:pt x="101803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018032" y="211074"/>
                  </a:lnTo>
                  <a:lnTo>
                    <a:pt x="1018032" y="210312"/>
                  </a:lnTo>
                  <a:close/>
                </a:path>
                <a:path w="1018539" h="214629">
                  <a:moveTo>
                    <a:pt x="101803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018032" y="208026"/>
                  </a:lnTo>
                  <a:lnTo>
                    <a:pt x="1018032" y="207264"/>
                  </a:lnTo>
                  <a:close/>
                </a:path>
                <a:path w="1018539" h="214629">
                  <a:moveTo>
                    <a:pt x="101803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018032" y="204978"/>
                  </a:lnTo>
                  <a:lnTo>
                    <a:pt x="1018032" y="204216"/>
                  </a:lnTo>
                  <a:close/>
                </a:path>
                <a:path w="1018539" h="214629">
                  <a:moveTo>
                    <a:pt x="101803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018032" y="201930"/>
                  </a:lnTo>
                  <a:lnTo>
                    <a:pt x="1018032" y="201168"/>
                  </a:lnTo>
                  <a:close/>
                </a:path>
                <a:path w="1018539" h="214629">
                  <a:moveTo>
                    <a:pt x="101803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018032" y="198882"/>
                  </a:lnTo>
                  <a:lnTo>
                    <a:pt x="1018032" y="198120"/>
                  </a:lnTo>
                  <a:close/>
                </a:path>
                <a:path w="1018539" h="214629">
                  <a:moveTo>
                    <a:pt x="101803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018032" y="195834"/>
                  </a:lnTo>
                  <a:lnTo>
                    <a:pt x="1018032" y="195072"/>
                  </a:lnTo>
                  <a:close/>
                </a:path>
                <a:path w="1018539" h="214629">
                  <a:moveTo>
                    <a:pt x="101803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018032" y="192786"/>
                  </a:lnTo>
                  <a:lnTo>
                    <a:pt x="1018032" y="192024"/>
                  </a:lnTo>
                  <a:close/>
                </a:path>
                <a:path w="1018539" h="214629">
                  <a:moveTo>
                    <a:pt x="101803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018032" y="189738"/>
                  </a:lnTo>
                  <a:lnTo>
                    <a:pt x="1018032" y="188976"/>
                  </a:lnTo>
                  <a:close/>
                </a:path>
                <a:path w="1018539" h="214629">
                  <a:moveTo>
                    <a:pt x="101803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018032" y="186690"/>
                  </a:lnTo>
                  <a:lnTo>
                    <a:pt x="1018032" y="185928"/>
                  </a:lnTo>
                  <a:close/>
                </a:path>
                <a:path w="1018539" h="214629">
                  <a:moveTo>
                    <a:pt x="101803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018032" y="183642"/>
                  </a:lnTo>
                  <a:lnTo>
                    <a:pt x="1018032" y="182880"/>
                  </a:lnTo>
                  <a:close/>
                </a:path>
                <a:path w="1018539" h="214629">
                  <a:moveTo>
                    <a:pt x="101803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018032" y="180594"/>
                  </a:lnTo>
                  <a:lnTo>
                    <a:pt x="1018032" y="179832"/>
                  </a:lnTo>
                  <a:close/>
                </a:path>
                <a:path w="1018539" h="214629">
                  <a:moveTo>
                    <a:pt x="101803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018032" y="177546"/>
                  </a:lnTo>
                  <a:lnTo>
                    <a:pt x="1018032" y="176784"/>
                  </a:lnTo>
                  <a:close/>
                </a:path>
                <a:path w="1018539" h="214629">
                  <a:moveTo>
                    <a:pt x="101803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018032" y="174498"/>
                  </a:lnTo>
                  <a:lnTo>
                    <a:pt x="1018032" y="173736"/>
                  </a:lnTo>
                  <a:close/>
                </a:path>
                <a:path w="1018539" h="214629">
                  <a:moveTo>
                    <a:pt x="101803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018032" y="171450"/>
                  </a:lnTo>
                  <a:lnTo>
                    <a:pt x="1018032" y="170688"/>
                  </a:lnTo>
                  <a:close/>
                </a:path>
                <a:path w="1018539" h="214629">
                  <a:moveTo>
                    <a:pt x="101803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018032" y="168402"/>
                  </a:lnTo>
                  <a:lnTo>
                    <a:pt x="1018032" y="167640"/>
                  </a:lnTo>
                  <a:close/>
                </a:path>
                <a:path w="1018539" h="214629">
                  <a:moveTo>
                    <a:pt x="101803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018032" y="165354"/>
                  </a:lnTo>
                  <a:lnTo>
                    <a:pt x="1018032" y="164592"/>
                  </a:lnTo>
                  <a:close/>
                </a:path>
                <a:path w="1018539" h="214629">
                  <a:moveTo>
                    <a:pt x="101803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018032" y="162306"/>
                  </a:lnTo>
                  <a:lnTo>
                    <a:pt x="1018032" y="161544"/>
                  </a:lnTo>
                  <a:close/>
                </a:path>
                <a:path w="1018539" h="214629">
                  <a:moveTo>
                    <a:pt x="101803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018032" y="159258"/>
                  </a:lnTo>
                  <a:lnTo>
                    <a:pt x="1018032" y="158496"/>
                  </a:lnTo>
                  <a:close/>
                </a:path>
                <a:path w="1018539" h="214629">
                  <a:moveTo>
                    <a:pt x="101803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018032" y="156210"/>
                  </a:lnTo>
                  <a:lnTo>
                    <a:pt x="1018032" y="155448"/>
                  </a:lnTo>
                  <a:close/>
                </a:path>
                <a:path w="1018539" h="214629">
                  <a:moveTo>
                    <a:pt x="101803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018032" y="153162"/>
                  </a:lnTo>
                  <a:lnTo>
                    <a:pt x="1018032" y="152400"/>
                  </a:lnTo>
                  <a:close/>
                </a:path>
                <a:path w="1018539" h="214629">
                  <a:moveTo>
                    <a:pt x="101803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018032" y="150114"/>
                  </a:lnTo>
                  <a:lnTo>
                    <a:pt x="1018032" y="149352"/>
                  </a:lnTo>
                  <a:close/>
                </a:path>
                <a:path w="1018539" h="214629">
                  <a:moveTo>
                    <a:pt x="101803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018032" y="147066"/>
                  </a:lnTo>
                  <a:lnTo>
                    <a:pt x="1018032" y="146304"/>
                  </a:lnTo>
                  <a:close/>
                </a:path>
                <a:path w="1018539" h="214629">
                  <a:moveTo>
                    <a:pt x="101803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018032" y="144018"/>
                  </a:lnTo>
                  <a:lnTo>
                    <a:pt x="1018032" y="143256"/>
                  </a:lnTo>
                  <a:close/>
                </a:path>
                <a:path w="1018539" h="214629">
                  <a:moveTo>
                    <a:pt x="101803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018032" y="140970"/>
                  </a:lnTo>
                  <a:lnTo>
                    <a:pt x="1018032" y="140208"/>
                  </a:lnTo>
                  <a:close/>
                </a:path>
                <a:path w="1018539" h="214629">
                  <a:moveTo>
                    <a:pt x="101803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018032" y="137922"/>
                  </a:lnTo>
                  <a:lnTo>
                    <a:pt x="1018032" y="137160"/>
                  </a:lnTo>
                  <a:close/>
                </a:path>
                <a:path w="1018539" h="214629">
                  <a:moveTo>
                    <a:pt x="101803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018032" y="134874"/>
                  </a:lnTo>
                  <a:lnTo>
                    <a:pt x="1018032" y="134112"/>
                  </a:lnTo>
                  <a:close/>
                </a:path>
                <a:path w="1018539" h="214629">
                  <a:moveTo>
                    <a:pt x="101803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018032" y="131826"/>
                  </a:lnTo>
                  <a:lnTo>
                    <a:pt x="1018032" y="131064"/>
                  </a:lnTo>
                  <a:close/>
                </a:path>
                <a:path w="1018539" h="214629">
                  <a:moveTo>
                    <a:pt x="101803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018032" y="128778"/>
                  </a:lnTo>
                  <a:lnTo>
                    <a:pt x="1018032" y="128016"/>
                  </a:lnTo>
                  <a:close/>
                </a:path>
                <a:path w="1018539" h="214629">
                  <a:moveTo>
                    <a:pt x="101803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018032" y="125730"/>
                  </a:lnTo>
                  <a:lnTo>
                    <a:pt x="1018032" y="124968"/>
                  </a:lnTo>
                  <a:close/>
                </a:path>
                <a:path w="1018539" h="214629">
                  <a:moveTo>
                    <a:pt x="101803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018032" y="122682"/>
                  </a:lnTo>
                  <a:lnTo>
                    <a:pt x="1018032" y="121920"/>
                  </a:lnTo>
                  <a:close/>
                </a:path>
                <a:path w="1018539" h="214629">
                  <a:moveTo>
                    <a:pt x="101803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018032" y="119634"/>
                  </a:lnTo>
                  <a:lnTo>
                    <a:pt x="1018032" y="118872"/>
                  </a:lnTo>
                  <a:close/>
                </a:path>
                <a:path w="1018539" h="214629">
                  <a:moveTo>
                    <a:pt x="101803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018032" y="116586"/>
                  </a:lnTo>
                  <a:lnTo>
                    <a:pt x="1018032" y="115824"/>
                  </a:lnTo>
                  <a:close/>
                </a:path>
                <a:path w="1018539" h="214629">
                  <a:moveTo>
                    <a:pt x="101803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018032" y="113538"/>
                  </a:lnTo>
                  <a:lnTo>
                    <a:pt x="1018032" y="112776"/>
                  </a:lnTo>
                  <a:close/>
                </a:path>
                <a:path w="1018539" h="214629">
                  <a:moveTo>
                    <a:pt x="101803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018032" y="110490"/>
                  </a:lnTo>
                  <a:lnTo>
                    <a:pt x="1018032" y="109728"/>
                  </a:lnTo>
                  <a:close/>
                </a:path>
                <a:path w="1018539" h="214629">
                  <a:moveTo>
                    <a:pt x="101803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018032" y="107442"/>
                  </a:lnTo>
                  <a:lnTo>
                    <a:pt x="1018032" y="106680"/>
                  </a:lnTo>
                  <a:close/>
                </a:path>
                <a:path w="1018539" h="214629">
                  <a:moveTo>
                    <a:pt x="101803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018032" y="104394"/>
                  </a:lnTo>
                  <a:lnTo>
                    <a:pt x="1018032" y="103632"/>
                  </a:lnTo>
                  <a:close/>
                </a:path>
                <a:path w="1018539" h="214629">
                  <a:moveTo>
                    <a:pt x="101803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018032" y="101346"/>
                  </a:lnTo>
                  <a:lnTo>
                    <a:pt x="1018032" y="100584"/>
                  </a:lnTo>
                  <a:close/>
                </a:path>
                <a:path w="1018539" h="214629">
                  <a:moveTo>
                    <a:pt x="101803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018032" y="98298"/>
                  </a:lnTo>
                  <a:lnTo>
                    <a:pt x="1018032" y="97536"/>
                  </a:lnTo>
                  <a:close/>
                </a:path>
                <a:path w="1018539" h="214629">
                  <a:moveTo>
                    <a:pt x="101803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018032" y="95250"/>
                  </a:lnTo>
                  <a:lnTo>
                    <a:pt x="1018032" y="94488"/>
                  </a:lnTo>
                  <a:close/>
                </a:path>
                <a:path w="1018539" h="214629">
                  <a:moveTo>
                    <a:pt x="101803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018032" y="92202"/>
                  </a:lnTo>
                  <a:lnTo>
                    <a:pt x="1018032" y="91440"/>
                  </a:lnTo>
                  <a:close/>
                </a:path>
                <a:path w="1018539" h="214629">
                  <a:moveTo>
                    <a:pt x="101803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018032" y="89154"/>
                  </a:lnTo>
                  <a:lnTo>
                    <a:pt x="1018032" y="88392"/>
                  </a:lnTo>
                  <a:close/>
                </a:path>
                <a:path w="1018539" h="214629">
                  <a:moveTo>
                    <a:pt x="101803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018032" y="86106"/>
                  </a:lnTo>
                  <a:lnTo>
                    <a:pt x="1018032" y="85344"/>
                  </a:lnTo>
                  <a:close/>
                </a:path>
                <a:path w="1018539" h="214629">
                  <a:moveTo>
                    <a:pt x="101803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018032" y="83058"/>
                  </a:lnTo>
                  <a:lnTo>
                    <a:pt x="1018032" y="82296"/>
                  </a:lnTo>
                  <a:close/>
                </a:path>
                <a:path w="1018539" h="214629">
                  <a:moveTo>
                    <a:pt x="101803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018032" y="80010"/>
                  </a:lnTo>
                  <a:lnTo>
                    <a:pt x="1018032" y="79248"/>
                  </a:lnTo>
                  <a:close/>
                </a:path>
                <a:path w="1018539" h="214629">
                  <a:moveTo>
                    <a:pt x="101803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018032" y="76962"/>
                  </a:lnTo>
                  <a:lnTo>
                    <a:pt x="1018032" y="76200"/>
                  </a:lnTo>
                  <a:close/>
                </a:path>
                <a:path w="1018539" h="214629">
                  <a:moveTo>
                    <a:pt x="101803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018032" y="73914"/>
                  </a:lnTo>
                  <a:lnTo>
                    <a:pt x="1018032" y="73152"/>
                  </a:lnTo>
                  <a:close/>
                </a:path>
                <a:path w="1018539" h="214629">
                  <a:moveTo>
                    <a:pt x="101803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018032" y="70866"/>
                  </a:lnTo>
                  <a:lnTo>
                    <a:pt x="1018032" y="70104"/>
                  </a:lnTo>
                  <a:close/>
                </a:path>
                <a:path w="1018539" h="214629">
                  <a:moveTo>
                    <a:pt x="101803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018032" y="67818"/>
                  </a:lnTo>
                  <a:lnTo>
                    <a:pt x="1018032" y="67056"/>
                  </a:lnTo>
                  <a:close/>
                </a:path>
                <a:path w="1018539" h="214629">
                  <a:moveTo>
                    <a:pt x="101803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018032" y="64770"/>
                  </a:lnTo>
                  <a:lnTo>
                    <a:pt x="1018032" y="64008"/>
                  </a:lnTo>
                  <a:close/>
                </a:path>
                <a:path w="1018539" h="214629">
                  <a:moveTo>
                    <a:pt x="101803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018032" y="61722"/>
                  </a:lnTo>
                  <a:lnTo>
                    <a:pt x="1018032" y="60960"/>
                  </a:lnTo>
                  <a:close/>
                </a:path>
                <a:path w="1018539" h="214629">
                  <a:moveTo>
                    <a:pt x="101803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018032" y="58674"/>
                  </a:lnTo>
                  <a:lnTo>
                    <a:pt x="1018032" y="57912"/>
                  </a:lnTo>
                  <a:close/>
                </a:path>
                <a:path w="1018539" h="214629">
                  <a:moveTo>
                    <a:pt x="101803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018032" y="55626"/>
                  </a:lnTo>
                  <a:lnTo>
                    <a:pt x="1018032" y="54864"/>
                  </a:lnTo>
                  <a:close/>
                </a:path>
                <a:path w="1018539" h="214629">
                  <a:moveTo>
                    <a:pt x="101803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018032" y="52578"/>
                  </a:lnTo>
                  <a:lnTo>
                    <a:pt x="1018032" y="51816"/>
                  </a:lnTo>
                  <a:close/>
                </a:path>
                <a:path w="1018539" h="214629">
                  <a:moveTo>
                    <a:pt x="101803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018032" y="49530"/>
                  </a:lnTo>
                  <a:lnTo>
                    <a:pt x="1018032" y="48768"/>
                  </a:lnTo>
                  <a:close/>
                </a:path>
                <a:path w="1018539" h="214629">
                  <a:moveTo>
                    <a:pt x="101803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018032" y="46482"/>
                  </a:lnTo>
                  <a:lnTo>
                    <a:pt x="1018032" y="45720"/>
                  </a:lnTo>
                  <a:close/>
                </a:path>
                <a:path w="1018539" h="214629">
                  <a:moveTo>
                    <a:pt x="101803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018032" y="43434"/>
                  </a:lnTo>
                  <a:lnTo>
                    <a:pt x="1018032" y="42672"/>
                  </a:lnTo>
                  <a:close/>
                </a:path>
                <a:path w="1018539" h="214629">
                  <a:moveTo>
                    <a:pt x="101803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018032" y="40386"/>
                  </a:lnTo>
                  <a:lnTo>
                    <a:pt x="1018032" y="39624"/>
                  </a:lnTo>
                  <a:close/>
                </a:path>
                <a:path w="1018539" h="214629">
                  <a:moveTo>
                    <a:pt x="101803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018032" y="37338"/>
                  </a:lnTo>
                  <a:lnTo>
                    <a:pt x="1018032" y="36576"/>
                  </a:lnTo>
                  <a:close/>
                </a:path>
                <a:path w="1018539" h="214629">
                  <a:moveTo>
                    <a:pt x="101803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018032" y="34290"/>
                  </a:lnTo>
                  <a:lnTo>
                    <a:pt x="1018032" y="33528"/>
                  </a:lnTo>
                  <a:close/>
                </a:path>
                <a:path w="1018539" h="214629">
                  <a:moveTo>
                    <a:pt x="101803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018032" y="31242"/>
                  </a:lnTo>
                  <a:lnTo>
                    <a:pt x="1018032" y="30480"/>
                  </a:lnTo>
                  <a:close/>
                </a:path>
                <a:path w="1018539" h="214629">
                  <a:moveTo>
                    <a:pt x="101803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018032" y="28194"/>
                  </a:lnTo>
                  <a:lnTo>
                    <a:pt x="1018032" y="27432"/>
                  </a:lnTo>
                  <a:close/>
                </a:path>
                <a:path w="1018539" h="214629">
                  <a:moveTo>
                    <a:pt x="101803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018032" y="25146"/>
                  </a:lnTo>
                  <a:lnTo>
                    <a:pt x="1018032" y="24384"/>
                  </a:lnTo>
                  <a:close/>
                </a:path>
                <a:path w="1018539" h="214629">
                  <a:moveTo>
                    <a:pt x="101803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018032" y="22098"/>
                  </a:lnTo>
                  <a:lnTo>
                    <a:pt x="1018032" y="21336"/>
                  </a:lnTo>
                  <a:close/>
                </a:path>
                <a:path w="1018539" h="214629">
                  <a:moveTo>
                    <a:pt x="101803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018032" y="19050"/>
                  </a:lnTo>
                  <a:lnTo>
                    <a:pt x="1018032" y="18288"/>
                  </a:lnTo>
                  <a:close/>
                </a:path>
                <a:path w="1018539" h="214629">
                  <a:moveTo>
                    <a:pt x="101803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018032" y="16002"/>
                  </a:lnTo>
                  <a:lnTo>
                    <a:pt x="1018032" y="15240"/>
                  </a:lnTo>
                  <a:close/>
                </a:path>
                <a:path w="1018539" h="214629">
                  <a:moveTo>
                    <a:pt x="101803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018032" y="12954"/>
                  </a:lnTo>
                  <a:lnTo>
                    <a:pt x="1018032" y="12192"/>
                  </a:lnTo>
                  <a:close/>
                </a:path>
                <a:path w="1018539" h="214629">
                  <a:moveTo>
                    <a:pt x="101803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018032" y="9906"/>
                  </a:lnTo>
                  <a:lnTo>
                    <a:pt x="1018032" y="9144"/>
                  </a:lnTo>
                  <a:close/>
                </a:path>
                <a:path w="1018539" h="214629">
                  <a:moveTo>
                    <a:pt x="101803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018032" y="6858"/>
                  </a:lnTo>
                  <a:lnTo>
                    <a:pt x="1018032" y="6096"/>
                  </a:lnTo>
                  <a:close/>
                </a:path>
                <a:path w="1018539" h="214629">
                  <a:moveTo>
                    <a:pt x="101803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018032" y="3810"/>
                  </a:lnTo>
                  <a:lnTo>
                    <a:pt x="1018032" y="3048"/>
                  </a:lnTo>
                  <a:close/>
                </a:path>
                <a:path w="1018539" h="214629">
                  <a:moveTo>
                    <a:pt x="101803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018032" y="762"/>
                  </a:lnTo>
                  <a:lnTo>
                    <a:pt x="1018032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5039245" y="5488574"/>
              <a:ext cx="1018540" cy="135255"/>
            </a:xfrm>
            <a:custGeom>
              <a:avLst/>
              <a:gdLst/>
              <a:ahLst/>
              <a:cxnLst/>
              <a:rect l="l" t="t" r="r" b="b"/>
              <a:pathLst>
                <a:path w="1018539" h="135254">
                  <a:moveTo>
                    <a:pt x="101803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018032" y="134874"/>
                  </a:lnTo>
                  <a:lnTo>
                    <a:pt x="1018032" y="134112"/>
                  </a:lnTo>
                  <a:close/>
                </a:path>
                <a:path w="1018539" h="135254">
                  <a:moveTo>
                    <a:pt x="101803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018032" y="131826"/>
                  </a:lnTo>
                  <a:lnTo>
                    <a:pt x="1018032" y="131064"/>
                  </a:lnTo>
                  <a:close/>
                </a:path>
                <a:path w="1018539" h="135254">
                  <a:moveTo>
                    <a:pt x="101803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018032" y="128778"/>
                  </a:lnTo>
                  <a:lnTo>
                    <a:pt x="1018032" y="128016"/>
                  </a:lnTo>
                  <a:close/>
                </a:path>
                <a:path w="1018539" h="135254">
                  <a:moveTo>
                    <a:pt x="101803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018032" y="125730"/>
                  </a:lnTo>
                  <a:lnTo>
                    <a:pt x="1018032" y="124968"/>
                  </a:lnTo>
                  <a:close/>
                </a:path>
                <a:path w="1018539" h="135254">
                  <a:moveTo>
                    <a:pt x="101803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018032" y="122682"/>
                  </a:lnTo>
                  <a:lnTo>
                    <a:pt x="1018032" y="121920"/>
                  </a:lnTo>
                  <a:close/>
                </a:path>
                <a:path w="1018539" h="135254">
                  <a:moveTo>
                    <a:pt x="101803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018032" y="119634"/>
                  </a:lnTo>
                  <a:lnTo>
                    <a:pt x="1018032" y="118872"/>
                  </a:lnTo>
                  <a:close/>
                </a:path>
                <a:path w="1018539" h="135254">
                  <a:moveTo>
                    <a:pt x="101803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018032" y="116586"/>
                  </a:lnTo>
                  <a:lnTo>
                    <a:pt x="1018032" y="115824"/>
                  </a:lnTo>
                  <a:close/>
                </a:path>
                <a:path w="1018539" h="135254">
                  <a:moveTo>
                    <a:pt x="101803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018032" y="113538"/>
                  </a:lnTo>
                  <a:lnTo>
                    <a:pt x="1018032" y="112776"/>
                  </a:lnTo>
                  <a:close/>
                </a:path>
                <a:path w="1018539" h="135254">
                  <a:moveTo>
                    <a:pt x="101803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018032" y="110490"/>
                  </a:lnTo>
                  <a:lnTo>
                    <a:pt x="1018032" y="109728"/>
                  </a:lnTo>
                  <a:close/>
                </a:path>
                <a:path w="1018539" h="135254">
                  <a:moveTo>
                    <a:pt x="101803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018032" y="107442"/>
                  </a:lnTo>
                  <a:lnTo>
                    <a:pt x="1018032" y="106680"/>
                  </a:lnTo>
                  <a:close/>
                </a:path>
                <a:path w="1018539" h="135254">
                  <a:moveTo>
                    <a:pt x="101803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018032" y="104394"/>
                  </a:lnTo>
                  <a:lnTo>
                    <a:pt x="1018032" y="103632"/>
                  </a:lnTo>
                  <a:close/>
                </a:path>
                <a:path w="1018539" h="135254">
                  <a:moveTo>
                    <a:pt x="101803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018032" y="101346"/>
                  </a:lnTo>
                  <a:lnTo>
                    <a:pt x="1018032" y="100584"/>
                  </a:lnTo>
                  <a:close/>
                </a:path>
                <a:path w="1018539" h="135254">
                  <a:moveTo>
                    <a:pt x="101803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018032" y="98298"/>
                  </a:lnTo>
                  <a:lnTo>
                    <a:pt x="1018032" y="97536"/>
                  </a:lnTo>
                  <a:close/>
                </a:path>
                <a:path w="1018539" h="135254">
                  <a:moveTo>
                    <a:pt x="101803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018032" y="95250"/>
                  </a:lnTo>
                  <a:lnTo>
                    <a:pt x="1018032" y="94488"/>
                  </a:lnTo>
                  <a:close/>
                </a:path>
                <a:path w="1018539" h="135254">
                  <a:moveTo>
                    <a:pt x="101803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018032" y="92202"/>
                  </a:lnTo>
                  <a:lnTo>
                    <a:pt x="1018032" y="91440"/>
                  </a:lnTo>
                  <a:close/>
                </a:path>
                <a:path w="1018539" h="135254">
                  <a:moveTo>
                    <a:pt x="101803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018032" y="89154"/>
                  </a:lnTo>
                  <a:lnTo>
                    <a:pt x="1018032" y="88392"/>
                  </a:lnTo>
                  <a:close/>
                </a:path>
                <a:path w="1018539" h="135254">
                  <a:moveTo>
                    <a:pt x="101803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018032" y="86106"/>
                  </a:lnTo>
                  <a:lnTo>
                    <a:pt x="1018032" y="85344"/>
                  </a:lnTo>
                  <a:close/>
                </a:path>
                <a:path w="1018539" h="135254">
                  <a:moveTo>
                    <a:pt x="101803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018032" y="83058"/>
                  </a:lnTo>
                  <a:lnTo>
                    <a:pt x="1018032" y="82296"/>
                  </a:lnTo>
                  <a:close/>
                </a:path>
                <a:path w="1018539" h="135254">
                  <a:moveTo>
                    <a:pt x="101803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018032" y="80010"/>
                  </a:lnTo>
                  <a:lnTo>
                    <a:pt x="1018032" y="79248"/>
                  </a:lnTo>
                  <a:close/>
                </a:path>
                <a:path w="1018539" h="135254">
                  <a:moveTo>
                    <a:pt x="101803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018032" y="76962"/>
                  </a:lnTo>
                  <a:lnTo>
                    <a:pt x="1018032" y="76200"/>
                  </a:lnTo>
                  <a:close/>
                </a:path>
                <a:path w="1018539" h="135254">
                  <a:moveTo>
                    <a:pt x="101803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018032" y="73914"/>
                  </a:lnTo>
                  <a:lnTo>
                    <a:pt x="1018032" y="73152"/>
                  </a:lnTo>
                  <a:close/>
                </a:path>
                <a:path w="1018539" h="135254">
                  <a:moveTo>
                    <a:pt x="101803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018032" y="70866"/>
                  </a:lnTo>
                  <a:lnTo>
                    <a:pt x="1018032" y="70104"/>
                  </a:lnTo>
                  <a:close/>
                </a:path>
                <a:path w="1018539" h="135254">
                  <a:moveTo>
                    <a:pt x="101803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018032" y="67818"/>
                  </a:lnTo>
                  <a:lnTo>
                    <a:pt x="1018032" y="67056"/>
                  </a:lnTo>
                  <a:close/>
                </a:path>
                <a:path w="1018539" h="135254">
                  <a:moveTo>
                    <a:pt x="101803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018032" y="64770"/>
                  </a:lnTo>
                  <a:lnTo>
                    <a:pt x="1018032" y="64008"/>
                  </a:lnTo>
                  <a:close/>
                </a:path>
                <a:path w="1018539" h="135254">
                  <a:moveTo>
                    <a:pt x="101803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018032" y="61722"/>
                  </a:lnTo>
                  <a:lnTo>
                    <a:pt x="1018032" y="60960"/>
                  </a:lnTo>
                  <a:close/>
                </a:path>
                <a:path w="1018539" h="135254">
                  <a:moveTo>
                    <a:pt x="101803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018032" y="58674"/>
                  </a:lnTo>
                  <a:lnTo>
                    <a:pt x="1018032" y="57912"/>
                  </a:lnTo>
                  <a:close/>
                </a:path>
                <a:path w="1018539" h="135254">
                  <a:moveTo>
                    <a:pt x="101803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018032" y="55626"/>
                  </a:lnTo>
                  <a:lnTo>
                    <a:pt x="1018032" y="54864"/>
                  </a:lnTo>
                  <a:close/>
                </a:path>
                <a:path w="1018539" h="135254">
                  <a:moveTo>
                    <a:pt x="101803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018032" y="52578"/>
                  </a:lnTo>
                  <a:lnTo>
                    <a:pt x="1018032" y="51816"/>
                  </a:lnTo>
                  <a:close/>
                </a:path>
                <a:path w="1018539" h="135254">
                  <a:moveTo>
                    <a:pt x="101803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018032" y="49530"/>
                  </a:lnTo>
                  <a:lnTo>
                    <a:pt x="1018032" y="48768"/>
                  </a:lnTo>
                  <a:close/>
                </a:path>
                <a:path w="1018539" h="135254">
                  <a:moveTo>
                    <a:pt x="101803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018032" y="46482"/>
                  </a:lnTo>
                  <a:lnTo>
                    <a:pt x="1018032" y="45720"/>
                  </a:lnTo>
                  <a:close/>
                </a:path>
                <a:path w="1018539" h="135254">
                  <a:moveTo>
                    <a:pt x="101803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018032" y="43434"/>
                  </a:lnTo>
                  <a:lnTo>
                    <a:pt x="1018032" y="42672"/>
                  </a:lnTo>
                  <a:close/>
                </a:path>
                <a:path w="1018539" h="135254">
                  <a:moveTo>
                    <a:pt x="101803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018032" y="40386"/>
                  </a:lnTo>
                  <a:lnTo>
                    <a:pt x="1018032" y="39624"/>
                  </a:lnTo>
                  <a:close/>
                </a:path>
                <a:path w="1018539" h="135254">
                  <a:moveTo>
                    <a:pt x="101803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018032" y="37338"/>
                  </a:lnTo>
                  <a:lnTo>
                    <a:pt x="1018032" y="36576"/>
                  </a:lnTo>
                  <a:close/>
                </a:path>
                <a:path w="1018539" h="135254">
                  <a:moveTo>
                    <a:pt x="101803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018032" y="34290"/>
                  </a:lnTo>
                  <a:lnTo>
                    <a:pt x="1018032" y="33528"/>
                  </a:lnTo>
                  <a:close/>
                </a:path>
                <a:path w="1018539" h="135254">
                  <a:moveTo>
                    <a:pt x="101803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018032" y="31242"/>
                  </a:lnTo>
                  <a:lnTo>
                    <a:pt x="1018032" y="30480"/>
                  </a:lnTo>
                  <a:close/>
                </a:path>
                <a:path w="1018539" h="135254">
                  <a:moveTo>
                    <a:pt x="101803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018032" y="28194"/>
                  </a:lnTo>
                  <a:lnTo>
                    <a:pt x="1018032" y="27432"/>
                  </a:lnTo>
                  <a:close/>
                </a:path>
                <a:path w="1018539" h="135254">
                  <a:moveTo>
                    <a:pt x="101803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018032" y="25146"/>
                  </a:lnTo>
                  <a:lnTo>
                    <a:pt x="1018032" y="24384"/>
                  </a:lnTo>
                  <a:close/>
                </a:path>
                <a:path w="1018539" h="135254">
                  <a:moveTo>
                    <a:pt x="101803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018032" y="22098"/>
                  </a:lnTo>
                  <a:lnTo>
                    <a:pt x="1018032" y="21336"/>
                  </a:lnTo>
                  <a:close/>
                </a:path>
                <a:path w="1018539" h="135254">
                  <a:moveTo>
                    <a:pt x="101803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018032" y="19050"/>
                  </a:lnTo>
                  <a:lnTo>
                    <a:pt x="1018032" y="18288"/>
                  </a:lnTo>
                  <a:close/>
                </a:path>
                <a:path w="1018539" h="135254">
                  <a:moveTo>
                    <a:pt x="101803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018032" y="16002"/>
                  </a:lnTo>
                  <a:lnTo>
                    <a:pt x="1018032" y="15240"/>
                  </a:lnTo>
                  <a:close/>
                </a:path>
                <a:path w="1018539" h="135254">
                  <a:moveTo>
                    <a:pt x="101803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018032" y="12954"/>
                  </a:lnTo>
                  <a:lnTo>
                    <a:pt x="1018032" y="12192"/>
                  </a:lnTo>
                  <a:close/>
                </a:path>
                <a:path w="1018539" h="135254">
                  <a:moveTo>
                    <a:pt x="101803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018032" y="9906"/>
                  </a:lnTo>
                  <a:lnTo>
                    <a:pt x="1018032" y="9144"/>
                  </a:lnTo>
                  <a:close/>
                </a:path>
                <a:path w="1018539" h="135254">
                  <a:moveTo>
                    <a:pt x="101803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018032" y="6858"/>
                  </a:lnTo>
                  <a:lnTo>
                    <a:pt x="1018032" y="6096"/>
                  </a:lnTo>
                  <a:close/>
                </a:path>
                <a:path w="1018539" h="135254">
                  <a:moveTo>
                    <a:pt x="101803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018032" y="3810"/>
                  </a:lnTo>
                  <a:lnTo>
                    <a:pt x="1018032" y="3048"/>
                  </a:lnTo>
                  <a:close/>
                </a:path>
                <a:path w="1018539" h="135254">
                  <a:moveTo>
                    <a:pt x="101803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018032" y="762"/>
                  </a:lnTo>
                  <a:lnTo>
                    <a:pt x="1018032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7153783" y="3583574"/>
              <a:ext cx="1333500" cy="214629"/>
            </a:xfrm>
            <a:custGeom>
              <a:avLst/>
              <a:gdLst/>
              <a:ahLst/>
              <a:cxnLst/>
              <a:rect l="l" t="t" r="r" b="b"/>
              <a:pathLst>
                <a:path w="1333500" h="214629">
                  <a:moveTo>
                    <a:pt x="133350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333500" y="214122"/>
                  </a:lnTo>
                  <a:lnTo>
                    <a:pt x="1333500" y="213360"/>
                  </a:lnTo>
                  <a:close/>
                </a:path>
                <a:path w="1333500" h="214629">
                  <a:moveTo>
                    <a:pt x="133350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333500" y="211074"/>
                  </a:lnTo>
                  <a:lnTo>
                    <a:pt x="1333500" y="210312"/>
                  </a:lnTo>
                  <a:close/>
                </a:path>
                <a:path w="1333500" h="214629">
                  <a:moveTo>
                    <a:pt x="133350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333500" y="208026"/>
                  </a:lnTo>
                  <a:lnTo>
                    <a:pt x="1333500" y="207264"/>
                  </a:lnTo>
                  <a:close/>
                </a:path>
                <a:path w="1333500" h="214629">
                  <a:moveTo>
                    <a:pt x="133350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333500" y="204978"/>
                  </a:lnTo>
                  <a:lnTo>
                    <a:pt x="1333500" y="204216"/>
                  </a:lnTo>
                  <a:close/>
                </a:path>
                <a:path w="1333500" h="214629">
                  <a:moveTo>
                    <a:pt x="133350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333500" y="201930"/>
                  </a:lnTo>
                  <a:lnTo>
                    <a:pt x="1333500" y="201168"/>
                  </a:lnTo>
                  <a:close/>
                </a:path>
                <a:path w="1333500" h="214629">
                  <a:moveTo>
                    <a:pt x="133350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333500" y="198882"/>
                  </a:lnTo>
                  <a:lnTo>
                    <a:pt x="1333500" y="198120"/>
                  </a:lnTo>
                  <a:close/>
                </a:path>
                <a:path w="1333500" h="214629">
                  <a:moveTo>
                    <a:pt x="133350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333500" y="195834"/>
                  </a:lnTo>
                  <a:lnTo>
                    <a:pt x="1333500" y="195072"/>
                  </a:lnTo>
                  <a:close/>
                </a:path>
                <a:path w="1333500" h="214629">
                  <a:moveTo>
                    <a:pt x="133350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333500" y="192786"/>
                  </a:lnTo>
                  <a:lnTo>
                    <a:pt x="1333500" y="192024"/>
                  </a:lnTo>
                  <a:close/>
                </a:path>
                <a:path w="1333500" h="214629">
                  <a:moveTo>
                    <a:pt x="133350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333500" y="189738"/>
                  </a:lnTo>
                  <a:lnTo>
                    <a:pt x="1333500" y="188976"/>
                  </a:lnTo>
                  <a:close/>
                </a:path>
                <a:path w="1333500" h="214629">
                  <a:moveTo>
                    <a:pt x="133350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333500" y="186690"/>
                  </a:lnTo>
                  <a:lnTo>
                    <a:pt x="1333500" y="185928"/>
                  </a:lnTo>
                  <a:close/>
                </a:path>
                <a:path w="1333500" h="214629">
                  <a:moveTo>
                    <a:pt x="133350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333500" y="183642"/>
                  </a:lnTo>
                  <a:lnTo>
                    <a:pt x="1333500" y="182880"/>
                  </a:lnTo>
                  <a:close/>
                </a:path>
                <a:path w="1333500" h="214629">
                  <a:moveTo>
                    <a:pt x="133350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333500" y="180594"/>
                  </a:lnTo>
                  <a:lnTo>
                    <a:pt x="1333500" y="179832"/>
                  </a:lnTo>
                  <a:close/>
                </a:path>
                <a:path w="1333500" h="214629">
                  <a:moveTo>
                    <a:pt x="133350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333500" y="177546"/>
                  </a:lnTo>
                  <a:lnTo>
                    <a:pt x="1333500" y="176784"/>
                  </a:lnTo>
                  <a:close/>
                </a:path>
                <a:path w="1333500" h="214629">
                  <a:moveTo>
                    <a:pt x="133350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333500" y="174498"/>
                  </a:lnTo>
                  <a:lnTo>
                    <a:pt x="1333500" y="173736"/>
                  </a:lnTo>
                  <a:close/>
                </a:path>
                <a:path w="1333500" h="214629">
                  <a:moveTo>
                    <a:pt x="133350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333500" y="171450"/>
                  </a:lnTo>
                  <a:lnTo>
                    <a:pt x="1333500" y="170688"/>
                  </a:lnTo>
                  <a:close/>
                </a:path>
                <a:path w="1333500" h="214629">
                  <a:moveTo>
                    <a:pt x="133350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333500" y="168402"/>
                  </a:lnTo>
                  <a:lnTo>
                    <a:pt x="1333500" y="167640"/>
                  </a:lnTo>
                  <a:close/>
                </a:path>
                <a:path w="1333500" h="214629">
                  <a:moveTo>
                    <a:pt x="133350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333500" y="165354"/>
                  </a:lnTo>
                  <a:lnTo>
                    <a:pt x="1333500" y="164592"/>
                  </a:lnTo>
                  <a:close/>
                </a:path>
                <a:path w="1333500" h="214629">
                  <a:moveTo>
                    <a:pt x="133350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333500" y="162306"/>
                  </a:lnTo>
                  <a:lnTo>
                    <a:pt x="1333500" y="161544"/>
                  </a:lnTo>
                  <a:close/>
                </a:path>
                <a:path w="1333500" h="214629">
                  <a:moveTo>
                    <a:pt x="133350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333500" y="159258"/>
                  </a:lnTo>
                  <a:lnTo>
                    <a:pt x="1333500" y="158496"/>
                  </a:lnTo>
                  <a:close/>
                </a:path>
                <a:path w="1333500" h="214629">
                  <a:moveTo>
                    <a:pt x="133350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333500" y="156210"/>
                  </a:lnTo>
                  <a:lnTo>
                    <a:pt x="1333500" y="155448"/>
                  </a:lnTo>
                  <a:close/>
                </a:path>
                <a:path w="1333500" h="214629">
                  <a:moveTo>
                    <a:pt x="133350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333500" y="153162"/>
                  </a:lnTo>
                  <a:lnTo>
                    <a:pt x="1333500" y="152400"/>
                  </a:lnTo>
                  <a:close/>
                </a:path>
                <a:path w="1333500" h="214629">
                  <a:moveTo>
                    <a:pt x="133350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333500" y="150114"/>
                  </a:lnTo>
                  <a:lnTo>
                    <a:pt x="1333500" y="149352"/>
                  </a:lnTo>
                  <a:close/>
                </a:path>
                <a:path w="1333500" h="214629">
                  <a:moveTo>
                    <a:pt x="133350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333500" y="147066"/>
                  </a:lnTo>
                  <a:lnTo>
                    <a:pt x="1333500" y="146304"/>
                  </a:lnTo>
                  <a:close/>
                </a:path>
                <a:path w="1333500" h="214629">
                  <a:moveTo>
                    <a:pt x="133350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333500" y="144018"/>
                  </a:lnTo>
                  <a:lnTo>
                    <a:pt x="1333500" y="143256"/>
                  </a:lnTo>
                  <a:close/>
                </a:path>
                <a:path w="1333500" h="214629">
                  <a:moveTo>
                    <a:pt x="133350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333500" y="140970"/>
                  </a:lnTo>
                  <a:lnTo>
                    <a:pt x="1333500" y="140208"/>
                  </a:lnTo>
                  <a:close/>
                </a:path>
                <a:path w="1333500" h="214629">
                  <a:moveTo>
                    <a:pt x="133350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333500" y="137922"/>
                  </a:lnTo>
                  <a:lnTo>
                    <a:pt x="1333500" y="137160"/>
                  </a:lnTo>
                  <a:close/>
                </a:path>
                <a:path w="1333500" h="214629">
                  <a:moveTo>
                    <a:pt x="133350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333500" y="134874"/>
                  </a:lnTo>
                  <a:lnTo>
                    <a:pt x="1333500" y="134112"/>
                  </a:lnTo>
                  <a:close/>
                </a:path>
                <a:path w="1333500" h="214629">
                  <a:moveTo>
                    <a:pt x="133350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333500" y="131826"/>
                  </a:lnTo>
                  <a:lnTo>
                    <a:pt x="1333500" y="131064"/>
                  </a:lnTo>
                  <a:close/>
                </a:path>
                <a:path w="1333500" h="214629">
                  <a:moveTo>
                    <a:pt x="133350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333500" y="128778"/>
                  </a:lnTo>
                  <a:lnTo>
                    <a:pt x="1333500" y="128016"/>
                  </a:lnTo>
                  <a:close/>
                </a:path>
                <a:path w="1333500" h="214629">
                  <a:moveTo>
                    <a:pt x="133350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333500" y="125730"/>
                  </a:lnTo>
                  <a:lnTo>
                    <a:pt x="1333500" y="124968"/>
                  </a:lnTo>
                  <a:close/>
                </a:path>
                <a:path w="1333500" h="214629">
                  <a:moveTo>
                    <a:pt x="133350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333500" y="122682"/>
                  </a:lnTo>
                  <a:lnTo>
                    <a:pt x="1333500" y="121920"/>
                  </a:lnTo>
                  <a:close/>
                </a:path>
                <a:path w="1333500" h="214629">
                  <a:moveTo>
                    <a:pt x="133350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333500" y="119634"/>
                  </a:lnTo>
                  <a:lnTo>
                    <a:pt x="1333500" y="118872"/>
                  </a:lnTo>
                  <a:close/>
                </a:path>
                <a:path w="1333500" h="214629">
                  <a:moveTo>
                    <a:pt x="133350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333500" y="116586"/>
                  </a:lnTo>
                  <a:lnTo>
                    <a:pt x="1333500" y="115824"/>
                  </a:lnTo>
                  <a:close/>
                </a:path>
                <a:path w="1333500" h="214629">
                  <a:moveTo>
                    <a:pt x="133350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333500" y="113538"/>
                  </a:lnTo>
                  <a:lnTo>
                    <a:pt x="1333500" y="112776"/>
                  </a:lnTo>
                  <a:close/>
                </a:path>
                <a:path w="1333500" h="214629">
                  <a:moveTo>
                    <a:pt x="133350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333500" y="110490"/>
                  </a:lnTo>
                  <a:lnTo>
                    <a:pt x="1333500" y="109728"/>
                  </a:lnTo>
                  <a:close/>
                </a:path>
                <a:path w="1333500" h="214629">
                  <a:moveTo>
                    <a:pt x="133350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33500" y="107442"/>
                  </a:lnTo>
                  <a:lnTo>
                    <a:pt x="1333500" y="106680"/>
                  </a:lnTo>
                  <a:close/>
                </a:path>
                <a:path w="1333500" h="214629">
                  <a:moveTo>
                    <a:pt x="133350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33500" y="104394"/>
                  </a:lnTo>
                  <a:lnTo>
                    <a:pt x="1333500" y="103632"/>
                  </a:lnTo>
                  <a:close/>
                </a:path>
                <a:path w="1333500" h="214629">
                  <a:moveTo>
                    <a:pt x="133350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33500" y="101346"/>
                  </a:lnTo>
                  <a:lnTo>
                    <a:pt x="1333500" y="100584"/>
                  </a:lnTo>
                  <a:close/>
                </a:path>
                <a:path w="1333500" h="214629">
                  <a:moveTo>
                    <a:pt x="133350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33500" y="98298"/>
                  </a:lnTo>
                  <a:lnTo>
                    <a:pt x="1333500" y="97536"/>
                  </a:lnTo>
                  <a:close/>
                </a:path>
                <a:path w="1333500" h="214629">
                  <a:moveTo>
                    <a:pt x="133350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33500" y="95250"/>
                  </a:lnTo>
                  <a:lnTo>
                    <a:pt x="1333500" y="94488"/>
                  </a:lnTo>
                  <a:close/>
                </a:path>
                <a:path w="1333500" h="214629">
                  <a:moveTo>
                    <a:pt x="133350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33500" y="92202"/>
                  </a:lnTo>
                  <a:lnTo>
                    <a:pt x="1333500" y="91440"/>
                  </a:lnTo>
                  <a:close/>
                </a:path>
                <a:path w="1333500" h="214629">
                  <a:moveTo>
                    <a:pt x="133350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33500" y="89154"/>
                  </a:lnTo>
                  <a:lnTo>
                    <a:pt x="1333500" y="88392"/>
                  </a:lnTo>
                  <a:close/>
                </a:path>
                <a:path w="1333500" h="214629">
                  <a:moveTo>
                    <a:pt x="133350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33500" y="86106"/>
                  </a:lnTo>
                  <a:lnTo>
                    <a:pt x="1333500" y="85344"/>
                  </a:lnTo>
                  <a:close/>
                </a:path>
                <a:path w="1333500" h="214629">
                  <a:moveTo>
                    <a:pt x="133350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33500" y="83058"/>
                  </a:lnTo>
                  <a:lnTo>
                    <a:pt x="1333500" y="82296"/>
                  </a:lnTo>
                  <a:close/>
                </a:path>
                <a:path w="1333500" h="214629">
                  <a:moveTo>
                    <a:pt x="133350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33500" y="80010"/>
                  </a:lnTo>
                  <a:lnTo>
                    <a:pt x="1333500" y="79248"/>
                  </a:lnTo>
                  <a:close/>
                </a:path>
                <a:path w="1333500" h="214629">
                  <a:moveTo>
                    <a:pt x="133350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33500" y="76962"/>
                  </a:lnTo>
                  <a:lnTo>
                    <a:pt x="1333500" y="76200"/>
                  </a:lnTo>
                  <a:close/>
                </a:path>
                <a:path w="1333500" h="214629">
                  <a:moveTo>
                    <a:pt x="133350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33500" y="73914"/>
                  </a:lnTo>
                  <a:lnTo>
                    <a:pt x="1333500" y="73152"/>
                  </a:lnTo>
                  <a:close/>
                </a:path>
                <a:path w="1333500" h="214629">
                  <a:moveTo>
                    <a:pt x="133350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33500" y="70866"/>
                  </a:lnTo>
                  <a:lnTo>
                    <a:pt x="1333500" y="70104"/>
                  </a:lnTo>
                  <a:close/>
                </a:path>
                <a:path w="1333500" h="214629">
                  <a:moveTo>
                    <a:pt x="133350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33500" y="67818"/>
                  </a:lnTo>
                  <a:lnTo>
                    <a:pt x="1333500" y="67056"/>
                  </a:lnTo>
                  <a:close/>
                </a:path>
                <a:path w="1333500" h="214629">
                  <a:moveTo>
                    <a:pt x="133350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33500" y="64770"/>
                  </a:lnTo>
                  <a:lnTo>
                    <a:pt x="1333500" y="64008"/>
                  </a:lnTo>
                  <a:close/>
                </a:path>
                <a:path w="1333500" h="214629">
                  <a:moveTo>
                    <a:pt x="133350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33500" y="61722"/>
                  </a:lnTo>
                  <a:lnTo>
                    <a:pt x="1333500" y="60960"/>
                  </a:lnTo>
                  <a:close/>
                </a:path>
                <a:path w="1333500" h="214629">
                  <a:moveTo>
                    <a:pt x="133350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33500" y="58674"/>
                  </a:lnTo>
                  <a:lnTo>
                    <a:pt x="1333500" y="57912"/>
                  </a:lnTo>
                  <a:close/>
                </a:path>
                <a:path w="1333500" h="214629">
                  <a:moveTo>
                    <a:pt x="133350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33500" y="55626"/>
                  </a:lnTo>
                  <a:lnTo>
                    <a:pt x="1333500" y="54864"/>
                  </a:lnTo>
                  <a:close/>
                </a:path>
                <a:path w="1333500" h="214629">
                  <a:moveTo>
                    <a:pt x="133350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33500" y="52578"/>
                  </a:lnTo>
                  <a:lnTo>
                    <a:pt x="1333500" y="51816"/>
                  </a:lnTo>
                  <a:close/>
                </a:path>
                <a:path w="1333500" h="214629">
                  <a:moveTo>
                    <a:pt x="133350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33500" y="49530"/>
                  </a:lnTo>
                  <a:lnTo>
                    <a:pt x="1333500" y="48768"/>
                  </a:lnTo>
                  <a:close/>
                </a:path>
                <a:path w="1333500" h="214629">
                  <a:moveTo>
                    <a:pt x="133350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33500" y="46482"/>
                  </a:lnTo>
                  <a:lnTo>
                    <a:pt x="1333500" y="45720"/>
                  </a:lnTo>
                  <a:close/>
                </a:path>
                <a:path w="1333500" h="214629">
                  <a:moveTo>
                    <a:pt x="133350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33500" y="43434"/>
                  </a:lnTo>
                  <a:lnTo>
                    <a:pt x="1333500" y="42672"/>
                  </a:lnTo>
                  <a:close/>
                </a:path>
                <a:path w="1333500" h="214629">
                  <a:moveTo>
                    <a:pt x="133350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33500" y="40386"/>
                  </a:lnTo>
                  <a:lnTo>
                    <a:pt x="1333500" y="39624"/>
                  </a:lnTo>
                  <a:close/>
                </a:path>
                <a:path w="1333500" h="214629">
                  <a:moveTo>
                    <a:pt x="133350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33500" y="37338"/>
                  </a:lnTo>
                  <a:lnTo>
                    <a:pt x="1333500" y="36576"/>
                  </a:lnTo>
                  <a:close/>
                </a:path>
                <a:path w="1333500" h="214629">
                  <a:moveTo>
                    <a:pt x="133350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33500" y="34290"/>
                  </a:lnTo>
                  <a:lnTo>
                    <a:pt x="1333500" y="33528"/>
                  </a:lnTo>
                  <a:close/>
                </a:path>
                <a:path w="1333500" h="214629">
                  <a:moveTo>
                    <a:pt x="133350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33500" y="31242"/>
                  </a:lnTo>
                  <a:lnTo>
                    <a:pt x="1333500" y="30480"/>
                  </a:lnTo>
                  <a:close/>
                </a:path>
                <a:path w="1333500" h="214629">
                  <a:moveTo>
                    <a:pt x="133350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33500" y="28194"/>
                  </a:lnTo>
                  <a:lnTo>
                    <a:pt x="1333500" y="27432"/>
                  </a:lnTo>
                  <a:close/>
                </a:path>
                <a:path w="1333500" h="214629">
                  <a:moveTo>
                    <a:pt x="133350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33500" y="25146"/>
                  </a:lnTo>
                  <a:lnTo>
                    <a:pt x="1333500" y="24384"/>
                  </a:lnTo>
                  <a:close/>
                </a:path>
                <a:path w="1333500" h="214629">
                  <a:moveTo>
                    <a:pt x="133350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33500" y="22098"/>
                  </a:lnTo>
                  <a:lnTo>
                    <a:pt x="1333500" y="21336"/>
                  </a:lnTo>
                  <a:close/>
                </a:path>
                <a:path w="1333500" h="214629">
                  <a:moveTo>
                    <a:pt x="133350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33500" y="19050"/>
                  </a:lnTo>
                  <a:lnTo>
                    <a:pt x="1333500" y="18288"/>
                  </a:lnTo>
                  <a:close/>
                </a:path>
                <a:path w="1333500" h="214629">
                  <a:moveTo>
                    <a:pt x="133350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33500" y="16002"/>
                  </a:lnTo>
                  <a:lnTo>
                    <a:pt x="1333500" y="15240"/>
                  </a:lnTo>
                  <a:close/>
                </a:path>
                <a:path w="1333500" h="214629">
                  <a:moveTo>
                    <a:pt x="133350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33500" y="12954"/>
                  </a:lnTo>
                  <a:lnTo>
                    <a:pt x="1333500" y="12192"/>
                  </a:lnTo>
                  <a:close/>
                </a:path>
                <a:path w="1333500" h="214629">
                  <a:moveTo>
                    <a:pt x="133350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33500" y="9906"/>
                  </a:lnTo>
                  <a:lnTo>
                    <a:pt x="1333500" y="9144"/>
                  </a:lnTo>
                  <a:close/>
                </a:path>
                <a:path w="1333500" h="214629">
                  <a:moveTo>
                    <a:pt x="133350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33500" y="6858"/>
                  </a:lnTo>
                  <a:lnTo>
                    <a:pt x="1333500" y="6096"/>
                  </a:lnTo>
                  <a:close/>
                </a:path>
                <a:path w="1333500" h="214629">
                  <a:moveTo>
                    <a:pt x="133350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33500" y="3810"/>
                  </a:lnTo>
                  <a:lnTo>
                    <a:pt x="1333500" y="3048"/>
                  </a:lnTo>
                  <a:close/>
                </a:path>
                <a:path w="1333500" h="214629">
                  <a:moveTo>
                    <a:pt x="133350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333500" y="762"/>
                  </a:lnTo>
                  <a:lnTo>
                    <a:pt x="1333500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7153783" y="3796935"/>
              <a:ext cx="1333500" cy="214629"/>
            </a:xfrm>
            <a:custGeom>
              <a:avLst/>
              <a:gdLst/>
              <a:ahLst/>
              <a:cxnLst/>
              <a:rect l="l" t="t" r="r" b="b"/>
              <a:pathLst>
                <a:path w="1333500" h="214629">
                  <a:moveTo>
                    <a:pt x="133350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333500" y="214122"/>
                  </a:lnTo>
                  <a:lnTo>
                    <a:pt x="1333500" y="213360"/>
                  </a:lnTo>
                  <a:close/>
                </a:path>
                <a:path w="1333500" h="214629">
                  <a:moveTo>
                    <a:pt x="133350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333500" y="211074"/>
                  </a:lnTo>
                  <a:lnTo>
                    <a:pt x="1333500" y="210312"/>
                  </a:lnTo>
                  <a:close/>
                </a:path>
                <a:path w="1333500" h="214629">
                  <a:moveTo>
                    <a:pt x="133350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333500" y="208026"/>
                  </a:lnTo>
                  <a:lnTo>
                    <a:pt x="1333500" y="207264"/>
                  </a:lnTo>
                  <a:close/>
                </a:path>
                <a:path w="1333500" h="214629">
                  <a:moveTo>
                    <a:pt x="133350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333500" y="204978"/>
                  </a:lnTo>
                  <a:lnTo>
                    <a:pt x="1333500" y="204216"/>
                  </a:lnTo>
                  <a:close/>
                </a:path>
                <a:path w="1333500" h="214629">
                  <a:moveTo>
                    <a:pt x="133350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333500" y="201930"/>
                  </a:lnTo>
                  <a:lnTo>
                    <a:pt x="1333500" y="201168"/>
                  </a:lnTo>
                  <a:close/>
                </a:path>
                <a:path w="1333500" h="214629">
                  <a:moveTo>
                    <a:pt x="133350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333500" y="198882"/>
                  </a:lnTo>
                  <a:lnTo>
                    <a:pt x="1333500" y="198120"/>
                  </a:lnTo>
                  <a:close/>
                </a:path>
                <a:path w="1333500" h="214629">
                  <a:moveTo>
                    <a:pt x="133350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333500" y="195834"/>
                  </a:lnTo>
                  <a:lnTo>
                    <a:pt x="1333500" y="195072"/>
                  </a:lnTo>
                  <a:close/>
                </a:path>
                <a:path w="1333500" h="214629">
                  <a:moveTo>
                    <a:pt x="133350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333500" y="192786"/>
                  </a:lnTo>
                  <a:lnTo>
                    <a:pt x="1333500" y="192024"/>
                  </a:lnTo>
                  <a:close/>
                </a:path>
                <a:path w="1333500" h="214629">
                  <a:moveTo>
                    <a:pt x="133350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333500" y="189738"/>
                  </a:lnTo>
                  <a:lnTo>
                    <a:pt x="1333500" y="188976"/>
                  </a:lnTo>
                  <a:close/>
                </a:path>
                <a:path w="1333500" h="214629">
                  <a:moveTo>
                    <a:pt x="133350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333500" y="186690"/>
                  </a:lnTo>
                  <a:lnTo>
                    <a:pt x="1333500" y="185928"/>
                  </a:lnTo>
                  <a:close/>
                </a:path>
                <a:path w="1333500" h="214629">
                  <a:moveTo>
                    <a:pt x="133350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333500" y="183642"/>
                  </a:lnTo>
                  <a:lnTo>
                    <a:pt x="1333500" y="182880"/>
                  </a:lnTo>
                  <a:close/>
                </a:path>
                <a:path w="1333500" h="214629">
                  <a:moveTo>
                    <a:pt x="133350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333500" y="180594"/>
                  </a:lnTo>
                  <a:lnTo>
                    <a:pt x="1333500" y="179832"/>
                  </a:lnTo>
                  <a:close/>
                </a:path>
                <a:path w="1333500" h="214629">
                  <a:moveTo>
                    <a:pt x="133350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333500" y="177546"/>
                  </a:lnTo>
                  <a:lnTo>
                    <a:pt x="1333500" y="176784"/>
                  </a:lnTo>
                  <a:close/>
                </a:path>
                <a:path w="1333500" h="214629">
                  <a:moveTo>
                    <a:pt x="133350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333500" y="174498"/>
                  </a:lnTo>
                  <a:lnTo>
                    <a:pt x="1333500" y="173736"/>
                  </a:lnTo>
                  <a:close/>
                </a:path>
                <a:path w="1333500" h="214629">
                  <a:moveTo>
                    <a:pt x="133350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333500" y="171450"/>
                  </a:lnTo>
                  <a:lnTo>
                    <a:pt x="1333500" y="170688"/>
                  </a:lnTo>
                  <a:close/>
                </a:path>
                <a:path w="1333500" h="214629">
                  <a:moveTo>
                    <a:pt x="133350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333500" y="168402"/>
                  </a:lnTo>
                  <a:lnTo>
                    <a:pt x="1333500" y="167640"/>
                  </a:lnTo>
                  <a:close/>
                </a:path>
                <a:path w="1333500" h="214629">
                  <a:moveTo>
                    <a:pt x="133350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333500" y="165354"/>
                  </a:lnTo>
                  <a:lnTo>
                    <a:pt x="1333500" y="164592"/>
                  </a:lnTo>
                  <a:close/>
                </a:path>
                <a:path w="1333500" h="214629">
                  <a:moveTo>
                    <a:pt x="133350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333500" y="162306"/>
                  </a:lnTo>
                  <a:lnTo>
                    <a:pt x="1333500" y="161544"/>
                  </a:lnTo>
                  <a:close/>
                </a:path>
                <a:path w="1333500" h="214629">
                  <a:moveTo>
                    <a:pt x="133350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333500" y="159258"/>
                  </a:lnTo>
                  <a:lnTo>
                    <a:pt x="1333500" y="158496"/>
                  </a:lnTo>
                  <a:close/>
                </a:path>
                <a:path w="1333500" h="214629">
                  <a:moveTo>
                    <a:pt x="133350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333500" y="156210"/>
                  </a:lnTo>
                  <a:lnTo>
                    <a:pt x="1333500" y="155448"/>
                  </a:lnTo>
                  <a:close/>
                </a:path>
                <a:path w="1333500" h="214629">
                  <a:moveTo>
                    <a:pt x="133350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333500" y="153162"/>
                  </a:lnTo>
                  <a:lnTo>
                    <a:pt x="1333500" y="152400"/>
                  </a:lnTo>
                  <a:close/>
                </a:path>
                <a:path w="1333500" h="214629">
                  <a:moveTo>
                    <a:pt x="133350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333500" y="150114"/>
                  </a:lnTo>
                  <a:lnTo>
                    <a:pt x="1333500" y="149352"/>
                  </a:lnTo>
                  <a:close/>
                </a:path>
                <a:path w="1333500" h="214629">
                  <a:moveTo>
                    <a:pt x="133350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333500" y="147066"/>
                  </a:lnTo>
                  <a:lnTo>
                    <a:pt x="1333500" y="146304"/>
                  </a:lnTo>
                  <a:close/>
                </a:path>
                <a:path w="1333500" h="214629">
                  <a:moveTo>
                    <a:pt x="133350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333500" y="144018"/>
                  </a:lnTo>
                  <a:lnTo>
                    <a:pt x="1333500" y="143256"/>
                  </a:lnTo>
                  <a:close/>
                </a:path>
                <a:path w="1333500" h="214629">
                  <a:moveTo>
                    <a:pt x="133350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333500" y="140970"/>
                  </a:lnTo>
                  <a:lnTo>
                    <a:pt x="1333500" y="140208"/>
                  </a:lnTo>
                  <a:close/>
                </a:path>
                <a:path w="1333500" h="214629">
                  <a:moveTo>
                    <a:pt x="133350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333500" y="137922"/>
                  </a:lnTo>
                  <a:lnTo>
                    <a:pt x="1333500" y="137160"/>
                  </a:lnTo>
                  <a:close/>
                </a:path>
                <a:path w="1333500" h="214629">
                  <a:moveTo>
                    <a:pt x="133350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333500" y="134874"/>
                  </a:lnTo>
                  <a:lnTo>
                    <a:pt x="1333500" y="134112"/>
                  </a:lnTo>
                  <a:close/>
                </a:path>
                <a:path w="1333500" h="214629">
                  <a:moveTo>
                    <a:pt x="133350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333500" y="131826"/>
                  </a:lnTo>
                  <a:lnTo>
                    <a:pt x="1333500" y="131064"/>
                  </a:lnTo>
                  <a:close/>
                </a:path>
                <a:path w="1333500" h="214629">
                  <a:moveTo>
                    <a:pt x="133350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333500" y="128778"/>
                  </a:lnTo>
                  <a:lnTo>
                    <a:pt x="1333500" y="128016"/>
                  </a:lnTo>
                  <a:close/>
                </a:path>
                <a:path w="1333500" h="214629">
                  <a:moveTo>
                    <a:pt x="133350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333500" y="125730"/>
                  </a:lnTo>
                  <a:lnTo>
                    <a:pt x="1333500" y="124968"/>
                  </a:lnTo>
                  <a:close/>
                </a:path>
                <a:path w="1333500" h="214629">
                  <a:moveTo>
                    <a:pt x="133350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333500" y="122682"/>
                  </a:lnTo>
                  <a:lnTo>
                    <a:pt x="1333500" y="121920"/>
                  </a:lnTo>
                  <a:close/>
                </a:path>
                <a:path w="1333500" h="214629">
                  <a:moveTo>
                    <a:pt x="133350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333500" y="119634"/>
                  </a:lnTo>
                  <a:lnTo>
                    <a:pt x="1333500" y="118872"/>
                  </a:lnTo>
                  <a:close/>
                </a:path>
                <a:path w="1333500" h="214629">
                  <a:moveTo>
                    <a:pt x="133350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333500" y="116586"/>
                  </a:lnTo>
                  <a:lnTo>
                    <a:pt x="1333500" y="115824"/>
                  </a:lnTo>
                  <a:close/>
                </a:path>
                <a:path w="1333500" h="214629">
                  <a:moveTo>
                    <a:pt x="133350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333500" y="113538"/>
                  </a:lnTo>
                  <a:lnTo>
                    <a:pt x="1333500" y="112776"/>
                  </a:lnTo>
                  <a:close/>
                </a:path>
                <a:path w="1333500" h="214629">
                  <a:moveTo>
                    <a:pt x="133350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333500" y="110490"/>
                  </a:lnTo>
                  <a:lnTo>
                    <a:pt x="1333500" y="109728"/>
                  </a:lnTo>
                  <a:close/>
                </a:path>
                <a:path w="1333500" h="214629">
                  <a:moveTo>
                    <a:pt x="133350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33500" y="107442"/>
                  </a:lnTo>
                  <a:lnTo>
                    <a:pt x="1333500" y="106680"/>
                  </a:lnTo>
                  <a:close/>
                </a:path>
                <a:path w="1333500" h="214629">
                  <a:moveTo>
                    <a:pt x="133350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33500" y="104394"/>
                  </a:lnTo>
                  <a:lnTo>
                    <a:pt x="1333500" y="103632"/>
                  </a:lnTo>
                  <a:close/>
                </a:path>
                <a:path w="1333500" h="214629">
                  <a:moveTo>
                    <a:pt x="133350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33500" y="101346"/>
                  </a:lnTo>
                  <a:lnTo>
                    <a:pt x="1333500" y="100584"/>
                  </a:lnTo>
                  <a:close/>
                </a:path>
                <a:path w="1333500" h="214629">
                  <a:moveTo>
                    <a:pt x="133350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33500" y="98298"/>
                  </a:lnTo>
                  <a:lnTo>
                    <a:pt x="1333500" y="97536"/>
                  </a:lnTo>
                  <a:close/>
                </a:path>
                <a:path w="1333500" h="214629">
                  <a:moveTo>
                    <a:pt x="133350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33500" y="95250"/>
                  </a:lnTo>
                  <a:lnTo>
                    <a:pt x="1333500" y="94488"/>
                  </a:lnTo>
                  <a:close/>
                </a:path>
                <a:path w="1333500" h="214629">
                  <a:moveTo>
                    <a:pt x="133350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33500" y="92202"/>
                  </a:lnTo>
                  <a:lnTo>
                    <a:pt x="1333500" y="91440"/>
                  </a:lnTo>
                  <a:close/>
                </a:path>
                <a:path w="1333500" h="214629">
                  <a:moveTo>
                    <a:pt x="133350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33500" y="89154"/>
                  </a:lnTo>
                  <a:lnTo>
                    <a:pt x="1333500" y="88392"/>
                  </a:lnTo>
                  <a:close/>
                </a:path>
                <a:path w="1333500" h="214629">
                  <a:moveTo>
                    <a:pt x="133350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33500" y="86106"/>
                  </a:lnTo>
                  <a:lnTo>
                    <a:pt x="1333500" y="85344"/>
                  </a:lnTo>
                  <a:close/>
                </a:path>
                <a:path w="1333500" h="214629">
                  <a:moveTo>
                    <a:pt x="133350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33500" y="83058"/>
                  </a:lnTo>
                  <a:lnTo>
                    <a:pt x="1333500" y="82296"/>
                  </a:lnTo>
                  <a:close/>
                </a:path>
                <a:path w="1333500" h="214629">
                  <a:moveTo>
                    <a:pt x="133350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33500" y="80010"/>
                  </a:lnTo>
                  <a:lnTo>
                    <a:pt x="1333500" y="79248"/>
                  </a:lnTo>
                  <a:close/>
                </a:path>
                <a:path w="1333500" h="214629">
                  <a:moveTo>
                    <a:pt x="133350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33500" y="76962"/>
                  </a:lnTo>
                  <a:lnTo>
                    <a:pt x="1333500" y="76200"/>
                  </a:lnTo>
                  <a:close/>
                </a:path>
                <a:path w="1333500" h="214629">
                  <a:moveTo>
                    <a:pt x="133350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33500" y="73914"/>
                  </a:lnTo>
                  <a:lnTo>
                    <a:pt x="1333500" y="73152"/>
                  </a:lnTo>
                  <a:close/>
                </a:path>
                <a:path w="1333500" h="214629">
                  <a:moveTo>
                    <a:pt x="133350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33500" y="70866"/>
                  </a:lnTo>
                  <a:lnTo>
                    <a:pt x="1333500" y="70104"/>
                  </a:lnTo>
                  <a:close/>
                </a:path>
                <a:path w="1333500" h="214629">
                  <a:moveTo>
                    <a:pt x="133350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33500" y="67818"/>
                  </a:lnTo>
                  <a:lnTo>
                    <a:pt x="1333500" y="67056"/>
                  </a:lnTo>
                  <a:close/>
                </a:path>
                <a:path w="1333500" h="214629">
                  <a:moveTo>
                    <a:pt x="133350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33500" y="64770"/>
                  </a:lnTo>
                  <a:lnTo>
                    <a:pt x="1333500" y="64008"/>
                  </a:lnTo>
                  <a:close/>
                </a:path>
                <a:path w="1333500" h="214629">
                  <a:moveTo>
                    <a:pt x="133350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33500" y="61722"/>
                  </a:lnTo>
                  <a:lnTo>
                    <a:pt x="1333500" y="60960"/>
                  </a:lnTo>
                  <a:close/>
                </a:path>
                <a:path w="1333500" h="214629">
                  <a:moveTo>
                    <a:pt x="133350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33500" y="58674"/>
                  </a:lnTo>
                  <a:lnTo>
                    <a:pt x="1333500" y="57912"/>
                  </a:lnTo>
                  <a:close/>
                </a:path>
                <a:path w="1333500" h="214629">
                  <a:moveTo>
                    <a:pt x="133350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33500" y="55626"/>
                  </a:lnTo>
                  <a:lnTo>
                    <a:pt x="1333500" y="54864"/>
                  </a:lnTo>
                  <a:close/>
                </a:path>
                <a:path w="1333500" h="214629">
                  <a:moveTo>
                    <a:pt x="133350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33500" y="52578"/>
                  </a:lnTo>
                  <a:lnTo>
                    <a:pt x="1333500" y="51816"/>
                  </a:lnTo>
                  <a:close/>
                </a:path>
                <a:path w="1333500" h="214629">
                  <a:moveTo>
                    <a:pt x="133350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33500" y="49530"/>
                  </a:lnTo>
                  <a:lnTo>
                    <a:pt x="1333500" y="48768"/>
                  </a:lnTo>
                  <a:close/>
                </a:path>
                <a:path w="1333500" h="214629">
                  <a:moveTo>
                    <a:pt x="133350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33500" y="46482"/>
                  </a:lnTo>
                  <a:lnTo>
                    <a:pt x="1333500" y="45720"/>
                  </a:lnTo>
                  <a:close/>
                </a:path>
                <a:path w="1333500" h="214629">
                  <a:moveTo>
                    <a:pt x="133350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33500" y="43434"/>
                  </a:lnTo>
                  <a:lnTo>
                    <a:pt x="1333500" y="42672"/>
                  </a:lnTo>
                  <a:close/>
                </a:path>
                <a:path w="1333500" h="214629">
                  <a:moveTo>
                    <a:pt x="133350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33500" y="40386"/>
                  </a:lnTo>
                  <a:lnTo>
                    <a:pt x="1333500" y="39624"/>
                  </a:lnTo>
                  <a:close/>
                </a:path>
                <a:path w="1333500" h="214629">
                  <a:moveTo>
                    <a:pt x="133350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33500" y="37338"/>
                  </a:lnTo>
                  <a:lnTo>
                    <a:pt x="1333500" y="36576"/>
                  </a:lnTo>
                  <a:close/>
                </a:path>
                <a:path w="1333500" h="214629">
                  <a:moveTo>
                    <a:pt x="133350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33500" y="34290"/>
                  </a:lnTo>
                  <a:lnTo>
                    <a:pt x="1333500" y="33528"/>
                  </a:lnTo>
                  <a:close/>
                </a:path>
                <a:path w="1333500" h="214629">
                  <a:moveTo>
                    <a:pt x="133350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33500" y="31242"/>
                  </a:lnTo>
                  <a:lnTo>
                    <a:pt x="1333500" y="30480"/>
                  </a:lnTo>
                  <a:close/>
                </a:path>
                <a:path w="1333500" h="214629">
                  <a:moveTo>
                    <a:pt x="133350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33500" y="28194"/>
                  </a:lnTo>
                  <a:lnTo>
                    <a:pt x="1333500" y="27432"/>
                  </a:lnTo>
                  <a:close/>
                </a:path>
                <a:path w="1333500" h="214629">
                  <a:moveTo>
                    <a:pt x="133350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33500" y="25146"/>
                  </a:lnTo>
                  <a:lnTo>
                    <a:pt x="1333500" y="24384"/>
                  </a:lnTo>
                  <a:close/>
                </a:path>
                <a:path w="1333500" h="214629">
                  <a:moveTo>
                    <a:pt x="133350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33500" y="22098"/>
                  </a:lnTo>
                  <a:lnTo>
                    <a:pt x="1333500" y="21336"/>
                  </a:lnTo>
                  <a:close/>
                </a:path>
                <a:path w="1333500" h="214629">
                  <a:moveTo>
                    <a:pt x="133350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33500" y="19050"/>
                  </a:lnTo>
                  <a:lnTo>
                    <a:pt x="1333500" y="18288"/>
                  </a:lnTo>
                  <a:close/>
                </a:path>
                <a:path w="1333500" h="214629">
                  <a:moveTo>
                    <a:pt x="133350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33500" y="16002"/>
                  </a:lnTo>
                  <a:lnTo>
                    <a:pt x="1333500" y="15240"/>
                  </a:lnTo>
                  <a:close/>
                </a:path>
                <a:path w="1333500" h="214629">
                  <a:moveTo>
                    <a:pt x="133350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33500" y="12954"/>
                  </a:lnTo>
                  <a:lnTo>
                    <a:pt x="1333500" y="12192"/>
                  </a:lnTo>
                  <a:close/>
                </a:path>
                <a:path w="1333500" h="214629">
                  <a:moveTo>
                    <a:pt x="133350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33500" y="9906"/>
                  </a:lnTo>
                  <a:lnTo>
                    <a:pt x="1333500" y="9144"/>
                  </a:lnTo>
                  <a:close/>
                </a:path>
                <a:path w="1333500" h="214629">
                  <a:moveTo>
                    <a:pt x="133350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33500" y="6858"/>
                  </a:lnTo>
                  <a:lnTo>
                    <a:pt x="1333500" y="6096"/>
                  </a:lnTo>
                  <a:close/>
                </a:path>
                <a:path w="1333500" h="214629">
                  <a:moveTo>
                    <a:pt x="133350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33500" y="3810"/>
                  </a:lnTo>
                  <a:lnTo>
                    <a:pt x="1333500" y="3048"/>
                  </a:lnTo>
                  <a:close/>
                </a:path>
                <a:path w="1333500" h="214629">
                  <a:moveTo>
                    <a:pt x="133350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333500" y="762"/>
                  </a:lnTo>
                  <a:lnTo>
                    <a:pt x="1333500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7153783" y="4010295"/>
              <a:ext cx="1333500" cy="214629"/>
            </a:xfrm>
            <a:custGeom>
              <a:avLst/>
              <a:gdLst/>
              <a:ahLst/>
              <a:cxnLst/>
              <a:rect l="l" t="t" r="r" b="b"/>
              <a:pathLst>
                <a:path w="1333500" h="214629">
                  <a:moveTo>
                    <a:pt x="133350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333500" y="214122"/>
                  </a:lnTo>
                  <a:lnTo>
                    <a:pt x="1333500" y="213360"/>
                  </a:lnTo>
                  <a:close/>
                </a:path>
                <a:path w="1333500" h="214629">
                  <a:moveTo>
                    <a:pt x="133350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333500" y="211074"/>
                  </a:lnTo>
                  <a:lnTo>
                    <a:pt x="1333500" y="210312"/>
                  </a:lnTo>
                  <a:close/>
                </a:path>
                <a:path w="1333500" h="214629">
                  <a:moveTo>
                    <a:pt x="133350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333500" y="208026"/>
                  </a:lnTo>
                  <a:lnTo>
                    <a:pt x="1333500" y="207264"/>
                  </a:lnTo>
                  <a:close/>
                </a:path>
                <a:path w="1333500" h="214629">
                  <a:moveTo>
                    <a:pt x="133350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333500" y="204978"/>
                  </a:lnTo>
                  <a:lnTo>
                    <a:pt x="1333500" y="204216"/>
                  </a:lnTo>
                  <a:close/>
                </a:path>
                <a:path w="1333500" h="214629">
                  <a:moveTo>
                    <a:pt x="133350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333500" y="201930"/>
                  </a:lnTo>
                  <a:lnTo>
                    <a:pt x="1333500" y="201168"/>
                  </a:lnTo>
                  <a:close/>
                </a:path>
                <a:path w="1333500" h="214629">
                  <a:moveTo>
                    <a:pt x="133350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333500" y="198882"/>
                  </a:lnTo>
                  <a:lnTo>
                    <a:pt x="1333500" y="198120"/>
                  </a:lnTo>
                  <a:close/>
                </a:path>
                <a:path w="1333500" h="214629">
                  <a:moveTo>
                    <a:pt x="133350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333500" y="195834"/>
                  </a:lnTo>
                  <a:lnTo>
                    <a:pt x="1333500" y="195072"/>
                  </a:lnTo>
                  <a:close/>
                </a:path>
                <a:path w="1333500" h="214629">
                  <a:moveTo>
                    <a:pt x="133350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333500" y="192786"/>
                  </a:lnTo>
                  <a:lnTo>
                    <a:pt x="1333500" y="192024"/>
                  </a:lnTo>
                  <a:close/>
                </a:path>
                <a:path w="1333500" h="214629">
                  <a:moveTo>
                    <a:pt x="133350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333500" y="189738"/>
                  </a:lnTo>
                  <a:lnTo>
                    <a:pt x="1333500" y="188976"/>
                  </a:lnTo>
                  <a:close/>
                </a:path>
                <a:path w="1333500" h="214629">
                  <a:moveTo>
                    <a:pt x="133350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333500" y="186690"/>
                  </a:lnTo>
                  <a:lnTo>
                    <a:pt x="1333500" y="185928"/>
                  </a:lnTo>
                  <a:close/>
                </a:path>
                <a:path w="1333500" h="214629">
                  <a:moveTo>
                    <a:pt x="133350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333500" y="183642"/>
                  </a:lnTo>
                  <a:lnTo>
                    <a:pt x="1333500" y="182880"/>
                  </a:lnTo>
                  <a:close/>
                </a:path>
                <a:path w="1333500" h="214629">
                  <a:moveTo>
                    <a:pt x="133350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333500" y="180594"/>
                  </a:lnTo>
                  <a:lnTo>
                    <a:pt x="1333500" y="179832"/>
                  </a:lnTo>
                  <a:close/>
                </a:path>
                <a:path w="1333500" h="214629">
                  <a:moveTo>
                    <a:pt x="133350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333500" y="177546"/>
                  </a:lnTo>
                  <a:lnTo>
                    <a:pt x="1333500" y="176784"/>
                  </a:lnTo>
                  <a:close/>
                </a:path>
                <a:path w="1333500" h="214629">
                  <a:moveTo>
                    <a:pt x="133350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333500" y="174498"/>
                  </a:lnTo>
                  <a:lnTo>
                    <a:pt x="1333500" y="173736"/>
                  </a:lnTo>
                  <a:close/>
                </a:path>
                <a:path w="1333500" h="214629">
                  <a:moveTo>
                    <a:pt x="133350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333500" y="171450"/>
                  </a:lnTo>
                  <a:lnTo>
                    <a:pt x="1333500" y="170688"/>
                  </a:lnTo>
                  <a:close/>
                </a:path>
                <a:path w="1333500" h="214629">
                  <a:moveTo>
                    <a:pt x="133350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333500" y="168402"/>
                  </a:lnTo>
                  <a:lnTo>
                    <a:pt x="1333500" y="167640"/>
                  </a:lnTo>
                  <a:close/>
                </a:path>
                <a:path w="1333500" h="214629">
                  <a:moveTo>
                    <a:pt x="133350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333500" y="165354"/>
                  </a:lnTo>
                  <a:lnTo>
                    <a:pt x="1333500" y="164592"/>
                  </a:lnTo>
                  <a:close/>
                </a:path>
                <a:path w="1333500" h="214629">
                  <a:moveTo>
                    <a:pt x="133350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333500" y="162306"/>
                  </a:lnTo>
                  <a:lnTo>
                    <a:pt x="1333500" y="161544"/>
                  </a:lnTo>
                  <a:close/>
                </a:path>
                <a:path w="1333500" h="214629">
                  <a:moveTo>
                    <a:pt x="133350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333500" y="159258"/>
                  </a:lnTo>
                  <a:lnTo>
                    <a:pt x="1333500" y="158496"/>
                  </a:lnTo>
                  <a:close/>
                </a:path>
                <a:path w="1333500" h="214629">
                  <a:moveTo>
                    <a:pt x="133350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333500" y="156210"/>
                  </a:lnTo>
                  <a:lnTo>
                    <a:pt x="1333500" y="155448"/>
                  </a:lnTo>
                  <a:close/>
                </a:path>
                <a:path w="1333500" h="214629">
                  <a:moveTo>
                    <a:pt x="133350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333500" y="153162"/>
                  </a:lnTo>
                  <a:lnTo>
                    <a:pt x="1333500" y="152400"/>
                  </a:lnTo>
                  <a:close/>
                </a:path>
                <a:path w="1333500" h="214629">
                  <a:moveTo>
                    <a:pt x="133350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333500" y="150114"/>
                  </a:lnTo>
                  <a:lnTo>
                    <a:pt x="1333500" y="149352"/>
                  </a:lnTo>
                  <a:close/>
                </a:path>
                <a:path w="1333500" h="214629">
                  <a:moveTo>
                    <a:pt x="133350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333500" y="147066"/>
                  </a:lnTo>
                  <a:lnTo>
                    <a:pt x="1333500" y="146304"/>
                  </a:lnTo>
                  <a:close/>
                </a:path>
                <a:path w="1333500" h="214629">
                  <a:moveTo>
                    <a:pt x="133350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333500" y="144018"/>
                  </a:lnTo>
                  <a:lnTo>
                    <a:pt x="1333500" y="143256"/>
                  </a:lnTo>
                  <a:close/>
                </a:path>
                <a:path w="1333500" h="214629">
                  <a:moveTo>
                    <a:pt x="133350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333500" y="140970"/>
                  </a:lnTo>
                  <a:lnTo>
                    <a:pt x="1333500" y="140208"/>
                  </a:lnTo>
                  <a:close/>
                </a:path>
                <a:path w="1333500" h="214629">
                  <a:moveTo>
                    <a:pt x="133350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333500" y="137922"/>
                  </a:lnTo>
                  <a:lnTo>
                    <a:pt x="1333500" y="137160"/>
                  </a:lnTo>
                  <a:close/>
                </a:path>
                <a:path w="1333500" h="214629">
                  <a:moveTo>
                    <a:pt x="133350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333500" y="134874"/>
                  </a:lnTo>
                  <a:lnTo>
                    <a:pt x="1333500" y="134112"/>
                  </a:lnTo>
                  <a:close/>
                </a:path>
                <a:path w="1333500" h="214629">
                  <a:moveTo>
                    <a:pt x="133350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333500" y="131826"/>
                  </a:lnTo>
                  <a:lnTo>
                    <a:pt x="1333500" y="131064"/>
                  </a:lnTo>
                  <a:close/>
                </a:path>
                <a:path w="1333500" h="214629">
                  <a:moveTo>
                    <a:pt x="133350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333500" y="128778"/>
                  </a:lnTo>
                  <a:lnTo>
                    <a:pt x="1333500" y="128016"/>
                  </a:lnTo>
                  <a:close/>
                </a:path>
                <a:path w="1333500" h="214629">
                  <a:moveTo>
                    <a:pt x="133350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333500" y="125730"/>
                  </a:lnTo>
                  <a:lnTo>
                    <a:pt x="1333500" y="124968"/>
                  </a:lnTo>
                  <a:close/>
                </a:path>
                <a:path w="1333500" h="214629">
                  <a:moveTo>
                    <a:pt x="133350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333500" y="122682"/>
                  </a:lnTo>
                  <a:lnTo>
                    <a:pt x="1333500" y="121920"/>
                  </a:lnTo>
                  <a:close/>
                </a:path>
                <a:path w="1333500" h="214629">
                  <a:moveTo>
                    <a:pt x="133350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333500" y="119634"/>
                  </a:lnTo>
                  <a:lnTo>
                    <a:pt x="1333500" y="118872"/>
                  </a:lnTo>
                  <a:close/>
                </a:path>
                <a:path w="1333500" h="214629">
                  <a:moveTo>
                    <a:pt x="133350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333500" y="116586"/>
                  </a:lnTo>
                  <a:lnTo>
                    <a:pt x="1333500" y="115824"/>
                  </a:lnTo>
                  <a:close/>
                </a:path>
                <a:path w="1333500" h="214629">
                  <a:moveTo>
                    <a:pt x="133350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333500" y="113538"/>
                  </a:lnTo>
                  <a:lnTo>
                    <a:pt x="1333500" y="112776"/>
                  </a:lnTo>
                  <a:close/>
                </a:path>
                <a:path w="1333500" h="214629">
                  <a:moveTo>
                    <a:pt x="133350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333500" y="110490"/>
                  </a:lnTo>
                  <a:lnTo>
                    <a:pt x="1333500" y="109728"/>
                  </a:lnTo>
                  <a:close/>
                </a:path>
                <a:path w="1333500" h="214629">
                  <a:moveTo>
                    <a:pt x="133350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33500" y="107442"/>
                  </a:lnTo>
                  <a:lnTo>
                    <a:pt x="1333500" y="106680"/>
                  </a:lnTo>
                  <a:close/>
                </a:path>
                <a:path w="1333500" h="214629">
                  <a:moveTo>
                    <a:pt x="133350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33500" y="104394"/>
                  </a:lnTo>
                  <a:lnTo>
                    <a:pt x="1333500" y="103632"/>
                  </a:lnTo>
                  <a:close/>
                </a:path>
                <a:path w="1333500" h="214629">
                  <a:moveTo>
                    <a:pt x="133350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33500" y="101346"/>
                  </a:lnTo>
                  <a:lnTo>
                    <a:pt x="1333500" y="100584"/>
                  </a:lnTo>
                  <a:close/>
                </a:path>
                <a:path w="1333500" h="214629">
                  <a:moveTo>
                    <a:pt x="133350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33500" y="98298"/>
                  </a:lnTo>
                  <a:lnTo>
                    <a:pt x="1333500" y="97536"/>
                  </a:lnTo>
                  <a:close/>
                </a:path>
                <a:path w="1333500" h="214629">
                  <a:moveTo>
                    <a:pt x="133350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33500" y="95250"/>
                  </a:lnTo>
                  <a:lnTo>
                    <a:pt x="1333500" y="94488"/>
                  </a:lnTo>
                  <a:close/>
                </a:path>
                <a:path w="1333500" h="214629">
                  <a:moveTo>
                    <a:pt x="133350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33500" y="92202"/>
                  </a:lnTo>
                  <a:lnTo>
                    <a:pt x="1333500" y="91440"/>
                  </a:lnTo>
                  <a:close/>
                </a:path>
                <a:path w="1333500" h="214629">
                  <a:moveTo>
                    <a:pt x="133350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33500" y="89154"/>
                  </a:lnTo>
                  <a:lnTo>
                    <a:pt x="1333500" y="88392"/>
                  </a:lnTo>
                  <a:close/>
                </a:path>
                <a:path w="1333500" h="214629">
                  <a:moveTo>
                    <a:pt x="133350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33500" y="86106"/>
                  </a:lnTo>
                  <a:lnTo>
                    <a:pt x="1333500" y="85344"/>
                  </a:lnTo>
                  <a:close/>
                </a:path>
                <a:path w="1333500" h="214629">
                  <a:moveTo>
                    <a:pt x="133350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33500" y="83058"/>
                  </a:lnTo>
                  <a:lnTo>
                    <a:pt x="1333500" y="82296"/>
                  </a:lnTo>
                  <a:close/>
                </a:path>
                <a:path w="1333500" h="214629">
                  <a:moveTo>
                    <a:pt x="133350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33500" y="80010"/>
                  </a:lnTo>
                  <a:lnTo>
                    <a:pt x="1333500" y="79248"/>
                  </a:lnTo>
                  <a:close/>
                </a:path>
                <a:path w="1333500" h="214629">
                  <a:moveTo>
                    <a:pt x="133350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33500" y="76962"/>
                  </a:lnTo>
                  <a:lnTo>
                    <a:pt x="1333500" y="76200"/>
                  </a:lnTo>
                  <a:close/>
                </a:path>
                <a:path w="1333500" h="214629">
                  <a:moveTo>
                    <a:pt x="133350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33500" y="73914"/>
                  </a:lnTo>
                  <a:lnTo>
                    <a:pt x="1333500" y="73152"/>
                  </a:lnTo>
                  <a:close/>
                </a:path>
                <a:path w="1333500" h="214629">
                  <a:moveTo>
                    <a:pt x="133350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33500" y="70866"/>
                  </a:lnTo>
                  <a:lnTo>
                    <a:pt x="1333500" y="70104"/>
                  </a:lnTo>
                  <a:close/>
                </a:path>
                <a:path w="1333500" h="214629">
                  <a:moveTo>
                    <a:pt x="133350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33500" y="67818"/>
                  </a:lnTo>
                  <a:lnTo>
                    <a:pt x="1333500" y="67056"/>
                  </a:lnTo>
                  <a:close/>
                </a:path>
                <a:path w="1333500" h="214629">
                  <a:moveTo>
                    <a:pt x="133350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33500" y="64770"/>
                  </a:lnTo>
                  <a:lnTo>
                    <a:pt x="1333500" y="64008"/>
                  </a:lnTo>
                  <a:close/>
                </a:path>
                <a:path w="1333500" h="214629">
                  <a:moveTo>
                    <a:pt x="133350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33500" y="61722"/>
                  </a:lnTo>
                  <a:lnTo>
                    <a:pt x="1333500" y="60960"/>
                  </a:lnTo>
                  <a:close/>
                </a:path>
                <a:path w="1333500" h="214629">
                  <a:moveTo>
                    <a:pt x="133350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33500" y="58674"/>
                  </a:lnTo>
                  <a:lnTo>
                    <a:pt x="1333500" y="57912"/>
                  </a:lnTo>
                  <a:close/>
                </a:path>
                <a:path w="1333500" h="214629">
                  <a:moveTo>
                    <a:pt x="133350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33500" y="55626"/>
                  </a:lnTo>
                  <a:lnTo>
                    <a:pt x="1333500" y="54864"/>
                  </a:lnTo>
                  <a:close/>
                </a:path>
                <a:path w="1333500" h="214629">
                  <a:moveTo>
                    <a:pt x="133350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33500" y="52578"/>
                  </a:lnTo>
                  <a:lnTo>
                    <a:pt x="1333500" y="51816"/>
                  </a:lnTo>
                  <a:close/>
                </a:path>
                <a:path w="1333500" h="214629">
                  <a:moveTo>
                    <a:pt x="133350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33500" y="49530"/>
                  </a:lnTo>
                  <a:lnTo>
                    <a:pt x="1333500" y="48768"/>
                  </a:lnTo>
                  <a:close/>
                </a:path>
                <a:path w="1333500" h="214629">
                  <a:moveTo>
                    <a:pt x="133350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33500" y="46482"/>
                  </a:lnTo>
                  <a:lnTo>
                    <a:pt x="1333500" y="45720"/>
                  </a:lnTo>
                  <a:close/>
                </a:path>
                <a:path w="1333500" h="214629">
                  <a:moveTo>
                    <a:pt x="133350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33500" y="43434"/>
                  </a:lnTo>
                  <a:lnTo>
                    <a:pt x="1333500" y="42672"/>
                  </a:lnTo>
                  <a:close/>
                </a:path>
                <a:path w="1333500" h="214629">
                  <a:moveTo>
                    <a:pt x="133350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33500" y="40386"/>
                  </a:lnTo>
                  <a:lnTo>
                    <a:pt x="1333500" y="39624"/>
                  </a:lnTo>
                  <a:close/>
                </a:path>
                <a:path w="1333500" h="214629">
                  <a:moveTo>
                    <a:pt x="133350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33500" y="37338"/>
                  </a:lnTo>
                  <a:lnTo>
                    <a:pt x="1333500" y="36576"/>
                  </a:lnTo>
                  <a:close/>
                </a:path>
                <a:path w="1333500" h="214629">
                  <a:moveTo>
                    <a:pt x="133350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33500" y="34290"/>
                  </a:lnTo>
                  <a:lnTo>
                    <a:pt x="1333500" y="33528"/>
                  </a:lnTo>
                  <a:close/>
                </a:path>
                <a:path w="1333500" h="214629">
                  <a:moveTo>
                    <a:pt x="133350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33500" y="31242"/>
                  </a:lnTo>
                  <a:lnTo>
                    <a:pt x="1333500" y="30480"/>
                  </a:lnTo>
                  <a:close/>
                </a:path>
                <a:path w="1333500" h="214629">
                  <a:moveTo>
                    <a:pt x="133350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33500" y="28194"/>
                  </a:lnTo>
                  <a:lnTo>
                    <a:pt x="1333500" y="27432"/>
                  </a:lnTo>
                  <a:close/>
                </a:path>
                <a:path w="1333500" h="214629">
                  <a:moveTo>
                    <a:pt x="133350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33500" y="25146"/>
                  </a:lnTo>
                  <a:lnTo>
                    <a:pt x="1333500" y="24384"/>
                  </a:lnTo>
                  <a:close/>
                </a:path>
                <a:path w="1333500" h="214629">
                  <a:moveTo>
                    <a:pt x="133350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33500" y="22098"/>
                  </a:lnTo>
                  <a:lnTo>
                    <a:pt x="1333500" y="21336"/>
                  </a:lnTo>
                  <a:close/>
                </a:path>
                <a:path w="1333500" h="214629">
                  <a:moveTo>
                    <a:pt x="133350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33500" y="19050"/>
                  </a:lnTo>
                  <a:lnTo>
                    <a:pt x="1333500" y="18288"/>
                  </a:lnTo>
                  <a:close/>
                </a:path>
                <a:path w="1333500" h="214629">
                  <a:moveTo>
                    <a:pt x="133350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33500" y="16002"/>
                  </a:lnTo>
                  <a:lnTo>
                    <a:pt x="1333500" y="15240"/>
                  </a:lnTo>
                  <a:close/>
                </a:path>
                <a:path w="1333500" h="214629">
                  <a:moveTo>
                    <a:pt x="133350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33500" y="12954"/>
                  </a:lnTo>
                  <a:lnTo>
                    <a:pt x="1333500" y="12192"/>
                  </a:lnTo>
                  <a:close/>
                </a:path>
                <a:path w="1333500" h="214629">
                  <a:moveTo>
                    <a:pt x="133350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33500" y="9906"/>
                  </a:lnTo>
                  <a:lnTo>
                    <a:pt x="1333500" y="9144"/>
                  </a:lnTo>
                  <a:close/>
                </a:path>
                <a:path w="1333500" h="214629">
                  <a:moveTo>
                    <a:pt x="133350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33500" y="6858"/>
                  </a:lnTo>
                  <a:lnTo>
                    <a:pt x="1333500" y="6096"/>
                  </a:lnTo>
                  <a:close/>
                </a:path>
                <a:path w="1333500" h="214629">
                  <a:moveTo>
                    <a:pt x="133350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33500" y="3810"/>
                  </a:lnTo>
                  <a:lnTo>
                    <a:pt x="1333500" y="3048"/>
                  </a:lnTo>
                  <a:close/>
                </a:path>
                <a:path w="1333500" h="214629">
                  <a:moveTo>
                    <a:pt x="133350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333500" y="762"/>
                  </a:lnTo>
                  <a:lnTo>
                    <a:pt x="1333500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7153783" y="4223655"/>
              <a:ext cx="1333500" cy="214629"/>
            </a:xfrm>
            <a:custGeom>
              <a:avLst/>
              <a:gdLst/>
              <a:ahLst/>
              <a:cxnLst/>
              <a:rect l="l" t="t" r="r" b="b"/>
              <a:pathLst>
                <a:path w="1333500" h="214629">
                  <a:moveTo>
                    <a:pt x="133350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333500" y="214122"/>
                  </a:lnTo>
                  <a:lnTo>
                    <a:pt x="1333500" y="213360"/>
                  </a:lnTo>
                  <a:close/>
                </a:path>
                <a:path w="1333500" h="214629">
                  <a:moveTo>
                    <a:pt x="133350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333500" y="211074"/>
                  </a:lnTo>
                  <a:lnTo>
                    <a:pt x="1333500" y="210312"/>
                  </a:lnTo>
                  <a:close/>
                </a:path>
                <a:path w="1333500" h="214629">
                  <a:moveTo>
                    <a:pt x="133350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333500" y="208026"/>
                  </a:lnTo>
                  <a:lnTo>
                    <a:pt x="1333500" y="207264"/>
                  </a:lnTo>
                  <a:close/>
                </a:path>
                <a:path w="1333500" h="214629">
                  <a:moveTo>
                    <a:pt x="133350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333500" y="204978"/>
                  </a:lnTo>
                  <a:lnTo>
                    <a:pt x="1333500" y="204216"/>
                  </a:lnTo>
                  <a:close/>
                </a:path>
                <a:path w="1333500" h="214629">
                  <a:moveTo>
                    <a:pt x="133350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333500" y="201930"/>
                  </a:lnTo>
                  <a:lnTo>
                    <a:pt x="1333500" y="201168"/>
                  </a:lnTo>
                  <a:close/>
                </a:path>
                <a:path w="1333500" h="214629">
                  <a:moveTo>
                    <a:pt x="133350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333500" y="198882"/>
                  </a:lnTo>
                  <a:lnTo>
                    <a:pt x="1333500" y="198120"/>
                  </a:lnTo>
                  <a:close/>
                </a:path>
                <a:path w="1333500" h="214629">
                  <a:moveTo>
                    <a:pt x="133350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333500" y="195834"/>
                  </a:lnTo>
                  <a:lnTo>
                    <a:pt x="1333500" y="195072"/>
                  </a:lnTo>
                  <a:close/>
                </a:path>
                <a:path w="1333500" h="214629">
                  <a:moveTo>
                    <a:pt x="133350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333500" y="192786"/>
                  </a:lnTo>
                  <a:lnTo>
                    <a:pt x="1333500" y="192024"/>
                  </a:lnTo>
                  <a:close/>
                </a:path>
                <a:path w="1333500" h="214629">
                  <a:moveTo>
                    <a:pt x="133350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333500" y="189738"/>
                  </a:lnTo>
                  <a:lnTo>
                    <a:pt x="1333500" y="188976"/>
                  </a:lnTo>
                  <a:close/>
                </a:path>
                <a:path w="1333500" h="214629">
                  <a:moveTo>
                    <a:pt x="133350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333500" y="186690"/>
                  </a:lnTo>
                  <a:lnTo>
                    <a:pt x="1333500" y="185928"/>
                  </a:lnTo>
                  <a:close/>
                </a:path>
                <a:path w="1333500" h="214629">
                  <a:moveTo>
                    <a:pt x="133350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333500" y="183642"/>
                  </a:lnTo>
                  <a:lnTo>
                    <a:pt x="1333500" y="182880"/>
                  </a:lnTo>
                  <a:close/>
                </a:path>
                <a:path w="1333500" h="214629">
                  <a:moveTo>
                    <a:pt x="133350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333500" y="180594"/>
                  </a:lnTo>
                  <a:lnTo>
                    <a:pt x="1333500" y="179832"/>
                  </a:lnTo>
                  <a:close/>
                </a:path>
                <a:path w="1333500" h="214629">
                  <a:moveTo>
                    <a:pt x="133350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333500" y="177546"/>
                  </a:lnTo>
                  <a:lnTo>
                    <a:pt x="1333500" y="176784"/>
                  </a:lnTo>
                  <a:close/>
                </a:path>
                <a:path w="1333500" h="214629">
                  <a:moveTo>
                    <a:pt x="133350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333500" y="174498"/>
                  </a:lnTo>
                  <a:lnTo>
                    <a:pt x="1333500" y="173736"/>
                  </a:lnTo>
                  <a:close/>
                </a:path>
                <a:path w="1333500" h="214629">
                  <a:moveTo>
                    <a:pt x="133350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333500" y="171450"/>
                  </a:lnTo>
                  <a:lnTo>
                    <a:pt x="1333500" y="170688"/>
                  </a:lnTo>
                  <a:close/>
                </a:path>
                <a:path w="1333500" h="214629">
                  <a:moveTo>
                    <a:pt x="133350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333500" y="168402"/>
                  </a:lnTo>
                  <a:lnTo>
                    <a:pt x="1333500" y="167640"/>
                  </a:lnTo>
                  <a:close/>
                </a:path>
                <a:path w="1333500" h="214629">
                  <a:moveTo>
                    <a:pt x="133350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333500" y="165354"/>
                  </a:lnTo>
                  <a:lnTo>
                    <a:pt x="1333500" y="164592"/>
                  </a:lnTo>
                  <a:close/>
                </a:path>
                <a:path w="1333500" h="214629">
                  <a:moveTo>
                    <a:pt x="133350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333500" y="162306"/>
                  </a:lnTo>
                  <a:lnTo>
                    <a:pt x="1333500" y="161544"/>
                  </a:lnTo>
                  <a:close/>
                </a:path>
                <a:path w="1333500" h="214629">
                  <a:moveTo>
                    <a:pt x="133350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333500" y="159258"/>
                  </a:lnTo>
                  <a:lnTo>
                    <a:pt x="1333500" y="158496"/>
                  </a:lnTo>
                  <a:close/>
                </a:path>
                <a:path w="1333500" h="214629">
                  <a:moveTo>
                    <a:pt x="133350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333500" y="156210"/>
                  </a:lnTo>
                  <a:lnTo>
                    <a:pt x="1333500" y="155448"/>
                  </a:lnTo>
                  <a:close/>
                </a:path>
                <a:path w="1333500" h="214629">
                  <a:moveTo>
                    <a:pt x="133350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333500" y="153162"/>
                  </a:lnTo>
                  <a:lnTo>
                    <a:pt x="1333500" y="152400"/>
                  </a:lnTo>
                  <a:close/>
                </a:path>
                <a:path w="1333500" h="214629">
                  <a:moveTo>
                    <a:pt x="133350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333500" y="150114"/>
                  </a:lnTo>
                  <a:lnTo>
                    <a:pt x="1333500" y="149352"/>
                  </a:lnTo>
                  <a:close/>
                </a:path>
                <a:path w="1333500" h="214629">
                  <a:moveTo>
                    <a:pt x="133350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333500" y="147066"/>
                  </a:lnTo>
                  <a:lnTo>
                    <a:pt x="1333500" y="146304"/>
                  </a:lnTo>
                  <a:close/>
                </a:path>
                <a:path w="1333500" h="214629">
                  <a:moveTo>
                    <a:pt x="133350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333500" y="144018"/>
                  </a:lnTo>
                  <a:lnTo>
                    <a:pt x="1333500" y="143256"/>
                  </a:lnTo>
                  <a:close/>
                </a:path>
                <a:path w="1333500" h="214629">
                  <a:moveTo>
                    <a:pt x="133350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333500" y="140970"/>
                  </a:lnTo>
                  <a:lnTo>
                    <a:pt x="1333500" y="140208"/>
                  </a:lnTo>
                  <a:close/>
                </a:path>
                <a:path w="1333500" h="214629">
                  <a:moveTo>
                    <a:pt x="133350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333500" y="137922"/>
                  </a:lnTo>
                  <a:lnTo>
                    <a:pt x="1333500" y="137160"/>
                  </a:lnTo>
                  <a:close/>
                </a:path>
                <a:path w="1333500" h="214629">
                  <a:moveTo>
                    <a:pt x="133350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333500" y="134874"/>
                  </a:lnTo>
                  <a:lnTo>
                    <a:pt x="1333500" y="134112"/>
                  </a:lnTo>
                  <a:close/>
                </a:path>
                <a:path w="1333500" h="214629">
                  <a:moveTo>
                    <a:pt x="133350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333500" y="131826"/>
                  </a:lnTo>
                  <a:lnTo>
                    <a:pt x="1333500" y="131064"/>
                  </a:lnTo>
                  <a:close/>
                </a:path>
                <a:path w="1333500" h="214629">
                  <a:moveTo>
                    <a:pt x="133350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333500" y="128778"/>
                  </a:lnTo>
                  <a:lnTo>
                    <a:pt x="1333500" y="128016"/>
                  </a:lnTo>
                  <a:close/>
                </a:path>
                <a:path w="1333500" h="214629">
                  <a:moveTo>
                    <a:pt x="133350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333500" y="125730"/>
                  </a:lnTo>
                  <a:lnTo>
                    <a:pt x="1333500" y="124968"/>
                  </a:lnTo>
                  <a:close/>
                </a:path>
                <a:path w="1333500" h="214629">
                  <a:moveTo>
                    <a:pt x="133350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333500" y="122682"/>
                  </a:lnTo>
                  <a:lnTo>
                    <a:pt x="1333500" y="121920"/>
                  </a:lnTo>
                  <a:close/>
                </a:path>
                <a:path w="1333500" h="214629">
                  <a:moveTo>
                    <a:pt x="133350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333500" y="119634"/>
                  </a:lnTo>
                  <a:lnTo>
                    <a:pt x="1333500" y="118872"/>
                  </a:lnTo>
                  <a:close/>
                </a:path>
                <a:path w="1333500" h="214629">
                  <a:moveTo>
                    <a:pt x="133350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333500" y="116586"/>
                  </a:lnTo>
                  <a:lnTo>
                    <a:pt x="1333500" y="115824"/>
                  </a:lnTo>
                  <a:close/>
                </a:path>
                <a:path w="1333500" h="214629">
                  <a:moveTo>
                    <a:pt x="133350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333500" y="113538"/>
                  </a:lnTo>
                  <a:lnTo>
                    <a:pt x="1333500" y="112776"/>
                  </a:lnTo>
                  <a:close/>
                </a:path>
                <a:path w="1333500" h="214629">
                  <a:moveTo>
                    <a:pt x="133350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333500" y="110490"/>
                  </a:lnTo>
                  <a:lnTo>
                    <a:pt x="1333500" y="109728"/>
                  </a:lnTo>
                  <a:close/>
                </a:path>
                <a:path w="1333500" h="214629">
                  <a:moveTo>
                    <a:pt x="133350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33500" y="107442"/>
                  </a:lnTo>
                  <a:lnTo>
                    <a:pt x="1333500" y="106680"/>
                  </a:lnTo>
                  <a:close/>
                </a:path>
                <a:path w="1333500" h="214629">
                  <a:moveTo>
                    <a:pt x="133350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33500" y="104394"/>
                  </a:lnTo>
                  <a:lnTo>
                    <a:pt x="1333500" y="103632"/>
                  </a:lnTo>
                  <a:close/>
                </a:path>
                <a:path w="1333500" h="214629">
                  <a:moveTo>
                    <a:pt x="133350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33500" y="101346"/>
                  </a:lnTo>
                  <a:lnTo>
                    <a:pt x="1333500" y="100584"/>
                  </a:lnTo>
                  <a:close/>
                </a:path>
                <a:path w="1333500" h="214629">
                  <a:moveTo>
                    <a:pt x="133350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33500" y="98298"/>
                  </a:lnTo>
                  <a:lnTo>
                    <a:pt x="1333500" y="97536"/>
                  </a:lnTo>
                  <a:close/>
                </a:path>
                <a:path w="1333500" h="214629">
                  <a:moveTo>
                    <a:pt x="133350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33500" y="95250"/>
                  </a:lnTo>
                  <a:lnTo>
                    <a:pt x="1333500" y="94488"/>
                  </a:lnTo>
                  <a:close/>
                </a:path>
                <a:path w="1333500" h="214629">
                  <a:moveTo>
                    <a:pt x="133350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33500" y="92202"/>
                  </a:lnTo>
                  <a:lnTo>
                    <a:pt x="1333500" y="91440"/>
                  </a:lnTo>
                  <a:close/>
                </a:path>
                <a:path w="1333500" h="214629">
                  <a:moveTo>
                    <a:pt x="133350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33500" y="89154"/>
                  </a:lnTo>
                  <a:lnTo>
                    <a:pt x="1333500" y="88392"/>
                  </a:lnTo>
                  <a:close/>
                </a:path>
                <a:path w="1333500" h="214629">
                  <a:moveTo>
                    <a:pt x="133350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33500" y="86106"/>
                  </a:lnTo>
                  <a:lnTo>
                    <a:pt x="1333500" y="85344"/>
                  </a:lnTo>
                  <a:close/>
                </a:path>
                <a:path w="1333500" h="214629">
                  <a:moveTo>
                    <a:pt x="133350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33500" y="83058"/>
                  </a:lnTo>
                  <a:lnTo>
                    <a:pt x="1333500" y="82296"/>
                  </a:lnTo>
                  <a:close/>
                </a:path>
                <a:path w="1333500" h="214629">
                  <a:moveTo>
                    <a:pt x="133350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33500" y="80010"/>
                  </a:lnTo>
                  <a:lnTo>
                    <a:pt x="1333500" y="79248"/>
                  </a:lnTo>
                  <a:close/>
                </a:path>
                <a:path w="1333500" h="214629">
                  <a:moveTo>
                    <a:pt x="133350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33500" y="76962"/>
                  </a:lnTo>
                  <a:lnTo>
                    <a:pt x="1333500" y="76200"/>
                  </a:lnTo>
                  <a:close/>
                </a:path>
                <a:path w="1333500" h="214629">
                  <a:moveTo>
                    <a:pt x="133350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33500" y="73914"/>
                  </a:lnTo>
                  <a:lnTo>
                    <a:pt x="1333500" y="73152"/>
                  </a:lnTo>
                  <a:close/>
                </a:path>
                <a:path w="1333500" h="214629">
                  <a:moveTo>
                    <a:pt x="133350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33500" y="70866"/>
                  </a:lnTo>
                  <a:lnTo>
                    <a:pt x="1333500" y="70104"/>
                  </a:lnTo>
                  <a:close/>
                </a:path>
                <a:path w="1333500" h="214629">
                  <a:moveTo>
                    <a:pt x="133350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33500" y="67818"/>
                  </a:lnTo>
                  <a:lnTo>
                    <a:pt x="1333500" y="67056"/>
                  </a:lnTo>
                  <a:close/>
                </a:path>
                <a:path w="1333500" h="214629">
                  <a:moveTo>
                    <a:pt x="133350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33500" y="64770"/>
                  </a:lnTo>
                  <a:lnTo>
                    <a:pt x="1333500" y="64008"/>
                  </a:lnTo>
                  <a:close/>
                </a:path>
                <a:path w="1333500" h="214629">
                  <a:moveTo>
                    <a:pt x="133350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33500" y="61722"/>
                  </a:lnTo>
                  <a:lnTo>
                    <a:pt x="1333500" y="60960"/>
                  </a:lnTo>
                  <a:close/>
                </a:path>
                <a:path w="1333500" h="214629">
                  <a:moveTo>
                    <a:pt x="133350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33500" y="58674"/>
                  </a:lnTo>
                  <a:lnTo>
                    <a:pt x="1333500" y="57912"/>
                  </a:lnTo>
                  <a:close/>
                </a:path>
                <a:path w="1333500" h="214629">
                  <a:moveTo>
                    <a:pt x="133350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33500" y="55626"/>
                  </a:lnTo>
                  <a:lnTo>
                    <a:pt x="1333500" y="54864"/>
                  </a:lnTo>
                  <a:close/>
                </a:path>
                <a:path w="1333500" h="214629">
                  <a:moveTo>
                    <a:pt x="133350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33500" y="52578"/>
                  </a:lnTo>
                  <a:lnTo>
                    <a:pt x="1333500" y="51816"/>
                  </a:lnTo>
                  <a:close/>
                </a:path>
                <a:path w="1333500" h="214629">
                  <a:moveTo>
                    <a:pt x="133350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33500" y="49530"/>
                  </a:lnTo>
                  <a:lnTo>
                    <a:pt x="1333500" y="48768"/>
                  </a:lnTo>
                  <a:close/>
                </a:path>
                <a:path w="1333500" h="214629">
                  <a:moveTo>
                    <a:pt x="133350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33500" y="46482"/>
                  </a:lnTo>
                  <a:lnTo>
                    <a:pt x="1333500" y="45720"/>
                  </a:lnTo>
                  <a:close/>
                </a:path>
                <a:path w="1333500" h="214629">
                  <a:moveTo>
                    <a:pt x="133350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33500" y="43434"/>
                  </a:lnTo>
                  <a:lnTo>
                    <a:pt x="1333500" y="42672"/>
                  </a:lnTo>
                  <a:close/>
                </a:path>
                <a:path w="1333500" h="214629">
                  <a:moveTo>
                    <a:pt x="133350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33500" y="40386"/>
                  </a:lnTo>
                  <a:lnTo>
                    <a:pt x="1333500" y="39624"/>
                  </a:lnTo>
                  <a:close/>
                </a:path>
                <a:path w="1333500" h="214629">
                  <a:moveTo>
                    <a:pt x="133350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33500" y="37338"/>
                  </a:lnTo>
                  <a:lnTo>
                    <a:pt x="1333500" y="36576"/>
                  </a:lnTo>
                  <a:close/>
                </a:path>
                <a:path w="1333500" h="214629">
                  <a:moveTo>
                    <a:pt x="133350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33500" y="34290"/>
                  </a:lnTo>
                  <a:lnTo>
                    <a:pt x="1333500" y="33528"/>
                  </a:lnTo>
                  <a:close/>
                </a:path>
                <a:path w="1333500" h="214629">
                  <a:moveTo>
                    <a:pt x="133350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33500" y="31242"/>
                  </a:lnTo>
                  <a:lnTo>
                    <a:pt x="1333500" y="30480"/>
                  </a:lnTo>
                  <a:close/>
                </a:path>
                <a:path w="1333500" h="214629">
                  <a:moveTo>
                    <a:pt x="133350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33500" y="28194"/>
                  </a:lnTo>
                  <a:lnTo>
                    <a:pt x="1333500" y="27432"/>
                  </a:lnTo>
                  <a:close/>
                </a:path>
                <a:path w="1333500" h="214629">
                  <a:moveTo>
                    <a:pt x="133350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33500" y="25146"/>
                  </a:lnTo>
                  <a:lnTo>
                    <a:pt x="1333500" y="24384"/>
                  </a:lnTo>
                  <a:close/>
                </a:path>
                <a:path w="1333500" h="214629">
                  <a:moveTo>
                    <a:pt x="133350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33500" y="22098"/>
                  </a:lnTo>
                  <a:lnTo>
                    <a:pt x="1333500" y="21336"/>
                  </a:lnTo>
                  <a:close/>
                </a:path>
                <a:path w="1333500" h="214629">
                  <a:moveTo>
                    <a:pt x="133350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33500" y="19050"/>
                  </a:lnTo>
                  <a:lnTo>
                    <a:pt x="1333500" y="18288"/>
                  </a:lnTo>
                  <a:close/>
                </a:path>
                <a:path w="1333500" h="214629">
                  <a:moveTo>
                    <a:pt x="133350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33500" y="16002"/>
                  </a:lnTo>
                  <a:lnTo>
                    <a:pt x="1333500" y="15240"/>
                  </a:lnTo>
                  <a:close/>
                </a:path>
                <a:path w="1333500" h="214629">
                  <a:moveTo>
                    <a:pt x="133350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33500" y="12954"/>
                  </a:lnTo>
                  <a:lnTo>
                    <a:pt x="1333500" y="12192"/>
                  </a:lnTo>
                  <a:close/>
                </a:path>
                <a:path w="1333500" h="214629">
                  <a:moveTo>
                    <a:pt x="133350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33500" y="9906"/>
                  </a:lnTo>
                  <a:lnTo>
                    <a:pt x="1333500" y="9144"/>
                  </a:lnTo>
                  <a:close/>
                </a:path>
                <a:path w="1333500" h="214629">
                  <a:moveTo>
                    <a:pt x="133350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33500" y="6858"/>
                  </a:lnTo>
                  <a:lnTo>
                    <a:pt x="1333500" y="6096"/>
                  </a:lnTo>
                  <a:close/>
                </a:path>
                <a:path w="1333500" h="214629">
                  <a:moveTo>
                    <a:pt x="133350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33500" y="3810"/>
                  </a:lnTo>
                  <a:lnTo>
                    <a:pt x="1333500" y="3048"/>
                  </a:lnTo>
                  <a:close/>
                </a:path>
                <a:path w="1333500" h="214629">
                  <a:moveTo>
                    <a:pt x="133350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333500" y="762"/>
                  </a:lnTo>
                  <a:lnTo>
                    <a:pt x="1333500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7153783" y="4437015"/>
              <a:ext cx="1333500" cy="214629"/>
            </a:xfrm>
            <a:custGeom>
              <a:avLst/>
              <a:gdLst/>
              <a:ahLst/>
              <a:cxnLst/>
              <a:rect l="l" t="t" r="r" b="b"/>
              <a:pathLst>
                <a:path w="1333500" h="214629">
                  <a:moveTo>
                    <a:pt x="133350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333500" y="214122"/>
                  </a:lnTo>
                  <a:lnTo>
                    <a:pt x="1333500" y="213360"/>
                  </a:lnTo>
                  <a:close/>
                </a:path>
                <a:path w="1333500" h="214629">
                  <a:moveTo>
                    <a:pt x="133350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333500" y="211074"/>
                  </a:lnTo>
                  <a:lnTo>
                    <a:pt x="1333500" y="210312"/>
                  </a:lnTo>
                  <a:close/>
                </a:path>
                <a:path w="1333500" h="214629">
                  <a:moveTo>
                    <a:pt x="133350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333500" y="208026"/>
                  </a:lnTo>
                  <a:lnTo>
                    <a:pt x="1333500" y="207264"/>
                  </a:lnTo>
                  <a:close/>
                </a:path>
                <a:path w="1333500" h="214629">
                  <a:moveTo>
                    <a:pt x="133350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333500" y="204978"/>
                  </a:lnTo>
                  <a:lnTo>
                    <a:pt x="1333500" y="204216"/>
                  </a:lnTo>
                  <a:close/>
                </a:path>
                <a:path w="1333500" h="214629">
                  <a:moveTo>
                    <a:pt x="133350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333500" y="201930"/>
                  </a:lnTo>
                  <a:lnTo>
                    <a:pt x="1333500" y="201168"/>
                  </a:lnTo>
                  <a:close/>
                </a:path>
                <a:path w="1333500" h="214629">
                  <a:moveTo>
                    <a:pt x="133350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333500" y="198882"/>
                  </a:lnTo>
                  <a:lnTo>
                    <a:pt x="1333500" y="198120"/>
                  </a:lnTo>
                  <a:close/>
                </a:path>
                <a:path w="1333500" h="214629">
                  <a:moveTo>
                    <a:pt x="133350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333500" y="195834"/>
                  </a:lnTo>
                  <a:lnTo>
                    <a:pt x="1333500" y="195072"/>
                  </a:lnTo>
                  <a:close/>
                </a:path>
                <a:path w="1333500" h="214629">
                  <a:moveTo>
                    <a:pt x="133350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333500" y="192786"/>
                  </a:lnTo>
                  <a:lnTo>
                    <a:pt x="1333500" y="192024"/>
                  </a:lnTo>
                  <a:close/>
                </a:path>
                <a:path w="1333500" h="214629">
                  <a:moveTo>
                    <a:pt x="133350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333500" y="189738"/>
                  </a:lnTo>
                  <a:lnTo>
                    <a:pt x="1333500" y="188976"/>
                  </a:lnTo>
                  <a:close/>
                </a:path>
                <a:path w="1333500" h="214629">
                  <a:moveTo>
                    <a:pt x="133350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333500" y="186690"/>
                  </a:lnTo>
                  <a:lnTo>
                    <a:pt x="1333500" y="185928"/>
                  </a:lnTo>
                  <a:close/>
                </a:path>
                <a:path w="1333500" h="214629">
                  <a:moveTo>
                    <a:pt x="133350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333500" y="183642"/>
                  </a:lnTo>
                  <a:lnTo>
                    <a:pt x="1333500" y="182880"/>
                  </a:lnTo>
                  <a:close/>
                </a:path>
                <a:path w="1333500" h="214629">
                  <a:moveTo>
                    <a:pt x="133350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333500" y="180594"/>
                  </a:lnTo>
                  <a:lnTo>
                    <a:pt x="1333500" y="179832"/>
                  </a:lnTo>
                  <a:close/>
                </a:path>
                <a:path w="1333500" h="214629">
                  <a:moveTo>
                    <a:pt x="133350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333500" y="177546"/>
                  </a:lnTo>
                  <a:lnTo>
                    <a:pt x="1333500" y="176784"/>
                  </a:lnTo>
                  <a:close/>
                </a:path>
                <a:path w="1333500" h="214629">
                  <a:moveTo>
                    <a:pt x="133350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333500" y="174498"/>
                  </a:lnTo>
                  <a:lnTo>
                    <a:pt x="1333500" y="173736"/>
                  </a:lnTo>
                  <a:close/>
                </a:path>
                <a:path w="1333500" h="214629">
                  <a:moveTo>
                    <a:pt x="133350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333500" y="171450"/>
                  </a:lnTo>
                  <a:lnTo>
                    <a:pt x="1333500" y="170688"/>
                  </a:lnTo>
                  <a:close/>
                </a:path>
                <a:path w="1333500" h="214629">
                  <a:moveTo>
                    <a:pt x="133350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333500" y="168402"/>
                  </a:lnTo>
                  <a:lnTo>
                    <a:pt x="1333500" y="167640"/>
                  </a:lnTo>
                  <a:close/>
                </a:path>
                <a:path w="1333500" h="214629">
                  <a:moveTo>
                    <a:pt x="133350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333500" y="165354"/>
                  </a:lnTo>
                  <a:lnTo>
                    <a:pt x="1333500" y="164592"/>
                  </a:lnTo>
                  <a:close/>
                </a:path>
                <a:path w="1333500" h="214629">
                  <a:moveTo>
                    <a:pt x="133350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333500" y="162306"/>
                  </a:lnTo>
                  <a:lnTo>
                    <a:pt x="1333500" y="161544"/>
                  </a:lnTo>
                  <a:close/>
                </a:path>
                <a:path w="1333500" h="214629">
                  <a:moveTo>
                    <a:pt x="133350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333500" y="159258"/>
                  </a:lnTo>
                  <a:lnTo>
                    <a:pt x="1333500" y="158496"/>
                  </a:lnTo>
                  <a:close/>
                </a:path>
                <a:path w="1333500" h="214629">
                  <a:moveTo>
                    <a:pt x="133350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333500" y="156210"/>
                  </a:lnTo>
                  <a:lnTo>
                    <a:pt x="1333500" y="155448"/>
                  </a:lnTo>
                  <a:close/>
                </a:path>
                <a:path w="1333500" h="214629">
                  <a:moveTo>
                    <a:pt x="133350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333500" y="153162"/>
                  </a:lnTo>
                  <a:lnTo>
                    <a:pt x="1333500" y="152400"/>
                  </a:lnTo>
                  <a:close/>
                </a:path>
                <a:path w="1333500" h="214629">
                  <a:moveTo>
                    <a:pt x="133350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333500" y="150114"/>
                  </a:lnTo>
                  <a:lnTo>
                    <a:pt x="1333500" y="149352"/>
                  </a:lnTo>
                  <a:close/>
                </a:path>
                <a:path w="1333500" h="214629">
                  <a:moveTo>
                    <a:pt x="133350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333500" y="147066"/>
                  </a:lnTo>
                  <a:lnTo>
                    <a:pt x="1333500" y="146304"/>
                  </a:lnTo>
                  <a:close/>
                </a:path>
                <a:path w="1333500" h="214629">
                  <a:moveTo>
                    <a:pt x="133350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333500" y="144018"/>
                  </a:lnTo>
                  <a:lnTo>
                    <a:pt x="1333500" y="143256"/>
                  </a:lnTo>
                  <a:close/>
                </a:path>
                <a:path w="1333500" h="214629">
                  <a:moveTo>
                    <a:pt x="133350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333500" y="140970"/>
                  </a:lnTo>
                  <a:lnTo>
                    <a:pt x="1333500" y="140208"/>
                  </a:lnTo>
                  <a:close/>
                </a:path>
                <a:path w="1333500" h="214629">
                  <a:moveTo>
                    <a:pt x="133350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333500" y="137922"/>
                  </a:lnTo>
                  <a:lnTo>
                    <a:pt x="1333500" y="137160"/>
                  </a:lnTo>
                  <a:close/>
                </a:path>
                <a:path w="1333500" h="214629">
                  <a:moveTo>
                    <a:pt x="133350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333500" y="134874"/>
                  </a:lnTo>
                  <a:lnTo>
                    <a:pt x="1333500" y="134112"/>
                  </a:lnTo>
                  <a:close/>
                </a:path>
                <a:path w="1333500" h="214629">
                  <a:moveTo>
                    <a:pt x="133350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333500" y="131826"/>
                  </a:lnTo>
                  <a:lnTo>
                    <a:pt x="1333500" y="131064"/>
                  </a:lnTo>
                  <a:close/>
                </a:path>
                <a:path w="1333500" h="214629">
                  <a:moveTo>
                    <a:pt x="133350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333500" y="128778"/>
                  </a:lnTo>
                  <a:lnTo>
                    <a:pt x="1333500" y="128016"/>
                  </a:lnTo>
                  <a:close/>
                </a:path>
                <a:path w="1333500" h="214629">
                  <a:moveTo>
                    <a:pt x="133350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333500" y="125730"/>
                  </a:lnTo>
                  <a:lnTo>
                    <a:pt x="1333500" y="124968"/>
                  </a:lnTo>
                  <a:close/>
                </a:path>
                <a:path w="1333500" h="214629">
                  <a:moveTo>
                    <a:pt x="133350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333500" y="122682"/>
                  </a:lnTo>
                  <a:lnTo>
                    <a:pt x="1333500" y="121920"/>
                  </a:lnTo>
                  <a:close/>
                </a:path>
                <a:path w="1333500" h="214629">
                  <a:moveTo>
                    <a:pt x="133350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333500" y="119634"/>
                  </a:lnTo>
                  <a:lnTo>
                    <a:pt x="1333500" y="118872"/>
                  </a:lnTo>
                  <a:close/>
                </a:path>
                <a:path w="1333500" h="214629">
                  <a:moveTo>
                    <a:pt x="133350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333500" y="116586"/>
                  </a:lnTo>
                  <a:lnTo>
                    <a:pt x="1333500" y="115824"/>
                  </a:lnTo>
                  <a:close/>
                </a:path>
                <a:path w="1333500" h="214629">
                  <a:moveTo>
                    <a:pt x="133350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333500" y="113538"/>
                  </a:lnTo>
                  <a:lnTo>
                    <a:pt x="1333500" y="112776"/>
                  </a:lnTo>
                  <a:close/>
                </a:path>
                <a:path w="1333500" h="214629">
                  <a:moveTo>
                    <a:pt x="133350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333500" y="110490"/>
                  </a:lnTo>
                  <a:lnTo>
                    <a:pt x="1333500" y="109728"/>
                  </a:lnTo>
                  <a:close/>
                </a:path>
                <a:path w="1333500" h="214629">
                  <a:moveTo>
                    <a:pt x="133350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33500" y="107442"/>
                  </a:lnTo>
                  <a:lnTo>
                    <a:pt x="1333500" y="106680"/>
                  </a:lnTo>
                  <a:close/>
                </a:path>
                <a:path w="1333500" h="214629">
                  <a:moveTo>
                    <a:pt x="133350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33500" y="104394"/>
                  </a:lnTo>
                  <a:lnTo>
                    <a:pt x="1333500" y="103632"/>
                  </a:lnTo>
                  <a:close/>
                </a:path>
                <a:path w="1333500" h="214629">
                  <a:moveTo>
                    <a:pt x="133350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33500" y="101346"/>
                  </a:lnTo>
                  <a:lnTo>
                    <a:pt x="1333500" y="100584"/>
                  </a:lnTo>
                  <a:close/>
                </a:path>
                <a:path w="1333500" h="214629">
                  <a:moveTo>
                    <a:pt x="133350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33500" y="98298"/>
                  </a:lnTo>
                  <a:lnTo>
                    <a:pt x="1333500" y="97536"/>
                  </a:lnTo>
                  <a:close/>
                </a:path>
                <a:path w="1333500" h="214629">
                  <a:moveTo>
                    <a:pt x="133350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33500" y="95250"/>
                  </a:lnTo>
                  <a:lnTo>
                    <a:pt x="1333500" y="94488"/>
                  </a:lnTo>
                  <a:close/>
                </a:path>
                <a:path w="1333500" h="214629">
                  <a:moveTo>
                    <a:pt x="133350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33500" y="92202"/>
                  </a:lnTo>
                  <a:lnTo>
                    <a:pt x="1333500" y="91440"/>
                  </a:lnTo>
                  <a:close/>
                </a:path>
                <a:path w="1333500" h="214629">
                  <a:moveTo>
                    <a:pt x="133350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33500" y="89154"/>
                  </a:lnTo>
                  <a:lnTo>
                    <a:pt x="1333500" y="88392"/>
                  </a:lnTo>
                  <a:close/>
                </a:path>
                <a:path w="1333500" h="214629">
                  <a:moveTo>
                    <a:pt x="133350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33500" y="86106"/>
                  </a:lnTo>
                  <a:lnTo>
                    <a:pt x="1333500" y="85344"/>
                  </a:lnTo>
                  <a:close/>
                </a:path>
                <a:path w="1333500" h="214629">
                  <a:moveTo>
                    <a:pt x="133350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33500" y="83058"/>
                  </a:lnTo>
                  <a:lnTo>
                    <a:pt x="1333500" y="82296"/>
                  </a:lnTo>
                  <a:close/>
                </a:path>
                <a:path w="1333500" h="214629">
                  <a:moveTo>
                    <a:pt x="133350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33500" y="80010"/>
                  </a:lnTo>
                  <a:lnTo>
                    <a:pt x="1333500" y="79248"/>
                  </a:lnTo>
                  <a:close/>
                </a:path>
                <a:path w="1333500" h="214629">
                  <a:moveTo>
                    <a:pt x="133350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33500" y="76962"/>
                  </a:lnTo>
                  <a:lnTo>
                    <a:pt x="1333500" y="76200"/>
                  </a:lnTo>
                  <a:close/>
                </a:path>
                <a:path w="1333500" h="214629">
                  <a:moveTo>
                    <a:pt x="133350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33500" y="73914"/>
                  </a:lnTo>
                  <a:lnTo>
                    <a:pt x="1333500" y="73152"/>
                  </a:lnTo>
                  <a:close/>
                </a:path>
                <a:path w="1333500" h="214629">
                  <a:moveTo>
                    <a:pt x="133350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33500" y="70866"/>
                  </a:lnTo>
                  <a:lnTo>
                    <a:pt x="1333500" y="70104"/>
                  </a:lnTo>
                  <a:close/>
                </a:path>
                <a:path w="1333500" h="214629">
                  <a:moveTo>
                    <a:pt x="133350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33500" y="67818"/>
                  </a:lnTo>
                  <a:lnTo>
                    <a:pt x="1333500" y="67056"/>
                  </a:lnTo>
                  <a:close/>
                </a:path>
                <a:path w="1333500" h="214629">
                  <a:moveTo>
                    <a:pt x="133350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33500" y="64770"/>
                  </a:lnTo>
                  <a:lnTo>
                    <a:pt x="1333500" y="64008"/>
                  </a:lnTo>
                  <a:close/>
                </a:path>
                <a:path w="1333500" h="214629">
                  <a:moveTo>
                    <a:pt x="133350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33500" y="61722"/>
                  </a:lnTo>
                  <a:lnTo>
                    <a:pt x="1333500" y="60960"/>
                  </a:lnTo>
                  <a:close/>
                </a:path>
                <a:path w="1333500" h="214629">
                  <a:moveTo>
                    <a:pt x="133350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33500" y="58674"/>
                  </a:lnTo>
                  <a:lnTo>
                    <a:pt x="1333500" y="57912"/>
                  </a:lnTo>
                  <a:close/>
                </a:path>
                <a:path w="1333500" h="214629">
                  <a:moveTo>
                    <a:pt x="133350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33500" y="55626"/>
                  </a:lnTo>
                  <a:lnTo>
                    <a:pt x="1333500" y="54864"/>
                  </a:lnTo>
                  <a:close/>
                </a:path>
                <a:path w="1333500" h="214629">
                  <a:moveTo>
                    <a:pt x="133350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33500" y="52578"/>
                  </a:lnTo>
                  <a:lnTo>
                    <a:pt x="1333500" y="51816"/>
                  </a:lnTo>
                  <a:close/>
                </a:path>
                <a:path w="1333500" h="214629">
                  <a:moveTo>
                    <a:pt x="133350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33500" y="49530"/>
                  </a:lnTo>
                  <a:lnTo>
                    <a:pt x="1333500" y="48768"/>
                  </a:lnTo>
                  <a:close/>
                </a:path>
                <a:path w="1333500" h="214629">
                  <a:moveTo>
                    <a:pt x="133350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33500" y="46482"/>
                  </a:lnTo>
                  <a:lnTo>
                    <a:pt x="1333500" y="45720"/>
                  </a:lnTo>
                  <a:close/>
                </a:path>
                <a:path w="1333500" h="214629">
                  <a:moveTo>
                    <a:pt x="133350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33500" y="43434"/>
                  </a:lnTo>
                  <a:lnTo>
                    <a:pt x="1333500" y="42672"/>
                  </a:lnTo>
                  <a:close/>
                </a:path>
                <a:path w="1333500" h="214629">
                  <a:moveTo>
                    <a:pt x="133350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33500" y="40386"/>
                  </a:lnTo>
                  <a:lnTo>
                    <a:pt x="1333500" y="39624"/>
                  </a:lnTo>
                  <a:close/>
                </a:path>
                <a:path w="1333500" h="214629">
                  <a:moveTo>
                    <a:pt x="133350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33500" y="37338"/>
                  </a:lnTo>
                  <a:lnTo>
                    <a:pt x="1333500" y="36576"/>
                  </a:lnTo>
                  <a:close/>
                </a:path>
                <a:path w="1333500" h="214629">
                  <a:moveTo>
                    <a:pt x="133350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33500" y="34290"/>
                  </a:lnTo>
                  <a:lnTo>
                    <a:pt x="1333500" y="33528"/>
                  </a:lnTo>
                  <a:close/>
                </a:path>
                <a:path w="1333500" h="214629">
                  <a:moveTo>
                    <a:pt x="133350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33500" y="31242"/>
                  </a:lnTo>
                  <a:lnTo>
                    <a:pt x="1333500" y="30480"/>
                  </a:lnTo>
                  <a:close/>
                </a:path>
                <a:path w="1333500" h="214629">
                  <a:moveTo>
                    <a:pt x="133350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33500" y="28194"/>
                  </a:lnTo>
                  <a:lnTo>
                    <a:pt x="1333500" y="27432"/>
                  </a:lnTo>
                  <a:close/>
                </a:path>
                <a:path w="1333500" h="214629">
                  <a:moveTo>
                    <a:pt x="133350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33500" y="25146"/>
                  </a:lnTo>
                  <a:lnTo>
                    <a:pt x="1333500" y="24384"/>
                  </a:lnTo>
                  <a:close/>
                </a:path>
                <a:path w="1333500" h="214629">
                  <a:moveTo>
                    <a:pt x="133350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33500" y="22098"/>
                  </a:lnTo>
                  <a:lnTo>
                    <a:pt x="1333500" y="21336"/>
                  </a:lnTo>
                  <a:close/>
                </a:path>
                <a:path w="1333500" h="214629">
                  <a:moveTo>
                    <a:pt x="133350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33500" y="19050"/>
                  </a:lnTo>
                  <a:lnTo>
                    <a:pt x="1333500" y="18288"/>
                  </a:lnTo>
                  <a:close/>
                </a:path>
                <a:path w="1333500" h="214629">
                  <a:moveTo>
                    <a:pt x="133350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33500" y="16002"/>
                  </a:lnTo>
                  <a:lnTo>
                    <a:pt x="1333500" y="15240"/>
                  </a:lnTo>
                  <a:close/>
                </a:path>
                <a:path w="1333500" h="214629">
                  <a:moveTo>
                    <a:pt x="133350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33500" y="12954"/>
                  </a:lnTo>
                  <a:lnTo>
                    <a:pt x="1333500" y="12192"/>
                  </a:lnTo>
                  <a:close/>
                </a:path>
                <a:path w="1333500" h="214629">
                  <a:moveTo>
                    <a:pt x="133350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33500" y="9906"/>
                  </a:lnTo>
                  <a:lnTo>
                    <a:pt x="1333500" y="9144"/>
                  </a:lnTo>
                  <a:close/>
                </a:path>
                <a:path w="1333500" h="214629">
                  <a:moveTo>
                    <a:pt x="133350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33500" y="6858"/>
                  </a:lnTo>
                  <a:lnTo>
                    <a:pt x="1333500" y="6096"/>
                  </a:lnTo>
                  <a:close/>
                </a:path>
                <a:path w="1333500" h="214629">
                  <a:moveTo>
                    <a:pt x="133350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33500" y="3810"/>
                  </a:lnTo>
                  <a:lnTo>
                    <a:pt x="1333500" y="3048"/>
                  </a:lnTo>
                  <a:close/>
                </a:path>
                <a:path w="1333500" h="214629">
                  <a:moveTo>
                    <a:pt x="133350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333500" y="762"/>
                  </a:lnTo>
                  <a:lnTo>
                    <a:pt x="1333500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7153783" y="4650374"/>
              <a:ext cx="1333500" cy="214629"/>
            </a:xfrm>
            <a:custGeom>
              <a:avLst/>
              <a:gdLst/>
              <a:ahLst/>
              <a:cxnLst/>
              <a:rect l="l" t="t" r="r" b="b"/>
              <a:pathLst>
                <a:path w="1333500" h="214629">
                  <a:moveTo>
                    <a:pt x="133350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333500" y="214122"/>
                  </a:lnTo>
                  <a:lnTo>
                    <a:pt x="1333500" y="213360"/>
                  </a:lnTo>
                  <a:close/>
                </a:path>
                <a:path w="1333500" h="214629">
                  <a:moveTo>
                    <a:pt x="133350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333500" y="211074"/>
                  </a:lnTo>
                  <a:lnTo>
                    <a:pt x="1333500" y="210312"/>
                  </a:lnTo>
                  <a:close/>
                </a:path>
                <a:path w="1333500" h="214629">
                  <a:moveTo>
                    <a:pt x="133350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333500" y="208026"/>
                  </a:lnTo>
                  <a:lnTo>
                    <a:pt x="1333500" y="207264"/>
                  </a:lnTo>
                  <a:close/>
                </a:path>
                <a:path w="1333500" h="214629">
                  <a:moveTo>
                    <a:pt x="133350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333500" y="204978"/>
                  </a:lnTo>
                  <a:lnTo>
                    <a:pt x="1333500" y="204216"/>
                  </a:lnTo>
                  <a:close/>
                </a:path>
                <a:path w="1333500" h="214629">
                  <a:moveTo>
                    <a:pt x="133350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333500" y="201930"/>
                  </a:lnTo>
                  <a:lnTo>
                    <a:pt x="1333500" y="201168"/>
                  </a:lnTo>
                  <a:close/>
                </a:path>
                <a:path w="1333500" h="214629">
                  <a:moveTo>
                    <a:pt x="133350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333500" y="198882"/>
                  </a:lnTo>
                  <a:lnTo>
                    <a:pt x="1333500" y="198120"/>
                  </a:lnTo>
                  <a:close/>
                </a:path>
                <a:path w="1333500" h="214629">
                  <a:moveTo>
                    <a:pt x="133350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333500" y="195834"/>
                  </a:lnTo>
                  <a:lnTo>
                    <a:pt x="1333500" y="195072"/>
                  </a:lnTo>
                  <a:close/>
                </a:path>
                <a:path w="1333500" h="214629">
                  <a:moveTo>
                    <a:pt x="133350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333500" y="192786"/>
                  </a:lnTo>
                  <a:lnTo>
                    <a:pt x="1333500" y="192024"/>
                  </a:lnTo>
                  <a:close/>
                </a:path>
                <a:path w="1333500" h="214629">
                  <a:moveTo>
                    <a:pt x="133350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333500" y="189738"/>
                  </a:lnTo>
                  <a:lnTo>
                    <a:pt x="1333500" y="188976"/>
                  </a:lnTo>
                  <a:close/>
                </a:path>
                <a:path w="1333500" h="214629">
                  <a:moveTo>
                    <a:pt x="133350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333500" y="186690"/>
                  </a:lnTo>
                  <a:lnTo>
                    <a:pt x="1333500" y="185928"/>
                  </a:lnTo>
                  <a:close/>
                </a:path>
                <a:path w="1333500" h="214629">
                  <a:moveTo>
                    <a:pt x="133350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333500" y="183642"/>
                  </a:lnTo>
                  <a:lnTo>
                    <a:pt x="1333500" y="182880"/>
                  </a:lnTo>
                  <a:close/>
                </a:path>
                <a:path w="1333500" h="214629">
                  <a:moveTo>
                    <a:pt x="133350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333500" y="180594"/>
                  </a:lnTo>
                  <a:lnTo>
                    <a:pt x="1333500" y="179832"/>
                  </a:lnTo>
                  <a:close/>
                </a:path>
                <a:path w="1333500" h="214629">
                  <a:moveTo>
                    <a:pt x="133350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333500" y="177546"/>
                  </a:lnTo>
                  <a:lnTo>
                    <a:pt x="1333500" y="176784"/>
                  </a:lnTo>
                  <a:close/>
                </a:path>
                <a:path w="1333500" h="214629">
                  <a:moveTo>
                    <a:pt x="133350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333500" y="174498"/>
                  </a:lnTo>
                  <a:lnTo>
                    <a:pt x="1333500" y="173736"/>
                  </a:lnTo>
                  <a:close/>
                </a:path>
                <a:path w="1333500" h="214629">
                  <a:moveTo>
                    <a:pt x="133350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333500" y="171450"/>
                  </a:lnTo>
                  <a:lnTo>
                    <a:pt x="1333500" y="170688"/>
                  </a:lnTo>
                  <a:close/>
                </a:path>
                <a:path w="1333500" h="214629">
                  <a:moveTo>
                    <a:pt x="133350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333500" y="168402"/>
                  </a:lnTo>
                  <a:lnTo>
                    <a:pt x="1333500" y="167640"/>
                  </a:lnTo>
                  <a:close/>
                </a:path>
                <a:path w="1333500" h="214629">
                  <a:moveTo>
                    <a:pt x="133350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333500" y="165354"/>
                  </a:lnTo>
                  <a:lnTo>
                    <a:pt x="1333500" y="164592"/>
                  </a:lnTo>
                  <a:close/>
                </a:path>
                <a:path w="1333500" h="214629">
                  <a:moveTo>
                    <a:pt x="133350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333500" y="162306"/>
                  </a:lnTo>
                  <a:lnTo>
                    <a:pt x="1333500" y="161544"/>
                  </a:lnTo>
                  <a:close/>
                </a:path>
                <a:path w="1333500" h="214629">
                  <a:moveTo>
                    <a:pt x="133350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333500" y="159258"/>
                  </a:lnTo>
                  <a:lnTo>
                    <a:pt x="1333500" y="158496"/>
                  </a:lnTo>
                  <a:close/>
                </a:path>
                <a:path w="1333500" h="214629">
                  <a:moveTo>
                    <a:pt x="133350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333500" y="156210"/>
                  </a:lnTo>
                  <a:lnTo>
                    <a:pt x="1333500" y="155448"/>
                  </a:lnTo>
                  <a:close/>
                </a:path>
                <a:path w="1333500" h="214629">
                  <a:moveTo>
                    <a:pt x="133350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333500" y="153162"/>
                  </a:lnTo>
                  <a:lnTo>
                    <a:pt x="1333500" y="152400"/>
                  </a:lnTo>
                  <a:close/>
                </a:path>
                <a:path w="1333500" h="214629">
                  <a:moveTo>
                    <a:pt x="133350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333500" y="150114"/>
                  </a:lnTo>
                  <a:lnTo>
                    <a:pt x="1333500" y="149352"/>
                  </a:lnTo>
                  <a:close/>
                </a:path>
                <a:path w="1333500" h="214629">
                  <a:moveTo>
                    <a:pt x="133350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333500" y="147066"/>
                  </a:lnTo>
                  <a:lnTo>
                    <a:pt x="1333500" y="146304"/>
                  </a:lnTo>
                  <a:close/>
                </a:path>
                <a:path w="1333500" h="214629">
                  <a:moveTo>
                    <a:pt x="133350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333500" y="144018"/>
                  </a:lnTo>
                  <a:lnTo>
                    <a:pt x="1333500" y="143256"/>
                  </a:lnTo>
                  <a:close/>
                </a:path>
                <a:path w="1333500" h="214629">
                  <a:moveTo>
                    <a:pt x="133350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333500" y="140970"/>
                  </a:lnTo>
                  <a:lnTo>
                    <a:pt x="1333500" y="140208"/>
                  </a:lnTo>
                  <a:close/>
                </a:path>
                <a:path w="1333500" h="214629">
                  <a:moveTo>
                    <a:pt x="133350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333500" y="137922"/>
                  </a:lnTo>
                  <a:lnTo>
                    <a:pt x="1333500" y="137160"/>
                  </a:lnTo>
                  <a:close/>
                </a:path>
                <a:path w="1333500" h="214629">
                  <a:moveTo>
                    <a:pt x="133350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333500" y="134874"/>
                  </a:lnTo>
                  <a:lnTo>
                    <a:pt x="1333500" y="134112"/>
                  </a:lnTo>
                  <a:close/>
                </a:path>
                <a:path w="1333500" h="214629">
                  <a:moveTo>
                    <a:pt x="133350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333500" y="131826"/>
                  </a:lnTo>
                  <a:lnTo>
                    <a:pt x="1333500" y="131064"/>
                  </a:lnTo>
                  <a:close/>
                </a:path>
                <a:path w="1333500" h="214629">
                  <a:moveTo>
                    <a:pt x="133350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333500" y="128778"/>
                  </a:lnTo>
                  <a:lnTo>
                    <a:pt x="1333500" y="128016"/>
                  </a:lnTo>
                  <a:close/>
                </a:path>
                <a:path w="1333500" h="214629">
                  <a:moveTo>
                    <a:pt x="133350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333500" y="125730"/>
                  </a:lnTo>
                  <a:lnTo>
                    <a:pt x="1333500" y="124968"/>
                  </a:lnTo>
                  <a:close/>
                </a:path>
                <a:path w="1333500" h="214629">
                  <a:moveTo>
                    <a:pt x="133350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333500" y="122682"/>
                  </a:lnTo>
                  <a:lnTo>
                    <a:pt x="1333500" y="121920"/>
                  </a:lnTo>
                  <a:close/>
                </a:path>
                <a:path w="1333500" h="214629">
                  <a:moveTo>
                    <a:pt x="133350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333500" y="119634"/>
                  </a:lnTo>
                  <a:lnTo>
                    <a:pt x="1333500" y="118872"/>
                  </a:lnTo>
                  <a:close/>
                </a:path>
                <a:path w="1333500" h="214629">
                  <a:moveTo>
                    <a:pt x="133350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333500" y="116586"/>
                  </a:lnTo>
                  <a:lnTo>
                    <a:pt x="1333500" y="115824"/>
                  </a:lnTo>
                  <a:close/>
                </a:path>
                <a:path w="1333500" h="214629">
                  <a:moveTo>
                    <a:pt x="133350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333500" y="113538"/>
                  </a:lnTo>
                  <a:lnTo>
                    <a:pt x="1333500" y="112776"/>
                  </a:lnTo>
                  <a:close/>
                </a:path>
                <a:path w="1333500" h="214629">
                  <a:moveTo>
                    <a:pt x="133350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333500" y="110490"/>
                  </a:lnTo>
                  <a:lnTo>
                    <a:pt x="1333500" y="109728"/>
                  </a:lnTo>
                  <a:close/>
                </a:path>
                <a:path w="1333500" h="214629">
                  <a:moveTo>
                    <a:pt x="133350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33500" y="107442"/>
                  </a:lnTo>
                  <a:lnTo>
                    <a:pt x="1333500" y="106680"/>
                  </a:lnTo>
                  <a:close/>
                </a:path>
                <a:path w="1333500" h="214629">
                  <a:moveTo>
                    <a:pt x="133350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33500" y="104394"/>
                  </a:lnTo>
                  <a:lnTo>
                    <a:pt x="1333500" y="103632"/>
                  </a:lnTo>
                  <a:close/>
                </a:path>
                <a:path w="1333500" h="214629">
                  <a:moveTo>
                    <a:pt x="133350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33500" y="101346"/>
                  </a:lnTo>
                  <a:lnTo>
                    <a:pt x="1333500" y="100584"/>
                  </a:lnTo>
                  <a:close/>
                </a:path>
                <a:path w="1333500" h="214629">
                  <a:moveTo>
                    <a:pt x="133350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33500" y="98298"/>
                  </a:lnTo>
                  <a:lnTo>
                    <a:pt x="1333500" y="97536"/>
                  </a:lnTo>
                  <a:close/>
                </a:path>
                <a:path w="1333500" h="214629">
                  <a:moveTo>
                    <a:pt x="133350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33500" y="95250"/>
                  </a:lnTo>
                  <a:lnTo>
                    <a:pt x="1333500" y="94488"/>
                  </a:lnTo>
                  <a:close/>
                </a:path>
                <a:path w="1333500" h="214629">
                  <a:moveTo>
                    <a:pt x="133350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33500" y="92202"/>
                  </a:lnTo>
                  <a:lnTo>
                    <a:pt x="1333500" y="91440"/>
                  </a:lnTo>
                  <a:close/>
                </a:path>
                <a:path w="1333500" h="214629">
                  <a:moveTo>
                    <a:pt x="133350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33500" y="89154"/>
                  </a:lnTo>
                  <a:lnTo>
                    <a:pt x="1333500" y="88392"/>
                  </a:lnTo>
                  <a:close/>
                </a:path>
                <a:path w="1333500" h="214629">
                  <a:moveTo>
                    <a:pt x="133350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33500" y="86106"/>
                  </a:lnTo>
                  <a:lnTo>
                    <a:pt x="1333500" y="85344"/>
                  </a:lnTo>
                  <a:close/>
                </a:path>
                <a:path w="1333500" h="214629">
                  <a:moveTo>
                    <a:pt x="133350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33500" y="83058"/>
                  </a:lnTo>
                  <a:lnTo>
                    <a:pt x="1333500" y="82296"/>
                  </a:lnTo>
                  <a:close/>
                </a:path>
                <a:path w="1333500" h="214629">
                  <a:moveTo>
                    <a:pt x="133350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33500" y="80010"/>
                  </a:lnTo>
                  <a:lnTo>
                    <a:pt x="1333500" y="79248"/>
                  </a:lnTo>
                  <a:close/>
                </a:path>
                <a:path w="1333500" h="214629">
                  <a:moveTo>
                    <a:pt x="133350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33500" y="76962"/>
                  </a:lnTo>
                  <a:lnTo>
                    <a:pt x="1333500" y="76200"/>
                  </a:lnTo>
                  <a:close/>
                </a:path>
                <a:path w="1333500" h="214629">
                  <a:moveTo>
                    <a:pt x="133350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33500" y="73914"/>
                  </a:lnTo>
                  <a:lnTo>
                    <a:pt x="1333500" y="73152"/>
                  </a:lnTo>
                  <a:close/>
                </a:path>
                <a:path w="1333500" h="214629">
                  <a:moveTo>
                    <a:pt x="133350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33500" y="70866"/>
                  </a:lnTo>
                  <a:lnTo>
                    <a:pt x="1333500" y="70104"/>
                  </a:lnTo>
                  <a:close/>
                </a:path>
                <a:path w="1333500" h="214629">
                  <a:moveTo>
                    <a:pt x="133350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33500" y="67818"/>
                  </a:lnTo>
                  <a:lnTo>
                    <a:pt x="1333500" y="67056"/>
                  </a:lnTo>
                  <a:close/>
                </a:path>
                <a:path w="1333500" h="214629">
                  <a:moveTo>
                    <a:pt x="133350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33500" y="64770"/>
                  </a:lnTo>
                  <a:lnTo>
                    <a:pt x="1333500" y="64008"/>
                  </a:lnTo>
                  <a:close/>
                </a:path>
                <a:path w="1333500" h="214629">
                  <a:moveTo>
                    <a:pt x="133350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33500" y="61722"/>
                  </a:lnTo>
                  <a:lnTo>
                    <a:pt x="1333500" y="60960"/>
                  </a:lnTo>
                  <a:close/>
                </a:path>
                <a:path w="1333500" h="214629">
                  <a:moveTo>
                    <a:pt x="133350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33500" y="58674"/>
                  </a:lnTo>
                  <a:lnTo>
                    <a:pt x="1333500" y="57912"/>
                  </a:lnTo>
                  <a:close/>
                </a:path>
                <a:path w="1333500" h="214629">
                  <a:moveTo>
                    <a:pt x="133350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33500" y="55626"/>
                  </a:lnTo>
                  <a:lnTo>
                    <a:pt x="1333500" y="54864"/>
                  </a:lnTo>
                  <a:close/>
                </a:path>
                <a:path w="1333500" h="214629">
                  <a:moveTo>
                    <a:pt x="133350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33500" y="52578"/>
                  </a:lnTo>
                  <a:lnTo>
                    <a:pt x="1333500" y="51816"/>
                  </a:lnTo>
                  <a:close/>
                </a:path>
                <a:path w="1333500" h="214629">
                  <a:moveTo>
                    <a:pt x="133350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33500" y="49530"/>
                  </a:lnTo>
                  <a:lnTo>
                    <a:pt x="1333500" y="48768"/>
                  </a:lnTo>
                  <a:close/>
                </a:path>
                <a:path w="1333500" h="214629">
                  <a:moveTo>
                    <a:pt x="133350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33500" y="46482"/>
                  </a:lnTo>
                  <a:lnTo>
                    <a:pt x="1333500" y="45720"/>
                  </a:lnTo>
                  <a:close/>
                </a:path>
                <a:path w="1333500" h="214629">
                  <a:moveTo>
                    <a:pt x="133350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33500" y="43434"/>
                  </a:lnTo>
                  <a:lnTo>
                    <a:pt x="1333500" y="42672"/>
                  </a:lnTo>
                  <a:close/>
                </a:path>
                <a:path w="1333500" h="214629">
                  <a:moveTo>
                    <a:pt x="133350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33500" y="40386"/>
                  </a:lnTo>
                  <a:lnTo>
                    <a:pt x="1333500" y="39624"/>
                  </a:lnTo>
                  <a:close/>
                </a:path>
                <a:path w="1333500" h="214629">
                  <a:moveTo>
                    <a:pt x="133350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33500" y="37338"/>
                  </a:lnTo>
                  <a:lnTo>
                    <a:pt x="1333500" y="36576"/>
                  </a:lnTo>
                  <a:close/>
                </a:path>
                <a:path w="1333500" h="214629">
                  <a:moveTo>
                    <a:pt x="133350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33500" y="34290"/>
                  </a:lnTo>
                  <a:lnTo>
                    <a:pt x="1333500" y="33528"/>
                  </a:lnTo>
                  <a:close/>
                </a:path>
                <a:path w="1333500" h="214629">
                  <a:moveTo>
                    <a:pt x="133350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33500" y="31242"/>
                  </a:lnTo>
                  <a:lnTo>
                    <a:pt x="1333500" y="30480"/>
                  </a:lnTo>
                  <a:close/>
                </a:path>
                <a:path w="1333500" h="214629">
                  <a:moveTo>
                    <a:pt x="133350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33500" y="28194"/>
                  </a:lnTo>
                  <a:lnTo>
                    <a:pt x="1333500" y="27432"/>
                  </a:lnTo>
                  <a:close/>
                </a:path>
                <a:path w="1333500" h="214629">
                  <a:moveTo>
                    <a:pt x="133350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33500" y="25146"/>
                  </a:lnTo>
                  <a:lnTo>
                    <a:pt x="1333500" y="24384"/>
                  </a:lnTo>
                  <a:close/>
                </a:path>
                <a:path w="1333500" h="214629">
                  <a:moveTo>
                    <a:pt x="133350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33500" y="22098"/>
                  </a:lnTo>
                  <a:lnTo>
                    <a:pt x="1333500" y="21336"/>
                  </a:lnTo>
                  <a:close/>
                </a:path>
                <a:path w="1333500" h="214629">
                  <a:moveTo>
                    <a:pt x="133350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33500" y="19050"/>
                  </a:lnTo>
                  <a:lnTo>
                    <a:pt x="1333500" y="18288"/>
                  </a:lnTo>
                  <a:close/>
                </a:path>
                <a:path w="1333500" h="214629">
                  <a:moveTo>
                    <a:pt x="133350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33500" y="16002"/>
                  </a:lnTo>
                  <a:lnTo>
                    <a:pt x="1333500" y="15240"/>
                  </a:lnTo>
                  <a:close/>
                </a:path>
                <a:path w="1333500" h="214629">
                  <a:moveTo>
                    <a:pt x="133350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33500" y="12954"/>
                  </a:lnTo>
                  <a:lnTo>
                    <a:pt x="1333500" y="12192"/>
                  </a:lnTo>
                  <a:close/>
                </a:path>
                <a:path w="1333500" h="214629">
                  <a:moveTo>
                    <a:pt x="133350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33500" y="9906"/>
                  </a:lnTo>
                  <a:lnTo>
                    <a:pt x="1333500" y="9144"/>
                  </a:lnTo>
                  <a:close/>
                </a:path>
                <a:path w="1333500" h="214629">
                  <a:moveTo>
                    <a:pt x="133350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33500" y="6858"/>
                  </a:lnTo>
                  <a:lnTo>
                    <a:pt x="1333500" y="6096"/>
                  </a:lnTo>
                  <a:close/>
                </a:path>
                <a:path w="1333500" h="214629">
                  <a:moveTo>
                    <a:pt x="133350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33500" y="3810"/>
                  </a:lnTo>
                  <a:lnTo>
                    <a:pt x="1333500" y="3048"/>
                  </a:lnTo>
                  <a:close/>
                </a:path>
                <a:path w="1333500" h="214629">
                  <a:moveTo>
                    <a:pt x="133350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333500" y="762"/>
                  </a:lnTo>
                  <a:lnTo>
                    <a:pt x="1333500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7153783" y="4863735"/>
              <a:ext cx="1333500" cy="214629"/>
            </a:xfrm>
            <a:custGeom>
              <a:avLst/>
              <a:gdLst/>
              <a:ahLst/>
              <a:cxnLst/>
              <a:rect l="l" t="t" r="r" b="b"/>
              <a:pathLst>
                <a:path w="1333500" h="214629">
                  <a:moveTo>
                    <a:pt x="981468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981468" y="214122"/>
                  </a:lnTo>
                  <a:lnTo>
                    <a:pt x="981468" y="213360"/>
                  </a:lnTo>
                  <a:close/>
                </a:path>
                <a:path w="1333500" h="214629">
                  <a:moveTo>
                    <a:pt x="981468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981468" y="211074"/>
                  </a:lnTo>
                  <a:lnTo>
                    <a:pt x="981468" y="210312"/>
                  </a:lnTo>
                  <a:close/>
                </a:path>
                <a:path w="1333500" h="214629">
                  <a:moveTo>
                    <a:pt x="981468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981468" y="208026"/>
                  </a:lnTo>
                  <a:lnTo>
                    <a:pt x="981468" y="207264"/>
                  </a:lnTo>
                  <a:close/>
                </a:path>
                <a:path w="1333500" h="214629">
                  <a:moveTo>
                    <a:pt x="981468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981468" y="204978"/>
                  </a:lnTo>
                  <a:lnTo>
                    <a:pt x="981468" y="204216"/>
                  </a:lnTo>
                  <a:close/>
                </a:path>
                <a:path w="1333500" h="214629">
                  <a:moveTo>
                    <a:pt x="981468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981468" y="201930"/>
                  </a:lnTo>
                  <a:lnTo>
                    <a:pt x="981468" y="201168"/>
                  </a:lnTo>
                  <a:close/>
                </a:path>
                <a:path w="1333500" h="214629">
                  <a:moveTo>
                    <a:pt x="981468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981468" y="198882"/>
                  </a:lnTo>
                  <a:lnTo>
                    <a:pt x="981468" y="198120"/>
                  </a:lnTo>
                  <a:close/>
                </a:path>
                <a:path w="1333500" h="214629">
                  <a:moveTo>
                    <a:pt x="981468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981468" y="195834"/>
                  </a:lnTo>
                  <a:lnTo>
                    <a:pt x="981468" y="195072"/>
                  </a:lnTo>
                  <a:close/>
                </a:path>
                <a:path w="1333500" h="214629">
                  <a:moveTo>
                    <a:pt x="981468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981468" y="192786"/>
                  </a:lnTo>
                  <a:lnTo>
                    <a:pt x="981468" y="192024"/>
                  </a:lnTo>
                  <a:close/>
                </a:path>
                <a:path w="1333500" h="214629">
                  <a:moveTo>
                    <a:pt x="981468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981468" y="189738"/>
                  </a:lnTo>
                  <a:lnTo>
                    <a:pt x="981468" y="188976"/>
                  </a:lnTo>
                  <a:close/>
                </a:path>
                <a:path w="1333500" h="214629">
                  <a:moveTo>
                    <a:pt x="981468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981468" y="186690"/>
                  </a:lnTo>
                  <a:lnTo>
                    <a:pt x="981468" y="185928"/>
                  </a:lnTo>
                  <a:close/>
                </a:path>
                <a:path w="1333500" h="214629">
                  <a:moveTo>
                    <a:pt x="981468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981468" y="183642"/>
                  </a:lnTo>
                  <a:lnTo>
                    <a:pt x="981468" y="182880"/>
                  </a:lnTo>
                  <a:close/>
                </a:path>
                <a:path w="1333500" h="214629">
                  <a:moveTo>
                    <a:pt x="981468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981468" y="180594"/>
                  </a:lnTo>
                  <a:lnTo>
                    <a:pt x="981468" y="179832"/>
                  </a:lnTo>
                  <a:close/>
                </a:path>
                <a:path w="1333500" h="214629">
                  <a:moveTo>
                    <a:pt x="981468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981468" y="177546"/>
                  </a:lnTo>
                  <a:lnTo>
                    <a:pt x="981468" y="176784"/>
                  </a:lnTo>
                  <a:close/>
                </a:path>
                <a:path w="1333500" h="214629">
                  <a:moveTo>
                    <a:pt x="981468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981468" y="174498"/>
                  </a:lnTo>
                  <a:lnTo>
                    <a:pt x="981468" y="173736"/>
                  </a:lnTo>
                  <a:close/>
                </a:path>
                <a:path w="1333500" h="214629">
                  <a:moveTo>
                    <a:pt x="981468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981468" y="171450"/>
                  </a:lnTo>
                  <a:lnTo>
                    <a:pt x="981468" y="170688"/>
                  </a:lnTo>
                  <a:close/>
                </a:path>
                <a:path w="1333500" h="214629">
                  <a:moveTo>
                    <a:pt x="981468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981468" y="168402"/>
                  </a:lnTo>
                  <a:lnTo>
                    <a:pt x="981468" y="167640"/>
                  </a:lnTo>
                  <a:close/>
                </a:path>
                <a:path w="1333500" h="214629">
                  <a:moveTo>
                    <a:pt x="981468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981468" y="165354"/>
                  </a:lnTo>
                  <a:lnTo>
                    <a:pt x="981468" y="164592"/>
                  </a:lnTo>
                  <a:close/>
                </a:path>
                <a:path w="1333500" h="214629">
                  <a:moveTo>
                    <a:pt x="981468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981468" y="162306"/>
                  </a:lnTo>
                  <a:lnTo>
                    <a:pt x="981468" y="161544"/>
                  </a:lnTo>
                  <a:close/>
                </a:path>
                <a:path w="1333500" h="214629">
                  <a:moveTo>
                    <a:pt x="981468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981468" y="159258"/>
                  </a:lnTo>
                  <a:lnTo>
                    <a:pt x="981468" y="158496"/>
                  </a:lnTo>
                  <a:close/>
                </a:path>
                <a:path w="1333500" h="214629">
                  <a:moveTo>
                    <a:pt x="981468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981468" y="156210"/>
                  </a:lnTo>
                  <a:lnTo>
                    <a:pt x="981468" y="155448"/>
                  </a:lnTo>
                  <a:close/>
                </a:path>
                <a:path w="1333500" h="214629">
                  <a:moveTo>
                    <a:pt x="981468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981468" y="153162"/>
                  </a:lnTo>
                  <a:lnTo>
                    <a:pt x="981468" y="152400"/>
                  </a:lnTo>
                  <a:close/>
                </a:path>
                <a:path w="1333500" h="214629">
                  <a:moveTo>
                    <a:pt x="981468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981468" y="150114"/>
                  </a:lnTo>
                  <a:lnTo>
                    <a:pt x="981468" y="149352"/>
                  </a:lnTo>
                  <a:close/>
                </a:path>
                <a:path w="1333500" h="214629">
                  <a:moveTo>
                    <a:pt x="981468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981468" y="147066"/>
                  </a:lnTo>
                  <a:lnTo>
                    <a:pt x="981468" y="146304"/>
                  </a:lnTo>
                  <a:close/>
                </a:path>
                <a:path w="1333500" h="214629">
                  <a:moveTo>
                    <a:pt x="981468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981468" y="144018"/>
                  </a:lnTo>
                  <a:lnTo>
                    <a:pt x="981468" y="143256"/>
                  </a:lnTo>
                  <a:close/>
                </a:path>
                <a:path w="1333500" h="214629">
                  <a:moveTo>
                    <a:pt x="981468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981468" y="140970"/>
                  </a:lnTo>
                  <a:lnTo>
                    <a:pt x="981468" y="140208"/>
                  </a:lnTo>
                  <a:close/>
                </a:path>
                <a:path w="1333500" h="214629">
                  <a:moveTo>
                    <a:pt x="981468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981468" y="137922"/>
                  </a:lnTo>
                  <a:lnTo>
                    <a:pt x="981468" y="137160"/>
                  </a:lnTo>
                  <a:close/>
                </a:path>
                <a:path w="1333500" h="214629">
                  <a:moveTo>
                    <a:pt x="981468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981468" y="134874"/>
                  </a:lnTo>
                  <a:lnTo>
                    <a:pt x="981468" y="134112"/>
                  </a:lnTo>
                  <a:close/>
                </a:path>
                <a:path w="1333500" h="214629">
                  <a:moveTo>
                    <a:pt x="981468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981468" y="131826"/>
                  </a:lnTo>
                  <a:lnTo>
                    <a:pt x="981468" y="131064"/>
                  </a:lnTo>
                  <a:close/>
                </a:path>
                <a:path w="1333500" h="214629">
                  <a:moveTo>
                    <a:pt x="981468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981468" y="128778"/>
                  </a:lnTo>
                  <a:lnTo>
                    <a:pt x="981468" y="128016"/>
                  </a:lnTo>
                  <a:close/>
                </a:path>
                <a:path w="1333500" h="214629">
                  <a:moveTo>
                    <a:pt x="981468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981468" y="125730"/>
                  </a:lnTo>
                  <a:lnTo>
                    <a:pt x="981468" y="124968"/>
                  </a:lnTo>
                  <a:close/>
                </a:path>
                <a:path w="1333500" h="214629">
                  <a:moveTo>
                    <a:pt x="981468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981468" y="122682"/>
                  </a:lnTo>
                  <a:lnTo>
                    <a:pt x="981468" y="121920"/>
                  </a:lnTo>
                  <a:close/>
                </a:path>
                <a:path w="1333500" h="214629">
                  <a:moveTo>
                    <a:pt x="981468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981468" y="119634"/>
                  </a:lnTo>
                  <a:lnTo>
                    <a:pt x="981468" y="118872"/>
                  </a:lnTo>
                  <a:close/>
                </a:path>
                <a:path w="1333500" h="214629">
                  <a:moveTo>
                    <a:pt x="981468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981468" y="116586"/>
                  </a:lnTo>
                  <a:lnTo>
                    <a:pt x="981468" y="115824"/>
                  </a:lnTo>
                  <a:close/>
                </a:path>
                <a:path w="1333500" h="214629">
                  <a:moveTo>
                    <a:pt x="981468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981468" y="113538"/>
                  </a:lnTo>
                  <a:lnTo>
                    <a:pt x="981468" y="112776"/>
                  </a:lnTo>
                  <a:close/>
                </a:path>
                <a:path w="1333500" h="214629">
                  <a:moveTo>
                    <a:pt x="981468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981468" y="110490"/>
                  </a:lnTo>
                  <a:lnTo>
                    <a:pt x="981468" y="109728"/>
                  </a:lnTo>
                  <a:close/>
                </a:path>
                <a:path w="1333500" h="214629">
                  <a:moveTo>
                    <a:pt x="981468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981468" y="107442"/>
                  </a:lnTo>
                  <a:lnTo>
                    <a:pt x="981468" y="106680"/>
                  </a:lnTo>
                  <a:close/>
                </a:path>
                <a:path w="1333500" h="214629">
                  <a:moveTo>
                    <a:pt x="981468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981468" y="104394"/>
                  </a:lnTo>
                  <a:lnTo>
                    <a:pt x="981468" y="103632"/>
                  </a:lnTo>
                  <a:close/>
                </a:path>
                <a:path w="1333500" h="214629">
                  <a:moveTo>
                    <a:pt x="981468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981468" y="101346"/>
                  </a:lnTo>
                  <a:lnTo>
                    <a:pt x="981468" y="100584"/>
                  </a:lnTo>
                  <a:close/>
                </a:path>
                <a:path w="1333500" h="214629">
                  <a:moveTo>
                    <a:pt x="981468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981468" y="98298"/>
                  </a:lnTo>
                  <a:lnTo>
                    <a:pt x="981468" y="97536"/>
                  </a:lnTo>
                  <a:close/>
                </a:path>
                <a:path w="1333500" h="214629">
                  <a:moveTo>
                    <a:pt x="981468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981468" y="95250"/>
                  </a:lnTo>
                  <a:lnTo>
                    <a:pt x="981468" y="94488"/>
                  </a:lnTo>
                  <a:close/>
                </a:path>
                <a:path w="1333500" h="214629">
                  <a:moveTo>
                    <a:pt x="133350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33500" y="92202"/>
                  </a:lnTo>
                  <a:lnTo>
                    <a:pt x="1333500" y="91440"/>
                  </a:lnTo>
                  <a:close/>
                </a:path>
                <a:path w="1333500" h="214629">
                  <a:moveTo>
                    <a:pt x="133350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33500" y="89154"/>
                  </a:lnTo>
                  <a:lnTo>
                    <a:pt x="1333500" y="88392"/>
                  </a:lnTo>
                  <a:close/>
                </a:path>
                <a:path w="1333500" h="214629">
                  <a:moveTo>
                    <a:pt x="133350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33500" y="86106"/>
                  </a:lnTo>
                  <a:lnTo>
                    <a:pt x="1333500" y="85344"/>
                  </a:lnTo>
                  <a:close/>
                </a:path>
                <a:path w="1333500" h="214629">
                  <a:moveTo>
                    <a:pt x="133350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33500" y="83058"/>
                  </a:lnTo>
                  <a:lnTo>
                    <a:pt x="1333500" y="82296"/>
                  </a:lnTo>
                  <a:close/>
                </a:path>
                <a:path w="1333500" h="214629">
                  <a:moveTo>
                    <a:pt x="133350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33500" y="80010"/>
                  </a:lnTo>
                  <a:lnTo>
                    <a:pt x="1333500" y="79248"/>
                  </a:lnTo>
                  <a:close/>
                </a:path>
                <a:path w="1333500" h="214629">
                  <a:moveTo>
                    <a:pt x="133350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33500" y="76962"/>
                  </a:lnTo>
                  <a:lnTo>
                    <a:pt x="1333500" y="76200"/>
                  </a:lnTo>
                  <a:close/>
                </a:path>
                <a:path w="1333500" h="214629">
                  <a:moveTo>
                    <a:pt x="133350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33500" y="73914"/>
                  </a:lnTo>
                  <a:lnTo>
                    <a:pt x="1333500" y="73152"/>
                  </a:lnTo>
                  <a:close/>
                </a:path>
                <a:path w="1333500" h="214629">
                  <a:moveTo>
                    <a:pt x="133350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33500" y="70866"/>
                  </a:lnTo>
                  <a:lnTo>
                    <a:pt x="1333500" y="70104"/>
                  </a:lnTo>
                  <a:close/>
                </a:path>
                <a:path w="1333500" h="214629">
                  <a:moveTo>
                    <a:pt x="133350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33500" y="67818"/>
                  </a:lnTo>
                  <a:lnTo>
                    <a:pt x="1333500" y="67056"/>
                  </a:lnTo>
                  <a:close/>
                </a:path>
                <a:path w="1333500" h="214629">
                  <a:moveTo>
                    <a:pt x="133350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33500" y="64770"/>
                  </a:lnTo>
                  <a:lnTo>
                    <a:pt x="1333500" y="64008"/>
                  </a:lnTo>
                  <a:close/>
                </a:path>
                <a:path w="1333500" h="214629">
                  <a:moveTo>
                    <a:pt x="133350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33500" y="61722"/>
                  </a:lnTo>
                  <a:lnTo>
                    <a:pt x="1333500" y="60960"/>
                  </a:lnTo>
                  <a:close/>
                </a:path>
                <a:path w="1333500" h="214629">
                  <a:moveTo>
                    <a:pt x="133350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33500" y="58674"/>
                  </a:lnTo>
                  <a:lnTo>
                    <a:pt x="1333500" y="57912"/>
                  </a:lnTo>
                  <a:close/>
                </a:path>
                <a:path w="1333500" h="214629">
                  <a:moveTo>
                    <a:pt x="133350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33500" y="55626"/>
                  </a:lnTo>
                  <a:lnTo>
                    <a:pt x="1333500" y="54864"/>
                  </a:lnTo>
                  <a:close/>
                </a:path>
                <a:path w="1333500" h="214629">
                  <a:moveTo>
                    <a:pt x="133350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33500" y="52578"/>
                  </a:lnTo>
                  <a:lnTo>
                    <a:pt x="1333500" y="51816"/>
                  </a:lnTo>
                  <a:close/>
                </a:path>
                <a:path w="1333500" h="214629">
                  <a:moveTo>
                    <a:pt x="133350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33500" y="49530"/>
                  </a:lnTo>
                  <a:lnTo>
                    <a:pt x="1333500" y="48768"/>
                  </a:lnTo>
                  <a:close/>
                </a:path>
                <a:path w="1333500" h="214629">
                  <a:moveTo>
                    <a:pt x="133350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33500" y="46482"/>
                  </a:lnTo>
                  <a:lnTo>
                    <a:pt x="1333500" y="45720"/>
                  </a:lnTo>
                  <a:close/>
                </a:path>
                <a:path w="1333500" h="214629">
                  <a:moveTo>
                    <a:pt x="133350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33500" y="43434"/>
                  </a:lnTo>
                  <a:lnTo>
                    <a:pt x="1333500" y="42672"/>
                  </a:lnTo>
                  <a:close/>
                </a:path>
                <a:path w="1333500" h="214629">
                  <a:moveTo>
                    <a:pt x="133350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33500" y="40386"/>
                  </a:lnTo>
                  <a:lnTo>
                    <a:pt x="1333500" y="39624"/>
                  </a:lnTo>
                  <a:close/>
                </a:path>
                <a:path w="1333500" h="214629">
                  <a:moveTo>
                    <a:pt x="133350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33500" y="37338"/>
                  </a:lnTo>
                  <a:lnTo>
                    <a:pt x="1333500" y="36576"/>
                  </a:lnTo>
                  <a:close/>
                </a:path>
                <a:path w="1333500" h="214629">
                  <a:moveTo>
                    <a:pt x="133350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33500" y="34290"/>
                  </a:lnTo>
                  <a:lnTo>
                    <a:pt x="1333500" y="33528"/>
                  </a:lnTo>
                  <a:close/>
                </a:path>
                <a:path w="1333500" h="214629">
                  <a:moveTo>
                    <a:pt x="133350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33500" y="31242"/>
                  </a:lnTo>
                  <a:lnTo>
                    <a:pt x="1333500" y="30480"/>
                  </a:lnTo>
                  <a:close/>
                </a:path>
                <a:path w="1333500" h="214629">
                  <a:moveTo>
                    <a:pt x="133350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33500" y="28194"/>
                  </a:lnTo>
                  <a:lnTo>
                    <a:pt x="1333500" y="27432"/>
                  </a:lnTo>
                  <a:close/>
                </a:path>
                <a:path w="1333500" h="214629">
                  <a:moveTo>
                    <a:pt x="133350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33500" y="25146"/>
                  </a:lnTo>
                  <a:lnTo>
                    <a:pt x="1333500" y="24384"/>
                  </a:lnTo>
                  <a:close/>
                </a:path>
                <a:path w="1333500" h="214629">
                  <a:moveTo>
                    <a:pt x="133350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33500" y="22098"/>
                  </a:lnTo>
                  <a:lnTo>
                    <a:pt x="1333500" y="21336"/>
                  </a:lnTo>
                  <a:close/>
                </a:path>
                <a:path w="1333500" h="214629">
                  <a:moveTo>
                    <a:pt x="133350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33500" y="19050"/>
                  </a:lnTo>
                  <a:lnTo>
                    <a:pt x="1333500" y="18288"/>
                  </a:lnTo>
                  <a:close/>
                </a:path>
                <a:path w="1333500" h="214629">
                  <a:moveTo>
                    <a:pt x="133350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33500" y="16002"/>
                  </a:lnTo>
                  <a:lnTo>
                    <a:pt x="1333500" y="15240"/>
                  </a:lnTo>
                  <a:close/>
                </a:path>
                <a:path w="1333500" h="214629">
                  <a:moveTo>
                    <a:pt x="133350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33500" y="12954"/>
                  </a:lnTo>
                  <a:lnTo>
                    <a:pt x="1333500" y="12192"/>
                  </a:lnTo>
                  <a:close/>
                </a:path>
                <a:path w="1333500" h="214629">
                  <a:moveTo>
                    <a:pt x="133350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33500" y="9906"/>
                  </a:lnTo>
                  <a:lnTo>
                    <a:pt x="1333500" y="9144"/>
                  </a:lnTo>
                  <a:close/>
                </a:path>
                <a:path w="1333500" h="214629">
                  <a:moveTo>
                    <a:pt x="133350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33500" y="6858"/>
                  </a:lnTo>
                  <a:lnTo>
                    <a:pt x="1333500" y="6096"/>
                  </a:lnTo>
                  <a:close/>
                </a:path>
                <a:path w="1333500" h="214629">
                  <a:moveTo>
                    <a:pt x="133350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33500" y="3810"/>
                  </a:lnTo>
                  <a:lnTo>
                    <a:pt x="1333500" y="3048"/>
                  </a:lnTo>
                  <a:close/>
                </a:path>
                <a:path w="1333500" h="214629">
                  <a:moveTo>
                    <a:pt x="133350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333500" y="762"/>
                  </a:lnTo>
                  <a:lnTo>
                    <a:pt x="1333500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7153783" y="5077095"/>
              <a:ext cx="981710" cy="214629"/>
            </a:xfrm>
            <a:custGeom>
              <a:avLst/>
              <a:gdLst/>
              <a:ahLst/>
              <a:cxnLst/>
              <a:rect l="l" t="t" r="r" b="b"/>
              <a:pathLst>
                <a:path w="981709" h="214629">
                  <a:moveTo>
                    <a:pt x="981468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981468" y="214122"/>
                  </a:lnTo>
                  <a:lnTo>
                    <a:pt x="981468" y="213360"/>
                  </a:lnTo>
                  <a:close/>
                </a:path>
                <a:path w="981709" h="214629">
                  <a:moveTo>
                    <a:pt x="981468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981468" y="211074"/>
                  </a:lnTo>
                  <a:lnTo>
                    <a:pt x="981468" y="210312"/>
                  </a:lnTo>
                  <a:close/>
                </a:path>
                <a:path w="981709" h="214629">
                  <a:moveTo>
                    <a:pt x="981468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981468" y="208026"/>
                  </a:lnTo>
                  <a:lnTo>
                    <a:pt x="981468" y="207264"/>
                  </a:lnTo>
                  <a:close/>
                </a:path>
                <a:path w="981709" h="214629">
                  <a:moveTo>
                    <a:pt x="981468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981468" y="204978"/>
                  </a:lnTo>
                  <a:lnTo>
                    <a:pt x="981468" y="204216"/>
                  </a:lnTo>
                  <a:close/>
                </a:path>
                <a:path w="981709" h="214629">
                  <a:moveTo>
                    <a:pt x="981468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981468" y="201930"/>
                  </a:lnTo>
                  <a:lnTo>
                    <a:pt x="981468" y="201168"/>
                  </a:lnTo>
                  <a:close/>
                </a:path>
                <a:path w="981709" h="214629">
                  <a:moveTo>
                    <a:pt x="981468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981468" y="198882"/>
                  </a:lnTo>
                  <a:lnTo>
                    <a:pt x="981468" y="198120"/>
                  </a:lnTo>
                  <a:close/>
                </a:path>
                <a:path w="981709" h="214629">
                  <a:moveTo>
                    <a:pt x="981468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981468" y="195834"/>
                  </a:lnTo>
                  <a:lnTo>
                    <a:pt x="981468" y="195072"/>
                  </a:lnTo>
                  <a:close/>
                </a:path>
                <a:path w="981709" h="214629">
                  <a:moveTo>
                    <a:pt x="981468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981468" y="192786"/>
                  </a:lnTo>
                  <a:lnTo>
                    <a:pt x="981468" y="192024"/>
                  </a:lnTo>
                  <a:close/>
                </a:path>
                <a:path w="981709" h="214629">
                  <a:moveTo>
                    <a:pt x="981468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981468" y="189738"/>
                  </a:lnTo>
                  <a:lnTo>
                    <a:pt x="981468" y="188976"/>
                  </a:lnTo>
                  <a:close/>
                </a:path>
                <a:path w="981709" h="214629">
                  <a:moveTo>
                    <a:pt x="981468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981468" y="186690"/>
                  </a:lnTo>
                  <a:lnTo>
                    <a:pt x="981468" y="185928"/>
                  </a:lnTo>
                  <a:close/>
                </a:path>
                <a:path w="981709" h="214629">
                  <a:moveTo>
                    <a:pt x="981468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981468" y="183642"/>
                  </a:lnTo>
                  <a:lnTo>
                    <a:pt x="981468" y="182880"/>
                  </a:lnTo>
                  <a:close/>
                </a:path>
                <a:path w="981709" h="214629">
                  <a:moveTo>
                    <a:pt x="981468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981468" y="180594"/>
                  </a:lnTo>
                  <a:lnTo>
                    <a:pt x="981468" y="179832"/>
                  </a:lnTo>
                  <a:close/>
                </a:path>
                <a:path w="981709" h="214629">
                  <a:moveTo>
                    <a:pt x="981468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981468" y="177546"/>
                  </a:lnTo>
                  <a:lnTo>
                    <a:pt x="981468" y="176784"/>
                  </a:lnTo>
                  <a:close/>
                </a:path>
                <a:path w="981709" h="214629">
                  <a:moveTo>
                    <a:pt x="981468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981468" y="174498"/>
                  </a:lnTo>
                  <a:lnTo>
                    <a:pt x="981468" y="173736"/>
                  </a:lnTo>
                  <a:close/>
                </a:path>
                <a:path w="981709" h="214629">
                  <a:moveTo>
                    <a:pt x="981468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981468" y="171450"/>
                  </a:lnTo>
                  <a:lnTo>
                    <a:pt x="981468" y="170688"/>
                  </a:lnTo>
                  <a:close/>
                </a:path>
                <a:path w="981709" h="214629">
                  <a:moveTo>
                    <a:pt x="981468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981468" y="168402"/>
                  </a:lnTo>
                  <a:lnTo>
                    <a:pt x="981468" y="167640"/>
                  </a:lnTo>
                  <a:close/>
                </a:path>
                <a:path w="981709" h="214629">
                  <a:moveTo>
                    <a:pt x="981468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981468" y="165354"/>
                  </a:lnTo>
                  <a:lnTo>
                    <a:pt x="981468" y="164592"/>
                  </a:lnTo>
                  <a:close/>
                </a:path>
                <a:path w="981709" h="214629">
                  <a:moveTo>
                    <a:pt x="981468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981468" y="162306"/>
                  </a:lnTo>
                  <a:lnTo>
                    <a:pt x="981468" y="161544"/>
                  </a:lnTo>
                  <a:close/>
                </a:path>
                <a:path w="981709" h="214629">
                  <a:moveTo>
                    <a:pt x="981468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981468" y="159258"/>
                  </a:lnTo>
                  <a:lnTo>
                    <a:pt x="981468" y="158496"/>
                  </a:lnTo>
                  <a:close/>
                </a:path>
                <a:path w="981709" h="214629">
                  <a:moveTo>
                    <a:pt x="981468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981468" y="156210"/>
                  </a:lnTo>
                  <a:lnTo>
                    <a:pt x="981468" y="155448"/>
                  </a:lnTo>
                  <a:close/>
                </a:path>
                <a:path w="981709" h="214629">
                  <a:moveTo>
                    <a:pt x="981468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981468" y="153162"/>
                  </a:lnTo>
                  <a:lnTo>
                    <a:pt x="981468" y="152400"/>
                  </a:lnTo>
                  <a:close/>
                </a:path>
                <a:path w="981709" h="214629">
                  <a:moveTo>
                    <a:pt x="981468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981468" y="150114"/>
                  </a:lnTo>
                  <a:lnTo>
                    <a:pt x="981468" y="149352"/>
                  </a:lnTo>
                  <a:close/>
                </a:path>
                <a:path w="981709" h="214629">
                  <a:moveTo>
                    <a:pt x="981468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981468" y="147066"/>
                  </a:lnTo>
                  <a:lnTo>
                    <a:pt x="981468" y="146304"/>
                  </a:lnTo>
                  <a:close/>
                </a:path>
                <a:path w="981709" h="214629">
                  <a:moveTo>
                    <a:pt x="981468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981468" y="144018"/>
                  </a:lnTo>
                  <a:lnTo>
                    <a:pt x="981468" y="143256"/>
                  </a:lnTo>
                  <a:close/>
                </a:path>
                <a:path w="981709" h="214629">
                  <a:moveTo>
                    <a:pt x="981468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981468" y="140970"/>
                  </a:lnTo>
                  <a:lnTo>
                    <a:pt x="981468" y="140208"/>
                  </a:lnTo>
                  <a:close/>
                </a:path>
                <a:path w="981709" h="214629">
                  <a:moveTo>
                    <a:pt x="981468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981468" y="137922"/>
                  </a:lnTo>
                  <a:lnTo>
                    <a:pt x="981468" y="137160"/>
                  </a:lnTo>
                  <a:close/>
                </a:path>
                <a:path w="981709" h="214629">
                  <a:moveTo>
                    <a:pt x="981468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981468" y="134874"/>
                  </a:lnTo>
                  <a:lnTo>
                    <a:pt x="981468" y="134112"/>
                  </a:lnTo>
                  <a:close/>
                </a:path>
                <a:path w="981709" h="214629">
                  <a:moveTo>
                    <a:pt x="981468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981468" y="131826"/>
                  </a:lnTo>
                  <a:lnTo>
                    <a:pt x="981468" y="131064"/>
                  </a:lnTo>
                  <a:close/>
                </a:path>
                <a:path w="981709" h="214629">
                  <a:moveTo>
                    <a:pt x="981468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981468" y="128778"/>
                  </a:lnTo>
                  <a:lnTo>
                    <a:pt x="981468" y="128016"/>
                  </a:lnTo>
                  <a:close/>
                </a:path>
                <a:path w="981709" h="214629">
                  <a:moveTo>
                    <a:pt x="981468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981468" y="125730"/>
                  </a:lnTo>
                  <a:lnTo>
                    <a:pt x="981468" y="124968"/>
                  </a:lnTo>
                  <a:close/>
                </a:path>
                <a:path w="981709" h="214629">
                  <a:moveTo>
                    <a:pt x="981468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981468" y="122682"/>
                  </a:lnTo>
                  <a:lnTo>
                    <a:pt x="981468" y="121920"/>
                  </a:lnTo>
                  <a:close/>
                </a:path>
                <a:path w="981709" h="214629">
                  <a:moveTo>
                    <a:pt x="981468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981468" y="119634"/>
                  </a:lnTo>
                  <a:lnTo>
                    <a:pt x="981468" y="118872"/>
                  </a:lnTo>
                  <a:close/>
                </a:path>
                <a:path w="981709" h="214629">
                  <a:moveTo>
                    <a:pt x="981468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981468" y="116586"/>
                  </a:lnTo>
                  <a:lnTo>
                    <a:pt x="981468" y="115824"/>
                  </a:lnTo>
                  <a:close/>
                </a:path>
                <a:path w="981709" h="214629">
                  <a:moveTo>
                    <a:pt x="981468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981468" y="113538"/>
                  </a:lnTo>
                  <a:lnTo>
                    <a:pt x="981468" y="112776"/>
                  </a:lnTo>
                  <a:close/>
                </a:path>
                <a:path w="981709" h="214629">
                  <a:moveTo>
                    <a:pt x="981468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981468" y="110490"/>
                  </a:lnTo>
                  <a:lnTo>
                    <a:pt x="981468" y="109728"/>
                  </a:lnTo>
                  <a:close/>
                </a:path>
                <a:path w="981709" h="214629">
                  <a:moveTo>
                    <a:pt x="981468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981468" y="107442"/>
                  </a:lnTo>
                  <a:lnTo>
                    <a:pt x="981468" y="106680"/>
                  </a:lnTo>
                  <a:close/>
                </a:path>
                <a:path w="981709" h="214629">
                  <a:moveTo>
                    <a:pt x="981468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981468" y="104394"/>
                  </a:lnTo>
                  <a:lnTo>
                    <a:pt x="981468" y="103632"/>
                  </a:lnTo>
                  <a:close/>
                </a:path>
                <a:path w="981709" h="214629">
                  <a:moveTo>
                    <a:pt x="981468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981468" y="101346"/>
                  </a:lnTo>
                  <a:lnTo>
                    <a:pt x="981468" y="100584"/>
                  </a:lnTo>
                  <a:close/>
                </a:path>
                <a:path w="981709" h="214629">
                  <a:moveTo>
                    <a:pt x="981468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981468" y="98298"/>
                  </a:lnTo>
                  <a:lnTo>
                    <a:pt x="981468" y="97536"/>
                  </a:lnTo>
                  <a:close/>
                </a:path>
                <a:path w="981709" h="214629">
                  <a:moveTo>
                    <a:pt x="981468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981468" y="95250"/>
                  </a:lnTo>
                  <a:lnTo>
                    <a:pt x="981468" y="94488"/>
                  </a:lnTo>
                  <a:close/>
                </a:path>
                <a:path w="981709" h="214629">
                  <a:moveTo>
                    <a:pt x="981468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981468" y="92202"/>
                  </a:lnTo>
                  <a:lnTo>
                    <a:pt x="981468" y="91440"/>
                  </a:lnTo>
                  <a:close/>
                </a:path>
                <a:path w="981709" h="214629">
                  <a:moveTo>
                    <a:pt x="981468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981468" y="89154"/>
                  </a:lnTo>
                  <a:lnTo>
                    <a:pt x="981468" y="88392"/>
                  </a:lnTo>
                  <a:close/>
                </a:path>
                <a:path w="981709" h="214629">
                  <a:moveTo>
                    <a:pt x="981468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981468" y="86106"/>
                  </a:lnTo>
                  <a:lnTo>
                    <a:pt x="981468" y="85344"/>
                  </a:lnTo>
                  <a:close/>
                </a:path>
                <a:path w="981709" h="214629">
                  <a:moveTo>
                    <a:pt x="981468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981468" y="83058"/>
                  </a:lnTo>
                  <a:lnTo>
                    <a:pt x="981468" y="82296"/>
                  </a:lnTo>
                  <a:close/>
                </a:path>
                <a:path w="981709" h="214629">
                  <a:moveTo>
                    <a:pt x="981468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981468" y="80010"/>
                  </a:lnTo>
                  <a:lnTo>
                    <a:pt x="981468" y="79248"/>
                  </a:lnTo>
                  <a:close/>
                </a:path>
                <a:path w="981709" h="214629">
                  <a:moveTo>
                    <a:pt x="981468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981468" y="76962"/>
                  </a:lnTo>
                  <a:lnTo>
                    <a:pt x="981468" y="76200"/>
                  </a:lnTo>
                  <a:close/>
                </a:path>
                <a:path w="981709" h="214629">
                  <a:moveTo>
                    <a:pt x="981468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981468" y="73914"/>
                  </a:lnTo>
                  <a:lnTo>
                    <a:pt x="981468" y="73152"/>
                  </a:lnTo>
                  <a:close/>
                </a:path>
                <a:path w="981709" h="214629">
                  <a:moveTo>
                    <a:pt x="981468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981468" y="70866"/>
                  </a:lnTo>
                  <a:lnTo>
                    <a:pt x="981468" y="70104"/>
                  </a:lnTo>
                  <a:close/>
                </a:path>
                <a:path w="981709" h="214629">
                  <a:moveTo>
                    <a:pt x="981468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981468" y="67818"/>
                  </a:lnTo>
                  <a:lnTo>
                    <a:pt x="981468" y="67056"/>
                  </a:lnTo>
                  <a:close/>
                </a:path>
                <a:path w="981709" h="214629">
                  <a:moveTo>
                    <a:pt x="981468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981468" y="64770"/>
                  </a:lnTo>
                  <a:lnTo>
                    <a:pt x="981468" y="64008"/>
                  </a:lnTo>
                  <a:close/>
                </a:path>
                <a:path w="981709" h="214629">
                  <a:moveTo>
                    <a:pt x="981468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981468" y="61722"/>
                  </a:lnTo>
                  <a:lnTo>
                    <a:pt x="981468" y="60960"/>
                  </a:lnTo>
                  <a:close/>
                </a:path>
                <a:path w="981709" h="214629">
                  <a:moveTo>
                    <a:pt x="981468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981468" y="58674"/>
                  </a:lnTo>
                  <a:lnTo>
                    <a:pt x="981468" y="57912"/>
                  </a:lnTo>
                  <a:close/>
                </a:path>
                <a:path w="981709" h="214629">
                  <a:moveTo>
                    <a:pt x="981468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981468" y="55626"/>
                  </a:lnTo>
                  <a:lnTo>
                    <a:pt x="981468" y="54864"/>
                  </a:lnTo>
                  <a:close/>
                </a:path>
                <a:path w="981709" h="214629">
                  <a:moveTo>
                    <a:pt x="981468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981468" y="52578"/>
                  </a:lnTo>
                  <a:lnTo>
                    <a:pt x="981468" y="51816"/>
                  </a:lnTo>
                  <a:close/>
                </a:path>
                <a:path w="981709" h="214629">
                  <a:moveTo>
                    <a:pt x="981468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981468" y="49530"/>
                  </a:lnTo>
                  <a:lnTo>
                    <a:pt x="981468" y="48768"/>
                  </a:lnTo>
                  <a:close/>
                </a:path>
                <a:path w="981709" h="214629">
                  <a:moveTo>
                    <a:pt x="981468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981468" y="46482"/>
                  </a:lnTo>
                  <a:lnTo>
                    <a:pt x="981468" y="45720"/>
                  </a:lnTo>
                  <a:close/>
                </a:path>
                <a:path w="981709" h="214629">
                  <a:moveTo>
                    <a:pt x="981468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981468" y="43434"/>
                  </a:lnTo>
                  <a:lnTo>
                    <a:pt x="981468" y="42672"/>
                  </a:lnTo>
                  <a:close/>
                </a:path>
                <a:path w="981709" h="214629">
                  <a:moveTo>
                    <a:pt x="981468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981468" y="40386"/>
                  </a:lnTo>
                  <a:lnTo>
                    <a:pt x="981468" y="39624"/>
                  </a:lnTo>
                  <a:close/>
                </a:path>
                <a:path w="981709" h="214629">
                  <a:moveTo>
                    <a:pt x="981468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981468" y="37338"/>
                  </a:lnTo>
                  <a:lnTo>
                    <a:pt x="981468" y="36576"/>
                  </a:lnTo>
                  <a:close/>
                </a:path>
                <a:path w="981709" h="214629">
                  <a:moveTo>
                    <a:pt x="981468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981468" y="34290"/>
                  </a:lnTo>
                  <a:lnTo>
                    <a:pt x="981468" y="33528"/>
                  </a:lnTo>
                  <a:close/>
                </a:path>
                <a:path w="981709" h="214629">
                  <a:moveTo>
                    <a:pt x="981468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981468" y="31242"/>
                  </a:lnTo>
                  <a:lnTo>
                    <a:pt x="981468" y="30480"/>
                  </a:lnTo>
                  <a:close/>
                </a:path>
                <a:path w="981709" h="214629">
                  <a:moveTo>
                    <a:pt x="981468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981468" y="28194"/>
                  </a:lnTo>
                  <a:lnTo>
                    <a:pt x="981468" y="27432"/>
                  </a:lnTo>
                  <a:close/>
                </a:path>
                <a:path w="981709" h="214629">
                  <a:moveTo>
                    <a:pt x="981468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981468" y="25146"/>
                  </a:lnTo>
                  <a:lnTo>
                    <a:pt x="981468" y="24384"/>
                  </a:lnTo>
                  <a:close/>
                </a:path>
                <a:path w="981709" h="214629">
                  <a:moveTo>
                    <a:pt x="981468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981468" y="22098"/>
                  </a:lnTo>
                  <a:lnTo>
                    <a:pt x="981468" y="21336"/>
                  </a:lnTo>
                  <a:close/>
                </a:path>
                <a:path w="981709" h="214629">
                  <a:moveTo>
                    <a:pt x="981468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981468" y="19050"/>
                  </a:lnTo>
                  <a:lnTo>
                    <a:pt x="981468" y="18288"/>
                  </a:lnTo>
                  <a:close/>
                </a:path>
                <a:path w="981709" h="214629">
                  <a:moveTo>
                    <a:pt x="981468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981468" y="16002"/>
                  </a:lnTo>
                  <a:lnTo>
                    <a:pt x="981468" y="15240"/>
                  </a:lnTo>
                  <a:close/>
                </a:path>
                <a:path w="981709" h="214629">
                  <a:moveTo>
                    <a:pt x="981468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981468" y="12954"/>
                  </a:lnTo>
                  <a:lnTo>
                    <a:pt x="981468" y="12192"/>
                  </a:lnTo>
                  <a:close/>
                </a:path>
                <a:path w="981709" h="214629">
                  <a:moveTo>
                    <a:pt x="981468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981468" y="9906"/>
                  </a:lnTo>
                  <a:lnTo>
                    <a:pt x="981468" y="9144"/>
                  </a:lnTo>
                  <a:close/>
                </a:path>
                <a:path w="981709" h="214629">
                  <a:moveTo>
                    <a:pt x="981468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981468" y="6858"/>
                  </a:lnTo>
                  <a:lnTo>
                    <a:pt x="981468" y="6096"/>
                  </a:lnTo>
                  <a:close/>
                </a:path>
                <a:path w="981709" h="214629">
                  <a:moveTo>
                    <a:pt x="981468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981468" y="3810"/>
                  </a:lnTo>
                  <a:lnTo>
                    <a:pt x="981468" y="3048"/>
                  </a:lnTo>
                  <a:close/>
                </a:path>
                <a:path w="981709" h="214629">
                  <a:moveTo>
                    <a:pt x="981468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981468" y="762"/>
                  </a:lnTo>
                  <a:lnTo>
                    <a:pt x="981468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7153783" y="5290454"/>
              <a:ext cx="981710" cy="214629"/>
            </a:xfrm>
            <a:custGeom>
              <a:avLst/>
              <a:gdLst/>
              <a:ahLst/>
              <a:cxnLst/>
              <a:rect l="l" t="t" r="r" b="b"/>
              <a:pathLst>
                <a:path w="981709" h="214629">
                  <a:moveTo>
                    <a:pt x="981468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981468" y="214122"/>
                  </a:lnTo>
                  <a:lnTo>
                    <a:pt x="981468" y="213360"/>
                  </a:lnTo>
                  <a:close/>
                </a:path>
                <a:path w="981709" h="214629">
                  <a:moveTo>
                    <a:pt x="981468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981468" y="211074"/>
                  </a:lnTo>
                  <a:lnTo>
                    <a:pt x="981468" y="210312"/>
                  </a:lnTo>
                  <a:close/>
                </a:path>
                <a:path w="981709" h="214629">
                  <a:moveTo>
                    <a:pt x="981468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981468" y="208026"/>
                  </a:lnTo>
                  <a:lnTo>
                    <a:pt x="981468" y="207264"/>
                  </a:lnTo>
                  <a:close/>
                </a:path>
                <a:path w="981709" h="214629">
                  <a:moveTo>
                    <a:pt x="981468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981468" y="204978"/>
                  </a:lnTo>
                  <a:lnTo>
                    <a:pt x="981468" y="204216"/>
                  </a:lnTo>
                  <a:close/>
                </a:path>
                <a:path w="981709" h="214629">
                  <a:moveTo>
                    <a:pt x="981468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981468" y="201930"/>
                  </a:lnTo>
                  <a:lnTo>
                    <a:pt x="981468" y="201168"/>
                  </a:lnTo>
                  <a:close/>
                </a:path>
                <a:path w="981709" h="214629">
                  <a:moveTo>
                    <a:pt x="981468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981468" y="198882"/>
                  </a:lnTo>
                  <a:lnTo>
                    <a:pt x="981468" y="198120"/>
                  </a:lnTo>
                  <a:close/>
                </a:path>
                <a:path w="981709" h="214629">
                  <a:moveTo>
                    <a:pt x="981468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981468" y="195834"/>
                  </a:lnTo>
                  <a:lnTo>
                    <a:pt x="981468" y="195072"/>
                  </a:lnTo>
                  <a:close/>
                </a:path>
                <a:path w="981709" h="214629">
                  <a:moveTo>
                    <a:pt x="981468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981468" y="192786"/>
                  </a:lnTo>
                  <a:lnTo>
                    <a:pt x="981468" y="192024"/>
                  </a:lnTo>
                  <a:close/>
                </a:path>
                <a:path w="981709" h="214629">
                  <a:moveTo>
                    <a:pt x="981468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981468" y="189738"/>
                  </a:lnTo>
                  <a:lnTo>
                    <a:pt x="981468" y="188976"/>
                  </a:lnTo>
                  <a:close/>
                </a:path>
                <a:path w="981709" h="214629">
                  <a:moveTo>
                    <a:pt x="981468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981468" y="186690"/>
                  </a:lnTo>
                  <a:lnTo>
                    <a:pt x="981468" y="185928"/>
                  </a:lnTo>
                  <a:close/>
                </a:path>
                <a:path w="981709" h="214629">
                  <a:moveTo>
                    <a:pt x="981468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981468" y="183642"/>
                  </a:lnTo>
                  <a:lnTo>
                    <a:pt x="981468" y="182880"/>
                  </a:lnTo>
                  <a:close/>
                </a:path>
                <a:path w="981709" h="214629">
                  <a:moveTo>
                    <a:pt x="981468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981468" y="180594"/>
                  </a:lnTo>
                  <a:lnTo>
                    <a:pt x="981468" y="179832"/>
                  </a:lnTo>
                  <a:close/>
                </a:path>
                <a:path w="981709" h="214629">
                  <a:moveTo>
                    <a:pt x="981468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981468" y="177546"/>
                  </a:lnTo>
                  <a:lnTo>
                    <a:pt x="981468" y="176784"/>
                  </a:lnTo>
                  <a:close/>
                </a:path>
                <a:path w="981709" h="214629">
                  <a:moveTo>
                    <a:pt x="981468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981468" y="174498"/>
                  </a:lnTo>
                  <a:lnTo>
                    <a:pt x="981468" y="173736"/>
                  </a:lnTo>
                  <a:close/>
                </a:path>
                <a:path w="981709" h="214629">
                  <a:moveTo>
                    <a:pt x="981468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981468" y="171450"/>
                  </a:lnTo>
                  <a:lnTo>
                    <a:pt x="981468" y="170688"/>
                  </a:lnTo>
                  <a:close/>
                </a:path>
                <a:path w="981709" h="214629">
                  <a:moveTo>
                    <a:pt x="981468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981468" y="168402"/>
                  </a:lnTo>
                  <a:lnTo>
                    <a:pt x="981468" y="167640"/>
                  </a:lnTo>
                  <a:close/>
                </a:path>
                <a:path w="981709" h="214629">
                  <a:moveTo>
                    <a:pt x="981468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981468" y="165354"/>
                  </a:lnTo>
                  <a:lnTo>
                    <a:pt x="981468" y="164592"/>
                  </a:lnTo>
                  <a:close/>
                </a:path>
                <a:path w="981709" h="214629">
                  <a:moveTo>
                    <a:pt x="981468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981468" y="162306"/>
                  </a:lnTo>
                  <a:lnTo>
                    <a:pt x="981468" y="161544"/>
                  </a:lnTo>
                  <a:close/>
                </a:path>
                <a:path w="981709" h="214629">
                  <a:moveTo>
                    <a:pt x="981468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981468" y="159258"/>
                  </a:lnTo>
                  <a:lnTo>
                    <a:pt x="981468" y="158496"/>
                  </a:lnTo>
                  <a:close/>
                </a:path>
                <a:path w="981709" h="214629">
                  <a:moveTo>
                    <a:pt x="981468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981468" y="156210"/>
                  </a:lnTo>
                  <a:lnTo>
                    <a:pt x="981468" y="155448"/>
                  </a:lnTo>
                  <a:close/>
                </a:path>
                <a:path w="981709" h="214629">
                  <a:moveTo>
                    <a:pt x="981468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981468" y="153162"/>
                  </a:lnTo>
                  <a:lnTo>
                    <a:pt x="981468" y="152400"/>
                  </a:lnTo>
                  <a:close/>
                </a:path>
                <a:path w="981709" h="214629">
                  <a:moveTo>
                    <a:pt x="981468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981468" y="150114"/>
                  </a:lnTo>
                  <a:lnTo>
                    <a:pt x="981468" y="149352"/>
                  </a:lnTo>
                  <a:close/>
                </a:path>
                <a:path w="981709" h="214629">
                  <a:moveTo>
                    <a:pt x="981468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981468" y="147066"/>
                  </a:lnTo>
                  <a:lnTo>
                    <a:pt x="981468" y="146304"/>
                  </a:lnTo>
                  <a:close/>
                </a:path>
                <a:path w="981709" h="214629">
                  <a:moveTo>
                    <a:pt x="981468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981468" y="144018"/>
                  </a:lnTo>
                  <a:lnTo>
                    <a:pt x="981468" y="143256"/>
                  </a:lnTo>
                  <a:close/>
                </a:path>
                <a:path w="981709" h="214629">
                  <a:moveTo>
                    <a:pt x="981468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981468" y="140970"/>
                  </a:lnTo>
                  <a:lnTo>
                    <a:pt x="981468" y="140208"/>
                  </a:lnTo>
                  <a:close/>
                </a:path>
                <a:path w="981709" h="214629">
                  <a:moveTo>
                    <a:pt x="981468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981468" y="137922"/>
                  </a:lnTo>
                  <a:lnTo>
                    <a:pt x="981468" y="137160"/>
                  </a:lnTo>
                  <a:close/>
                </a:path>
                <a:path w="981709" h="214629">
                  <a:moveTo>
                    <a:pt x="981468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981468" y="134874"/>
                  </a:lnTo>
                  <a:lnTo>
                    <a:pt x="981468" y="134112"/>
                  </a:lnTo>
                  <a:close/>
                </a:path>
                <a:path w="981709" h="214629">
                  <a:moveTo>
                    <a:pt x="981468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981468" y="131826"/>
                  </a:lnTo>
                  <a:lnTo>
                    <a:pt x="981468" y="131064"/>
                  </a:lnTo>
                  <a:close/>
                </a:path>
                <a:path w="981709" h="214629">
                  <a:moveTo>
                    <a:pt x="981468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981468" y="128778"/>
                  </a:lnTo>
                  <a:lnTo>
                    <a:pt x="981468" y="128016"/>
                  </a:lnTo>
                  <a:close/>
                </a:path>
                <a:path w="981709" h="214629">
                  <a:moveTo>
                    <a:pt x="981468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981468" y="125730"/>
                  </a:lnTo>
                  <a:lnTo>
                    <a:pt x="981468" y="124968"/>
                  </a:lnTo>
                  <a:close/>
                </a:path>
                <a:path w="981709" h="214629">
                  <a:moveTo>
                    <a:pt x="981468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981468" y="122682"/>
                  </a:lnTo>
                  <a:lnTo>
                    <a:pt x="981468" y="121920"/>
                  </a:lnTo>
                  <a:close/>
                </a:path>
                <a:path w="981709" h="214629">
                  <a:moveTo>
                    <a:pt x="981468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981468" y="119634"/>
                  </a:lnTo>
                  <a:lnTo>
                    <a:pt x="981468" y="118872"/>
                  </a:lnTo>
                  <a:close/>
                </a:path>
                <a:path w="981709" h="214629">
                  <a:moveTo>
                    <a:pt x="981468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981468" y="116586"/>
                  </a:lnTo>
                  <a:lnTo>
                    <a:pt x="981468" y="115824"/>
                  </a:lnTo>
                  <a:close/>
                </a:path>
                <a:path w="981709" h="214629">
                  <a:moveTo>
                    <a:pt x="981468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981468" y="113538"/>
                  </a:lnTo>
                  <a:lnTo>
                    <a:pt x="981468" y="112776"/>
                  </a:lnTo>
                  <a:close/>
                </a:path>
                <a:path w="981709" h="214629">
                  <a:moveTo>
                    <a:pt x="981468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981468" y="110490"/>
                  </a:lnTo>
                  <a:lnTo>
                    <a:pt x="981468" y="109728"/>
                  </a:lnTo>
                  <a:close/>
                </a:path>
                <a:path w="981709" h="214629">
                  <a:moveTo>
                    <a:pt x="981468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981468" y="107442"/>
                  </a:lnTo>
                  <a:lnTo>
                    <a:pt x="981468" y="106680"/>
                  </a:lnTo>
                  <a:close/>
                </a:path>
                <a:path w="981709" h="214629">
                  <a:moveTo>
                    <a:pt x="981468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981468" y="104394"/>
                  </a:lnTo>
                  <a:lnTo>
                    <a:pt x="981468" y="103632"/>
                  </a:lnTo>
                  <a:close/>
                </a:path>
                <a:path w="981709" h="214629">
                  <a:moveTo>
                    <a:pt x="981468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981468" y="101346"/>
                  </a:lnTo>
                  <a:lnTo>
                    <a:pt x="981468" y="100584"/>
                  </a:lnTo>
                  <a:close/>
                </a:path>
                <a:path w="981709" h="214629">
                  <a:moveTo>
                    <a:pt x="981468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981468" y="98298"/>
                  </a:lnTo>
                  <a:lnTo>
                    <a:pt x="981468" y="97536"/>
                  </a:lnTo>
                  <a:close/>
                </a:path>
                <a:path w="981709" h="214629">
                  <a:moveTo>
                    <a:pt x="981468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981468" y="95250"/>
                  </a:lnTo>
                  <a:lnTo>
                    <a:pt x="981468" y="94488"/>
                  </a:lnTo>
                  <a:close/>
                </a:path>
                <a:path w="981709" h="214629">
                  <a:moveTo>
                    <a:pt x="981468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981468" y="92202"/>
                  </a:lnTo>
                  <a:lnTo>
                    <a:pt x="981468" y="91440"/>
                  </a:lnTo>
                  <a:close/>
                </a:path>
                <a:path w="981709" h="214629">
                  <a:moveTo>
                    <a:pt x="981468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981468" y="89154"/>
                  </a:lnTo>
                  <a:lnTo>
                    <a:pt x="981468" y="88392"/>
                  </a:lnTo>
                  <a:close/>
                </a:path>
                <a:path w="981709" h="214629">
                  <a:moveTo>
                    <a:pt x="981468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981468" y="86106"/>
                  </a:lnTo>
                  <a:lnTo>
                    <a:pt x="981468" y="85344"/>
                  </a:lnTo>
                  <a:close/>
                </a:path>
                <a:path w="981709" h="214629">
                  <a:moveTo>
                    <a:pt x="981468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981468" y="83058"/>
                  </a:lnTo>
                  <a:lnTo>
                    <a:pt x="981468" y="82296"/>
                  </a:lnTo>
                  <a:close/>
                </a:path>
                <a:path w="981709" h="214629">
                  <a:moveTo>
                    <a:pt x="981468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981468" y="80010"/>
                  </a:lnTo>
                  <a:lnTo>
                    <a:pt x="981468" y="79248"/>
                  </a:lnTo>
                  <a:close/>
                </a:path>
                <a:path w="981709" h="214629">
                  <a:moveTo>
                    <a:pt x="981468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981468" y="76962"/>
                  </a:lnTo>
                  <a:lnTo>
                    <a:pt x="981468" y="76200"/>
                  </a:lnTo>
                  <a:close/>
                </a:path>
                <a:path w="981709" h="214629">
                  <a:moveTo>
                    <a:pt x="981468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981468" y="73914"/>
                  </a:lnTo>
                  <a:lnTo>
                    <a:pt x="981468" y="73152"/>
                  </a:lnTo>
                  <a:close/>
                </a:path>
                <a:path w="981709" h="214629">
                  <a:moveTo>
                    <a:pt x="981468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981468" y="70866"/>
                  </a:lnTo>
                  <a:lnTo>
                    <a:pt x="981468" y="70104"/>
                  </a:lnTo>
                  <a:close/>
                </a:path>
                <a:path w="981709" h="214629">
                  <a:moveTo>
                    <a:pt x="981468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981468" y="67818"/>
                  </a:lnTo>
                  <a:lnTo>
                    <a:pt x="981468" y="67056"/>
                  </a:lnTo>
                  <a:close/>
                </a:path>
                <a:path w="981709" h="214629">
                  <a:moveTo>
                    <a:pt x="981468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981468" y="64770"/>
                  </a:lnTo>
                  <a:lnTo>
                    <a:pt x="981468" y="64008"/>
                  </a:lnTo>
                  <a:close/>
                </a:path>
                <a:path w="981709" h="214629">
                  <a:moveTo>
                    <a:pt x="981468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981468" y="61722"/>
                  </a:lnTo>
                  <a:lnTo>
                    <a:pt x="981468" y="60960"/>
                  </a:lnTo>
                  <a:close/>
                </a:path>
                <a:path w="981709" h="214629">
                  <a:moveTo>
                    <a:pt x="981468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981468" y="58674"/>
                  </a:lnTo>
                  <a:lnTo>
                    <a:pt x="981468" y="57912"/>
                  </a:lnTo>
                  <a:close/>
                </a:path>
                <a:path w="981709" h="214629">
                  <a:moveTo>
                    <a:pt x="981468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981468" y="55626"/>
                  </a:lnTo>
                  <a:lnTo>
                    <a:pt x="981468" y="54864"/>
                  </a:lnTo>
                  <a:close/>
                </a:path>
                <a:path w="981709" h="214629">
                  <a:moveTo>
                    <a:pt x="981468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981468" y="52578"/>
                  </a:lnTo>
                  <a:lnTo>
                    <a:pt x="981468" y="51816"/>
                  </a:lnTo>
                  <a:close/>
                </a:path>
                <a:path w="981709" h="214629">
                  <a:moveTo>
                    <a:pt x="981468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981468" y="49530"/>
                  </a:lnTo>
                  <a:lnTo>
                    <a:pt x="981468" y="48768"/>
                  </a:lnTo>
                  <a:close/>
                </a:path>
                <a:path w="981709" h="214629">
                  <a:moveTo>
                    <a:pt x="981468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981468" y="46482"/>
                  </a:lnTo>
                  <a:lnTo>
                    <a:pt x="981468" y="45720"/>
                  </a:lnTo>
                  <a:close/>
                </a:path>
                <a:path w="981709" h="214629">
                  <a:moveTo>
                    <a:pt x="981468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981468" y="43434"/>
                  </a:lnTo>
                  <a:lnTo>
                    <a:pt x="981468" y="42672"/>
                  </a:lnTo>
                  <a:close/>
                </a:path>
                <a:path w="981709" h="214629">
                  <a:moveTo>
                    <a:pt x="981468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981468" y="40386"/>
                  </a:lnTo>
                  <a:lnTo>
                    <a:pt x="981468" y="39624"/>
                  </a:lnTo>
                  <a:close/>
                </a:path>
                <a:path w="981709" h="214629">
                  <a:moveTo>
                    <a:pt x="981468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981468" y="37338"/>
                  </a:lnTo>
                  <a:lnTo>
                    <a:pt x="981468" y="36576"/>
                  </a:lnTo>
                  <a:close/>
                </a:path>
                <a:path w="981709" h="214629">
                  <a:moveTo>
                    <a:pt x="981468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981468" y="34290"/>
                  </a:lnTo>
                  <a:lnTo>
                    <a:pt x="981468" y="33528"/>
                  </a:lnTo>
                  <a:close/>
                </a:path>
                <a:path w="981709" h="214629">
                  <a:moveTo>
                    <a:pt x="981468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981468" y="31242"/>
                  </a:lnTo>
                  <a:lnTo>
                    <a:pt x="981468" y="30480"/>
                  </a:lnTo>
                  <a:close/>
                </a:path>
                <a:path w="981709" h="214629">
                  <a:moveTo>
                    <a:pt x="981468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981468" y="28194"/>
                  </a:lnTo>
                  <a:lnTo>
                    <a:pt x="981468" y="27432"/>
                  </a:lnTo>
                  <a:close/>
                </a:path>
                <a:path w="981709" h="214629">
                  <a:moveTo>
                    <a:pt x="981468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981468" y="25146"/>
                  </a:lnTo>
                  <a:lnTo>
                    <a:pt x="981468" y="24384"/>
                  </a:lnTo>
                  <a:close/>
                </a:path>
                <a:path w="981709" h="214629">
                  <a:moveTo>
                    <a:pt x="981468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981468" y="22098"/>
                  </a:lnTo>
                  <a:lnTo>
                    <a:pt x="981468" y="21336"/>
                  </a:lnTo>
                  <a:close/>
                </a:path>
                <a:path w="981709" h="214629">
                  <a:moveTo>
                    <a:pt x="981468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981468" y="19050"/>
                  </a:lnTo>
                  <a:lnTo>
                    <a:pt x="981468" y="18288"/>
                  </a:lnTo>
                  <a:close/>
                </a:path>
                <a:path w="981709" h="214629">
                  <a:moveTo>
                    <a:pt x="981468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981468" y="16002"/>
                  </a:lnTo>
                  <a:lnTo>
                    <a:pt x="981468" y="15240"/>
                  </a:lnTo>
                  <a:close/>
                </a:path>
                <a:path w="981709" h="214629">
                  <a:moveTo>
                    <a:pt x="981468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981468" y="12954"/>
                  </a:lnTo>
                  <a:lnTo>
                    <a:pt x="981468" y="12192"/>
                  </a:lnTo>
                  <a:close/>
                </a:path>
                <a:path w="981709" h="214629">
                  <a:moveTo>
                    <a:pt x="981468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981468" y="9906"/>
                  </a:lnTo>
                  <a:lnTo>
                    <a:pt x="981468" y="9144"/>
                  </a:lnTo>
                  <a:close/>
                </a:path>
                <a:path w="981709" h="214629">
                  <a:moveTo>
                    <a:pt x="981468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981468" y="6858"/>
                  </a:lnTo>
                  <a:lnTo>
                    <a:pt x="981468" y="6096"/>
                  </a:lnTo>
                  <a:close/>
                </a:path>
                <a:path w="981709" h="214629">
                  <a:moveTo>
                    <a:pt x="981468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981468" y="3810"/>
                  </a:lnTo>
                  <a:lnTo>
                    <a:pt x="981468" y="3048"/>
                  </a:lnTo>
                  <a:close/>
                </a:path>
                <a:path w="981709" h="214629">
                  <a:moveTo>
                    <a:pt x="981468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981468" y="762"/>
                  </a:lnTo>
                  <a:lnTo>
                    <a:pt x="981468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7153783" y="5503815"/>
              <a:ext cx="981710" cy="98425"/>
            </a:xfrm>
            <a:custGeom>
              <a:avLst/>
              <a:gdLst/>
              <a:ahLst/>
              <a:cxnLst/>
              <a:rect l="l" t="t" r="r" b="b"/>
              <a:pathLst>
                <a:path w="981709" h="98425">
                  <a:moveTo>
                    <a:pt x="981468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981468" y="98298"/>
                  </a:lnTo>
                  <a:lnTo>
                    <a:pt x="981468" y="97536"/>
                  </a:lnTo>
                  <a:close/>
                </a:path>
                <a:path w="981709" h="98425">
                  <a:moveTo>
                    <a:pt x="981468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981468" y="95250"/>
                  </a:lnTo>
                  <a:lnTo>
                    <a:pt x="981468" y="94488"/>
                  </a:lnTo>
                  <a:close/>
                </a:path>
                <a:path w="981709" h="98425">
                  <a:moveTo>
                    <a:pt x="981468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981468" y="92202"/>
                  </a:lnTo>
                  <a:lnTo>
                    <a:pt x="981468" y="91440"/>
                  </a:lnTo>
                  <a:close/>
                </a:path>
                <a:path w="981709" h="98425">
                  <a:moveTo>
                    <a:pt x="981468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981468" y="89154"/>
                  </a:lnTo>
                  <a:lnTo>
                    <a:pt x="981468" y="88392"/>
                  </a:lnTo>
                  <a:close/>
                </a:path>
                <a:path w="981709" h="98425">
                  <a:moveTo>
                    <a:pt x="981468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981468" y="86106"/>
                  </a:lnTo>
                  <a:lnTo>
                    <a:pt x="981468" y="85344"/>
                  </a:lnTo>
                  <a:close/>
                </a:path>
                <a:path w="981709" h="98425">
                  <a:moveTo>
                    <a:pt x="981468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981468" y="83058"/>
                  </a:lnTo>
                  <a:lnTo>
                    <a:pt x="981468" y="82296"/>
                  </a:lnTo>
                  <a:close/>
                </a:path>
                <a:path w="981709" h="98425">
                  <a:moveTo>
                    <a:pt x="981468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981468" y="80010"/>
                  </a:lnTo>
                  <a:lnTo>
                    <a:pt x="981468" y="79248"/>
                  </a:lnTo>
                  <a:close/>
                </a:path>
                <a:path w="981709" h="98425">
                  <a:moveTo>
                    <a:pt x="981468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981468" y="76962"/>
                  </a:lnTo>
                  <a:lnTo>
                    <a:pt x="981468" y="76200"/>
                  </a:lnTo>
                  <a:close/>
                </a:path>
                <a:path w="981709" h="98425">
                  <a:moveTo>
                    <a:pt x="981468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981468" y="73914"/>
                  </a:lnTo>
                  <a:lnTo>
                    <a:pt x="981468" y="73152"/>
                  </a:lnTo>
                  <a:close/>
                </a:path>
                <a:path w="981709" h="98425">
                  <a:moveTo>
                    <a:pt x="981468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981468" y="70866"/>
                  </a:lnTo>
                  <a:lnTo>
                    <a:pt x="981468" y="70104"/>
                  </a:lnTo>
                  <a:close/>
                </a:path>
                <a:path w="981709" h="98425">
                  <a:moveTo>
                    <a:pt x="981468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981468" y="67818"/>
                  </a:lnTo>
                  <a:lnTo>
                    <a:pt x="981468" y="67056"/>
                  </a:lnTo>
                  <a:close/>
                </a:path>
                <a:path w="981709" h="98425">
                  <a:moveTo>
                    <a:pt x="981468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981468" y="64770"/>
                  </a:lnTo>
                  <a:lnTo>
                    <a:pt x="981468" y="64008"/>
                  </a:lnTo>
                  <a:close/>
                </a:path>
                <a:path w="981709" h="98425">
                  <a:moveTo>
                    <a:pt x="981468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981468" y="61722"/>
                  </a:lnTo>
                  <a:lnTo>
                    <a:pt x="981468" y="60960"/>
                  </a:lnTo>
                  <a:close/>
                </a:path>
                <a:path w="981709" h="98425">
                  <a:moveTo>
                    <a:pt x="981468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981468" y="58674"/>
                  </a:lnTo>
                  <a:lnTo>
                    <a:pt x="981468" y="57912"/>
                  </a:lnTo>
                  <a:close/>
                </a:path>
                <a:path w="981709" h="98425">
                  <a:moveTo>
                    <a:pt x="981468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981468" y="55626"/>
                  </a:lnTo>
                  <a:lnTo>
                    <a:pt x="981468" y="54864"/>
                  </a:lnTo>
                  <a:close/>
                </a:path>
                <a:path w="981709" h="98425">
                  <a:moveTo>
                    <a:pt x="981468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981468" y="52578"/>
                  </a:lnTo>
                  <a:lnTo>
                    <a:pt x="981468" y="51816"/>
                  </a:lnTo>
                  <a:close/>
                </a:path>
                <a:path w="981709" h="98425">
                  <a:moveTo>
                    <a:pt x="981468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981468" y="49530"/>
                  </a:lnTo>
                  <a:lnTo>
                    <a:pt x="981468" y="48768"/>
                  </a:lnTo>
                  <a:close/>
                </a:path>
                <a:path w="981709" h="98425">
                  <a:moveTo>
                    <a:pt x="981468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981468" y="46482"/>
                  </a:lnTo>
                  <a:lnTo>
                    <a:pt x="981468" y="45720"/>
                  </a:lnTo>
                  <a:close/>
                </a:path>
                <a:path w="981709" h="98425">
                  <a:moveTo>
                    <a:pt x="981468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981468" y="43434"/>
                  </a:lnTo>
                  <a:lnTo>
                    <a:pt x="981468" y="42672"/>
                  </a:lnTo>
                  <a:close/>
                </a:path>
                <a:path w="981709" h="98425">
                  <a:moveTo>
                    <a:pt x="981468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981468" y="40386"/>
                  </a:lnTo>
                  <a:lnTo>
                    <a:pt x="981468" y="39624"/>
                  </a:lnTo>
                  <a:close/>
                </a:path>
                <a:path w="981709" h="98425">
                  <a:moveTo>
                    <a:pt x="981468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981468" y="37338"/>
                  </a:lnTo>
                  <a:lnTo>
                    <a:pt x="981468" y="36576"/>
                  </a:lnTo>
                  <a:close/>
                </a:path>
                <a:path w="981709" h="98425">
                  <a:moveTo>
                    <a:pt x="981468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981468" y="34290"/>
                  </a:lnTo>
                  <a:lnTo>
                    <a:pt x="981468" y="33528"/>
                  </a:lnTo>
                  <a:close/>
                </a:path>
                <a:path w="981709" h="98425">
                  <a:moveTo>
                    <a:pt x="981468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981468" y="31242"/>
                  </a:lnTo>
                  <a:lnTo>
                    <a:pt x="981468" y="30480"/>
                  </a:lnTo>
                  <a:close/>
                </a:path>
                <a:path w="981709" h="98425">
                  <a:moveTo>
                    <a:pt x="981468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981468" y="28194"/>
                  </a:lnTo>
                  <a:lnTo>
                    <a:pt x="981468" y="27432"/>
                  </a:lnTo>
                  <a:close/>
                </a:path>
                <a:path w="981709" h="98425">
                  <a:moveTo>
                    <a:pt x="981468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981468" y="25146"/>
                  </a:lnTo>
                  <a:lnTo>
                    <a:pt x="981468" y="24384"/>
                  </a:lnTo>
                  <a:close/>
                </a:path>
                <a:path w="981709" h="98425">
                  <a:moveTo>
                    <a:pt x="981468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981468" y="22098"/>
                  </a:lnTo>
                  <a:lnTo>
                    <a:pt x="981468" y="21336"/>
                  </a:lnTo>
                  <a:close/>
                </a:path>
                <a:path w="981709" h="98425">
                  <a:moveTo>
                    <a:pt x="981468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981468" y="19050"/>
                  </a:lnTo>
                  <a:lnTo>
                    <a:pt x="981468" y="18288"/>
                  </a:lnTo>
                  <a:close/>
                </a:path>
                <a:path w="981709" h="98425">
                  <a:moveTo>
                    <a:pt x="981468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981468" y="16002"/>
                  </a:lnTo>
                  <a:lnTo>
                    <a:pt x="981468" y="15240"/>
                  </a:lnTo>
                  <a:close/>
                </a:path>
                <a:path w="981709" h="98425">
                  <a:moveTo>
                    <a:pt x="981468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981468" y="12954"/>
                  </a:lnTo>
                  <a:lnTo>
                    <a:pt x="981468" y="12192"/>
                  </a:lnTo>
                  <a:close/>
                </a:path>
                <a:path w="981709" h="98425">
                  <a:moveTo>
                    <a:pt x="981468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981468" y="9906"/>
                  </a:lnTo>
                  <a:lnTo>
                    <a:pt x="981468" y="9144"/>
                  </a:lnTo>
                  <a:close/>
                </a:path>
                <a:path w="981709" h="98425">
                  <a:moveTo>
                    <a:pt x="981468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981468" y="6858"/>
                  </a:lnTo>
                  <a:lnTo>
                    <a:pt x="981468" y="6096"/>
                  </a:lnTo>
                  <a:close/>
                </a:path>
                <a:path w="981709" h="98425">
                  <a:moveTo>
                    <a:pt x="981468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981468" y="3810"/>
                  </a:lnTo>
                  <a:lnTo>
                    <a:pt x="981468" y="3048"/>
                  </a:lnTo>
                  <a:close/>
                </a:path>
                <a:path w="981709" h="98425">
                  <a:moveTo>
                    <a:pt x="981468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981468" y="762"/>
                  </a:lnTo>
                  <a:lnTo>
                    <a:pt x="981468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5" name="object 65"/>
          <p:cNvSpPr txBox="1"/>
          <p:nvPr/>
        </p:nvSpPr>
        <p:spPr>
          <a:xfrm>
            <a:off x="416456" y="1994271"/>
            <a:ext cx="3131820" cy="17367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Система аварийной питательной </a:t>
            </a:r>
            <a:r>
              <a:rPr sz="160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воды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предназначена для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обеспечения</a:t>
            </a:r>
            <a:r>
              <a:rPr sz="1600" spc="-2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питательной</a:t>
            </a:r>
            <a:r>
              <a:rPr sz="1600" spc="-2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водой</a:t>
            </a:r>
            <a:r>
              <a:rPr sz="1600" spc="-2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ПГ </a:t>
            </a:r>
            <a:r>
              <a:rPr sz="1600" spc="-34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в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условиях, когда подача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питательной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воды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от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штатной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системы и вспомогательной </a:t>
            </a:r>
            <a:r>
              <a:rPr sz="1600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системы</a:t>
            </a:r>
            <a:r>
              <a:rPr sz="1600" spc="-1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невозможна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6863733" y="3173860"/>
            <a:ext cx="51435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00009A"/>
                </a:solidFill>
                <a:latin typeface="Calibri"/>
                <a:cs typeface="Calibri"/>
              </a:rPr>
              <a:t>канал 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7561726" y="3953386"/>
            <a:ext cx="51435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00009A"/>
                </a:solidFill>
                <a:latin typeface="Calibri"/>
                <a:cs typeface="Calibri"/>
              </a:rPr>
              <a:t>канал 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5028076" y="3982342"/>
            <a:ext cx="51435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00009A"/>
                </a:solidFill>
                <a:latin typeface="Calibri"/>
                <a:cs typeface="Calibri"/>
              </a:rPr>
              <a:t>канал 3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682634" y="3172336"/>
            <a:ext cx="51435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00009A"/>
                </a:solidFill>
                <a:latin typeface="Calibri"/>
                <a:cs typeface="Calibri"/>
              </a:rPr>
              <a:t>канал 4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70" name="object 70"/>
          <p:cNvGrpSpPr/>
          <p:nvPr/>
        </p:nvGrpSpPr>
        <p:grpSpPr>
          <a:xfrm>
            <a:off x="6787857" y="3391665"/>
            <a:ext cx="1964055" cy="646430"/>
            <a:chOff x="6787857" y="3391665"/>
            <a:chExt cx="1964055" cy="646430"/>
          </a:xfrm>
        </p:grpSpPr>
        <p:sp>
          <p:nvSpPr>
            <p:cNvPr id="71" name="object 71"/>
            <p:cNvSpPr/>
            <p:nvPr/>
          </p:nvSpPr>
          <p:spPr>
            <a:xfrm>
              <a:off x="7387742" y="3471548"/>
              <a:ext cx="539750" cy="540385"/>
            </a:xfrm>
            <a:custGeom>
              <a:avLst/>
              <a:gdLst/>
              <a:ahLst/>
              <a:cxnLst/>
              <a:rect l="l" t="t" r="r" b="b"/>
              <a:pathLst>
                <a:path w="539750" h="540385">
                  <a:moveTo>
                    <a:pt x="539496" y="270510"/>
                  </a:moveTo>
                  <a:lnTo>
                    <a:pt x="535162" y="221897"/>
                  </a:lnTo>
                  <a:lnTo>
                    <a:pt x="522663" y="176139"/>
                  </a:lnTo>
                  <a:lnTo>
                    <a:pt x="502750" y="133999"/>
                  </a:lnTo>
                  <a:lnTo>
                    <a:pt x="476177" y="96243"/>
                  </a:lnTo>
                  <a:lnTo>
                    <a:pt x="443697" y="63635"/>
                  </a:lnTo>
                  <a:lnTo>
                    <a:pt x="406061" y="36942"/>
                  </a:lnTo>
                  <a:lnTo>
                    <a:pt x="364022" y="16929"/>
                  </a:lnTo>
                  <a:lnTo>
                    <a:pt x="318334" y="4359"/>
                  </a:lnTo>
                  <a:lnTo>
                    <a:pt x="269748" y="0"/>
                  </a:lnTo>
                  <a:lnTo>
                    <a:pt x="221161" y="4359"/>
                  </a:lnTo>
                  <a:lnTo>
                    <a:pt x="175473" y="16929"/>
                  </a:lnTo>
                  <a:lnTo>
                    <a:pt x="133434" y="36942"/>
                  </a:lnTo>
                  <a:lnTo>
                    <a:pt x="95798" y="63635"/>
                  </a:lnTo>
                  <a:lnTo>
                    <a:pt x="63318" y="96243"/>
                  </a:lnTo>
                  <a:lnTo>
                    <a:pt x="36745" y="133999"/>
                  </a:lnTo>
                  <a:lnTo>
                    <a:pt x="16832" y="176139"/>
                  </a:lnTo>
                  <a:lnTo>
                    <a:pt x="4333" y="221897"/>
                  </a:lnTo>
                  <a:lnTo>
                    <a:pt x="0" y="270510"/>
                  </a:lnTo>
                  <a:lnTo>
                    <a:pt x="4333" y="318895"/>
                  </a:lnTo>
                  <a:lnTo>
                    <a:pt x="16832" y="364477"/>
                  </a:lnTo>
                  <a:lnTo>
                    <a:pt x="36745" y="406484"/>
                  </a:lnTo>
                  <a:lnTo>
                    <a:pt x="63318" y="444145"/>
                  </a:lnTo>
                  <a:lnTo>
                    <a:pt x="95798" y="476689"/>
                  </a:lnTo>
                  <a:lnTo>
                    <a:pt x="133434" y="503343"/>
                  </a:lnTo>
                  <a:lnTo>
                    <a:pt x="175473" y="523337"/>
                  </a:lnTo>
                  <a:lnTo>
                    <a:pt x="221161" y="535899"/>
                  </a:lnTo>
                  <a:lnTo>
                    <a:pt x="269748" y="540258"/>
                  </a:lnTo>
                  <a:lnTo>
                    <a:pt x="318334" y="535899"/>
                  </a:lnTo>
                  <a:lnTo>
                    <a:pt x="364022" y="523337"/>
                  </a:lnTo>
                  <a:lnTo>
                    <a:pt x="406061" y="503343"/>
                  </a:lnTo>
                  <a:lnTo>
                    <a:pt x="443697" y="476689"/>
                  </a:lnTo>
                  <a:lnTo>
                    <a:pt x="476177" y="444145"/>
                  </a:lnTo>
                  <a:lnTo>
                    <a:pt x="502750" y="406484"/>
                  </a:lnTo>
                  <a:lnTo>
                    <a:pt x="522663" y="364477"/>
                  </a:lnTo>
                  <a:lnTo>
                    <a:pt x="535162" y="318895"/>
                  </a:lnTo>
                  <a:lnTo>
                    <a:pt x="539496" y="27051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7387742" y="3471548"/>
              <a:ext cx="539750" cy="540385"/>
            </a:xfrm>
            <a:custGeom>
              <a:avLst/>
              <a:gdLst/>
              <a:ahLst/>
              <a:cxnLst/>
              <a:rect l="l" t="t" r="r" b="b"/>
              <a:pathLst>
                <a:path w="539750" h="540385">
                  <a:moveTo>
                    <a:pt x="539496" y="270510"/>
                  </a:moveTo>
                  <a:lnTo>
                    <a:pt x="535162" y="221897"/>
                  </a:lnTo>
                  <a:lnTo>
                    <a:pt x="522663" y="176139"/>
                  </a:lnTo>
                  <a:lnTo>
                    <a:pt x="502750" y="133999"/>
                  </a:lnTo>
                  <a:lnTo>
                    <a:pt x="476177" y="96243"/>
                  </a:lnTo>
                  <a:lnTo>
                    <a:pt x="443697" y="63635"/>
                  </a:lnTo>
                  <a:lnTo>
                    <a:pt x="406061" y="36942"/>
                  </a:lnTo>
                  <a:lnTo>
                    <a:pt x="364022" y="16929"/>
                  </a:lnTo>
                  <a:lnTo>
                    <a:pt x="318334" y="4359"/>
                  </a:lnTo>
                  <a:lnTo>
                    <a:pt x="269748" y="0"/>
                  </a:lnTo>
                  <a:lnTo>
                    <a:pt x="221161" y="4359"/>
                  </a:lnTo>
                  <a:lnTo>
                    <a:pt x="175473" y="16929"/>
                  </a:lnTo>
                  <a:lnTo>
                    <a:pt x="133434" y="36942"/>
                  </a:lnTo>
                  <a:lnTo>
                    <a:pt x="95798" y="63635"/>
                  </a:lnTo>
                  <a:lnTo>
                    <a:pt x="63318" y="96243"/>
                  </a:lnTo>
                  <a:lnTo>
                    <a:pt x="36745" y="133999"/>
                  </a:lnTo>
                  <a:lnTo>
                    <a:pt x="16832" y="176139"/>
                  </a:lnTo>
                  <a:lnTo>
                    <a:pt x="4333" y="221897"/>
                  </a:lnTo>
                  <a:lnTo>
                    <a:pt x="0" y="270510"/>
                  </a:lnTo>
                  <a:lnTo>
                    <a:pt x="4333" y="318895"/>
                  </a:lnTo>
                  <a:lnTo>
                    <a:pt x="16832" y="364477"/>
                  </a:lnTo>
                  <a:lnTo>
                    <a:pt x="36745" y="406484"/>
                  </a:lnTo>
                  <a:lnTo>
                    <a:pt x="63318" y="444145"/>
                  </a:lnTo>
                  <a:lnTo>
                    <a:pt x="95798" y="476689"/>
                  </a:lnTo>
                  <a:lnTo>
                    <a:pt x="133434" y="503343"/>
                  </a:lnTo>
                  <a:lnTo>
                    <a:pt x="175473" y="523337"/>
                  </a:lnTo>
                  <a:lnTo>
                    <a:pt x="221161" y="535899"/>
                  </a:lnTo>
                  <a:lnTo>
                    <a:pt x="269748" y="540258"/>
                  </a:lnTo>
                  <a:lnTo>
                    <a:pt x="318334" y="535899"/>
                  </a:lnTo>
                  <a:lnTo>
                    <a:pt x="364022" y="523337"/>
                  </a:lnTo>
                  <a:lnTo>
                    <a:pt x="406061" y="503343"/>
                  </a:lnTo>
                  <a:lnTo>
                    <a:pt x="443697" y="476689"/>
                  </a:lnTo>
                  <a:lnTo>
                    <a:pt x="476177" y="444145"/>
                  </a:lnTo>
                  <a:lnTo>
                    <a:pt x="502750" y="406484"/>
                  </a:lnTo>
                  <a:lnTo>
                    <a:pt x="522663" y="364477"/>
                  </a:lnTo>
                  <a:lnTo>
                    <a:pt x="535162" y="318895"/>
                  </a:lnTo>
                  <a:lnTo>
                    <a:pt x="539496" y="270510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6811670" y="3615566"/>
              <a:ext cx="649605" cy="10795"/>
            </a:xfrm>
            <a:custGeom>
              <a:avLst/>
              <a:gdLst/>
              <a:ahLst/>
              <a:cxnLst/>
              <a:rect l="l" t="t" r="r" b="b"/>
              <a:pathLst>
                <a:path w="649604" h="10795">
                  <a:moveTo>
                    <a:pt x="0" y="0"/>
                  </a:moveTo>
                  <a:lnTo>
                    <a:pt x="649224" y="10667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6811670" y="3848738"/>
              <a:ext cx="636270" cy="0"/>
            </a:xfrm>
            <a:custGeom>
              <a:avLst/>
              <a:gdLst/>
              <a:ahLst/>
              <a:cxnLst/>
              <a:rect l="l" t="t" r="r" b="b"/>
              <a:pathLst>
                <a:path w="636270">
                  <a:moveTo>
                    <a:pt x="0" y="0"/>
                  </a:moveTo>
                  <a:lnTo>
                    <a:pt x="636270" y="0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5" name="object 7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948830" y="3738248"/>
              <a:ext cx="245364" cy="244601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6948830" y="3738248"/>
              <a:ext cx="245745" cy="245110"/>
            </a:xfrm>
            <a:custGeom>
              <a:avLst/>
              <a:gdLst/>
              <a:ahLst/>
              <a:cxnLst/>
              <a:rect l="l" t="t" r="r" b="b"/>
              <a:pathLst>
                <a:path w="245745" h="245110">
                  <a:moveTo>
                    <a:pt x="245364" y="121919"/>
                  </a:moveTo>
                  <a:lnTo>
                    <a:pt x="235731" y="169699"/>
                  </a:lnTo>
                  <a:lnTo>
                    <a:pt x="209454" y="208692"/>
                  </a:lnTo>
                  <a:lnTo>
                    <a:pt x="170461" y="234969"/>
                  </a:lnTo>
                  <a:lnTo>
                    <a:pt x="122682" y="244601"/>
                  </a:lnTo>
                  <a:lnTo>
                    <a:pt x="74902" y="234969"/>
                  </a:lnTo>
                  <a:lnTo>
                    <a:pt x="35909" y="208692"/>
                  </a:lnTo>
                  <a:lnTo>
                    <a:pt x="9632" y="169699"/>
                  </a:lnTo>
                  <a:lnTo>
                    <a:pt x="0" y="121919"/>
                  </a:lnTo>
                  <a:lnTo>
                    <a:pt x="9632" y="74259"/>
                  </a:lnTo>
                  <a:lnTo>
                    <a:pt x="35909" y="35528"/>
                  </a:lnTo>
                  <a:lnTo>
                    <a:pt x="74902" y="9513"/>
                  </a:lnTo>
                  <a:lnTo>
                    <a:pt x="122682" y="0"/>
                  </a:lnTo>
                  <a:lnTo>
                    <a:pt x="170461" y="9513"/>
                  </a:lnTo>
                  <a:lnTo>
                    <a:pt x="209454" y="35528"/>
                  </a:lnTo>
                  <a:lnTo>
                    <a:pt x="235731" y="74259"/>
                  </a:lnTo>
                  <a:lnTo>
                    <a:pt x="245364" y="121919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7005205" y="3793112"/>
              <a:ext cx="66675" cy="133350"/>
            </a:xfrm>
            <a:custGeom>
              <a:avLst/>
              <a:gdLst/>
              <a:ahLst/>
              <a:cxnLst/>
              <a:rect l="l" t="t" r="r" b="b"/>
              <a:pathLst>
                <a:path w="66675" h="133350">
                  <a:moveTo>
                    <a:pt x="66294" y="133350"/>
                  </a:moveTo>
                  <a:lnTo>
                    <a:pt x="0" y="67056"/>
                  </a:lnTo>
                  <a:lnTo>
                    <a:pt x="66294" y="0"/>
                  </a:lnTo>
                </a:path>
              </a:pathLst>
            </a:custGeom>
            <a:ln w="24396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7005205" y="3860168"/>
              <a:ext cx="100330" cy="0"/>
            </a:xfrm>
            <a:custGeom>
              <a:avLst/>
              <a:gdLst/>
              <a:ahLst/>
              <a:cxnLst/>
              <a:rect l="l" t="t" r="r" b="b"/>
              <a:pathLst>
                <a:path w="100329">
                  <a:moveTo>
                    <a:pt x="0" y="0"/>
                  </a:moveTo>
                  <a:lnTo>
                    <a:pt x="99822" y="0"/>
                  </a:lnTo>
                </a:path>
              </a:pathLst>
            </a:custGeom>
            <a:ln w="24396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8472817" y="3392300"/>
              <a:ext cx="278130" cy="277495"/>
            </a:xfrm>
            <a:custGeom>
              <a:avLst/>
              <a:gdLst/>
              <a:ahLst/>
              <a:cxnLst/>
              <a:rect l="l" t="t" r="r" b="b"/>
              <a:pathLst>
                <a:path w="278129" h="277495">
                  <a:moveTo>
                    <a:pt x="278129" y="138684"/>
                  </a:moveTo>
                  <a:lnTo>
                    <a:pt x="271015" y="95000"/>
                  </a:lnTo>
                  <a:lnTo>
                    <a:pt x="251210" y="56948"/>
                  </a:lnTo>
                  <a:lnTo>
                    <a:pt x="221016" y="26871"/>
                  </a:lnTo>
                  <a:lnTo>
                    <a:pt x="182739" y="7107"/>
                  </a:lnTo>
                  <a:lnTo>
                    <a:pt x="138683" y="0"/>
                  </a:lnTo>
                  <a:lnTo>
                    <a:pt x="95000" y="7107"/>
                  </a:lnTo>
                  <a:lnTo>
                    <a:pt x="56948" y="26871"/>
                  </a:lnTo>
                  <a:lnTo>
                    <a:pt x="26871" y="56948"/>
                  </a:lnTo>
                  <a:lnTo>
                    <a:pt x="7107" y="95000"/>
                  </a:lnTo>
                  <a:lnTo>
                    <a:pt x="0" y="138684"/>
                  </a:lnTo>
                  <a:lnTo>
                    <a:pt x="7107" y="182367"/>
                  </a:lnTo>
                  <a:lnTo>
                    <a:pt x="26871" y="220419"/>
                  </a:lnTo>
                  <a:lnTo>
                    <a:pt x="56948" y="250496"/>
                  </a:lnTo>
                  <a:lnTo>
                    <a:pt x="95000" y="270260"/>
                  </a:lnTo>
                  <a:lnTo>
                    <a:pt x="138683" y="277368"/>
                  </a:lnTo>
                  <a:lnTo>
                    <a:pt x="182739" y="270260"/>
                  </a:lnTo>
                  <a:lnTo>
                    <a:pt x="221016" y="250496"/>
                  </a:lnTo>
                  <a:lnTo>
                    <a:pt x="251210" y="220419"/>
                  </a:lnTo>
                  <a:lnTo>
                    <a:pt x="271015" y="182367"/>
                  </a:lnTo>
                  <a:lnTo>
                    <a:pt x="278129" y="13868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8472817" y="3392300"/>
              <a:ext cx="278130" cy="277495"/>
            </a:xfrm>
            <a:custGeom>
              <a:avLst/>
              <a:gdLst/>
              <a:ahLst/>
              <a:cxnLst/>
              <a:rect l="l" t="t" r="r" b="b"/>
              <a:pathLst>
                <a:path w="278129" h="277495">
                  <a:moveTo>
                    <a:pt x="278129" y="138684"/>
                  </a:moveTo>
                  <a:lnTo>
                    <a:pt x="271015" y="95000"/>
                  </a:lnTo>
                  <a:lnTo>
                    <a:pt x="251210" y="56948"/>
                  </a:lnTo>
                  <a:lnTo>
                    <a:pt x="221016" y="26871"/>
                  </a:lnTo>
                  <a:lnTo>
                    <a:pt x="182739" y="7107"/>
                  </a:lnTo>
                  <a:lnTo>
                    <a:pt x="138683" y="0"/>
                  </a:lnTo>
                  <a:lnTo>
                    <a:pt x="95000" y="7107"/>
                  </a:lnTo>
                  <a:lnTo>
                    <a:pt x="56948" y="26871"/>
                  </a:lnTo>
                  <a:lnTo>
                    <a:pt x="26871" y="56948"/>
                  </a:lnTo>
                  <a:lnTo>
                    <a:pt x="7107" y="95000"/>
                  </a:lnTo>
                  <a:lnTo>
                    <a:pt x="0" y="138684"/>
                  </a:lnTo>
                  <a:lnTo>
                    <a:pt x="7107" y="182367"/>
                  </a:lnTo>
                  <a:lnTo>
                    <a:pt x="26871" y="220419"/>
                  </a:lnTo>
                  <a:lnTo>
                    <a:pt x="56948" y="250496"/>
                  </a:lnTo>
                  <a:lnTo>
                    <a:pt x="95000" y="270260"/>
                  </a:lnTo>
                  <a:lnTo>
                    <a:pt x="138683" y="277368"/>
                  </a:lnTo>
                  <a:lnTo>
                    <a:pt x="182739" y="270260"/>
                  </a:lnTo>
                  <a:lnTo>
                    <a:pt x="221016" y="250496"/>
                  </a:lnTo>
                  <a:lnTo>
                    <a:pt x="251210" y="220419"/>
                  </a:lnTo>
                  <a:lnTo>
                    <a:pt x="271015" y="182367"/>
                  </a:lnTo>
                  <a:lnTo>
                    <a:pt x="278129" y="138684"/>
                  </a:lnTo>
                </a:path>
              </a:pathLst>
            </a:custGeom>
            <a:ln w="317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1" name="object 81"/>
          <p:cNvSpPr txBox="1"/>
          <p:nvPr/>
        </p:nvSpPr>
        <p:spPr>
          <a:xfrm>
            <a:off x="8548516" y="3400139"/>
            <a:ext cx="121285" cy="231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350" b="1" dirty="0">
                <a:solidFill>
                  <a:srgbClr val="797979"/>
                </a:solidFill>
                <a:latin typeface="Arial"/>
                <a:cs typeface="Arial"/>
              </a:rPr>
              <a:t>1</a:t>
            </a:r>
            <a:endParaRPr sz="1350">
              <a:latin typeface="Arial"/>
              <a:cs typeface="Arial"/>
            </a:endParaRPr>
          </a:p>
        </p:txBody>
      </p:sp>
      <p:grpSp>
        <p:nvGrpSpPr>
          <p:cNvPr id="82" name="object 82"/>
          <p:cNvGrpSpPr/>
          <p:nvPr/>
        </p:nvGrpSpPr>
        <p:grpSpPr>
          <a:xfrm>
            <a:off x="8472182" y="4299207"/>
            <a:ext cx="279400" cy="279400"/>
            <a:chOff x="8472182" y="4299207"/>
            <a:chExt cx="279400" cy="279400"/>
          </a:xfrm>
        </p:grpSpPr>
        <p:sp>
          <p:nvSpPr>
            <p:cNvPr id="83" name="object 83"/>
            <p:cNvSpPr/>
            <p:nvPr/>
          </p:nvSpPr>
          <p:spPr>
            <a:xfrm>
              <a:off x="8472817" y="4299842"/>
              <a:ext cx="278130" cy="278130"/>
            </a:xfrm>
            <a:custGeom>
              <a:avLst/>
              <a:gdLst/>
              <a:ahLst/>
              <a:cxnLst/>
              <a:rect l="l" t="t" r="r" b="b"/>
              <a:pathLst>
                <a:path w="278129" h="278129">
                  <a:moveTo>
                    <a:pt x="278129" y="138683"/>
                  </a:moveTo>
                  <a:lnTo>
                    <a:pt x="271015" y="94707"/>
                  </a:lnTo>
                  <a:lnTo>
                    <a:pt x="251210" y="56619"/>
                  </a:lnTo>
                  <a:lnTo>
                    <a:pt x="221016" y="26651"/>
                  </a:lnTo>
                  <a:lnTo>
                    <a:pt x="182739" y="7034"/>
                  </a:lnTo>
                  <a:lnTo>
                    <a:pt x="138683" y="0"/>
                  </a:lnTo>
                  <a:lnTo>
                    <a:pt x="95000" y="7034"/>
                  </a:lnTo>
                  <a:lnTo>
                    <a:pt x="56948" y="26651"/>
                  </a:lnTo>
                  <a:lnTo>
                    <a:pt x="26871" y="56619"/>
                  </a:lnTo>
                  <a:lnTo>
                    <a:pt x="7107" y="94707"/>
                  </a:lnTo>
                  <a:lnTo>
                    <a:pt x="0" y="138683"/>
                  </a:lnTo>
                  <a:lnTo>
                    <a:pt x="7107" y="182739"/>
                  </a:lnTo>
                  <a:lnTo>
                    <a:pt x="26871" y="221016"/>
                  </a:lnTo>
                  <a:lnTo>
                    <a:pt x="56948" y="251210"/>
                  </a:lnTo>
                  <a:lnTo>
                    <a:pt x="95000" y="271015"/>
                  </a:lnTo>
                  <a:lnTo>
                    <a:pt x="138683" y="278129"/>
                  </a:lnTo>
                  <a:lnTo>
                    <a:pt x="182739" y="271015"/>
                  </a:lnTo>
                  <a:lnTo>
                    <a:pt x="221016" y="251210"/>
                  </a:lnTo>
                  <a:lnTo>
                    <a:pt x="251210" y="221016"/>
                  </a:lnTo>
                  <a:lnTo>
                    <a:pt x="271015" y="182739"/>
                  </a:lnTo>
                  <a:lnTo>
                    <a:pt x="278129" y="13868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8472817" y="4299842"/>
              <a:ext cx="278130" cy="278130"/>
            </a:xfrm>
            <a:custGeom>
              <a:avLst/>
              <a:gdLst/>
              <a:ahLst/>
              <a:cxnLst/>
              <a:rect l="l" t="t" r="r" b="b"/>
              <a:pathLst>
                <a:path w="278129" h="278129">
                  <a:moveTo>
                    <a:pt x="278129" y="138683"/>
                  </a:moveTo>
                  <a:lnTo>
                    <a:pt x="271015" y="94707"/>
                  </a:lnTo>
                  <a:lnTo>
                    <a:pt x="251210" y="56619"/>
                  </a:lnTo>
                  <a:lnTo>
                    <a:pt x="221016" y="26651"/>
                  </a:lnTo>
                  <a:lnTo>
                    <a:pt x="182739" y="7034"/>
                  </a:lnTo>
                  <a:lnTo>
                    <a:pt x="138683" y="0"/>
                  </a:lnTo>
                  <a:lnTo>
                    <a:pt x="95000" y="7034"/>
                  </a:lnTo>
                  <a:lnTo>
                    <a:pt x="56948" y="26651"/>
                  </a:lnTo>
                  <a:lnTo>
                    <a:pt x="26871" y="56619"/>
                  </a:lnTo>
                  <a:lnTo>
                    <a:pt x="7107" y="94707"/>
                  </a:lnTo>
                  <a:lnTo>
                    <a:pt x="0" y="138683"/>
                  </a:lnTo>
                  <a:lnTo>
                    <a:pt x="7107" y="182739"/>
                  </a:lnTo>
                  <a:lnTo>
                    <a:pt x="26871" y="221016"/>
                  </a:lnTo>
                  <a:lnTo>
                    <a:pt x="56948" y="251210"/>
                  </a:lnTo>
                  <a:lnTo>
                    <a:pt x="95000" y="271015"/>
                  </a:lnTo>
                  <a:lnTo>
                    <a:pt x="138683" y="278129"/>
                  </a:lnTo>
                  <a:lnTo>
                    <a:pt x="182739" y="271015"/>
                  </a:lnTo>
                  <a:lnTo>
                    <a:pt x="221016" y="251210"/>
                  </a:lnTo>
                  <a:lnTo>
                    <a:pt x="251210" y="221016"/>
                  </a:lnTo>
                  <a:lnTo>
                    <a:pt x="271015" y="182739"/>
                  </a:lnTo>
                  <a:lnTo>
                    <a:pt x="278129" y="138683"/>
                  </a:lnTo>
                </a:path>
              </a:pathLst>
            </a:custGeom>
            <a:ln w="317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5" name="object 85"/>
          <p:cNvSpPr txBox="1"/>
          <p:nvPr/>
        </p:nvSpPr>
        <p:spPr>
          <a:xfrm>
            <a:off x="8548516" y="4314539"/>
            <a:ext cx="121285" cy="231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350" b="1" dirty="0">
                <a:solidFill>
                  <a:srgbClr val="797979"/>
                </a:solidFill>
                <a:latin typeface="Arial"/>
                <a:cs typeface="Arial"/>
              </a:rPr>
              <a:t>2</a:t>
            </a:r>
            <a:endParaRPr sz="1350">
              <a:latin typeface="Arial"/>
              <a:cs typeface="Arial"/>
            </a:endParaRPr>
          </a:p>
        </p:txBody>
      </p:sp>
      <p:grpSp>
        <p:nvGrpSpPr>
          <p:cNvPr id="86" name="object 86"/>
          <p:cNvGrpSpPr/>
          <p:nvPr/>
        </p:nvGrpSpPr>
        <p:grpSpPr>
          <a:xfrm>
            <a:off x="4421403" y="3399285"/>
            <a:ext cx="278765" cy="279400"/>
            <a:chOff x="4421403" y="3399285"/>
            <a:chExt cx="278765" cy="279400"/>
          </a:xfrm>
        </p:grpSpPr>
        <p:sp>
          <p:nvSpPr>
            <p:cNvPr id="87" name="object 87"/>
            <p:cNvSpPr/>
            <p:nvPr/>
          </p:nvSpPr>
          <p:spPr>
            <a:xfrm>
              <a:off x="4422038" y="3399920"/>
              <a:ext cx="277495" cy="278130"/>
            </a:xfrm>
            <a:custGeom>
              <a:avLst/>
              <a:gdLst/>
              <a:ahLst/>
              <a:cxnLst/>
              <a:rect l="l" t="t" r="r" b="b"/>
              <a:pathLst>
                <a:path w="277495" h="278129">
                  <a:moveTo>
                    <a:pt x="277367" y="139446"/>
                  </a:moveTo>
                  <a:lnTo>
                    <a:pt x="270333" y="95390"/>
                  </a:lnTo>
                  <a:lnTo>
                    <a:pt x="250716" y="57113"/>
                  </a:lnTo>
                  <a:lnTo>
                    <a:pt x="220748" y="26919"/>
                  </a:lnTo>
                  <a:lnTo>
                    <a:pt x="182660" y="7114"/>
                  </a:lnTo>
                  <a:lnTo>
                    <a:pt x="138683" y="0"/>
                  </a:lnTo>
                  <a:lnTo>
                    <a:pt x="94707" y="7114"/>
                  </a:lnTo>
                  <a:lnTo>
                    <a:pt x="56619" y="26919"/>
                  </a:lnTo>
                  <a:lnTo>
                    <a:pt x="26651" y="57113"/>
                  </a:lnTo>
                  <a:lnTo>
                    <a:pt x="7034" y="95390"/>
                  </a:lnTo>
                  <a:lnTo>
                    <a:pt x="0" y="139446"/>
                  </a:lnTo>
                  <a:lnTo>
                    <a:pt x="7034" y="183129"/>
                  </a:lnTo>
                  <a:lnTo>
                    <a:pt x="26651" y="221181"/>
                  </a:lnTo>
                  <a:lnTo>
                    <a:pt x="56619" y="251258"/>
                  </a:lnTo>
                  <a:lnTo>
                    <a:pt x="94707" y="271022"/>
                  </a:lnTo>
                  <a:lnTo>
                    <a:pt x="138683" y="278130"/>
                  </a:lnTo>
                  <a:lnTo>
                    <a:pt x="182660" y="271022"/>
                  </a:lnTo>
                  <a:lnTo>
                    <a:pt x="220748" y="251258"/>
                  </a:lnTo>
                  <a:lnTo>
                    <a:pt x="250716" y="221181"/>
                  </a:lnTo>
                  <a:lnTo>
                    <a:pt x="270333" y="183129"/>
                  </a:lnTo>
                  <a:lnTo>
                    <a:pt x="277367" y="13944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422038" y="3399920"/>
              <a:ext cx="277495" cy="278130"/>
            </a:xfrm>
            <a:custGeom>
              <a:avLst/>
              <a:gdLst/>
              <a:ahLst/>
              <a:cxnLst/>
              <a:rect l="l" t="t" r="r" b="b"/>
              <a:pathLst>
                <a:path w="277495" h="278129">
                  <a:moveTo>
                    <a:pt x="277367" y="139446"/>
                  </a:moveTo>
                  <a:lnTo>
                    <a:pt x="270333" y="95390"/>
                  </a:lnTo>
                  <a:lnTo>
                    <a:pt x="250716" y="57113"/>
                  </a:lnTo>
                  <a:lnTo>
                    <a:pt x="220748" y="26919"/>
                  </a:lnTo>
                  <a:lnTo>
                    <a:pt x="182660" y="7114"/>
                  </a:lnTo>
                  <a:lnTo>
                    <a:pt x="138683" y="0"/>
                  </a:lnTo>
                  <a:lnTo>
                    <a:pt x="94707" y="7114"/>
                  </a:lnTo>
                  <a:lnTo>
                    <a:pt x="56619" y="26919"/>
                  </a:lnTo>
                  <a:lnTo>
                    <a:pt x="26651" y="57113"/>
                  </a:lnTo>
                  <a:lnTo>
                    <a:pt x="7034" y="95390"/>
                  </a:lnTo>
                  <a:lnTo>
                    <a:pt x="0" y="139446"/>
                  </a:lnTo>
                  <a:lnTo>
                    <a:pt x="7034" y="183129"/>
                  </a:lnTo>
                  <a:lnTo>
                    <a:pt x="26651" y="221181"/>
                  </a:lnTo>
                  <a:lnTo>
                    <a:pt x="56619" y="251258"/>
                  </a:lnTo>
                  <a:lnTo>
                    <a:pt x="94707" y="271022"/>
                  </a:lnTo>
                  <a:lnTo>
                    <a:pt x="138683" y="278130"/>
                  </a:lnTo>
                  <a:lnTo>
                    <a:pt x="182660" y="271022"/>
                  </a:lnTo>
                  <a:lnTo>
                    <a:pt x="220748" y="251258"/>
                  </a:lnTo>
                  <a:lnTo>
                    <a:pt x="250716" y="221181"/>
                  </a:lnTo>
                  <a:lnTo>
                    <a:pt x="270333" y="183129"/>
                  </a:lnTo>
                  <a:lnTo>
                    <a:pt x="277367" y="139446"/>
                  </a:lnTo>
                </a:path>
              </a:pathLst>
            </a:custGeom>
            <a:ln w="317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9" name="object 89"/>
          <p:cNvSpPr txBox="1"/>
          <p:nvPr/>
        </p:nvSpPr>
        <p:spPr>
          <a:xfrm>
            <a:off x="4490104" y="3419189"/>
            <a:ext cx="121285" cy="231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350" b="1" dirty="0">
                <a:solidFill>
                  <a:srgbClr val="797979"/>
                </a:solidFill>
                <a:latin typeface="Arial"/>
                <a:cs typeface="Arial"/>
              </a:rPr>
              <a:t>4</a:t>
            </a:r>
            <a:endParaRPr sz="1350">
              <a:latin typeface="Arial"/>
              <a:cs typeface="Arial"/>
            </a:endParaRPr>
          </a:p>
        </p:txBody>
      </p:sp>
      <p:grpSp>
        <p:nvGrpSpPr>
          <p:cNvPr id="90" name="object 90"/>
          <p:cNvGrpSpPr/>
          <p:nvPr/>
        </p:nvGrpSpPr>
        <p:grpSpPr>
          <a:xfrm>
            <a:off x="4421403" y="4299207"/>
            <a:ext cx="278765" cy="279400"/>
            <a:chOff x="4421403" y="4299207"/>
            <a:chExt cx="278765" cy="279400"/>
          </a:xfrm>
        </p:grpSpPr>
        <p:sp>
          <p:nvSpPr>
            <p:cNvPr id="91" name="object 91"/>
            <p:cNvSpPr/>
            <p:nvPr/>
          </p:nvSpPr>
          <p:spPr>
            <a:xfrm>
              <a:off x="4422038" y="4299842"/>
              <a:ext cx="277495" cy="278130"/>
            </a:xfrm>
            <a:custGeom>
              <a:avLst/>
              <a:gdLst/>
              <a:ahLst/>
              <a:cxnLst/>
              <a:rect l="l" t="t" r="r" b="b"/>
              <a:pathLst>
                <a:path w="277495" h="278129">
                  <a:moveTo>
                    <a:pt x="277367" y="138684"/>
                  </a:moveTo>
                  <a:lnTo>
                    <a:pt x="270333" y="94707"/>
                  </a:lnTo>
                  <a:lnTo>
                    <a:pt x="250716" y="56619"/>
                  </a:lnTo>
                  <a:lnTo>
                    <a:pt x="220748" y="26651"/>
                  </a:lnTo>
                  <a:lnTo>
                    <a:pt x="182660" y="7034"/>
                  </a:lnTo>
                  <a:lnTo>
                    <a:pt x="138683" y="0"/>
                  </a:lnTo>
                  <a:lnTo>
                    <a:pt x="94707" y="7034"/>
                  </a:lnTo>
                  <a:lnTo>
                    <a:pt x="56619" y="26651"/>
                  </a:lnTo>
                  <a:lnTo>
                    <a:pt x="26651" y="56619"/>
                  </a:lnTo>
                  <a:lnTo>
                    <a:pt x="7034" y="94707"/>
                  </a:lnTo>
                  <a:lnTo>
                    <a:pt x="0" y="138684"/>
                  </a:lnTo>
                  <a:lnTo>
                    <a:pt x="7034" y="182739"/>
                  </a:lnTo>
                  <a:lnTo>
                    <a:pt x="26651" y="221016"/>
                  </a:lnTo>
                  <a:lnTo>
                    <a:pt x="56619" y="251210"/>
                  </a:lnTo>
                  <a:lnTo>
                    <a:pt x="94707" y="271015"/>
                  </a:lnTo>
                  <a:lnTo>
                    <a:pt x="138683" y="278130"/>
                  </a:lnTo>
                  <a:lnTo>
                    <a:pt x="182660" y="271015"/>
                  </a:lnTo>
                  <a:lnTo>
                    <a:pt x="220748" y="251210"/>
                  </a:lnTo>
                  <a:lnTo>
                    <a:pt x="250716" y="221016"/>
                  </a:lnTo>
                  <a:lnTo>
                    <a:pt x="270333" y="182739"/>
                  </a:lnTo>
                  <a:lnTo>
                    <a:pt x="277367" y="13868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422038" y="4299842"/>
              <a:ext cx="277495" cy="278130"/>
            </a:xfrm>
            <a:custGeom>
              <a:avLst/>
              <a:gdLst/>
              <a:ahLst/>
              <a:cxnLst/>
              <a:rect l="l" t="t" r="r" b="b"/>
              <a:pathLst>
                <a:path w="277495" h="278129">
                  <a:moveTo>
                    <a:pt x="277367" y="138684"/>
                  </a:moveTo>
                  <a:lnTo>
                    <a:pt x="270333" y="94707"/>
                  </a:lnTo>
                  <a:lnTo>
                    <a:pt x="250716" y="56619"/>
                  </a:lnTo>
                  <a:lnTo>
                    <a:pt x="220748" y="26651"/>
                  </a:lnTo>
                  <a:lnTo>
                    <a:pt x="182660" y="7034"/>
                  </a:lnTo>
                  <a:lnTo>
                    <a:pt x="138683" y="0"/>
                  </a:lnTo>
                  <a:lnTo>
                    <a:pt x="94707" y="7034"/>
                  </a:lnTo>
                  <a:lnTo>
                    <a:pt x="56619" y="26651"/>
                  </a:lnTo>
                  <a:lnTo>
                    <a:pt x="26651" y="56619"/>
                  </a:lnTo>
                  <a:lnTo>
                    <a:pt x="7034" y="94707"/>
                  </a:lnTo>
                  <a:lnTo>
                    <a:pt x="0" y="138684"/>
                  </a:lnTo>
                  <a:lnTo>
                    <a:pt x="7034" y="182739"/>
                  </a:lnTo>
                  <a:lnTo>
                    <a:pt x="26651" y="221016"/>
                  </a:lnTo>
                  <a:lnTo>
                    <a:pt x="56619" y="251210"/>
                  </a:lnTo>
                  <a:lnTo>
                    <a:pt x="94707" y="271015"/>
                  </a:lnTo>
                  <a:lnTo>
                    <a:pt x="138683" y="278130"/>
                  </a:lnTo>
                  <a:lnTo>
                    <a:pt x="182660" y="271015"/>
                  </a:lnTo>
                  <a:lnTo>
                    <a:pt x="220748" y="251210"/>
                  </a:lnTo>
                  <a:lnTo>
                    <a:pt x="250716" y="221016"/>
                  </a:lnTo>
                  <a:lnTo>
                    <a:pt x="270333" y="182739"/>
                  </a:lnTo>
                  <a:lnTo>
                    <a:pt x="277367" y="138684"/>
                  </a:lnTo>
                </a:path>
              </a:pathLst>
            </a:custGeom>
            <a:ln w="317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3" name="object 93"/>
          <p:cNvSpPr txBox="1"/>
          <p:nvPr/>
        </p:nvSpPr>
        <p:spPr>
          <a:xfrm>
            <a:off x="4500010" y="4314539"/>
            <a:ext cx="121285" cy="231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350" b="1" dirty="0">
                <a:solidFill>
                  <a:srgbClr val="797979"/>
                </a:solidFill>
                <a:latin typeface="Arial"/>
                <a:cs typeface="Arial"/>
              </a:rPr>
              <a:t>3</a:t>
            </a:r>
            <a:endParaRPr sz="1350">
              <a:latin typeface="Arial"/>
              <a:cs typeface="Arial"/>
            </a:endParaRPr>
          </a:p>
        </p:txBody>
      </p:sp>
      <p:grpSp>
        <p:nvGrpSpPr>
          <p:cNvPr id="94" name="object 94"/>
          <p:cNvGrpSpPr/>
          <p:nvPr/>
        </p:nvGrpSpPr>
        <p:grpSpPr>
          <a:xfrm>
            <a:off x="4444917" y="2679068"/>
            <a:ext cx="4282440" cy="3439795"/>
            <a:chOff x="4444917" y="2679068"/>
            <a:chExt cx="4282440" cy="3439795"/>
          </a:xfrm>
        </p:grpSpPr>
        <p:sp>
          <p:nvSpPr>
            <p:cNvPr id="95" name="object 95"/>
            <p:cNvSpPr/>
            <p:nvPr/>
          </p:nvSpPr>
          <p:spPr>
            <a:xfrm>
              <a:off x="7447940" y="3626234"/>
              <a:ext cx="335280" cy="223520"/>
            </a:xfrm>
            <a:custGeom>
              <a:avLst/>
              <a:gdLst/>
              <a:ahLst/>
              <a:cxnLst/>
              <a:rect l="l" t="t" r="r" b="b"/>
              <a:pathLst>
                <a:path w="335279" h="223520">
                  <a:moveTo>
                    <a:pt x="12953" y="0"/>
                  </a:moveTo>
                  <a:lnTo>
                    <a:pt x="335279" y="0"/>
                  </a:lnTo>
                  <a:lnTo>
                    <a:pt x="137921" y="115823"/>
                  </a:lnTo>
                  <a:lnTo>
                    <a:pt x="335279" y="223265"/>
                  </a:lnTo>
                  <a:lnTo>
                    <a:pt x="0" y="222504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7662062" y="3310004"/>
              <a:ext cx="1039494" cy="161925"/>
            </a:xfrm>
            <a:custGeom>
              <a:avLst/>
              <a:gdLst/>
              <a:ahLst/>
              <a:cxnLst/>
              <a:rect l="l" t="t" r="r" b="b"/>
              <a:pathLst>
                <a:path w="1039495" h="161925">
                  <a:moveTo>
                    <a:pt x="0" y="161544"/>
                  </a:moveTo>
                  <a:lnTo>
                    <a:pt x="3809" y="0"/>
                  </a:lnTo>
                  <a:lnTo>
                    <a:pt x="1039368" y="0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7387742" y="4372232"/>
              <a:ext cx="539750" cy="539750"/>
            </a:xfrm>
            <a:custGeom>
              <a:avLst/>
              <a:gdLst/>
              <a:ahLst/>
              <a:cxnLst/>
              <a:rect l="l" t="t" r="r" b="b"/>
              <a:pathLst>
                <a:path w="539750" h="539750">
                  <a:moveTo>
                    <a:pt x="539496" y="269748"/>
                  </a:moveTo>
                  <a:lnTo>
                    <a:pt x="535162" y="221161"/>
                  </a:lnTo>
                  <a:lnTo>
                    <a:pt x="522663" y="175473"/>
                  </a:lnTo>
                  <a:lnTo>
                    <a:pt x="502750" y="133434"/>
                  </a:lnTo>
                  <a:lnTo>
                    <a:pt x="476177" y="95798"/>
                  </a:lnTo>
                  <a:lnTo>
                    <a:pt x="443697" y="63318"/>
                  </a:lnTo>
                  <a:lnTo>
                    <a:pt x="406061" y="36745"/>
                  </a:lnTo>
                  <a:lnTo>
                    <a:pt x="364022" y="16832"/>
                  </a:lnTo>
                  <a:lnTo>
                    <a:pt x="318334" y="4333"/>
                  </a:lnTo>
                  <a:lnTo>
                    <a:pt x="269748" y="0"/>
                  </a:lnTo>
                  <a:lnTo>
                    <a:pt x="221161" y="4333"/>
                  </a:lnTo>
                  <a:lnTo>
                    <a:pt x="175473" y="16832"/>
                  </a:lnTo>
                  <a:lnTo>
                    <a:pt x="133434" y="36745"/>
                  </a:lnTo>
                  <a:lnTo>
                    <a:pt x="95798" y="63318"/>
                  </a:lnTo>
                  <a:lnTo>
                    <a:pt x="63318" y="95798"/>
                  </a:lnTo>
                  <a:lnTo>
                    <a:pt x="36745" y="133434"/>
                  </a:lnTo>
                  <a:lnTo>
                    <a:pt x="16832" y="175473"/>
                  </a:lnTo>
                  <a:lnTo>
                    <a:pt x="4333" y="221161"/>
                  </a:lnTo>
                  <a:lnTo>
                    <a:pt x="0" y="269748"/>
                  </a:lnTo>
                  <a:lnTo>
                    <a:pt x="4333" y="318334"/>
                  </a:lnTo>
                  <a:lnTo>
                    <a:pt x="16832" y="364022"/>
                  </a:lnTo>
                  <a:lnTo>
                    <a:pt x="36745" y="406061"/>
                  </a:lnTo>
                  <a:lnTo>
                    <a:pt x="63318" y="443697"/>
                  </a:lnTo>
                  <a:lnTo>
                    <a:pt x="95798" y="476177"/>
                  </a:lnTo>
                  <a:lnTo>
                    <a:pt x="133434" y="502750"/>
                  </a:lnTo>
                  <a:lnTo>
                    <a:pt x="175473" y="522663"/>
                  </a:lnTo>
                  <a:lnTo>
                    <a:pt x="221161" y="535162"/>
                  </a:lnTo>
                  <a:lnTo>
                    <a:pt x="269748" y="539496"/>
                  </a:lnTo>
                  <a:lnTo>
                    <a:pt x="318334" y="535162"/>
                  </a:lnTo>
                  <a:lnTo>
                    <a:pt x="364022" y="522663"/>
                  </a:lnTo>
                  <a:lnTo>
                    <a:pt x="406061" y="502750"/>
                  </a:lnTo>
                  <a:lnTo>
                    <a:pt x="443697" y="476177"/>
                  </a:lnTo>
                  <a:lnTo>
                    <a:pt x="476177" y="443697"/>
                  </a:lnTo>
                  <a:lnTo>
                    <a:pt x="502750" y="406061"/>
                  </a:lnTo>
                  <a:lnTo>
                    <a:pt x="522663" y="364022"/>
                  </a:lnTo>
                  <a:lnTo>
                    <a:pt x="535162" y="318334"/>
                  </a:lnTo>
                  <a:lnTo>
                    <a:pt x="539496" y="26974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7387742" y="4372232"/>
              <a:ext cx="539750" cy="539750"/>
            </a:xfrm>
            <a:custGeom>
              <a:avLst/>
              <a:gdLst/>
              <a:ahLst/>
              <a:cxnLst/>
              <a:rect l="l" t="t" r="r" b="b"/>
              <a:pathLst>
                <a:path w="539750" h="539750">
                  <a:moveTo>
                    <a:pt x="539496" y="269748"/>
                  </a:moveTo>
                  <a:lnTo>
                    <a:pt x="535162" y="221161"/>
                  </a:lnTo>
                  <a:lnTo>
                    <a:pt x="522663" y="175473"/>
                  </a:lnTo>
                  <a:lnTo>
                    <a:pt x="502750" y="133434"/>
                  </a:lnTo>
                  <a:lnTo>
                    <a:pt x="476177" y="95798"/>
                  </a:lnTo>
                  <a:lnTo>
                    <a:pt x="443697" y="63318"/>
                  </a:lnTo>
                  <a:lnTo>
                    <a:pt x="406061" y="36745"/>
                  </a:lnTo>
                  <a:lnTo>
                    <a:pt x="364022" y="16832"/>
                  </a:lnTo>
                  <a:lnTo>
                    <a:pt x="318334" y="4333"/>
                  </a:lnTo>
                  <a:lnTo>
                    <a:pt x="269748" y="0"/>
                  </a:lnTo>
                  <a:lnTo>
                    <a:pt x="221161" y="4333"/>
                  </a:lnTo>
                  <a:lnTo>
                    <a:pt x="175473" y="16832"/>
                  </a:lnTo>
                  <a:lnTo>
                    <a:pt x="133434" y="36745"/>
                  </a:lnTo>
                  <a:lnTo>
                    <a:pt x="95798" y="63318"/>
                  </a:lnTo>
                  <a:lnTo>
                    <a:pt x="63318" y="95798"/>
                  </a:lnTo>
                  <a:lnTo>
                    <a:pt x="36745" y="133434"/>
                  </a:lnTo>
                  <a:lnTo>
                    <a:pt x="16832" y="175473"/>
                  </a:lnTo>
                  <a:lnTo>
                    <a:pt x="4333" y="221161"/>
                  </a:lnTo>
                  <a:lnTo>
                    <a:pt x="0" y="269748"/>
                  </a:lnTo>
                  <a:lnTo>
                    <a:pt x="4333" y="318334"/>
                  </a:lnTo>
                  <a:lnTo>
                    <a:pt x="16832" y="364022"/>
                  </a:lnTo>
                  <a:lnTo>
                    <a:pt x="36745" y="406061"/>
                  </a:lnTo>
                  <a:lnTo>
                    <a:pt x="63318" y="443697"/>
                  </a:lnTo>
                  <a:lnTo>
                    <a:pt x="95798" y="476177"/>
                  </a:lnTo>
                  <a:lnTo>
                    <a:pt x="133434" y="502750"/>
                  </a:lnTo>
                  <a:lnTo>
                    <a:pt x="175473" y="522663"/>
                  </a:lnTo>
                  <a:lnTo>
                    <a:pt x="221161" y="535162"/>
                  </a:lnTo>
                  <a:lnTo>
                    <a:pt x="269748" y="539496"/>
                  </a:lnTo>
                  <a:lnTo>
                    <a:pt x="318334" y="535162"/>
                  </a:lnTo>
                  <a:lnTo>
                    <a:pt x="364022" y="522663"/>
                  </a:lnTo>
                  <a:lnTo>
                    <a:pt x="406061" y="502750"/>
                  </a:lnTo>
                  <a:lnTo>
                    <a:pt x="443697" y="476177"/>
                  </a:lnTo>
                  <a:lnTo>
                    <a:pt x="476177" y="443697"/>
                  </a:lnTo>
                  <a:lnTo>
                    <a:pt x="502750" y="406061"/>
                  </a:lnTo>
                  <a:lnTo>
                    <a:pt x="522663" y="364022"/>
                  </a:lnTo>
                  <a:lnTo>
                    <a:pt x="535162" y="318334"/>
                  </a:lnTo>
                  <a:lnTo>
                    <a:pt x="539496" y="269748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6811670" y="4516250"/>
              <a:ext cx="649605" cy="10795"/>
            </a:xfrm>
            <a:custGeom>
              <a:avLst/>
              <a:gdLst/>
              <a:ahLst/>
              <a:cxnLst/>
              <a:rect l="l" t="t" r="r" b="b"/>
              <a:pathLst>
                <a:path w="649604" h="10795">
                  <a:moveTo>
                    <a:pt x="0" y="0"/>
                  </a:moveTo>
                  <a:lnTo>
                    <a:pt x="649224" y="10667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6811670" y="4748660"/>
              <a:ext cx="636270" cy="0"/>
            </a:xfrm>
            <a:custGeom>
              <a:avLst/>
              <a:gdLst/>
              <a:ahLst/>
              <a:cxnLst/>
              <a:rect l="l" t="t" r="r" b="b"/>
              <a:pathLst>
                <a:path w="636270">
                  <a:moveTo>
                    <a:pt x="0" y="0"/>
                  </a:moveTo>
                  <a:lnTo>
                    <a:pt x="636270" y="0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1" name="object 10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948830" y="4638170"/>
              <a:ext cx="245364" cy="243839"/>
            </a:xfrm>
            <a:prstGeom prst="rect">
              <a:avLst/>
            </a:prstGeom>
          </p:spPr>
        </p:pic>
        <p:sp>
          <p:nvSpPr>
            <p:cNvPr id="102" name="object 102"/>
            <p:cNvSpPr/>
            <p:nvPr/>
          </p:nvSpPr>
          <p:spPr>
            <a:xfrm>
              <a:off x="6948830" y="4638170"/>
              <a:ext cx="245745" cy="243840"/>
            </a:xfrm>
            <a:custGeom>
              <a:avLst/>
              <a:gdLst/>
              <a:ahLst/>
              <a:cxnLst/>
              <a:rect l="l" t="t" r="r" b="b"/>
              <a:pathLst>
                <a:path w="245745" h="243839">
                  <a:moveTo>
                    <a:pt x="245364" y="121919"/>
                  </a:moveTo>
                  <a:lnTo>
                    <a:pt x="235731" y="169580"/>
                  </a:lnTo>
                  <a:lnTo>
                    <a:pt x="209454" y="208311"/>
                  </a:lnTo>
                  <a:lnTo>
                    <a:pt x="170461" y="234326"/>
                  </a:lnTo>
                  <a:lnTo>
                    <a:pt x="122682" y="243839"/>
                  </a:lnTo>
                  <a:lnTo>
                    <a:pt x="74902" y="234326"/>
                  </a:lnTo>
                  <a:lnTo>
                    <a:pt x="35909" y="208311"/>
                  </a:lnTo>
                  <a:lnTo>
                    <a:pt x="9632" y="169580"/>
                  </a:lnTo>
                  <a:lnTo>
                    <a:pt x="0" y="121919"/>
                  </a:lnTo>
                  <a:lnTo>
                    <a:pt x="9632" y="74259"/>
                  </a:lnTo>
                  <a:lnTo>
                    <a:pt x="35909" y="35528"/>
                  </a:lnTo>
                  <a:lnTo>
                    <a:pt x="74902" y="9513"/>
                  </a:lnTo>
                  <a:lnTo>
                    <a:pt x="122682" y="0"/>
                  </a:lnTo>
                  <a:lnTo>
                    <a:pt x="170461" y="9513"/>
                  </a:lnTo>
                  <a:lnTo>
                    <a:pt x="209454" y="35528"/>
                  </a:lnTo>
                  <a:lnTo>
                    <a:pt x="235731" y="74259"/>
                  </a:lnTo>
                  <a:lnTo>
                    <a:pt x="245364" y="121919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7005205" y="4693796"/>
              <a:ext cx="66675" cy="133350"/>
            </a:xfrm>
            <a:custGeom>
              <a:avLst/>
              <a:gdLst/>
              <a:ahLst/>
              <a:cxnLst/>
              <a:rect l="l" t="t" r="r" b="b"/>
              <a:pathLst>
                <a:path w="66675" h="133350">
                  <a:moveTo>
                    <a:pt x="66294" y="133350"/>
                  </a:moveTo>
                  <a:lnTo>
                    <a:pt x="0" y="66294"/>
                  </a:lnTo>
                  <a:lnTo>
                    <a:pt x="66294" y="0"/>
                  </a:lnTo>
                </a:path>
              </a:pathLst>
            </a:custGeom>
            <a:ln w="24396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7005205" y="4760090"/>
              <a:ext cx="100330" cy="0"/>
            </a:xfrm>
            <a:custGeom>
              <a:avLst/>
              <a:gdLst/>
              <a:ahLst/>
              <a:cxnLst/>
              <a:rect l="l" t="t" r="r" b="b"/>
              <a:pathLst>
                <a:path w="100329">
                  <a:moveTo>
                    <a:pt x="0" y="0"/>
                  </a:moveTo>
                  <a:lnTo>
                    <a:pt x="99822" y="0"/>
                  </a:lnTo>
                </a:path>
              </a:pathLst>
            </a:custGeom>
            <a:ln w="24396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7447940" y="4526918"/>
              <a:ext cx="335280" cy="223520"/>
            </a:xfrm>
            <a:custGeom>
              <a:avLst/>
              <a:gdLst/>
              <a:ahLst/>
              <a:cxnLst/>
              <a:rect l="l" t="t" r="r" b="b"/>
              <a:pathLst>
                <a:path w="335279" h="223520">
                  <a:moveTo>
                    <a:pt x="12953" y="0"/>
                  </a:moveTo>
                  <a:lnTo>
                    <a:pt x="335279" y="0"/>
                  </a:lnTo>
                  <a:lnTo>
                    <a:pt x="137921" y="115062"/>
                  </a:lnTo>
                  <a:lnTo>
                    <a:pt x="335279" y="223265"/>
                  </a:lnTo>
                  <a:lnTo>
                    <a:pt x="0" y="221742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7662062" y="4209926"/>
              <a:ext cx="1039494" cy="162560"/>
            </a:xfrm>
            <a:custGeom>
              <a:avLst/>
              <a:gdLst/>
              <a:ahLst/>
              <a:cxnLst/>
              <a:rect l="l" t="t" r="r" b="b"/>
              <a:pathLst>
                <a:path w="1039495" h="162560">
                  <a:moveTo>
                    <a:pt x="0" y="162305"/>
                  </a:moveTo>
                  <a:lnTo>
                    <a:pt x="3809" y="0"/>
                  </a:lnTo>
                  <a:lnTo>
                    <a:pt x="1039368" y="0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5244998" y="3480692"/>
              <a:ext cx="540385" cy="540385"/>
            </a:xfrm>
            <a:custGeom>
              <a:avLst/>
              <a:gdLst/>
              <a:ahLst/>
              <a:cxnLst/>
              <a:rect l="l" t="t" r="r" b="b"/>
              <a:pathLst>
                <a:path w="540385" h="540385">
                  <a:moveTo>
                    <a:pt x="540258" y="270510"/>
                  </a:moveTo>
                  <a:lnTo>
                    <a:pt x="535899" y="221897"/>
                  </a:lnTo>
                  <a:lnTo>
                    <a:pt x="523337" y="176139"/>
                  </a:lnTo>
                  <a:lnTo>
                    <a:pt x="503343" y="133999"/>
                  </a:lnTo>
                  <a:lnTo>
                    <a:pt x="476689" y="96243"/>
                  </a:lnTo>
                  <a:lnTo>
                    <a:pt x="444145" y="63635"/>
                  </a:lnTo>
                  <a:lnTo>
                    <a:pt x="406484" y="36942"/>
                  </a:lnTo>
                  <a:lnTo>
                    <a:pt x="364477" y="16929"/>
                  </a:lnTo>
                  <a:lnTo>
                    <a:pt x="318895" y="4359"/>
                  </a:lnTo>
                  <a:lnTo>
                    <a:pt x="270510" y="0"/>
                  </a:lnTo>
                  <a:lnTo>
                    <a:pt x="221897" y="4359"/>
                  </a:lnTo>
                  <a:lnTo>
                    <a:pt x="176139" y="16929"/>
                  </a:lnTo>
                  <a:lnTo>
                    <a:pt x="133999" y="36942"/>
                  </a:lnTo>
                  <a:lnTo>
                    <a:pt x="96243" y="63635"/>
                  </a:lnTo>
                  <a:lnTo>
                    <a:pt x="63635" y="96243"/>
                  </a:lnTo>
                  <a:lnTo>
                    <a:pt x="36942" y="133999"/>
                  </a:lnTo>
                  <a:lnTo>
                    <a:pt x="16929" y="176139"/>
                  </a:lnTo>
                  <a:lnTo>
                    <a:pt x="4359" y="221897"/>
                  </a:lnTo>
                  <a:lnTo>
                    <a:pt x="0" y="270510"/>
                  </a:lnTo>
                  <a:lnTo>
                    <a:pt x="4359" y="318895"/>
                  </a:lnTo>
                  <a:lnTo>
                    <a:pt x="16929" y="364477"/>
                  </a:lnTo>
                  <a:lnTo>
                    <a:pt x="36942" y="406484"/>
                  </a:lnTo>
                  <a:lnTo>
                    <a:pt x="63635" y="444145"/>
                  </a:lnTo>
                  <a:lnTo>
                    <a:pt x="96243" y="476689"/>
                  </a:lnTo>
                  <a:lnTo>
                    <a:pt x="133999" y="503343"/>
                  </a:lnTo>
                  <a:lnTo>
                    <a:pt x="176139" y="523337"/>
                  </a:lnTo>
                  <a:lnTo>
                    <a:pt x="221897" y="535899"/>
                  </a:lnTo>
                  <a:lnTo>
                    <a:pt x="270510" y="540258"/>
                  </a:lnTo>
                  <a:lnTo>
                    <a:pt x="318895" y="535899"/>
                  </a:lnTo>
                  <a:lnTo>
                    <a:pt x="364477" y="523337"/>
                  </a:lnTo>
                  <a:lnTo>
                    <a:pt x="406484" y="503343"/>
                  </a:lnTo>
                  <a:lnTo>
                    <a:pt x="444145" y="476689"/>
                  </a:lnTo>
                  <a:lnTo>
                    <a:pt x="476689" y="444145"/>
                  </a:lnTo>
                  <a:lnTo>
                    <a:pt x="503343" y="406484"/>
                  </a:lnTo>
                  <a:lnTo>
                    <a:pt x="523337" y="364477"/>
                  </a:lnTo>
                  <a:lnTo>
                    <a:pt x="535899" y="318895"/>
                  </a:lnTo>
                  <a:lnTo>
                    <a:pt x="540258" y="27051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5244998" y="3480692"/>
              <a:ext cx="540385" cy="540385"/>
            </a:xfrm>
            <a:custGeom>
              <a:avLst/>
              <a:gdLst/>
              <a:ahLst/>
              <a:cxnLst/>
              <a:rect l="l" t="t" r="r" b="b"/>
              <a:pathLst>
                <a:path w="540385" h="540385">
                  <a:moveTo>
                    <a:pt x="0" y="270510"/>
                  </a:moveTo>
                  <a:lnTo>
                    <a:pt x="4359" y="221897"/>
                  </a:lnTo>
                  <a:lnTo>
                    <a:pt x="16929" y="176139"/>
                  </a:lnTo>
                  <a:lnTo>
                    <a:pt x="36942" y="133999"/>
                  </a:lnTo>
                  <a:lnTo>
                    <a:pt x="63635" y="96243"/>
                  </a:lnTo>
                  <a:lnTo>
                    <a:pt x="96243" y="63635"/>
                  </a:lnTo>
                  <a:lnTo>
                    <a:pt x="133999" y="36942"/>
                  </a:lnTo>
                  <a:lnTo>
                    <a:pt x="176139" y="16929"/>
                  </a:lnTo>
                  <a:lnTo>
                    <a:pt x="221897" y="4359"/>
                  </a:lnTo>
                  <a:lnTo>
                    <a:pt x="270510" y="0"/>
                  </a:lnTo>
                  <a:lnTo>
                    <a:pt x="318895" y="4359"/>
                  </a:lnTo>
                  <a:lnTo>
                    <a:pt x="364477" y="16929"/>
                  </a:lnTo>
                  <a:lnTo>
                    <a:pt x="406484" y="36942"/>
                  </a:lnTo>
                  <a:lnTo>
                    <a:pt x="444145" y="63635"/>
                  </a:lnTo>
                  <a:lnTo>
                    <a:pt x="476689" y="96243"/>
                  </a:lnTo>
                  <a:lnTo>
                    <a:pt x="503343" y="133999"/>
                  </a:lnTo>
                  <a:lnTo>
                    <a:pt x="523337" y="176139"/>
                  </a:lnTo>
                  <a:lnTo>
                    <a:pt x="535899" y="221897"/>
                  </a:lnTo>
                  <a:lnTo>
                    <a:pt x="540258" y="270510"/>
                  </a:lnTo>
                  <a:lnTo>
                    <a:pt x="535899" y="318895"/>
                  </a:lnTo>
                  <a:lnTo>
                    <a:pt x="523337" y="364477"/>
                  </a:lnTo>
                  <a:lnTo>
                    <a:pt x="503343" y="406484"/>
                  </a:lnTo>
                  <a:lnTo>
                    <a:pt x="476689" y="444145"/>
                  </a:lnTo>
                  <a:lnTo>
                    <a:pt x="444145" y="476689"/>
                  </a:lnTo>
                  <a:lnTo>
                    <a:pt x="406484" y="503343"/>
                  </a:lnTo>
                  <a:lnTo>
                    <a:pt x="364477" y="523337"/>
                  </a:lnTo>
                  <a:lnTo>
                    <a:pt x="318895" y="535899"/>
                  </a:lnTo>
                  <a:lnTo>
                    <a:pt x="270510" y="540258"/>
                  </a:lnTo>
                  <a:lnTo>
                    <a:pt x="221897" y="535899"/>
                  </a:lnTo>
                  <a:lnTo>
                    <a:pt x="176139" y="523337"/>
                  </a:lnTo>
                  <a:lnTo>
                    <a:pt x="133999" y="503343"/>
                  </a:lnTo>
                  <a:lnTo>
                    <a:pt x="96243" y="476689"/>
                  </a:lnTo>
                  <a:lnTo>
                    <a:pt x="63635" y="444145"/>
                  </a:lnTo>
                  <a:lnTo>
                    <a:pt x="36942" y="406484"/>
                  </a:lnTo>
                  <a:lnTo>
                    <a:pt x="16929" y="364477"/>
                  </a:lnTo>
                  <a:lnTo>
                    <a:pt x="4359" y="318895"/>
                  </a:lnTo>
                  <a:lnTo>
                    <a:pt x="0" y="270510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5712104" y="3624710"/>
              <a:ext cx="649605" cy="10795"/>
            </a:xfrm>
            <a:custGeom>
              <a:avLst/>
              <a:gdLst/>
              <a:ahLst/>
              <a:cxnLst/>
              <a:rect l="l" t="t" r="r" b="b"/>
              <a:pathLst>
                <a:path w="649604" h="10795">
                  <a:moveTo>
                    <a:pt x="649224" y="0"/>
                  </a:moveTo>
                  <a:lnTo>
                    <a:pt x="0" y="10668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5724296" y="3857882"/>
              <a:ext cx="637540" cy="0"/>
            </a:xfrm>
            <a:custGeom>
              <a:avLst/>
              <a:gdLst/>
              <a:ahLst/>
              <a:cxnLst/>
              <a:rect l="l" t="t" r="r" b="b"/>
              <a:pathLst>
                <a:path w="637539">
                  <a:moveTo>
                    <a:pt x="637031" y="0"/>
                  </a:moveTo>
                  <a:lnTo>
                    <a:pt x="0" y="0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1" name="object 1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978804" y="3746630"/>
              <a:ext cx="244601" cy="244601"/>
            </a:xfrm>
            <a:prstGeom prst="rect">
              <a:avLst/>
            </a:prstGeom>
          </p:spPr>
        </p:pic>
        <p:sp>
          <p:nvSpPr>
            <p:cNvPr id="112" name="object 112"/>
            <p:cNvSpPr/>
            <p:nvPr/>
          </p:nvSpPr>
          <p:spPr>
            <a:xfrm>
              <a:off x="5978804" y="3746630"/>
              <a:ext cx="245110" cy="245110"/>
            </a:xfrm>
            <a:custGeom>
              <a:avLst/>
              <a:gdLst/>
              <a:ahLst/>
              <a:cxnLst/>
              <a:rect l="l" t="t" r="r" b="b"/>
              <a:pathLst>
                <a:path w="245110" h="245110">
                  <a:moveTo>
                    <a:pt x="0" y="121920"/>
                  </a:moveTo>
                  <a:lnTo>
                    <a:pt x="9632" y="170021"/>
                  </a:lnTo>
                  <a:lnTo>
                    <a:pt x="35909" y="208978"/>
                  </a:lnTo>
                  <a:lnTo>
                    <a:pt x="74902" y="235077"/>
                  </a:lnTo>
                  <a:lnTo>
                    <a:pt x="122682" y="244602"/>
                  </a:lnTo>
                  <a:lnTo>
                    <a:pt x="170021" y="235077"/>
                  </a:lnTo>
                  <a:lnTo>
                    <a:pt x="208788" y="208978"/>
                  </a:lnTo>
                  <a:lnTo>
                    <a:pt x="234981" y="170021"/>
                  </a:lnTo>
                  <a:lnTo>
                    <a:pt x="244602" y="121920"/>
                  </a:lnTo>
                  <a:lnTo>
                    <a:pt x="234981" y="74259"/>
                  </a:lnTo>
                  <a:lnTo>
                    <a:pt x="208788" y="35528"/>
                  </a:lnTo>
                  <a:lnTo>
                    <a:pt x="170021" y="9513"/>
                  </a:lnTo>
                  <a:lnTo>
                    <a:pt x="122682" y="0"/>
                  </a:lnTo>
                  <a:lnTo>
                    <a:pt x="74902" y="9513"/>
                  </a:lnTo>
                  <a:lnTo>
                    <a:pt x="35909" y="35528"/>
                  </a:lnTo>
                  <a:lnTo>
                    <a:pt x="9632" y="74259"/>
                  </a:lnTo>
                  <a:lnTo>
                    <a:pt x="0" y="121920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6101473" y="3802256"/>
              <a:ext cx="66675" cy="133350"/>
            </a:xfrm>
            <a:custGeom>
              <a:avLst/>
              <a:gdLst/>
              <a:ahLst/>
              <a:cxnLst/>
              <a:rect l="l" t="t" r="r" b="b"/>
              <a:pathLst>
                <a:path w="66675" h="133350">
                  <a:moveTo>
                    <a:pt x="0" y="133350"/>
                  </a:moveTo>
                  <a:lnTo>
                    <a:pt x="66294" y="66294"/>
                  </a:lnTo>
                  <a:lnTo>
                    <a:pt x="0" y="0"/>
                  </a:lnTo>
                </a:path>
              </a:pathLst>
            </a:custGeom>
            <a:ln w="24396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6067945" y="3868550"/>
              <a:ext cx="100330" cy="0"/>
            </a:xfrm>
            <a:custGeom>
              <a:avLst/>
              <a:gdLst/>
              <a:ahLst/>
              <a:cxnLst/>
              <a:rect l="l" t="t" r="r" b="b"/>
              <a:pathLst>
                <a:path w="100329">
                  <a:moveTo>
                    <a:pt x="99822" y="0"/>
                  </a:moveTo>
                  <a:lnTo>
                    <a:pt x="0" y="0"/>
                  </a:lnTo>
                </a:path>
              </a:pathLst>
            </a:custGeom>
            <a:ln w="24396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5389016" y="3635378"/>
              <a:ext cx="335280" cy="223520"/>
            </a:xfrm>
            <a:custGeom>
              <a:avLst/>
              <a:gdLst/>
              <a:ahLst/>
              <a:cxnLst/>
              <a:rect l="l" t="t" r="r" b="b"/>
              <a:pathLst>
                <a:path w="335279" h="223520">
                  <a:moveTo>
                    <a:pt x="323088" y="0"/>
                  </a:moveTo>
                  <a:lnTo>
                    <a:pt x="0" y="0"/>
                  </a:lnTo>
                  <a:lnTo>
                    <a:pt x="198119" y="115823"/>
                  </a:lnTo>
                  <a:lnTo>
                    <a:pt x="0" y="223265"/>
                  </a:lnTo>
                  <a:lnTo>
                    <a:pt x="335280" y="222504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470806" y="3318386"/>
              <a:ext cx="1040130" cy="162560"/>
            </a:xfrm>
            <a:custGeom>
              <a:avLst/>
              <a:gdLst/>
              <a:ahLst/>
              <a:cxnLst/>
              <a:rect l="l" t="t" r="r" b="b"/>
              <a:pathLst>
                <a:path w="1040129" h="162560">
                  <a:moveTo>
                    <a:pt x="1040130" y="162305"/>
                  </a:moveTo>
                  <a:lnTo>
                    <a:pt x="1035558" y="0"/>
                  </a:lnTo>
                  <a:lnTo>
                    <a:pt x="0" y="0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5244998" y="4380614"/>
              <a:ext cx="540385" cy="540385"/>
            </a:xfrm>
            <a:custGeom>
              <a:avLst/>
              <a:gdLst/>
              <a:ahLst/>
              <a:cxnLst/>
              <a:rect l="l" t="t" r="r" b="b"/>
              <a:pathLst>
                <a:path w="540385" h="540385">
                  <a:moveTo>
                    <a:pt x="540258" y="270510"/>
                  </a:moveTo>
                  <a:lnTo>
                    <a:pt x="535899" y="221897"/>
                  </a:lnTo>
                  <a:lnTo>
                    <a:pt x="523337" y="176139"/>
                  </a:lnTo>
                  <a:lnTo>
                    <a:pt x="503343" y="133999"/>
                  </a:lnTo>
                  <a:lnTo>
                    <a:pt x="476689" y="96243"/>
                  </a:lnTo>
                  <a:lnTo>
                    <a:pt x="444145" y="63635"/>
                  </a:lnTo>
                  <a:lnTo>
                    <a:pt x="406484" y="36942"/>
                  </a:lnTo>
                  <a:lnTo>
                    <a:pt x="364477" y="16929"/>
                  </a:lnTo>
                  <a:lnTo>
                    <a:pt x="318895" y="4359"/>
                  </a:lnTo>
                  <a:lnTo>
                    <a:pt x="270510" y="0"/>
                  </a:lnTo>
                  <a:lnTo>
                    <a:pt x="221897" y="4359"/>
                  </a:lnTo>
                  <a:lnTo>
                    <a:pt x="176139" y="16929"/>
                  </a:lnTo>
                  <a:lnTo>
                    <a:pt x="133999" y="36942"/>
                  </a:lnTo>
                  <a:lnTo>
                    <a:pt x="96243" y="63635"/>
                  </a:lnTo>
                  <a:lnTo>
                    <a:pt x="63635" y="96243"/>
                  </a:lnTo>
                  <a:lnTo>
                    <a:pt x="36942" y="133999"/>
                  </a:lnTo>
                  <a:lnTo>
                    <a:pt x="16929" y="176139"/>
                  </a:lnTo>
                  <a:lnTo>
                    <a:pt x="4359" y="221897"/>
                  </a:lnTo>
                  <a:lnTo>
                    <a:pt x="0" y="270510"/>
                  </a:lnTo>
                  <a:lnTo>
                    <a:pt x="4359" y="319096"/>
                  </a:lnTo>
                  <a:lnTo>
                    <a:pt x="16929" y="364784"/>
                  </a:lnTo>
                  <a:lnTo>
                    <a:pt x="36942" y="406823"/>
                  </a:lnTo>
                  <a:lnTo>
                    <a:pt x="63635" y="444459"/>
                  </a:lnTo>
                  <a:lnTo>
                    <a:pt x="96243" y="476939"/>
                  </a:lnTo>
                  <a:lnTo>
                    <a:pt x="133999" y="503512"/>
                  </a:lnTo>
                  <a:lnTo>
                    <a:pt x="176139" y="523425"/>
                  </a:lnTo>
                  <a:lnTo>
                    <a:pt x="221897" y="535924"/>
                  </a:lnTo>
                  <a:lnTo>
                    <a:pt x="270510" y="540258"/>
                  </a:lnTo>
                  <a:lnTo>
                    <a:pt x="318895" y="535924"/>
                  </a:lnTo>
                  <a:lnTo>
                    <a:pt x="364477" y="523425"/>
                  </a:lnTo>
                  <a:lnTo>
                    <a:pt x="406484" y="503512"/>
                  </a:lnTo>
                  <a:lnTo>
                    <a:pt x="444145" y="476939"/>
                  </a:lnTo>
                  <a:lnTo>
                    <a:pt x="476689" y="444459"/>
                  </a:lnTo>
                  <a:lnTo>
                    <a:pt x="503343" y="406823"/>
                  </a:lnTo>
                  <a:lnTo>
                    <a:pt x="523337" y="364784"/>
                  </a:lnTo>
                  <a:lnTo>
                    <a:pt x="535899" y="319096"/>
                  </a:lnTo>
                  <a:lnTo>
                    <a:pt x="540258" y="27051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5244998" y="4380614"/>
              <a:ext cx="540385" cy="540385"/>
            </a:xfrm>
            <a:custGeom>
              <a:avLst/>
              <a:gdLst/>
              <a:ahLst/>
              <a:cxnLst/>
              <a:rect l="l" t="t" r="r" b="b"/>
              <a:pathLst>
                <a:path w="540385" h="540385">
                  <a:moveTo>
                    <a:pt x="0" y="270510"/>
                  </a:moveTo>
                  <a:lnTo>
                    <a:pt x="4359" y="221897"/>
                  </a:lnTo>
                  <a:lnTo>
                    <a:pt x="16929" y="176139"/>
                  </a:lnTo>
                  <a:lnTo>
                    <a:pt x="36942" y="133999"/>
                  </a:lnTo>
                  <a:lnTo>
                    <a:pt x="63635" y="96243"/>
                  </a:lnTo>
                  <a:lnTo>
                    <a:pt x="96243" y="63635"/>
                  </a:lnTo>
                  <a:lnTo>
                    <a:pt x="133999" y="36942"/>
                  </a:lnTo>
                  <a:lnTo>
                    <a:pt x="176139" y="16929"/>
                  </a:lnTo>
                  <a:lnTo>
                    <a:pt x="221897" y="4359"/>
                  </a:lnTo>
                  <a:lnTo>
                    <a:pt x="270510" y="0"/>
                  </a:lnTo>
                  <a:lnTo>
                    <a:pt x="318895" y="4359"/>
                  </a:lnTo>
                  <a:lnTo>
                    <a:pt x="364477" y="16929"/>
                  </a:lnTo>
                  <a:lnTo>
                    <a:pt x="406484" y="36942"/>
                  </a:lnTo>
                  <a:lnTo>
                    <a:pt x="444145" y="63635"/>
                  </a:lnTo>
                  <a:lnTo>
                    <a:pt x="476689" y="96243"/>
                  </a:lnTo>
                  <a:lnTo>
                    <a:pt x="503343" y="133999"/>
                  </a:lnTo>
                  <a:lnTo>
                    <a:pt x="523337" y="176139"/>
                  </a:lnTo>
                  <a:lnTo>
                    <a:pt x="535899" y="221897"/>
                  </a:lnTo>
                  <a:lnTo>
                    <a:pt x="540258" y="270510"/>
                  </a:lnTo>
                  <a:lnTo>
                    <a:pt x="535899" y="319096"/>
                  </a:lnTo>
                  <a:lnTo>
                    <a:pt x="523337" y="364784"/>
                  </a:lnTo>
                  <a:lnTo>
                    <a:pt x="503343" y="406823"/>
                  </a:lnTo>
                  <a:lnTo>
                    <a:pt x="476689" y="444459"/>
                  </a:lnTo>
                  <a:lnTo>
                    <a:pt x="444145" y="476939"/>
                  </a:lnTo>
                  <a:lnTo>
                    <a:pt x="406484" y="503512"/>
                  </a:lnTo>
                  <a:lnTo>
                    <a:pt x="364477" y="523425"/>
                  </a:lnTo>
                  <a:lnTo>
                    <a:pt x="318895" y="535924"/>
                  </a:lnTo>
                  <a:lnTo>
                    <a:pt x="270510" y="540258"/>
                  </a:lnTo>
                  <a:lnTo>
                    <a:pt x="221897" y="535924"/>
                  </a:lnTo>
                  <a:lnTo>
                    <a:pt x="176139" y="523425"/>
                  </a:lnTo>
                  <a:lnTo>
                    <a:pt x="133999" y="503512"/>
                  </a:lnTo>
                  <a:lnTo>
                    <a:pt x="96243" y="476939"/>
                  </a:lnTo>
                  <a:lnTo>
                    <a:pt x="63635" y="444459"/>
                  </a:lnTo>
                  <a:lnTo>
                    <a:pt x="36942" y="406823"/>
                  </a:lnTo>
                  <a:lnTo>
                    <a:pt x="16929" y="364784"/>
                  </a:lnTo>
                  <a:lnTo>
                    <a:pt x="4359" y="319096"/>
                  </a:lnTo>
                  <a:lnTo>
                    <a:pt x="0" y="270510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5712104" y="4525394"/>
              <a:ext cx="649605" cy="10795"/>
            </a:xfrm>
            <a:custGeom>
              <a:avLst/>
              <a:gdLst/>
              <a:ahLst/>
              <a:cxnLst/>
              <a:rect l="l" t="t" r="r" b="b"/>
              <a:pathLst>
                <a:path w="649604" h="10795">
                  <a:moveTo>
                    <a:pt x="649224" y="0"/>
                  </a:moveTo>
                  <a:lnTo>
                    <a:pt x="0" y="10668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5724296" y="4757804"/>
              <a:ext cx="637540" cy="0"/>
            </a:xfrm>
            <a:custGeom>
              <a:avLst/>
              <a:gdLst/>
              <a:ahLst/>
              <a:cxnLst/>
              <a:rect l="l" t="t" r="r" b="b"/>
              <a:pathLst>
                <a:path w="637539">
                  <a:moveTo>
                    <a:pt x="637031" y="0"/>
                  </a:moveTo>
                  <a:lnTo>
                    <a:pt x="0" y="0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1" name="object 12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978804" y="4647314"/>
              <a:ext cx="244601" cy="244601"/>
            </a:xfrm>
            <a:prstGeom prst="rect">
              <a:avLst/>
            </a:prstGeom>
          </p:spPr>
        </p:pic>
        <p:sp>
          <p:nvSpPr>
            <p:cNvPr id="122" name="object 122"/>
            <p:cNvSpPr/>
            <p:nvPr/>
          </p:nvSpPr>
          <p:spPr>
            <a:xfrm>
              <a:off x="5978804" y="4647314"/>
              <a:ext cx="245110" cy="245110"/>
            </a:xfrm>
            <a:custGeom>
              <a:avLst/>
              <a:gdLst/>
              <a:ahLst/>
              <a:cxnLst/>
              <a:rect l="l" t="t" r="r" b="b"/>
              <a:pathLst>
                <a:path w="245110" h="245110">
                  <a:moveTo>
                    <a:pt x="0" y="121920"/>
                  </a:moveTo>
                  <a:lnTo>
                    <a:pt x="9632" y="169699"/>
                  </a:lnTo>
                  <a:lnTo>
                    <a:pt x="35909" y="208692"/>
                  </a:lnTo>
                  <a:lnTo>
                    <a:pt x="74902" y="234969"/>
                  </a:lnTo>
                  <a:lnTo>
                    <a:pt x="122682" y="244602"/>
                  </a:lnTo>
                  <a:lnTo>
                    <a:pt x="170021" y="234969"/>
                  </a:lnTo>
                  <a:lnTo>
                    <a:pt x="208788" y="208692"/>
                  </a:lnTo>
                  <a:lnTo>
                    <a:pt x="234981" y="169699"/>
                  </a:lnTo>
                  <a:lnTo>
                    <a:pt x="244602" y="121920"/>
                  </a:lnTo>
                  <a:lnTo>
                    <a:pt x="234981" y="74259"/>
                  </a:lnTo>
                  <a:lnTo>
                    <a:pt x="208788" y="35528"/>
                  </a:lnTo>
                  <a:lnTo>
                    <a:pt x="170021" y="9513"/>
                  </a:lnTo>
                  <a:lnTo>
                    <a:pt x="122682" y="0"/>
                  </a:lnTo>
                  <a:lnTo>
                    <a:pt x="74902" y="9513"/>
                  </a:lnTo>
                  <a:lnTo>
                    <a:pt x="35909" y="35528"/>
                  </a:lnTo>
                  <a:lnTo>
                    <a:pt x="9632" y="74259"/>
                  </a:lnTo>
                  <a:lnTo>
                    <a:pt x="0" y="121920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6101473" y="4702178"/>
              <a:ext cx="66675" cy="133350"/>
            </a:xfrm>
            <a:custGeom>
              <a:avLst/>
              <a:gdLst/>
              <a:ahLst/>
              <a:cxnLst/>
              <a:rect l="l" t="t" r="r" b="b"/>
              <a:pathLst>
                <a:path w="66675" h="133350">
                  <a:moveTo>
                    <a:pt x="0" y="133350"/>
                  </a:moveTo>
                  <a:lnTo>
                    <a:pt x="66294" y="67056"/>
                  </a:lnTo>
                  <a:lnTo>
                    <a:pt x="0" y="0"/>
                  </a:lnTo>
                </a:path>
              </a:pathLst>
            </a:custGeom>
            <a:ln w="24396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6067945" y="4769234"/>
              <a:ext cx="100330" cy="0"/>
            </a:xfrm>
            <a:custGeom>
              <a:avLst/>
              <a:gdLst/>
              <a:ahLst/>
              <a:cxnLst/>
              <a:rect l="l" t="t" r="r" b="b"/>
              <a:pathLst>
                <a:path w="100329">
                  <a:moveTo>
                    <a:pt x="99822" y="0"/>
                  </a:moveTo>
                  <a:lnTo>
                    <a:pt x="0" y="0"/>
                  </a:lnTo>
                </a:path>
              </a:pathLst>
            </a:custGeom>
            <a:ln w="24396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389016" y="4536062"/>
              <a:ext cx="335280" cy="223520"/>
            </a:xfrm>
            <a:custGeom>
              <a:avLst/>
              <a:gdLst/>
              <a:ahLst/>
              <a:cxnLst/>
              <a:rect l="l" t="t" r="r" b="b"/>
              <a:pathLst>
                <a:path w="335279" h="223520">
                  <a:moveTo>
                    <a:pt x="323088" y="0"/>
                  </a:moveTo>
                  <a:lnTo>
                    <a:pt x="0" y="0"/>
                  </a:lnTo>
                  <a:lnTo>
                    <a:pt x="198119" y="115062"/>
                  </a:lnTo>
                  <a:lnTo>
                    <a:pt x="0" y="223265"/>
                  </a:lnTo>
                  <a:lnTo>
                    <a:pt x="335280" y="221742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470806" y="4219070"/>
              <a:ext cx="1040130" cy="161925"/>
            </a:xfrm>
            <a:custGeom>
              <a:avLst/>
              <a:gdLst/>
              <a:ahLst/>
              <a:cxnLst/>
              <a:rect l="l" t="t" r="r" b="b"/>
              <a:pathLst>
                <a:path w="1040129" h="161925">
                  <a:moveTo>
                    <a:pt x="1040130" y="161543"/>
                  </a:moveTo>
                  <a:lnTo>
                    <a:pt x="1035558" y="0"/>
                  </a:lnTo>
                  <a:lnTo>
                    <a:pt x="0" y="0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6361328" y="3957704"/>
              <a:ext cx="467995" cy="468630"/>
            </a:xfrm>
            <a:custGeom>
              <a:avLst/>
              <a:gdLst/>
              <a:ahLst/>
              <a:cxnLst/>
              <a:rect l="l" t="t" r="r" b="b"/>
              <a:pathLst>
                <a:path w="467995" h="468629">
                  <a:moveTo>
                    <a:pt x="467868" y="234696"/>
                  </a:moveTo>
                  <a:lnTo>
                    <a:pt x="463129" y="187200"/>
                  </a:lnTo>
                  <a:lnTo>
                    <a:pt x="449532" y="143053"/>
                  </a:lnTo>
                  <a:lnTo>
                    <a:pt x="428005" y="103175"/>
                  </a:lnTo>
                  <a:lnTo>
                    <a:pt x="399478" y="68484"/>
                  </a:lnTo>
                  <a:lnTo>
                    <a:pt x="364878" y="39902"/>
                  </a:lnTo>
                  <a:lnTo>
                    <a:pt x="325135" y="18347"/>
                  </a:lnTo>
                  <a:lnTo>
                    <a:pt x="281178" y="4740"/>
                  </a:lnTo>
                  <a:lnTo>
                    <a:pt x="233934" y="0"/>
                  </a:lnTo>
                  <a:lnTo>
                    <a:pt x="186908" y="4740"/>
                  </a:lnTo>
                  <a:lnTo>
                    <a:pt x="143053" y="18347"/>
                  </a:lnTo>
                  <a:lnTo>
                    <a:pt x="103323" y="39902"/>
                  </a:lnTo>
                  <a:lnTo>
                    <a:pt x="68675" y="68484"/>
                  </a:lnTo>
                  <a:lnTo>
                    <a:pt x="40063" y="103175"/>
                  </a:lnTo>
                  <a:lnTo>
                    <a:pt x="18442" y="143053"/>
                  </a:lnTo>
                  <a:lnTo>
                    <a:pt x="4769" y="187200"/>
                  </a:lnTo>
                  <a:lnTo>
                    <a:pt x="0" y="234696"/>
                  </a:lnTo>
                  <a:lnTo>
                    <a:pt x="4769" y="281721"/>
                  </a:lnTo>
                  <a:lnTo>
                    <a:pt x="18442" y="325576"/>
                  </a:lnTo>
                  <a:lnTo>
                    <a:pt x="40063" y="365306"/>
                  </a:lnTo>
                  <a:lnTo>
                    <a:pt x="68675" y="399954"/>
                  </a:lnTo>
                  <a:lnTo>
                    <a:pt x="103323" y="428566"/>
                  </a:lnTo>
                  <a:lnTo>
                    <a:pt x="143053" y="450187"/>
                  </a:lnTo>
                  <a:lnTo>
                    <a:pt x="186908" y="463860"/>
                  </a:lnTo>
                  <a:lnTo>
                    <a:pt x="233934" y="468630"/>
                  </a:lnTo>
                  <a:lnTo>
                    <a:pt x="281178" y="463860"/>
                  </a:lnTo>
                  <a:lnTo>
                    <a:pt x="325135" y="450187"/>
                  </a:lnTo>
                  <a:lnTo>
                    <a:pt x="364878" y="428566"/>
                  </a:lnTo>
                  <a:lnTo>
                    <a:pt x="399478" y="399954"/>
                  </a:lnTo>
                  <a:lnTo>
                    <a:pt x="428005" y="365306"/>
                  </a:lnTo>
                  <a:lnTo>
                    <a:pt x="449532" y="325576"/>
                  </a:lnTo>
                  <a:lnTo>
                    <a:pt x="463129" y="281721"/>
                  </a:lnTo>
                  <a:lnTo>
                    <a:pt x="467868" y="2346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6361328" y="3957704"/>
              <a:ext cx="467995" cy="468630"/>
            </a:xfrm>
            <a:custGeom>
              <a:avLst/>
              <a:gdLst/>
              <a:ahLst/>
              <a:cxnLst/>
              <a:rect l="l" t="t" r="r" b="b"/>
              <a:pathLst>
                <a:path w="467995" h="468629">
                  <a:moveTo>
                    <a:pt x="467868" y="234696"/>
                  </a:moveTo>
                  <a:lnTo>
                    <a:pt x="463129" y="187200"/>
                  </a:lnTo>
                  <a:lnTo>
                    <a:pt x="449532" y="143053"/>
                  </a:lnTo>
                  <a:lnTo>
                    <a:pt x="428005" y="103175"/>
                  </a:lnTo>
                  <a:lnTo>
                    <a:pt x="399478" y="68484"/>
                  </a:lnTo>
                  <a:lnTo>
                    <a:pt x="364878" y="39902"/>
                  </a:lnTo>
                  <a:lnTo>
                    <a:pt x="325135" y="18347"/>
                  </a:lnTo>
                  <a:lnTo>
                    <a:pt x="281178" y="4740"/>
                  </a:lnTo>
                  <a:lnTo>
                    <a:pt x="233934" y="0"/>
                  </a:lnTo>
                  <a:lnTo>
                    <a:pt x="186908" y="4740"/>
                  </a:lnTo>
                  <a:lnTo>
                    <a:pt x="143053" y="18347"/>
                  </a:lnTo>
                  <a:lnTo>
                    <a:pt x="103323" y="39902"/>
                  </a:lnTo>
                  <a:lnTo>
                    <a:pt x="68675" y="68484"/>
                  </a:lnTo>
                  <a:lnTo>
                    <a:pt x="40063" y="103175"/>
                  </a:lnTo>
                  <a:lnTo>
                    <a:pt x="18442" y="143053"/>
                  </a:lnTo>
                  <a:lnTo>
                    <a:pt x="4769" y="187200"/>
                  </a:lnTo>
                  <a:lnTo>
                    <a:pt x="0" y="234696"/>
                  </a:lnTo>
                  <a:lnTo>
                    <a:pt x="4769" y="281721"/>
                  </a:lnTo>
                  <a:lnTo>
                    <a:pt x="18442" y="325576"/>
                  </a:lnTo>
                  <a:lnTo>
                    <a:pt x="40063" y="365306"/>
                  </a:lnTo>
                  <a:lnTo>
                    <a:pt x="68675" y="399954"/>
                  </a:lnTo>
                  <a:lnTo>
                    <a:pt x="103323" y="428566"/>
                  </a:lnTo>
                  <a:lnTo>
                    <a:pt x="143053" y="450187"/>
                  </a:lnTo>
                  <a:lnTo>
                    <a:pt x="186908" y="463860"/>
                  </a:lnTo>
                  <a:lnTo>
                    <a:pt x="233934" y="468630"/>
                  </a:lnTo>
                  <a:lnTo>
                    <a:pt x="281178" y="463860"/>
                  </a:lnTo>
                  <a:lnTo>
                    <a:pt x="325135" y="450187"/>
                  </a:lnTo>
                  <a:lnTo>
                    <a:pt x="364878" y="428566"/>
                  </a:lnTo>
                  <a:lnTo>
                    <a:pt x="399478" y="399954"/>
                  </a:lnTo>
                  <a:lnTo>
                    <a:pt x="428005" y="365306"/>
                  </a:lnTo>
                  <a:lnTo>
                    <a:pt x="449532" y="325576"/>
                  </a:lnTo>
                  <a:lnTo>
                    <a:pt x="463129" y="281721"/>
                  </a:lnTo>
                  <a:lnTo>
                    <a:pt x="467868" y="234696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6505346" y="4192400"/>
              <a:ext cx="198120" cy="0"/>
            </a:xfrm>
            <a:custGeom>
              <a:avLst/>
              <a:gdLst/>
              <a:ahLst/>
              <a:cxnLst/>
              <a:rect l="l" t="t" r="r" b="b"/>
              <a:pathLst>
                <a:path w="198120">
                  <a:moveTo>
                    <a:pt x="0" y="0"/>
                  </a:moveTo>
                  <a:lnTo>
                    <a:pt x="198120" y="0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6361328" y="3624710"/>
              <a:ext cx="135890" cy="135255"/>
            </a:xfrm>
            <a:custGeom>
              <a:avLst/>
              <a:gdLst/>
              <a:ahLst/>
              <a:cxnLst/>
              <a:rect l="l" t="t" r="r" b="b"/>
              <a:pathLst>
                <a:path w="135889" h="135254">
                  <a:moveTo>
                    <a:pt x="0" y="0"/>
                  </a:moveTo>
                  <a:lnTo>
                    <a:pt x="135636" y="134874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6667652" y="3615566"/>
              <a:ext cx="144145" cy="144145"/>
            </a:xfrm>
            <a:custGeom>
              <a:avLst/>
              <a:gdLst/>
              <a:ahLst/>
              <a:cxnLst/>
              <a:rect l="l" t="t" r="r" b="b"/>
              <a:pathLst>
                <a:path w="144145" h="144145">
                  <a:moveTo>
                    <a:pt x="144018" y="0"/>
                  </a:moveTo>
                  <a:lnTo>
                    <a:pt x="0" y="144017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6361328" y="4614548"/>
              <a:ext cx="144145" cy="143510"/>
            </a:xfrm>
            <a:custGeom>
              <a:avLst/>
              <a:gdLst/>
              <a:ahLst/>
              <a:cxnLst/>
              <a:rect l="l" t="t" r="r" b="b"/>
              <a:pathLst>
                <a:path w="144145" h="143510">
                  <a:moveTo>
                    <a:pt x="0" y="143256"/>
                  </a:moveTo>
                  <a:lnTo>
                    <a:pt x="144018" y="0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6667652" y="4604642"/>
              <a:ext cx="144145" cy="144145"/>
            </a:xfrm>
            <a:custGeom>
              <a:avLst/>
              <a:gdLst/>
              <a:ahLst/>
              <a:cxnLst/>
              <a:rect l="l" t="t" r="r" b="b"/>
              <a:pathLst>
                <a:path w="144145" h="144145">
                  <a:moveTo>
                    <a:pt x="144018" y="144017"/>
                  </a:moveTo>
                  <a:lnTo>
                    <a:pt x="0" y="0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5737999" y="4923920"/>
              <a:ext cx="174625" cy="466725"/>
            </a:xfrm>
            <a:custGeom>
              <a:avLst/>
              <a:gdLst/>
              <a:ahLst/>
              <a:cxnLst/>
              <a:rect l="l" t="t" r="r" b="b"/>
              <a:pathLst>
                <a:path w="174625" h="466725">
                  <a:moveTo>
                    <a:pt x="0" y="466343"/>
                  </a:moveTo>
                  <a:lnTo>
                    <a:pt x="174498" y="466343"/>
                  </a:lnTo>
                  <a:lnTo>
                    <a:pt x="174497" y="67055"/>
                  </a:lnTo>
                  <a:lnTo>
                    <a:pt x="104393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5721248" y="4808096"/>
              <a:ext cx="161290" cy="157480"/>
            </a:xfrm>
            <a:custGeom>
              <a:avLst/>
              <a:gdLst/>
              <a:ahLst/>
              <a:cxnLst/>
              <a:rect l="l" t="t" r="r" b="b"/>
              <a:pathLst>
                <a:path w="161289" h="157479">
                  <a:moveTo>
                    <a:pt x="160782" y="79248"/>
                  </a:moveTo>
                  <a:lnTo>
                    <a:pt x="0" y="0"/>
                  </a:lnTo>
                  <a:lnTo>
                    <a:pt x="86106" y="156972"/>
                  </a:lnTo>
                  <a:lnTo>
                    <a:pt x="160782" y="792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5875921" y="3996566"/>
              <a:ext cx="419100" cy="1910080"/>
            </a:xfrm>
            <a:custGeom>
              <a:avLst/>
              <a:gdLst/>
              <a:ahLst/>
              <a:cxnLst/>
              <a:rect l="l" t="t" r="r" b="b"/>
              <a:pathLst>
                <a:path w="419100" h="1910079">
                  <a:moveTo>
                    <a:pt x="209550" y="1909572"/>
                  </a:moveTo>
                  <a:lnTo>
                    <a:pt x="419100" y="1909572"/>
                  </a:lnTo>
                  <a:lnTo>
                    <a:pt x="419099" y="287274"/>
                  </a:lnTo>
                  <a:lnTo>
                    <a:pt x="0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5736488" y="3901316"/>
              <a:ext cx="172720" cy="142240"/>
            </a:xfrm>
            <a:custGeom>
              <a:avLst/>
              <a:gdLst/>
              <a:ahLst/>
              <a:cxnLst/>
              <a:rect l="l" t="t" r="r" b="b"/>
              <a:pathLst>
                <a:path w="172720" h="142239">
                  <a:moveTo>
                    <a:pt x="172212" y="52577"/>
                  </a:moveTo>
                  <a:lnTo>
                    <a:pt x="0" y="0"/>
                  </a:lnTo>
                  <a:lnTo>
                    <a:pt x="111252" y="141731"/>
                  </a:lnTo>
                  <a:lnTo>
                    <a:pt x="172212" y="5257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5340997" y="5195192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5340997" y="5195192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ln w="571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0" name="object 14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469775" y="5303396"/>
              <a:ext cx="161544" cy="161544"/>
            </a:xfrm>
            <a:prstGeom prst="rect">
              <a:avLst/>
            </a:prstGeom>
          </p:spPr>
        </p:pic>
        <p:sp>
          <p:nvSpPr>
            <p:cNvPr id="141" name="object 141"/>
            <p:cNvSpPr/>
            <p:nvPr/>
          </p:nvSpPr>
          <p:spPr>
            <a:xfrm>
              <a:off x="5685421" y="5706494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685421" y="5706494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ln w="571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3" name="object 14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814199" y="5813936"/>
              <a:ext cx="161544" cy="161544"/>
            </a:xfrm>
            <a:prstGeom prst="rect">
              <a:avLst/>
            </a:prstGeom>
          </p:spPr>
        </p:pic>
        <p:sp>
          <p:nvSpPr>
            <p:cNvPr id="144" name="object 144"/>
            <p:cNvSpPr/>
            <p:nvPr/>
          </p:nvSpPr>
          <p:spPr>
            <a:xfrm>
              <a:off x="4528718" y="4958210"/>
              <a:ext cx="510540" cy="1141730"/>
            </a:xfrm>
            <a:custGeom>
              <a:avLst/>
              <a:gdLst/>
              <a:ahLst/>
              <a:cxnLst/>
              <a:rect l="l" t="t" r="r" b="b"/>
              <a:pathLst>
                <a:path w="510539" h="1141729">
                  <a:moveTo>
                    <a:pt x="510540" y="1141476"/>
                  </a:moveTo>
                  <a:lnTo>
                    <a:pt x="510539" y="0"/>
                  </a:lnTo>
                  <a:lnTo>
                    <a:pt x="0" y="0"/>
                  </a:lnTo>
                  <a:lnTo>
                    <a:pt x="0" y="1141476"/>
                  </a:lnTo>
                  <a:lnTo>
                    <a:pt x="510540" y="114147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4528718" y="4958210"/>
              <a:ext cx="510540" cy="1141730"/>
            </a:xfrm>
            <a:custGeom>
              <a:avLst/>
              <a:gdLst/>
              <a:ahLst/>
              <a:cxnLst/>
              <a:rect l="l" t="t" r="r" b="b"/>
              <a:pathLst>
                <a:path w="510539" h="1141729">
                  <a:moveTo>
                    <a:pt x="510540" y="1141476"/>
                  </a:moveTo>
                  <a:lnTo>
                    <a:pt x="510539" y="0"/>
                  </a:lnTo>
                  <a:lnTo>
                    <a:pt x="0" y="0"/>
                  </a:lnTo>
                  <a:lnTo>
                    <a:pt x="0" y="1141476"/>
                  </a:lnTo>
                  <a:lnTo>
                    <a:pt x="510540" y="1141476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6" name="object 14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550816" y="5138042"/>
              <a:ext cx="474726" cy="936497"/>
            </a:xfrm>
            <a:prstGeom prst="rect">
              <a:avLst/>
            </a:prstGeom>
          </p:spPr>
        </p:pic>
        <p:sp>
          <p:nvSpPr>
            <p:cNvPr id="147" name="object 147"/>
            <p:cNvSpPr/>
            <p:nvPr/>
          </p:nvSpPr>
          <p:spPr>
            <a:xfrm>
              <a:off x="5037734" y="5387216"/>
              <a:ext cx="297180" cy="0"/>
            </a:xfrm>
            <a:custGeom>
              <a:avLst/>
              <a:gdLst/>
              <a:ahLst/>
              <a:cxnLst/>
              <a:rect l="l" t="t" r="r" b="b"/>
              <a:pathLst>
                <a:path w="297179">
                  <a:moveTo>
                    <a:pt x="297179" y="0"/>
                  </a:moveTo>
                  <a:lnTo>
                    <a:pt x="0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5037734" y="5896232"/>
              <a:ext cx="676910" cy="0"/>
            </a:xfrm>
            <a:custGeom>
              <a:avLst/>
              <a:gdLst/>
              <a:ahLst/>
              <a:cxnLst/>
              <a:rect l="l" t="t" r="r" b="b"/>
              <a:pathLst>
                <a:path w="676910">
                  <a:moveTo>
                    <a:pt x="676656" y="0"/>
                  </a:moveTo>
                  <a:lnTo>
                    <a:pt x="0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858664" y="3687956"/>
              <a:ext cx="0" cy="511809"/>
            </a:xfrm>
            <a:custGeom>
              <a:avLst/>
              <a:gdLst/>
              <a:ahLst/>
              <a:cxnLst/>
              <a:rect l="l" t="t" r="r" b="b"/>
              <a:pathLst>
                <a:path h="511810">
                  <a:moveTo>
                    <a:pt x="0" y="0"/>
                  </a:moveTo>
                  <a:lnTo>
                    <a:pt x="0" y="511302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4805324" y="3582800"/>
              <a:ext cx="107950" cy="107950"/>
            </a:xfrm>
            <a:custGeom>
              <a:avLst/>
              <a:gdLst/>
              <a:ahLst/>
              <a:cxnLst/>
              <a:rect l="l" t="t" r="r" b="b"/>
              <a:pathLst>
                <a:path w="107950" h="107950">
                  <a:moveTo>
                    <a:pt x="107441" y="107441"/>
                  </a:moveTo>
                  <a:lnTo>
                    <a:pt x="53339" y="0"/>
                  </a:lnTo>
                  <a:lnTo>
                    <a:pt x="0" y="107441"/>
                  </a:lnTo>
                  <a:lnTo>
                    <a:pt x="107441" y="10744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787036" y="3807590"/>
              <a:ext cx="154305" cy="226060"/>
            </a:xfrm>
            <a:custGeom>
              <a:avLst/>
              <a:gdLst/>
              <a:ahLst/>
              <a:cxnLst/>
              <a:rect l="l" t="t" r="r" b="b"/>
              <a:pathLst>
                <a:path w="154304" h="226060">
                  <a:moveTo>
                    <a:pt x="153924" y="225551"/>
                  </a:moveTo>
                  <a:lnTo>
                    <a:pt x="0" y="225551"/>
                  </a:lnTo>
                  <a:lnTo>
                    <a:pt x="153924" y="0"/>
                  </a:lnTo>
                  <a:lnTo>
                    <a:pt x="0" y="0"/>
                  </a:lnTo>
                  <a:lnTo>
                    <a:pt x="153924" y="22555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787036" y="3807590"/>
              <a:ext cx="154305" cy="226060"/>
            </a:xfrm>
            <a:custGeom>
              <a:avLst/>
              <a:gdLst/>
              <a:ahLst/>
              <a:cxnLst/>
              <a:rect l="l" t="t" r="r" b="b"/>
              <a:pathLst>
                <a:path w="154304" h="226060">
                  <a:moveTo>
                    <a:pt x="153924" y="225551"/>
                  </a:moveTo>
                  <a:lnTo>
                    <a:pt x="0" y="225551"/>
                  </a:lnTo>
                  <a:lnTo>
                    <a:pt x="153924" y="0"/>
                  </a:lnTo>
                  <a:lnTo>
                    <a:pt x="0" y="0"/>
                  </a:lnTo>
                  <a:lnTo>
                    <a:pt x="153924" y="225551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4869332" y="2784986"/>
              <a:ext cx="0" cy="511809"/>
            </a:xfrm>
            <a:custGeom>
              <a:avLst/>
              <a:gdLst/>
              <a:ahLst/>
              <a:cxnLst/>
              <a:rect l="l" t="t" r="r" b="b"/>
              <a:pathLst>
                <a:path h="511810">
                  <a:moveTo>
                    <a:pt x="0" y="0"/>
                  </a:moveTo>
                  <a:lnTo>
                    <a:pt x="0" y="511302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4815992" y="2679068"/>
              <a:ext cx="107950" cy="108585"/>
            </a:xfrm>
            <a:custGeom>
              <a:avLst/>
              <a:gdLst/>
              <a:ahLst/>
              <a:cxnLst/>
              <a:rect l="l" t="t" r="r" b="b"/>
              <a:pathLst>
                <a:path w="107950" h="108585">
                  <a:moveTo>
                    <a:pt x="107441" y="108203"/>
                  </a:moveTo>
                  <a:lnTo>
                    <a:pt x="53339" y="0"/>
                  </a:lnTo>
                  <a:lnTo>
                    <a:pt x="0" y="108203"/>
                  </a:lnTo>
                  <a:lnTo>
                    <a:pt x="107441" y="108203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4798466" y="2903858"/>
              <a:ext cx="154305" cy="226060"/>
            </a:xfrm>
            <a:custGeom>
              <a:avLst/>
              <a:gdLst/>
              <a:ahLst/>
              <a:cxnLst/>
              <a:rect l="l" t="t" r="r" b="b"/>
              <a:pathLst>
                <a:path w="154304" h="226060">
                  <a:moveTo>
                    <a:pt x="153924" y="225551"/>
                  </a:moveTo>
                  <a:lnTo>
                    <a:pt x="0" y="225551"/>
                  </a:lnTo>
                  <a:lnTo>
                    <a:pt x="153924" y="0"/>
                  </a:lnTo>
                  <a:lnTo>
                    <a:pt x="0" y="0"/>
                  </a:lnTo>
                  <a:lnTo>
                    <a:pt x="153924" y="22555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4798466" y="2903858"/>
              <a:ext cx="154305" cy="226060"/>
            </a:xfrm>
            <a:custGeom>
              <a:avLst/>
              <a:gdLst/>
              <a:ahLst/>
              <a:cxnLst/>
              <a:rect l="l" t="t" r="r" b="b"/>
              <a:pathLst>
                <a:path w="154304" h="226060">
                  <a:moveTo>
                    <a:pt x="153924" y="225551"/>
                  </a:moveTo>
                  <a:lnTo>
                    <a:pt x="0" y="225551"/>
                  </a:lnTo>
                  <a:lnTo>
                    <a:pt x="153924" y="0"/>
                  </a:lnTo>
                  <a:lnTo>
                    <a:pt x="0" y="0"/>
                  </a:lnTo>
                  <a:lnTo>
                    <a:pt x="153924" y="225551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7261999" y="4923920"/>
              <a:ext cx="174625" cy="466725"/>
            </a:xfrm>
            <a:custGeom>
              <a:avLst/>
              <a:gdLst/>
              <a:ahLst/>
              <a:cxnLst/>
              <a:rect l="l" t="t" r="r" b="b"/>
              <a:pathLst>
                <a:path w="174625" h="466725">
                  <a:moveTo>
                    <a:pt x="174498" y="466343"/>
                  </a:moveTo>
                  <a:lnTo>
                    <a:pt x="0" y="466343"/>
                  </a:lnTo>
                  <a:lnTo>
                    <a:pt x="0" y="67055"/>
                  </a:lnTo>
                  <a:lnTo>
                    <a:pt x="70104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7293254" y="4808096"/>
              <a:ext cx="161290" cy="157480"/>
            </a:xfrm>
            <a:custGeom>
              <a:avLst/>
              <a:gdLst/>
              <a:ahLst/>
              <a:cxnLst/>
              <a:rect l="l" t="t" r="r" b="b"/>
              <a:pathLst>
                <a:path w="161290" h="157479">
                  <a:moveTo>
                    <a:pt x="160781" y="0"/>
                  </a:moveTo>
                  <a:lnTo>
                    <a:pt x="0" y="79248"/>
                  </a:lnTo>
                  <a:lnTo>
                    <a:pt x="74675" y="156972"/>
                  </a:lnTo>
                  <a:lnTo>
                    <a:pt x="160781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6879488" y="3996566"/>
              <a:ext cx="419100" cy="1910080"/>
            </a:xfrm>
            <a:custGeom>
              <a:avLst/>
              <a:gdLst/>
              <a:ahLst/>
              <a:cxnLst/>
              <a:rect l="l" t="t" r="r" b="b"/>
              <a:pathLst>
                <a:path w="419100" h="1910079">
                  <a:moveTo>
                    <a:pt x="209550" y="1909572"/>
                  </a:moveTo>
                  <a:lnTo>
                    <a:pt x="0" y="1909572"/>
                  </a:lnTo>
                  <a:lnTo>
                    <a:pt x="0" y="287274"/>
                  </a:lnTo>
                  <a:lnTo>
                    <a:pt x="419099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7266584" y="3901316"/>
              <a:ext cx="172720" cy="142240"/>
            </a:xfrm>
            <a:custGeom>
              <a:avLst/>
              <a:gdLst/>
              <a:ahLst/>
              <a:cxnLst/>
              <a:rect l="l" t="t" r="r" b="b"/>
              <a:pathLst>
                <a:path w="172720" h="142239">
                  <a:moveTo>
                    <a:pt x="172211" y="0"/>
                  </a:moveTo>
                  <a:lnTo>
                    <a:pt x="0" y="52578"/>
                  </a:lnTo>
                  <a:lnTo>
                    <a:pt x="60959" y="141732"/>
                  </a:lnTo>
                  <a:lnTo>
                    <a:pt x="172211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7452499" y="5195192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7452499" y="5195192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ln w="571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3" name="object 16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543177" y="5303396"/>
              <a:ext cx="161544" cy="161544"/>
            </a:xfrm>
            <a:prstGeom prst="rect">
              <a:avLst/>
            </a:prstGeom>
          </p:spPr>
        </p:pic>
        <p:sp>
          <p:nvSpPr>
            <p:cNvPr id="164" name="object 164"/>
            <p:cNvSpPr/>
            <p:nvPr/>
          </p:nvSpPr>
          <p:spPr>
            <a:xfrm>
              <a:off x="7108088" y="5706494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7108088" y="5706494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ln w="571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6" name="object 16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7198766" y="5813936"/>
              <a:ext cx="161544" cy="161544"/>
            </a:xfrm>
            <a:prstGeom prst="rect">
              <a:avLst/>
            </a:prstGeom>
          </p:spPr>
        </p:pic>
        <p:sp>
          <p:nvSpPr>
            <p:cNvPr id="167" name="object 167"/>
            <p:cNvSpPr/>
            <p:nvPr/>
          </p:nvSpPr>
          <p:spPr>
            <a:xfrm>
              <a:off x="8135264" y="4958210"/>
              <a:ext cx="511809" cy="1141730"/>
            </a:xfrm>
            <a:custGeom>
              <a:avLst/>
              <a:gdLst/>
              <a:ahLst/>
              <a:cxnLst/>
              <a:rect l="l" t="t" r="r" b="b"/>
              <a:pathLst>
                <a:path w="511809" h="1141729">
                  <a:moveTo>
                    <a:pt x="511301" y="1141476"/>
                  </a:moveTo>
                  <a:lnTo>
                    <a:pt x="511301" y="0"/>
                  </a:lnTo>
                  <a:lnTo>
                    <a:pt x="0" y="0"/>
                  </a:lnTo>
                  <a:lnTo>
                    <a:pt x="0" y="1141476"/>
                  </a:lnTo>
                  <a:lnTo>
                    <a:pt x="511301" y="114147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8135264" y="4958210"/>
              <a:ext cx="511809" cy="1141730"/>
            </a:xfrm>
            <a:custGeom>
              <a:avLst/>
              <a:gdLst/>
              <a:ahLst/>
              <a:cxnLst/>
              <a:rect l="l" t="t" r="r" b="b"/>
              <a:pathLst>
                <a:path w="511809" h="1141729">
                  <a:moveTo>
                    <a:pt x="511301" y="1141476"/>
                  </a:moveTo>
                  <a:lnTo>
                    <a:pt x="511301" y="0"/>
                  </a:lnTo>
                  <a:lnTo>
                    <a:pt x="0" y="0"/>
                  </a:lnTo>
                  <a:lnTo>
                    <a:pt x="0" y="1141476"/>
                  </a:lnTo>
                  <a:lnTo>
                    <a:pt x="511301" y="1141476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9" name="object 16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8149742" y="5138042"/>
              <a:ext cx="473963" cy="936497"/>
            </a:xfrm>
            <a:prstGeom prst="rect">
              <a:avLst/>
            </a:prstGeom>
          </p:spPr>
        </p:pic>
        <p:sp>
          <p:nvSpPr>
            <p:cNvPr id="170" name="object 170"/>
            <p:cNvSpPr/>
            <p:nvPr/>
          </p:nvSpPr>
          <p:spPr>
            <a:xfrm>
              <a:off x="7839595" y="5387216"/>
              <a:ext cx="297180" cy="0"/>
            </a:xfrm>
            <a:custGeom>
              <a:avLst/>
              <a:gdLst/>
              <a:ahLst/>
              <a:cxnLst/>
              <a:rect l="l" t="t" r="r" b="b"/>
              <a:pathLst>
                <a:path w="297179">
                  <a:moveTo>
                    <a:pt x="0" y="0"/>
                  </a:moveTo>
                  <a:lnTo>
                    <a:pt x="297180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7460119" y="5896232"/>
              <a:ext cx="676910" cy="0"/>
            </a:xfrm>
            <a:custGeom>
              <a:avLst/>
              <a:gdLst/>
              <a:ahLst/>
              <a:cxnLst/>
              <a:rect l="l" t="t" r="r" b="b"/>
              <a:pathLst>
                <a:path w="676909">
                  <a:moveTo>
                    <a:pt x="0" y="0"/>
                  </a:moveTo>
                  <a:lnTo>
                    <a:pt x="676656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8315845" y="3687956"/>
              <a:ext cx="0" cy="511809"/>
            </a:xfrm>
            <a:custGeom>
              <a:avLst/>
              <a:gdLst/>
              <a:ahLst/>
              <a:cxnLst/>
              <a:rect l="l" t="t" r="r" b="b"/>
              <a:pathLst>
                <a:path h="511810">
                  <a:moveTo>
                    <a:pt x="0" y="0"/>
                  </a:moveTo>
                  <a:lnTo>
                    <a:pt x="0" y="511302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8262505" y="3582800"/>
              <a:ext cx="107950" cy="107950"/>
            </a:xfrm>
            <a:custGeom>
              <a:avLst/>
              <a:gdLst/>
              <a:ahLst/>
              <a:cxnLst/>
              <a:rect l="l" t="t" r="r" b="b"/>
              <a:pathLst>
                <a:path w="107950" h="107950">
                  <a:moveTo>
                    <a:pt x="107442" y="107441"/>
                  </a:moveTo>
                  <a:lnTo>
                    <a:pt x="54102" y="0"/>
                  </a:lnTo>
                  <a:lnTo>
                    <a:pt x="0" y="107441"/>
                  </a:lnTo>
                  <a:lnTo>
                    <a:pt x="107442" y="10744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8233549" y="3807590"/>
              <a:ext cx="154305" cy="226060"/>
            </a:xfrm>
            <a:custGeom>
              <a:avLst/>
              <a:gdLst/>
              <a:ahLst/>
              <a:cxnLst/>
              <a:rect l="l" t="t" r="r" b="b"/>
              <a:pathLst>
                <a:path w="154304" h="226060">
                  <a:moveTo>
                    <a:pt x="153924" y="225551"/>
                  </a:moveTo>
                  <a:lnTo>
                    <a:pt x="0" y="0"/>
                  </a:lnTo>
                  <a:lnTo>
                    <a:pt x="153923" y="0"/>
                  </a:lnTo>
                  <a:lnTo>
                    <a:pt x="0" y="225551"/>
                  </a:lnTo>
                  <a:lnTo>
                    <a:pt x="153924" y="22555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8233549" y="3807590"/>
              <a:ext cx="154305" cy="226060"/>
            </a:xfrm>
            <a:custGeom>
              <a:avLst/>
              <a:gdLst/>
              <a:ahLst/>
              <a:cxnLst/>
              <a:rect l="l" t="t" r="r" b="b"/>
              <a:pathLst>
                <a:path w="154304" h="226060">
                  <a:moveTo>
                    <a:pt x="0" y="225551"/>
                  </a:moveTo>
                  <a:lnTo>
                    <a:pt x="153924" y="225551"/>
                  </a:lnTo>
                  <a:lnTo>
                    <a:pt x="0" y="0"/>
                  </a:lnTo>
                  <a:lnTo>
                    <a:pt x="153923" y="0"/>
                  </a:lnTo>
                  <a:lnTo>
                    <a:pt x="0" y="225551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8305190" y="2784986"/>
              <a:ext cx="0" cy="511809"/>
            </a:xfrm>
            <a:custGeom>
              <a:avLst/>
              <a:gdLst/>
              <a:ahLst/>
              <a:cxnLst/>
              <a:rect l="l" t="t" r="r" b="b"/>
              <a:pathLst>
                <a:path h="511810">
                  <a:moveTo>
                    <a:pt x="0" y="0"/>
                  </a:moveTo>
                  <a:lnTo>
                    <a:pt x="0" y="511302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8251850" y="2679068"/>
              <a:ext cx="107950" cy="108585"/>
            </a:xfrm>
            <a:custGeom>
              <a:avLst/>
              <a:gdLst/>
              <a:ahLst/>
              <a:cxnLst/>
              <a:rect l="l" t="t" r="r" b="b"/>
              <a:pathLst>
                <a:path w="107950" h="108585">
                  <a:moveTo>
                    <a:pt x="107442" y="108203"/>
                  </a:moveTo>
                  <a:lnTo>
                    <a:pt x="54102" y="0"/>
                  </a:lnTo>
                  <a:lnTo>
                    <a:pt x="0" y="108203"/>
                  </a:lnTo>
                  <a:lnTo>
                    <a:pt x="107442" y="108203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8222119" y="2903858"/>
              <a:ext cx="154305" cy="226060"/>
            </a:xfrm>
            <a:custGeom>
              <a:avLst/>
              <a:gdLst/>
              <a:ahLst/>
              <a:cxnLst/>
              <a:rect l="l" t="t" r="r" b="b"/>
              <a:pathLst>
                <a:path w="154304" h="226060">
                  <a:moveTo>
                    <a:pt x="153924" y="225551"/>
                  </a:moveTo>
                  <a:lnTo>
                    <a:pt x="0" y="0"/>
                  </a:lnTo>
                  <a:lnTo>
                    <a:pt x="153923" y="0"/>
                  </a:lnTo>
                  <a:lnTo>
                    <a:pt x="0" y="225551"/>
                  </a:lnTo>
                  <a:lnTo>
                    <a:pt x="153924" y="22555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8222119" y="2903858"/>
              <a:ext cx="154305" cy="226060"/>
            </a:xfrm>
            <a:custGeom>
              <a:avLst/>
              <a:gdLst/>
              <a:ahLst/>
              <a:cxnLst/>
              <a:rect l="l" t="t" r="r" b="b"/>
              <a:pathLst>
                <a:path w="154304" h="226060">
                  <a:moveTo>
                    <a:pt x="0" y="225551"/>
                  </a:moveTo>
                  <a:lnTo>
                    <a:pt x="153924" y="225551"/>
                  </a:lnTo>
                  <a:lnTo>
                    <a:pt x="0" y="0"/>
                  </a:lnTo>
                  <a:lnTo>
                    <a:pt x="153923" y="0"/>
                  </a:lnTo>
                  <a:lnTo>
                    <a:pt x="0" y="225551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0" name="object 180"/>
          <p:cNvSpPr txBox="1">
            <a:spLocks noGrp="1"/>
          </p:cNvSpPr>
          <p:nvPr>
            <p:ph type="title"/>
          </p:nvPr>
        </p:nvSpPr>
        <p:spPr>
          <a:xfrm>
            <a:off x="3019443" y="220348"/>
            <a:ext cx="421640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Системы</a:t>
            </a:r>
            <a:r>
              <a:rPr spc="-15" dirty="0"/>
              <a:t> </a:t>
            </a:r>
            <a:r>
              <a:rPr spc="-5" dirty="0"/>
              <a:t>безопасности</a:t>
            </a:r>
          </a:p>
        </p:txBody>
      </p:sp>
      <p:sp>
        <p:nvSpPr>
          <p:cNvPr id="183" name="object 183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191770">
              <a:lnSpc>
                <a:spcPct val="100000"/>
              </a:lnSpc>
              <a:spcBef>
                <a:spcPts val="345"/>
              </a:spcBef>
            </a:pPr>
            <a:fld id="{81D60167-4931-47E6-BA6A-407CBD079E47}" type="slidenum">
              <a:rPr spc="-5" dirty="0"/>
              <a:t>43</a:t>
            </a:fld>
            <a:endParaRPr spc="-5" dirty="0"/>
          </a:p>
        </p:txBody>
      </p:sp>
      <p:sp>
        <p:nvSpPr>
          <p:cNvPr id="181" name="object 181"/>
          <p:cNvSpPr txBox="1"/>
          <p:nvPr/>
        </p:nvSpPr>
        <p:spPr>
          <a:xfrm>
            <a:off x="606952" y="972442"/>
            <a:ext cx="7949565" cy="10839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2720"/>
              </a:lnSpc>
              <a:spcBef>
                <a:spcPts val="100"/>
              </a:spcBef>
            </a:pPr>
            <a:r>
              <a:rPr sz="2400" dirty="0">
                <a:solidFill>
                  <a:srgbClr val="FF0000"/>
                </a:solidFill>
                <a:latin typeface="Calibri"/>
                <a:cs typeface="Calibri"/>
              </a:rPr>
              <a:t>АПЭН</a:t>
            </a:r>
            <a:r>
              <a:rPr sz="2400" spc="-3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FF0000"/>
                </a:solidFill>
                <a:latin typeface="Calibri"/>
                <a:cs typeface="Calibri"/>
              </a:rPr>
              <a:t>(система</a:t>
            </a:r>
            <a:r>
              <a:rPr sz="1200" spc="-1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FF0000"/>
                </a:solidFill>
                <a:latin typeface="Calibri"/>
                <a:cs typeface="Calibri"/>
              </a:rPr>
              <a:t>аварийной</a:t>
            </a:r>
            <a:r>
              <a:rPr sz="1200" spc="-1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FF0000"/>
                </a:solidFill>
                <a:latin typeface="Calibri"/>
                <a:cs typeface="Calibri"/>
              </a:rPr>
              <a:t>питательной</a:t>
            </a:r>
            <a:r>
              <a:rPr sz="1200" spc="-5" dirty="0">
                <a:solidFill>
                  <a:srgbClr val="FF0000"/>
                </a:solidFill>
                <a:latin typeface="Calibri"/>
                <a:cs typeface="Calibri"/>
              </a:rPr>
              <a:t> воды)</a:t>
            </a:r>
            <a:endParaRPr sz="1200">
              <a:latin typeface="Calibri"/>
              <a:cs typeface="Calibri"/>
            </a:endParaRPr>
          </a:p>
          <a:p>
            <a:pPr marL="3822700">
              <a:lnSpc>
                <a:spcPts val="1760"/>
              </a:lnSpc>
            </a:pP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Четырехканальная</a:t>
            </a:r>
            <a:r>
              <a:rPr sz="1600" spc="-2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система</a:t>
            </a:r>
            <a:r>
              <a:rPr sz="1600" spc="-3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с</a:t>
            </a:r>
            <a:r>
              <a:rPr sz="1600" spc="-2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резервированием</a:t>
            </a:r>
            <a:endParaRPr sz="1600">
              <a:latin typeface="Calibri"/>
              <a:cs typeface="Calibri"/>
            </a:endParaRPr>
          </a:p>
          <a:p>
            <a:pPr marL="3822700" marR="161290">
              <a:lnSpc>
                <a:spcPct val="100000"/>
              </a:lnSpc>
              <a:spcBef>
                <a:spcPts val="5"/>
              </a:spcBef>
            </a:pP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каналов </a:t>
            </a:r>
            <a:r>
              <a:rPr sz="1600" dirty="0">
                <a:solidFill>
                  <a:srgbClr val="FF0000"/>
                </a:solidFill>
                <a:latin typeface="Calibri"/>
                <a:cs typeface="Calibri"/>
              </a:rPr>
              <a:t>4 х </a:t>
            </a: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100 </a:t>
            </a:r>
            <a:r>
              <a:rPr sz="1600" dirty="0">
                <a:solidFill>
                  <a:srgbClr val="FF0000"/>
                </a:solidFill>
                <a:latin typeface="Calibri"/>
                <a:cs typeface="Calibri"/>
              </a:rPr>
              <a:t>%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с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баками запаса аварийной </a:t>
            </a:r>
            <a:r>
              <a:rPr sz="1600" spc="-35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питательной</a:t>
            </a:r>
            <a:r>
              <a:rPr sz="1600" spc="-1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воды</a:t>
            </a:r>
            <a:endParaRPr sz="1600">
              <a:latin typeface="Calibri"/>
              <a:cs typeface="Calibri"/>
            </a:endParaRPr>
          </a:p>
        </p:txBody>
      </p:sp>
      <p:graphicFrame>
        <p:nvGraphicFramePr>
          <p:cNvPr id="182" name="object 182"/>
          <p:cNvGraphicFramePr>
            <a:graphicFrameLocks noGrp="1"/>
          </p:cNvGraphicFramePr>
          <p:nvPr/>
        </p:nvGraphicFramePr>
        <p:xfrm>
          <a:off x="322859" y="4242692"/>
          <a:ext cx="3756660" cy="213664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32105"/>
                <a:gridCol w="2620645"/>
                <a:gridCol w="803910"/>
              </a:tblGrid>
              <a:tr h="400050">
                <a:tc gridSpan="2">
                  <a:txBody>
                    <a:bodyPr/>
                    <a:lstStyle/>
                    <a:p>
                      <a:pPr marL="476884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400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Наименование</a:t>
                      </a:r>
                      <a:r>
                        <a:rPr sz="1400" spc="-30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параметра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8255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840"/>
                        </a:spcBef>
                      </a:pPr>
                      <a:r>
                        <a:rPr sz="1400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Значение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10668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G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19050">
                      <a:solidFill>
                        <a:srgbClr val="0033CC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Расход от</a:t>
                      </a:r>
                      <a:r>
                        <a:rPr sz="1400" spc="-1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одного АПЭН, т/ч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19050">
                      <a:solidFill>
                        <a:srgbClr val="0033CC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150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T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19050">
                      <a:solidFill>
                        <a:srgbClr val="0033CC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Температура аварийной</a:t>
                      </a: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п.в,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Microsoft Sans Serif"/>
                          <a:cs typeface="Microsoft Sans Serif"/>
                        </a:rPr>
                        <a:t>°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С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19050">
                      <a:solidFill>
                        <a:srgbClr val="0033CC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5</a:t>
                      </a:r>
                      <a:r>
                        <a:rPr sz="1400" spc="-2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‐</a:t>
                      </a:r>
                      <a:r>
                        <a:rPr sz="1400" spc="-3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1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40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N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19050">
                      <a:solidFill>
                        <a:srgbClr val="0033CC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Количество баков</a:t>
                      </a: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запаса, шт.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19050">
                      <a:solidFill>
                        <a:srgbClr val="0033CC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2</a:t>
                      </a:r>
                      <a:r>
                        <a:rPr sz="1400" spc="-3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+</a:t>
                      </a:r>
                      <a:r>
                        <a:rPr sz="1400" spc="-2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V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19050">
                      <a:solidFill>
                        <a:srgbClr val="0033CC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Объем</a:t>
                      </a:r>
                      <a:r>
                        <a:rPr sz="1400" spc="-2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бака,</a:t>
                      </a:r>
                      <a:r>
                        <a:rPr sz="1400" spc="-2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м</a:t>
                      </a:r>
                      <a:r>
                        <a:rPr sz="1350" spc="-7" baseline="24691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1350" baseline="24691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19050">
                      <a:solidFill>
                        <a:srgbClr val="0033CC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700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</a:tr>
              <a:tr h="517397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D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19050">
                      <a:solidFill>
                        <a:srgbClr val="0033CC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 marR="12128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Возможность задания</a:t>
                      </a: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скорости </a:t>
                      </a:r>
                      <a:r>
                        <a:rPr sz="1400" spc="-3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расхолаживания</a:t>
                      </a:r>
                      <a:r>
                        <a:rPr sz="1400" spc="-1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БРУ‐А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19050">
                      <a:solidFill>
                        <a:srgbClr val="0033CC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+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213631" y="5530091"/>
            <a:ext cx="890905" cy="422275"/>
            <a:chOff x="4213631" y="5530091"/>
            <a:chExt cx="890905" cy="42227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61256" y="5671442"/>
              <a:ext cx="805434" cy="237744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4261256" y="5671442"/>
              <a:ext cx="805815" cy="238125"/>
            </a:xfrm>
            <a:custGeom>
              <a:avLst/>
              <a:gdLst/>
              <a:ahLst/>
              <a:cxnLst/>
              <a:rect l="l" t="t" r="r" b="b"/>
              <a:pathLst>
                <a:path w="805814" h="238125">
                  <a:moveTo>
                    <a:pt x="0" y="49529"/>
                  </a:moveTo>
                  <a:lnTo>
                    <a:pt x="0" y="12953"/>
                  </a:lnTo>
                  <a:lnTo>
                    <a:pt x="793242" y="0"/>
                  </a:lnTo>
                  <a:lnTo>
                    <a:pt x="805434" y="84581"/>
                  </a:lnTo>
                  <a:lnTo>
                    <a:pt x="768096" y="158495"/>
                  </a:lnTo>
                  <a:lnTo>
                    <a:pt x="719328" y="219455"/>
                  </a:lnTo>
                  <a:lnTo>
                    <a:pt x="599694" y="231647"/>
                  </a:lnTo>
                  <a:lnTo>
                    <a:pt x="160020" y="237743"/>
                  </a:lnTo>
                  <a:lnTo>
                    <a:pt x="86106" y="219455"/>
                  </a:lnTo>
                  <a:lnTo>
                    <a:pt x="25146" y="176783"/>
                  </a:lnTo>
                  <a:lnTo>
                    <a:pt x="0" y="128015"/>
                  </a:lnTo>
                  <a:lnTo>
                    <a:pt x="6858" y="84581"/>
                  </a:lnTo>
                  <a:lnTo>
                    <a:pt x="0" y="49529"/>
                  </a:lnTo>
                  <a:close/>
                </a:path>
              </a:pathLst>
            </a:custGeom>
            <a:ln w="9144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242206" y="5558666"/>
              <a:ext cx="833755" cy="365125"/>
            </a:xfrm>
            <a:custGeom>
              <a:avLst/>
              <a:gdLst/>
              <a:ahLst/>
              <a:cxnLst/>
              <a:rect l="l" t="t" r="r" b="b"/>
              <a:pathLst>
                <a:path w="833754" h="365125">
                  <a:moveTo>
                    <a:pt x="0" y="182117"/>
                  </a:moveTo>
                  <a:lnTo>
                    <a:pt x="6561" y="230854"/>
                  </a:lnTo>
                  <a:lnTo>
                    <a:pt x="25061" y="274573"/>
                  </a:lnTo>
                  <a:lnTo>
                    <a:pt x="53721" y="311562"/>
                  </a:lnTo>
                  <a:lnTo>
                    <a:pt x="90762" y="340105"/>
                  </a:lnTo>
                  <a:lnTo>
                    <a:pt x="134408" y="358489"/>
                  </a:lnTo>
                  <a:lnTo>
                    <a:pt x="182880" y="364997"/>
                  </a:lnTo>
                  <a:lnTo>
                    <a:pt x="651510" y="364997"/>
                  </a:lnTo>
                  <a:lnTo>
                    <a:pt x="699925" y="358489"/>
                  </a:lnTo>
                  <a:lnTo>
                    <a:pt x="743429" y="340105"/>
                  </a:lnTo>
                  <a:lnTo>
                    <a:pt x="780288" y="311562"/>
                  </a:lnTo>
                  <a:lnTo>
                    <a:pt x="808764" y="274573"/>
                  </a:lnTo>
                  <a:lnTo>
                    <a:pt x="827122" y="230854"/>
                  </a:lnTo>
                  <a:lnTo>
                    <a:pt x="833628" y="182117"/>
                  </a:lnTo>
                  <a:lnTo>
                    <a:pt x="827122" y="133702"/>
                  </a:lnTo>
                  <a:lnTo>
                    <a:pt x="808764" y="90198"/>
                  </a:lnTo>
                  <a:lnTo>
                    <a:pt x="780288" y="53339"/>
                  </a:lnTo>
                  <a:lnTo>
                    <a:pt x="743429" y="24863"/>
                  </a:lnTo>
                  <a:lnTo>
                    <a:pt x="699925" y="6505"/>
                  </a:lnTo>
                  <a:lnTo>
                    <a:pt x="651510" y="0"/>
                  </a:lnTo>
                  <a:lnTo>
                    <a:pt x="182880" y="0"/>
                  </a:lnTo>
                  <a:lnTo>
                    <a:pt x="134408" y="6505"/>
                  </a:lnTo>
                  <a:lnTo>
                    <a:pt x="90762" y="24863"/>
                  </a:lnTo>
                  <a:lnTo>
                    <a:pt x="53720" y="53339"/>
                  </a:lnTo>
                  <a:lnTo>
                    <a:pt x="25061" y="90198"/>
                  </a:lnTo>
                  <a:lnTo>
                    <a:pt x="6561" y="133702"/>
                  </a:lnTo>
                  <a:lnTo>
                    <a:pt x="0" y="182117"/>
                  </a:lnTo>
                  <a:close/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5810021" y="3393443"/>
            <a:ext cx="2306320" cy="1263650"/>
            <a:chOff x="5810021" y="3393443"/>
            <a:chExt cx="2306320" cy="1263650"/>
          </a:xfrm>
        </p:grpSpPr>
        <p:sp>
          <p:nvSpPr>
            <p:cNvPr id="7" name="object 7"/>
            <p:cNvSpPr/>
            <p:nvPr/>
          </p:nvSpPr>
          <p:spPr>
            <a:xfrm>
              <a:off x="5834786" y="3418208"/>
              <a:ext cx="697230" cy="695960"/>
            </a:xfrm>
            <a:custGeom>
              <a:avLst/>
              <a:gdLst/>
              <a:ahLst/>
              <a:cxnLst/>
              <a:rect l="l" t="t" r="r" b="b"/>
              <a:pathLst>
                <a:path w="697229" h="695960">
                  <a:moveTo>
                    <a:pt x="697229" y="347472"/>
                  </a:moveTo>
                  <a:lnTo>
                    <a:pt x="694044" y="300296"/>
                  </a:lnTo>
                  <a:lnTo>
                    <a:pt x="684766" y="255058"/>
                  </a:lnTo>
                  <a:lnTo>
                    <a:pt x="669809" y="212169"/>
                  </a:lnTo>
                  <a:lnTo>
                    <a:pt x="649590" y="172042"/>
                  </a:lnTo>
                  <a:lnTo>
                    <a:pt x="624524" y="135090"/>
                  </a:lnTo>
                  <a:lnTo>
                    <a:pt x="595026" y="101727"/>
                  </a:lnTo>
                  <a:lnTo>
                    <a:pt x="561512" y="72363"/>
                  </a:lnTo>
                  <a:lnTo>
                    <a:pt x="524397" y="47413"/>
                  </a:lnTo>
                  <a:lnTo>
                    <a:pt x="484096" y="27289"/>
                  </a:lnTo>
                  <a:lnTo>
                    <a:pt x="441025" y="12403"/>
                  </a:lnTo>
                  <a:lnTo>
                    <a:pt x="395599" y="3169"/>
                  </a:lnTo>
                  <a:lnTo>
                    <a:pt x="348233" y="0"/>
                  </a:lnTo>
                  <a:lnTo>
                    <a:pt x="300883" y="3169"/>
                  </a:lnTo>
                  <a:lnTo>
                    <a:pt x="255499" y="12403"/>
                  </a:lnTo>
                  <a:lnTo>
                    <a:pt x="212490" y="27289"/>
                  </a:lnTo>
                  <a:lnTo>
                    <a:pt x="172268" y="47413"/>
                  </a:lnTo>
                  <a:lnTo>
                    <a:pt x="135242" y="72363"/>
                  </a:lnTo>
                  <a:lnTo>
                    <a:pt x="101822" y="101727"/>
                  </a:lnTo>
                  <a:lnTo>
                    <a:pt x="72418" y="135090"/>
                  </a:lnTo>
                  <a:lnTo>
                    <a:pt x="47441" y="172042"/>
                  </a:lnTo>
                  <a:lnTo>
                    <a:pt x="27301" y="212169"/>
                  </a:lnTo>
                  <a:lnTo>
                    <a:pt x="12407" y="255058"/>
                  </a:lnTo>
                  <a:lnTo>
                    <a:pt x="3170" y="300296"/>
                  </a:lnTo>
                  <a:lnTo>
                    <a:pt x="0" y="347472"/>
                  </a:lnTo>
                  <a:lnTo>
                    <a:pt x="3170" y="394662"/>
                  </a:lnTo>
                  <a:lnTo>
                    <a:pt x="12407" y="439942"/>
                  </a:lnTo>
                  <a:lnTo>
                    <a:pt x="27301" y="482893"/>
                  </a:lnTo>
                  <a:lnTo>
                    <a:pt x="47441" y="523098"/>
                  </a:lnTo>
                  <a:lnTo>
                    <a:pt x="72418" y="560139"/>
                  </a:lnTo>
                  <a:lnTo>
                    <a:pt x="101822" y="593598"/>
                  </a:lnTo>
                  <a:lnTo>
                    <a:pt x="135242" y="623055"/>
                  </a:lnTo>
                  <a:lnTo>
                    <a:pt x="172268" y="648095"/>
                  </a:lnTo>
                  <a:lnTo>
                    <a:pt x="212490" y="668297"/>
                  </a:lnTo>
                  <a:lnTo>
                    <a:pt x="255499" y="683245"/>
                  </a:lnTo>
                  <a:lnTo>
                    <a:pt x="300883" y="692521"/>
                  </a:lnTo>
                  <a:lnTo>
                    <a:pt x="348233" y="695706"/>
                  </a:lnTo>
                  <a:lnTo>
                    <a:pt x="395599" y="692521"/>
                  </a:lnTo>
                  <a:lnTo>
                    <a:pt x="441025" y="683245"/>
                  </a:lnTo>
                  <a:lnTo>
                    <a:pt x="484096" y="668297"/>
                  </a:lnTo>
                  <a:lnTo>
                    <a:pt x="524397" y="648095"/>
                  </a:lnTo>
                  <a:lnTo>
                    <a:pt x="561512" y="623055"/>
                  </a:lnTo>
                  <a:lnTo>
                    <a:pt x="595026" y="593598"/>
                  </a:lnTo>
                  <a:lnTo>
                    <a:pt x="624524" y="560139"/>
                  </a:lnTo>
                  <a:lnTo>
                    <a:pt x="649590" y="523098"/>
                  </a:lnTo>
                  <a:lnTo>
                    <a:pt x="669809" y="482893"/>
                  </a:lnTo>
                  <a:lnTo>
                    <a:pt x="684766" y="439942"/>
                  </a:lnTo>
                  <a:lnTo>
                    <a:pt x="694044" y="394662"/>
                  </a:lnTo>
                  <a:lnTo>
                    <a:pt x="697229" y="347472"/>
                  </a:lnTo>
                  <a:close/>
                </a:path>
              </a:pathLst>
            </a:custGeom>
            <a:ln w="3175">
              <a:solidFill>
                <a:srgbClr val="8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834786" y="3418208"/>
              <a:ext cx="697230" cy="695960"/>
            </a:xfrm>
            <a:custGeom>
              <a:avLst/>
              <a:gdLst/>
              <a:ahLst/>
              <a:cxnLst/>
              <a:rect l="l" t="t" r="r" b="b"/>
              <a:pathLst>
                <a:path w="697229" h="695960">
                  <a:moveTo>
                    <a:pt x="697229" y="347472"/>
                  </a:moveTo>
                  <a:lnTo>
                    <a:pt x="694044" y="300296"/>
                  </a:lnTo>
                  <a:lnTo>
                    <a:pt x="684766" y="255058"/>
                  </a:lnTo>
                  <a:lnTo>
                    <a:pt x="669809" y="212169"/>
                  </a:lnTo>
                  <a:lnTo>
                    <a:pt x="649590" y="172042"/>
                  </a:lnTo>
                  <a:lnTo>
                    <a:pt x="624524" y="135090"/>
                  </a:lnTo>
                  <a:lnTo>
                    <a:pt x="595026" y="101727"/>
                  </a:lnTo>
                  <a:lnTo>
                    <a:pt x="561512" y="72363"/>
                  </a:lnTo>
                  <a:lnTo>
                    <a:pt x="524397" y="47413"/>
                  </a:lnTo>
                  <a:lnTo>
                    <a:pt x="484096" y="27289"/>
                  </a:lnTo>
                  <a:lnTo>
                    <a:pt x="441025" y="12403"/>
                  </a:lnTo>
                  <a:lnTo>
                    <a:pt x="395599" y="3169"/>
                  </a:lnTo>
                  <a:lnTo>
                    <a:pt x="348233" y="0"/>
                  </a:lnTo>
                  <a:lnTo>
                    <a:pt x="300883" y="3169"/>
                  </a:lnTo>
                  <a:lnTo>
                    <a:pt x="255499" y="12403"/>
                  </a:lnTo>
                  <a:lnTo>
                    <a:pt x="212490" y="27289"/>
                  </a:lnTo>
                  <a:lnTo>
                    <a:pt x="172268" y="47413"/>
                  </a:lnTo>
                  <a:lnTo>
                    <a:pt x="135242" y="72363"/>
                  </a:lnTo>
                  <a:lnTo>
                    <a:pt x="101822" y="101727"/>
                  </a:lnTo>
                  <a:lnTo>
                    <a:pt x="72418" y="135090"/>
                  </a:lnTo>
                  <a:lnTo>
                    <a:pt x="47441" y="172042"/>
                  </a:lnTo>
                  <a:lnTo>
                    <a:pt x="27301" y="212169"/>
                  </a:lnTo>
                  <a:lnTo>
                    <a:pt x="12407" y="255058"/>
                  </a:lnTo>
                  <a:lnTo>
                    <a:pt x="3170" y="300296"/>
                  </a:lnTo>
                  <a:lnTo>
                    <a:pt x="0" y="347472"/>
                  </a:lnTo>
                  <a:lnTo>
                    <a:pt x="3170" y="394662"/>
                  </a:lnTo>
                  <a:lnTo>
                    <a:pt x="12407" y="439942"/>
                  </a:lnTo>
                  <a:lnTo>
                    <a:pt x="27301" y="482893"/>
                  </a:lnTo>
                  <a:lnTo>
                    <a:pt x="47441" y="523098"/>
                  </a:lnTo>
                  <a:lnTo>
                    <a:pt x="72418" y="560139"/>
                  </a:lnTo>
                  <a:lnTo>
                    <a:pt x="101822" y="593598"/>
                  </a:lnTo>
                  <a:lnTo>
                    <a:pt x="135242" y="623055"/>
                  </a:lnTo>
                  <a:lnTo>
                    <a:pt x="172268" y="648095"/>
                  </a:lnTo>
                  <a:lnTo>
                    <a:pt x="212490" y="668297"/>
                  </a:lnTo>
                  <a:lnTo>
                    <a:pt x="255499" y="683245"/>
                  </a:lnTo>
                  <a:lnTo>
                    <a:pt x="300883" y="692521"/>
                  </a:lnTo>
                  <a:lnTo>
                    <a:pt x="348233" y="695706"/>
                  </a:lnTo>
                  <a:lnTo>
                    <a:pt x="395599" y="692521"/>
                  </a:lnTo>
                  <a:lnTo>
                    <a:pt x="441025" y="683245"/>
                  </a:lnTo>
                  <a:lnTo>
                    <a:pt x="484096" y="668297"/>
                  </a:lnTo>
                  <a:lnTo>
                    <a:pt x="524397" y="648095"/>
                  </a:lnTo>
                  <a:lnTo>
                    <a:pt x="561512" y="623055"/>
                  </a:lnTo>
                  <a:lnTo>
                    <a:pt x="595026" y="593598"/>
                  </a:lnTo>
                  <a:lnTo>
                    <a:pt x="624524" y="560139"/>
                  </a:lnTo>
                  <a:lnTo>
                    <a:pt x="649590" y="523098"/>
                  </a:lnTo>
                  <a:lnTo>
                    <a:pt x="669809" y="482893"/>
                  </a:lnTo>
                  <a:lnTo>
                    <a:pt x="684766" y="439942"/>
                  </a:lnTo>
                  <a:lnTo>
                    <a:pt x="694044" y="394662"/>
                  </a:lnTo>
                  <a:lnTo>
                    <a:pt x="697229" y="347472"/>
                  </a:lnTo>
                  <a:close/>
                </a:path>
              </a:pathLst>
            </a:custGeom>
            <a:ln w="4953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950610" y="3534794"/>
              <a:ext cx="464184" cy="462280"/>
            </a:xfrm>
            <a:custGeom>
              <a:avLst/>
              <a:gdLst/>
              <a:ahLst/>
              <a:cxnLst/>
              <a:rect l="l" t="t" r="r" b="b"/>
              <a:pathLst>
                <a:path w="464185" h="462279">
                  <a:moveTo>
                    <a:pt x="464058" y="230886"/>
                  </a:moveTo>
                  <a:lnTo>
                    <a:pt x="459322" y="184210"/>
                  </a:lnTo>
                  <a:lnTo>
                    <a:pt x="445746" y="140803"/>
                  </a:lnTo>
                  <a:lnTo>
                    <a:pt x="424276" y="101575"/>
                  </a:lnTo>
                  <a:lnTo>
                    <a:pt x="395859" y="67437"/>
                  </a:lnTo>
                  <a:lnTo>
                    <a:pt x="361441" y="39299"/>
                  </a:lnTo>
                  <a:lnTo>
                    <a:pt x="321968" y="18073"/>
                  </a:lnTo>
                  <a:lnTo>
                    <a:pt x="278388" y="4670"/>
                  </a:lnTo>
                  <a:lnTo>
                    <a:pt x="231648" y="0"/>
                  </a:lnTo>
                  <a:lnTo>
                    <a:pt x="184939" y="4670"/>
                  </a:lnTo>
                  <a:lnTo>
                    <a:pt x="141446" y="18073"/>
                  </a:lnTo>
                  <a:lnTo>
                    <a:pt x="102096" y="39299"/>
                  </a:lnTo>
                  <a:lnTo>
                    <a:pt x="67818" y="67437"/>
                  </a:lnTo>
                  <a:lnTo>
                    <a:pt x="39540" y="101575"/>
                  </a:lnTo>
                  <a:lnTo>
                    <a:pt x="18192" y="140803"/>
                  </a:lnTo>
                  <a:lnTo>
                    <a:pt x="4702" y="184210"/>
                  </a:lnTo>
                  <a:lnTo>
                    <a:pt x="0" y="230886"/>
                  </a:lnTo>
                  <a:lnTo>
                    <a:pt x="4702" y="277342"/>
                  </a:lnTo>
                  <a:lnTo>
                    <a:pt x="18192" y="320647"/>
                  </a:lnTo>
                  <a:lnTo>
                    <a:pt x="39540" y="359861"/>
                  </a:lnTo>
                  <a:lnTo>
                    <a:pt x="67818" y="394049"/>
                  </a:lnTo>
                  <a:lnTo>
                    <a:pt x="102096" y="422271"/>
                  </a:lnTo>
                  <a:lnTo>
                    <a:pt x="141446" y="443591"/>
                  </a:lnTo>
                  <a:lnTo>
                    <a:pt x="184939" y="457070"/>
                  </a:lnTo>
                  <a:lnTo>
                    <a:pt x="231648" y="461772"/>
                  </a:lnTo>
                  <a:lnTo>
                    <a:pt x="278388" y="457070"/>
                  </a:lnTo>
                  <a:lnTo>
                    <a:pt x="321968" y="443591"/>
                  </a:lnTo>
                  <a:lnTo>
                    <a:pt x="361441" y="422271"/>
                  </a:lnTo>
                  <a:lnTo>
                    <a:pt x="395859" y="394049"/>
                  </a:lnTo>
                  <a:lnTo>
                    <a:pt x="424276" y="359861"/>
                  </a:lnTo>
                  <a:lnTo>
                    <a:pt x="445746" y="320647"/>
                  </a:lnTo>
                  <a:lnTo>
                    <a:pt x="459322" y="277342"/>
                  </a:lnTo>
                  <a:lnTo>
                    <a:pt x="464058" y="23088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950610" y="3534794"/>
              <a:ext cx="464184" cy="462280"/>
            </a:xfrm>
            <a:custGeom>
              <a:avLst/>
              <a:gdLst/>
              <a:ahLst/>
              <a:cxnLst/>
              <a:rect l="l" t="t" r="r" b="b"/>
              <a:pathLst>
                <a:path w="464185" h="462279">
                  <a:moveTo>
                    <a:pt x="464058" y="230886"/>
                  </a:moveTo>
                  <a:lnTo>
                    <a:pt x="459322" y="184210"/>
                  </a:lnTo>
                  <a:lnTo>
                    <a:pt x="445746" y="140803"/>
                  </a:lnTo>
                  <a:lnTo>
                    <a:pt x="424276" y="101575"/>
                  </a:lnTo>
                  <a:lnTo>
                    <a:pt x="395859" y="67437"/>
                  </a:lnTo>
                  <a:lnTo>
                    <a:pt x="361441" y="39299"/>
                  </a:lnTo>
                  <a:lnTo>
                    <a:pt x="321968" y="18073"/>
                  </a:lnTo>
                  <a:lnTo>
                    <a:pt x="278388" y="4670"/>
                  </a:lnTo>
                  <a:lnTo>
                    <a:pt x="231648" y="0"/>
                  </a:lnTo>
                  <a:lnTo>
                    <a:pt x="184939" y="4670"/>
                  </a:lnTo>
                  <a:lnTo>
                    <a:pt x="141446" y="18073"/>
                  </a:lnTo>
                  <a:lnTo>
                    <a:pt x="102096" y="39299"/>
                  </a:lnTo>
                  <a:lnTo>
                    <a:pt x="67818" y="67437"/>
                  </a:lnTo>
                  <a:lnTo>
                    <a:pt x="39540" y="101575"/>
                  </a:lnTo>
                  <a:lnTo>
                    <a:pt x="18192" y="140803"/>
                  </a:lnTo>
                  <a:lnTo>
                    <a:pt x="4702" y="184210"/>
                  </a:lnTo>
                  <a:lnTo>
                    <a:pt x="0" y="230886"/>
                  </a:lnTo>
                  <a:lnTo>
                    <a:pt x="4702" y="277342"/>
                  </a:lnTo>
                  <a:lnTo>
                    <a:pt x="18192" y="320647"/>
                  </a:lnTo>
                  <a:lnTo>
                    <a:pt x="39540" y="359861"/>
                  </a:lnTo>
                  <a:lnTo>
                    <a:pt x="67818" y="394049"/>
                  </a:lnTo>
                  <a:lnTo>
                    <a:pt x="102096" y="422271"/>
                  </a:lnTo>
                  <a:lnTo>
                    <a:pt x="141446" y="443591"/>
                  </a:lnTo>
                  <a:lnTo>
                    <a:pt x="184939" y="457070"/>
                  </a:lnTo>
                  <a:lnTo>
                    <a:pt x="231648" y="461772"/>
                  </a:lnTo>
                  <a:lnTo>
                    <a:pt x="278388" y="457070"/>
                  </a:lnTo>
                  <a:lnTo>
                    <a:pt x="321968" y="443591"/>
                  </a:lnTo>
                  <a:lnTo>
                    <a:pt x="361441" y="422271"/>
                  </a:lnTo>
                  <a:lnTo>
                    <a:pt x="395859" y="394049"/>
                  </a:lnTo>
                  <a:lnTo>
                    <a:pt x="424276" y="359861"/>
                  </a:lnTo>
                  <a:lnTo>
                    <a:pt x="445746" y="320647"/>
                  </a:lnTo>
                  <a:lnTo>
                    <a:pt x="459322" y="277342"/>
                  </a:lnTo>
                  <a:lnTo>
                    <a:pt x="464058" y="230886"/>
                  </a:lnTo>
                  <a:close/>
                </a:path>
              </a:pathLst>
            </a:custGeom>
            <a:ln w="3175">
              <a:solidFill>
                <a:srgbClr val="8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950610" y="3534794"/>
              <a:ext cx="464184" cy="462280"/>
            </a:xfrm>
            <a:custGeom>
              <a:avLst/>
              <a:gdLst/>
              <a:ahLst/>
              <a:cxnLst/>
              <a:rect l="l" t="t" r="r" b="b"/>
              <a:pathLst>
                <a:path w="464185" h="462279">
                  <a:moveTo>
                    <a:pt x="464058" y="230886"/>
                  </a:moveTo>
                  <a:lnTo>
                    <a:pt x="459322" y="184210"/>
                  </a:lnTo>
                  <a:lnTo>
                    <a:pt x="445746" y="140803"/>
                  </a:lnTo>
                  <a:lnTo>
                    <a:pt x="424276" y="101575"/>
                  </a:lnTo>
                  <a:lnTo>
                    <a:pt x="395859" y="67437"/>
                  </a:lnTo>
                  <a:lnTo>
                    <a:pt x="361441" y="39299"/>
                  </a:lnTo>
                  <a:lnTo>
                    <a:pt x="321968" y="18073"/>
                  </a:lnTo>
                  <a:lnTo>
                    <a:pt x="278388" y="4670"/>
                  </a:lnTo>
                  <a:lnTo>
                    <a:pt x="231648" y="0"/>
                  </a:lnTo>
                  <a:lnTo>
                    <a:pt x="184939" y="4670"/>
                  </a:lnTo>
                  <a:lnTo>
                    <a:pt x="141446" y="18073"/>
                  </a:lnTo>
                  <a:lnTo>
                    <a:pt x="102096" y="39299"/>
                  </a:lnTo>
                  <a:lnTo>
                    <a:pt x="67818" y="67437"/>
                  </a:lnTo>
                  <a:lnTo>
                    <a:pt x="39540" y="101575"/>
                  </a:lnTo>
                  <a:lnTo>
                    <a:pt x="18192" y="140803"/>
                  </a:lnTo>
                  <a:lnTo>
                    <a:pt x="4702" y="184210"/>
                  </a:lnTo>
                  <a:lnTo>
                    <a:pt x="0" y="230886"/>
                  </a:lnTo>
                  <a:lnTo>
                    <a:pt x="4702" y="277342"/>
                  </a:lnTo>
                  <a:lnTo>
                    <a:pt x="18192" y="320647"/>
                  </a:lnTo>
                  <a:lnTo>
                    <a:pt x="39540" y="359861"/>
                  </a:lnTo>
                  <a:lnTo>
                    <a:pt x="67818" y="394049"/>
                  </a:lnTo>
                  <a:lnTo>
                    <a:pt x="102096" y="422271"/>
                  </a:lnTo>
                  <a:lnTo>
                    <a:pt x="141446" y="443591"/>
                  </a:lnTo>
                  <a:lnTo>
                    <a:pt x="184939" y="457070"/>
                  </a:lnTo>
                  <a:lnTo>
                    <a:pt x="231648" y="461772"/>
                  </a:lnTo>
                  <a:lnTo>
                    <a:pt x="278388" y="457070"/>
                  </a:lnTo>
                  <a:lnTo>
                    <a:pt x="321968" y="443591"/>
                  </a:lnTo>
                  <a:lnTo>
                    <a:pt x="361441" y="422271"/>
                  </a:lnTo>
                  <a:lnTo>
                    <a:pt x="395859" y="394049"/>
                  </a:lnTo>
                  <a:lnTo>
                    <a:pt x="424276" y="359861"/>
                  </a:lnTo>
                  <a:lnTo>
                    <a:pt x="445746" y="320647"/>
                  </a:lnTo>
                  <a:lnTo>
                    <a:pt x="459322" y="277342"/>
                  </a:lnTo>
                  <a:lnTo>
                    <a:pt x="464058" y="230886"/>
                  </a:lnTo>
                  <a:close/>
                </a:path>
              </a:pathLst>
            </a:custGeom>
            <a:ln w="4953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6601345" y="4185542"/>
              <a:ext cx="1485900" cy="311150"/>
            </a:xfrm>
            <a:custGeom>
              <a:avLst/>
              <a:gdLst/>
              <a:ahLst/>
              <a:cxnLst/>
              <a:rect l="l" t="t" r="r" b="b"/>
              <a:pathLst>
                <a:path w="1485900" h="311150">
                  <a:moveTo>
                    <a:pt x="0" y="157734"/>
                  </a:moveTo>
                  <a:lnTo>
                    <a:pt x="329184" y="302514"/>
                  </a:lnTo>
                  <a:lnTo>
                    <a:pt x="1477518" y="310896"/>
                  </a:lnTo>
                  <a:lnTo>
                    <a:pt x="1485900" y="0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6646303" y="4140584"/>
              <a:ext cx="1210945" cy="117475"/>
            </a:xfrm>
            <a:custGeom>
              <a:avLst/>
              <a:gdLst/>
              <a:ahLst/>
              <a:cxnLst/>
              <a:rect l="l" t="t" r="r" b="b"/>
              <a:pathLst>
                <a:path w="1210945" h="117475">
                  <a:moveTo>
                    <a:pt x="0" y="0"/>
                  </a:moveTo>
                  <a:lnTo>
                    <a:pt x="322326" y="116586"/>
                  </a:lnTo>
                  <a:lnTo>
                    <a:pt x="1202436" y="117348"/>
                  </a:lnTo>
                  <a:lnTo>
                    <a:pt x="1210818" y="38100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087501" y="4374518"/>
              <a:ext cx="253746" cy="2537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7087501" y="4374518"/>
              <a:ext cx="254000" cy="254000"/>
            </a:xfrm>
            <a:custGeom>
              <a:avLst/>
              <a:gdLst/>
              <a:ahLst/>
              <a:cxnLst/>
              <a:rect l="l" t="t" r="r" b="b"/>
              <a:pathLst>
                <a:path w="254000" h="254000">
                  <a:moveTo>
                    <a:pt x="253746" y="126492"/>
                  </a:moveTo>
                  <a:lnTo>
                    <a:pt x="243720" y="77152"/>
                  </a:lnTo>
                  <a:lnTo>
                    <a:pt x="216408" y="36957"/>
                  </a:lnTo>
                  <a:lnTo>
                    <a:pt x="175950" y="9906"/>
                  </a:lnTo>
                  <a:lnTo>
                    <a:pt x="126492" y="0"/>
                  </a:lnTo>
                  <a:lnTo>
                    <a:pt x="77152" y="9906"/>
                  </a:lnTo>
                  <a:lnTo>
                    <a:pt x="36957" y="36957"/>
                  </a:lnTo>
                  <a:lnTo>
                    <a:pt x="9906" y="77152"/>
                  </a:lnTo>
                  <a:lnTo>
                    <a:pt x="0" y="126492"/>
                  </a:lnTo>
                  <a:lnTo>
                    <a:pt x="9906" y="175950"/>
                  </a:lnTo>
                  <a:lnTo>
                    <a:pt x="36957" y="216408"/>
                  </a:lnTo>
                  <a:lnTo>
                    <a:pt x="77152" y="243720"/>
                  </a:lnTo>
                  <a:lnTo>
                    <a:pt x="126492" y="253746"/>
                  </a:lnTo>
                  <a:lnTo>
                    <a:pt x="175950" y="243720"/>
                  </a:lnTo>
                  <a:lnTo>
                    <a:pt x="216408" y="216408"/>
                  </a:lnTo>
                  <a:lnTo>
                    <a:pt x="243720" y="175950"/>
                  </a:lnTo>
                  <a:lnTo>
                    <a:pt x="253746" y="126492"/>
                  </a:lnTo>
                  <a:close/>
                </a:path>
                <a:path w="254000" h="254000">
                  <a:moveTo>
                    <a:pt x="253746" y="126492"/>
                  </a:moveTo>
                  <a:lnTo>
                    <a:pt x="243720" y="77152"/>
                  </a:lnTo>
                  <a:lnTo>
                    <a:pt x="216408" y="36957"/>
                  </a:lnTo>
                  <a:lnTo>
                    <a:pt x="175950" y="9906"/>
                  </a:lnTo>
                  <a:lnTo>
                    <a:pt x="126492" y="0"/>
                  </a:lnTo>
                  <a:lnTo>
                    <a:pt x="77152" y="9906"/>
                  </a:lnTo>
                  <a:lnTo>
                    <a:pt x="36957" y="36957"/>
                  </a:lnTo>
                  <a:lnTo>
                    <a:pt x="9906" y="77152"/>
                  </a:lnTo>
                  <a:lnTo>
                    <a:pt x="0" y="126492"/>
                  </a:lnTo>
                  <a:lnTo>
                    <a:pt x="9906" y="175950"/>
                  </a:lnTo>
                  <a:lnTo>
                    <a:pt x="36957" y="216408"/>
                  </a:lnTo>
                  <a:lnTo>
                    <a:pt x="77152" y="243720"/>
                  </a:lnTo>
                  <a:lnTo>
                    <a:pt x="126492" y="253746"/>
                  </a:lnTo>
                  <a:lnTo>
                    <a:pt x="175950" y="243720"/>
                  </a:lnTo>
                  <a:lnTo>
                    <a:pt x="216408" y="216408"/>
                  </a:lnTo>
                  <a:lnTo>
                    <a:pt x="243720" y="175950"/>
                  </a:lnTo>
                  <a:lnTo>
                    <a:pt x="253746" y="126492"/>
                  </a:lnTo>
                  <a:close/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144651" y="4431668"/>
              <a:ext cx="71755" cy="139700"/>
            </a:xfrm>
            <a:custGeom>
              <a:avLst/>
              <a:gdLst/>
              <a:ahLst/>
              <a:cxnLst/>
              <a:rect l="l" t="t" r="r" b="b"/>
              <a:pathLst>
                <a:path w="71754" h="139700">
                  <a:moveTo>
                    <a:pt x="71627" y="0"/>
                  </a:moveTo>
                  <a:lnTo>
                    <a:pt x="0" y="69342"/>
                  </a:lnTo>
                  <a:lnTo>
                    <a:pt x="71627" y="139446"/>
                  </a:lnTo>
                </a:path>
              </a:pathLst>
            </a:custGeom>
            <a:ln w="57149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144651" y="4501010"/>
              <a:ext cx="104775" cy="0"/>
            </a:xfrm>
            <a:custGeom>
              <a:avLst/>
              <a:gdLst/>
              <a:ahLst/>
              <a:cxnLst/>
              <a:rect l="l" t="t" r="r" b="b"/>
              <a:pathLst>
                <a:path w="104775">
                  <a:moveTo>
                    <a:pt x="0" y="0"/>
                  </a:moveTo>
                  <a:lnTo>
                    <a:pt x="104394" y="0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" name="object 18"/>
          <p:cNvGrpSpPr/>
          <p:nvPr/>
        </p:nvGrpSpPr>
        <p:grpSpPr>
          <a:xfrm>
            <a:off x="4241050" y="2861567"/>
            <a:ext cx="1540510" cy="513080"/>
            <a:chOff x="4241050" y="2861567"/>
            <a:chExt cx="1540510" cy="513080"/>
          </a:xfrm>
        </p:grpSpPr>
        <p:sp>
          <p:nvSpPr>
            <p:cNvPr id="19" name="object 19"/>
            <p:cNvSpPr/>
            <p:nvPr/>
          </p:nvSpPr>
          <p:spPr>
            <a:xfrm>
              <a:off x="4499749" y="2890142"/>
              <a:ext cx="1252855" cy="230504"/>
            </a:xfrm>
            <a:custGeom>
              <a:avLst/>
              <a:gdLst/>
              <a:ahLst/>
              <a:cxnLst/>
              <a:rect l="l" t="t" r="r" b="b"/>
              <a:pathLst>
                <a:path w="1252854" h="230505">
                  <a:moveTo>
                    <a:pt x="1252727" y="230124"/>
                  </a:moveTo>
                  <a:lnTo>
                    <a:pt x="923543" y="83820"/>
                  </a:lnTo>
                  <a:lnTo>
                    <a:pt x="8381" y="73914"/>
                  </a:lnTo>
                  <a:lnTo>
                    <a:pt x="0" y="0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269625" y="2897762"/>
              <a:ext cx="1438275" cy="424180"/>
            </a:xfrm>
            <a:custGeom>
              <a:avLst/>
              <a:gdLst/>
              <a:ahLst/>
              <a:cxnLst/>
              <a:rect l="l" t="t" r="r" b="b"/>
              <a:pathLst>
                <a:path w="1438275" h="424179">
                  <a:moveTo>
                    <a:pt x="1437893" y="423672"/>
                  </a:moveTo>
                  <a:lnTo>
                    <a:pt x="1116329" y="307848"/>
                  </a:lnTo>
                  <a:lnTo>
                    <a:pt x="0" y="310896"/>
                  </a:lnTo>
                  <a:lnTo>
                    <a:pt x="0" y="0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014112" y="3089786"/>
              <a:ext cx="254000" cy="256540"/>
            </a:xfrm>
            <a:custGeom>
              <a:avLst/>
              <a:gdLst/>
              <a:ahLst/>
              <a:cxnLst/>
              <a:rect l="l" t="t" r="r" b="b"/>
              <a:pathLst>
                <a:path w="254000" h="256539">
                  <a:moveTo>
                    <a:pt x="253746" y="128015"/>
                  </a:moveTo>
                  <a:lnTo>
                    <a:pt x="243720" y="78116"/>
                  </a:lnTo>
                  <a:lnTo>
                    <a:pt x="216408" y="37433"/>
                  </a:lnTo>
                  <a:lnTo>
                    <a:pt x="175950" y="10036"/>
                  </a:lnTo>
                  <a:lnTo>
                    <a:pt x="126492" y="0"/>
                  </a:lnTo>
                  <a:lnTo>
                    <a:pt x="77152" y="10036"/>
                  </a:lnTo>
                  <a:lnTo>
                    <a:pt x="36957" y="37433"/>
                  </a:lnTo>
                  <a:lnTo>
                    <a:pt x="9906" y="78116"/>
                  </a:lnTo>
                  <a:lnTo>
                    <a:pt x="0" y="128015"/>
                  </a:lnTo>
                  <a:lnTo>
                    <a:pt x="9906" y="177593"/>
                  </a:lnTo>
                  <a:lnTo>
                    <a:pt x="36957" y="218312"/>
                  </a:lnTo>
                  <a:lnTo>
                    <a:pt x="77152" y="245887"/>
                  </a:lnTo>
                  <a:lnTo>
                    <a:pt x="126492" y="256031"/>
                  </a:lnTo>
                  <a:lnTo>
                    <a:pt x="175950" y="245887"/>
                  </a:lnTo>
                  <a:lnTo>
                    <a:pt x="216408" y="218312"/>
                  </a:lnTo>
                  <a:lnTo>
                    <a:pt x="243720" y="177593"/>
                  </a:lnTo>
                  <a:lnTo>
                    <a:pt x="253746" y="12801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014112" y="3089786"/>
              <a:ext cx="254000" cy="256540"/>
            </a:xfrm>
            <a:custGeom>
              <a:avLst/>
              <a:gdLst/>
              <a:ahLst/>
              <a:cxnLst/>
              <a:rect l="l" t="t" r="r" b="b"/>
              <a:pathLst>
                <a:path w="254000" h="256539">
                  <a:moveTo>
                    <a:pt x="253746" y="128015"/>
                  </a:moveTo>
                  <a:lnTo>
                    <a:pt x="243720" y="78116"/>
                  </a:lnTo>
                  <a:lnTo>
                    <a:pt x="216408" y="37433"/>
                  </a:lnTo>
                  <a:lnTo>
                    <a:pt x="175950" y="10036"/>
                  </a:lnTo>
                  <a:lnTo>
                    <a:pt x="126492" y="0"/>
                  </a:lnTo>
                  <a:lnTo>
                    <a:pt x="77152" y="10036"/>
                  </a:lnTo>
                  <a:lnTo>
                    <a:pt x="36957" y="37433"/>
                  </a:lnTo>
                  <a:lnTo>
                    <a:pt x="9906" y="78116"/>
                  </a:lnTo>
                  <a:lnTo>
                    <a:pt x="0" y="128015"/>
                  </a:lnTo>
                  <a:lnTo>
                    <a:pt x="9906" y="177593"/>
                  </a:lnTo>
                  <a:lnTo>
                    <a:pt x="36957" y="218312"/>
                  </a:lnTo>
                  <a:lnTo>
                    <a:pt x="77152" y="245887"/>
                  </a:lnTo>
                  <a:lnTo>
                    <a:pt x="126492" y="256031"/>
                  </a:lnTo>
                  <a:lnTo>
                    <a:pt x="175950" y="245887"/>
                  </a:lnTo>
                  <a:lnTo>
                    <a:pt x="216408" y="218312"/>
                  </a:lnTo>
                  <a:lnTo>
                    <a:pt x="243720" y="177593"/>
                  </a:lnTo>
                  <a:lnTo>
                    <a:pt x="253746" y="128015"/>
                  </a:lnTo>
                  <a:close/>
                </a:path>
              </a:pathLst>
            </a:custGeom>
            <a:ln w="57150">
              <a:solidFill>
                <a:srgbClr val="8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014112" y="3089786"/>
              <a:ext cx="254000" cy="256540"/>
            </a:xfrm>
            <a:custGeom>
              <a:avLst/>
              <a:gdLst/>
              <a:ahLst/>
              <a:cxnLst/>
              <a:rect l="l" t="t" r="r" b="b"/>
              <a:pathLst>
                <a:path w="254000" h="256539">
                  <a:moveTo>
                    <a:pt x="253746" y="128015"/>
                  </a:moveTo>
                  <a:lnTo>
                    <a:pt x="243720" y="78116"/>
                  </a:lnTo>
                  <a:lnTo>
                    <a:pt x="216408" y="37433"/>
                  </a:lnTo>
                  <a:lnTo>
                    <a:pt x="175950" y="10036"/>
                  </a:lnTo>
                  <a:lnTo>
                    <a:pt x="126492" y="0"/>
                  </a:lnTo>
                  <a:lnTo>
                    <a:pt x="77152" y="10036"/>
                  </a:lnTo>
                  <a:lnTo>
                    <a:pt x="36957" y="37433"/>
                  </a:lnTo>
                  <a:lnTo>
                    <a:pt x="9906" y="78116"/>
                  </a:lnTo>
                  <a:lnTo>
                    <a:pt x="0" y="128015"/>
                  </a:lnTo>
                  <a:lnTo>
                    <a:pt x="9906" y="177593"/>
                  </a:lnTo>
                  <a:lnTo>
                    <a:pt x="36957" y="218312"/>
                  </a:lnTo>
                  <a:lnTo>
                    <a:pt x="77152" y="245887"/>
                  </a:lnTo>
                  <a:lnTo>
                    <a:pt x="126492" y="256031"/>
                  </a:lnTo>
                  <a:lnTo>
                    <a:pt x="175950" y="245887"/>
                  </a:lnTo>
                  <a:lnTo>
                    <a:pt x="216408" y="218312"/>
                  </a:lnTo>
                  <a:lnTo>
                    <a:pt x="243720" y="177593"/>
                  </a:lnTo>
                  <a:lnTo>
                    <a:pt x="253746" y="128015"/>
                  </a:lnTo>
                  <a:close/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141366" y="3148460"/>
              <a:ext cx="69850" cy="138430"/>
            </a:xfrm>
            <a:custGeom>
              <a:avLst/>
              <a:gdLst/>
              <a:ahLst/>
              <a:cxnLst/>
              <a:rect l="l" t="t" r="r" b="b"/>
              <a:pathLst>
                <a:path w="69850" h="138429">
                  <a:moveTo>
                    <a:pt x="0" y="137922"/>
                  </a:moveTo>
                  <a:lnTo>
                    <a:pt x="69342" y="68580"/>
                  </a:lnTo>
                  <a:lnTo>
                    <a:pt x="0" y="0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106314" y="3217040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5">
                  <a:moveTo>
                    <a:pt x="-28575" y="762"/>
                  </a:moveTo>
                  <a:lnTo>
                    <a:pt x="132969" y="762"/>
                  </a:lnTo>
                </a:path>
              </a:pathLst>
            </a:custGeom>
            <a:ln w="58674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6560591" y="2847089"/>
            <a:ext cx="1557020" cy="538480"/>
            <a:chOff x="6560591" y="2847089"/>
            <a:chExt cx="1557020" cy="538480"/>
          </a:xfrm>
        </p:grpSpPr>
        <p:sp>
          <p:nvSpPr>
            <p:cNvPr id="27" name="object 27"/>
            <p:cNvSpPr/>
            <p:nvPr/>
          </p:nvSpPr>
          <p:spPr>
            <a:xfrm>
              <a:off x="6589166" y="2875664"/>
              <a:ext cx="1266825" cy="255270"/>
            </a:xfrm>
            <a:custGeom>
              <a:avLst/>
              <a:gdLst/>
              <a:ahLst/>
              <a:cxnLst/>
              <a:rect l="l" t="t" r="r" b="b"/>
              <a:pathLst>
                <a:path w="1266825" h="255269">
                  <a:moveTo>
                    <a:pt x="0" y="255270"/>
                  </a:moveTo>
                  <a:lnTo>
                    <a:pt x="329184" y="109728"/>
                  </a:lnTo>
                  <a:lnTo>
                    <a:pt x="1260348" y="109728"/>
                  </a:lnTo>
                  <a:lnTo>
                    <a:pt x="1266444" y="0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633362" y="2888618"/>
              <a:ext cx="1455420" cy="444500"/>
            </a:xfrm>
            <a:custGeom>
              <a:avLst/>
              <a:gdLst/>
              <a:ahLst/>
              <a:cxnLst/>
              <a:rect l="l" t="t" r="r" b="b"/>
              <a:pathLst>
                <a:path w="1455420" h="444500">
                  <a:moveTo>
                    <a:pt x="0" y="444246"/>
                  </a:moveTo>
                  <a:lnTo>
                    <a:pt x="322326" y="328422"/>
                  </a:lnTo>
                  <a:lnTo>
                    <a:pt x="1450086" y="330708"/>
                  </a:lnTo>
                  <a:lnTo>
                    <a:pt x="1455420" y="0"/>
                  </a:lnTo>
                </a:path>
              </a:pathLst>
            </a:custGeom>
            <a:ln w="57149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7073036" y="3101216"/>
              <a:ext cx="256540" cy="255270"/>
            </a:xfrm>
            <a:custGeom>
              <a:avLst/>
              <a:gdLst/>
              <a:ahLst/>
              <a:cxnLst/>
              <a:rect l="l" t="t" r="r" b="b"/>
              <a:pathLst>
                <a:path w="256540" h="255270">
                  <a:moveTo>
                    <a:pt x="256031" y="127253"/>
                  </a:moveTo>
                  <a:lnTo>
                    <a:pt x="245887" y="77795"/>
                  </a:lnTo>
                  <a:lnTo>
                    <a:pt x="218312" y="37337"/>
                  </a:lnTo>
                  <a:lnTo>
                    <a:pt x="177593" y="10025"/>
                  </a:lnTo>
                  <a:lnTo>
                    <a:pt x="128015" y="0"/>
                  </a:lnTo>
                  <a:lnTo>
                    <a:pt x="78116" y="10025"/>
                  </a:lnTo>
                  <a:lnTo>
                    <a:pt x="37433" y="37337"/>
                  </a:lnTo>
                  <a:lnTo>
                    <a:pt x="10036" y="77795"/>
                  </a:lnTo>
                  <a:lnTo>
                    <a:pt x="0" y="127253"/>
                  </a:lnTo>
                  <a:lnTo>
                    <a:pt x="10036" y="177153"/>
                  </a:lnTo>
                  <a:lnTo>
                    <a:pt x="37433" y="217836"/>
                  </a:lnTo>
                  <a:lnTo>
                    <a:pt x="78116" y="245233"/>
                  </a:lnTo>
                  <a:lnTo>
                    <a:pt x="128015" y="255269"/>
                  </a:lnTo>
                  <a:lnTo>
                    <a:pt x="177593" y="245233"/>
                  </a:lnTo>
                  <a:lnTo>
                    <a:pt x="218312" y="217836"/>
                  </a:lnTo>
                  <a:lnTo>
                    <a:pt x="245887" y="177153"/>
                  </a:lnTo>
                  <a:lnTo>
                    <a:pt x="256031" y="12725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7073036" y="3101216"/>
              <a:ext cx="256540" cy="255270"/>
            </a:xfrm>
            <a:custGeom>
              <a:avLst/>
              <a:gdLst/>
              <a:ahLst/>
              <a:cxnLst/>
              <a:rect l="l" t="t" r="r" b="b"/>
              <a:pathLst>
                <a:path w="256540" h="255270">
                  <a:moveTo>
                    <a:pt x="256031" y="127253"/>
                  </a:moveTo>
                  <a:lnTo>
                    <a:pt x="245887" y="77795"/>
                  </a:lnTo>
                  <a:lnTo>
                    <a:pt x="218312" y="37337"/>
                  </a:lnTo>
                  <a:lnTo>
                    <a:pt x="177593" y="10025"/>
                  </a:lnTo>
                  <a:lnTo>
                    <a:pt x="128015" y="0"/>
                  </a:lnTo>
                  <a:lnTo>
                    <a:pt x="78116" y="10025"/>
                  </a:lnTo>
                  <a:lnTo>
                    <a:pt x="37433" y="37337"/>
                  </a:lnTo>
                  <a:lnTo>
                    <a:pt x="10036" y="77795"/>
                  </a:lnTo>
                  <a:lnTo>
                    <a:pt x="0" y="127253"/>
                  </a:lnTo>
                  <a:lnTo>
                    <a:pt x="10036" y="177153"/>
                  </a:lnTo>
                  <a:lnTo>
                    <a:pt x="37433" y="217836"/>
                  </a:lnTo>
                  <a:lnTo>
                    <a:pt x="78116" y="245233"/>
                  </a:lnTo>
                  <a:lnTo>
                    <a:pt x="128015" y="255269"/>
                  </a:lnTo>
                  <a:lnTo>
                    <a:pt x="177593" y="245233"/>
                  </a:lnTo>
                  <a:lnTo>
                    <a:pt x="218312" y="217836"/>
                  </a:lnTo>
                  <a:lnTo>
                    <a:pt x="245887" y="177153"/>
                  </a:lnTo>
                  <a:lnTo>
                    <a:pt x="256031" y="127253"/>
                  </a:lnTo>
                  <a:close/>
                </a:path>
              </a:pathLst>
            </a:custGeom>
            <a:ln w="57150">
              <a:solidFill>
                <a:srgbClr val="8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7073036" y="3101216"/>
              <a:ext cx="256540" cy="255270"/>
            </a:xfrm>
            <a:custGeom>
              <a:avLst/>
              <a:gdLst/>
              <a:ahLst/>
              <a:cxnLst/>
              <a:rect l="l" t="t" r="r" b="b"/>
              <a:pathLst>
                <a:path w="256540" h="255270">
                  <a:moveTo>
                    <a:pt x="256031" y="127253"/>
                  </a:moveTo>
                  <a:lnTo>
                    <a:pt x="245887" y="77795"/>
                  </a:lnTo>
                  <a:lnTo>
                    <a:pt x="218312" y="37337"/>
                  </a:lnTo>
                  <a:lnTo>
                    <a:pt x="177593" y="10025"/>
                  </a:lnTo>
                  <a:lnTo>
                    <a:pt x="128015" y="0"/>
                  </a:lnTo>
                  <a:lnTo>
                    <a:pt x="78116" y="10025"/>
                  </a:lnTo>
                  <a:lnTo>
                    <a:pt x="37433" y="37337"/>
                  </a:lnTo>
                  <a:lnTo>
                    <a:pt x="10036" y="77795"/>
                  </a:lnTo>
                  <a:lnTo>
                    <a:pt x="0" y="127253"/>
                  </a:lnTo>
                  <a:lnTo>
                    <a:pt x="10036" y="177153"/>
                  </a:lnTo>
                  <a:lnTo>
                    <a:pt x="37433" y="217836"/>
                  </a:lnTo>
                  <a:lnTo>
                    <a:pt x="78116" y="245233"/>
                  </a:lnTo>
                  <a:lnTo>
                    <a:pt x="128015" y="255269"/>
                  </a:lnTo>
                  <a:lnTo>
                    <a:pt x="177593" y="245233"/>
                  </a:lnTo>
                  <a:lnTo>
                    <a:pt x="218312" y="217836"/>
                  </a:lnTo>
                  <a:lnTo>
                    <a:pt x="245887" y="177153"/>
                  </a:lnTo>
                  <a:lnTo>
                    <a:pt x="256031" y="127253"/>
                  </a:lnTo>
                  <a:close/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7131710" y="3158366"/>
              <a:ext cx="68580" cy="139700"/>
            </a:xfrm>
            <a:custGeom>
              <a:avLst/>
              <a:gdLst/>
              <a:ahLst/>
              <a:cxnLst/>
              <a:rect l="l" t="t" r="r" b="b"/>
              <a:pathLst>
                <a:path w="68579" h="139700">
                  <a:moveTo>
                    <a:pt x="68579" y="139446"/>
                  </a:moveTo>
                  <a:lnTo>
                    <a:pt x="0" y="69342"/>
                  </a:lnTo>
                  <a:lnTo>
                    <a:pt x="68579" y="0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7163714" y="3237614"/>
              <a:ext cx="102870" cy="1905"/>
            </a:xfrm>
            <a:custGeom>
              <a:avLst/>
              <a:gdLst/>
              <a:ahLst/>
              <a:cxnLst/>
              <a:rect l="l" t="t" r="r" b="b"/>
              <a:pathLst>
                <a:path w="102870" h="1905">
                  <a:moveTo>
                    <a:pt x="-28574" y="762"/>
                  </a:moveTo>
                  <a:lnTo>
                    <a:pt x="131445" y="762"/>
                  </a:lnTo>
                </a:path>
              </a:pathLst>
            </a:custGeom>
            <a:ln w="58674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/>
          <p:nvPr/>
        </p:nvSpPr>
        <p:spPr>
          <a:xfrm>
            <a:off x="5125364" y="2729360"/>
            <a:ext cx="0" cy="262255"/>
          </a:xfrm>
          <a:custGeom>
            <a:avLst/>
            <a:gdLst/>
            <a:ahLst/>
            <a:cxnLst/>
            <a:rect l="l" t="t" r="r" b="b"/>
            <a:pathLst>
              <a:path h="262255">
                <a:moveTo>
                  <a:pt x="0" y="0"/>
                </a:moveTo>
                <a:lnTo>
                  <a:pt x="0" y="262128"/>
                </a:lnTo>
              </a:path>
            </a:pathLst>
          </a:custGeom>
          <a:ln w="57150">
            <a:solidFill>
              <a:srgbClr val="7E7E7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6114440" y="3772538"/>
            <a:ext cx="151130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0" y="0"/>
                </a:moveTo>
                <a:lnTo>
                  <a:pt x="150876" y="0"/>
                </a:lnTo>
              </a:path>
            </a:pathLst>
          </a:custGeom>
          <a:ln w="57150">
            <a:solidFill>
              <a:srgbClr val="7E7E7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6" name="object 36"/>
          <p:cNvGrpSpPr/>
          <p:nvPr/>
        </p:nvGrpSpPr>
        <p:grpSpPr>
          <a:xfrm>
            <a:off x="4716932" y="1865633"/>
            <a:ext cx="619125" cy="892810"/>
            <a:chOff x="4716932" y="1865633"/>
            <a:chExt cx="619125" cy="892810"/>
          </a:xfrm>
        </p:grpSpPr>
        <p:pic>
          <p:nvPicPr>
            <p:cNvPr id="37" name="object 3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942484" y="2286638"/>
              <a:ext cx="345948" cy="423671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4942484" y="2286638"/>
              <a:ext cx="346075" cy="424180"/>
            </a:xfrm>
            <a:custGeom>
              <a:avLst/>
              <a:gdLst/>
              <a:ahLst/>
              <a:cxnLst/>
              <a:rect l="l" t="t" r="r" b="b"/>
              <a:pathLst>
                <a:path w="346075" h="424180">
                  <a:moveTo>
                    <a:pt x="19812" y="0"/>
                  </a:moveTo>
                  <a:lnTo>
                    <a:pt x="345948" y="0"/>
                  </a:lnTo>
                  <a:lnTo>
                    <a:pt x="345948" y="280416"/>
                  </a:lnTo>
                  <a:lnTo>
                    <a:pt x="332994" y="319278"/>
                  </a:lnTo>
                  <a:lnTo>
                    <a:pt x="300228" y="371856"/>
                  </a:lnTo>
                  <a:lnTo>
                    <a:pt x="254508" y="410718"/>
                  </a:lnTo>
                  <a:lnTo>
                    <a:pt x="195834" y="423672"/>
                  </a:lnTo>
                  <a:lnTo>
                    <a:pt x="144018" y="423672"/>
                  </a:lnTo>
                  <a:lnTo>
                    <a:pt x="98298" y="397764"/>
                  </a:lnTo>
                  <a:lnTo>
                    <a:pt x="45720" y="352044"/>
                  </a:lnTo>
                  <a:lnTo>
                    <a:pt x="19812" y="319278"/>
                  </a:lnTo>
                  <a:lnTo>
                    <a:pt x="0" y="260604"/>
                  </a:lnTo>
                  <a:lnTo>
                    <a:pt x="19812" y="0"/>
                  </a:lnTo>
                  <a:close/>
                </a:path>
              </a:pathLst>
            </a:custGeom>
            <a:ln w="9144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942484" y="1894208"/>
              <a:ext cx="365125" cy="835660"/>
            </a:xfrm>
            <a:custGeom>
              <a:avLst/>
              <a:gdLst/>
              <a:ahLst/>
              <a:cxnLst/>
              <a:rect l="l" t="t" r="r" b="b"/>
              <a:pathLst>
                <a:path w="365125" h="835660">
                  <a:moveTo>
                    <a:pt x="182879" y="0"/>
                  </a:moveTo>
                  <a:lnTo>
                    <a:pt x="134408" y="6561"/>
                  </a:lnTo>
                  <a:lnTo>
                    <a:pt x="90762" y="25061"/>
                  </a:lnTo>
                  <a:lnTo>
                    <a:pt x="53720" y="53721"/>
                  </a:lnTo>
                  <a:lnTo>
                    <a:pt x="25061" y="90762"/>
                  </a:lnTo>
                  <a:lnTo>
                    <a:pt x="6561" y="134408"/>
                  </a:lnTo>
                  <a:lnTo>
                    <a:pt x="0" y="182880"/>
                  </a:lnTo>
                  <a:lnTo>
                    <a:pt x="0" y="653034"/>
                  </a:lnTo>
                  <a:lnTo>
                    <a:pt x="6561" y="701449"/>
                  </a:lnTo>
                  <a:lnTo>
                    <a:pt x="25061" y="744953"/>
                  </a:lnTo>
                  <a:lnTo>
                    <a:pt x="53720" y="781812"/>
                  </a:lnTo>
                  <a:lnTo>
                    <a:pt x="90762" y="810288"/>
                  </a:lnTo>
                  <a:lnTo>
                    <a:pt x="134408" y="828646"/>
                  </a:lnTo>
                  <a:lnTo>
                    <a:pt x="182879" y="835152"/>
                  </a:lnTo>
                  <a:lnTo>
                    <a:pt x="231295" y="828646"/>
                  </a:lnTo>
                  <a:lnTo>
                    <a:pt x="274799" y="810288"/>
                  </a:lnTo>
                  <a:lnTo>
                    <a:pt x="311657" y="781812"/>
                  </a:lnTo>
                  <a:lnTo>
                    <a:pt x="340134" y="744953"/>
                  </a:lnTo>
                  <a:lnTo>
                    <a:pt x="358492" y="701449"/>
                  </a:lnTo>
                  <a:lnTo>
                    <a:pt x="364997" y="653034"/>
                  </a:lnTo>
                  <a:lnTo>
                    <a:pt x="364997" y="182880"/>
                  </a:lnTo>
                  <a:lnTo>
                    <a:pt x="358492" y="134408"/>
                  </a:lnTo>
                  <a:lnTo>
                    <a:pt x="340134" y="90762"/>
                  </a:lnTo>
                  <a:lnTo>
                    <a:pt x="311657" y="53720"/>
                  </a:lnTo>
                  <a:lnTo>
                    <a:pt x="274799" y="25061"/>
                  </a:lnTo>
                  <a:lnTo>
                    <a:pt x="231295" y="6561"/>
                  </a:lnTo>
                  <a:lnTo>
                    <a:pt x="182879" y="0"/>
                  </a:lnTo>
                  <a:close/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716932" y="2418464"/>
              <a:ext cx="474980" cy="0"/>
            </a:xfrm>
            <a:custGeom>
              <a:avLst/>
              <a:gdLst/>
              <a:ahLst/>
              <a:cxnLst/>
              <a:rect l="l" t="t" r="r" b="b"/>
              <a:pathLst>
                <a:path w="474979">
                  <a:moveTo>
                    <a:pt x="0" y="0"/>
                  </a:moveTo>
                  <a:lnTo>
                    <a:pt x="474726" y="0"/>
                  </a:lnTo>
                </a:path>
              </a:pathLst>
            </a:custGeom>
            <a:ln w="28194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716932" y="2475614"/>
              <a:ext cx="474980" cy="0"/>
            </a:xfrm>
            <a:custGeom>
              <a:avLst/>
              <a:gdLst/>
              <a:ahLst/>
              <a:cxnLst/>
              <a:rect l="l" t="t" r="r" b="b"/>
              <a:pathLst>
                <a:path w="474979">
                  <a:moveTo>
                    <a:pt x="0" y="0"/>
                  </a:moveTo>
                  <a:lnTo>
                    <a:pt x="474726" y="0"/>
                  </a:lnTo>
                </a:path>
              </a:pathLst>
            </a:custGeom>
            <a:ln w="28194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716932" y="2535812"/>
              <a:ext cx="474980" cy="0"/>
            </a:xfrm>
            <a:custGeom>
              <a:avLst/>
              <a:gdLst/>
              <a:ahLst/>
              <a:cxnLst/>
              <a:rect l="l" t="t" r="r" b="b"/>
              <a:pathLst>
                <a:path w="474979">
                  <a:moveTo>
                    <a:pt x="0" y="0"/>
                  </a:moveTo>
                  <a:lnTo>
                    <a:pt x="474726" y="0"/>
                  </a:lnTo>
                </a:path>
              </a:pathLst>
            </a:custGeom>
            <a:ln w="28194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716932" y="2599058"/>
              <a:ext cx="474980" cy="0"/>
            </a:xfrm>
            <a:custGeom>
              <a:avLst/>
              <a:gdLst/>
              <a:ahLst/>
              <a:cxnLst/>
              <a:rect l="l" t="t" r="r" b="b"/>
              <a:pathLst>
                <a:path w="474979">
                  <a:moveTo>
                    <a:pt x="0" y="0"/>
                  </a:moveTo>
                  <a:lnTo>
                    <a:pt x="474726" y="0"/>
                  </a:lnTo>
                </a:path>
              </a:pathLst>
            </a:custGeom>
            <a:ln w="28194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" name="object 44"/>
          <p:cNvGrpSpPr/>
          <p:nvPr/>
        </p:nvGrpSpPr>
        <p:grpSpPr>
          <a:xfrm>
            <a:off x="7706626" y="2418083"/>
            <a:ext cx="539750" cy="539115"/>
            <a:chOff x="7706626" y="2418083"/>
            <a:chExt cx="539750" cy="539115"/>
          </a:xfrm>
        </p:grpSpPr>
        <p:sp>
          <p:nvSpPr>
            <p:cNvPr id="45" name="object 45"/>
            <p:cNvSpPr/>
            <p:nvPr/>
          </p:nvSpPr>
          <p:spPr>
            <a:xfrm>
              <a:off x="7735201" y="2446658"/>
              <a:ext cx="482600" cy="481965"/>
            </a:xfrm>
            <a:custGeom>
              <a:avLst/>
              <a:gdLst/>
              <a:ahLst/>
              <a:cxnLst/>
              <a:rect l="l" t="t" r="r" b="b"/>
              <a:pathLst>
                <a:path w="482600" h="481964">
                  <a:moveTo>
                    <a:pt x="482346" y="240791"/>
                  </a:moveTo>
                  <a:lnTo>
                    <a:pt x="477470" y="192378"/>
                  </a:lnTo>
                  <a:lnTo>
                    <a:pt x="463486" y="147232"/>
                  </a:lnTo>
                  <a:lnTo>
                    <a:pt x="441358" y="106337"/>
                  </a:lnTo>
                  <a:lnTo>
                    <a:pt x="412051" y="70675"/>
                  </a:lnTo>
                  <a:lnTo>
                    <a:pt x="376529" y="41228"/>
                  </a:lnTo>
                  <a:lnTo>
                    <a:pt x="335756" y="18978"/>
                  </a:lnTo>
                  <a:lnTo>
                    <a:pt x="290697" y="4908"/>
                  </a:lnTo>
                  <a:lnTo>
                    <a:pt x="242316" y="0"/>
                  </a:lnTo>
                  <a:lnTo>
                    <a:pt x="193180" y="4908"/>
                  </a:lnTo>
                  <a:lnTo>
                    <a:pt x="147554" y="18978"/>
                  </a:lnTo>
                  <a:lnTo>
                    <a:pt x="106374" y="41228"/>
                  </a:lnTo>
                  <a:lnTo>
                    <a:pt x="70580" y="70675"/>
                  </a:lnTo>
                  <a:lnTo>
                    <a:pt x="41107" y="106337"/>
                  </a:lnTo>
                  <a:lnTo>
                    <a:pt x="18895" y="147232"/>
                  </a:lnTo>
                  <a:lnTo>
                    <a:pt x="4880" y="192378"/>
                  </a:lnTo>
                  <a:lnTo>
                    <a:pt x="0" y="240791"/>
                  </a:lnTo>
                  <a:lnTo>
                    <a:pt x="4880" y="289424"/>
                  </a:lnTo>
                  <a:lnTo>
                    <a:pt x="18895" y="334672"/>
                  </a:lnTo>
                  <a:lnTo>
                    <a:pt x="41107" y="375581"/>
                  </a:lnTo>
                  <a:lnTo>
                    <a:pt x="70580" y="411194"/>
                  </a:lnTo>
                  <a:lnTo>
                    <a:pt x="106374" y="440556"/>
                  </a:lnTo>
                  <a:lnTo>
                    <a:pt x="147554" y="462712"/>
                  </a:lnTo>
                  <a:lnTo>
                    <a:pt x="193180" y="476706"/>
                  </a:lnTo>
                  <a:lnTo>
                    <a:pt x="242316" y="481583"/>
                  </a:lnTo>
                  <a:lnTo>
                    <a:pt x="290697" y="476706"/>
                  </a:lnTo>
                  <a:lnTo>
                    <a:pt x="335756" y="462712"/>
                  </a:lnTo>
                  <a:lnTo>
                    <a:pt x="376529" y="440556"/>
                  </a:lnTo>
                  <a:lnTo>
                    <a:pt x="412051" y="411194"/>
                  </a:lnTo>
                  <a:lnTo>
                    <a:pt x="441358" y="375581"/>
                  </a:lnTo>
                  <a:lnTo>
                    <a:pt x="463486" y="334672"/>
                  </a:lnTo>
                  <a:lnTo>
                    <a:pt x="477470" y="289424"/>
                  </a:lnTo>
                  <a:lnTo>
                    <a:pt x="482346" y="240791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7852549" y="2446658"/>
              <a:ext cx="238125" cy="414655"/>
            </a:xfrm>
            <a:custGeom>
              <a:avLst/>
              <a:gdLst/>
              <a:ahLst/>
              <a:cxnLst/>
              <a:rect l="l" t="t" r="r" b="b"/>
              <a:pathLst>
                <a:path w="238125" h="414655">
                  <a:moveTo>
                    <a:pt x="0" y="400812"/>
                  </a:moveTo>
                  <a:lnTo>
                    <a:pt x="0" y="0"/>
                  </a:lnTo>
                  <a:lnTo>
                    <a:pt x="123444" y="246126"/>
                  </a:lnTo>
                  <a:lnTo>
                    <a:pt x="237743" y="0"/>
                  </a:lnTo>
                  <a:lnTo>
                    <a:pt x="236220" y="414528"/>
                  </a:lnTo>
                </a:path>
              </a:pathLst>
            </a:custGeom>
            <a:ln w="57149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" name="object 47"/>
          <p:cNvGrpSpPr/>
          <p:nvPr/>
        </p:nvGrpSpPr>
        <p:grpSpPr>
          <a:xfrm>
            <a:off x="4365269" y="5773169"/>
            <a:ext cx="608965" cy="90170"/>
            <a:chOff x="4365269" y="5773169"/>
            <a:chExt cx="608965" cy="90170"/>
          </a:xfrm>
        </p:grpSpPr>
        <p:sp>
          <p:nvSpPr>
            <p:cNvPr id="48" name="object 48"/>
            <p:cNvSpPr/>
            <p:nvPr/>
          </p:nvSpPr>
          <p:spPr>
            <a:xfrm>
              <a:off x="4383938" y="5848988"/>
              <a:ext cx="577850" cy="0"/>
            </a:xfrm>
            <a:custGeom>
              <a:avLst/>
              <a:gdLst/>
              <a:ahLst/>
              <a:cxnLst/>
              <a:rect l="l" t="t" r="r" b="b"/>
              <a:pathLst>
                <a:path w="577850">
                  <a:moveTo>
                    <a:pt x="0" y="0"/>
                  </a:moveTo>
                  <a:lnTo>
                    <a:pt x="577596" y="0"/>
                  </a:lnTo>
                </a:path>
              </a:pathLst>
            </a:custGeom>
            <a:ln w="2819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379366" y="5787266"/>
              <a:ext cx="53340" cy="55880"/>
            </a:xfrm>
            <a:custGeom>
              <a:avLst/>
              <a:gdLst/>
              <a:ahLst/>
              <a:cxnLst/>
              <a:rect l="l" t="t" r="r" b="b"/>
              <a:pathLst>
                <a:path w="53339" h="55879">
                  <a:moveTo>
                    <a:pt x="0" y="6096"/>
                  </a:moveTo>
                  <a:lnTo>
                    <a:pt x="23622" y="55626"/>
                  </a:lnTo>
                  <a:lnTo>
                    <a:pt x="53340" y="0"/>
                  </a:lnTo>
                </a:path>
              </a:pathLst>
            </a:custGeom>
            <a:ln w="2819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469282" y="5787266"/>
              <a:ext cx="54610" cy="55880"/>
            </a:xfrm>
            <a:custGeom>
              <a:avLst/>
              <a:gdLst/>
              <a:ahLst/>
              <a:cxnLst/>
              <a:rect l="l" t="t" r="r" b="b"/>
              <a:pathLst>
                <a:path w="54610" h="55879">
                  <a:moveTo>
                    <a:pt x="0" y="6096"/>
                  </a:moveTo>
                  <a:lnTo>
                    <a:pt x="24384" y="55626"/>
                  </a:lnTo>
                  <a:lnTo>
                    <a:pt x="54102" y="0"/>
                  </a:lnTo>
                </a:path>
              </a:pathLst>
            </a:custGeom>
            <a:ln w="2819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563008" y="5787266"/>
              <a:ext cx="54610" cy="55880"/>
            </a:xfrm>
            <a:custGeom>
              <a:avLst/>
              <a:gdLst/>
              <a:ahLst/>
              <a:cxnLst/>
              <a:rect l="l" t="t" r="r" b="b"/>
              <a:pathLst>
                <a:path w="54610" h="55879">
                  <a:moveTo>
                    <a:pt x="0" y="6096"/>
                  </a:moveTo>
                  <a:lnTo>
                    <a:pt x="23622" y="55626"/>
                  </a:lnTo>
                  <a:lnTo>
                    <a:pt x="54102" y="0"/>
                  </a:lnTo>
                </a:path>
              </a:pathLst>
            </a:custGeom>
            <a:ln w="2819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655210" y="5787266"/>
              <a:ext cx="54610" cy="55880"/>
            </a:xfrm>
            <a:custGeom>
              <a:avLst/>
              <a:gdLst/>
              <a:ahLst/>
              <a:cxnLst/>
              <a:rect l="l" t="t" r="r" b="b"/>
              <a:pathLst>
                <a:path w="54610" h="55879">
                  <a:moveTo>
                    <a:pt x="0" y="6096"/>
                  </a:moveTo>
                  <a:lnTo>
                    <a:pt x="23622" y="55626"/>
                  </a:lnTo>
                  <a:lnTo>
                    <a:pt x="54102" y="0"/>
                  </a:lnTo>
                </a:path>
              </a:pathLst>
            </a:custGeom>
            <a:ln w="2819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734458" y="5787266"/>
              <a:ext cx="54610" cy="55880"/>
            </a:xfrm>
            <a:custGeom>
              <a:avLst/>
              <a:gdLst/>
              <a:ahLst/>
              <a:cxnLst/>
              <a:rect l="l" t="t" r="r" b="b"/>
              <a:pathLst>
                <a:path w="54610" h="55879">
                  <a:moveTo>
                    <a:pt x="0" y="6096"/>
                  </a:moveTo>
                  <a:lnTo>
                    <a:pt x="23622" y="55626"/>
                  </a:lnTo>
                  <a:lnTo>
                    <a:pt x="54102" y="0"/>
                  </a:lnTo>
                </a:path>
              </a:pathLst>
            </a:custGeom>
            <a:ln w="2819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820564" y="5787266"/>
              <a:ext cx="54610" cy="55880"/>
            </a:xfrm>
            <a:custGeom>
              <a:avLst/>
              <a:gdLst/>
              <a:ahLst/>
              <a:cxnLst/>
              <a:rect l="l" t="t" r="r" b="b"/>
              <a:pathLst>
                <a:path w="54610" h="55879">
                  <a:moveTo>
                    <a:pt x="0" y="6096"/>
                  </a:moveTo>
                  <a:lnTo>
                    <a:pt x="23622" y="55626"/>
                  </a:lnTo>
                  <a:lnTo>
                    <a:pt x="54102" y="0"/>
                  </a:lnTo>
                </a:path>
              </a:pathLst>
            </a:custGeom>
            <a:ln w="2819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905908" y="5787266"/>
              <a:ext cx="54610" cy="55880"/>
            </a:xfrm>
            <a:custGeom>
              <a:avLst/>
              <a:gdLst/>
              <a:ahLst/>
              <a:cxnLst/>
              <a:rect l="l" t="t" r="r" b="b"/>
              <a:pathLst>
                <a:path w="54610" h="55879">
                  <a:moveTo>
                    <a:pt x="0" y="6096"/>
                  </a:moveTo>
                  <a:lnTo>
                    <a:pt x="23622" y="55626"/>
                  </a:lnTo>
                  <a:lnTo>
                    <a:pt x="54102" y="0"/>
                  </a:lnTo>
                </a:path>
              </a:pathLst>
            </a:custGeom>
            <a:ln w="2819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56" name="object 56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8433193" y="2031368"/>
            <a:ext cx="194309" cy="144017"/>
          </a:xfrm>
          <a:prstGeom prst="rect">
            <a:avLst/>
          </a:prstGeom>
        </p:spPr>
      </p:pic>
      <p:grpSp>
        <p:nvGrpSpPr>
          <p:cNvPr id="57" name="object 57"/>
          <p:cNvGrpSpPr/>
          <p:nvPr/>
        </p:nvGrpSpPr>
        <p:grpSpPr>
          <a:xfrm>
            <a:off x="7714246" y="3409445"/>
            <a:ext cx="1099820" cy="855344"/>
            <a:chOff x="7714246" y="3409445"/>
            <a:chExt cx="1099820" cy="855344"/>
          </a:xfrm>
        </p:grpSpPr>
        <p:sp>
          <p:nvSpPr>
            <p:cNvPr id="58" name="object 58"/>
            <p:cNvSpPr/>
            <p:nvPr/>
          </p:nvSpPr>
          <p:spPr>
            <a:xfrm>
              <a:off x="7742821" y="3753488"/>
              <a:ext cx="481330" cy="482600"/>
            </a:xfrm>
            <a:custGeom>
              <a:avLst/>
              <a:gdLst/>
              <a:ahLst/>
              <a:cxnLst/>
              <a:rect l="l" t="t" r="r" b="b"/>
              <a:pathLst>
                <a:path w="481329" h="482600">
                  <a:moveTo>
                    <a:pt x="480822" y="241554"/>
                  </a:moveTo>
                  <a:lnTo>
                    <a:pt x="475949" y="192888"/>
                  </a:lnTo>
                  <a:lnTo>
                    <a:pt x="461986" y="147554"/>
                  </a:lnTo>
                  <a:lnTo>
                    <a:pt x="439915" y="106523"/>
                  </a:lnTo>
                  <a:lnTo>
                    <a:pt x="410718" y="70770"/>
                  </a:lnTo>
                  <a:lnTo>
                    <a:pt x="375377" y="41268"/>
                  </a:lnTo>
                  <a:lnTo>
                    <a:pt x="334875" y="18990"/>
                  </a:lnTo>
                  <a:lnTo>
                    <a:pt x="290194" y="4909"/>
                  </a:lnTo>
                  <a:lnTo>
                    <a:pt x="242316" y="0"/>
                  </a:lnTo>
                  <a:lnTo>
                    <a:pt x="193180" y="4909"/>
                  </a:lnTo>
                  <a:lnTo>
                    <a:pt x="147554" y="18990"/>
                  </a:lnTo>
                  <a:lnTo>
                    <a:pt x="106374" y="41268"/>
                  </a:lnTo>
                  <a:lnTo>
                    <a:pt x="70580" y="70770"/>
                  </a:lnTo>
                  <a:lnTo>
                    <a:pt x="41107" y="106523"/>
                  </a:lnTo>
                  <a:lnTo>
                    <a:pt x="18895" y="147554"/>
                  </a:lnTo>
                  <a:lnTo>
                    <a:pt x="4880" y="192888"/>
                  </a:lnTo>
                  <a:lnTo>
                    <a:pt x="0" y="241554"/>
                  </a:lnTo>
                  <a:lnTo>
                    <a:pt x="4880" y="290186"/>
                  </a:lnTo>
                  <a:lnTo>
                    <a:pt x="18895" y="335434"/>
                  </a:lnTo>
                  <a:lnTo>
                    <a:pt x="41107" y="376343"/>
                  </a:lnTo>
                  <a:lnTo>
                    <a:pt x="70580" y="411956"/>
                  </a:lnTo>
                  <a:lnTo>
                    <a:pt x="106374" y="441318"/>
                  </a:lnTo>
                  <a:lnTo>
                    <a:pt x="147554" y="463474"/>
                  </a:lnTo>
                  <a:lnTo>
                    <a:pt x="193180" y="477468"/>
                  </a:lnTo>
                  <a:lnTo>
                    <a:pt x="242316" y="482346"/>
                  </a:lnTo>
                  <a:lnTo>
                    <a:pt x="290194" y="477468"/>
                  </a:lnTo>
                  <a:lnTo>
                    <a:pt x="334875" y="463474"/>
                  </a:lnTo>
                  <a:lnTo>
                    <a:pt x="375377" y="441318"/>
                  </a:lnTo>
                  <a:lnTo>
                    <a:pt x="410718" y="411956"/>
                  </a:lnTo>
                  <a:lnTo>
                    <a:pt x="439915" y="376343"/>
                  </a:lnTo>
                  <a:lnTo>
                    <a:pt x="461986" y="335434"/>
                  </a:lnTo>
                  <a:lnTo>
                    <a:pt x="475949" y="290186"/>
                  </a:lnTo>
                  <a:lnTo>
                    <a:pt x="480822" y="241554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7860169" y="3753488"/>
              <a:ext cx="238760" cy="414655"/>
            </a:xfrm>
            <a:custGeom>
              <a:avLst/>
              <a:gdLst/>
              <a:ahLst/>
              <a:cxnLst/>
              <a:rect l="l" t="t" r="r" b="b"/>
              <a:pathLst>
                <a:path w="238759" h="414654">
                  <a:moveTo>
                    <a:pt x="0" y="400812"/>
                  </a:moveTo>
                  <a:lnTo>
                    <a:pt x="0" y="0"/>
                  </a:lnTo>
                  <a:lnTo>
                    <a:pt x="123444" y="245364"/>
                  </a:lnTo>
                  <a:lnTo>
                    <a:pt x="238505" y="0"/>
                  </a:lnTo>
                  <a:lnTo>
                    <a:pt x="236982" y="414528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7860169" y="3444116"/>
              <a:ext cx="243204" cy="337820"/>
            </a:xfrm>
            <a:custGeom>
              <a:avLst/>
              <a:gdLst/>
              <a:ahLst/>
              <a:cxnLst/>
              <a:rect l="l" t="t" r="r" b="b"/>
              <a:pathLst>
                <a:path w="243204" h="337820">
                  <a:moveTo>
                    <a:pt x="243077" y="0"/>
                  </a:moveTo>
                  <a:lnTo>
                    <a:pt x="0" y="0"/>
                  </a:lnTo>
                  <a:lnTo>
                    <a:pt x="0" y="337566"/>
                  </a:lnTo>
                </a:path>
              </a:pathLst>
            </a:custGeom>
            <a:ln w="5257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8088769" y="3435734"/>
              <a:ext cx="699135" cy="346075"/>
            </a:xfrm>
            <a:custGeom>
              <a:avLst/>
              <a:gdLst/>
              <a:ahLst/>
              <a:cxnLst/>
              <a:rect l="l" t="t" r="r" b="b"/>
              <a:pathLst>
                <a:path w="699134" h="346075">
                  <a:moveTo>
                    <a:pt x="698753" y="0"/>
                  </a:moveTo>
                  <a:lnTo>
                    <a:pt x="0" y="8382"/>
                  </a:lnTo>
                  <a:lnTo>
                    <a:pt x="0" y="345948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2" name="object 62"/>
          <p:cNvGrpSpPr/>
          <p:nvPr/>
        </p:nvGrpSpPr>
        <p:grpSpPr>
          <a:xfrm>
            <a:off x="7833880" y="2072897"/>
            <a:ext cx="868680" cy="398780"/>
            <a:chOff x="7833880" y="2072897"/>
            <a:chExt cx="868680" cy="398780"/>
          </a:xfrm>
        </p:grpSpPr>
        <p:sp>
          <p:nvSpPr>
            <p:cNvPr id="63" name="object 63"/>
            <p:cNvSpPr/>
            <p:nvPr/>
          </p:nvSpPr>
          <p:spPr>
            <a:xfrm>
              <a:off x="7860169" y="2107568"/>
              <a:ext cx="243204" cy="337820"/>
            </a:xfrm>
            <a:custGeom>
              <a:avLst/>
              <a:gdLst/>
              <a:ahLst/>
              <a:cxnLst/>
              <a:rect l="l" t="t" r="r" b="b"/>
              <a:pathLst>
                <a:path w="243204" h="337819">
                  <a:moveTo>
                    <a:pt x="243077" y="0"/>
                  </a:moveTo>
                  <a:lnTo>
                    <a:pt x="0" y="0"/>
                  </a:lnTo>
                  <a:lnTo>
                    <a:pt x="0" y="337566"/>
                  </a:lnTo>
                </a:path>
              </a:pathLst>
            </a:custGeom>
            <a:ln w="5257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8088769" y="2099186"/>
              <a:ext cx="588010" cy="346075"/>
            </a:xfrm>
            <a:custGeom>
              <a:avLst/>
              <a:gdLst/>
              <a:ahLst/>
              <a:cxnLst/>
              <a:rect l="l" t="t" r="r" b="b"/>
              <a:pathLst>
                <a:path w="588009" h="346075">
                  <a:moveTo>
                    <a:pt x="587501" y="0"/>
                  </a:moveTo>
                  <a:lnTo>
                    <a:pt x="0" y="8382"/>
                  </a:lnTo>
                  <a:lnTo>
                    <a:pt x="0" y="345948"/>
                  </a:lnTo>
                </a:path>
              </a:pathLst>
            </a:custGeom>
            <a:ln w="52577">
              <a:solidFill>
                <a:srgbClr val="8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5" name="object 65"/>
          <p:cNvGrpSpPr/>
          <p:nvPr/>
        </p:nvGrpSpPr>
        <p:grpSpPr>
          <a:xfrm>
            <a:off x="4112285" y="3732533"/>
            <a:ext cx="1679575" cy="930910"/>
            <a:chOff x="4112285" y="3732533"/>
            <a:chExt cx="1679575" cy="930910"/>
          </a:xfrm>
        </p:grpSpPr>
        <p:sp>
          <p:nvSpPr>
            <p:cNvPr id="66" name="object 66"/>
            <p:cNvSpPr/>
            <p:nvPr/>
          </p:nvSpPr>
          <p:spPr>
            <a:xfrm>
              <a:off x="4277245" y="4191638"/>
              <a:ext cx="1485900" cy="311150"/>
            </a:xfrm>
            <a:custGeom>
              <a:avLst/>
              <a:gdLst/>
              <a:ahLst/>
              <a:cxnLst/>
              <a:rect l="l" t="t" r="r" b="b"/>
              <a:pathLst>
                <a:path w="1485900" h="311150">
                  <a:moveTo>
                    <a:pt x="1485900" y="157734"/>
                  </a:moveTo>
                  <a:lnTo>
                    <a:pt x="1156716" y="302514"/>
                  </a:lnTo>
                  <a:lnTo>
                    <a:pt x="8381" y="310896"/>
                  </a:lnTo>
                  <a:lnTo>
                    <a:pt x="0" y="0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507369" y="4147442"/>
              <a:ext cx="1211580" cy="117475"/>
            </a:xfrm>
            <a:custGeom>
              <a:avLst/>
              <a:gdLst/>
              <a:ahLst/>
              <a:cxnLst/>
              <a:rect l="l" t="t" r="r" b="b"/>
              <a:pathLst>
                <a:path w="1211579" h="117475">
                  <a:moveTo>
                    <a:pt x="1211579" y="0"/>
                  </a:moveTo>
                  <a:lnTo>
                    <a:pt x="889253" y="115824"/>
                  </a:lnTo>
                  <a:lnTo>
                    <a:pt x="8381" y="117348"/>
                  </a:lnTo>
                  <a:lnTo>
                    <a:pt x="0" y="37338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8" name="object 6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24018" y="4380614"/>
              <a:ext cx="253746" cy="253746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5024018" y="4380614"/>
              <a:ext cx="254000" cy="254000"/>
            </a:xfrm>
            <a:custGeom>
              <a:avLst/>
              <a:gdLst/>
              <a:ahLst/>
              <a:cxnLst/>
              <a:rect l="l" t="t" r="r" b="b"/>
              <a:pathLst>
                <a:path w="254000" h="254000">
                  <a:moveTo>
                    <a:pt x="253746" y="126492"/>
                  </a:moveTo>
                  <a:lnTo>
                    <a:pt x="243720" y="77152"/>
                  </a:lnTo>
                  <a:lnTo>
                    <a:pt x="216408" y="36957"/>
                  </a:lnTo>
                  <a:lnTo>
                    <a:pt x="175950" y="9906"/>
                  </a:lnTo>
                  <a:lnTo>
                    <a:pt x="126492" y="0"/>
                  </a:lnTo>
                  <a:lnTo>
                    <a:pt x="77152" y="9906"/>
                  </a:lnTo>
                  <a:lnTo>
                    <a:pt x="36957" y="36957"/>
                  </a:lnTo>
                  <a:lnTo>
                    <a:pt x="9906" y="77152"/>
                  </a:lnTo>
                  <a:lnTo>
                    <a:pt x="0" y="126492"/>
                  </a:lnTo>
                  <a:lnTo>
                    <a:pt x="9906" y="175950"/>
                  </a:lnTo>
                  <a:lnTo>
                    <a:pt x="36957" y="216408"/>
                  </a:lnTo>
                  <a:lnTo>
                    <a:pt x="77152" y="243720"/>
                  </a:lnTo>
                  <a:lnTo>
                    <a:pt x="126492" y="253746"/>
                  </a:lnTo>
                  <a:lnTo>
                    <a:pt x="175950" y="243720"/>
                  </a:lnTo>
                  <a:lnTo>
                    <a:pt x="216408" y="216408"/>
                  </a:lnTo>
                  <a:lnTo>
                    <a:pt x="243720" y="175950"/>
                  </a:lnTo>
                  <a:lnTo>
                    <a:pt x="253746" y="126492"/>
                  </a:lnTo>
                  <a:close/>
                </a:path>
                <a:path w="254000" h="254000">
                  <a:moveTo>
                    <a:pt x="253746" y="126492"/>
                  </a:moveTo>
                  <a:lnTo>
                    <a:pt x="243720" y="77152"/>
                  </a:lnTo>
                  <a:lnTo>
                    <a:pt x="216408" y="36957"/>
                  </a:lnTo>
                  <a:lnTo>
                    <a:pt x="175950" y="9906"/>
                  </a:lnTo>
                  <a:lnTo>
                    <a:pt x="126492" y="0"/>
                  </a:lnTo>
                  <a:lnTo>
                    <a:pt x="77152" y="9906"/>
                  </a:lnTo>
                  <a:lnTo>
                    <a:pt x="36957" y="36957"/>
                  </a:lnTo>
                  <a:lnTo>
                    <a:pt x="9906" y="77152"/>
                  </a:lnTo>
                  <a:lnTo>
                    <a:pt x="0" y="126492"/>
                  </a:lnTo>
                  <a:lnTo>
                    <a:pt x="9906" y="175950"/>
                  </a:lnTo>
                  <a:lnTo>
                    <a:pt x="36957" y="216408"/>
                  </a:lnTo>
                  <a:lnTo>
                    <a:pt x="77152" y="243720"/>
                  </a:lnTo>
                  <a:lnTo>
                    <a:pt x="126492" y="253746"/>
                  </a:lnTo>
                  <a:lnTo>
                    <a:pt x="175950" y="243720"/>
                  </a:lnTo>
                  <a:lnTo>
                    <a:pt x="216408" y="216408"/>
                  </a:lnTo>
                  <a:lnTo>
                    <a:pt x="243720" y="175950"/>
                  </a:lnTo>
                  <a:lnTo>
                    <a:pt x="253746" y="126492"/>
                  </a:lnTo>
                  <a:close/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148986" y="4437764"/>
              <a:ext cx="71755" cy="139700"/>
            </a:xfrm>
            <a:custGeom>
              <a:avLst/>
              <a:gdLst/>
              <a:ahLst/>
              <a:cxnLst/>
              <a:rect l="l" t="t" r="r" b="b"/>
              <a:pathLst>
                <a:path w="71754" h="139700">
                  <a:moveTo>
                    <a:pt x="0" y="0"/>
                  </a:moveTo>
                  <a:lnTo>
                    <a:pt x="71628" y="70104"/>
                  </a:lnTo>
                  <a:lnTo>
                    <a:pt x="0" y="139446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5115458" y="4507868"/>
              <a:ext cx="105410" cy="1905"/>
            </a:xfrm>
            <a:custGeom>
              <a:avLst/>
              <a:gdLst/>
              <a:ahLst/>
              <a:cxnLst/>
              <a:rect l="l" t="t" r="r" b="b"/>
              <a:pathLst>
                <a:path w="105410" h="1904">
                  <a:moveTo>
                    <a:pt x="-28575" y="762"/>
                  </a:moveTo>
                  <a:lnTo>
                    <a:pt x="133730" y="762"/>
                  </a:lnTo>
                </a:path>
              </a:pathLst>
            </a:custGeom>
            <a:ln w="58674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140860" y="3761108"/>
              <a:ext cx="481330" cy="481965"/>
            </a:xfrm>
            <a:custGeom>
              <a:avLst/>
              <a:gdLst/>
              <a:ahLst/>
              <a:cxnLst/>
              <a:rect l="l" t="t" r="r" b="b"/>
              <a:pathLst>
                <a:path w="481329" h="481964">
                  <a:moveTo>
                    <a:pt x="0" y="240792"/>
                  </a:moveTo>
                  <a:lnTo>
                    <a:pt x="4874" y="192378"/>
                  </a:lnTo>
                  <a:lnTo>
                    <a:pt x="18847" y="147232"/>
                  </a:lnTo>
                  <a:lnTo>
                    <a:pt x="40947" y="106337"/>
                  </a:lnTo>
                  <a:lnTo>
                    <a:pt x="70199" y="70675"/>
                  </a:lnTo>
                  <a:lnTo>
                    <a:pt x="105630" y="41228"/>
                  </a:lnTo>
                  <a:lnTo>
                    <a:pt x="146268" y="18978"/>
                  </a:lnTo>
                  <a:lnTo>
                    <a:pt x="191138" y="4908"/>
                  </a:lnTo>
                  <a:lnTo>
                    <a:pt x="239268" y="0"/>
                  </a:lnTo>
                  <a:lnTo>
                    <a:pt x="288152" y="4908"/>
                  </a:lnTo>
                  <a:lnTo>
                    <a:pt x="333589" y="18978"/>
                  </a:lnTo>
                  <a:lnTo>
                    <a:pt x="374633" y="41228"/>
                  </a:lnTo>
                  <a:lnTo>
                    <a:pt x="410337" y="70675"/>
                  </a:lnTo>
                  <a:lnTo>
                    <a:pt x="439754" y="106337"/>
                  </a:lnTo>
                  <a:lnTo>
                    <a:pt x="461938" y="147232"/>
                  </a:lnTo>
                  <a:lnTo>
                    <a:pt x="475943" y="192378"/>
                  </a:lnTo>
                  <a:lnTo>
                    <a:pt x="480822" y="240792"/>
                  </a:lnTo>
                  <a:lnTo>
                    <a:pt x="475943" y="289424"/>
                  </a:lnTo>
                  <a:lnTo>
                    <a:pt x="461938" y="334672"/>
                  </a:lnTo>
                  <a:lnTo>
                    <a:pt x="439754" y="375581"/>
                  </a:lnTo>
                  <a:lnTo>
                    <a:pt x="410337" y="411194"/>
                  </a:lnTo>
                  <a:lnTo>
                    <a:pt x="374633" y="440556"/>
                  </a:lnTo>
                  <a:lnTo>
                    <a:pt x="333589" y="462712"/>
                  </a:lnTo>
                  <a:lnTo>
                    <a:pt x="288152" y="476706"/>
                  </a:lnTo>
                  <a:lnTo>
                    <a:pt x="239268" y="481584"/>
                  </a:lnTo>
                  <a:lnTo>
                    <a:pt x="191138" y="476706"/>
                  </a:lnTo>
                  <a:lnTo>
                    <a:pt x="146268" y="462712"/>
                  </a:lnTo>
                  <a:lnTo>
                    <a:pt x="105630" y="440556"/>
                  </a:lnTo>
                  <a:lnTo>
                    <a:pt x="70199" y="411194"/>
                  </a:lnTo>
                  <a:lnTo>
                    <a:pt x="40947" y="375581"/>
                  </a:lnTo>
                  <a:lnTo>
                    <a:pt x="18847" y="334672"/>
                  </a:lnTo>
                  <a:lnTo>
                    <a:pt x="4874" y="289424"/>
                  </a:lnTo>
                  <a:lnTo>
                    <a:pt x="0" y="240792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266590" y="3761108"/>
              <a:ext cx="238125" cy="414655"/>
            </a:xfrm>
            <a:custGeom>
              <a:avLst/>
              <a:gdLst/>
              <a:ahLst/>
              <a:cxnLst/>
              <a:rect l="l" t="t" r="r" b="b"/>
              <a:pathLst>
                <a:path w="238125" h="414654">
                  <a:moveTo>
                    <a:pt x="237744" y="400812"/>
                  </a:moveTo>
                  <a:lnTo>
                    <a:pt x="237744" y="0"/>
                  </a:lnTo>
                  <a:lnTo>
                    <a:pt x="114300" y="246126"/>
                  </a:lnTo>
                  <a:lnTo>
                    <a:pt x="0" y="0"/>
                  </a:lnTo>
                  <a:lnTo>
                    <a:pt x="1524" y="414528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4" name="object 74"/>
          <p:cNvGrpSpPr/>
          <p:nvPr/>
        </p:nvGrpSpPr>
        <p:grpSpPr>
          <a:xfrm>
            <a:off x="8062480" y="2072897"/>
            <a:ext cx="751840" cy="451484"/>
            <a:chOff x="8062480" y="2072897"/>
            <a:chExt cx="751840" cy="451484"/>
          </a:xfrm>
        </p:grpSpPr>
        <p:sp>
          <p:nvSpPr>
            <p:cNvPr id="75" name="object 75"/>
            <p:cNvSpPr/>
            <p:nvPr/>
          </p:nvSpPr>
          <p:spPr>
            <a:xfrm>
              <a:off x="8334895" y="2110616"/>
              <a:ext cx="452755" cy="340360"/>
            </a:xfrm>
            <a:custGeom>
              <a:avLst/>
              <a:gdLst/>
              <a:ahLst/>
              <a:cxnLst/>
              <a:rect l="l" t="t" r="r" b="b"/>
              <a:pathLst>
                <a:path w="452754" h="340360">
                  <a:moveTo>
                    <a:pt x="452627" y="339851"/>
                  </a:moveTo>
                  <a:lnTo>
                    <a:pt x="0" y="338327"/>
                  </a:lnTo>
                  <a:lnTo>
                    <a:pt x="0" y="0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8088769" y="2099186"/>
              <a:ext cx="588010" cy="346075"/>
            </a:xfrm>
            <a:custGeom>
              <a:avLst/>
              <a:gdLst/>
              <a:ahLst/>
              <a:cxnLst/>
              <a:rect l="l" t="t" r="r" b="b"/>
              <a:pathLst>
                <a:path w="588009" h="346075">
                  <a:moveTo>
                    <a:pt x="587501" y="0"/>
                  </a:moveTo>
                  <a:lnTo>
                    <a:pt x="0" y="8382"/>
                  </a:lnTo>
                  <a:lnTo>
                    <a:pt x="0" y="345948"/>
                  </a:lnTo>
                </a:path>
              </a:pathLst>
            </a:custGeom>
            <a:ln w="52577">
              <a:solidFill>
                <a:srgbClr val="8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8088782" y="2099186"/>
              <a:ext cx="691515" cy="346075"/>
            </a:xfrm>
            <a:custGeom>
              <a:avLst/>
              <a:gdLst/>
              <a:ahLst/>
              <a:cxnLst/>
              <a:rect l="l" t="t" r="r" b="b"/>
              <a:pathLst>
                <a:path w="691515" h="346075">
                  <a:moveTo>
                    <a:pt x="691133" y="0"/>
                  </a:moveTo>
                  <a:lnTo>
                    <a:pt x="0" y="8382"/>
                  </a:lnTo>
                  <a:lnTo>
                    <a:pt x="0" y="345948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8" name="object 7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433193" y="2380364"/>
              <a:ext cx="194309" cy="144017"/>
            </a:xfrm>
            <a:prstGeom prst="rect">
              <a:avLst/>
            </a:prstGeom>
          </p:spPr>
        </p:pic>
      </p:grpSp>
      <p:grpSp>
        <p:nvGrpSpPr>
          <p:cNvPr id="79" name="object 79"/>
          <p:cNvGrpSpPr/>
          <p:nvPr/>
        </p:nvGrpSpPr>
        <p:grpSpPr>
          <a:xfrm>
            <a:off x="6383807" y="5304539"/>
            <a:ext cx="986155" cy="813435"/>
            <a:chOff x="6383807" y="5304539"/>
            <a:chExt cx="986155" cy="813435"/>
          </a:xfrm>
        </p:grpSpPr>
        <p:sp>
          <p:nvSpPr>
            <p:cNvPr id="80" name="object 80"/>
            <p:cNvSpPr/>
            <p:nvPr/>
          </p:nvSpPr>
          <p:spPr>
            <a:xfrm>
              <a:off x="6480949" y="5314064"/>
              <a:ext cx="803275" cy="794385"/>
            </a:xfrm>
            <a:custGeom>
              <a:avLst/>
              <a:gdLst/>
              <a:ahLst/>
              <a:cxnLst/>
              <a:rect l="l" t="t" r="r" b="b"/>
              <a:pathLst>
                <a:path w="803275" h="794385">
                  <a:moveTo>
                    <a:pt x="803148" y="794003"/>
                  </a:moveTo>
                  <a:lnTo>
                    <a:pt x="803148" y="397001"/>
                  </a:lnTo>
                  <a:lnTo>
                    <a:pt x="800445" y="350666"/>
                  </a:lnTo>
                  <a:lnTo>
                    <a:pt x="792539" y="305910"/>
                  </a:lnTo>
                  <a:lnTo>
                    <a:pt x="779732" y="263031"/>
                  </a:lnTo>
                  <a:lnTo>
                    <a:pt x="762324" y="222324"/>
                  </a:lnTo>
                  <a:lnTo>
                    <a:pt x="740617" y="184086"/>
                  </a:lnTo>
                  <a:lnTo>
                    <a:pt x="714913" y="148614"/>
                  </a:lnTo>
                  <a:lnTo>
                    <a:pt x="685514" y="116204"/>
                  </a:lnTo>
                  <a:lnTo>
                    <a:pt x="652720" y="87154"/>
                  </a:lnTo>
                  <a:lnTo>
                    <a:pt x="616834" y="61759"/>
                  </a:lnTo>
                  <a:lnTo>
                    <a:pt x="578158" y="40317"/>
                  </a:lnTo>
                  <a:lnTo>
                    <a:pt x="536992" y="23123"/>
                  </a:lnTo>
                  <a:lnTo>
                    <a:pt x="493638" y="10474"/>
                  </a:lnTo>
                  <a:lnTo>
                    <a:pt x="448398" y="2668"/>
                  </a:lnTo>
                  <a:lnTo>
                    <a:pt x="401573" y="0"/>
                  </a:lnTo>
                  <a:lnTo>
                    <a:pt x="354749" y="2668"/>
                  </a:lnTo>
                  <a:lnTo>
                    <a:pt x="309509" y="10474"/>
                  </a:lnTo>
                  <a:lnTo>
                    <a:pt x="266155" y="23123"/>
                  </a:lnTo>
                  <a:lnTo>
                    <a:pt x="224989" y="40317"/>
                  </a:lnTo>
                  <a:lnTo>
                    <a:pt x="186313" y="61759"/>
                  </a:lnTo>
                  <a:lnTo>
                    <a:pt x="150427" y="87154"/>
                  </a:lnTo>
                  <a:lnTo>
                    <a:pt x="117633" y="116204"/>
                  </a:lnTo>
                  <a:lnTo>
                    <a:pt x="88234" y="148614"/>
                  </a:lnTo>
                  <a:lnTo>
                    <a:pt x="62530" y="184086"/>
                  </a:lnTo>
                  <a:lnTo>
                    <a:pt x="40823" y="222324"/>
                  </a:lnTo>
                  <a:lnTo>
                    <a:pt x="23415" y="263031"/>
                  </a:lnTo>
                  <a:lnTo>
                    <a:pt x="10608" y="305910"/>
                  </a:lnTo>
                  <a:lnTo>
                    <a:pt x="2702" y="350666"/>
                  </a:lnTo>
                  <a:lnTo>
                    <a:pt x="0" y="397001"/>
                  </a:lnTo>
                  <a:lnTo>
                    <a:pt x="0" y="794004"/>
                  </a:lnTo>
                  <a:lnTo>
                    <a:pt x="803148" y="794003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6480949" y="5314064"/>
              <a:ext cx="803275" cy="794385"/>
            </a:xfrm>
            <a:custGeom>
              <a:avLst/>
              <a:gdLst/>
              <a:ahLst/>
              <a:cxnLst/>
              <a:rect l="l" t="t" r="r" b="b"/>
              <a:pathLst>
                <a:path w="803275" h="794385">
                  <a:moveTo>
                    <a:pt x="0" y="397001"/>
                  </a:moveTo>
                  <a:lnTo>
                    <a:pt x="2702" y="350666"/>
                  </a:lnTo>
                  <a:lnTo>
                    <a:pt x="10608" y="305910"/>
                  </a:lnTo>
                  <a:lnTo>
                    <a:pt x="23415" y="263031"/>
                  </a:lnTo>
                  <a:lnTo>
                    <a:pt x="40823" y="222324"/>
                  </a:lnTo>
                  <a:lnTo>
                    <a:pt x="62530" y="184086"/>
                  </a:lnTo>
                  <a:lnTo>
                    <a:pt x="88234" y="148614"/>
                  </a:lnTo>
                  <a:lnTo>
                    <a:pt x="117633" y="116204"/>
                  </a:lnTo>
                  <a:lnTo>
                    <a:pt x="150427" y="87154"/>
                  </a:lnTo>
                  <a:lnTo>
                    <a:pt x="186313" y="61759"/>
                  </a:lnTo>
                  <a:lnTo>
                    <a:pt x="224989" y="40317"/>
                  </a:lnTo>
                  <a:lnTo>
                    <a:pt x="266155" y="23123"/>
                  </a:lnTo>
                  <a:lnTo>
                    <a:pt x="309509" y="10474"/>
                  </a:lnTo>
                  <a:lnTo>
                    <a:pt x="354749" y="2668"/>
                  </a:lnTo>
                  <a:lnTo>
                    <a:pt x="401573" y="0"/>
                  </a:lnTo>
                  <a:lnTo>
                    <a:pt x="448398" y="2668"/>
                  </a:lnTo>
                  <a:lnTo>
                    <a:pt x="493638" y="10474"/>
                  </a:lnTo>
                  <a:lnTo>
                    <a:pt x="536992" y="23123"/>
                  </a:lnTo>
                  <a:lnTo>
                    <a:pt x="578158" y="40317"/>
                  </a:lnTo>
                  <a:lnTo>
                    <a:pt x="616834" y="61759"/>
                  </a:lnTo>
                  <a:lnTo>
                    <a:pt x="652720" y="87154"/>
                  </a:lnTo>
                  <a:lnTo>
                    <a:pt x="685514" y="116204"/>
                  </a:lnTo>
                  <a:lnTo>
                    <a:pt x="714913" y="148614"/>
                  </a:lnTo>
                  <a:lnTo>
                    <a:pt x="740617" y="184086"/>
                  </a:lnTo>
                  <a:lnTo>
                    <a:pt x="762324" y="222324"/>
                  </a:lnTo>
                  <a:lnTo>
                    <a:pt x="779732" y="263031"/>
                  </a:lnTo>
                  <a:lnTo>
                    <a:pt x="792539" y="305910"/>
                  </a:lnTo>
                  <a:lnTo>
                    <a:pt x="800445" y="350666"/>
                  </a:lnTo>
                  <a:lnTo>
                    <a:pt x="803148" y="397001"/>
                  </a:lnTo>
                  <a:lnTo>
                    <a:pt x="803148" y="794003"/>
                  </a:lnTo>
                  <a:lnTo>
                    <a:pt x="0" y="794004"/>
                  </a:lnTo>
                  <a:lnTo>
                    <a:pt x="0" y="397001"/>
                  </a:lnTo>
                  <a:close/>
                </a:path>
              </a:pathLst>
            </a:custGeom>
            <a:ln w="19050">
              <a:solidFill>
                <a:srgbClr val="009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6526669" y="5353688"/>
              <a:ext cx="713740" cy="740410"/>
            </a:xfrm>
            <a:custGeom>
              <a:avLst/>
              <a:gdLst/>
              <a:ahLst/>
              <a:cxnLst/>
              <a:rect l="l" t="t" r="r" b="b"/>
              <a:pathLst>
                <a:path w="713740" h="740410">
                  <a:moveTo>
                    <a:pt x="713232" y="739902"/>
                  </a:moveTo>
                  <a:lnTo>
                    <a:pt x="713232" y="369570"/>
                  </a:lnTo>
                  <a:lnTo>
                    <a:pt x="709969" y="319398"/>
                  </a:lnTo>
                  <a:lnTo>
                    <a:pt x="700468" y="271286"/>
                  </a:lnTo>
                  <a:lnTo>
                    <a:pt x="685157" y="225671"/>
                  </a:lnTo>
                  <a:lnTo>
                    <a:pt x="664463" y="182992"/>
                  </a:lnTo>
                  <a:lnTo>
                    <a:pt x="638817" y="143690"/>
                  </a:lnTo>
                  <a:lnTo>
                    <a:pt x="608647" y="108204"/>
                  </a:lnTo>
                  <a:lnTo>
                    <a:pt x="574381" y="76971"/>
                  </a:lnTo>
                  <a:lnTo>
                    <a:pt x="536447" y="50433"/>
                  </a:lnTo>
                  <a:lnTo>
                    <a:pt x="495276" y="29027"/>
                  </a:lnTo>
                  <a:lnTo>
                    <a:pt x="451294" y="13193"/>
                  </a:lnTo>
                  <a:lnTo>
                    <a:pt x="404931" y="3371"/>
                  </a:lnTo>
                  <a:lnTo>
                    <a:pt x="356615" y="0"/>
                  </a:lnTo>
                  <a:lnTo>
                    <a:pt x="308300" y="3371"/>
                  </a:lnTo>
                  <a:lnTo>
                    <a:pt x="261937" y="13193"/>
                  </a:lnTo>
                  <a:lnTo>
                    <a:pt x="217955" y="29027"/>
                  </a:lnTo>
                  <a:lnTo>
                    <a:pt x="176783" y="50433"/>
                  </a:lnTo>
                  <a:lnTo>
                    <a:pt x="138850" y="76971"/>
                  </a:lnTo>
                  <a:lnTo>
                    <a:pt x="104584" y="108204"/>
                  </a:lnTo>
                  <a:lnTo>
                    <a:pt x="74414" y="143690"/>
                  </a:lnTo>
                  <a:lnTo>
                    <a:pt x="48767" y="182992"/>
                  </a:lnTo>
                  <a:lnTo>
                    <a:pt x="28074" y="225671"/>
                  </a:lnTo>
                  <a:lnTo>
                    <a:pt x="12763" y="271286"/>
                  </a:lnTo>
                  <a:lnTo>
                    <a:pt x="3262" y="319398"/>
                  </a:lnTo>
                  <a:lnTo>
                    <a:pt x="0" y="369570"/>
                  </a:lnTo>
                  <a:lnTo>
                    <a:pt x="0" y="739902"/>
                  </a:lnTo>
                  <a:lnTo>
                    <a:pt x="713232" y="73990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6526669" y="5353688"/>
              <a:ext cx="713740" cy="740410"/>
            </a:xfrm>
            <a:custGeom>
              <a:avLst/>
              <a:gdLst/>
              <a:ahLst/>
              <a:cxnLst/>
              <a:rect l="l" t="t" r="r" b="b"/>
              <a:pathLst>
                <a:path w="713740" h="740410">
                  <a:moveTo>
                    <a:pt x="0" y="369570"/>
                  </a:moveTo>
                  <a:lnTo>
                    <a:pt x="3262" y="319398"/>
                  </a:lnTo>
                  <a:lnTo>
                    <a:pt x="12763" y="271286"/>
                  </a:lnTo>
                  <a:lnTo>
                    <a:pt x="28074" y="225671"/>
                  </a:lnTo>
                  <a:lnTo>
                    <a:pt x="48767" y="182992"/>
                  </a:lnTo>
                  <a:lnTo>
                    <a:pt x="74414" y="143690"/>
                  </a:lnTo>
                  <a:lnTo>
                    <a:pt x="104584" y="108204"/>
                  </a:lnTo>
                  <a:lnTo>
                    <a:pt x="138850" y="76971"/>
                  </a:lnTo>
                  <a:lnTo>
                    <a:pt x="176783" y="50433"/>
                  </a:lnTo>
                  <a:lnTo>
                    <a:pt x="217955" y="29027"/>
                  </a:lnTo>
                  <a:lnTo>
                    <a:pt x="261937" y="13193"/>
                  </a:lnTo>
                  <a:lnTo>
                    <a:pt x="308300" y="3371"/>
                  </a:lnTo>
                  <a:lnTo>
                    <a:pt x="356615" y="0"/>
                  </a:lnTo>
                  <a:lnTo>
                    <a:pt x="404931" y="3371"/>
                  </a:lnTo>
                  <a:lnTo>
                    <a:pt x="451294" y="13193"/>
                  </a:lnTo>
                  <a:lnTo>
                    <a:pt x="495276" y="29027"/>
                  </a:lnTo>
                  <a:lnTo>
                    <a:pt x="536447" y="50433"/>
                  </a:lnTo>
                  <a:lnTo>
                    <a:pt x="574381" y="76971"/>
                  </a:lnTo>
                  <a:lnTo>
                    <a:pt x="608647" y="108204"/>
                  </a:lnTo>
                  <a:lnTo>
                    <a:pt x="638817" y="143690"/>
                  </a:lnTo>
                  <a:lnTo>
                    <a:pt x="664463" y="182992"/>
                  </a:lnTo>
                  <a:lnTo>
                    <a:pt x="685157" y="225671"/>
                  </a:lnTo>
                  <a:lnTo>
                    <a:pt x="700468" y="271286"/>
                  </a:lnTo>
                  <a:lnTo>
                    <a:pt x="709969" y="319398"/>
                  </a:lnTo>
                  <a:lnTo>
                    <a:pt x="713232" y="369570"/>
                  </a:lnTo>
                  <a:lnTo>
                    <a:pt x="713232" y="739902"/>
                  </a:lnTo>
                  <a:lnTo>
                    <a:pt x="0" y="739902"/>
                  </a:lnTo>
                  <a:lnTo>
                    <a:pt x="0" y="369570"/>
                  </a:lnTo>
                  <a:close/>
                </a:path>
              </a:pathLst>
            </a:custGeom>
            <a:ln w="19050">
              <a:solidFill>
                <a:srgbClr val="009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4" name="object 8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918718" y="5631437"/>
              <a:ext cx="273570" cy="146304"/>
            </a:xfrm>
            <a:prstGeom prst="rect">
              <a:avLst/>
            </a:prstGeom>
          </p:spPr>
        </p:pic>
        <p:sp>
          <p:nvSpPr>
            <p:cNvPr id="85" name="object 85"/>
            <p:cNvSpPr/>
            <p:nvPr/>
          </p:nvSpPr>
          <p:spPr>
            <a:xfrm>
              <a:off x="7124077" y="5602862"/>
              <a:ext cx="236220" cy="38100"/>
            </a:xfrm>
            <a:custGeom>
              <a:avLst/>
              <a:gdLst/>
              <a:ahLst/>
              <a:cxnLst/>
              <a:rect l="l" t="t" r="r" b="b"/>
              <a:pathLst>
                <a:path w="236220" h="38100">
                  <a:moveTo>
                    <a:pt x="0" y="38100"/>
                  </a:moveTo>
                  <a:lnTo>
                    <a:pt x="761" y="0"/>
                  </a:lnTo>
                  <a:lnTo>
                    <a:pt x="236220" y="0"/>
                  </a:lnTo>
                </a:path>
              </a:pathLst>
            </a:custGeom>
            <a:ln w="19050">
              <a:solidFill>
                <a:srgbClr val="8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" name="object 8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918718" y="5880611"/>
              <a:ext cx="273570" cy="146304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7124077" y="5852036"/>
              <a:ext cx="236220" cy="38100"/>
            </a:xfrm>
            <a:custGeom>
              <a:avLst/>
              <a:gdLst/>
              <a:ahLst/>
              <a:cxnLst/>
              <a:rect l="l" t="t" r="r" b="b"/>
              <a:pathLst>
                <a:path w="236220" h="38100">
                  <a:moveTo>
                    <a:pt x="0" y="38100"/>
                  </a:moveTo>
                  <a:lnTo>
                    <a:pt x="761" y="0"/>
                  </a:lnTo>
                  <a:lnTo>
                    <a:pt x="236220" y="0"/>
                  </a:lnTo>
                </a:path>
              </a:pathLst>
            </a:custGeom>
            <a:ln w="19050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8" name="object 8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562102" y="5632961"/>
              <a:ext cx="272796" cy="146304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6393332" y="5605910"/>
              <a:ext cx="237490" cy="36830"/>
            </a:xfrm>
            <a:custGeom>
              <a:avLst/>
              <a:gdLst/>
              <a:ahLst/>
              <a:cxnLst/>
              <a:rect l="l" t="t" r="r" b="b"/>
              <a:pathLst>
                <a:path w="237490" h="36829">
                  <a:moveTo>
                    <a:pt x="236982" y="36575"/>
                  </a:moveTo>
                  <a:lnTo>
                    <a:pt x="236220" y="0"/>
                  </a:lnTo>
                  <a:lnTo>
                    <a:pt x="0" y="0"/>
                  </a:lnTo>
                </a:path>
              </a:pathLst>
            </a:custGeom>
            <a:ln w="19050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0" name="object 9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562102" y="5883659"/>
              <a:ext cx="272796" cy="144780"/>
            </a:xfrm>
            <a:prstGeom prst="rect">
              <a:avLst/>
            </a:prstGeom>
          </p:spPr>
        </p:pic>
        <p:sp>
          <p:nvSpPr>
            <p:cNvPr id="91" name="object 91"/>
            <p:cNvSpPr/>
            <p:nvPr/>
          </p:nvSpPr>
          <p:spPr>
            <a:xfrm>
              <a:off x="6393332" y="5853560"/>
              <a:ext cx="237490" cy="40005"/>
            </a:xfrm>
            <a:custGeom>
              <a:avLst/>
              <a:gdLst/>
              <a:ahLst/>
              <a:cxnLst/>
              <a:rect l="l" t="t" r="r" b="b"/>
              <a:pathLst>
                <a:path w="237490" h="40004">
                  <a:moveTo>
                    <a:pt x="236982" y="39624"/>
                  </a:moveTo>
                  <a:lnTo>
                    <a:pt x="236220" y="0"/>
                  </a:lnTo>
                  <a:lnTo>
                    <a:pt x="0" y="0"/>
                  </a:lnTo>
                </a:path>
              </a:pathLst>
            </a:custGeom>
            <a:ln w="19050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6825386" y="5782694"/>
              <a:ext cx="108585" cy="110489"/>
            </a:xfrm>
            <a:custGeom>
              <a:avLst/>
              <a:gdLst/>
              <a:ahLst/>
              <a:cxnLst/>
              <a:rect l="l" t="t" r="r" b="b"/>
              <a:pathLst>
                <a:path w="108584" h="110489">
                  <a:moveTo>
                    <a:pt x="108203" y="54863"/>
                  </a:moveTo>
                  <a:lnTo>
                    <a:pt x="103929" y="33432"/>
                  </a:lnTo>
                  <a:lnTo>
                    <a:pt x="92297" y="16001"/>
                  </a:lnTo>
                  <a:lnTo>
                    <a:pt x="75092" y="4286"/>
                  </a:lnTo>
                  <a:lnTo>
                    <a:pt x="54101" y="0"/>
                  </a:lnTo>
                  <a:lnTo>
                    <a:pt x="32789" y="4286"/>
                  </a:lnTo>
                  <a:lnTo>
                    <a:pt x="15620" y="16001"/>
                  </a:lnTo>
                  <a:lnTo>
                    <a:pt x="4167" y="33432"/>
                  </a:lnTo>
                  <a:lnTo>
                    <a:pt x="0" y="54863"/>
                  </a:lnTo>
                  <a:lnTo>
                    <a:pt x="4167" y="76414"/>
                  </a:lnTo>
                  <a:lnTo>
                    <a:pt x="15620" y="94106"/>
                  </a:lnTo>
                  <a:lnTo>
                    <a:pt x="32789" y="106084"/>
                  </a:lnTo>
                  <a:lnTo>
                    <a:pt x="54101" y="110489"/>
                  </a:lnTo>
                  <a:lnTo>
                    <a:pt x="75092" y="106084"/>
                  </a:lnTo>
                  <a:lnTo>
                    <a:pt x="92297" y="94106"/>
                  </a:lnTo>
                  <a:lnTo>
                    <a:pt x="103929" y="76414"/>
                  </a:lnTo>
                  <a:lnTo>
                    <a:pt x="108203" y="54863"/>
                  </a:lnTo>
                  <a:close/>
                </a:path>
              </a:pathLst>
            </a:custGeom>
            <a:ln w="19050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6858914" y="5837558"/>
              <a:ext cx="45720" cy="1905"/>
            </a:xfrm>
            <a:custGeom>
              <a:avLst/>
              <a:gdLst/>
              <a:ahLst/>
              <a:cxnLst/>
              <a:rect l="l" t="t" r="r" b="b"/>
              <a:pathLst>
                <a:path w="45720" h="1904">
                  <a:moveTo>
                    <a:pt x="-9524" y="762"/>
                  </a:moveTo>
                  <a:lnTo>
                    <a:pt x="55245" y="762"/>
                  </a:lnTo>
                </a:path>
              </a:pathLst>
            </a:custGeom>
            <a:ln w="20574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6825386" y="5677538"/>
              <a:ext cx="32384" cy="30480"/>
            </a:xfrm>
            <a:custGeom>
              <a:avLst/>
              <a:gdLst/>
              <a:ahLst/>
              <a:cxnLst/>
              <a:rect l="l" t="t" r="r" b="b"/>
              <a:pathLst>
                <a:path w="32384" h="30479">
                  <a:moveTo>
                    <a:pt x="0" y="0"/>
                  </a:moveTo>
                  <a:lnTo>
                    <a:pt x="32004" y="30480"/>
                  </a:lnTo>
                </a:path>
              </a:pathLst>
            </a:custGeom>
            <a:ln w="19050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6895477" y="5674490"/>
              <a:ext cx="33020" cy="33655"/>
            </a:xfrm>
            <a:custGeom>
              <a:avLst/>
              <a:gdLst/>
              <a:ahLst/>
              <a:cxnLst/>
              <a:rect l="l" t="t" r="r" b="b"/>
              <a:pathLst>
                <a:path w="33020" h="33654">
                  <a:moveTo>
                    <a:pt x="32766" y="0"/>
                  </a:moveTo>
                  <a:lnTo>
                    <a:pt x="0" y="33528"/>
                  </a:lnTo>
                </a:path>
              </a:pathLst>
            </a:custGeom>
            <a:ln w="19050">
              <a:solidFill>
                <a:srgbClr val="8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6825373" y="5947286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0" y="33527"/>
                  </a:moveTo>
                  <a:lnTo>
                    <a:pt x="33528" y="0"/>
                  </a:lnTo>
                </a:path>
              </a:pathLst>
            </a:custGeom>
            <a:ln w="19050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6895477" y="5944238"/>
              <a:ext cx="33020" cy="35560"/>
            </a:xfrm>
            <a:custGeom>
              <a:avLst/>
              <a:gdLst/>
              <a:ahLst/>
              <a:cxnLst/>
              <a:rect l="l" t="t" r="r" b="b"/>
              <a:pathLst>
                <a:path w="33020" h="35560">
                  <a:moveTo>
                    <a:pt x="32766" y="35051"/>
                  </a:moveTo>
                  <a:lnTo>
                    <a:pt x="0" y="0"/>
                  </a:lnTo>
                </a:path>
              </a:pathLst>
            </a:custGeom>
            <a:ln w="19050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8" name="object 98"/>
          <p:cNvGrpSpPr/>
          <p:nvPr/>
        </p:nvGrpSpPr>
        <p:grpSpPr>
          <a:xfrm>
            <a:off x="8308606" y="3367916"/>
            <a:ext cx="505459" cy="494030"/>
            <a:chOff x="8308606" y="3367916"/>
            <a:chExt cx="505459" cy="494030"/>
          </a:xfrm>
        </p:grpSpPr>
        <p:pic>
          <p:nvPicPr>
            <p:cNvPr id="99" name="object 9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433193" y="3367916"/>
              <a:ext cx="194309" cy="144017"/>
            </a:xfrm>
            <a:prstGeom prst="rect">
              <a:avLst/>
            </a:prstGeom>
          </p:spPr>
        </p:pic>
        <p:sp>
          <p:nvSpPr>
            <p:cNvPr id="100" name="object 100"/>
            <p:cNvSpPr/>
            <p:nvPr/>
          </p:nvSpPr>
          <p:spPr>
            <a:xfrm>
              <a:off x="8334895" y="3447164"/>
              <a:ext cx="452755" cy="340360"/>
            </a:xfrm>
            <a:custGeom>
              <a:avLst/>
              <a:gdLst/>
              <a:ahLst/>
              <a:cxnLst/>
              <a:rect l="l" t="t" r="r" b="b"/>
              <a:pathLst>
                <a:path w="452754" h="340360">
                  <a:moveTo>
                    <a:pt x="452627" y="339851"/>
                  </a:moveTo>
                  <a:lnTo>
                    <a:pt x="0" y="338327"/>
                  </a:lnTo>
                  <a:lnTo>
                    <a:pt x="0" y="0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1" name="object 10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8433193" y="3716912"/>
              <a:ext cx="194309" cy="144780"/>
            </a:xfrm>
            <a:prstGeom prst="rect">
              <a:avLst/>
            </a:prstGeom>
          </p:spPr>
        </p:pic>
      </p:grpSp>
      <p:grpSp>
        <p:nvGrpSpPr>
          <p:cNvPr id="102" name="object 102"/>
          <p:cNvGrpSpPr/>
          <p:nvPr/>
        </p:nvGrpSpPr>
        <p:grpSpPr>
          <a:xfrm>
            <a:off x="4112285" y="2400557"/>
            <a:ext cx="538480" cy="540385"/>
            <a:chOff x="4112285" y="2400557"/>
            <a:chExt cx="538480" cy="540385"/>
          </a:xfrm>
        </p:grpSpPr>
        <p:sp>
          <p:nvSpPr>
            <p:cNvPr id="103" name="object 103"/>
            <p:cNvSpPr/>
            <p:nvPr/>
          </p:nvSpPr>
          <p:spPr>
            <a:xfrm>
              <a:off x="4140860" y="2429132"/>
              <a:ext cx="481330" cy="483234"/>
            </a:xfrm>
            <a:custGeom>
              <a:avLst/>
              <a:gdLst/>
              <a:ahLst/>
              <a:cxnLst/>
              <a:rect l="l" t="t" r="r" b="b"/>
              <a:pathLst>
                <a:path w="481329" h="483235">
                  <a:moveTo>
                    <a:pt x="0" y="241553"/>
                  </a:moveTo>
                  <a:lnTo>
                    <a:pt x="4874" y="192888"/>
                  </a:lnTo>
                  <a:lnTo>
                    <a:pt x="18847" y="147554"/>
                  </a:lnTo>
                  <a:lnTo>
                    <a:pt x="40947" y="106523"/>
                  </a:lnTo>
                  <a:lnTo>
                    <a:pt x="70199" y="70770"/>
                  </a:lnTo>
                  <a:lnTo>
                    <a:pt x="105630" y="41268"/>
                  </a:lnTo>
                  <a:lnTo>
                    <a:pt x="146268" y="18990"/>
                  </a:lnTo>
                  <a:lnTo>
                    <a:pt x="191138" y="4909"/>
                  </a:lnTo>
                  <a:lnTo>
                    <a:pt x="239268" y="0"/>
                  </a:lnTo>
                  <a:lnTo>
                    <a:pt x="288152" y="4909"/>
                  </a:lnTo>
                  <a:lnTo>
                    <a:pt x="333589" y="18990"/>
                  </a:lnTo>
                  <a:lnTo>
                    <a:pt x="374633" y="41268"/>
                  </a:lnTo>
                  <a:lnTo>
                    <a:pt x="410337" y="70770"/>
                  </a:lnTo>
                  <a:lnTo>
                    <a:pt x="439754" y="106523"/>
                  </a:lnTo>
                  <a:lnTo>
                    <a:pt x="461938" y="147554"/>
                  </a:lnTo>
                  <a:lnTo>
                    <a:pt x="475943" y="192888"/>
                  </a:lnTo>
                  <a:lnTo>
                    <a:pt x="480822" y="241553"/>
                  </a:lnTo>
                  <a:lnTo>
                    <a:pt x="475943" y="290219"/>
                  </a:lnTo>
                  <a:lnTo>
                    <a:pt x="461938" y="335553"/>
                  </a:lnTo>
                  <a:lnTo>
                    <a:pt x="439754" y="376584"/>
                  </a:lnTo>
                  <a:lnTo>
                    <a:pt x="410337" y="412337"/>
                  </a:lnTo>
                  <a:lnTo>
                    <a:pt x="374633" y="441839"/>
                  </a:lnTo>
                  <a:lnTo>
                    <a:pt x="333589" y="464117"/>
                  </a:lnTo>
                  <a:lnTo>
                    <a:pt x="288152" y="478198"/>
                  </a:lnTo>
                  <a:lnTo>
                    <a:pt x="239268" y="483107"/>
                  </a:lnTo>
                  <a:lnTo>
                    <a:pt x="191138" y="478198"/>
                  </a:lnTo>
                  <a:lnTo>
                    <a:pt x="146268" y="464117"/>
                  </a:lnTo>
                  <a:lnTo>
                    <a:pt x="105630" y="441839"/>
                  </a:lnTo>
                  <a:lnTo>
                    <a:pt x="70199" y="412337"/>
                  </a:lnTo>
                  <a:lnTo>
                    <a:pt x="40947" y="376584"/>
                  </a:lnTo>
                  <a:lnTo>
                    <a:pt x="18847" y="335553"/>
                  </a:lnTo>
                  <a:lnTo>
                    <a:pt x="4874" y="290219"/>
                  </a:lnTo>
                  <a:lnTo>
                    <a:pt x="0" y="241553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258208" y="2455040"/>
              <a:ext cx="238760" cy="414655"/>
            </a:xfrm>
            <a:custGeom>
              <a:avLst/>
              <a:gdLst/>
              <a:ahLst/>
              <a:cxnLst/>
              <a:rect l="l" t="t" r="r" b="b"/>
              <a:pathLst>
                <a:path w="238760" h="414655">
                  <a:moveTo>
                    <a:pt x="238506" y="400812"/>
                  </a:moveTo>
                  <a:lnTo>
                    <a:pt x="238506" y="0"/>
                  </a:lnTo>
                  <a:lnTo>
                    <a:pt x="115062" y="245364"/>
                  </a:lnTo>
                  <a:lnTo>
                    <a:pt x="0" y="0"/>
                  </a:lnTo>
                  <a:lnTo>
                    <a:pt x="2286" y="414528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5" name="object 105"/>
          <p:cNvGrpSpPr/>
          <p:nvPr/>
        </p:nvGrpSpPr>
        <p:grpSpPr>
          <a:xfrm>
            <a:off x="4949723" y="4971545"/>
            <a:ext cx="734695" cy="906780"/>
            <a:chOff x="4949723" y="4971545"/>
            <a:chExt cx="734695" cy="906780"/>
          </a:xfrm>
        </p:grpSpPr>
        <p:sp>
          <p:nvSpPr>
            <p:cNvPr id="106" name="object 106"/>
            <p:cNvSpPr/>
            <p:nvPr/>
          </p:nvSpPr>
          <p:spPr>
            <a:xfrm>
              <a:off x="5606173" y="4997834"/>
              <a:ext cx="10160" cy="700405"/>
            </a:xfrm>
            <a:custGeom>
              <a:avLst/>
              <a:gdLst/>
              <a:ahLst/>
              <a:cxnLst/>
              <a:rect l="l" t="t" r="r" b="b"/>
              <a:pathLst>
                <a:path w="10160" h="700404">
                  <a:moveTo>
                    <a:pt x="9906" y="700277"/>
                  </a:moveTo>
                  <a:lnTo>
                    <a:pt x="0" y="0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7" name="object 10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539879" y="5346068"/>
              <a:ext cx="144017" cy="192024"/>
            </a:xfrm>
            <a:prstGeom prst="rect">
              <a:avLst/>
            </a:prstGeom>
          </p:spPr>
        </p:pic>
        <p:sp>
          <p:nvSpPr>
            <p:cNvPr id="108" name="object 108"/>
            <p:cNvSpPr/>
            <p:nvPr/>
          </p:nvSpPr>
          <p:spPr>
            <a:xfrm>
              <a:off x="5264810" y="5247008"/>
              <a:ext cx="340360" cy="452755"/>
            </a:xfrm>
            <a:custGeom>
              <a:avLst/>
              <a:gdLst/>
              <a:ahLst/>
              <a:cxnLst/>
              <a:rect l="l" t="t" r="r" b="b"/>
              <a:pathLst>
                <a:path w="340360" h="452754">
                  <a:moveTo>
                    <a:pt x="0" y="452627"/>
                  </a:moveTo>
                  <a:lnTo>
                    <a:pt x="1523" y="0"/>
                  </a:lnTo>
                  <a:lnTo>
                    <a:pt x="339852" y="0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9" name="object 10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191658" y="5346068"/>
              <a:ext cx="144779" cy="192024"/>
            </a:xfrm>
            <a:prstGeom prst="rect">
              <a:avLst/>
            </a:prstGeom>
          </p:spPr>
        </p:pic>
        <p:sp>
          <p:nvSpPr>
            <p:cNvPr id="110" name="object 110"/>
            <p:cNvSpPr/>
            <p:nvPr/>
          </p:nvSpPr>
          <p:spPr>
            <a:xfrm>
              <a:off x="4976012" y="5709542"/>
              <a:ext cx="636270" cy="142875"/>
            </a:xfrm>
            <a:custGeom>
              <a:avLst/>
              <a:gdLst/>
              <a:ahLst/>
              <a:cxnLst/>
              <a:rect l="l" t="t" r="r" b="b"/>
              <a:pathLst>
                <a:path w="636270" h="142875">
                  <a:moveTo>
                    <a:pt x="0" y="142494"/>
                  </a:moveTo>
                  <a:lnTo>
                    <a:pt x="636270" y="142494"/>
                  </a:lnTo>
                  <a:lnTo>
                    <a:pt x="636270" y="0"/>
                  </a:lnTo>
                  <a:lnTo>
                    <a:pt x="278892" y="0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1" name="object 111"/>
          <p:cNvGrpSpPr/>
          <p:nvPr/>
        </p:nvGrpSpPr>
        <p:grpSpPr>
          <a:xfrm>
            <a:off x="3535451" y="2015366"/>
            <a:ext cx="5278755" cy="3864610"/>
            <a:chOff x="3535451" y="2015366"/>
            <a:chExt cx="5278755" cy="3864610"/>
          </a:xfrm>
        </p:grpSpPr>
        <p:sp>
          <p:nvSpPr>
            <p:cNvPr id="112" name="object 112"/>
            <p:cNvSpPr/>
            <p:nvPr/>
          </p:nvSpPr>
          <p:spPr>
            <a:xfrm>
              <a:off x="6032893" y="4999358"/>
              <a:ext cx="10160" cy="700405"/>
            </a:xfrm>
            <a:custGeom>
              <a:avLst/>
              <a:gdLst/>
              <a:ahLst/>
              <a:cxnLst/>
              <a:rect l="l" t="t" r="r" b="b"/>
              <a:pathLst>
                <a:path w="10160" h="700404">
                  <a:moveTo>
                    <a:pt x="0" y="700277"/>
                  </a:moveTo>
                  <a:lnTo>
                    <a:pt x="9905" y="0"/>
                  </a:lnTo>
                </a:path>
              </a:pathLst>
            </a:custGeom>
            <a:ln w="52577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3" name="object 11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965088" y="5346068"/>
              <a:ext cx="144017" cy="193547"/>
            </a:xfrm>
            <a:prstGeom prst="rect">
              <a:avLst/>
            </a:prstGeom>
          </p:spPr>
        </p:pic>
        <p:sp>
          <p:nvSpPr>
            <p:cNvPr id="114" name="object 114"/>
            <p:cNvSpPr/>
            <p:nvPr/>
          </p:nvSpPr>
          <p:spPr>
            <a:xfrm>
              <a:off x="6045847" y="5250818"/>
              <a:ext cx="340360" cy="450850"/>
            </a:xfrm>
            <a:custGeom>
              <a:avLst/>
              <a:gdLst/>
              <a:ahLst/>
              <a:cxnLst/>
              <a:rect l="l" t="t" r="r" b="b"/>
              <a:pathLst>
                <a:path w="340360" h="450850">
                  <a:moveTo>
                    <a:pt x="339851" y="450342"/>
                  </a:moveTo>
                  <a:lnTo>
                    <a:pt x="338327" y="0"/>
                  </a:lnTo>
                  <a:lnTo>
                    <a:pt x="0" y="0"/>
                  </a:lnTo>
                </a:path>
              </a:pathLst>
            </a:custGeom>
            <a:ln w="52577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5" name="object 11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314071" y="5346068"/>
              <a:ext cx="144779" cy="193547"/>
            </a:xfrm>
            <a:prstGeom prst="rect">
              <a:avLst/>
            </a:prstGeom>
          </p:spPr>
        </p:pic>
        <p:sp>
          <p:nvSpPr>
            <p:cNvPr id="116" name="object 116"/>
            <p:cNvSpPr/>
            <p:nvPr/>
          </p:nvSpPr>
          <p:spPr>
            <a:xfrm>
              <a:off x="6031369" y="5493134"/>
              <a:ext cx="835660" cy="360680"/>
            </a:xfrm>
            <a:custGeom>
              <a:avLst/>
              <a:gdLst/>
              <a:ahLst/>
              <a:cxnLst/>
              <a:rect l="l" t="t" r="r" b="b"/>
              <a:pathLst>
                <a:path w="835659" h="360679">
                  <a:moveTo>
                    <a:pt x="835151" y="0"/>
                  </a:moveTo>
                  <a:lnTo>
                    <a:pt x="604265" y="358902"/>
                  </a:lnTo>
                  <a:lnTo>
                    <a:pt x="0" y="360426"/>
                  </a:lnTo>
                  <a:lnTo>
                    <a:pt x="0" y="216408"/>
                  </a:lnTo>
                  <a:lnTo>
                    <a:pt x="357377" y="216408"/>
                  </a:lnTo>
                </a:path>
              </a:pathLst>
            </a:custGeom>
            <a:ln w="52577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561740" y="2088518"/>
              <a:ext cx="5226050" cy="2912745"/>
            </a:xfrm>
            <a:custGeom>
              <a:avLst/>
              <a:gdLst/>
              <a:ahLst/>
              <a:cxnLst/>
              <a:rect l="l" t="t" r="r" b="b"/>
              <a:pathLst>
                <a:path w="5226050" h="2912745">
                  <a:moveTo>
                    <a:pt x="0" y="0"/>
                  </a:moveTo>
                  <a:lnTo>
                    <a:pt x="8382" y="2912364"/>
                  </a:lnTo>
                  <a:lnTo>
                    <a:pt x="5217414" y="2912363"/>
                  </a:lnTo>
                  <a:lnTo>
                    <a:pt x="5225796" y="8381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8" name="object 11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734714" y="2015366"/>
              <a:ext cx="193548" cy="144017"/>
            </a:xfrm>
            <a:prstGeom prst="rect">
              <a:avLst/>
            </a:prstGeom>
          </p:spPr>
        </p:pic>
        <p:sp>
          <p:nvSpPr>
            <p:cNvPr id="119" name="object 119"/>
            <p:cNvSpPr/>
            <p:nvPr/>
          </p:nvSpPr>
          <p:spPr>
            <a:xfrm>
              <a:off x="4258208" y="3428114"/>
              <a:ext cx="241935" cy="337185"/>
            </a:xfrm>
            <a:custGeom>
              <a:avLst/>
              <a:gdLst/>
              <a:ahLst/>
              <a:cxnLst/>
              <a:rect l="l" t="t" r="r" b="b"/>
              <a:pathLst>
                <a:path w="241935" h="337185">
                  <a:moveTo>
                    <a:pt x="0" y="0"/>
                  </a:moveTo>
                  <a:lnTo>
                    <a:pt x="241554" y="0"/>
                  </a:lnTo>
                  <a:lnTo>
                    <a:pt x="241554" y="336804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573932" y="3418208"/>
              <a:ext cx="699135" cy="346710"/>
            </a:xfrm>
            <a:custGeom>
              <a:avLst/>
              <a:gdLst/>
              <a:ahLst/>
              <a:cxnLst/>
              <a:rect l="l" t="t" r="r" b="b"/>
              <a:pathLst>
                <a:path w="699135" h="346710">
                  <a:moveTo>
                    <a:pt x="0" y="0"/>
                  </a:moveTo>
                  <a:lnTo>
                    <a:pt x="698754" y="8381"/>
                  </a:lnTo>
                  <a:lnTo>
                    <a:pt x="698754" y="346709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258208" y="2091566"/>
              <a:ext cx="241935" cy="337820"/>
            </a:xfrm>
            <a:custGeom>
              <a:avLst/>
              <a:gdLst/>
              <a:ahLst/>
              <a:cxnLst/>
              <a:rect l="l" t="t" r="r" b="b"/>
              <a:pathLst>
                <a:path w="241935" h="337819">
                  <a:moveTo>
                    <a:pt x="0" y="0"/>
                  </a:moveTo>
                  <a:lnTo>
                    <a:pt x="241554" y="0"/>
                  </a:lnTo>
                  <a:lnTo>
                    <a:pt x="241554" y="337566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573932" y="2094614"/>
              <a:ext cx="451484" cy="338455"/>
            </a:xfrm>
            <a:custGeom>
              <a:avLst/>
              <a:gdLst/>
              <a:ahLst/>
              <a:cxnLst/>
              <a:rect l="l" t="t" r="r" b="b"/>
              <a:pathLst>
                <a:path w="451485" h="338455">
                  <a:moveTo>
                    <a:pt x="0" y="338327"/>
                  </a:moveTo>
                  <a:lnTo>
                    <a:pt x="451104" y="336803"/>
                  </a:lnTo>
                  <a:lnTo>
                    <a:pt x="451104" y="0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582314" y="2083184"/>
              <a:ext cx="690880" cy="346075"/>
            </a:xfrm>
            <a:custGeom>
              <a:avLst/>
              <a:gdLst/>
              <a:ahLst/>
              <a:cxnLst/>
              <a:rect l="l" t="t" r="r" b="b"/>
              <a:pathLst>
                <a:path w="690879" h="346075">
                  <a:moveTo>
                    <a:pt x="0" y="0"/>
                  </a:moveTo>
                  <a:lnTo>
                    <a:pt x="690372" y="8381"/>
                  </a:lnTo>
                  <a:lnTo>
                    <a:pt x="690372" y="345947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4" name="object 124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734714" y="2364362"/>
              <a:ext cx="193548" cy="143255"/>
            </a:xfrm>
            <a:prstGeom prst="rect">
              <a:avLst/>
            </a:prstGeom>
          </p:spPr>
        </p:pic>
        <p:pic>
          <p:nvPicPr>
            <p:cNvPr id="125" name="object 12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734714" y="3351914"/>
              <a:ext cx="193548" cy="142494"/>
            </a:xfrm>
            <a:prstGeom prst="rect">
              <a:avLst/>
            </a:prstGeom>
          </p:spPr>
        </p:pic>
        <p:sp>
          <p:nvSpPr>
            <p:cNvPr id="126" name="object 126"/>
            <p:cNvSpPr/>
            <p:nvPr/>
          </p:nvSpPr>
          <p:spPr>
            <a:xfrm>
              <a:off x="3573932" y="3429638"/>
              <a:ext cx="451484" cy="340360"/>
            </a:xfrm>
            <a:custGeom>
              <a:avLst/>
              <a:gdLst/>
              <a:ahLst/>
              <a:cxnLst/>
              <a:rect l="l" t="t" r="r" b="b"/>
              <a:pathLst>
                <a:path w="451485" h="340360">
                  <a:moveTo>
                    <a:pt x="0" y="339851"/>
                  </a:moveTo>
                  <a:lnTo>
                    <a:pt x="451104" y="338327"/>
                  </a:lnTo>
                  <a:lnTo>
                    <a:pt x="451104" y="0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7" name="object 127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734714" y="3699386"/>
              <a:ext cx="193548" cy="144780"/>
            </a:xfrm>
            <a:prstGeom prst="rect">
              <a:avLst/>
            </a:prstGeom>
          </p:spPr>
        </p:pic>
        <p:pic>
          <p:nvPicPr>
            <p:cNvPr id="128" name="object 128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680849" y="2024510"/>
              <a:ext cx="193548" cy="144779"/>
            </a:xfrm>
            <a:prstGeom prst="rect">
              <a:avLst/>
            </a:prstGeom>
          </p:spPr>
        </p:pic>
        <p:sp>
          <p:nvSpPr>
            <p:cNvPr id="129" name="object 129"/>
            <p:cNvSpPr/>
            <p:nvPr/>
          </p:nvSpPr>
          <p:spPr>
            <a:xfrm>
              <a:off x="5191658" y="2100710"/>
              <a:ext cx="849630" cy="1216660"/>
            </a:xfrm>
            <a:custGeom>
              <a:avLst/>
              <a:gdLst/>
              <a:ahLst/>
              <a:cxnLst/>
              <a:rect l="l" t="t" r="r" b="b"/>
              <a:pathLst>
                <a:path w="849629" h="1216660">
                  <a:moveTo>
                    <a:pt x="849629" y="1216152"/>
                  </a:moveTo>
                  <a:lnTo>
                    <a:pt x="849629" y="6095"/>
                  </a:lnTo>
                  <a:lnTo>
                    <a:pt x="0" y="0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582564" y="2103758"/>
              <a:ext cx="452755" cy="338455"/>
            </a:xfrm>
            <a:custGeom>
              <a:avLst/>
              <a:gdLst/>
              <a:ahLst/>
              <a:cxnLst/>
              <a:rect l="l" t="t" r="r" b="b"/>
              <a:pathLst>
                <a:path w="452754" h="338455">
                  <a:moveTo>
                    <a:pt x="452627" y="338327"/>
                  </a:moveTo>
                  <a:lnTo>
                    <a:pt x="0" y="336803"/>
                  </a:lnTo>
                  <a:lnTo>
                    <a:pt x="0" y="0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1" name="object 131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5680849" y="2374268"/>
              <a:ext cx="193548" cy="144017"/>
            </a:xfrm>
            <a:prstGeom prst="rect">
              <a:avLst/>
            </a:prstGeom>
          </p:spPr>
        </p:pic>
        <p:sp>
          <p:nvSpPr>
            <p:cNvPr id="132" name="object 132"/>
            <p:cNvSpPr/>
            <p:nvPr/>
          </p:nvSpPr>
          <p:spPr>
            <a:xfrm>
              <a:off x="6041288" y="4204592"/>
              <a:ext cx="0" cy="791845"/>
            </a:xfrm>
            <a:custGeom>
              <a:avLst/>
              <a:gdLst/>
              <a:ahLst/>
              <a:cxnLst/>
              <a:rect l="l" t="t" r="r" b="b"/>
              <a:pathLst>
                <a:path h="791845">
                  <a:moveTo>
                    <a:pt x="0" y="791718"/>
                  </a:moveTo>
                  <a:lnTo>
                    <a:pt x="0" y="0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5699912" y="3316862"/>
              <a:ext cx="341630" cy="894080"/>
            </a:xfrm>
            <a:custGeom>
              <a:avLst/>
              <a:gdLst/>
              <a:ahLst/>
              <a:cxnLst/>
              <a:rect l="l" t="t" r="r" b="b"/>
              <a:pathLst>
                <a:path w="341629" h="894079">
                  <a:moveTo>
                    <a:pt x="341375" y="0"/>
                  </a:moveTo>
                  <a:lnTo>
                    <a:pt x="301623" y="3011"/>
                  </a:lnTo>
                  <a:lnTo>
                    <a:pt x="263203" y="11820"/>
                  </a:lnTo>
                  <a:lnTo>
                    <a:pt x="226372" y="26092"/>
                  </a:lnTo>
                  <a:lnTo>
                    <a:pt x="191388" y="45488"/>
                  </a:lnTo>
                  <a:lnTo>
                    <a:pt x="158511" y="69674"/>
                  </a:lnTo>
                  <a:lnTo>
                    <a:pt x="127998" y="98311"/>
                  </a:lnTo>
                  <a:lnTo>
                    <a:pt x="100107" y="131064"/>
                  </a:lnTo>
                  <a:lnTo>
                    <a:pt x="75098" y="167595"/>
                  </a:lnTo>
                  <a:lnTo>
                    <a:pt x="53227" y="207569"/>
                  </a:lnTo>
                  <a:lnTo>
                    <a:pt x="34754" y="250649"/>
                  </a:lnTo>
                  <a:lnTo>
                    <a:pt x="19936" y="296497"/>
                  </a:lnTo>
                  <a:lnTo>
                    <a:pt x="9032" y="344779"/>
                  </a:lnTo>
                  <a:lnTo>
                    <a:pt x="2301" y="395156"/>
                  </a:lnTo>
                  <a:lnTo>
                    <a:pt x="0" y="447294"/>
                  </a:lnTo>
                  <a:lnTo>
                    <a:pt x="2301" y="499279"/>
                  </a:lnTo>
                  <a:lnTo>
                    <a:pt x="9032" y="549526"/>
                  </a:lnTo>
                  <a:lnTo>
                    <a:pt x="19936" y="597697"/>
                  </a:lnTo>
                  <a:lnTo>
                    <a:pt x="34754" y="643454"/>
                  </a:lnTo>
                  <a:lnTo>
                    <a:pt x="53227" y="686458"/>
                  </a:lnTo>
                  <a:lnTo>
                    <a:pt x="75098" y="726372"/>
                  </a:lnTo>
                  <a:lnTo>
                    <a:pt x="100107" y="762857"/>
                  </a:lnTo>
                  <a:lnTo>
                    <a:pt x="127998" y="795574"/>
                  </a:lnTo>
                  <a:lnTo>
                    <a:pt x="158511" y="824186"/>
                  </a:lnTo>
                  <a:lnTo>
                    <a:pt x="191388" y="848354"/>
                  </a:lnTo>
                  <a:lnTo>
                    <a:pt x="226372" y="867741"/>
                  </a:lnTo>
                  <a:lnTo>
                    <a:pt x="263203" y="882007"/>
                  </a:lnTo>
                  <a:lnTo>
                    <a:pt x="301623" y="890814"/>
                  </a:lnTo>
                  <a:lnTo>
                    <a:pt x="341376" y="893826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4" name="object 134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7115695" y="3677288"/>
              <a:ext cx="192024" cy="142494"/>
            </a:xfrm>
            <a:prstGeom prst="rect">
              <a:avLst/>
            </a:prstGeom>
          </p:spPr>
        </p:pic>
        <p:sp>
          <p:nvSpPr>
            <p:cNvPr id="135" name="object 135"/>
            <p:cNvSpPr/>
            <p:nvPr/>
          </p:nvSpPr>
          <p:spPr>
            <a:xfrm>
              <a:off x="6431419" y="3753488"/>
              <a:ext cx="1043305" cy="1216660"/>
            </a:xfrm>
            <a:custGeom>
              <a:avLst/>
              <a:gdLst/>
              <a:ahLst/>
              <a:cxnLst/>
              <a:rect l="l" t="t" r="r" b="b"/>
              <a:pathLst>
                <a:path w="1043304" h="1216660">
                  <a:moveTo>
                    <a:pt x="1043177" y="1216152"/>
                  </a:moveTo>
                  <a:lnTo>
                    <a:pt x="1043177" y="5333"/>
                  </a:lnTo>
                  <a:lnTo>
                    <a:pt x="0" y="0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7017397" y="3755012"/>
              <a:ext cx="452755" cy="340360"/>
            </a:xfrm>
            <a:custGeom>
              <a:avLst/>
              <a:gdLst/>
              <a:ahLst/>
              <a:cxnLst/>
              <a:rect l="l" t="t" r="r" b="b"/>
              <a:pathLst>
                <a:path w="452754" h="340360">
                  <a:moveTo>
                    <a:pt x="452627" y="339851"/>
                  </a:moveTo>
                  <a:lnTo>
                    <a:pt x="0" y="338327"/>
                  </a:lnTo>
                  <a:lnTo>
                    <a:pt x="0" y="0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7" name="object 137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7115695" y="4024760"/>
              <a:ext cx="192024" cy="144780"/>
            </a:xfrm>
            <a:prstGeom prst="rect">
              <a:avLst/>
            </a:prstGeom>
          </p:spPr>
        </p:pic>
      </p:grpSp>
      <p:sp>
        <p:nvSpPr>
          <p:cNvPr id="138" name="object 138"/>
          <p:cNvSpPr txBox="1"/>
          <p:nvPr/>
        </p:nvSpPr>
        <p:spPr>
          <a:xfrm>
            <a:off x="344042" y="1950088"/>
            <a:ext cx="3070860" cy="34474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Система аварийного газоудаления </a:t>
            </a:r>
            <a:r>
              <a:rPr sz="160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339A"/>
                </a:solidFill>
                <a:latin typeface="Calibri"/>
                <a:cs typeface="Calibri"/>
              </a:rPr>
              <a:t>является</a:t>
            </a:r>
            <a:r>
              <a:rPr sz="1600" spc="-25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системой</a:t>
            </a:r>
            <a:r>
              <a:rPr sz="1600" spc="-25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339A"/>
                </a:solidFill>
                <a:latin typeface="Calibri"/>
                <a:cs typeface="Calibri"/>
              </a:rPr>
              <a:t>для</a:t>
            </a:r>
            <a:r>
              <a:rPr sz="1600" spc="-25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управления </a:t>
            </a:r>
            <a:r>
              <a:rPr sz="1600" spc="-345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запроектными </a:t>
            </a:r>
            <a:r>
              <a:rPr sz="1600" spc="-5" dirty="0">
                <a:solidFill>
                  <a:srgbClr val="00339A"/>
                </a:solidFill>
                <a:latin typeface="Calibri"/>
                <a:cs typeface="Calibri"/>
              </a:rPr>
              <a:t>авариями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и </a:t>
            </a:r>
            <a:r>
              <a:rPr sz="1600" spc="5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339A"/>
                </a:solidFill>
                <a:latin typeface="Calibri"/>
                <a:cs typeface="Calibri"/>
              </a:rPr>
              <a:t>предназначена для отвода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 парогазовой </a:t>
            </a:r>
            <a:r>
              <a:rPr sz="1600" spc="-5" dirty="0">
                <a:solidFill>
                  <a:srgbClr val="00339A"/>
                </a:solidFill>
                <a:latin typeface="Calibri"/>
                <a:cs typeface="Calibri"/>
              </a:rPr>
              <a:t>смеси, образующейся </a:t>
            </a:r>
            <a:r>
              <a:rPr sz="1600" spc="-355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в первом </a:t>
            </a:r>
            <a:r>
              <a:rPr sz="1600" spc="-5" dirty="0">
                <a:solidFill>
                  <a:srgbClr val="00339A"/>
                </a:solidFill>
                <a:latin typeface="Calibri"/>
                <a:cs typeface="Calibri"/>
              </a:rPr>
              <a:t>контуре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и </a:t>
            </a:r>
            <a:r>
              <a:rPr sz="1600" spc="5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339A"/>
                </a:solidFill>
                <a:latin typeface="Calibri"/>
                <a:cs typeface="Calibri"/>
              </a:rPr>
              <a:t>накапливающейся под крышкой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339A"/>
                </a:solidFill>
                <a:latin typeface="Calibri"/>
                <a:cs typeface="Calibri"/>
              </a:rPr>
              <a:t>реактора,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в </a:t>
            </a:r>
            <a:r>
              <a:rPr sz="1600" spc="-5" dirty="0">
                <a:solidFill>
                  <a:srgbClr val="00339A"/>
                </a:solidFill>
                <a:latin typeface="Calibri"/>
                <a:cs typeface="Calibri"/>
              </a:rPr>
              <a:t>коллекторах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 парогенераторов</a:t>
            </a:r>
            <a:r>
              <a:rPr sz="1600" spc="90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и</a:t>
            </a:r>
            <a:r>
              <a:rPr sz="1600" spc="90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в </a:t>
            </a:r>
            <a:r>
              <a:rPr sz="1600" spc="5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339A"/>
                </a:solidFill>
                <a:latin typeface="Calibri"/>
                <a:cs typeface="Calibri"/>
              </a:rPr>
              <a:t>компенсаторе давления при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339A"/>
                </a:solidFill>
                <a:latin typeface="Calibri"/>
                <a:cs typeface="Calibri"/>
              </a:rPr>
              <a:t>авариях, сопровождающихся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339A"/>
                </a:solidFill>
                <a:latin typeface="Calibri"/>
                <a:cs typeface="Calibri"/>
              </a:rPr>
              <a:t>вскипанием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339A"/>
                </a:solidFill>
                <a:latin typeface="Calibri"/>
                <a:cs typeface="Calibri"/>
              </a:rPr>
              <a:t>теплоносителя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и </a:t>
            </a:r>
            <a:r>
              <a:rPr sz="1600" spc="5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339A"/>
                </a:solidFill>
                <a:latin typeface="Calibri"/>
                <a:cs typeface="Calibri"/>
              </a:rPr>
              <a:t>выделением газов из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 теплоносителя.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141" name="object 14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191770">
              <a:lnSpc>
                <a:spcPct val="100000"/>
              </a:lnSpc>
              <a:spcBef>
                <a:spcPts val="345"/>
              </a:spcBef>
            </a:pPr>
            <a:fld id="{81D60167-4931-47E6-BA6A-407CBD079E47}" type="slidenum">
              <a:rPr spc="-5" dirty="0"/>
              <a:t>44</a:t>
            </a:fld>
            <a:endParaRPr spc="-5" dirty="0"/>
          </a:p>
        </p:txBody>
      </p:sp>
      <p:sp>
        <p:nvSpPr>
          <p:cNvPr id="139" name="object 139"/>
          <p:cNvSpPr txBox="1"/>
          <p:nvPr/>
        </p:nvSpPr>
        <p:spPr>
          <a:xfrm>
            <a:off x="606952" y="972442"/>
            <a:ext cx="525462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5" dirty="0">
                <a:solidFill>
                  <a:srgbClr val="FF0000"/>
                </a:solidFill>
                <a:latin typeface="Calibri"/>
                <a:cs typeface="Calibri"/>
              </a:rPr>
              <a:t>Система</a:t>
            </a:r>
            <a:r>
              <a:rPr sz="2400" spc="-3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2400" spc="-5" dirty="0">
                <a:solidFill>
                  <a:srgbClr val="FF0000"/>
                </a:solidFill>
                <a:latin typeface="Calibri"/>
                <a:cs typeface="Calibri"/>
              </a:rPr>
              <a:t>аварийного</a:t>
            </a:r>
            <a:r>
              <a:rPr sz="2400" spc="-2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2400" spc="-5" dirty="0">
                <a:solidFill>
                  <a:srgbClr val="FF0000"/>
                </a:solidFill>
                <a:latin typeface="Calibri"/>
                <a:cs typeface="Calibri"/>
              </a:rPr>
              <a:t>газоудаления</a:t>
            </a:r>
            <a:r>
              <a:rPr sz="2400" spc="-2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2400" spc="-5" dirty="0">
                <a:solidFill>
                  <a:srgbClr val="FF0000"/>
                </a:solidFill>
                <a:latin typeface="Calibri"/>
                <a:cs typeface="Calibri"/>
              </a:rPr>
              <a:t>(САГ)</a:t>
            </a:r>
            <a:endParaRPr sz="2400">
              <a:latin typeface="Calibri"/>
              <a:cs typeface="Calibri"/>
            </a:endParaRPr>
          </a:p>
        </p:txBody>
      </p:sp>
      <p:sp>
        <p:nvSpPr>
          <p:cNvPr id="140" name="object 140"/>
          <p:cNvSpPr txBox="1">
            <a:spLocks noGrp="1"/>
          </p:cNvSpPr>
          <p:nvPr>
            <p:ph type="title"/>
          </p:nvPr>
        </p:nvSpPr>
        <p:spPr>
          <a:xfrm>
            <a:off x="3189370" y="283594"/>
            <a:ext cx="421640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Системы</a:t>
            </a:r>
            <a:r>
              <a:rPr spc="-15" dirty="0"/>
              <a:t> </a:t>
            </a:r>
            <a:r>
              <a:rPr spc="-5" dirty="0"/>
              <a:t>безопасности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967627" y="250828"/>
            <a:ext cx="346202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b="1" spc="-10" dirty="0">
                <a:latin typeface="Arial"/>
                <a:cs typeface="Arial"/>
              </a:rPr>
              <a:t>Уроки</a:t>
            </a:r>
            <a:r>
              <a:rPr b="1" spc="-50" dirty="0">
                <a:latin typeface="Arial"/>
                <a:cs typeface="Arial"/>
              </a:rPr>
              <a:t> </a:t>
            </a:r>
            <a:r>
              <a:rPr b="1" spc="-10" dirty="0">
                <a:latin typeface="Arial"/>
                <a:cs typeface="Arial"/>
              </a:rPr>
              <a:t>Фукусимы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655960" y="6540008"/>
            <a:ext cx="307340" cy="309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2310"/>
              </a:lnSpc>
            </a:pPr>
            <a:r>
              <a:rPr sz="2000" spc="-10" dirty="0">
                <a:solidFill>
                  <a:srgbClr val="0068B4"/>
                </a:solidFill>
                <a:latin typeface="Microsoft Sans Serif"/>
                <a:cs typeface="Microsoft Sans Serif"/>
              </a:rPr>
              <a:t>58</a:t>
            </a:r>
            <a:endParaRPr sz="200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46626" y="1445644"/>
            <a:ext cx="7438390" cy="3816350"/>
          </a:xfrm>
          <a:prstGeom prst="rect">
            <a:avLst/>
          </a:prstGeom>
        </p:spPr>
        <p:txBody>
          <a:bodyPr vert="horz" wrap="square" lIns="0" tIns="5715" rIns="0" bIns="0" rtlCol="0">
            <a:spAutoFit/>
          </a:bodyPr>
          <a:lstStyle/>
          <a:p>
            <a:pPr marL="12700" marR="679450">
              <a:lnSpc>
                <a:spcPct val="102099"/>
              </a:lnSpc>
              <a:spcBef>
                <a:spcPts val="45"/>
              </a:spcBef>
              <a:buSzPct val="95000"/>
              <a:buFont typeface="Microsoft Sans Serif"/>
              <a:buAutoNum type="arabicPeriod"/>
              <a:tabLst>
                <a:tab pos="224790" algn="l"/>
              </a:tabLst>
            </a:pPr>
            <a:r>
              <a:rPr sz="2000" spc="35" dirty="0">
                <a:solidFill>
                  <a:srgbClr val="00228B"/>
                </a:solidFill>
                <a:latin typeface="Trebuchet MS"/>
                <a:cs typeface="Trebuchet MS"/>
              </a:rPr>
              <a:t>Выполнен </a:t>
            </a:r>
            <a:r>
              <a:rPr sz="2000" spc="25" dirty="0">
                <a:solidFill>
                  <a:srgbClr val="00228B"/>
                </a:solidFill>
                <a:latin typeface="Trebuchet MS"/>
                <a:cs typeface="Trebuchet MS"/>
              </a:rPr>
              <a:t>анализ </a:t>
            </a:r>
            <a:r>
              <a:rPr sz="2000" spc="-5" dirty="0">
                <a:solidFill>
                  <a:srgbClr val="00228B"/>
                </a:solidFill>
                <a:latin typeface="Trebuchet MS"/>
                <a:cs typeface="Trebuchet MS"/>
              </a:rPr>
              <a:t>устойчивости Тяньваньской </a:t>
            </a:r>
            <a:r>
              <a:rPr sz="2000" spc="220" dirty="0">
                <a:solidFill>
                  <a:srgbClr val="00228B"/>
                </a:solidFill>
                <a:latin typeface="Trebuchet MS"/>
                <a:cs typeface="Trebuchet MS"/>
              </a:rPr>
              <a:t>АЭС </a:t>
            </a:r>
            <a:r>
              <a:rPr sz="2000" spc="-160" dirty="0">
                <a:solidFill>
                  <a:srgbClr val="00228B"/>
                </a:solidFill>
                <a:latin typeface="Trebuchet MS"/>
                <a:cs typeface="Trebuchet MS"/>
              </a:rPr>
              <a:t>к </a:t>
            </a:r>
            <a:r>
              <a:rPr sz="2000" spc="-15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228B"/>
                </a:solidFill>
                <a:latin typeface="Trebuchet MS"/>
                <a:cs typeface="Trebuchet MS"/>
              </a:rPr>
              <a:t>катастрофическим </a:t>
            </a:r>
            <a:r>
              <a:rPr sz="2000" spc="5" dirty="0">
                <a:solidFill>
                  <a:srgbClr val="00228B"/>
                </a:solidFill>
                <a:latin typeface="Trebuchet MS"/>
                <a:cs typeface="Trebuchet MS"/>
              </a:rPr>
              <a:t>внешним воздействиям </a:t>
            </a:r>
            <a:r>
              <a:rPr sz="2000" spc="-10" dirty="0">
                <a:solidFill>
                  <a:srgbClr val="00228B"/>
                </a:solidFill>
                <a:latin typeface="Trebuchet MS"/>
                <a:cs typeface="Trebuchet MS"/>
              </a:rPr>
              <a:t>природного </a:t>
            </a:r>
            <a:r>
              <a:rPr sz="2000" spc="-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228B"/>
                </a:solidFill>
                <a:latin typeface="Trebuchet MS"/>
                <a:cs typeface="Trebuchet MS"/>
              </a:rPr>
              <a:t>характера</a:t>
            </a:r>
            <a:r>
              <a:rPr sz="2000" spc="-5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228B"/>
                </a:solidFill>
                <a:latin typeface="Trebuchet MS"/>
                <a:cs typeface="Trebuchet MS"/>
              </a:rPr>
              <a:t>по</a:t>
            </a:r>
            <a:r>
              <a:rPr sz="2000" spc="-4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-10" dirty="0">
                <a:solidFill>
                  <a:srgbClr val="00228B"/>
                </a:solidFill>
                <a:latin typeface="Trebuchet MS"/>
                <a:cs typeface="Trebuchet MS"/>
              </a:rPr>
              <a:t>типу</a:t>
            </a:r>
            <a:r>
              <a:rPr sz="2000" spc="-5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00228B"/>
                </a:solidFill>
                <a:latin typeface="Trebuchet MS"/>
                <a:cs typeface="Trebuchet MS"/>
              </a:rPr>
              <a:t>аварии</a:t>
            </a:r>
            <a:r>
              <a:rPr sz="2000" spc="-60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35" dirty="0">
                <a:solidFill>
                  <a:srgbClr val="00228B"/>
                </a:solidFill>
                <a:latin typeface="Trebuchet MS"/>
                <a:cs typeface="Trebuchet MS"/>
              </a:rPr>
              <a:t>на</a:t>
            </a:r>
            <a:r>
              <a:rPr sz="2000" spc="-50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220" dirty="0">
                <a:solidFill>
                  <a:srgbClr val="00228B"/>
                </a:solidFill>
                <a:latin typeface="Trebuchet MS"/>
                <a:cs typeface="Trebuchet MS"/>
              </a:rPr>
              <a:t>АЭС</a:t>
            </a:r>
            <a:r>
              <a:rPr sz="2000" spc="-60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228B"/>
                </a:solidFill>
                <a:latin typeface="Microsoft Sans Serif"/>
                <a:cs typeface="Microsoft Sans Serif"/>
              </a:rPr>
              <a:t>«</a:t>
            </a:r>
            <a:r>
              <a:rPr sz="2000" spc="-5" dirty="0">
                <a:solidFill>
                  <a:srgbClr val="00228B"/>
                </a:solidFill>
                <a:latin typeface="Trebuchet MS"/>
                <a:cs typeface="Trebuchet MS"/>
              </a:rPr>
              <a:t>Фукусима</a:t>
            </a:r>
            <a:r>
              <a:rPr sz="2000" spc="-5" dirty="0">
                <a:solidFill>
                  <a:srgbClr val="00228B"/>
                </a:solidFill>
                <a:latin typeface="Microsoft Sans Serif"/>
                <a:cs typeface="Microsoft Sans Serif"/>
              </a:rPr>
              <a:t>»</a:t>
            </a:r>
            <a:r>
              <a:rPr sz="2000" spc="25" dirty="0">
                <a:solidFill>
                  <a:srgbClr val="00228B"/>
                </a:solidFill>
                <a:latin typeface="Microsoft Sans Serif"/>
                <a:cs typeface="Microsoft Sans Serif"/>
              </a:rPr>
              <a:t> </a:t>
            </a:r>
            <a:r>
              <a:rPr sz="2000" spc="25" dirty="0">
                <a:solidFill>
                  <a:srgbClr val="00228B"/>
                </a:solidFill>
                <a:latin typeface="Trebuchet MS"/>
                <a:cs typeface="Trebuchet MS"/>
              </a:rPr>
              <a:t>в</a:t>
            </a:r>
            <a:r>
              <a:rPr sz="2000" spc="-60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228B"/>
                </a:solidFill>
                <a:latin typeface="Trebuchet MS"/>
                <a:cs typeface="Trebuchet MS"/>
              </a:rPr>
              <a:t>Японии</a:t>
            </a:r>
            <a:r>
              <a:rPr sz="2000" spc="25" dirty="0">
                <a:solidFill>
                  <a:srgbClr val="00228B"/>
                </a:solidFill>
                <a:latin typeface="Microsoft Sans Serif"/>
                <a:cs typeface="Microsoft Sans Serif"/>
              </a:rPr>
              <a:t>.</a:t>
            </a:r>
            <a:endParaRPr sz="2000">
              <a:latin typeface="Microsoft Sans Serif"/>
              <a:cs typeface="Microsoft Sans Serif"/>
            </a:endParaRPr>
          </a:p>
          <a:p>
            <a:pPr marL="12700" marR="301625">
              <a:lnSpc>
                <a:spcPct val="100000"/>
              </a:lnSpc>
              <a:spcBef>
                <a:spcPts val="475"/>
              </a:spcBef>
              <a:buSzPct val="95000"/>
              <a:buFont typeface="Microsoft Sans Serif"/>
              <a:buAutoNum type="arabicPeriod"/>
              <a:tabLst>
                <a:tab pos="224790" algn="l"/>
              </a:tabLst>
            </a:pPr>
            <a:r>
              <a:rPr sz="2000" spc="50" dirty="0">
                <a:solidFill>
                  <a:srgbClr val="00228B"/>
                </a:solidFill>
                <a:latin typeface="Trebuchet MS"/>
                <a:cs typeface="Trebuchet MS"/>
              </a:rPr>
              <a:t>Разработан </a:t>
            </a:r>
            <a:r>
              <a:rPr sz="2000" spc="5" dirty="0">
                <a:solidFill>
                  <a:srgbClr val="00228B"/>
                </a:solidFill>
                <a:latin typeface="Trebuchet MS"/>
                <a:cs typeface="Trebuchet MS"/>
              </a:rPr>
              <a:t>концептуальный </a:t>
            </a:r>
            <a:r>
              <a:rPr sz="2000" spc="-25" dirty="0">
                <a:solidFill>
                  <a:srgbClr val="00228B"/>
                </a:solidFill>
                <a:latin typeface="Trebuchet MS"/>
                <a:cs typeface="Trebuchet MS"/>
              </a:rPr>
              <a:t>проект </a:t>
            </a:r>
            <a:r>
              <a:rPr sz="2000" dirty="0">
                <a:solidFill>
                  <a:srgbClr val="00228B"/>
                </a:solidFill>
                <a:latin typeface="Trebuchet MS"/>
                <a:cs typeface="Trebuchet MS"/>
              </a:rPr>
              <a:t>дополнительного </a:t>
            </a:r>
            <a:r>
              <a:rPr sz="2000" spc="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00228B"/>
                </a:solidFill>
                <a:latin typeface="Trebuchet MS"/>
                <a:cs typeface="Trebuchet MS"/>
              </a:rPr>
              <a:t>оснащения</a:t>
            </a:r>
            <a:r>
              <a:rPr sz="2000" spc="-40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228B"/>
                </a:solidFill>
                <a:latin typeface="Trebuchet MS"/>
                <a:cs typeface="Trebuchet MS"/>
              </a:rPr>
              <a:t>блоков</a:t>
            </a:r>
            <a:r>
              <a:rPr sz="2000" spc="-4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165" dirty="0">
                <a:solidFill>
                  <a:srgbClr val="00228B"/>
                </a:solidFill>
                <a:latin typeface="Trebuchet MS"/>
                <a:cs typeface="Trebuchet MS"/>
              </a:rPr>
              <a:t>АЭС</a:t>
            </a:r>
            <a:r>
              <a:rPr sz="2000" spc="165" dirty="0">
                <a:solidFill>
                  <a:srgbClr val="00228B"/>
                </a:solidFill>
                <a:latin typeface="Microsoft Sans Serif"/>
                <a:cs typeface="Microsoft Sans Serif"/>
              </a:rPr>
              <a:t>,</a:t>
            </a:r>
            <a:r>
              <a:rPr sz="2000" spc="30" dirty="0">
                <a:solidFill>
                  <a:srgbClr val="00228B"/>
                </a:solidFill>
                <a:latin typeface="Microsoft Sans Serif"/>
                <a:cs typeface="Microsoft Sans Serif"/>
              </a:rPr>
              <a:t> </a:t>
            </a:r>
            <a:r>
              <a:rPr sz="2000" dirty="0">
                <a:solidFill>
                  <a:srgbClr val="00228B"/>
                </a:solidFill>
                <a:latin typeface="Trebuchet MS"/>
                <a:cs typeface="Trebuchet MS"/>
              </a:rPr>
              <a:t>предназначенного</a:t>
            </a:r>
            <a:r>
              <a:rPr sz="2000" spc="-3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00228B"/>
                </a:solidFill>
                <a:latin typeface="Trebuchet MS"/>
                <a:cs typeface="Trebuchet MS"/>
              </a:rPr>
              <a:t>для</a:t>
            </a:r>
            <a:r>
              <a:rPr sz="2000" spc="-4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00228B"/>
                </a:solidFill>
                <a:latin typeface="Trebuchet MS"/>
                <a:cs typeface="Trebuchet MS"/>
              </a:rPr>
              <a:t>ослабления </a:t>
            </a:r>
            <a:r>
              <a:rPr sz="2000" spc="-590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5" dirty="0">
                <a:solidFill>
                  <a:srgbClr val="00228B"/>
                </a:solidFill>
                <a:latin typeface="Trebuchet MS"/>
                <a:cs typeface="Trebuchet MS"/>
              </a:rPr>
              <a:t>последствий </a:t>
            </a:r>
            <a:r>
              <a:rPr sz="2000" spc="-30" dirty="0">
                <a:solidFill>
                  <a:srgbClr val="00228B"/>
                </a:solidFill>
                <a:latin typeface="Trebuchet MS"/>
                <a:cs typeface="Trebuchet MS"/>
              </a:rPr>
              <a:t>и </a:t>
            </a:r>
            <a:r>
              <a:rPr sz="2000" spc="15" dirty="0">
                <a:solidFill>
                  <a:srgbClr val="00228B"/>
                </a:solidFill>
                <a:latin typeface="Trebuchet MS"/>
                <a:cs typeface="Trebuchet MS"/>
              </a:rPr>
              <a:t>управления </a:t>
            </a:r>
            <a:r>
              <a:rPr sz="2000" spc="10" dirty="0">
                <a:solidFill>
                  <a:srgbClr val="00228B"/>
                </a:solidFill>
                <a:latin typeface="Trebuchet MS"/>
                <a:cs typeface="Trebuchet MS"/>
              </a:rPr>
              <a:t>авариями</a:t>
            </a:r>
            <a:r>
              <a:rPr sz="2000" spc="10" dirty="0">
                <a:solidFill>
                  <a:srgbClr val="00228B"/>
                </a:solidFill>
                <a:latin typeface="Microsoft Sans Serif"/>
                <a:cs typeface="Microsoft Sans Serif"/>
              </a:rPr>
              <a:t>, </a:t>
            </a:r>
            <a:r>
              <a:rPr sz="2000" spc="15" dirty="0">
                <a:solidFill>
                  <a:srgbClr val="00228B"/>
                </a:solidFill>
                <a:latin typeface="Trebuchet MS"/>
                <a:cs typeface="Trebuchet MS"/>
              </a:rPr>
              <a:t>связанными </a:t>
            </a:r>
            <a:r>
              <a:rPr sz="2000" dirty="0">
                <a:solidFill>
                  <a:srgbClr val="00228B"/>
                </a:solidFill>
                <a:latin typeface="Trebuchet MS"/>
                <a:cs typeface="Trebuchet MS"/>
              </a:rPr>
              <a:t>с </a:t>
            </a:r>
            <a:r>
              <a:rPr sz="2000" spc="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228B"/>
                </a:solidFill>
                <a:latin typeface="Trebuchet MS"/>
                <a:cs typeface="Trebuchet MS"/>
              </a:rPr>
              <a:t>повреждениями</a:t>
            </a:r>
            <a:r>
              <a:rPr sz="2000" spc="-50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00228B"/>
                </a:solidFill>
                <a:latin typeface="Trebuchet MS"/>
                <a:cs typeface="Trebuchet MS"/>
              </a:rPr>
              <a:t>площадочной</a:t>
            </a:r>
            <a:r>
              <a:rPr sz="2000" spc="-5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228B"/>
                </a:solidFill>
                <a:latin typeface="Trebuchet MS"/>
                <a:cs typeface="Trebuchet MS"/>
              </a:rPr>
              <a:t>инфраструктуры</a:t>
            </a:r>
            <a:r>
              <a:rPr sz="2000" dirty="0">
                <a:solidFill>
                  <a:srgbClr val="00228B"/>
                </a:solidFill>
                <a:latin typeface="Microsoft Sans Serif"/>
                <a:cs typeface="Microsoft Sans Serif"/>
              </a:rPr>
              <a:t>.</a:t>
            </a:r>
            <a:endParaRPr sz="2000">
              <a:latin typeface="Microsoft Sans Serif"/>
              <a:cs typeface="Microsoft Sans Serif"/>
            </a:endParaRPr>
          </a:p>
          <a:p>
            <a:pPr marL="12700" marR="5080">
              <a:lnSpc>
                <a:spcPct val="100000"/>
              </a:lnSpc>
              <a:spcBef>
                <a:spcPts val="475"/>
              </a:spcBef>
              <a:buSzPct val="95000"/>
              <a:buFont typeface="Microsoft Sans Serif"/>
              <a:buAutoNum type="arabicPeriod"/>
              <a:tabLst>
                <a:tab pos="294640" algn="l"/>
              </a:tabLst>
            </a:pPr>
            <a:r>
              <a:rPr sz="2000" spc="45" dirty="0">
                <a:solidFill>
                  <a:srgbClr val="00228B"/>
                </a:solidFill>
                <a:latin typeface="Trebuchet MS"/>
                <a:cs typeface="Trebuchet MS"/>
              </a:rPr>
              <a:t>Реализация </a:t>
            </a:r>
            <a:r>
              <a:rPr sz="2000" dirty="0">
                <a:solidFill>
                  <a:srgbClr val="00228B"/>
                </a:solidFill>
                <a:latin typeface="Trebuchet MS"/>
                <a:cs typeface="Trebuchet MS"/>
              </a:rPr>
              <a:t>мероприятий </a:t>
            </a:r>
            <a:r>
              <a:rPr sz="2000" spc="10" dirty="0">
                <a:solidFill>
                  <a:srgbClr val="00228B"/>
                </a:solidFill>
                <a:latin typeface="Trebuchet MS"/>
                <a:cs typeface="Trebuchet MS"/>
              </a:rPr>
              <a:t>позволит </a:t>
            </a:r>
            <a:r>
              <a:rPr sz="2000" spc="5" dirty="0">
                <a:solidFill>
                  <a:srgbClr val="00228B"/>
                </a:solidFill>
                <a:latin typeface="Trebuchet MS"/>
                <a:cs typeface="Trebuchet MS"/>
              </a:rPr>
              <a:t>обеспечить </a:t>
            </a:r>
            <a:r>
              <a:rPr sz="2000" spc="20" dirty="0">
                <a:solidFill>
                  <a:srgbClr val="00228B"/>
                </a:solidFill>
                <a:latin typeface="Trebuchet MS"/>
                <a:cs typeface="Trebuchet MS"/>
              </a:rPr>
              <a:t>отвод </a:t>
            </a:r>
            <a:r>
              <a:rPr sz="2000" spc="2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228B"/>
                </a:solidFill>
                <a:latin typeface="Trebuchet MS"/>
                <a:cs typeface="Trebuchet MS"/>
              </a:rPr>
              <a:t>остаточных </a:t>
            </a:r>
            <a:r>
              <a:rPr sz="2000" spc="5" dirty="0">
                <a:solidFill>
                  <a:srgbClr val="00228B"/>
                </a:solidFill>
                <a:latin typeface="Trebuchet MS"/>
                <a:cs typeface="Trebuchet MS"/>
              </a:rPr>
              <a:t>тепловыделений </a:t>
            </a:r>
            <a:r>
              <a:rPr sz="2000" spc="20" dirty="0">
                <a:solidFill>
                  <a:srgbClr val="00228B"/>
                </a:solidFill>
                <a:latin typeface="Trebuchet MS"/>
                <a:cs typeface="Trebuchet MS"/>
              </a:rPr>
              <a:t>от </a:t>
            </a:r>
            <a:r>
              <a:rPr sz="2000" spc="-15" dirty="0">
                <a:solidFill>
                  <a:srgbClr val="00228B"/>
                </a:solidFill>
                <a:latin typeface="Trebuchet MS"/>
                <a:cs typeface="Trebuchet MS"/>
              </a:rPr>
              <a:t>активной </a:t>
            </a:r>
            <a:r>
              <a:rPr sz="2000" spc="20" dirty="0">
                <a:solidFill>
                  <a:srgbClr val="00228B"/>
                </a:solidFill>
                <a:latin typeface="Trebuchet MS"/>
                <a:cs typeface="Trebuchet MS"/>
              </a:rPr>
              <a:t>зоны </a:t>
            </a:r>
            <a:r>
              <a:rPr sz="2000" spc="-30" dirty="0">
                <a:solidFill>
                  <a:srgbClr val="00228B"/>
                </a:solidFill>
                <a:latin typeface="Trebuchet MS"/>
                <a:cs typeface="Trebuchet MS"/>
              </a:rPr>
              <a:t>и </a:t>
            </a:r>
            <a:r>
              <a:rPr sz="2000" spc="20" dirty="0">
                <a:solidFill>
                  <a:srgbClr val="00228B"/>
                </a:solidFill>
                <a:latin typeface="Trebuchet MS"/>
                <a:cs typeface="Trebuchet MS"/>
              </a:rPr>
              <a:t>бассейна </a:t>
            </a:r>
            <a:r>
              <a:rPr sz="2000" spc="2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-30" dirty="0">
                <a:solidFill>
                  <a:srgbClr val="00228B"/>
                </a:solidFill>
                <a:latin typeface="Trebuchet MS"/>
                <a:cs typeface="Trebuchet MS"/>
              </a:rPr>
              <a:t>выдержки</a:t>
            </a:r>
            <a:r>
              <a:rPr sz="2000" spc="-6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30" dirty="0">
                <a:solidFill>
                  <a:srgbClr val="00228B"/>
                </a:solidFill>
                <a:latin typeface="Trebuchet MS"/>
                <a:cs typeface="Trebuchet MS"/>
              </a:rPr>
              <a:t>на</a:t>
            </a:r>
            <a:r>
              <a:rPr sz="2000" spc="-6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-25" dirty="0">
                <a:solidFill>
                  <a:srgbClr val="00228B"/>
                </a:solidFill>
                <a:latin typeface="Trebuchet MS"/>
                <a:cs typeface="Trebuchet MS"/>
              </a:rPr>
              <a:t>несколько</a:t>
            </a:r>
            <a:r>
              <a:rPr sz="2000" spc="-60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-25" dirty="0">
                <a:solidFill>
                  <a:srgbClr val="00228B"/>
                </a:solidFill>
                <a:latin typeface="Trebuchet MS"/>
                <a:cs typeface="Trebuchet MS"/>
              </a:rPr>
              <a:t>суток</a:t>
            </a:r>
            <a:r>
              <a:rPr sz="2000" spc="-60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40" dirty="0">
                <a:solidFill>
                  <a:srgbClr val="00228B"/>
                </a:solidFill>
                <a:latin typeface="Trebuchet MS"/>
                <a:cs typeface="Trebuchet MS"/>
              </a:rPr>
              <a:t>за</a:t>
            </a:r>
            <a:r>
              <a:rPr sz="2000" spc="-5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228B"/>
                </a:solidFill>
                <a:latin typeface="Trebuchet MS"/>
                <a:cs typeface="Trebuchet MS"/>
              </a:rPr>
              <a:t>счет</a:t>
            </a:r>
            <a:r>
              <a:rPr sz="2000" spc="-60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40" dirty="0">
                <a:solidFill>
                  <a:srgbClr val="00228B"/>
                </a:solidFill>
                <a:latin typeface="Trebuchet MS"/>
                <a:cs typeface="Trebuchet MS"/>
              </a:rPr>
              <a:t>запаса</a:t>
            </a:r>
            <a:r>
              <a:rPr sz="2000" spc="-5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30" dirty="0">
                <a:solidFill>
                  <a:srgbClr val="00228B"/>
                </a:solidFill>
                <a:latin typeface="Trebuchet MS"/>
                <a:cs typeface="Trebuchet MS"/>
              </a:rPr>
              <a:t>воды</a:t>
            </a:r>
            <a:r>
              <a:rPr sz="2000" spc="-5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00228B"/>
                </a:solidFill>
                <a:latin typeface="Trebuchet MS"/>
                <a:cs typeface="Trebuchet MS"/>
              </a:rPr>
              <a:t>имеющейся </a:t>
            </a:r>
            <a:r>
              <a:rPr sz="2000" spc="-58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30" dirty="0">
                <a:solidFill>
                  <a:srgbClr val="00228B"/>
                </a:solidFill>
                <a:latin typeface="Trebuchet MS"/>
                <a:cs typeface="Trebuchet MS"/>
              </a:rPr>
              <a:t>на </a:t>
            </a:r>
            <a:r>
              <a:rPr sz="2000" spc="10" dirty="0">
                <a:solidFill>
                  <a:srgbClr val="00228B"/>
                </a:solidFill>
                <a:latin typeface="Trebuchet MS"/>
                <a:cs typeface="Trebuchet MS"/>
              </a:rPr>
              <a:t>площадке</a:t>
            </a:r>
            <a:r>
              <a:rPr sz="2000" spc="10" dirty="0">
                <a:solidFill>
                  <a:srgbClr val="00228B"/>
                </a:solidFill>
                <a:latin typeface="Microsoft Sans Serif"/>
                <a:cs typeface="Microsoft Sans Serif"/>
              </a:rPr>
              <a:t>, </a:t>
            </a:r>
            <a:r>
              <a:rPr sz="2000" spc="-30" dirty="0">
                <a:solidFill>
                  <a:srgbClr val="00228B"/>
                </a:solidFill>
                <a:latin typeface="Trebuchet MS"/>
                <a:cs typeface="Trebuchet MS"/>
              </a:rPr>
              <a:t>и </a:t>
            </a:r>
            <a:r>
              <a:rPr sz="2000" spc="25" dirty="0">
                <a:solidFill>
                  <a:srgbClr val="00228B"/>
                </a:solidFill>
                <a:latin typeface="Trebuchet MS"/>
                <a:cs typeface="Trebuchet MS"/>
              </a:rPr>
              <a:t>более </a:t>
            </a:r>
            <a:r>
              <a:rPr sz="2000" spc="10" dirty="0">
                <a:solidFill>
                  <a:srgbClr val="00228B"/>
                </a:solidFill>
                <a:latin typeface="Trebuchet MS"/>
                <a:cs typeface="Trebuchet MS"/>
              </a:rPr>
              <a:t>длительное время </a:t>
            </a:r>
            <a:r>
              <a:rPr sz="2000" dirty="0">
                <a:solidFill>
                  <a:srgbClr val="00228B"/>
                </a:solidFill>
                <a:latin typeface="Trebuchet MS"/>
                <a:cs typeface="Trebuchet MS"/>
              </a:rPr>
              <a:t>с </a:t>
            </a:r>
            <a:r>
              <a:rPr sz="2000" spc="5" dirty="0">
                <a:solidFill>
                  <a:srgbClr val="00228B"/>
                </a:solidFill>
                <a:latin typeface="Trebuchet MS"/>
                <a:cs typeface="Trebuchet MS"/>
              </a:rPr>
              <a:t>учетом </a:t>
            </a:r>
            <a:r>
              <a:rPr sz="2000" spc="-10" dirty="0">
                <a:solidFill>
                  <a:srgbClr val="00228B"/>
                </a:solidFill>
                <a:latin typeface="Trebuchet MS"/>
                <a:cs typeface="Trebuchet MS"/>
              </a:rPr>
              <a:t>доставки </a:t>
            </a:r>
            <a:r>
              <a:rPr sz="2000" spc="-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5" dirty="0">
                <a:solidFill>
                  <a:srgbClr val="00228B"/>
                </a:solidFill>
                <a:latin typeface="Trebuchet MS"/>
                <a:cs typeface="Trebuchet MS"/>
              </a:rPr>
              <a:t>дополнительных</a:t>
            </a:r>
            <a:r>
              <a:rPr sz="2000" spc="-5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00228B"/>
                </a:solidFill>
                <a:latin typeface="Trebuchet MS"/>
                <a:cs typeface="Trebuchet MS"/>
              </a:rPr>
              <a:t>объемов</a:t>
            </a:r>
            <a:r>
              <a:rPr sz="2000" spc="-4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30" dirty="0">
                <a:solidFill>
                  <a:srgbClr val="00228B"/>
                </a:solidFill>
                <a:latin typeface="Trebuchet MS"/>
                <a:cs typeface="Trebuchet MS"/>
              </a:rPr>
              <a:t>воды</a:t>
            </a:r>
            <a:endParaRPr sz="20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9111716" cy="6839588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565804" y="2017906"/>
            <a:ext cx="8334375" cy="959485"/>
          </a:xfrm>
          <a:prstGeom prst="rect">
            <a:avLst/>
          </a:prstGeom>
        </p:spPr>
        <p:txBody>
          <a:bodyPr vert="horz" wrap="square" lIns="0" tIns="176530" rIns="0" bIns="0" rtlCol="0">
            <a:spAutoFit/>
          </a:bodyPr>
          <a:lstStyle/>
          <a:p>
            <a:pPr marL="3544570" marR="5080" indent="-3531870">
              <a:lnSpc>
                <a:spcPct val="70100"/>
              </a:lnSpc>
              <a:spcBef>
                <a:spcPts val="1390"/>
              </a:spcBef>
            </a:pPr>
            <a:r>
              <a:rPr sz="3600" b="1" spc="-5" dirty="0">
                <a:solidFill>
                  <a:srgbClr val="002DB9"/>
                </a:solidFill>
                <a:latin typeface="Arial"/>
                <a:cs typeface="Arial"/>
              </a:rPr>
              <a:t>Реакторная установка для АЭС-2006 </a:t>
            </a:r>
            <a:r>
              <a:rPr sz="3600" b="1" spc="-990" dirty="0">
                <a:solidFill>
                  <a:srgbClr val="002DB9"/>
                </a:solidFill>
                <a:latin typeface="Arial"/>
                <a:cs typeface="Arial"/>
              </a:rPr>
              <a:t> </a:t>
            </a:r>
            <a:r>
              <a:rPr sz="3600" b="1" spc="-5" dirty="0">
                <a:solidFill>
                  <a:srgbClr val="002DB9"/>
                </a:solidFill>
                <a:latin typeface="Arial"/>
                <a:cs typeface="Arial"/>
              </a:rPr>
              <a:t>В-491</a:t>
            </a:r>
            <a:endParaRPr sz="3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569852" y="6367055"/>
            <a:ext cx="307340" cy="309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2310"/>
              </a:lnSpc>
            </a:pPr>
            <a:r>
              <a:rPr sz="2000" spc="-10" dirty="0">
                <a:solidFill>
                  <a:srgbClr val="0068B4"/>
                </a:solidFill>
                <a:latin typeface="Microsoft Sans Serif"/>
                <a:cs typeface="Microsoft Sans Serif"/>
              </a:rPr>
              <a:t>59</a:t>
            </a:r>
            <a:endParaRPr sz="20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3356" y="1559182"/>
            <a:ext cx="8629015" cy="3108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33045" indent="-220979">
              <a:lnSpc>
                <a:spcPct val="100000"/>
              </a:lnSpc>
              <a:spcBef>
                <a:spcPts val="100"/>
              </a:spcBef>
              <a:buClr>
                <a:srgbClr val="800000"/>
              </a:buClr>
              <a:buSzPct val="95454"/>
              <a:buFont typeface="Wingdings"/>
              <a:buChar char=""/>
              <a:tabLst>
                <a:tab pos="233679" algn="l"/>
              </a:tabLst>
            </a:pP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Реакторная</a:t>
            </a:r>
            <a:r>
              <a:rPr sz="2200" spc="-10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установка В-491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тепловой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мощностью 3212</a:t>
            </a:r>
            <a:r>
              <a:rPr sz="2200" spc="-10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МВт</a:t>
            </a:r>
            <a:endParaRPr sz="2200">
              <a:latin typeface="Tahoma"/>
              <a:cs typeface="Tahoma"/>
            </a:endParaRPr>
          </a:p>
          <a:p>
            <a:pPr marL="233045" indent="-220979">
              <a:lnSpc>
                <a:spcPct val="100000"/>
              </a:lnSpc>
              <a:spcBef>
                <a:spcPts val="2110"/>
              </a:spcBef>
              <a:buClr>
                <a:srgbClr val="800000"/>
              </a:buClr>
              <a:buSzPct val="95454"/>
              <a:buFont typeface="Wingdings"/>
              <a:buChar char=""/>
              <a:tabLst>
                <a:tab pos="233679" algn="l"/>
              </a:tabLst>
            </a:pP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КТИ</a:t>
            </a:r>
            <a:r>
              <a:rPr sz="2200" spc="-25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не</a:t>
            </a:r>
            <a:r>
              <a:rPr sz="2200" spc="-20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менее</a:t>
            </a:r>
            <a:r>
              <a:rPr sz="2200" spc="-25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spc="-5" dirty="0">
                <a:solidFill>
                  <a:srgbClr val="002060"/>
                </a:solidFill>
                <a:latin typeface="Tahoma"/>
                <a:cs typeface="Tahoma"/>
              </a:rPr>
              <a:t>0,92;</a:t>
            </a:r>
            <a:endParaRPr sz="2200">
              <a:latin typeface="Tahoma"/>
              <a:cs typeface="Tahoma"/>
            </a:endParaRPr>
          </a:p>
          <a:p>
            <a:pPr marL="233045" indent="-220979">
              <a:lnSpc>
                <a:spcPct val="100000"/>
              </a:lnSpc>
              <a:spcBef>
                <a:spcPts val="2115"/>
              </a:spcBef>
              <a:buClr>
                <a:srgbClr val="800000"/>
              </a:buClr>
              <a:buSzPct val="95454"/>
              <a:buFont typeface="Wingdings"/>
              <a:buChar char=""/>
              <a:tabLst>
                <a:tab pos="233679" algn="l"/>
              </a:tabLst>
            </a:pP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Обеспечение</a:t>
            </a:r>
            <a:r>
              <a:rPr sz="2200" spc="-10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безопасности</a:t>
            </a:r>
            <a:r>
              <a:rPr sz="2200" spc="-10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на</a:t>
            </a:r>
            <a:r>
              <a:rPr sz="2200" spc="-10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уровне</a:t>
            </a:r>
            <a:r>
              <a:rPr sz="2200" spc="-10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поколения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3+;</a:t>
            </a:r>
            <a:endParaRPr sz="2200">
              <a:latin typeface="Tahoma"/>
              <a:cs typeface="Tahoma"/>
            </a:endParaRPr>
          </a:p>
          <a:p>
            <a:pPr marL="233045" indent="-220345">
              <a:lnSpc>
                <a:spcPct val="100000"/>
              </a:lnSpc>
              <a:spcBef>
                <a:spcPts val="2105"/>
              </a:spcBef>
              <a:buClr>
                <a:srgbClr val="800000"/>
              </a:buClr>
              <a:buSzPct val="95454"/>
              <a:buFont typeface="Wingdings"/>
              <a:buChar char=""/>
              <a:tabLst>
                <a:tab pos="233045" algn="l"/>
                <a:tab pos="2240280" algn="l"/>
                <a:tab pos="3700145" algn="l"/>
                <a:tab pos="5768975" algn="l"/>
                <a:tab pos="6221095" algn="l"/>
                <a:tab pos="7379334" algn="l"/>
                <a:tab pos="8463280" algn="l"/>
              </a:tabLst>
            </a:pP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Максимальное	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расчетно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е	</a:t>
            </a:r>
            <a:r>
              <a:rPr sz="2200" spc="5" dirty="0">
                <a:solidFill>
                  <a:srgbClr val="2C50A0"/>
                </a:solidFill>
                <a:latin typeface="Tahoma"/>
                <a:cs typeface="Tahoma"/>
              </a:rPr>
              <a:t>з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емлетрясени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е	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п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о	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систем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е	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MSK-6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4	–</a:t>
            </a:r>
            <a:endParaRPr sz="2200">
              <a:latin typeface="Tahoma"/>
              <a:cs typeface="Tahoma"/>
            </a:endParaRPr>
          </a:p>
          <a:p>
            <a:pPr marL="12700">
              <a:lnSpc>
                <a:spcPct val="100000"/>
              </a:lnSpc>
            </a:pP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до</a:t>
            </a:r>
            <a:r>
              <a:rPr sz="2200" spc="-25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7</a:t>
            </a:r>
            <a:r>
              <a:rPr sz="2200" spc="-30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баллов</a:t>
            </a:r>
            <a:r>
              <a:rPr sz="2200" spc="-30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(0,12</a:t>
            </a:r>
            <a:r>
              <a:rPr sz="2000" spc="-5" dirty="0">
                <a:solidFill>
                  <a:srgbClr val="00339A"/>
                </a:solidFill>
                <a:latin typeface="Times New Roman"/>
                <a:cs typeface="Times New Roman"/>
              </a:rPr>
              <a:t>g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);</a:t>
            </a:r>
            <a:endParaRPr sz="2200">
              <a:latin typeface="Tahoma"/>
              <a:cs typeface="Tahoma"/>
            </a:endParaRPr>
          </a:p>
          <a:p>
            <a:pPr marL="233045" indent="-220979">
              <a:lnSpc>
                <a:spcPct val="100000"/>
              </a:lnSpc>
              <a:spcBef>
                <a:spcPts val="2105"/>
              </a:spcBef>
              <a:buClr>
                <a:srgbClr val="800000"/>
              </a:buClr>
              <a:buSzPct val="95454"/>
              <a:buFont typeface="Wingdings"/>
              <a:buChar char=""/>
              <a:tabLst>
                <a:tab pos="233679" algn="l"/>
              </a:tabLst>
            </a:pP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Срок</a:t>
            </a:r>
            <a:r>
              <a:rPr sz="2200" spc="5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службы</a:t>
            </a:r>
            <a:r>
              <a:rPr sz="2200" spc="-10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основного оборудования</a:t>
            </a:r>
            <a:r>
              <a:rPr sz="2200" spc="-10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РУ </a:t>
            </a:r>
            <a:r>
              <a:rPr sz="2200" dirty="0">
                <a:solidFill>
                  <a:srgbClr val="2C50A0"/>
                </a:solidFill>
                <a:latin typeface="Tahoma"/>
                <a:cs typeface="Tahoma"/>
              </a:rPr>
              <a:t>-</a:t>
            </a:r>
            <a:r>
              <a:rPr sz="2200" spc="-10" dirty="0">
                <a:solidFill>
                  <a:srgbClr val="2C50A0"/>
                </a:solidFill>
                <a:latin typeface="Tahoma"/>
                <a:cs typeface="Tahoma"/>
              </a:rPr>
              <a:t> </a:t>
            </a:r>
            <a:r>
              <a:rPr sz="2200" spc="-5" dirty="0">
                <a:solidFill>
                  <a:srgbClr val="2C50A0"/>
                </a:solidFill>
                <a:latin typeface="Tahoma"/>
                <a:cs typeface="Tahoma"/>
              </a:rPr>
              <a:t>60 лет.</a:t>
            </a:r>
            <a:endParaRPr sz="2200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504828" y="6428278"/>
            <a:ext cx="415925" cy="3663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2755"/>
              </a:lnSpc>
            </a:pPr>
            <a:fld id="{81D60167-4931-47E6-BA6A-407CBD079E47}" type="slidenum">
              <a:rPr sz="2400" b="1" dirty="0">
                <a:solidFill>
                  <a:srgbClr val="0068B4"/>
                </a:solidFill>
                <a:latin typeface="Arial"/>
                <a:cs typeface="Arial"/>
              </a:rPr>
              <a:t>47</a:t>
            </a:fld>
            <a:endParaRPr sz="24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726074" y="177676"/>
            <a:ext cx="336931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574165" algn="l"/>
              </a:tabLst>
            </a:pPr>
            <a:r>
              <a:rPr spc="-5" dirty="0"/>
              <a:t>Реактор	ВВЭР-1200</a:t>
            </a:r>
          </a:p>
        </p:txBody>
      </p:sp>
      <p:grpSp>
        <p:nvGrpSpPr>
          <p:cNvPr id="3" name="object 3"/>
          <p:cNvGrpSpPr/>
          <p:nvPr/>
        </p:nvGrpSpPr>
        <p:grpSpPr>
          <a:xfrm>
            <a:off x="5980328" y="846458"/>
            <a:ext cx="1327150" cy="5680075"/>
            <a:chOff x="5980328" y="846458"/>
            <a:chExt cx="1327150" cy="568007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054242" y="846458"/>
              <a:ext cx="1187958" cy="2236469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045085" y="3064640"/>
              <a:ext cx="1197102" cy="258317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007747" y="3322958"/>
              <a:ext cx="1280922" cy="422910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980328" y="3727580"/>
              <a:ext cx="1326641" cy="1068324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063373" y="4777616"/>
              <a:ext cx="1160525" cy="1150620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072530" y="5928236"/>
              <a:ext cx="1151382" cy="165354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054242" y="6075302"/>
              <a:ext cx="1187958" cy="451104"/>
            </a:xfrm>
            <a:prstGeom prst="rect">
              <a:avLst/>
            </a:prstGeom>
          </p:spPr>
        </p:pic>
      </p:grpSp>
      <p:sp>
        <p:nvSpPr>
          <p:cNvPr id="11" name="object 11"/>
          <p:cNvSpPr txBox="1"/>
          <p:nvPr/>
        </p:nvSpPr>
        <p:spPr>
          <a:xfrm>
            <a:off x="267863" y="1303912"/>
            <a:ext cx="5358765" cy="364617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24130">
              <a:lnSpc>
                <a:spcPct val="100000"/>
              </a:lnSpc>
              <a:spcBef>
                <a:spcPts val="95"/>
              </a:spcBef>
            </a:pPr>
            <a:r>
              <a:rPr sz="2000" spc="35" dirty="0">
                <a:solidFill>
                  <a:srgbClr val="0033CC"/>
                </a:solidFill>
                <a:latin typeface="Trebuchet MS"/>
                <a:cs typeface="Trebuchet MS"/>
              </a:rPr>
              <a:t>Основные</a:t>
            </a:r>
            <a:r>
              <a:rPr sz="2000" spc="-6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2000" spc="-20" dirty="0">
                <a:solidFill>
                  <a:srgbClr val="0033CC"/>
                </a:solidFill>
                <a:latin typeface="Trebuchet MS"/>
                <a:cs typeface="Trebuchet MS"/>
              </a:rPr>
              <a:t>конструктивные</a:t>
            </a:r>
            <a:r>
              <a:rPr sz="2000" spc="-6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33CC"/>
                </a:solidFill>
                <a:latin typeface="Trebuchet MS"/>
                <a:cs typeface="Trebuchet MS"/>
              </a:rPr>
              <a:t>отличия</a:t>
            </a:r>
            <a:r>
              <a:rPr sz="2000" spc="-6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33CC"/>
                </a:solidFill>
                <a:latin typeface="Trebuchet MS"/>
                <a:cs typeface="Trebuchet MS"/>
              </a:rPr>
              <a:t>реактора </a:t>
            </a:r>
            <a:r>
              <a:rPr sz="2000" spc="-59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2000" spc="95" dirty="0">
                <a:solidFill>
                  <a:srgbClr val="0033CC"/>
                </a:solidFill>
                <a:latin typeface="Trebuchet MS"/>
                <a:cs typeface="Trebuchet MS"/>
              </a:rPr>
              <a:t>ВВЭР</a:t>
            </a:r>
            <a:r>
              <a:rPr sz="2000" spc="95" dirty="0">
                <a:solidFill>
                  <a:srgbClr val="0033CC"/>
                </a:solidFill>
                <a:latin typeface="Microsoft Sans Serif"/>
                <a:cs typeface="Microsoft Sans Serif"/>
              </a:rPr>
              <a:t>-1200</a:t>
            </a:r>
            <a:r>
              <a:rPr sz="2000" spc="15" dirty="0">
                <a:solidFill>
                  <a:srgbClr val="0033CC"/>
                </a:solidFill>
                <a:latin typeface="Microsoft Sans Serif"/>
                <a:cs typeface="Microsoft Sans Serif"/>
              </a:rPr>
              <a:t> </a:t>
            </a:r>
            <a:r>
              <a:rPr sz="2000" spc="20" dirty="0">
                <a:solidFill>
                  <a:srgbClr val="0033CC"/>
                </a:solidFill>
                <a:latin typeface="Trebuchet MS"/>
                <a:cs typeface="Trebuchet MS"/>
              </a:rPr>
              <a:t>для</a:t>
            </a:r>
            <a:r>
              <a:rPr sz="2000" spc="-5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2000" spc="80" dirty="0">
                <a:solidFill>
                  <a:srgbClr val="0033CC"/>
                </a:solidFill>
                <a:latin typeface="Trebuchet MS"/>
                <a:cs typeface="Trebuchet MS"/>
              </a:rPr>
              <a:t>АЭС</a:t>
            </a:r>
            <a:r>
              <a:rPr sz="2000" spc="80" dirty="0">
                <a:solidFill>
                  <a:srgbClr val="0033CC"/>
                </a:solidFill>
                <a:latin typeface="Microsoft Sans Serif"/>
                <a:cs typeface="Microsoft Sans Serif"/>
              </a:rPr>
              <a:t>-2006</a:t>
            </a:r>
            <a:r>
              <a:rPr sz="2000" spc="25" dirty="0">
                <a:solidFill>
                  <a:srgbClr val="0033CC"/>
                </a:solidFill>
                <a:latin typeface="Microsoft Sans Serif"/>
                <a:cs typeface="Microsoft Sans Serif"/>
              </a:rPr>
              <a:t> </a:t>
            </a:r>
            <a:r>
              <a:rPr sz="2000" spc="20" dirty="0">
                <a:solidFill>
                  <a:srgbClr val="0033CC"/>
                </a:solidFill>
                <a:latin typeface="Microsoft Sans Serif"/>
                <a:cs typeface="Microsoft Sans Serif"/>
              </a:rPr>
              <a:t>(</a:t>
            </a:r>
            <a:r>
              <a:rPr sz="2000" spc="20" dirty="0">
                <a:solidFill>
                  <a:srgbClr val="0033CC"/>
                </a:solidFill>
                <a:latin typeface="Trebuchet MS"/>
                <a:cs typeface="Trebuchet MS"/>
              </a:rPr>
              <a:t>В</a:t>
            </a:r>
            <a:r>
              <a:rPr sz="2000" spc="20" dirty="0">
                <a:solidFill>
                  <a:srgbClr val="0033CC"/>
                </a:solidFill>
                <a:latin typeface="Microsoft Sans Serif"/>
                <a:cs typeface="Microsoft Sans Serif"/>
              </a:rPr>
              <a:t>-491) </a:t>
            </a:r>
            <a:r>
              <a:rPr sz="2000" spc="15" dirty="0">
                <a:solidFill>
                  <a:srgbClr val="0033CC"/>
                </a:solidFill>
                <a:latin typeface="Trebuchet MS"/>
                <a:cs typeface="Trebuchet MS"/>
              </a:rPr>
              <a:t>по</a:t>
            </a:r>
            <a:endParaRPr sz="20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sz="2000" spc="10" dirty="0">
                <a:solidFill>
                  <a:srgbClr val="0033CC"/>
                </a:solidFill>
                <a:latin typeface="Trebuchet MS"/>
                <a:cs typeface="Trebuchet MS"/>
              </a:rPr>
              <a:t>отношени</a:t>
            </a:r>
            <a:r>
              <a:rPr sz="2000" spc="25" dirty="0">
                <a:solidFill>
                  <a:srgbClr val="0033CC"/>
                </a:solidFill>
                <a:latin typeface="Trebuchet MS"/>
                <a:cs typeface="Trebuchet MS"/>
              </a:rPr>
              <a:t>ю</a:t>
            </a:r>
            <a:r>
              <a:rPr sz="2000" spc="-6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2000" spc="-160" dirty="0">
                <a:solidFill>
                  <a:srgbClr val="0033CC"/>
                </a:solidFill>
                <a:latin typeface="Trebuchet MS"/>
                <a:cs typeface="Trebuchet MS"/>
              </a:rPr>
              <a:t>к</a:t>
            </a:r>
            <a:r>
              <a:rPr sz="2000" spc="-4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2000" spc="-10" dirty="0">
                <a:solidFill>
                  <a:srgbClr val="0033CC"/>
                </a:solidFill>
                <a:latin typeface="Trebuchet MS"/>
                <a:cs typeface="Trebuchet MS"/>
              </a:rPr>
              <a:t>реактор</a:t>
            </a:r>
            <a:r>
              <a:rPr sz="2000" spc="-5" dirty="0">
                <a:solidFill>
                  <a:srgbClr val="0033CC"/>
                </a:solidFill>
                <a:latin typeface="Trebuchet MS"/>
                <a:cs typeface="Trebuchet MS"/>
              </a:rPr>
              <a:t>у</a:t>
            </a:r>
            <a:r>
              <a:rPr sz="2000" spc="-5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2000" spc="210" dirty="0">
                <a:solidFill>
                  <a:srgbClr val="0033CC"/>
                </a:solidFill>
                <a:latin typeface="Trebuchet MS"/>
                <a:cs typeface="Trebuchet MS"/>
              </a:rPr>
              <a:t>ВВЭ</a:t>
            </a:r>
            <a:r>
              <a:rPr sz="2000" spc="215" dirty="0">
                <a:solidFill>
                  <a:srgbClr val="0033CC"/>
                </a:solidFill>
                <a:latin typeface="Trebuchet MS"/>
                <a:cs typeface="Trebuchet MS"/>
              </a:rPr>
              <a:t>Р</a:t>
            </a:r>
            <a:r>
              <a:rPr sz="2000" spc="-5" dirty="0">
                <a:solidFill>
                  <a:srgbClr val="0033CC"/>
                </a:solidFill>
                <a:latin typeface="Microsoft Sans Serif"/>
                <a:cs typeface="Microsoft Sans Serif"/>
              </a:rPr>
              <a:t>-1000:</a:t>
            </a:r>
            <a:endParaRPr sz="2000">
              <a:latin typeface="Microsoft Sans Serif"/>
              <a:cs typeface="Microsoft Sans Serif"/>
            </a:endParaRPr>
          </a:p>
          <a:p>
            <a:pPr marL="652145" indent="-182245">
              <a:lnSpc>
                <a:spcPct val="100000"/>
              </a:lnSpc>
              <a:spcBef>
                <a:spcPts val="965"/>
              </a:spcBef>
              <a:buSzPct val="94444"/>
              <a:buFont typeface="Wingdings"/>
              <a:buChar char=""/>
              <a:tabLst>
                <a:tab pos="652145" algn="l"/>
              </a:tabLst>
            </a:pPr>
            <a:r>
              <a:rPr sz="1800" spc="10" dirty="0">
                <a:solidFill>
                  <a:srgbClr val="0033CC"/>
                </a:solidFill>
                <a:latin typeface="Trebuchet MS"/>
                <a:cs typeface="Trebuchet MS"/>
              </a:rPr>
              <a:t>Внутренний</a:t>
            </a:r>
            <a:r>
              <a:rPr sz="1800" spc="-5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800" spc="10" dirty="0">
                <a:solidFill>
                  <a:srgbClr val="0033CC"/>
                </a:solidFill>
                <a:latin typeface="Trebuchet MS"/>
                <a:cs typeface="Trebuchet MS"/>
              </a:rPr>
              <a:t>диаметр</a:t>
            </a:r>
            <a:r>
              <a:rPr sz="1800" spc="-5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800" spc="-5" dirty="0">
                <a:solidFill>
                  <a:srgbClr val="0033CC"/>
                </a:solidFill>
                <a:latin typeface="Trebuchet MS"/>
                <a:cs typeface="Trebuchet MS"/>
              </a:rPr>
              <a:t>корпуса</a:t>
            </a:r>
            <a:r>
              <a:rPr sz="1800" spc="44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800" spc="5" dirty="0">
                <a:solidFill>
                  <a:srgbClr val="0033CC"/>
                </a:solidFill>
                <a:latin typeface="Trebuchet MS"/>
                <a:cs typeface="Trebuchet MS"/>
              </a:rPr>
              <a:t>увеличен</a:t>
            </a:r>
            <a:r>
              <a:rPr sz="1800" spc="-5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800" spc="25" dirty="0">
                <a:solidFill>
                  <a:srgbClr val="0033CC"/>
                </a:solidFill>
                <a:latin typeface="Trebuchet MS"/>
                <a:cs typeface="Trebuchet MS"/>
              </a:rPr>
              <a:t>на</a:t>
            </a:r>
            <a:endParaRPr sz="1800">
              <a:latin typeface="Trebuchet MS"/>
              <a:cs typeface="Trebuchet MS"/>
            </a:endParaRPr>
          </a:p>
          <a:p>
            <a:pPr marL="469900">
              <a:lnSpc>
                <a:spcPct val="100000"/>
              </a:lnSpc>
              <a:spcBef>
                <a:spcPts val="650"/>
              </a:spcBef>
            </a:pPr>
            <a:r>
              <a:rPr sz="1800" dirty="0">
                <a:solidFill>
                  <a:srgbClr val="0033CC"/>
                </a:solidFill>
                <a:latin typeface="Microsoft Sans Serif"/>
                <a:cs typeface="Microsoft Sans Serif"/>
              </a:rPr>
              <a:t>100</a:t>
            </a:r>
            <a:r>
              <a:rPr sz="1800" spc="-25" dirty="0">
                <a:solidFill>
                  <a:srgbClr val="0033CC"/>
                </a:solidFill>
                <a:latin typeface="Microsoft Sans Serif"/>
                <a:cs typeface="Microsoft Sans Serif"/>
              </a:rPr>
              <a:t> </a:t>
            </a:r>
            <a:r>
              <a:rPr sz="1800" dirty="0">
                <a:solidFill>
                  <a:srgbClr val="0033CC"/>
                </a:solidFill>
                <a:latin typeface="Trebuchet MS"/>
                <a:cs typeface="Trebuchet MS"/>
              </a:rPr>
              <a:t>мм</a:t>
            </a:r>
            <a:r>
              <a:rPr sz="1800" dirty="0">
                <a:solidFill>
                  <a:srgbClr val="0033CC"/>
                </a:solidFill>
                <a:latin typeface="Microsoft Sans Serif"/>
                <a:cs typeface="Microsoft Sans Serif"/>
              </a:rPr>
              <a:t>;</a:t>
            </a:r>
            <a:endParaRPr sz="1800">
              <a:latin typeface="Microsoft Sans Serif"/>
              <a:cs typeface="Microsoft Sans Serif"/>
            </a:endParaRPr>
          </a:p>
          <a:p>
            <a:pPr marL="652145" indent="-182245">
              <a:lnSpc>
                <a:spcPct val="100000"/>
              </a:lnSpc>
              <a:spcBef>
                <a:spcPts val="1095"/>
              </a:spcBef>
              <a:buSzPct val="94444"/>
              <a:buFont typeface="Wingdings"/>
              <a:buChar char=""/>
              <a:tabLst>
                <a:tab pos="652145" algn="l"/>
              </a:tabLst>
            </a:pPr>
            <a:r>
              <a:rPr sz="1800" spc="60" dirty="0">
                <a:solidFill>
                  <a:srgbClr val="0033CC"/>
                </a:solidFill>
                <a:latin typeface="Trebuchet MS"/>
                <a:cs typeface="Trebuchet MS"/>
              </a:rPr>
              <a:t>Высота</a:t>
            </a:r>
            <a:r>
              <a:rPr sz="1800" spc="-5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800" dirty="0">
                <a:solidFill>
                  <a:srgbClr val="0033CC"/>
                </a:solidFill>
                <a:latin typeface="Trebuchet MS"/>
                <a:cs typeface="Trebuchet MS"/>
              </a:rPr>
              <a:t>топливного</a:t>
            </a:r>
            <a:r>
              <a:rPr sz="1800" spc="-4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800" spc="30" dirty="0">
                <a:solidFill>
                  <a:srgbClr val="0033CC"/>
                </a:solidFill>
                <a:latin typeface="Trebuchet MS"/>
                <a:cs typeface="Trebuchet MS"/>
              </a:rPr>
              <a:t>столба</a:t>
            </a:r>
            <a:r>
              <a:rPr sz="1800" spc="434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800" spc="10" dirty="0">
                <a:solidFill>
                  <a:srgbClr val="0033CC"/>
                </a:solidFill>
                <a:latin typeface="Trebuchet MS"/>
                <a:cs typeface="Trebuchet MS"/>
              </a:rPr>
              <a:t>увеличена</a:t>
            </a:r>
            <a:r>
              <a:rPr sz="1800" spc="-5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800" spc="35" dirty="0">
                <a:solidFill>
                  <a:srgbClr val="0033CC"/>
                </a:solidFill>
                <a:latin typeface="Trebuchet MS"/>
                <a:cs typeface="Trebuchet MS"/>
              </a:rPr>
              <a:t>на</a:t>
            </a:r>
            <a:endParaRPr sz="1800">
              <a:latin typeface="Trebuchet MS"/>
              <a:cs typeface="Trebuchet MS"/>
            </a:endParaRPr>
          </a:p>
          <a:p>
            <a:pPr marL="469900">
              <a:lnSpc>
                <a:spcPct val="100000"/>
              </a:lnSpc>
              <a:spcBef>
                <a:spcPts val="650"/>
              </a:spcBef>
            </a:pPr>
            <a:r>
              <a:rPr sz="1800" dirty="0">
                <a:solidFill>
                  <a:srgbClr val="0033CC"/>
                </a:solidFill>
                <a:latin typeface="Microsoft Sans Serif"/>
                <a:cs typeface="Microsoft Sans Serif"/>
              </a:rPr>
              <a:t>200</a:t>
            </a:r>
            <a:r>
              <a:rPr sz="1800" spc="-25" dirty="0">
                <a:solidFill>
                  <a:srgbClr val="0033CC"/>
                </a:solidFill>
                <a:latin typeface="Microsoft Sans Serif"/>
                <a:cs typeface="Microsoft Sans Serif"/>
              </a:rPr>
              <a:t> </a:t>
            </a:r>
            <a:r>
              <a:rPr sz="1800" dirty="0">
                <a:solidFill>
                  <a:srgbClr val="0033CC"/>
                </a:solidFill>
                <a:latin typeface="Trebuchet MS"/>
                <a:cs typeface="Trebuchet MS"/>
              </a:rPr>
              <a:t>мм</a:t>
            </a:r>
            <a:r>
              <a:rPr sz="1800" dirty="0">
                <a:solidFill>
                  <a:srgbClr val="0033CC"/>
                </a:solidFill>
                <a:latin typeface="Microsoft Sans Serif"/>
                <a:cs typeface="Microsoft Sans Serif"/>
              </a:rPr>
              <a:t>;</a:t>
            </a:r>
            <a:endParaRPr sz="1800">
              <a:latin typeface="Microsoft Sans Serif"/>
              <a:cs typeface="Microsoft Sans Serif"/>
            </a:endParaRPr>
          </a:p>
          <a:p>
            <a:pPr marL="714375" indent="-245110">
              <a:lnSpc>
                <a:spcPct val="100000"/>
              </a:lnSpc>
              <a:spcBef>
                <a:spcPts val="1090"/>
              </a:spcBef>
              <a:buFont typeface="Wingdings"/>
              <a:buChar char=""/>
              <a:tabLst>
                <a:tab pos="715010" algn="l"/>
              </a:tabLst>
            </a:pPr>
            <a:r>
              <a:rPr sz="1800" spc="60" dirty="0">
                <a:solidFill>
                  <a:srgbClr val="0033CC"/>
                </a:solidFill>
                <a:latin typeface="Trebuchet MS"/>
                <a:cs typeface="Trebuchet MS"/>
              </a:rPr>
              <a:t>Высота</a:t>
            </a:r>
            <a:r>
              <a:rPr sz="1800" spc="-5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800" spc="-15" dirty="0">
                <a:solidFill>
                  <a:srgbClr val="0033CC"/>
                </a:solidFill>
                <a:latin typeface="Trebuchet MS"/>
                <a:cs typeface="Trebuchet MS"/>
              </a:rPr>
              <a:t>выгородки</a:t>
            </a:r>
            <a:r>
              <a:rPr sz="1800" spc="44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800" spc="10" dirty="0">
                <a:solidFill>
                  <a:srgbClr val="0033CC"/>
                </a:solidFill>
                <a:latin typeface="Trebuchet MS"/>
                <a:cs typeface="Trebuchet MS"/>
              </a:rPr>
              <a:t>увеличена</a:t>
            </a:r>
            <a:r>
              <a:rPr sz="1800" spc="-5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800" spc="30" dirty="0">
                <a:solidFill>
                  <a:srgbClr val="0033CC"/>
                </a:solidFill>
                <a:latin typeface="Trebuchet MS"/>
                <a:cs typeface="Trebuchet MS"/>
              </a:rPr>
              <a:t>на</a:t>
            </a:r>
            <a:r>
              <a:rPr sz="1800" spc="-3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800" dirty="0">
                <a:solidFill>
                  <a:srgbClr val="0033CC"/>
                </a:solidFill>
                <a:latin typeface="Microsoft Sans Serif"/>
                <a:cs typeface="Microsoft Sans Serif"/>
              </a:rPr>
              <a:t>200</a:t>
            </a:r>
            <a:r>
              <a:rPr sz="1800" spc="15" dirty="0">
                <a:solidFill>
                  <a:srgbClr val="0033CC"/>
                </a:solidFill>
                <a:latin typeface="Microsoft Sans Serif"/>
                <a:cs typeface="Microsoft Sans Serif"/>
              </a:rPr>
              <a:t> </a:t>
            </a:r>
            <a:r>
              <a:rPr sz="1800" dirty="0">
                <a:solidFill>
                  <a:srgbClr val="0033CC"/>
                </a:solidFill>
                <a:latin typeface="Trebuchet MS"/>
                <a:cs typeface="Trebuchet MS"/>
              </a:rPr>
              <a:t>мм</a:t>
            </a:r>
            <a:r>
              <a:rPr sz="1800" dirty="0">
                <a:solidFill>
                  <a:srgbClr val="0033CC"/>
                </a:solidFill>
                <a:latin typeface="Microsoft Sans Serif"/>
                <a:cs typeface="Microsoft Sans Serif"/>
              </a:rPr>
              <a:t>;</a:t>
            </a:r>
            <a:endParaRPr sz="1800">
              <a:latin typeface="Microsoft Sans Serif"/>
              <a:cs typeface="Microsoft Sans Serif"/>
            </a:endParaRPr>
          </a:p>
          <a:p>
            <a:pPr marL="469900" marR="5080">
              <a:lnSpc>
                <a:spcPct val="130000"/>
              </a:lnSpc>
              <a:spcBef>
                <a:spcPts val="445"/>
              </a:spcBef>
              <a:buFont typeface="Wingdings"/>
              <a:buChar char=""/>
              <a:tabLst>
                <a:tab pos="715010" algn="l"/>
              </a:tabLst>
            </a:pPr>
            <a:r>
              <a:rPr sz="1800" spc="5" dirty="0">
                <a:solidFill>
                  <a:srgbClr val="0033CC"/>
                </a:solidFill>
                <a:latin typeface="Trebuchet MS"/>
                <a:cs typeface="Trebuchet MS"/>
              </a:rPr>
              <a:t>Удлиненный</a:t>
            </a:r>
            <a:r>
              <a:rPr sz="1800" spc="-4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800" spc="20" dirty="0">
                <a:solidFill>
                  <a:srgbClr val="0033CC"/>
                </a:solidFill>
                <a:latin typeface="Trebuchet MS"/>
                <a:cs typeface="Trebuchet MS"/>
              </a:rPr>
              <a:t>направляющий</a:t>
            </a:r>
            <a:r>
              <a:rPr sz="1800" spc="-4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800" spc="-25" dirty="0">
                <a:solidFill>
                  <a:srgbClr val="0033CC"/>
                </a:solidFill>
                <a:latin typeface="Trebuchet MS"/>
                <a:cs typeface="Trebuchet MS"/>
              </a:rPr>
              <a:t>каркас</a:t>
            </a:r>
            <a:r>
              <a:rPr sz="1800" spc="-4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800" spc="20" dirty="0">
                <a:solidFill>
                  <a:srgbClr val="0033CC"/>
                </a:solidFill>
                <a:latin typeface="Trebuchet MS"/>
                <a:cs typeface="Trebuchet MS"/>
              </a:rPr>
              <a:t>для</a:t>
            </a:r>
            <a:r>
              <a:rPr sz="1800" spc="-40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800" spc="185" dirty="0">
                <a:solidFill>
                  <a:srgbClr val="0033CC"/>
                </a:solidFill>
                <a:latin typeface="Trebuchet MS"/>
                <a:cs typeface="Trebuchet MS"/>
              </a:rPr>
              <a:t>ОР </a:t>
            </a:r>
            <a:r>
              <a:rPr sz="1800" spc="-52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800" spc="155" dirty="0">
                <a:solidFill>
                  <a:srgbClr val="0033CC"/>
                </a:solidFill>
                <a:latin typeface="Trebuchet MS"/>
                <a:cs typeface="Trebuchet MS"/>
              </a:rPr>
              <a:t>СУЗ</a:t>
            </a:r>
            <a:r>
              <a:rPr sz="1800" spc="-5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800" spc="25" dirty="0">
                <a:solidFill>
                  <a:srgbClr val="0033CC"/>
                </a:solidFill>
                <a:latin typeface="Trebuchet MS"/>
                <a:cs typeface="Trebuchet MS"/>
              </a:rPr>
              <a:t>в</a:t>
            </a:r>
            <a:r>
              <a:rPr sz="1800" spc="-3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800" spc="-10" dirty="0">
                <a:solidFill>
                  <a:srgbClr val="0033CC"/>
                </a:solidFill>
                <a:latin typeface="Trebuchet MS"/>
                <a:cs typeface="Trebuchet MS"/>
              </a:rPr>
              <a:t>блоке</a:t>
            </a:r>
            <a:r>
              <a:rPr sz="1800" spc="-4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800" spc="20" dirty="0">
                <a:solidFill>
                  <a:srgbClr val="0033CC"/>
                </a:solidFill>
                <a:latin typeface="Trebuchet MS"/>
                <a:cs typeface="Trebuchet MS"/>
              </a:rPr>
              <a:t>защитных</a:t>
            </a:r>
            <a:r>
              <a:rPr sz="1800" spc="-45" dirty="0">
                <a:solidFill>
                  <a:srgbClr val="0033CC"/>
                </a:solidFill>
                <a:latin typeface="Trebuchet MS"/>
                <a:cs typeface="Trebuchet MS"/>
              </a:rPr>
              <a:t> </a:t>
            </a:r>
            <a:r>
              <a:rPr sz="1800" spc="5" dirty="0">
                <a:solidFill>
                  <a:srgbClr val="0033CC"/>
                </a:solidFill>
                <a:latin typeface="Trebuchet MS"/>
                <a:cs typeface="Trebuchet MS"/>
              </a:rPr>
              <a:t>труб</a:t>
            </a:r>
            <a:endParaRPr sz="1800">
              <a:latin typeface="Trebuchet MS"/>
              <a:cs typeface="Trebuchet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504828" y="6428278"/>
            <a:ext cx="415925" cy="3663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2755"/>
              </a:lnSpc>
            </a:pPr>
            <a:fld id="{81D60167-4931-47E6-BA6A-407CBD079E47}" type="slidenum">
              <a:rPr sz="2400" b="1" dirty="0">
                <a:solidFill>
                  <a:srgbClr val="0068B4"/>
                </a:solidFill>
                <a:latin typeface="Arial"/>
                <a:cs typeface="Arial"/>
              </a:rPr>
              <a:t>48</a:t>
            </a:fld>
            <a:endParaRPr sz="24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132734" y="3248282"/>
            <a:ext cx="1249680" cy="351790"/>
            <a:chOff x="3132734" y="3248282"/>
            <a:chExt cx="1249680" cy="351790"/>
          </a:xfrm>
        </p:grpSpPr>
        <p:sp>
          <p:nvSpPr>
            <p:cNvPr id="3" name="object 3"/>
            <p:cNvSpPr/>
            <p:nvPr/>
          </p:nvSpPr>
          <p:spPr>
            <a:xfrm>
              <a:off x="3132721" y="3248294"/>
              <a:ext cx="1249680" cy="214629"/>
            </a:xfrm>
            <a:custGeom>
              <a:avLst/>
              <a:gdLst/>
              <a:ahLst/>
              <a:cxnLst/>
              <a:rect l="l" t="t" r="r" b="b"/>
              <a:pathLst>
                <a:path w="1249679" h="214629">
                  <a:moveTo>
                    <a:pt x="124968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249680" y="214122"/>
                  </a:lnTo>
                  <a:lnTo>
                    <a:pt x="1249680" y="213360"/>
                  </a:lnTo>
                  <a:close/>
                </a:path>
                <a:path w="1249679" h="214629">
                  <a:moveTo>
                    <a:pt x="124968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249680" y="211074"/>
                  </a:lnTo>
                  <a:lnTo>
                    <a:pt x="1249680" y="210312"/>
                  </a:lnTo>
                  <a:close/>
                </a:path>
                <a:path w="1249679" h="214629">
                  <a:moveTo>
                    <a:pt x="124968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249680" y="208026"/>
                  </a:lnTo>
                  <a:lnTo>
                    <a:pt x="1249680" y="207264"/>
                  </a:lnTo>
                  <a:close/>
                </a:path>
                <a:path w="1249679" h="214629">
                  <a:moveTo>
                    <a:pt x="124968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249680" y="204978"/>
                  </a:lnTo>
                  <a:lnTo>
                    <a:pt x="1249680" y="204216"/>
                  </a:lnTo>
                  <a:close/>
                </a:path>
                <a:path w="1249679" h="214629">
                  <a:moveTo>
                    <a:pt x="124968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249680" y="201930"/>
                  </a:lnTo>
                  <a:lnTo>
                    <a:pt x="1249680" y="201168"/>
                  </a:lnTo>
                  <a:close/>
                </a:path>
                <a:path w="1249679" h="214629">
                  <a:moveTo>
                    <a:pt x="124968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249680" y="198882"/>
                  </a:lnTo>
                  <a:lnTo>
                    <a:pt x="1249680" y="198120"/>
                  </a:lnTo>
                  <a:close/>
                </a:path>
                <a:path w="1249679" h="214629">
                  <a:moveTo>
                    <a:pt x="124968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249680" y="195834"/>
                  </a:lnTo>
                  <a:lnTo>
                    <a:pt x="1249680" y="195072"/>
                  </a:lnTo>
                  <a:close/>
                </a:path>
                <a:path w="1249679" h="214629">
                  <a:moveTo>
                    <a:pt x="124968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249680" y="192786"/>
                  </a:lnTo>
                  <a:lnTo>
                    <a:pt x="1249680" y="192024"/>
                  </a:lnTo>
                  <a:close/>
                </a:path>
                <a:path w="1249679" h="214629">
                  <a:moveTo>
                    <a:pt x="124968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249680" y="189738"/>
                  </a:lnTo>
                  <a:lnTo>
                    <a:pt x="1249680" y="188976"/>
                  </a:lnTo>
                  <a:close/>
                </a:path>
                <a:path w="1249679" h="214629">
                  <a:moveTo>
                    <a:pt x="124968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249680" y="186690"/>
                  </a:lnTo>
                  <a:lnTo>
                    <a:pt x="1249680" y="185928"/>
                  </a:lnTo>
                  <a:close/>
                </a:path>
                <a:path w="1249679" h="214629">
                  <a:moveTo>
                    <a:pt x="124968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249680" y="183642"/>
                  </a:lnTo>
                  <a:lnTo>
                    <a:pt x="1249680" y="182880"/>
                  </a:lnTo>
                  <a:close/>
                </a:path>
                <a:path w="1249679" h="214629">
                  <a:moveTo>
                    <a:pt x="124968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249680" y="180594"/>
                  </a:lnTo>
                  <a:lnTo>
                    <a:pt x="1249680" y="179832"/>
                  </a:lnTo>
                  <a:close/>
                </a:path>
                <a:path w="1249679" h="214629">
                  <a:moveTo>
                    <a:pt x="124968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249680" y="177546"/>
                  </a:lnTo>
                  <a:lnTo>
                    <a:pt x="1249680" y="176784"/>
                  </a:lnTo>
                  <a:close/>
                </a:path>
                <a:path w="1249679" h="214629">
                  <a:moveTo>
                    <a:pt x="124968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249680" y="174498"/>
                  </a:lnTo>
                  <a:lnTo>
                    <a:pt x="1249680" y="173736"/>
                  </a:lnTo>
                  <a:close/>
                </a:path>
                <a:path w="1249679" h="214629">
                  <a:moveTo>
                    <a:pt x="124968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249680" y="171450"/>
                  </a:lnTo>
                  <a:lnTo>
                    <a:pt x="1249680" y="170688"/>
                  </a:lnTo>
                  <a:close/>
                </a:path>
                <a:path w="1249679" h="214629">
                  <a:moveTo>
                    <a:pt x="124968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249680" y="168402"/>
                  </a:lnTo>
                  <a:lnTo>
                    <a:pt x="1249680" y="167640"/>
                  </a:lnTo>
                  <a:close/>
                </a:path>
                <a:path w="1249679" h="214629">
                  <a:moveTo>
                    <a:pt x="124968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249680" y="165354"/>
                  </a:lnTo>
                  <a:lnTo>
                    <a:pt x="1249680" y="164592"/>
                  </a:lnTo>
                  <a:close/>
                </a:path>
                <a:path w="1249679" h="214629">
                  <a:moveTo>
                    <a:pt x="124968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249680" y="162306"/>
                  </a:lnTo>
                  <a:lnTo>
                    <a:pt x="1249680" y="161544"/>
                  </a:lnTo>
                  <a:close/>
                </a:path>
                <a:path w="1249679" h="214629">
                  <a:moveTo>
                    <a:pt x="124968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249680" y="159258"/>
                  </a:lnTo>
                  <a:lnTo>
                    <a:pt x="1249680" y="158496"/>
                  </a:lnTo>
                  <a:close/>
                </a:path>
                <a:path w="1249679" h="214629">
                  <a:moveTo>
                    <a:pt x="124968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249680" y="156210"/>
                  </a:lnTo>
                  <a:lnTo>
                    <a:pt x="1249680" y="155448"/>
                  </a:lnTo>
                  <a:close/>
                </a:path>
                <a:path w="1249679" h="214629">
                  <a:moveTo>
                    <a:pt x="124968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249680" y="153162"/>
                  </a:lnTo>
                  <a:lnTo>
                    <a:pt x="1249680" y="152400"/>
                  </a:lnTo>
                  <a:close/>
                </a:path>
                <a:path w="1249679" h="214629">
                  <a:moveTo>
                    <a:pt x="124968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249680" y="150114"/>
                  </a:lnTo>
                  <a:lnTo>
                    <a:pt x="1249680" y="149352"/>
                  </a:lnTo>
                  <a:close/>
                </a:path>
                <a:path w="1249679" h="214629">
                  <a:moveTo>
                    <a:pt x="124968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249680" y="147066"/>
                  </a:lnTo>
                  <a:lnTo>
                    <a:pt x="1249680" y="146304"/>
                  </a:lnTo>
                  <a:close/>
                </a:path>
                <a:path w="1249679" h="214629">
                  <a:moveTo>
                    <a:pt x="124968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249680" y="144018"/>
                  </a:lnTo>
                  <a:lnTo>
                    <a:pt x="1249680" y="143256"/>
                  </a:lnTo>
                  <a:close/>
                </a:path>
                <a:path w="1249679" h="214629">
                  <a:moveTo>
                    <a:pt x="124968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249680" y="140970"/>
                  </a:lnTo>
                  <a:lnTo>
                    <a:pt x="1249680" y="140208"/>
                  </a:lnTo>
                  <a:close/>
                </a:path>
                <a:path w="1249679" h="214629">
                  <a:moveTo>
                    <a:pt x="124968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249680" y="137922"/>
                  </a:lnTo>
                  <a:lnTo>
                    <a:pt x="1249680" y="137160"/>
                  </a:lnTo>
                  <a:close/>
                </a:path>
                <a:path w="1249679" h="214629">
                  <a:moveTo>
                    <a:pt x="124968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249680" y="134874"/>
                  </a:lnTo>
                  <a:lnTo>
                    <a:pt x="1249680" y="134112"/>
                  </a:lnTo>
                  <a:close/>
                </a:path>
                <a:path w="1249679" h="214629">
                  <a:moveTo>
                    <a:pt x="124968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249680" y="131826"/>
                  </a:lnTo>
                  <a:lnTo>
                    <a:pt x="1249680" y="131064"/>
                  </a:lnTo>
                  <a:close/>
                </a:path>
                <a:path w="1249679" h="214629">
                  <a:moveTo>
                    <a:pt x="124968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249680" y="128778"/>
                  </a:lnTo>
                  <a:lnTo>
                    <a:pt x="1249680" y="128016"/>
                  </a:lnTo>
                  <a:close/>
                </a:path>
                <a:path w="1249679" h="214629">
                  <a:moveTo>
                    <a:pt x="124968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249680" y="125730"/>
                  </a:lnTo>
                  <a:lnTo>
                    <a:pt x="1249680" y="124968"/>
                  </a:lnTo>
                  <a:close/>
                </a:path>
                <a:path w="1249679" h="214629">
                  <a:moveTo>
                    <a:pt x="124968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249680" y="122682"/>
                  </a:lnTo>
                  <a:lnTo>
                    <a:pt x="1249680" y="121920"/>
                  </a:lnTo>
                  <a:close/>
                </a:path>
                <a:path w="1249679" h="214629">
                  <a:moveTo>
                    <a:pt x="124968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249680" y="119634"/>
                  </a:lnTo>
                  <a:lnTo>
                    <a:pt x="1249680" y="118872"/>
                  </a:lnTo>
                  <a:close/>
                </a:path>
                <a:path w="1249679" h="214629">
                  <a:moveTo>
                    <a:pt x="124968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249680" y="116586"/>
                  </a:lnTo>
                  <a:lnTo>
                    <a:pt x="1249680" y="115824"/>
                  </a:lnTo>
                  <a:close/>
                </a:path>
                <a:path w="1249679" h="214629">
                  <a:moveTo>
                    <a:pt x="124968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249680" y="113538"/>
                  </a:lnTo>
                  <a:lnTo>
                    <a:pt x="1249680" y="112776"/>
                  </a:lnTo>
                  <a:close/>
                </a:path>
                <a:path w="1249679" h="214629">
                  <a:moveTo>
                    <a:pt x="124968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249680" y="110490"/>
                  </a:lnTo>
                  <a:lnTo>
                    <a:pt x="1249680" y="109728"/>
                  </a:lnTo>
                  <a:close/>
                </a:path>
                <a:path w="1249679" h="214629">
                  <a:moveTo>
                    <a:pt x="124968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249680" y="107442"/>
                  </a:lnTo>
                  <a:lnTo>
                    <a:pt x="1249680" y="106680"/>
                  </a:lnTo>
                  <a:close/>
                </a:path>
                <a:path w="1249679" h="214629">
                  <a:moveTo>
                    <a:pt x="124968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249680" y="104394"/>
                  </a:lnTo>
                  <a:lnTo>
                    <a:pt x="1249680" y="103632"/>
                  </a:lnTo>
                  <a:close/>
                </a:path>
                <a:path w="1249679" h="214629">
                  <a:moveTo>
                    <a:pt x="124968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249680" y="101346"/>
                  </a:lnTo>
                  <a:lnTo>
                    <a:pt x="1249680" y="100584"/>
                  </a:lnTo>
                  <a:close/>
                </a:path>
                <a:path w="1249679" h="214629">
                  <a:moveTo>
                    <a:pt x="124968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249680" y="98298"/>
                  </a:lnTo>
                  <a:lnTo>
                    <a:pt x="1249680" y="97536"/>
                  </a:lnTo>
                  <a:close/>
                </a:path>
                <a:path w="1249679" h="214629">
                  <a:moveTo>
                    <a:pt x="124968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249680" y="95250"/>
                  </a:lnTo>
                  <a:lnTo>
                    <a:pt x="1249680" y="94488"/>
                  </a:lnTo>
                  <a:close/>
                </a:path>
                <a:path w="1249679" h="214629">
                  <a:moveTo>
                    <a:pt x="124968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249680" y="92202"/>
                  </a:lnTo>
                  <a:lnTo>
                    <a:pt x="1249680" y="91440"/>
                  </a:lnTo>
                  <a:close/>
                </a:path>
                <a:path w="1249679" h="214629">
                  <a:moveTo>
                    <a:pt x="124968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249680" y="89154"/>
                  </a:lnTo>
                  <a:lnTo>
                    <a:pt x="1249680" y="88392"/>
                  </a:lnTo>
                  <a:close/>
                </a:path>
                <a:path w="1249679" h="214629">
                  <a:moveTo>
                    <a:pt x="124968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249680" y="86106"/>
                  </a:lnTo>
                  <a:lnTo>
                    <a:pt x="1249680" y="85344"/>
                  </a:lnTo>
                  <a:close/>
                </a:path>
                <a:path w="1249679" h="214629">
                  <a:moveTo>
                    <a:pt x="124968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249680" y="83058"/>
                  </a:lnTo>
                  <a:lnTo>
                    <a:pt x="1249680" y="82296"/>
                  </a:lnTo>
                  <a:close/>
                </a:path>
                <a:path w="1249679" h="214629">
                  <a:moveTo>
                    <a:pt x="124968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249680" y="80010"/>
                  </a:lnTo>
                  <a:lnTo>
                    <a:pt x="1249680" y="79248"/>
                  </a:lnTo>
                  <a:close/>
                </a:path>
                <a:path w="1249679" h="214629">
                  <a:moveTo>
                    <a:pt x="124968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249680" y="76962"/>
                  </a:lnTo>
                  <a:lnTo>
                    <a:pt x="1249680" y="76200"/>
                  </a:lnTo>
                  <a:close/>
                </a:path>
                <a:path w="1249679" h="214629">
                  <a:moveTo>
                    <a:pt x="124968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249680" y="73914"/>
                  </a:lnTo>
                  <a:lnTo>
                    <a:pt x="1249680" y="73152"/>
                  </a:lnTo>
                  <a:close/>
                </a:path>
                <a:path w="1249679" h="214629">
                  <a:moveTo>
                    <a:pt x="124968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249680" y="70866"/>
                  </a:lnTo>
                  <a:lnTo>
                    <a:pt x="1249680" y="70104"/>
                  </a:lnTo>
                  <a:close/>
                </a:path>
                <a:path w="1249679" h="214629">
                  <a:moveTo>
                    <a:pt x="124968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249680" y="67818"/>
                  </a:lnTo>
                  <a:lnTo>
                    <a:pt x="1249680" y="67056"/>
                  </a:lnTo>
                  <a:close/>
                </a:path>
                <a:path w="1249679" h="214629">
                  <a:moveTo>
                    <a:pt x="124968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249680" y="64770"/>
                  </a:lnTo>
                  <a:lnTo>
                    <a:pt x="1249680" y="64008"/>
                  </a:lnTo>
                  <a:close/>
                </a:path>
                <a:path w="1249679" h="214629">
                  <a:moveTo>
                    <a:pt x="124968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249680" y="61722"/>
                  </a:lnTo>
                  <a:lnTo>
                    <a:pt x="1249680" y="60960"/>
                  </a:lnTo>
                  <a:close/>
                </a:path>
                <a:path w="1249679" h="214629">
                  <a:moveTo>
                    <a:pt x="124968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249680" y="58674"/>
                  </a:lnTo>
                  <a:lnTo>
                    <a:pt x="1249680" y="57912"/>
                  </a:lnTo>
                  <a:close/>
                </a:path>
                <a:path w="1249679" h="214629">
                  <a:moveTo>
                    <a:pt x="124968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249680" y="55626"/>
                  </a:lnTo>
                  <a:lnTo>
                    <a:pt x="1249680" y="54864"/>
                  </a:lnTo>
                  <a:close/>
                </a:path>
                <a:path w="1249679" h="214629">
                  <a:moveTo>
                    <a:pt x="124968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249680" y="52578"/>
                  </a:lnTo>
                  <a:lnTo>
                    <a:pt x="1249680" y="51816"/>
                  </a:lnTo>
                  <a:close/>
                </a:path>
                <a:path w="1249679" h="214629">
                  <a:moveTo>
                    <a:pt x="124968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249680" y="49530"/>
                  </a:lnTo>
                  <a:lnTo>
                    <a:pt x="1249680" y="48768"/>
                  </a:lnTo>
                  <a:close/>
                </a:path>
                <a:path w="1249679" h="214629">
                  <a:moveTo>
                    <a:pt x="124968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249680" y="46482"/>
                  </a:lnTo>
                  <a:lnTo>
                    <a:pt x="1249680" y="45720"/>
                  </a:lnTo>
                  <a:close/>
                </a:path>
                <a:path w="1249679" h="214629">
                  <a:moveTo>
                    <a:pt x="124968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249680" y="43434"/>
                  </a:lnTo>
                  <a:lnTo>
                    <a:pt x="1249680" y="42672"/>
                  </a:lnTo>
                  <a:close/>
                </a:path>
                <a:path w="1249679" h="214629">
                  <a:moveTo>
                    <a:pt x="124968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249680" y="40386"/>
                  </a:lnTo>
                  <a:lnTo>
                    <a:pt x="1249680" y="39624"/>
                  </a:lnTo>
                  <a:close/>
                </a:path>
                <a:path w="1249679" h="214629">
                  <a:moveTo>
                    <a:pt x="124968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249680" y="37338"/>
                  </a:lnTo>
                  <a:lnTo>
                    <a:pt x="1249680" y="36576"/>
                  </a:lnTo>
                  <a:close/>
                </a:path>
                <a:path w="1249679" h="214629">
                  <a:moveTo>
                    <a:pt x="124968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249680" y="34290"/>
                  </a:lnTo>
                  <a:lnTo>
                    <a:pt x="1249680" y="33528"/>
                  </a:lnTo>
                  <a:close/>
                </a:path>
                <a:path w="1249679" h="214629">
                  <a:moveTo>
                    <a:pt x="124968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249680" y="31242"/>
                  </a:lnTo>
                  <a:lnTo>
                    <a:pt x="1249680" y="30480"/>
                  </a:lnTo>
                  <a:close/>
                </a:path>
                <a:path w="1249679" h="214629">
                  <a:moveTo>
                    <a:pt x="124968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249680" y="28194"/>
                  </a:lnTo>
                  <a:lnTo>
                    <a:pt x="1249680" y="27432"/>
                  </a:lnTo>
                  <a:close/>
                </a:path>
                <a:path w="1249679" h="214629">
                  <a:moveTo>
                    <a:pt x="124968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249680" y="25146"/>
                  </a:lnTo>
                  <a:lnTo>
                    <a:pt x="1249680" y="24384"/>
                  </a:lnTo>
                  <a:close/>
                </a:path>
                <a:path w="1249679" h="214629">
                  <a:moveTo>
                    <a:pt x="12496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249680" y="22098"/>
                  </a:lnTo>
                  <a:lnTo>
                    <a:pt x="1249680" y="21336"/>
                  </a:lnTo>
                  <a:close/>
                </a:path>
                <a:path w="1249679" h="214629">
                  <a:moveTo>
                    <a:pt x="12496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249680" y="19050"/>
                  </a:lnTo>
                  <a:lnTo>
                    <a:pt x="1249680" y="18288"/>
                  </a:lnTo>
                  <a:close/>
                </a:path>
                <a:path w="1249679" h="214629">
                  <a:moveTo>
                    <a:pt x="12496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249680" y="16002"/>
                  </a:lnTo>
                  <a:lnTo>
                    <a:pt x="1249680" y="15240"/>
                  </a:lnTo>
                  <a:close/>
                </a:path>
                <a:path w="1249679" h="214629">
                  <a:moveTo>
                    <a:pt x="12496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249680" y="12954"/>
                  </a:lnTo>
                  <a:lnTo>
                    <a:pt x="1249680" y="12192"/>
                  </a:lnTo>
                  <a:close/>
                </a:path>
                <a:path w="1249679" h="214629">
                  <a:moveTo>
                    <a:pt x="12496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249680" y="9906"/>
                  </a:lnTo>
                  <a:lnTo>
                    <a:pt x="1249680" y="9144"/>
                  </a:lnTo>
                  <a:close/>
                </a:path>
                <a:path w="1249679" h="214629">
                  <a:moveTo>
                    <a:pt x="12496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249680" y="6858"/>
                  </a:lnTo>
                  <a:lnTo>
                    <a:pt x="1249680" y="6096"/>
                  </a:lnTo>
                  <a:close/>
                </a:path>
                <a:path w="1249679" h="214629">
                  <a:moveTo>
                    <a:pt x="12496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249680" y="3810"/>
                  </a:lnTo>
                  <a:lnTo>
                    <a:pt x="1249680" y="3048"/>
                  </a:lnTo>
                  <a:close/>
                </a:path>
                <a:path w="1249679" h="214629">
                  <a:moveTo>
                    <a:pt x="124968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249680" y="762"/>
                  </a:lnTo>
                  <a:lnTo>
                    <a:pt x="1249680" y="0"/>
                  </a:lnTo>
                  <a:close/>
                </a:path>
              </a:pathLst>
            </a:custGeom>
            <a:solidFill>
              <a:srgbClr val="7676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132721" y="3461654"/>
              <a:ext cx="1249680" cy="138430"/>
            </a:xfrm>
            <a:custGeom>
              <a:avLst/>
              <a:gdLst/>
              <a:ahLst/>
              <a:cxnLst/>
              <a:rect l="l" t="t" r="r" b="b"/>
              <a:pathLst>
                <a:path w="1249679" h="138429">
                  <a:moveTo>
                    <a:pt x="124968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249680" y="137922"/>
                  </a:lnTo>
                  <a:lnTo>
                    <a:pt x="1249680" y="137160"/>
                  </a:lnTo>
                  <a:close/>
                </a:path>
                <a:path w="1249679" h="138429">
                  <a:moveTo>
                    <a:pt x="124968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249680" y="134874"/>
                  </a:lnTo>
                  <a:lnTo>
                    <a:pt x="1249680" y="134112"/>
                  </a:lnTo>
                  <a:close/>
                </a:path>
                <a:path w="1249679" h="138429">
                  <a:moveTo>
                    <a:pt x="124968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249680" y="131826"/>
                  </a:lnTo>
                  <a:lnTo>
                    <a:pt x="1249680" y="131064"/>
                  </a:lnTo>
                  <a:close/>
                </a:path>
                <a:path w="1249679" h="138429">
                  <a:moveTo>
                    <a:pt x="124968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249680" y="128778"/>
                  </a:lnTo>
                  <a:lnTo>
                    <a:pt x="1249680" y="128016"/>
                  </a:lnTo>
                  <a:close/>
                </a:path>
                <a:path w="1249679" h="138429">
                  <a:moveTo>
                    <a:pt x="124968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249680" y="125730"/>
                  </a:lnTo>
                  <a:lnTo>
                    <a:pt x="1249680" y="124968"/>
                  </a:lnTo>
                  <a:close/>
                </a:path>
                <a:path w="1249679" h="138429">
                  <a:moveTo>
                    <a:pt x="124968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249680" y="122682"/>
                  </a:lnTo>
                  <a:lnTo>
                    <a:pt x="1249680" y="121920"/>
                  </a:lnTo>
                  <a:close/>
                </a:path>
                <a:path w="1249679" h="138429">
                  <a:moveTo>
                    <a:pt x="124968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249680" y="119634"/>
                  </a:lnTo>
                  <a:lnTo>
                    <a:pt x="1249680" y="118872"/>
                  </a:lnTo>
                  <a:close/>
                </a:path>
                <a:path w="1249679" h="138429">
                  <a:moveTo>
                    <a:pt x="124968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249680" y="116586"/>
                  </a:lnTo>
                  <a:lnTo>
                    <a:pt x="1249680" y="115824"/>
                  </a:lnTo>
                  <a:close/>
                </a:path>
                <a:path w="1249679" h="138429">
                  <a:moveTo>
                    <a:pt x="124968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249680" y="113538"/>
                  </a:lnTo>
                  <a:lnTo>
                    <a:pt x="1249680" y="112776"/>
                  </a:lnTo>
                  <a:close/>
                </a:path>
                <a:path w="1249679" h="138429">
                  <a:moveTo>
                    <a:pt x="124968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249680" y="110490"/>
                  </a:lnTo>
                  <a:lnTo>
                    <a:pt x="1249680" y="109728"/>
                  </a:lnTo>
                  <a:close/>
                </a:path>
                <a:path w="1249679" h="138429">
                  <a:moveTo>
                    <a:pt x="124968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249680" y="107442"/>
                  </a:lnTo>
                  <a:lnTo>
                    <a:pt x="1249680" y="106680"/>
                  </a:lnTo>
                  <a:close/>
                </a:path>
                <a:path w="1249679" h="138429">
                  <a:moveTo>
                    <a:pt x="124968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249680" y="104394"/>
                  </a:lnTo>
                  <a:lnTo>
                    <a:pt x="1249680" y="103632"/>
                  </a:lnTo>
                  <a:close/>
                </a:path>
                <a:path w="1249679" h="138429">
                  <a:moveTo>
                    <a:pt x="124968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249680" y="101346"/>
                  </a:lnTo>
                  <a:lnTo>
                    <a:pt x="1249680" y="100584"/>
                  </a:lnTo>
                  <a:close/>
                </a:path>
                <a:path w="1249679" h="138429">
                  <a:moveTo>
                    <a:pt x="124968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249680" y="98298"/>
                  </a:lnTo>
                  <a:lnTo>
                    <a:pt x="1249680" y="97536"/>
                  </a:lnTo>
                  <a:close/>
                </a:path>
                <a:path w="1249679" h="138429">
                  <a:moveTo>
                    <a:pt x="124968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249680" y="95250"/>
                  </a:lnTo>
                  <a:lnTo>
                    <a:pt x="1249680" y="94488"/>
                  </a:lnTo>
                  <a:close/>
                </a:path>
                <a:path w="1249679" h="138429">
                  <a:moveTo>
                    <a:pt x="124968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249680" y="92202"/>
                  </a:lnTo>
                  <a:lnTo>
                    <a:pt x="1249680" y="91440"/>
                  </a:lnTo>
                  <a:close/>
                </a:path>
                <a:path w="1249679" h="138429">
                  <a:moveTo>
                    <a:pt x="124968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249680" y="89154"/>
                  </a:lnTo>
                  <a:lnTo>
                    <a:pt x="1249680" y="88392"/>
                  </a:lnTo>
                  <a:close/>
                </a:path>
                <a:path w="1249679" h="138429">
                  <a:moveTo>
                    <a:pt x="124968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249680" y="86106"/>
                  </a:lnTo>
                  <a:lnTo>
                    <a:pt x="1249680" y="85344"/>
                  </a:lnTo>
                  <a:close/>
                </a:path>
                <a:path w="1249679" h="138429">
                  <a:moveTo>
                    <a:pt x="124968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249680" y="83058"/>
                  </a:lnTo>
                  <a:lnTo>
                    <a:pt x="1249680" y="82296"/>
                  </a:lnTo>
                  <a:close/>
                </a:path>
                <a:path w="1249679" h="138429">
                  <a:moveTo>
                    <a:pt x="124968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249680" y="80010"/>
                  </a:lnTo>
                  <a:lnTo>
                    <a:pt x="1249680" y="79248"/>
                  </a:lnTo>
                  <a:close/>
                </a:path>
                <a:path w="1249679" h="138429">
                  <a:moveTo>
                    <a:pt x="124968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249680" y="76962"/>
                  </a:lnTo>
                  <a:lnTo>
                    <a:pt x="1249680" y="76200"/>
                  </a:lnTo>
                  <a:close/>
                </a:path>
                <a:path w="1249679" h="138429">
                  <a:moveTo>
                    <a:pt x="124968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249680" y="73914"/>
                  </a:lnTo>
                  <a:lnTo>
                    <a:pt x="1249680" y="73152"/>
                  </a:lnTo>
                  <a:close/>
                </a:path>
                <a:path w="1249679" h="138429">
                  <a:moveTo>
                    <a:pt x="124968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249680" y="70866"/>
                  </a:lnTo>
                  <a:lnTo>
                    <a:pt x="1249680" y="70104"/>
                  </a:lnTo>
                  <a:close/>
                </a:path>
                <a:path w="1249679" h="138429">
                  <a:moveTo>
                    <a:pt x="124968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249680" y="67818"/>
                  </a:lnTo>
                  <a:lnTo>
                    <a:pt x="1249680" y="67056"/>
                  </a:lnTo>
                  <a:close/>
                </a:path>
                <a:path w="1249679" h="138429">
                  <a:moveTo>
                    <a:pt x="124968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249680" y="64770"/>
                  </a:lnTo>
                  <a:lnTo>
                    <a:pt x="1249680" y="64008"/>
                  </a:lnTo>
                  <a:close/>
                </a:path>
                <a:path w="1249679" h="138429">
                  <a:moveTo>
                    <a:pt x="124968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249680" y="61722"/>
                  </a:lnTo>
                  <a:lnTo>
                    <a:pt x="1249680" y="60960"/>
                  </a:lnTo>
                  <a:close/>
                </a:path>
                <a:path w="1249679" h="138429">
                  <a:moveTo>
                    <a:pt x="124968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249680" y="58674"/>
                  </a:lnTo>
                  <a:lnTo>
                    <a:pt x="1249680" y="57912"/>
                  </a:lnTo>
                  <a:close/>
                </a:path>
                <a:path w="1249679" h="138429">
                  <a:moveTo>
                    <a:pt x="124968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249680" y="55626"/>
                  </a:lnTo>
                  <a:lnTo>
                    <a:pt x="1249680" y="54864"/>
                  </a:lnTo>
                  <a:close/>
                </a:path>
                <a:path w="1249679" h="138429">
                  <a:moveTo>
                    <a:pt x="124968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249680" y="52578"/>
                  </a:lnTo>
                  <a:lnTo>
                    <a:pt x="1249680" y="51816"/>
                  </a:lnTo>
                  <a:close/>
                </a:path>
                <a:path w="1249679" h="138429">
                  <a:moveTo>
                    <a:pt x="124968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249680" y="49530"/>
                  </a:lnTo>
                  <a:lnTo>
                    <a:pt x="1249680" y="48768"/>
                  </a:lnTo>
                  <a:close/>
                </a:path>
                <a:path w="1249679" h="138429">
                  <a:moveTo>
                    <a:pt x="124968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249680" y="46482"/>
                  </a:lnTo>
                  <a:lnTo>
                    <a:pt x="1249680" y="45720"/>
                  </a:lnTo>
                  <a:close/>
                </a:path>
                <a:path w="1249679" h="138429">
                  <a:moveTo>
                    <a:pt x="124968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249680" y="43434"/>
                  </a:lnTo>
                  <a:lnTo>
                    <a:pt x="1249680" y="42672"/>
                  </a:lnTo>
                  <a:close/>
                </a:path>
                <a:path w="1249679" h="138429">
                  <a:moveTo>
                    <a:pt x="124968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249680" y="40386"/>
                  </a:lnTo>
                  <a:lnTo>
                    <a:pt x="1249680" y="39624"/>
                  </a:lnTo>
                  <a:close/>
                </a:path>
                <a:path w="1249679" h="138429">
                  <a:moveTo>
                    <a:pt x="124968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249680" y="37338"/>
                  </a:lnTo>
                  <a:lnTo>
                    <a:pt x="1249680" y="36576"/>
                  </a:lnTo>
                  <a:close/>
                </a:path>
                <a:path w="1249679" h="138429">
                  <a:moveTo>
                    <a:pt x="124968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249680" y="34290"/>
                  </a:lnTo>
                  <a:lnTo>
                    <a:pt x="1249680" y="33528"/>
                  </a:lnTo>
                  <a:close/>
                </a:path>
                <a:path w="1249679" h="138429">
                  <a:moveTo>
                    <a:pt x="124968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249680" y="31242"/>
                  </a:lnTo>
                  <a:lnTo>
                    <a:pt x="1249680" y="30480"/>
                  </a:lnTo>
                  <a:close/>
                </a:path>
                <a:path w="1249679" h="138429">
                  <a:moveTo>
                    <a:pt x="124968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249680" y="28194"/>
                  </a:lnTo>
                  <a:lnTo>
                    <a:pt x="1249680" y="27432"/>
                  </a:lnTo>
                  <a:close/>
                </a:path>
                <a:path w="1249679" h="138429">
                  <a:moveTo>
                    <a:pt x="124968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249680" y="25146"/>
                  </a:lnTo>
                  <a:lnTo>
                    <a:pt x="1249680" y="24384"/>
                  </a:lnTo>
                  <a:close/>
                </a:path>
                <a:path w="1249679" h="138429">
                  <a:moveTo>
                    <a:pt x="12496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249680" y="22098"/>
                  </a:lnTo>
                  <a:lnTo>
                    <a:pt x="1249680" y="21336"/>
                  </a:lnTo>
                  <a:close/>
                </a:path>
                <a:path w="1249679" h="138429">
                  <a:moveTo>
                    <a:pt x="12496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249680" y="19050"/>
                  </a:lnTo>
                  <a:lnTo>
                    <a:pt x="1249680" y="18288"/>
                  </a:lnTo>
                  <a:close/>
                </a:path>
                <a:path w="1249679" h="138429">
                  <a:moveTo>
                    <a:pt x="12496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249680" y="16002"/>
                  </a:lnTo>
                  <a:lnTo>
                    <a:pt x="1249680" y="15240"/>
                  </a:lnTo>
                  <a:close/>
                </a:path>
                <a:path w="1249679" h="138429">
                  <a:moveTo>
                    <a:pt x="12496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249680" y="12954"/>
                  </a:lnTo>
                  <a:lnTo>
                    <a:pt x="1249680" y="12192"/>
                  </a:lnTo>
                  <a:close/>
                </a:path>
                <a:path w="1249679" h="138429">
                  <a:moveTo>
                    <a:pt x="12496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249680" y="9906"/>
                  </a:lnTo>
                  <a:lnTo>
                    <a:pt x="1249680" y="9144"/>
                  </a:lnTo>
                  <a:close/>
                </a:path>
                <a:path w="1249679" h="138429">
                  <a:moveTo>
                    <a:pt x="12496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249680" y="6858"/>
                  </a:lnTo>
                  <a:lnTo>
                    <a:pt x="1249680" y="6096"/>
                  </a:lnTo>
                  <a:close/>
                </a:path>
                <a:path w="1249679" h="138429">
                  <a:moveTo>
                    <a:pt x="12496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249680" y="3810"/>
                  </a:lnTo>
                  <a:lnTo>
                    <a:pt x="1249680" y="3048"/>
                  </a:lnTo>
                  <a:close/>
                </a:path>
                <a:path w="1249679" h="138429">
                  <a:moveTo>
                    <a:pt x="124968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249680" y="762"/>
                  </a:lnTo>
                  <a:lnTo>
                    <a:pt x="1249680" y="0"/>
                  </a:lnTo>
                  <a:close/>
                </a:path>
              </a:pathLst>
            </a:custGeom>
            <a:solidFill>
              <a:srgbClr val="7676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3132734" y="3742058"/>
            <a:ext cx="1249680" cy="351790"/>
            <a:chOff x="3132734" y="3742058"/>
            <a:chExt cx="1249680" cy="351790"/>
          </a:xfrm>
        </p:grpSpPr>
        <p:sp>
          <p:nvSpPr>
            <p:cNvPr id="6" name="object 6"/>
            <p:cNvSpPr/>
            <p:nvPr/>
          </p:nvSpPr>
          <p:spPr>
            <a:xfrm>
              <a:off x="3132721" y="3742070"/>
              <a:ext cx="1249680" cy="214629"/>
            </a:xfrm>
            <a:custGeom>
              <a:avLst/>
              <a:gdLst/>
              <a:ahLst/>
              <a:cxnLst/>
              <a:rect l="l" t="t" r="r" b="b"/>
              <a:pathLst>
                <a:path w="1249679" h="214629">
                  <a:moveTo>
                    <a:pt x="124968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249680" y="214122"/>
                  </a:lnTo>
                  <a:lnTo>
                    <a:pt x="1249680" y="213360"/>
                  </a:lnTo>
                  <a:close/>
                </a:path>
                <a:path w="1249679" h="214629">
                  <a:moveTo>
                    <a:pt x="124968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249680" y="211074"/>
                  </a:lnTo>
                  <a:lnTo>
                    <a:pt x="1249680" y="210312"/>
                  </a:lnTo>
                  <a:close/>
                </a:path>
                <a:path w="1249679" h="214629">
                  <a:moveTo>
                    <a:pt x="124968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249680" y="208026"/>
                  </a:lnTo>
                  <a:lnTo>
                    <a:pt x="1249680" y="207264"/>
                  </a:lnTo>
                  <a:close/>
                </a:path>
                <a:path w="1249679" h="214629">
                  <a:moveTo>
                    <a:pt x="124968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249680" y="204978"/>
                  </a:lnTo>
                  <a:lnTo>
                    <a:pt x="1249680" y="204216"/>
                  </a:lnTo>
                  <a:close/>
                </a:path>
                <a:path w="1249679" h="214629">
                  <a:moveTo>
                    <a:pt x="124968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249680" y="201930"/>
                  </a:lnTo>
                  <a:lnTo>
                    <a:pt x="1249680" y="201168"/>
                  </a:lnTo>
                  <a:close/>
                </a:path>
                <a:path w="1249679" h="214629">
                  <a:moveTo>
                    <a:pt x="124968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249680" y="198882"/>
                  </a:lnTo>
                  <a:lnTo>
                    <a:pt x="1249680" y="198120"/>
                  </a:lnTo>
                  <a:close/>
                </a:path>
                <a:path w="1249679" h="214629">
                  <a:moveTo>
                    <a:pt x="124968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249680" y="195834"/>
                  </a:lnTo>
                  <a:lnTo>
                    <a:pt x="1249680" y="195072"/>
                  </a:lnTo>
                  <a:close/>
                </a:path>
                <a:path w="1249679" h="214629">
                  <a:moveTo>
                    <a:pt x="124968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249680" y="192786"/>
                  </a:lnTo>
                  <a:lnTo>
                    <a:pt x="1249680" y="192024"/>
                  </a:lnTo>
                  <a:close/>
                </a:path>
                <a:path w="1249679" h="214629">
                  <a:moveTo>
                    <a:pt x="124968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249680" y="189738"/>
                  </a:lnTo>
                  <a:lnTo>
                    <a:pt x="1249680" y="188976"/>
                  </a:lnTo>
                  <a:close/>
                </a:path>
                <a:path w="1249679" h="214629">
                  <a:moveTo>
                    <a:pt x="124968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249680" y="186690"/>
                  </a:lnTo>
                  <a:lnTo>
                    <a:pt x="1249680" y="185928"/>
                  </a:lnTo>
                  <a:close/>
                </a:path>
                <a:path w="1249679" h="214629">
                  <a:moveTo>
                    <a:pt x="124968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249680" y="183642"/>
                  </a:lnTo>
                  <a:lnTo>
                    <a:pt x="1249680" y="182880"/>
                  </a:lnTo>
                  <a:close/>
                </a:path>
                <a:path w="1249679" h="214629">
                  <a:moveTo>
                    <a:pt x="124968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249680" y="180594"/>
                  </a:lnTo>
                  <a:lnTo>
                    <a:pt x="1249680" y="179832"/>
                  </a:lnTo>
                  <a:close/>
                </a:path>
                <a:path w="1249679" h="214629">
                  <a:moveTo>
                    <a:pt x="124968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249680" y="177546"/>
                  </a:lnTo>
                  <a:lnTo>
                    <a:pt x="1249680" y="176784"/>
                  </a:lnTo>
                  <a:close/>
                </a:path>
                <a:path w="1249679" h="214629">
                  <a:moveTo>
                    <a:pt x="124968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249680" y="174498"/>
                  </a:lnTo>
                  <a:lnTo>
                    <a:pt x="1249680" y="173736"/>
                  </a:lnTo>
                  <a:close/>
                </a:path>
                <a:path w="1249679" h="214629">
                  <a:moveTo>
                    <a:pt x="124968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249680" y="171450"/>
                  </a:lnTo>
                  <a:lnTo>
                    <a:pt x="1249680" y="170688"/>
                  </a:lnTo>
                  <a:close/>
                </a:path>
                <a:path w="1249679" h="214629">
                  <a:moveTo>
                    <a:pt x="124968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249680" y="168402"/>
                  </a:lnTo>
                  <a:lnTo>
                    <a:pt x="1249680" y="167640"/>
                  </a:lnTo>
                  <a:close/>
                </a:path>
                <a:path w="1249679" h="214629">
                  <a:moveTo>
                    <a:pt x="124968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249680" y="165354"/>
                  </a:lnTo>
                  <a:lnTo>
                    <a:pt x="1249680" y="164592"/>
                  </a:lnTo>
                  <a:close/>
                </a:path>
                <a:path w="1249679" h="214629">
                  <a:moveTo>
                    <a:pt x="124968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249680" y="162306"/>
                  </a:lnTo>
                  <a:lnTo>
                    <a:pt x="1249680" y="161544"/>
                  </a:lnTo>
                  <a:close/>
                </a:path>
                <a:path w="1249679" h="214629">
                  <a:moveTo>
                    <a:pt x="124968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249680" y="159258"/>
                  </a:lnTo>
                  <a:lnTo>
                    <a:pt x="1249680" y="158496"/>
                  </a:lnTo>
                  <a:close/>
                </a:path>
                <a:path w="1249679" h="214629">
                  <a:moveTo>
                    <a:pt x="124968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249680" y="156210"/>
                  </a:lnTo>
                  <a:lnTo>
                    <a:pt x="1249680" y="155448"/>
                  </a:lnTo>
                  <a:close/>
                </a:path>
                <a:path w="1249679" h="214629">
                  <a:moveTo>
                    <a:pt x="124968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249680" y="153162"/>
                  </a:lnTo>
                  <a:lnTo>
                    <a:pt x="1249680" y="152400"/>
                  </a:lnTo>
                  <a:close/>
                </a:path>
                <a:path w="1249679" h="214629">
                  <a:moveTo>
                    <a:pt x="124968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249680" y="150114"/>
                  </a:lnTo>
                  <a:lnTo>
                    <a:pt x="1249680" y="149352"/>
                  </a:lnTo>
                  <a:close/>
                </a:path>
                <a:path w="1249679" h="214629">
                  <a:moveTo>
                    <a:pt x="124968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249680" y="147066"/>
                  </a:lnTo>
                  <a:lnTo>
                    <a:pt x="1249680" y="146304"/>
                  </a:lnTo>
                  <a:close/>
                </a:path>
                <a:path w="1249679" h="214629">
                  <a:moveTo>
                    <a:pt x="124968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249680" y="144018"/>
                  </a:lnTo>
                  <a:lnTo>
                    <a:pt x="1249680" y="143256"/>
                  </a:lnTo>
                  <a:close/>
                </a:path>
                <a:path w="1249679" h="214629">
                  <a:moveTo>
                    <a:pt x="124968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249680" y="140970"/>
                  </a:lnTo>
                  <a:lnTo>
                    <a:pt x="1249680" y="140208"/>
                  </a:lnTo>
                  <a:close/>
                </a:path>
                <a:path w="1249679" h="214629">
                  <a:moveTo>
                    <a:pt x="124968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249680" y="137922"/>
                  </a:lnTo>
                  <a:lnTo>
                    <a:pt x="1249680" y="137160"/>
                  </a:lnTo>
                  <a:close/>
                </a:path>
                <a:path w="1249679" h="214629">
                  <a:moveTo>
                    <a:pt x="124968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249680" y="134874"/>
                  </a:lnTo>
                  <a:lnTo>
                    <a:pt x="1249680" y="134112"/>
                  </a:lnTo>
                  <a:close/>
                </a:path>
                <a:path w="1249679" h="214629">
                  <a:moveTo>
                    <a:pt x="124968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249680" y="131826"/>
                  </a:lnTo>
                  <a:lnTo>
                    <a:pt x="1249680" y="131064"/>
                  </a:lnTo>
                  <a:close/>
                </a:path>
                <a:path w="1249679" h="214629">
                  <a:moveTo>
                    <a:pt x="124968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249680" y="128778"/>
                  </a:lnTo>
                  <a:lnTo>
                    <a:pt x="1249680" y="128016"/>
                  </a:lnTo>
                  <a:close/>
                </a:path>
                <a:path w="1249679" h="214629">
                  <a:moveTo>
                    <a:pt x="124968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249680" y="125730"/>
                  </a:lnTo>
                  <a:lnTo>
                    <a:pt x="1249680" y="124968"/>
                  </a:lnTo>
                  <a:close/>
                </a:path>
                <a:path w="1249679" h="214629">
                  <a:moveTo>
                    <a:pt x="124968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249680" y="122682"/>
                  </a:lnTo>
                  <a:lnTo>
                    <a:pt x="1249680" y="121920"/>
                  </a:lnTo>
                  <a:close/>
                </a:path>
                <a:path w="1249679" h="214629">
                  <a:moveTo>
                    <a:pt x="124968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249680" y="119634"/>
                  </a:lnTo>
                  <a:lnTo>
                    <a:pt x="1249680" y="118872"/>
                  </a:lnTo>
                  <a:close/>
                </a:path>
                <a:path w="1249679" h="214629">
                  <a:moveTo>
                    <a:pt x="124968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249680" y="116586"/>
                  </a:lnTo>
                  <a:lnTo>
                    <a:pt x="1249680" y="115824"/>
                  </a:lnTo>
                  <a:close/>
                </a:path>
                <a:path w="1249679" h="214629">
                  <a:moveTo>
                    <a:pt x="124968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249680" y="113538"/>
                  </a:lnTo>
                  <a:lnTo>
                    <a:pt x="1249680" y="112776"/>
                  </a:lnTo>
                  <a:close/>
                </a:path>
                <a:path w="1249679" h="214629">
                  <a:moveTo>
                    <a:pt x="124968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249680" y="110490"/>
                  </a:lnTo>
                  <a:lnTo>
                    <a:pt x="1249680" y="109728"/>
                  </a:lnTo>
                  <a:close/>
                </a:path>
                <a:path w="1249679" h="214629">
                  <a:moveTo>
                    <a:pt x="124968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249680" y="107442"/>
                  </a:lnTo>
                  <a:lnTo>
                    <a:pt x="1249680" y="106680"/>
                  </a:lnTo>
                  <a:close/>
                </a:path>
                <a:path w="1249679" h="214629">
                  <a:moveTo>
                    <a:pt x="124968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249680" y="104394"/>
                  </a:lnTo>
                  <a:lnTo>
                    <a:pt x="1249680" y="103632"/>
                  </a:lnTo>
                  <a:close/>
                </a:path>
                <a:path w="1249679" h="214629">
                  <a:moveTo>
                    <a:pt x="124968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249680" y="101346"/>
                  </a:lnTo>
                  <a:lnTo>
                    <a:pt x="1249680" y="100584"/>
                  </a:lnTo>
                  <a:close/>
                </a:path>
                <a:path w="1249679" h="214629">
                  <a:moveTo>
                    <a:pt x="124968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249680" y="98298"/>
                  </a:lnTo>
                  <a:lnTo>
                    <a:pt x="1249680" y="97536"/>
                  </a:lnTo>
                  <a:close/>
                </a:path>
                <a:path w="1249679" h="214629">
                  <a:moveTo>
                    <a:pt x="124968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249680" y="95250"/>
                  </a:lnTo>
                  <a:lnTo>
                    <a:pt x="1249680" y="94488"/>
                  </a:lnTo>
                  <a:close/>
                </a:path>
                <a:path w="1249679" h="214629">
                  <a:moveTo>
                    <a:pt x="124968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249680" y="92202"/>
                  </a:lnTo>
                  <a:lnTo>
                    <a:pt x="1249680" y="91440"/>
                  </a:lnTo>
                  <a:close/>
                </a:path>
                <a:path w="1249679" h="214629">
                  <a:moveTo>
                    <a:pt x="124968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249680" y="89154"/>
                  </a:lnTo>
                  <a:lnTo>
                    <a:pt x="1249680" y="88392"/>
                  </a:lnTo>
                  <a:close/>
                </a:path>
                <a:path w="1249679" h="214629">
                  <a:moveTo>
                    <a:pt x="124968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249680" y="86106"/>
                  </a:lnTo>
                  <a:lnTo>
                    <a:pt x="1249680" y="85344"/>
                  </a:lnTo>
                  <a:close/>
                </a:path>
                <a:path w="1249679" h="214629">
                  <a:moveTo>
                    <a:pt x="124968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249680" y="83058"/>
                  </a:lnTo>
                  <a:lnTo>
                    <a:pt x="1249680" y="82296"/>
                  </a:lnTo>
                  <a:close/>
                </a:path>
                <a:path w="1249679" h="214629">
                  <a:moveTo>
                    <a:pt x="124968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249680" y="80010"/>
                  </a:lnTo>
                  <a:lnTo>
                    <a:pt x="1249680" y="79248"/>
                  </a:lnTo>
                  <a:close/>
                </a:path>
                <a:path w="1249679" h="214629">
                  <a:moveTo>
                    <a:pt x="124968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249680" y="76962"/>
                  </a:lnTo>
                  <a:lnTo>
                    <a:pt x="1249680" y="76200"/>
                  </a:lnTo>
                  <a:close/>
                </a:path>
                <a:path w="1249679" h="214629">
                  <a:moveTo>
                    <a:pt x="124968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249680" y="73914"/>
                  </a:lnTo>
                  <a:lnTo>
                    <a:pt x="1249680" y="73152"/>
                  </a:lnTo>
                  <a:close/>
                </a:path>
                <a:path w="1249679" h="214629">
                  <a:moveTo>
                    <a:pt x="124968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249680" y="70866"/>
                  </a:lnTo>
                  <a:lnTo>
                    <a:pt x="1249680" y="70104"/>
                  </a:lnTo>
                  <a:close/>
                </a:path>
                <a:path w="1249679" h="214629">
                  <a:moveTo>
                    <a:pt x="124968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249680" y="67818"/>
                  </a:lnTo>
                  <a:lnTo>
                    <a:pt x="1249680" y="67056"/>
                  </a:lnTo>
                  <a:close/>
                </a:path>
                <a:path w="1249679" h="214629">
                  <a:moveTo>
                    <a:pt x="124968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249680" y="64770"/>
                  </a:lnTo>
                  <a:lnTo>
                    <a:pt x="1249680" y="64008"/>
                  </a:lnTo>
                  <a:close/>
                </a:path>
                <a:path w="1249679" h="214629">
                  <a:moveTo>
                    <a:pt x="124968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249680" y="61722"/>
                  </a:lnTo>
                  <a:lnTo>
                    <a:pt x="1249680" y="60960"/>
                  </a:lnTo>
                  <a:close/>
                </a:path>
                <a:path w="1249679" h="214629">
                  <a:moveTo>
                    <a:pt x="124968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249680" y="58674"/>
                  </a:lnTo>
                  <a:lnTo>
                    <a:pt x="1249680" y="57912"/>
                  </a:lnTo>
                  <a:close/>
                </a:path>
                <a:path w="1249679" h="214629">
                  <a:moveTo>
                    <a:pt x="124968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249680" y="55626"/>
                  </a:lnTo>
                  <a:lnTo>
                    <a:pt x="1249680" y="54864"/>
                  </a:lnTo>
                  <a:close/>
                </a:path>
                <a:path w="1249679" h="214629">
                  <a:moveTo>
                    <a:pt x="124968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249680" y="52578"/>
                  </a:lnTo>
                  <a:lnTo>
                    <a:pt x="1249680" y="51816"/>
                  </a:lnTo>
                  <a:close/>
                </a:path>
                <a:path w="1249679" h="214629">
                  <a:moveTo>
                    <a:pt x="124968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249680" y="49530"/>
                  </a:lnTo>
                  <a:lnTo>
                    <a:pt x="1249680" y="48768"/>
                  </a:lnTo>
                  <a:close/>
                </a:path>
                <a:path w="1249679" h="214629">
                  <a:moveTo>
                    <a:pt x="124968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249680" y="46482"/>
                  </a:lnTo>
                  <a:lnTo>
                    <a:pt x="1249680" y="45720"/>
                  </a:lnTo>
                  <a:close/>
                </a:path>
                <a:path w="1249679" h="214629">
                  <a:moveTo>
                    <a:pt x="124968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249680" y="43434"/>
                  </a:lnTo>
                  <a:lnTo>
                    <a:pt x="1249680" y="42672"/>
                  </a:lnTo>
                  <a:close/>
                </a:path>
                <a:path w="1249679" h="214629">
                  <a:moveTo>
                    <a:pt x="124968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249680" y="40386"/>
                  </a:lnTo>
                  <a:lnTo>
                    <a:pt x="1249680" y="39624"/>
                  </a:lnTo>
                  <a:close/>
                </a:path>
                <a:path w="1249679" h="214629">
                  <a:moveTo>
                    <a:pt x="124968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249680" y="37338"/>
                  </a:lnTo>
                  <a:lnTo>
                    <a:pt x="1249680" y="36576"/>
                  </a:lnTo>
                  <a:close/>
                </a:path>
                <a:path w="1249679" h="214629">
                  <a:moveTo>
                    <a:pt x="124968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249680" y="34290"/>
                  </a:lnTo>
                  <a:lnTo>
                    <a:pt x="1249680" y="33528"/>
                  </a:lnTo>
                  <a:close/>
                </a:path>
                <a:path w="1249679" h="214629">
                  <a:moveTo>
                    <a:pt x="124968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249680" y="31242"/>
                  </a:lnTo>
                  <a:lnTo>
                    <a:pt x="1249680" y="30480"/>
                  </a:lnTo>
                  <a:close/>
                </a:path>
                <a:path w="1249679" h="214629">
                  <a:moveTo>
                    <a:pt x="124968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249680" y="28194"/>
                  </a:lnTo>
                  <a:lnTo>
                    <a:pt x="1249680" y="27432"/>
                  </a:lnTo>
                  <a:close/>
                </a:path>
                <a:path w="1249679" h="214629">
                  <a:moveTo>
                    <a:pt x="124968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249680" y="25146"/>
                  </a:lnTo>
                  <a:lnTo>
                    <a:pt x="1249680" y="24384"/>
                  </a:lnTo>
                  <a:close/>
                </a:path>
                <a:path w="1249679" h="214629">
                  <a:moveTo>
                    <a:pt x="12496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249680" y="22098"/>
                  </a:lnTo>
                  <a:lnTo>
                    <a:pt x="1249680" y="21336"/>
                  </a:lnTo>
                  <a:close/>
                </a:path>
                <a:path w="1249679" h="214629">
                  <a:moveTo>
                    <a:pt x="12496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249680" y="19050"/>
                  </a:lnTo>
                  <a:lnTo>
                    <a:pt x="1249680" y="18288"/>
                  </a:lnTo>
                  <a:close/>
                </a:path>
                <a:path w="1249679" h="214629">
                  <a:moveTo>
                    <a:pt x="12496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249680" y="16002"/>
                  </a:lnTo>
                  <a:lnTo>
                    <a:pt x="1249680" y="15240"/>
                  </a:lnTo>
                  <a:close/>
                </a:path>
                <a:path w="1249679" h="214629">
                  <a:moveTo>
                    <a:pt x="12496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249680" y="12954"/>
                  </a:lnTo>
                  <a:lnTo>
                    <a:pt x="1249680" y="12192"/>
                  </a:lnTo>
                  <a:close/>
                </a:path>
                <a:path w="1249679" h="214629">
                  <a:moveTo>
                    <a:pt x="12496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249680" y="9906"/>
                  </a:lnTo>
                  <a:lnTo>
                    <a:pt x="1249680" y="9144"/>
                  </a:lnTo>
                  <a:close/>
                </a:path>
                <a:path w="1249679" h="214629">
                  <a:moveTo>
                    <a:pt x="12496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249680" y="6858"/>
                  </a:lnTo>
                  <a:lnTo>
                    <a:pt x="1249680" y="6096"/>
                  </a:lnTo>
                  <a:close/>
                </a:path>
                <a:path w="1249679" h="214629">
                  <a:moveTo>
                    <a:pt x="12496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249680" y="3810"/>
                  </a:lnTo>
                  <a:lnTo>
                    <a:pt x="1249680" y="3048"/>
                  </a:lnTo>
                  <a:close/>
                </a:path>
                <a:path w="1249679" h="214629">
                  <a:moveTo>
                    <a:pt x="124968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249680" y="762"/>
                  </a:lnTo>
                  <a:lnTo>
                    <a:pt x="1249680" y="0"/>
                  </a:lnTo>
                  <a:close/>
                </a:path>
              </a:pathLst>
            </a:custGeom>
            <a:solidFill>
              <a:srgbClr val="7676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132721" y="3955430"/>
              <a:ext cx="1249680" cy="138430"/>
            </a:xfrm>
            <a:custGeom>
              <a:avLst/>
              <a:gdLst/>
              <a:ahLst/>
              <a:cxnLst/>
              <a:rect l="l" t="t" r="r" b="b"/>
              <a:pathLst>
                <a:path w="1249679" h="138429">
                  <a:moveTo>
                    <a:pt x="124968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249680" y="137922"/>
                  </a:lnTo>
                  <a:lnTo>
                    <a:pt x="1249680" y="137160"/>
                  </a:lnTo>
                  <a:close/>
                </a:path>
                <a:path w="1249679" h="138429">
                  <a:moveTo>
                    <a:pt x="124968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249680" y="134874"/>
                  </a:lnTo>
                  <a:lnTo>
                    <a:pt x="1249680" y="134112"/>
                  </a:lnTo>
                  <a:close/>
                </a:path>
                <a:path w="1249679" h="138429">
                  <a:moveTo>
                    <a:pt x="124968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249680" y="131826"/>
                  </a:lnTo>
                  <a:lnTo>
                    <a:pt x="1249680" y="131064"/>
                  </a:lnTo>
                  <a:close/>
                </a:path>
                <a:path w="1249679" h="138429">
                  <a:moveTo>
                    <a:pt x="124968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249680" y="128778"/>
                  </a:lnTo>
                  <a:lnTo>
                    <a:pt x="1249680" y="128016"/>
                  </a:lnTo>
                  <a:close/>
                </a:path>
                <a:path w="1249679" h="138429">
                  <a:moveTo>
                    <a:pt x="124968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249680" y="125730"/>
                  </a:lnTo>
                  <a:lnTo>
                    <a:pt x="1249680" y="124968"/>
                  </a:lnTo>
                  <a:close/>
                </a:path>
                <a:path w="1249679" h="138429">
                  <a:moveTo>
                    <a:pt x="124968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249680" y="122682"/>
                  </a:lnTo>
                  <a:lnTo>
                    <a:pt x="1249680" y="121920"/>
                  </a:lnTo>
                  <a:close/>
                </a:path>
                <a:path w="1249679" h="138429">
                  <a:moveTo>
                    <a:pt x="124968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249680" y="119634"/>
                  </a:lnTo>
                  <a:lnTo>
                    <a:pt x="1249680" y="118872"/>
                  </a:lnTo>
                  <a:close/>
                </a:path>
                <a:path w="1249679" h="138429">
                  <a:moveTo>
                    <a:pt x="124968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249680" y="116586"/>
                  </a:lnTo>
                  <a:lnTo>
                    <a:pt x="1249680" y="115824"/>
                  </a:lnTo>
                  <a:close/>
                </a:path>
                <a:path w="1249679" h="138429">
                  <a:moveTo>
                    <a:pt x="124968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249680" y="113538"/>
                  </a:lnTo>
                  <a:lnTo>
                    <a:pt x="1249680" y="112776"/>
                  </a:lnTo>
                  <a:close/>
                </a:path>
                <a:path w="1249679" h="138429">
                  <a:moveTo>
                    <a:pt x="124968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249680" y="110490"/>
                  </a:lnTo>
                  <a:lnTo>
                    <a:pt x="1249680" y="109728"/>
                  </a:lnTo>
                  <a:close/>
                </a:path>
                <a:path w="1249679" h="138429">
                  <a:moveTo>
                    <a:pt x="124968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249680" y="107442"/>
                  </a:lnTo>
                  <a:lnTo>
                    <a:pt x="1249680" y="106680"/>
                  </a:lnTo>
                  <a:close/>
                </a:path>
                <a:path w="1249679" h="138429">
                  <a:moveTo>
                    <a:pt x="124968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249680" y="104394"/>
                  </a:lnTo>
                  <a:lnTo>
                    <a:pt x="1249680" y="103632"/>
                  </a:lnTo>
                  <a:close/>
                </a:path>
                <a:path w="1249679" h="138429">
                  <a:moveTo>
                    <a:pt x="124968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249680" y="101346"/>
                  </a:lnTo>
                  <a:lnTo>
                    <a:pt x="1249680" y="100584"/>
                  </a:lnTo>
                  <a:close/>
                </a:path>
                <a:path w="1249679" h="138429">
                  <a:moveTo>
                    <a:pt x="124968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249680" y="98298"/>
                  </a:lnTo>
                  <a:lnTo>
                    <a:pt x="1249680" y="97536"/>
                  </a:lnTo>
                  <a:close/>
                </a:path>
                <a:path w="1249679" h="138429">
                  <a:moveTo>
                    <a:pt x="124968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249680" y="95250"/>
                  </a:lnTo>
                  <a:lnTo>
                    <a:pt x="1249680" y="94488"/>
                  </a:lnTo>
                  <a:close/>
                </a:path>
                <a:path w="1249679" h="138429">
                  <a:moveTo>
                    <a:pt x="124968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249680" y="92202"/>
                  </a:lnTo>
                  <a:lnTo>
                    <a:pt x="1249680" y="91440"/>
                  </a:lnTo>
                  <a:close/>
                </a:path>
                <a:path w="1249679" h="138429">
                  <a:moveTo>
                    <a:pt x="124968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249680" y="89154"/>
                  </a:lnTo>
                  <a:lnTo>
                    <a:pt x="1249680" y="88392"/>
                  </a:lnTo>
                  <a:close/>
                </a:path>
                <a:path w="1249679" h="138429">
                  <a:moveTo>
                    <a:pt x="124968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249680" y="86106"/>
                  </a:lnTo>
                  <a:lnTo>
                    <a:pt x="1249680" y="85344"/>
                  </a:lnTo>
                  <a:close/>
                </a:path>
                <a:path w="1249679" h="138429">
                  <a:moveTo>
                    <a:pt x="124968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249680" y="83058"/>
                  </a:lnTo>
                  <a:lnTo>
                    <a:pt x="1249680" y="82296"/>
                  </a:lnTo>
                  <a:close/>
                </a:path>
                <a:path w="1249679" h="138429">
                  <a:moveTo>
                    <a:pt x="124968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249680" y="80010"/>
                  </a:lnTo>
                  <a:lnTo>
                    <a:pt x="1249680" y="79248"/>
                  </a:lnTo>
                  <a:close/>
                </a:path>
                <a:path w="1249679" h="138429">
                  <a:moveTo>
                    <a:pt x="124968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249680" y="76962"/>
                  </a:lnTo>
                  <a:lnTo>
                    <a:pt x="1249680" y="76200"/>
                  </a:lnTo>
                  <a:close/>
                </a:path>
                <a:path w="1249679" h="138429">
                  <a:moveTo>
                    <a:pt x="124968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249680" y="73914"/>
                  </a:lnTo>
                  <a:lnTo>
                    <a:pt x="1249680" y="73152"/>
                  </a:lnTo>
                  <a:close/>
                </a:path>
                <a:path w="1249679" h="138429">
                  <a:moveTo>
                    <a:pt x="124968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249680" y="70866"/>
                  </a:lnTo>
                  <a:lnTo>
                    <a:pt x="1249680" y="70104"/>
                  </a:lnTo>
                  <a:close/>
                </a:path>
                <a:path w="1249679" h="138429">
                  <a:moveTo>
                    <a:pt x="124968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249680" y="67818"/>
                  </a:lnTo>
                  <a:lnTo>
                    <a:pt x="1249680" y="67056"/>
                  </a:lnTo>
                  <a:close/>
                </a:path>
                <a:path w="1249679" h="138429">
                  <a:moveTo>
                    <a:pt x="124968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249680" y="64770"/>
                  </a:lnTo>
                  <a:lnTo>
                    <a:pt x="1249680" y="64008"/>
                  </a:lnTo>
                  <a:close/>
                </a:path>
                <a:path w="1249679" h="138429">
                  <a:moveTo>
                    <a:pt x="124968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249680" y="61722"/>
                  </a:lnTo>
                  <a:lnTo>
                    <a:pt x="1249680" y="60960"/>
                  </a:lnTo>
                  <a:close/>
                </a:path>
                <a:path w="1249679" h="138429">
                  <a:moveTo>
                    <a:pt x="124968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249680" y="58674"/>
                  </a:lnTo>
                  <a:lnTo>
                    <a:pt x="1249680" y="57912"/>
                  </a:lnTo>
                  <a:close/>
                </a:path>
                <a:path w="1249679" h="138429">
                  <a:moveTo>
                    <a:pt x="124968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249680" y="55626"/>
                  </a:lnTo>
                  <a:lnTo>
                    <a:pt x="1249680" y="54864"/>
                  </a:lnTo>
                  <a:close/>
                </a:path>
                <a:path w="1249679" h="138429">
                  <a:moveTo>
                    <a:pt x="124968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249680" y="52578"/>
                  </a:lnTo>
                  <a:lnTo>
                    <a:pt x="1249680" y="51816"/>
                  </a:lnTo>
                  <a:close/>
                </a:path>
                <a:path w="1249679" h="138429">
                  <a:moveTo>
                    <a:pt x="124968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249680" y="49530"/>
                  </a:lnTo>
                  <a:lnTo>
                    <a:pt x="1249680" y="48768"/>
                  </a:lnTo>
                  <a:close/>
                </a:path>
                <a:path w="1249679" h="138429">
                  <a:moveTo>
                    <a:pt x="124968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249680" y="46482"/>
                  </a:lnTo>
                  <a:lnTo>
                    <a:pt x="1249680" y="45720"/>
                  </a:lnTo>
                  <a:close/>
                </a:path>
                <a:path w="1249679" h="138429">
                  <a:moveTo>
                    <a:pt x="124968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249680" y="43434"/>
                  </a:lnTo>
                  <a:lnTo>
                    <a:pt x="1249680" y="42672"/>
                  </a:lnTo>
                  <a:close/>
                </a:path>
                <a:path w="1249679" h="138429">
                  <a:moveTo>
                    <a:pt x="124968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249680" y="40386"/>
                  </a:lnTo>
                  <a:lnTo>
                    <a:pt x="1249680" y="39624"/>
                  </a:lnTo>
                  <a:close/>
                </a:path>
                <a:path w="1249679" h="138429">
                  <a:moveTo>
                    <a:pt x="124968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249680" y="37338"/>
                  </a:lnTo>
                  <a:lnTo>
                    <a:pt x="1249680" y="36576"/>
                  </a:lnTo>
                  <a:close/>
                </a:path>
                <a:path w="1249679" h="138429">
                  <a:moveTo>
                    <a:pt x="124968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249680" y="34290"/>
                  </a:lnTo>
                  <a:lnTo>
                    <a:pt x="1249680" y="33528"/>
                  </a:lnTo>
                  <a:close/>
                </a:path>
                <a:path w="1249679" h="138429">
                  <a:moveTo>
                    <a:pt x="124968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249680" y="31242"/>
                  </a:lnTo>
                  <a:lnTo>
                    <a:pt x="1249680" y="30480"/>
                  </a:lnTo>
                  <a:close/>
                </a:path>
                <a:path w="1249679" h="138429">
                  <a:moveTo>
                    <a:pt x="124968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249680" y="28194"/>
                  </a:lnTo>
                  <a:lnTo>
                    <a:pt x="1249680" y="27432"/>
                  </a:lnTo>
                  <a:close/>
                </a:path>
                <a:path w="1249679" h="138429">
                  <a:moveTo>
                    <a:pt x="124968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249680" y="25146"/>
                  </a:lnTo>
                  <a:lnTo>
                    <a:pt x="1249680" y="24384"/>
                  </a:lnTo>
                  <a:close/>
                </a:path>
                <a:path w="1249679" h="138429">
                  <a:moveTo>
                    <a:pt x="12496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249680" y="22098"/>
                  </a:lnTo>
                  <a:lnTo>
                    <a:pt x="1249680" y="21336"/>
                  </a:lnTo>
                  <a:close/>
                </a:path>
                <a:path w="1249679" h="138429">
                  <a:moveTo>
                    <a:pt x="12496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249680" y="19050"/>
                  </a:lnTo>
                  <a:lnTo>
                    <a:pt x="1249680" y="18288"/>
                  </a:lnTo>
                  <a:close/>
                </a:path>
                <a:path w="1249679" h="138429">
                  <a:moveTo>
                    <a:pt x="12496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249680" y="16002"/>
                  </a:lnTo>
                  <a:lnTo>
                    <a:pt x="1249680" y="15240"/>
                  </a:lnTo>
                  <a:close/>
                </a:path>
                <a:path w="1249679" h="138429">
                  <a:moveTo>
                    <a:pt x="12496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249680" y="12954"/>
                  </a:lnTo>
                  <a:lnTo>
                    <a:pt x="1249680" y="12192"/>
                  </a:lnTo>
                  <a:close/>
                </a:path>
                <a:path w="1249679" h="138429">
                  <a:moveTo>
                    <a:pt x="12496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249680" y="9906"/>
                  </a:lnTo>
                  <a:lnTo>
                    <a:pt x="1249680" y="9144"/>
                  </a:lnTo>
                  <a:close/>
                </a:path>
                <a:path w="1249679" h="138429">
                  <a:moveTo>
                    <a:pt x="12496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249680" y="6858"/>
                  </a:lnTo>
                  <a:lnTo>
                    <a:pt x="1249680" y="6096"/>
                  </a:lnTo>
                  <a:close/>
                </a:path>
                <a:path w="1249679" h="138429">
                  <a:moveTo>
                    <a:pt x="12496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249680" y="3810"/>
                  </a:lnTo>
                  <a:lnTo>
                    <a:pt x="1249680" y="3048"/>
                  </a:lnTo>
                  <a:close/>
                </a:path>
                <a:path w="1249679" h="138429">
                  <a:moveTo>
                    <a:pt x="124968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249680" y="762"/>
                  </a:lnTo>
                  <a:lnTo>
                    <a:pt x="1249680" y="0"/>
                  </a:lnTo>
                  <a:close/>
                </a:path>
              </a:pathLst>
            </a:custGeom>
            <a:solidFill>
              <a:srgbClr val="7676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3132734" y="4360802"/>
            <a:ext cx="1249680" cy="704850"/>
            <a:chOff x="3132734" y="4360802"/>
            <a:chExt cx="1249680" cy="704850"/>
          </a:xfrm>
        </p:grpSpPr>
        <p:sp>
          <p:nvSpPr>
            <p:cNvPr id="9" name="object 9"/>
            <p:cNvSpPr/>
            <p:nvPr/>
          </p:nvSpPr>
          <p:spPr>
            <a:xfrm>
              <a:off x="3132721" y="4360815"/>
              <a:ext cx="1249680" cy="214629"/>
            </a:xfrm>
            <a:custGeom>
              <a:avLst/>
              <a:gdLst/>
              <a:ahLst/>
              <a:cxnLst/>
              <a:rect l="l" t="t" r="r" b="b"/>
              <a:pathLst>
                <a:path w="1249679" h="214629">
                  <a:moveTo>
                    <a:pt x="124968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249680" y="214122"/>
                  </a:lnTo>
                  <a:lnTo>
                    <a:pt x="1249680" y="213360"/>
                  </a:lnTo>
                  <a:close/>
                </a:path>
                <a:path w="1249679" h="214629">
                  <a:moveTo>
                    <a:pt x="124968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249680" y="211074"/>
                  </a:lnTo>
                  <a:lnTo>
                    <a:pt x="1249680" y="210312"/>
                  </a:lnTo>
                  <a:close/>
                </a:path>
                <a:path w="1249679" h="214629">
                  <a:moveTo>
                    <a:pt x="124968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249680" y="208026"/>
                  </a:lnTo>
                  <a:lnTo>
                    <a:pt x="1249680" y="207264"/>
                  </a:lnTo>
                  <a:close/>
                </a:path>
                <a:path w="1249679" h="214629">
                  <a:moveTo>
                    <a:pt x="124968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249680" y="204978"/>
                  </a:lnTo>
                  <a:lnTo>
                    <a:pt x="1249680" y="204216"/>
                  </a:lnTo>
                  <a:close/>
                </a:path>
                <a:path w="1249679" h="214629">
                  <a:moveTo>
                    <a:pt x="124968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249680" y="201930"/>
                  </a:lnTo>
                  <a:lnTo>
                    <a:pt x="1249680" y="201168"/>
                  </a:lnTo>
                  <a:close/>
                </a:path>
                <a:path w="1249679" h="214629">
                  <a:moveTo>
                    <a:pt x="124968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249680" y="198882"/>
                  </a:lnTo>
                  <a:lnTo>
                    <a:pt x="1249680" y="198120"/>
                  </a:lnTo>
                  <a:close/>
                </a:path>
                <a:path w="1249679" h="214629">
                  <a:moveTo>
                    <a:pt x="124968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249680" y="195834"/>
                  </a:lnTo>
                  <a:lnTo>
                    <a:pt x="1249680" y="195072"/>
                  </a:lnTo>
                  <a:close/>
                </a:path>
                <a:path w="1249679" h="214629">
                  <a:moveTo>
                    <a:pt x="124968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249680" y="192786"/>
                  </a:lnTo>
                  <a:lnTo>
                    <a:pt x="1249680" y="192024"/>
                  </a:lnTo>
                  <a:close/>
                </a:path>
                <a:path w="1249679" h="214629">
                  <a:moveTo>
                    <a:pt x="124968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249680" y="189738"/>
                  </a:lnTo>
                  <a:lnTo>
                    <a:pt x="1249680" y="188976"/>
                  </a:lnTo>
                  <a:close/>
                </a:path>
                <a:path w="1249679" h="214629">
                  <a:moveTo>
                    <a:pt x="124968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249680" y="186690"/>
                  </a:lnTo>
                  <a:lnTo>
                    <a:pt x="1249680" y="185928"/>
                  </a:lnTo>
                  <a:close/>
                </a:path>
                <a:path w="1249679" h="214629">
                  <a:moveTo>
                    <a:pt x="124968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249680" y="183642"/>
                  </a:lnTo>
                  <a:lnTo>
                    <a:pt x="1249680" y="182880"/>
                  </a:lnTo>
                  <a:close/>
                </a:path>
                <a:path w="1249679" h="214629">
                  <a:moveTo>
                    <a:pt x="124968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249680" y="180594"/>
                  </a:lnTo>
                  <a:lnTo>
                    <a:pt x="1249680" y="179832"/>
                  </a:lnTo>
                  <a:close/>
                </a:path>
                <a:path w="1249679" h="214629">
                  <a:moveTo>
                    <a:pt x="124968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249680" y="177546"/>
                  </a:lnTo>
                  <a:lnTo>
                    <a:pt x="1249680" y="176784"/>
                  </a:lnTo>
                  <a:close/>
                </a:path>
                <a:path w="1249679" h="214629">
                  <a:moveTo>
                    <a:pt x="124968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249680" y="174498"/>
                  </a:lnTo>
                  <a:lnTo>
                    <a:pt x="1249680" y="173736"/>
                  </a:lnTo>
                  <a:close/>
                </a:path>
                <a:path w="1249679" h="214629">
                  <a:moveTo>
                    <a:pt x="124968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249680" y="171450"/>
                  </a:lnTo>
                  <a:lnTo>
                    <a:pt x="1249680" y="170688"/>
                  </a:lnTo>
                  <a:close/>
                </a:path>
                <a:path w="1249679" h="214629">
                  <a:moveTo>
                    <a:pt x="124968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249680" y="168402"/>
                  </a:lnTo>
                  <a:lnTo>
                    <a:pt x="1249680" y="167640"/>
                  </a:lnTo>
                  <a:close/>
                </a:path>
                <a:path w="1249679" h="214629">
                  <a:moveTo>
                    <a:pt x="124968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249680" y="165354"/>
                  </a:lnTo>
                  <a:lnTo>
                    <a:pt x="1249680" y="164592"/>
                  </a:lnTo>
                  <a:close/>
                </a:path>
                <a:path w="1249679" h="214629">
                  <a:moveTo>
                    <a:pt x="124968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249680" y="162306"/>
                  </a:lnTo>
                  <a:lnTo>
                    <a:pt x="1249680" y="161544"/>
                  </a:lnTo>
                  <a:close/>
                </a:path>
                <a:path w="1249679" h="214629">
                  <a:moveTo>
                    <a:pt x="124968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249680" y="159258"/>
                  </a:lnTo>
                  <a:lnTo>
                    <a:pt x="1249680" y="158496"/>
                  </a:lnTo>
                  <a:close/>
                </a:path>
                <a:path w="1249679" h="214629">
                  <a:moveTo>
                    <a:pt x="124968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249680" y="156210"/>
                  </a:lnTo>
                  <a:lnTo>
                    <a:pt x="1249680" y="155448"/>
                  </a:lnTo>
                  <a:close/>
                </a:path>
                <a:path w="1249679" h="214629">
                  <a:moveTo>
                    <a:pt x="124968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249680" y="153162"/>
                  </a:lnTo>
                  <a:lnTo>
                    <a:pt x="1249680" y="152400"/>
                  </a:lnTo>
                  <a:close/>
                </a:path>
                <a:path w="1249679" h="214629">
                  <a:moveTo>
                    <a:pt x="124968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249680" y="150114"/>
                  </a:lnTo>
                  <a:lnTo>
                    <a:pt x="1249680" y="149352"/>
                  </a:lnTo>
                  <a:close/>
                </a:path>
                <a:path w="1249679" h="214629">
                  <a:moveTo>
                    <a:pt x="124968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249680" y="147066"/>
                  </a:lnTo>
                  <a:lnTo>
                    <a:pt x="1249680" y="146304"/>
                  </a:lnTo>
                  <a:close/>
                </a:path>
                <a:path w="1249679" h="214629">
                  <a:moveTo>
                    <a:pt x="124968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249680" y="144018"/>
                  </a:lnTo>
                  <a:lnTo>
                    <a:pt x="1249680" y="143256"/>
                  </a:lnTo>
                  <a:close/>
                </a:path>
                <a:path w="1249679" h="214629">
                  <a:moveTo>
                    <a:pt x="124968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249680" y="140970"/>
                  </a:lnTo>
                  <a:lnTo>
                    <a:pt x="1249680" y="140208"/>
                  </a:lnTo>
                  <a:close/>
                </a:path>
                <a:path w="1249679" h="214629">
                  <a:moveTo>
                    <a:pt x="124968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249680" y="137922"/>
                  </a:lnTo>
                  <a:lnTo>
                    <a:pt x="1249680" y="137160"/>
                  </a:lnTo>
                  <a:close/>
                </a:path>
                <a:path w="1249679" h="214629">
                  <a:moveTo>
                    <a:pt x="124968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249680" y="134874"/>
                  </a:lnTo>
                  <a:lnTo>
                    <a:pt x="1249680" y="134112"/>
                  </a:lnTo>
                  <a:close/>
                </a:path>
                <a:path w="1249679" h="214629">
                  <a:moveTo>
                    <a:pt x="124968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249680" y="131826"/>
                  </a:lnTo>
                  <a:lnTo>
                    <a:pt x="1249680" y="131064"/>
                  </a:lnTo>
                  <a:close/>
                </a:path>
                <a:path w="1249679" h="214629">
                  <a:moveTo>
                    <a:pt x="124968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249680" y="128778"/>
                  </a:lnTo>
                  <a:lnTo>
                    <a:pt x="1249680" y="128016"/>
                  </a:lnTo>
                  <a:close/>
                </a:path>
                <a:path w="1249679" h="214629">
                  <a:moveTo>
                    <a:pt x="124968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249680" y="125730"/>
                  </a:lnTo>
                  <a:lnTo>
                    <a:pt x="1249680" y="124968"/>
                  </a:lnTo>
                  <a:close/>
                </a:path>
                <a:path w="1249679" h="214629">
                  <a:moveTo>
                    <a:pt x="124968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249680" y="122682"/>
                  </a:lnTo>
                  <a:lnTo>
                    <a:pt x="1249680" y="121920"/>
                  </a:lnTo>
                  <a:close/>
                </a:path>
                <a:path w="1249679" h="214629">
                  <a:moveTo>
                    <a:pt x="124968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249680" y="119634"/>
                  </a:lnTo>
                  <a:lnTo>
                    <a:pt x="1249680" y="118872"/>
                  </a:lnTo>
                  <a:close/>
                </a:path>
                <a:path w="1249679" h="214629">
                  <a:moveTo>
                    <a:pt x="124968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249680" y="116586"/>
                  </a:lnTo>
                  <a:lnTo>
                    <a:pt x="1249680" y="115824"/>
                  </a:lnTo>
                  <a:close/>
                </a:path>
                <a:path w="1249679" h="214629">
                  <a:moveTo>
                    <a:pt x="124968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249680" y="113538"/>
                  </a:lnTo>
                  <a:lnTo>
                    <a:pt x="1249680" y="112776"/>
                  </a:lnTo>
                  <a:close/>
                </a:path>
                <a:path w="1249679" h="214629">
                  <a:moveTo>
                    <a:pt x="124968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249680" y="110490"/>
                  </a:lnTo>
                  <a:lnTo>
                    <a:pt x="1249680" y="109728"/>
                  </a:lnTo>
                  <a:close/>
                </a:path>
                <a:path w="1249679" h="214629">
                  <a:moveTo>
                    <a:pt x="124968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249680" y="107442"/>
                  </a:lnTo>
                  <a:lnTo>
                    <a:pt x="1249680" y="106680"/>
                  </a:lnTo>
                  <a:close/>
                </a:path>
                <a:path w="1249679" h="214629">
                  <a:moveTo>
                    <a:pt x="124968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249680" y="104394"/>
                  </a:lnTo>
                  <a:lnTo>
                    <a:pt x="1249680" y="103632"/>
                  </a:lnTo>
                  <a:close/>
                </a:path>
                <a:path w="1249679" h="214629">
                  <a:moveTo>
                    <a:pt x="124968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249680" y="101346"/>
                  </a:lnTo>
                  <a:lnTo>
                    <a:pt x="1249680" y="100584"/>
                  </a:lnTo>
                  <a:close/>
                </a:path>
                <a:path w="1249679" h="214629">
                  <a:moveTo>
                    <a:pt x="124968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249680" y="98298"/>
                  </a:lnTo>
                  <a:lnTo>
                    <a:pt x="1249680" y="97536"/>
                  </a:lnTo>
                  <a:close/>
                </a:path>
                <a:path w="1249679" h="214629">
                  <a:moveTo>
                    <a:pt x="124968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249680" y="95250"/>
                  </a:lnTo>
                  <a:lnTo>
                    <a:pt x="1249680" y="94488"/>
                  </a:lnTo>
                  <a:close/>
                </a:path>
                <a:path w="1249679" h="214629">
                  <a:moveTo>
                    <a:pt x="124968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249680" y="92202"/>
                  </a:lnTo>
                  <a:lnTo>
                    <a:pt x="1249680" y="91440"/>
                  </a:lnTo>
                  <a:close/>
                </a:path>
                <a:path w="1249679" h="214629">
                  <a:moveTo>
                    <a:pt x="124968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249680" y="89154"/>
                  </a:lnTo>
                  <a:lnTo>
                    <a:pt x="1249680" y="88392"/>
                  </a:lnTo>
                  <a:close/>
                </a:path>
                <a:path w="1249679" h="214629">
                  <a:moveTo>
                    <a:pt x="124968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249680" y="86106"/>
                  </a:lnTo>
                  <a:lnTo>
                    <a:pt x="1249680" y="85344"/>
                  </a:lnTo>
                  <a:close/>
                </a:path>
                <a:path w="1249679" h="214629">
                  <a:moveTo>
                    <a:pt x="124968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249680" y="83058"/>
                  </a:lnTo>
                  <a:lnTo>
                    <a:pt x="1249680" y="82296"/>
                  </a:lnTo>
                  <a:close/>
                </a:path>
                <a:path w="1249679" h="214629">
                  <a:moveTo>
                    <a:pt x="124968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249680" y="80010"/>
                  </a:lnTo>
                  <a:lnTo>
                    <a:pt x="1249680" y="79248"/>
                  </a:lnTo>
                  <a:close/>
                </a:path>
                <a:path w="1249679" h="214629">
                  <a:moveTo>
                    <a:pt x="124968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249680" y="76962"/>
                  </a:lnTo>
                  <a:lnTo>
                    <a:pt x="1249680" y="76200"/>
                  </a:lnTo>
                  <a:close/>
                </a:path>
                <a:path w="1249679" h="214629">
                  <a:moveTo>
                    <a:pt x="124968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249680" y="73914"/>
                  </a:lnTo>
                  <a:lnTo>
                    <a:pt x="1249680" y="73152"/>
                  </a:lnTo>
                  <a:close/>
                </a:path>
                <a:path w="1249679" h="214629">
                  <a:moveTo>
                    <a:pt x="124968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249680" y="70866"/>
                  </a:lnTo>
                  <a:lnTo>
                    <a:pt x="1249680" y="70104"/>
                  </a:lnTo>
                  <a:close/>
                </a:path>
                <a:path w="1249679" h="214629">
                  <a:moveTo>
                    <a:pt x="124968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249680" y="67818"/>
                  </a:lnTo>
                  <a:lnTo>
                    <a:pt x="1249680" y="67056"/>
                  </a:lnTo>
                  <a:close/>
                </a:path>
                <a:path w="1249679" h="214629">
                  <a:moveTo>
                    <a:pt x="124968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249680" y="64770"/>
                  </a:lnTo>
                  <a:lnTo>
                    <a:pt x="1249680" y="64008"/>
                  </a:lnTo>
                  <a:close/>
                </a:path>
                <a:path w="1249679" h="214629">
                  <a:moveTo>
                    <a:pt x="124968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249680" y="61722"/>
                  </a:lnTo>
                  <a:lnTo>
                    <a:pt x="1249680" y="60960"/>
                  </a:lnTo>
                  <a:close/>
                </a:path>
                <a:path w="1249679" h="214629">
                  <a:moveTo>
                    <a:pt x="124968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249680" y="58674"/>
                  </a:lnTo>
                  <a:lnTo>
                    <a:pt x="1249680" y="57912"/>
                  </a:lnTo>
                  <a:close/>
                </a:path>
                <a:path w="1249679" h="214629">
                  <a:moveTo>
                    <a:pt x="124968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249680" y="55626"/>
                  </a:lnTo>
                  <a:lnTo>
                    <a:pt x="1249680" y="54864"/>
                  </a:lnTo>
                  <a:close/>
                </a:path>
                <a:path w="1249679" h="214629">
                  <a:moveTo>
                    <a:pt x="124968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249680" y="52578"/>
                  </a:lnTo>
                  <a:lnTo>
                    <a:pt x="1249680" y="51816"/>
                  </a:lnTo>
                  <a:close/>
                </a:path>
                <a:path w="1249679" h="214629">
                  <a:moveTo>
                    <a:pt x="124968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249680" y="49530"/>
                  </a:lnTo>
                  <a:lnTo>
                    <a:pt x="1249680" y="48768"/>
                  </a:lnTo>
                  <a:close/>
                </a:path>
                <a:path w="1249679" h="214629">
                  <a:moveTo>
                    <a:pt x="124968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249680" y="46482"/>
                  </a:lnTo>
                  <a:lnTo>
                    <a:pt x="1249680" y="45720"/>
                  </a:lnTo>
                  <a:close/>
                </a:path>
                <a:path w="1249679" h="214629">
                  <a:moveTo>
                    <a:pt x="124968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249680" y="43434"/>
                  </a:lnTo>
                  <a:lnTo>
                    <a:pt x="1249680" y="42672"/>
                  </a:lnTo>
                  <a:close/>
                </a:path>
                <a:path w="1249679" h="214629">
                  <a:moveTo>
                    <a:pt x="124968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249680" y="40386"/>
                  </a:lnTo>
                  <a:lnTo>
                    <a:pt x="1249680" y="39624"/>
                  </a:lnTo>
                  <a:close/>
                </a:path>
                <a:path w="1249679" h="214629">
                  <a:moveTo>
                    <a:pt x="124968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249680" y="37338"/>
                  </a:lnTo>
                  <a:lnTo>
                    <a:pt x="1249680" y="36576"/>
                  </a:lnTo>
                  <a:close/>
                </a:path>
                <a:path w="1249679" h="214629">
                  <a:moveTo>
                    <a:pt x="124968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249680" y="34290"/>
                  </a:lnTo>
                  <a:lnTo>
                    <a:pt x="1249680" y="33528"/>
                  </a:lnTo>
                  <a:close/>
                </a:path>
                <a:path w="1249679" h="214629">
                  <a:moveTo>
                    <a:pt x="124968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249680" y="31242"/>
                  </a:lnTo>
                  <a:lnTo>
                    <a:pt x="1249680" y="30480"/>
                  </a:lnTo>
                  <a:close/>
                </a:path>
                <a:path w="1249679" h="214629">
                  <a:moveTo>
                    <a:pt x="124968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249680" y="28194"/>
                  </a:lnTo>
                  <a:lnTo>
                    <a:pt x="1249680" y="27432"/>
                  </a:lnTo>
                  <a:close/>
                </a:path>
                <a:path w="1249679" h="214629">
                  <a:moveTo>
                    <a:pt x="124968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249680" y="25146"/>
                  </a:lnTo>
                  <a:lnTo>
                    <a:pt x="1249680" y="24384"/>
                  </a:lnTo>
                  <a:close/>
                </a:path>
                <a:path w="1249679" h="214629">
                  <a:moveTo>
                    <a:pt x="12496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249680" y="22098"/>
                  </a:lnTo>
                  <a:lnTo>
                    <a:pt x="1249680" y="21336"/>
                  </a:lnTo>
                  <a:close/>
                </a:path>
                <a:path w="1249679" h="214629">
                  <a:moveTo>
                    <a:pt x="12496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249680" y="19050"/>
                  </a:lnTo>
                  <a:lnTo>
                    <a:pt x="1249680" y="18288"/>
                  </a:lnTo>
                  <a:close/>
                </a:path>
                <a:path w="1249679" h="214629">
                  <a:moveTo>
                    <a:pt x="12496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249680" y="16002"/>
                  </a:lnTo>
                  <a:lnTo>
                    <a:pt x="1249680" y="15240"/>
                  </a:lnTo>
                  <a:close/>
                </a:path>
                <a:path w="1249679" h="214629">
                  <a:moveTo>
                    <a:pt x="12496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249680" y="12954"/>
                  </a:lnTo>
                  <a:lnTo>
                    <a:pt x="1249680" y="12192"/>
                  </a:lnTo>
                  <a:close/>
                </a:path>
                <a:path w="1249679" h="214629">
                  <a:moveTo>
                    <a:pt x="12496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249680" y="9906"/>
                  </a:lnTo>
                  <a:lnTo>
                    <a:pt x="1249680" y="9144"/>
                  </a:lnTo>
                  <a:close/>
                </a:path>
                <a:path w="1249679" h="214629">
                  <a:moveTo>
                    <a:pt x="12496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249680" y="6858"/>
                  </a:lnTo>
                  <a:lnTo>
                    <a:pt x="1249680" y="6096"/>
                  </a:lnTo>
                  <a:close/>
                </a:path>
                <a:path w="1249679" h="214629">
                  <a:moveTo>
                    <a:pt x="12496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249680" y="3810"/>
                  </a:lnTo>
                  <a:lnTo>
                    <a:pt x="1249680" y="3048"/>
                  </a:lnTo>
                  <a:close/>
                </a:path>
                <a:path w="1249679" h="214629">
                  <a:moveTo>
                    <a:pt x="124968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249680" y="762"/>
                  </a:lnTo>
                  <a:lnTo>
                    <a:pt x="1249680" y="0"/>
                  </a:lnTo>
                  <a:close/>
                </a:path>
              </a:pathLst>
            </a:custGeom>
            <a:solidFill>
              <a:srgbClr val="7676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132721" y="4574175"/>
              <a:ext cx="1249680" cy="214629"/>
            </a:xfrm>
            <a:custGeom>
              <a:avLst/>
              <a:gdLst/>
              <a:ahLst/>
              <a:cxnLst/>
              <a:rect l="l" t="t" r="r" b="b"/>
              <a:pathLst>
                <a:path w="1249679" h="214629">
                  <a:moveTo>
                    <a:pt x="124968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249680" y="214122"/>
                  </a:lnTo>
                  <a:lnTo>
                    <a:pt x="1249680" y="213360"/>
                  </a:lnTo>
                  <a:close/>
                </a:path>
                <a:path w="1249679" h="214629">
                  <a:moveTo>
                    <a:pt x="124968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249680" y="211074"/>
                  </a:lnTo>
                  <a:lnTo>
                    <a:pt x="1249680" y="210312"/>
                  </a:lnTo>
                  <a:close/>
                </a:path>
                <a:path w="1249679" h="214629">
                  <a:moveTo>
                    <a:pt x="124968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249680" y="208026"/>
                  </a:lnTo>
                  <a:lnTo>
                    <a:pt x="1249680" y="207264"/>
                  </a:lnTo>
                  <a:close/>
                </a:path>
                <a:path w="1249679" h="214629">
                  <a:moveTo>
                    <a:pt x="124968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249680" y="204978"/>
                  </a:lnTo>
                  <a:lnTo>
                    <a:pt x="1249680" y="204216"/>
                  </a:lnTo>
                  <a:close/>
                </a:path>
                <a:path w="1249679" h="214629">
                  <a:moveTo>
                    <a:pt x="124968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249680" y="201930"/>
                  </a:lnTo>
                  <a:lnTo>
                    <a:pt x="1249680" y="201168"/>
                  </a:lnTo>
                  <a:close/>
                </a:path>
                <a:path w="1249679" h="214629">
                  <a:moveTo>
                    <a:pt x="124968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249680" y="198882"/>
                  </a:lnTo>
                  <a:lnTo>
                    <a:pt x="1249680" y="198120"/>
                  </a:lnTo>
                  <a:close/>
                </a:path>
                <a:path w="1249679" h="214629">
                  <a:moveTo>
                    <a:pt x="124968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249680" y="195834"/>
                  </a:lnTo>
                  <a:lnTo>
                    <a:pt x="1249680" y="195072"/>
                  </a:lnTo>
                  <a:close/>
                </a:path>
                <a:path w="1249679" h="214629">
                  <a:moveTo>
                    <a:pt x="124968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249680" y="192786"/>
                  </a:lnTo>
                  <a:lnTo>
                    <a:pt x="1249680" y="192024"/>
                  </a:lnTo>
                  <a:close/>
                </a:path>
                <a:path w="1249679" h="214629">
                  <a:moveTo>
                    <a:pt x="124968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249680" y="189738"/>
                  </a:lnTo>
                  <a:lnTo>
                    <a:pt x="1249680" y="188976"/>
                  </a:lnTo>
                  <a:close/>
                </a:path>
                <a:path w="1249679" h="214629">
                  <a:moveTo>
                    <a:pt x="124968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249680" y="186690"/>
                  </a:lnTo>
                  <a:lnTo>
                    <a:pt x="1249680" y="185928"/>
                  </a:lnTo>
                  <a:close/>
                </a:path>
                <a:path w="1249679" h="214629">
                  <a:moveTo>
                    <a:pt x="124968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249680" y="183642"/>
                  </a:lnTo>
                  <a:lnTo>
                    <a:pt x="1249680" y="182880"/>
                  </a:lnTo>
                  <a:close/>
                </a:path>
                <a:path w="1249679" h="214629">
                  <a:moveTo>
                    <a:pt x="124968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249680" y="180594"/>
                  </a:lnTo>
                  <a:lnTo>
                    <a:pt x="1249680" y="179832"/>
                  </a:lnTo>
                  <a:close/>
                </a:path>
                <a:path w="1249679" h="214629">
                  <a:moveTo>
                    <a:pt x="124968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249680" y="177546"/>
                  </a:lnTo>
                  <a:lnTo>
                    <a:pt x="1249680" y="176784"/>
                  </a:lnTo>
                  <a:close/>
                </a:path>
                <a:path w="1249679" h="214629">
                  <a:moveTo>
                    <a:pt x="124968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249680" y="174498"/>
                  </a:lnTo>
                  <a:lnTo>
                    <a:pt x="1249680" y="173736"/>
                  </a:lnTo>
                  <a:close/>
                </a:path>
                <a:path w="1249679" h="214629">
                  <a:moveTo>
                    <a:pt x="124968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249680" y="171450"/>
                  </a:lnTo>
                  <a:lnTo>
                    <a:pt x="1249680" y="170688"/>
                  </a:lnTo>
                  <a:close/>
                </a:path>
                <a:path w="1249679" h="214629">
                  <a:moveTo>
                    <a:pt x="124968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249680" y="168402"/>
                  </a:lnTo>
                  <a:lnTo>
                    <a:pt x="1249680" y="167640"/>
                  </a:lnTo>
                  <a:close/>
                </a:path>
                <a:path w="1249679" h="214629">
                  <a:moveTo>
                    <a:pt x="124968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249680" y="165354"/>
                  </a:lnTo>
                  <a:lnTo>
                    <a:pt x="1249680" y="164592"/>
                  </a:lnTo>
                  <a:close/>
                </a:path>
                <a:path w="1249679" h="214629">
                  <a:moveTo>
                    <a:pt x="124968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249680" y="162306"/>
                  </a:lnTo>
                  <a:lnTo>
                    <a:pt x="1249680" y="161544"/>
                  </a:lnTo>
                  <a:close/>
                </a:path>
                <a:path w="1249679" h="214629">
                  <a:moveTo>
                    <a:pt x="124968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249680" y="159258"/>
                  </a:lnTo>
                  <a:lnTo>
                    <a:pt x="1249680" y="158496"/>
                  </a:lnTo>
                  <a:close/>
                </a:path>
                <a:path w="1249679" h="214629">
                  <a:moveTo>
                    <a:pt x="124968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249680" y="156210"/>
                  </a:lnTo>
                  <a:lnTo>
                    <a:pt x="1249680" y="155448"/>
                  </a:lnTo>
                  <a:close/>
                </a:path>
                <a:path w="1249679" h="214629">
                  <a:moveTo>
                    <a:pt x="124968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249680" y="153162"/>
                  </a:lnTo>
                  <a:lnTo>
                    <a:pt x="1249680" y="152400"/>
                  </a:lnTo>
                  <a:close/>
                </a:path>
                <a:path w="1249679" h="214629">
                  <a:moveTo>
                    <a:pt x="124968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249680" y="150114"/>
                  </a:lnTo>
                  <a:lnTo>
                    <a:pt x="1249680" y="149352"/>
                  </a:lnTo>
                  <a:close/>
                </a:path>
                <a:path w="1249679" h="214629">
                  <a:moveTo>
                    <a:pt x="124968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249680" y="147066"/>
                  </a:lnTo>
                  <a:lnTo>
                    <a:pt x="1249680" y="146304"/>
                  </a:lnTo>
                  <a:close/>
                </a:path>
                <a:path w="1249679" h="214629">
                  <a:moveTo>
                    <a:pt x="124968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249680" y="144018"/>
                  </a:lnTo>
                  <a:lnTo>
                    <a:pt x="1249680" y="143256"/>
                  </a:lnTo>
                  <a:close/>
                </a:path>
                <a:path w="1249679" h="214629">
                  <a:moveTo>
                    <a:pt x="124968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249680" y="140970"/>
                  </a:lnTo>
                  <a:lnTo>
                    <a:pt x="1249680" y="140208"/>
                  </a:lnTo>
                  <a:close/>
                </a:path>
                <a:path w="1249679" h="214629">
                  <a:moveTo>
                    <a:pt x="124968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249680" y="137922"/>
                  </a:lnTo>
                  <a:lnTo>
                    <a:pt x="1249680" y="137160"/>
                  </a:lnTo>
                  <a:close/>
                </a:path>
                <a:path w="1249679" h="214629">
                  <a:moveTo>
                    <a:pt x="124968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249680" y="134874"/>
                  </a:lnTo>
                  <a:lnTo>
                    <a:pt x="1249680" y="134112"/>
                  </a:lnTo>
                  <a:close/>
                </a:path>
                <a:path w="1249679" h="214629">
                  <a:moveTo>
                    <a:pt x="124968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249680" y="131826"/>
                  </a:lnTo>
                  <a:lnTo>
                    <a:pt x="1249680" y="131064"/>
                  </a:lnTo>
                  <a:close/>
                </a:path>
                <a:path w="1249679" h="214629">
                  <a:moveTo>
                    <a:pt x="124968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249680" y="128778"/>
                  </a:lnTo>
                  <a:lnTo>
                    <a:pt x="1249680" y="128016"/>
                  </a:lnTo>
                  <a:close/>
                </a:path>
                <a:path w="1249679" h="214629">
                  <a:moveTo>
                    <a:pt x="124968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249680" y="125730"/>
                  </a:lnTo>
                  <a:lnTo>
                    <a:pt x="1249680" y="124968"/>
                  </a:lnTo>
                  <a:close/>
                </a:path>
                <a:path w="1249679" h="214629">
                  <a:moveTo>
                    <a:pt x="124968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249680" y="122682"/>
                  </a:lnTo>
                  <a:lnTo>
                    <a:pt x="1249680" y="121920"/>
                  </a:lnTo>
                  <a:close/>
                </a:path>
                <a:path w="1249679" h="214629">
                  <a:moveTo>
                    <a:pt x="124968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249680" y="119634"/>
                  </a:lnTo>
                  <a:lnTo>
                    <a:pt x="1249680" y="118872"/>
                  </a:lnTo>
                  <a:close/>
                </a:path>
                <a:path w="1249679" h="214629">
                  <a:moveTo>
                    <a:pt x="124968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249680" y="116586"/>
                  </a:lnTo>
                  <a:lnTo>
                    <a:pt x="1249680" y="115824"/>
                  </a:lnTo>
                  <a:close/>
                </a:path>
                <a:path w="1249679" h="214629">
                  <a:moveTo>
                    <a:pt x="124968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249680" y="113538"/>
                  </a:lnTo>
                  <a:lnTo>
                    <a:pt x="1249680" y="112776"/>
                  </a:lnTo>
                  <a:close/>
                </a:path>
                <a:path w="1249679" h="214629">
                  <a:moveTo>
                    <a:pt x="124968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249680" y="110490"/>
                  </a:lnTo>
                  <a:lnTo>
                    <a:pt x="1249680" y="109728"/>
                  </a:lnTo>
                  <a:close/>
                </a:path>
                <a:path w="1249679" h="214629">
                  <a:moveTo>
                    <a:pt x="124968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249680" y="107442"/>
                  </a:lnTo>
                  <a:lnTo>
                    <a:pt x="1249680" y="106680"/>
                  </a:lnTo>
                  <a:close/>
                </a:path>
                <a:path w="1249679" h="214629">
                  <a:moveTo>
                    <a:pt x="124968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249680" y="104394"/>
                  </a:lnTo>
                  <a:lnTo>
                    <a:pt x="1249680" y="103632"/>
                  </a:lnTo>
                  <a:close/>
                </a:path>
                <a:path w="1249679" h="214629">
                  <a:moveTo>
                    <a:pt x="124968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249680" y="101346"/>
                  </a:lnTo>
                  <a:lnTo>
                    <a:pt x="1249680" y="100584"/>
                  </a:lnTo>
                  <a:close/>
                </a:path>
                <a:path w="1249679" h="214629">
                  <a:moveTo>
                    <a:pt x="124968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249680" y="98298"/>
                  </a:lnTo>
                  <a:lnTo>
                    <a:pt x="1249680" y="97536"/>
                  </a:lnTo>
                  <a:close/>
                </a:path>
                <a:path w="1249679" h="214629">
                  <a:moveTo>
                    <a:pt x="124968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249680" y="95250"/>
                  </a:lnTo>
                  <a:lnTo>
                    <a:pt x="1249680" y="94488"/>
                  </a:lnTo>
                  <a:close/>
                </a:path>
                <a:path w="1249679" h="214629">
                  <a:moveTo>
                    <a:pt x="124968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249680" y="92202"/>
                  </a:lnTo>
                  <a:lnTo>
                    <a:pt x="1249680" y="91440"/>
                  </a:lnTo>
                  <a:close/>
                </a:path>
                <a:path w="1249679" h="214629">
                  <a:moveTo>
                    <a:pt x="124968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249680" y="89154"/>
                  </a:lnTo>
                  <a:lnTo>
                    <a:pt x="1249680" y="88392"/>
                  </a:lnTo>
                  <a:close/>
                </a:path>
                <a:path w="1249679" h="214629">
                  <a:moveTo>
                    <a:pt x="124968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249680" y="86106"/>
                  </a:lnTo>
                  <a:lnTo>
                    <a:pt x="1249680" y="85344"/>
                  </a:lnTo>
                  <a:close/>
                </a:path>
                <a:path w="1249679" h="214629">
                  <a:moveTo>
                    <a:pt x="124968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249680" y="83058"/>
                  </a:lnTo>
                  <a:lnTo>
                    <a:pt x="1249680" y="82296"/>
                  </a:lnTo>
                  <a:close/>
                </a:path>
                <a:path w="1249679" h="214629">
                  <a:moveTo>
                    <a:pt x="124968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249680" y="80010"/>
                  </a:lnTo>
                  <a:lnTo>
                    <a:pt x="1249680" y="79248"/>
                  </a:lnTo>
                  <a:close/>
                </a:path>
                <a:path w="1249679" h="214629">
                  <a:moveTo>
                    <a:pt x="124968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249680" y="76962"/>
                  </a:lnTo>
                  <a:lnTo>
                    <a:pt x="1249680" y="76200"/>
                  </a:lnTo>
                  <a:close/>
                </a:path>
                <a:path w="1249679" h="214629">
                  <a:moveTo>
                    <a:pt x="124968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249680" y="73914"/>
                  </a:lnTo>
                  <a:lnTo>
                    <a:pt x="1249680" y="73152"/>
                  </a:lnTo>
                  <a:close/>
                </a:path>
                <a:path w="1249679" h="214629">
                  <a:moveTo>
                    <a:pt x="124968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249680" y="70866"/>
                  </a:lnTo>
                  <a:lnTo>
                    <a:pt x="1249680" y="70104"/>
                  </a:lnTo>
                  <a:close/>
                </a:path>
                <a:path w="1249679" h="214629">
                  <a:moveTo>
                    <a:pt x="124968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249680" y="67818"/>
                  </a:lnTo>
                  <a:lnTo>
                    <a:pt x="1249680" y="67056"/>
                  </a:lnTo>
                  <a:close/>
                </a:path>
                <a:path w="1249679" h="214629">
                  <a:moveTo>
                    <a:pt x="124968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249680" y="64770"/>
                  </a:lnTo>
                  <a:lnTo>
                    <a:pt x="1249680" y="64008"/>
                  </a:lnTo>
                  <a:close/>
                </a:path>
                <a:path w="1249679" h="214629">
                  <a:moveTo>
                    <a:pt x="124968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249680" y="61722"/>
                  </a:lnTo>
                  <a:lnTo>
                    <a:pt x="1249680" y="60960"/>
                  </a:lnTo>
                  <a:close/>
                </a:path>
                <a:path w="1249679" h="214629">
                  <a:moveTo>
                    <a:pt x="124968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249680" y="58674"/>
                  </a:lnTo>
                  <a:lnTo>
                    <a:pt x="1249680" y="57912"/>
                  </a:lnTo>
                  <a:close/>
                </a:path>
                <a:path w="1249679" h="214629">
                  <a:moveTo>
                    <a:pt x="124968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249680" y="55626"/>
                  </a:lnTo>
                  <a:lnTo>
                    <a:pt x="1249680" y="54864"/>
                  </a:lnTo>
                  <a:close/>
                </a:path>
                <a:path w="1249679" h="214629">
                  <a:moveTo>
                    <a:pt x="124968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249680" y="52578"/>
                  </a:lnTo>
                  <a:lnTo>
                    <a:pt x="1249680" y="51816"/>
                  </a:lnTo>
                  <a:close/>
                </a:path>
                <a:path w="1249679" h="214629">
                  <a:moveTo>
                    <a:pt x="124968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249680" y="49530"/>
                  </a:lnTo>
                  <a:lnTo>
                    <a:pt x="1249680" y="48768"/>
                  </a:lnTo>
                  <a:close/>
                </a:path>
                <a:path w="1249679" h="214629">
                  <a:moveTo>
                    <a:pt x="124968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249680" y="46482"/>
                  </a:lnTo>
                  <a:lnTo>
                    <a:pt x="1249680" y="45720"/>
                  </a:lnTo>
                  <a:close/>
                </a:path>
                <a:path w="1249679" h="214629">
                  <a:moveTo>
                    <a:pt x="124968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249680" y="43434"/>
                  </a:lnTo>
                  <a:lnTo>
                    <a:pt x="1249680" y="42672"/>
                  </a:lnTo>
                  <a:close/>
                </a:path>
                <a:path w="1249679" h="214629">
                  <a:moveTo>
                    <a:pt x="124968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249680" y="40386"/>
                  </a:lnTo>
                  <a:lnTo>
                    <a:pt x="1249680" y="39624"/>
                  </a:lnTo>
                  <a:close/>
                </a:path>
                <a:path w="1249679" h="214629">
                  <a:moveTo>
                    <a:pt x="124968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249680" y="37338"/>
                  </a:lnTo>
                  <a:lnTo>
                    <a:pt x="1249680" y="36576"/>
                  </a:lnTo>
                  <a:close/>
                </a:path>
                <a:path w="1249679" h="214629">
                  <a:moveTo>
                    <a:pt x="124968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249680" y="34290"/>
                  </a:lnTo>
                  <a:lnTo>
                    <a:pt x="1249680" y="33528"/>
                  </a:lnTo>
                  <a:close/>
                </a:path>
                <a:path w="1249679" h="214629">
                  <a:moveTo>
                    <a:pt x="124968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249680" y="31242"/>
                  </a:lnTo>
                  <a:lnTo>
                    <a:pt x="1249680" y="30480"/>
                  </a:lnTo>
                  <a:close/>
                </a:path>
                <a:path w="1249679" h="214629">
                  <a:moveTo>
                    <a:pt x="124968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249680" y="28194"/>
                  </a:lnTo>
                  <a:lnTo>
                    <a:pt x="1249680" y="27432"/>
                  </a:lnTo>
                  <a:close/>
                </a:path>
                <a:path w="1249679" h="214629">
                  <a:moveTo>
                    <a:pt x="124968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249680" y="25146"/>
                  </a:lnTo>
                  <a:lnTo>
                    <a:pt x="1249680" y="24384"/>
                  </a:lnTo>
                  <a:close/>
                </a:path>
                <a:path w="1249679" h="214629">
                  <a:moveTo>
                    <a:pt x="12496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249680" y="22098"/>
                  </a:lnTo>
                  <a:lnTo>
                    <a:pt x="1249680" y="21336"/>
                  </a:lnTo>
                  <a:close/>
                </a:path>
                <a:path w="1249679" h="214629">
                  <a:moveTo>
                    <a:pt x="12496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249680" y="19050"/>
                  </a:lnTo>
                  <a:lnTo>
                    <a:pt x="1249680" y="18288"/>
                  </a:lnTo>
                  <a:close/>
                </a:path>
                <a:path w="1249679" h="214629">
                  <a:moveTo>
                    <a:pt x="12496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249680" y="16002"/>
                  </a:lnTo>
                  <a:lnTo>
                    <a:pt x="1249680" y="15240"/>
                  </a:lnTo>
                  <a:close/>
                </a:path>
                <a:path w="1249679" h="214629">
                  <a:moveTo>
                    <a:pt x="12496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249680" y="12954"/>
                  </a:lnTo>
                  <a:lnTo>
                    <a:pt x="1249680" y="12192"/>
                  </a:lnTo>
                  <a:close/>
                </a:path>
                <a:path w="1249679" h="214629">
                  <a:moveTo>
                    <a:pt x="12496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249680" y="9906"/>
                  </a:lnTo>
                  <a:lnTo>
                    <a:pt x="1249680" y="9144"/>
                  </a:lnTo>
                  <a:close/>
                </a:path>
                <a:path w="1249679" h="214629">
                  <a:moveTo>
                    <a:pt x="12496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249680" y="6858"/>
                  </a:lnTo>
                  <a:lnTo>
                    <a:pt x="1249680" y="6096"/>
                  </a:lnTo>
                  <a:close/>
                </a:path>
                <a:path w="1249679" h="214629">
                  <a:moveTo>
                    <a:pt x="12496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249680" y="3810"/>
                  </a:lnTo>
                  <a:lnTo>
                    <a:pt x="1249680" y="3048"/>
                  </a:lnTo>
                  <a:close/>
                </a:path>
                <a:path w="1249679" h="214629">
                  <a:moveTo>
                    <a:pt x="124968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249680" y="762"/>
                  </a:lnTo>
                  <a:lnTo>
                    <a:pt x="1249680" y="0"/>
                  </a:lnTo>
                  <a:close/>
                </a:path>
              </a:pathLst>
            </a:custGeom>
            <a:solidFill>
              <a:srgbClr val="7676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132721" y="4787535"/>
              <a:ext cx="1249680" cy="214629"/>
            </a:xfrm>
            <a:custGeom>
              <a:avLst/>
              <a:gdLst/>
              <a:ahLst/>
              <a:cxnLst/>
              <a:rect l="l" t="t" r="r" b="b"/>
              <a:pathLst>
                <a:path w="1249679" h="214629">
                  <a:moveTo>
                    <a:pt x="124968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249680" y="214122"/>
                  </a:lnTo>
                  <a:lnTo>
                    <a:pt x="1249680" y="213360"/>
                  </a:lnTo>
                  <a:close/>
                </a:path>
                <a:path w="1249679" h="214629">
                  <a:moveTo>
                    <a:pt x="124968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249680" y="211074"/>
                  </a:lnTo>
                  <a:lnTo>
                    <a:pt x="1249680" y="210312"/>
                  </a:lnTo>
                  <a:close/>
                </a:path>
                <a:path w="1249679" h="214629">
                  <a:moveTo>
                    <a:pt x="124968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249680" y="208026"/>
                  </a:lnTo>
                  <a:lnTo>
                    <a:pt x="1249680" y="207264"/>
                  </a:lnTo>
                  <a:close/>
                </a:path>
                <a:path w="1249679" h="214629">
                  <a:moveTo>
                    <a:pt x="124968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249680" y="204978"/>
                  </a:lnTo>
                  <a:lnTo>
                    <a:pt x="1249680" y="204216"/>
                  </a:lnTo>
                  <a:close/>
                </a:path>
                <a:path w="1249679" h="214629">
                  <a:moveTo>
                    <a:pt x="124968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249680" y="201930"/>
                  </a:lnTo>
                  <a:lnTo>
                    <a:pt x="1249680" y="201168"/>
                  </a:lnTo>
                  <a:close/>
                </a:path>
                <a:path w="1249679" h="214629">
                  <a:moveTo>
                    <a:pt x="124968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249680" y="198882"/>
                  </a:lnTo>
                  <a:lnTo>
                    <a:pt x="1249680" y="198120"/>
                  </a:lnTo>
                  <a:close/>
                </a:path>
                <a:path w="1249679" h="214629">
                  <a:moveTo>
                    <a:pt x="124968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249680" y="195834"/>
                  </a:lnTo>
                  <a:lnTo>
                    <a:pt x="1249680" y="195072"/>
                  </a:lnTo>
                  <a:close/>
                </a:path>
                <a:path w="1249679" h="214629">
                  <a:moveTo>
                    <a:pt x="124968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249680" y="192786"/>
                  </a:lnTo>
                  <a:lnTo>
                    <a:pt x="1249680" y="192024"/>
                  </a:lnTo>
                  <a:close/>
                </a:path>
                <a:path w="1249679" h="214629">
                  <a:moveTo>
                    <a:pt x="124968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249680" y="189738"/>
                  </a:lnTo>
                  <a:lnTo>
                    <a:pt x="1249680" y="188976"/>
                  </a:lnTo>
                  <a:close/>
                </a:path>
                <a:path w="1249679" h="214629">
                  <a:moveTo>
                    <a:pt x="124968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249680" y="186690"/>
                  </a:lnTo>
                  <a:lnTo>
                    <a:pt x="1249680" y="185928"/>
                  </a:lnTo>
                  <a:close/>
                </a:path>
                <a:path w="1249679" h="214629">
                  <a:moveTo>
                    <a:pt x="124968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249680" y="183642"/>
                  </a:lnTo>
                  <a:lnTo>
                    <a:pt x="1249680" y="182880"/>
                  </a:lnTo>
                  <a:close/>
                </a:path>
                <a:path w="1249679" h="214629">
                  <a:moveTo>
                    <a:pt x="124968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249680" y="180594"/>
                  </a:lnTo>
                  <a:lnTo>
                    <a:pt x="1249680" y="179832"/>
                  </a:lnTo>
                  <a:close/>
                </a:path>
                <a:path w="1249679" h="214629">
                  <a:moveTo>
                    <a:pt x="124968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249680" y="177546"/>
                  </a:lnTo>
                  <a:lnTo>
                    <a:pt x="1249680" y="176784"/>
                  </a:lnTo>
                  <a:close/>
                </a:path>
                <a:path w="1249679" h="214629">
                  <a:moveTo>
                    <a:pt x="124968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249680" y="174498"/>
                  </a:lnTo>
                  <a:lnTo>
                    <a:pt x="1249680" y="173736"/>
                  </a:lnTo>
                  <a:close/>
                </a:path>
                <a:path w="1249679" h="214629">
                  <a:moveTo>
                    <a:pt x="124968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249680" y="171450"/>
                  </a:lnTo>
                  <a:lnTo>
                    <a:pt x="1249680" y="170688"/>
                  </a:lnTo>
                  <a:close/>
                </a:path>
                <a:path w="1249679" h="214629">
                  <a:moveTo>
                    <a:pt x="124968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249680" y="168402"/>
                  </a:lnTo>
                  <a:lnTo>
                    <a:pt x="1249680" y="167640"/>
                  </a:lnTo>
                  <a:close/>
                </a:path>
                <a:path w="1249679" h="214629">
                  <a:moveTo>
                    <a:pt x="124968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249680" y="165354"/>
                  </a:lnTo>
                  <a:lnTo>
                    <a:pt x="1249680" y="164592"/>
                  </a:lnTo>
                  <a:close/>
                </a:path>
                <a:path w="1249679" h="214629">
                  <a:moveTo>
                    <a:pt x="124968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249680" y="162306"/>
                  </a:lnTo>
                  <a:lnTo>
                    <a:pt x="1249680" y="161544"/>
                  </a:lnTo>
                  <a:close/>
                </a:path>
                <a:path w="1249679" h="214629">
                  <a:moveTo>
                    <a:pt x="124968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249680" y="159258"/>
                  </a:lnTo>
                  <a:lnTo>
                    <a:pt x="1249680" y="158496"/>
                  </a:lnTo>
                  <a:close/>
                </a:path>
                <a:path w="1249679" h="214629">
                  <a:moveTo>
                    <a:pt x="124968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249680" y="156210"/>
                  </a:lnTo>
                  <a:lnTo>
                    <a:pt x="1249680" y="155448"/>
                  </a:lnTo>
                  <a:close/>
                </a:path>
                <a:path w="1249679" h="214629">
                  <a:moveTo>
                    <a:pt x="124968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249680" y="153162"/>
                  </a:lnTo>
                  <a:lnTo>
                    <a:pt x="1249680" y="152400"/>
                  </a:lnTo>
                  <a:close/>
                </a:path>
                <a:path w="1249679" h="214629">
                  <a:moveTo>
                    <a:pt x="124968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249680" y="150114"/>
                  </a:lnTo>
                  <a:lnTo>
                    <a:pt x="1249680" y="149352"/>
                  </a:lnTo>
                  <a:close/>
                </a:path>
                <a:path w="1249679" h="214629">
                  <a:moveTo>
                    <a:pt x="124968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249680" y="147066"/>
                  </a:lnTo>
                  <a:lnTo>
                    <a:pt x="1249680" y="146304"/>
                  </a:lnTo>
                  <a:close/>
                </a:path>
                <a:path w="1249679" h="214629">
                  <a:moveTo>
                    <a:pt x="124968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249680" y="144018"/>
                  </a:lnTo>
                  <a:lnTo>
                    <a:pt x="1249680" y="143256"/>
                  </a:lnTo>
                  <a:close/>
                </a:path>
                <a:path w="1249679" h="214629">
                  <a:moveTo>
                    <a:pt x="124968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249680" y="140970"/>
                  </a:lnTo>
                  <a:lnTo>
                    <a:pt x="1249680" y="140208"/>
                  </a:lnTo>
                  <a:close/>
                </a:path>
                <a:path w="1249679" h="214629">
                  <a:moveTo>
                    <a:pt x="124968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249680" y="137922"/>
                  </a:lnTo>
                  <a:lnTo>
                    <a:pt x="1249680" y="137160"/>
                  </a:lnTo>
                  <a:close/>
                </a:path>
                <a:path w="1249679" h="214629">
                  <a:moveTo>
                    <a:pt x="124968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249680" y="134874"/>
                  </a:lnTo>
                  <a:lnTo>
                    <a:pt x="1249680" y="134112"/>
                  </a:lnTo>
                  <a:close/>
                </a:path>
                <a:path w="1249679" h="214629">
                  <a:moveTo>
                    <a:pt x="124968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249680" y="131826"/>
                  </a:lnTo>
                  <a:lnTo>
                    <a:pt x="1249680" y="131064"/>
                  </a:lnTo>
                  <a:close/>
                </a:path>
                <a:path w="1249679" h="214629">
                  <a:moveTo>
                    <a:pt x="124968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249680" y="128778"/>
                  </a:lnTo>
                  <a:lnTo>
                    <a:pt x="1249680" y="128016"/>
                  </a:lnTo>
                  <a:close/>
                </a:path>
                <a:path w="1249679" h="214629">
                  <a:moveTo>
                    <a:pt x="124968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249680" y="125730"/>
                  </a:lnTo>
                  <a:lnTo>
                    <a:pt x="1249680" y="124968"/>
                  </a:lnTo>
                  <a:close/>
                </a:path>
                <a:path w="1249679" h="214629">
                  <a:moveTo>
                    <a:pt x="124968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249680" y="122682"/>
                  </a:lnTo>
                  <a:lnTo>
                    <a:pt x="1249680" y="121920"/>
                  </a:lnTo>
                  <a:close/>
                </a:path>
                <a:path w="1249679" h="214629">
                  <a:moveTo>
                    <a:pt x="124968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249680" y="119634"/>
                  </a:lnTo>
                  <a:lnTo>
                    <a:pt x="1249680" y="118872"/>
                  </a:lnTo>
                  <a:close/>
                </a:path>
                <a:path w="1249679" h="214629">
                  <a:moveTo>
                    <a:pt x="124968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249680" y="116586"/>
                  </a:lnTo>
                  <a:lnTo>
                    <a:pt x="1249680" y="115824"/>
                  </a:lnTo>
                  <a:close/>
                </a:path>
                <a:path w="1249679" h="214629">
                  <a:moveTo>
                    <a:pt x="124968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249680" y="113538"/>
                  </a:lnTo>
                  <a:lnTo>
                    <a:pt x="1249680" y="112776"/>
                  </a:lnTo>
                  <a:close/>
                </a:path>
                <a:path w="1249679" h="214629">
                  <a:moveTo>
                    <a:pt x="124968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249680" y="110490"/>
                  </a:lnTo>
                  <a:lnTo>
                    <a:pt x="1249680" y="109728"/>
                  </a:lnTo>
                  <a:close/>
                </a:path>
                <a:path w="1249679" h="214629">
                  <a:moveTo>
                    <a:pt x="124968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249680" y="107442"/>
                  </a:lnTo>
                  <a:lnTo>
                    <a:pt x="1249680" y="106680"/>
                  </a:lnTo>
                  <a:close/>
                </a:path>
                <a:path w="1249679" h="214629">
                  <a:moveTo>
                    <a:pt x="124968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249680" y="104394"/>
                  </a:lnTo>
                  <a:lnTo>
                    <a:pt x="1249680" y="103632"/>
                  </a:lnTo>
                  <a:close/>
                </a:path>
                <a:path w="1249679" h="214629">
                  <a:moveTo>
                    <a:pt x="124968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249680" y="101346"/>
                  </a:lnTo>
                  <a:lnTo>
                    <a:pt x="1249680" y="100584"/>
                  </a:lnTo>
                  <a:close/>
                </a:path>
                <a:path w="1249679" h="214629">
                  <a:moveTo>
                    <a:pt x="124968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249680" y="98298"/>
                  </a:lnTo>
                  <a:lnTo>
                    <a:pt x="1249680" y="97536"/>
                  </a:lnTo>
                  <a:close/>
                </a:path>
                <a:path w="1249679" h="214629">
                  <a:moveTo>
                    <a:pt x="124968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249680" y="95250"/>
                  </a:lnTo>
                  <a:lnTo>
                    <a:pt x="1249680" y="94488"/>
                  </a:lnTo>
                  <a:close/>
                </a:path>
                <a:path w="1249679" h="214629">
                  <a:moveTo>
                    <a:pt x="124968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249680" y="92202"/>
                  </a:lnTo>
                  <a:lnTo>
                    <a:pt x="1249680" y="91440"/>
                  </a:lnTo>
                  <a:close/>
                </a:path>
                <a:path w="1249679" h="214629">
                  <a:moveTo>
                    <a:pt x="124968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249680" y="89154"/>
                  </a:lnTo>
                  <a:lnTo>
                    <a:pt x="1249680" y="88392"/>
                  </a:lnTo>
                  <a:close/>
                </a:path>
                <a:path w="1249679" h="214629">
                  <a:moveTo>
                    <a:pt x="124968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249680" y="86106"/>
                  </a:lnTo>
                  <a:lnTo>
                    <a:pt x="1249680" y="85344"/>
                  </a:lnTo>
                  <a:close/>
                </a:path>
                <a:path w="1249679" h="214629">
                  <a:moveTo>
                    <a:pt x="124968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249680" y="83058"/>
                  </a:lnTo>
                  <a:lnTo>
                    <a:pt x="1249680" y="82296"/>
                  </a:lnTo>
                  <a:close/>
                </a:path>
                <a:path w="1249679" h="214629">
                  <a:moveTo>
                    <a:pt x="124968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249680" y="80010"/>
                  </a:lnTo>
                  <a:lnTo>
                    <a:pt x="1249680" y="79248"/>
                  </a:lnTo>
                  <a:close/>
                </a:path>
                <a:path w="1249679" h="214629">
                  <a:moveTo>
                    <a:pt x="124968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249680" y="76962"/>
                  </a:lnTo>
                  <a:lnTo>
                    <a:pt x="1249680" y="76200"/>
                  </a:lnTo>
                  <a:close/>
                </a:path>
                <a:path w="1249679" h="214629">
                  <a:moveTo>
                    <a:pt x="124968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249680" y="73914"/>
                  </a:lnTo>
                  <a:lnTo>
                    <a:pt x="1249680" y="73152"/>
                  </a:lnTo>
                  <a:close/>
                </a:path>
                <a:path w="1249679" h="214629">
                  <a:moveTo>
                    <a:pt x="124968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249680" y="70866"/>
                  </a:lnTo>
                  <a:lnTo>
                    <a:pt x="1249680" y="70104"/>
                  </a:lnTo>
                  <a:close/>
                </a:path>
                <a:path w="1249679" h="214629">
                  <a:moveTo>
                    <a:pt x="124968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249680" y="67818"/>
                  </a:lnTo>
                  <a:lnTo>
                    <a:pt x="1249680" y="67056"/>
                  </a:lnTo>
                  <a:close/>
                </a:path>
                <a:path w="1249679" h="214629">
                  <a:moveTo>
                    <a:pt x="124968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249680" y="64770"/>
                  </a:lnTo>
                  <a:lnTo>
                    <a:pt x="1249680" y="64008"/>
                  </a:lnTo>
                  <a:close/>
                </a:path>
                <a:path w="1249679" h="214629">
                  <a:moveTo>
                    <a:pt x="124968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249680" y="61722"/>
                  </a:lnTo>
                  <a:lnTo>
                    <a:pt x="1249680" y="60960"/>
                  </a:lnTo>
                  <a:close/>
                </a:path>
                <a:path w="1249679" h="214629">
                  <a:moveTo>
                    <a:pt x="124968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249680" y="58674"/>
                  </a:lnTo>
                  <a:lnTo>
                    <a:pt x="1249680" y="57912"/>
                  </a:lnTo>
                  <a:close/>
                </a:path>
                <a:path w="1249679" h="214629">
                  <a:moveTo>
                    <a:pt x="124968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249680" y="55626"/>
                  </a:lnTo>
                  <a:lnTo>
                    <a:pt x="1249680" y="54864"/>
                  </a:lnTo>
                  <a:close/>
                </a:path>
                <a:path w="1249679" h="214629">
                  <a:moveTo>
                    <a:pt x="124968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249680" y="52578"/>
                  </a:lnTo>
                  <a:lnTo>
                    <a:pt x="1249680" y="51816"/>
                  </a:lnTo>
                  <a:close/>
                </a:path>
                <a:path w="1249679" h="214629">
                  <a:moveTo>
                    <a:pt x="124968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249680" y="49530"/>
                  </a:lnTo>
                  <a:lnTo>
                    <a:pt x="1249680" y="48768"/>
                  </a:lnTo>
                  <a:close/>
                </a:path>
                <a:path w="1249679" h="214629">
                  <a:moveTo>
                    <a:pt x="124968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249680" y="46482"/>
                  </a:lnTo>
                  <a:lnTo>
                    <a:pt x="1249680" y="45720"/>
                  </a:lnTo>
                  <a:close/>
                </a:path>
                <a:path w="1249679" h="214629">
                  <a:moveTo>
                    <a:pt x="124968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249680" y="43434"/>
                  </a:lnTo>
                  <a:lnTo>
                    <a:pt x="1249680" y="42672"/>
                  </a:lnTo>
                  <a:close/>
                </a:path>
                <a:path w="1249679" h="214629">
                  <a:moveTo>
                    <a:pt x="124968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249680" y="40386"/>
                  </a:lnTo>
                  <a:lnTo>
                    <a:pt x="1249680" y="39624"/>
                  </a:lnTo>
                  <a:close/>
                </a:path>
                <a:path w="1249679" h="214629">
                  <a:moveTo>
                    <a:pt x="124968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249680" y="37338"/>
                  </a:lnTo>
                  <a:lnTo>
                    <a:pt x="1249680" y="36576"/>
                  </a:lnTo>
                  <a:close/>
                </a:path>
                <a:path w="1249679" h="214629">
                  <a:moveTo>
                    <a:pt x="124968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249680" y="34290"/>
                  </a:lnTo>
                  <a:lnTo>
                    <a:pt x="1249680" y="33528"/>
                  </a:lnTo>
                  <a:close/>
                </a:path>
                <a:path w="1249679" h="214629">
                  <a:moveTo>
                    <a:pt x="124968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249680" y="31242"/>
                  </a:lnTo>
                  <a:lnTo>
                    <a:pt x="1249680" y="30480"/>
                  </a:lnTo>
                  <a:close/>
                </a:path>
                <a:path w="1249679" h="214629">
                  <a:moveTo>
                    <a:pt x="124968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249680" y="28194"/>
                  </a:lnTo>
                  <a:lnTo>
                    <a:pt x="1249680" y="27432"/>
                  </a:lnTo>
                  <a:close/>
                </a:path>
                <a:path w="1249679" h="214629">
                  <a:moveTo>
                    <a:pt x="124968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249680" y="25146"/>
                  </a:lnTo>
                  <a:lnTo>
                    <a:pt x="1249680" y="24384"/>
                  </a:lnTo>
                  <a:close/>
                </a:path>
                <a:path w="1249679" h="214629">
                  <a:moveTo>
                    <a:pt x="12496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249680" y="22098"/>
                  </a:lnTo>
                  <a:lnTo>
                    <a:pt x="1249680" y="21336"/>
                  </a:lnTo>
                  <a:close/>
                </a:path>
                <a:path w="1249679" h="214629">
                  <a:moveTo>
                    <a:pt x="12496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249680" y="19050"/>
                  </a:lnTo>
                  <a:lnTo>
                    <a:pt x="1249680" y="18288"/>
                  </a:lnTo>
                  <a:close/>
                </a:path>
                <a:path w="1249679" h="214629">
                  <a:moveTo>
                    <a:pt x="12496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249680" y="16002"/>
                  </a:lnTo>
                  <a:lnTo>
                    <a:pt x="1249680" y="15240"/>
                  </a:lnTo>
                  <a:close/>
                </a:path>
                <a:path w="1249679" h="214629">
                  <a:moveTo>
                    <a:pt x="12496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249680" y="12954"/>
                  </a:lnTo>
                  <a:lnTo>
                    <a:pt x="1249680" y="12192"/>
                  </a:lnTo>
                  <a:close/>
                </a:path>
                <a:path w="1249679" h="214629">
                  <a:moveTo>
                    <a:pt x="12496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249680" y="9906"/>
                  </a:lnTo>
                  <a:lnTo>
                    <a:pt x="1249680" y="9144"/>
                  </a:lnTo>
                  <a:close/>
                </a:path>
                <a:path w="1249679" h="214629">
                  <a:moveTo>
                    <a:pt x="12496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249680" y="6858"/>
                  </a:lnTo>
                  <a:lnTo>
                    <a:pt x="1249680" y="6096"/>
                  </a:lnTo>
                  <a:close/>
                </a:path>
                <a:path w="1249679" h="214629">
                  <a:moveTo>
                    <a:pt x="12496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249680" y="3810"/>
                  </a:lnTo>
                  <a:lnTo>
                    <a:pt x="1249680" y="3048"/>
                  </a:lnTo>
                  <a:close/>
                </a:path>
                <a:path w="1249679" h="214629">
                  <a:moveTo>
                    <a:pt x="124968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249680" y="762"/>
                  </a:lnTo>
                  <a:lnTo>
                    <a:pt x="1249680" y="0"/>
                  </a:lnTo>
                  <a:close/>
                </a:path>
              </a:pathLst>
            </a:custGeom>
            <a:solidFill>
              <a:srgbClr val="7676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132721" y="5000895"/>
              <a:ext cx="1249680" cy="64769"/>
            </a:xfrm>
            <a:custGeom>
              <a:avLst/>
              <a:gdLst/>
              <a:ahLst/>
              <a:cxnLst/>
              <a:rect l="l" t="t" r="r" b="b"/>
              <a:pathLst>
                <a:path w="1249679" h="64770">
                  <a:moveTo>
                    <a:pt x="124968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249680" y="64770"/>
                  </a:lnTo>
                  <a:lnTo>
                    <a:pt x="1249680" y="64008"/>
                  </a:lnTo>
                  <a:close/>
                </a:path>
                <a:path w="1249679" h="64770">
                  <a:moveTo>
                    <a:pt x="124968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249680" y="61722"/>
                  </a:lnTo>
                  <a:lnTo>
                    <a:pt x="1249680" y="60960"/>
                  </a:lnTo>
                  <a:close/>
                </a:path>
                <a:path w="1249679" h="64770">
                  <a:moveTo>
                    <a:pt x="124968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249680" y="58674"/>
                  </a:lnTo>
                  <a:lnTo>
                    <a:pt x="1249680" y="57912"/>
                  </a:lnTo>
                  <a:close/>
                </a:path>
                <a:path w="1249679" h="64770">
                  <a:moveTo>
                    <a:pt x="124968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249680" y="55626"/>
                  </a:lnTo>
                  <a:lnTo>
                    <a:pt x="1249680" y="54864"/>
                  </a:lnTo>
                  <a:close/>
                </a:path>
                <a:path w="1249679" h="64770">
                  <a:moveTo>
                    <a:pt x="124968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249680" y="52578"/>
                  </a:lnTo>
                  <a:lnTo>
                    <a:pt x="1249680" y="51816"/>
                  </a:lnTo>
                  <a:close/>
                </a:path>
                <a:path w="1249679" h="64770">
                  <a:moveTo>
                    <a:pt x="124968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249680" y="49530"/>
                  </a:lnTo>
                  <a:lnTo>
                    <a:pt x="1249680" y="48768"/>
                  </a:lnTo>
                  <a:close/>
                </a:path>
                <a:path w="1249679" h="64770">
                  <a:moveTo>
                    <a:pt x="124968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249680" y="46482"/>
                  </a:lnTo>
                  <a:lnTo>
                    <a:pt x="1249680" y="45720"/>
                  </a:lnTo>
                  <a:close/>
                </a:path>
                <a:path w="1249679" h="64770">
                  <a:moveTo>
                    <a:pt x="124968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249680" y="43434"/>
                  </a:lnTo>
                  <a:lnTo>
                    <a:pt x="1249680" y="42672"/>
                  </a:lnTo>
                  <a:close/>
                </a:path>
                <a:path w="1249679" h="64770">
                  <a:moveTo>
                    <a:pt x="124968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249680" y="40386"/>
                  </a:lnTo>
                  <a:lnTo>
                    <a:pt x="1249680" y="39624"/>
                  </a:lnTo>
                  <a:close/>
                </a:path>
                <a:path w="1249679" h="64770">
                  <a:moveTo>
                    <a:pt x="124968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249680" y="37338"/>
                  </a:lnTo>
                  <a:lnTo>
                    <a:pt x="1249680" y="36576"/>
                  </a:lnTo>
                  <a:close/>
                </a:path>
                <a:path w="1249679" h="64770">
                  <a:moveTo>
                    <a:pt x="124968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249680" y="34290"/>
                  </a:lnTo>
                  <a:lnTo>
                    <a:pt x="1249680" y="33528"/>
                  </a:lnTo>
                  <a:close/>
                </a:path>
                <a:path w="1249679" h="64770">
                  <a:moveTo>
                    <a:pt x="124968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249680" y="31242"/>
                  </a:lnTo>
                  <a:lnTo>
                    <a:pt x="1249680" y="30480"/>
                  </a:lnTo>
                  <a:close/>
                </a:path>
                <a:path w="1249679" h="64770">
                  <a:moveTo>
                    <a:pt x="124968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249680" y="28194"/>
                  </a:lnTo>
                  <a:lnTo>
                    <a:pt x="1249680" y="27432"/>
                  </a:lnTo>
                  <a:close/>
                </a:path>
                <a:path w="1249679" h="64770">
                  <a:moveTo>
                    <a:pt x="124968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249680" y="25146"/>
                  </a:lnTo>
                  <a:lnTo>
                    <a:pt x="1249680" y="24384"/>
                  </a:lnTo>
                  <a:close/>
                </a:path>
                <a:path w="1249679" h="64770">
                  <a:moveTo>
                    <a:pt x="12496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249680" y="22098"/>
                  </a:lnTo>
                  <a:lnTo>
                    <a:pt x="1249680" y="21336"/>
                  </a:lnTo>
                  <a:close/>
                </a:path>
                <a:path w="1249679" h="64770">
                  <a:moveTo>
                    <a:pt x="12496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249680" y="19050"/>
                  </a:lnTo>
                  <a:lnTo>
                    <a:pt x="1249680" y="18288"/>
                  </a:lnTo>
                  <a:close/>
                </a:path>
                <a:path w="1249679" h="64770">
                  <a:moveTo>
                    <a:pt x="12496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249680" y="16002"/>
                  </a:lnTo>
                  <a:lnTo>
                    <a:pt x="1249680" y="15240"/>
                  </a:lnTo>
                  <a:close/>
                </a:path>
                <a:path w="1249679" h="64770">
                  <a:moveTo>
                    <a:pt x="12496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249680" y="12954"/>
                  </a:lnTo>
                  <a:lnTo>
                    <a:pt x="1249680" y="12192"/>
                  </a:lnTo>
                  <a:close/>
                </a:path>
                <a:path w="1249679" h="64770">
                  <a:moveTo>
                    <a:pt x="12496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249680" y="9906"/>
                  </a:lnTo>
                  <a:lnTo>
                    <a:pt x="1249680" y="9144"/>
                  </a:lnTo>
                  <a:close/>
                </a:path>
                <a:path w="1249679" h="64770">
                  <a:moveTo>
                    <a:pt x="12496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249680" y="6858"/>
                  </a:lnTo>
                  <a:lnTo>
                    <a:pt x="1249680" y="6096"/>
                  </a:lnTo>
                  <a:close/>
                </a:path>
                <a:path w="1249679" h="64770">
                  <a:moveTo>
                    <a:pt x="12496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249680" y="3810"/>
                  </a:lnTo>
                  <a:lnTo>
                    <a:pt x="1249680" y="3048"/>
                  </a:lnTo>
                  <a:close/>
                </a:path>
                <a:path w="1249679" h="64770">
                  <a:moveTo>
                    <a:pt x="124968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249680" y="762"/>
                  </a:lnTo>
                  <a:lnTo>
                    <a:pt x="1249680" y="0"/>
                  </a:lnTo>
                  <a:close/>
                </a:path>
              </a:pathLst>
            </a:custGeom>
            <a:solidFill>
              <a:srgbClr val="7676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3132734" y="5421506"/>
            <a:ext cx="1249680" cy="351790"/>
            <a:chOff x="3132734" y="5421506"/>
            <a:chExt cx="1249680" cy="351790"/>
          </a:xfrm>
        </p:grpSpPr>
        <p:sp>
          <p:nvSpPr>
            <p:cNvPr id="14" name="object 14"/>
            <p:cNvSpPr/>
            <p:nvPr/>
          </p:nvSpPr>
          <p:spPr>
            <a:xfrm>
              <a:off x="3132721" y="5421518"/>
              <a:ext cx="1249680" cy="214629"/>
            </a:xfrm>
            <a:custGeom>
              <a:avLst/>
              <a:gdLst/>
              <a:ahLst/>
              <a:cxnLst/>
              <a:rect l="l" t="t" r="r" b="b"/>
              <a:pathLst>
                <a:path w="1249679" h="214629">
                  <a:moveTo>
                    <a:pt x="124968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249680" y="214122"/>
                  </a:lnTo>
                  <a:lnTo>
                    <a:pt x="1249680" y="213360"/>
                  </a:lnTo>
                  <a:close/>
                </a:path>
                <a:path w="1249679" h="214629">
                  <a:moveTo>
                    <a:pt x="124968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249680" y="211074"/>
                  </a:lnTo>
                  <a:lnTo>
                    <a:pt x="1249680" y="210312"/>
                  </a:lnTo>
                  <a:close/>
                </a:path>
                <a:path w="1249679" h="214629">
                  <a:moveTo>
                    <a:pt x="124968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249680" y="208026"/>
                  </a:lnTo>
                  <a:lnTo>
                    <a:pt x="1249680" y="207264"/>
                  </a:lnTo>
                  <a:close/>
                </a:path>
                <a:path w="1249679" h="214629">
                  <a:moveTo>
                    <a:pt x="124968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249680" y="204978"/>
                  </a:lnTo>
                  <a:lnTo>
                    <a:pt x="1249680" y="204216"/>
                  </a:lnTo>
                  <a:close/>
                </a:path>
                <a:path w="1249679" h="214629">
                  <a:moveTo>
                    <a:pt x="124968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249680" y="201930"/>
                  </a:lnTo>
                  <a:lnTo>
                    <a:pt x="1249680" y="201168"/>
                  </a:lnTo>
                  <a:close/>
                </a:path>
                <a:path w="1249679" h="214629">
                  <a:moveTo>
                    <a:pt x="124968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249680" y="198882"/>
                  </a:lnTo>
                  <a:lnTo>
                    <a:pt x="1249680" y="198120"/>
                  </a:lnTo>
                  <a:close/>
                </a:path>
                <a:path w="1249679" h="214629">
                  <a:moveTo>
                    <a:pt x="124968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249680" y="195834"/>
                  </a:lnTo>
                  <a:lnTo>
                    <a:pt x="1249680" y="195072"/>
                  </a:lnTo>
                  <a:close/>
                </a:path>
                <a:path w="1249679" h="214629">
                  <a:moveTo>
                    <a:pt x="124968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249680" y="192786"/>
                  </a:lnTo>
                  <a:lnTo>
                    <a:pt x="1249680" y="192024"/>
                  </a:lnTo>
                  <a:close/>
                </a:path>
                <a:path w="1249679" h="214629">
                  <a:moveTo>
                    <a:pt x="124968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249680" y="189738"/>
                  </a:lnTo>
                  <a:lnTo>
                    <a:pt x="1249680" y="188976"/>
                  </a:lnTo>
                  <a:close/>
                </a:path>
                <a:path w="1249679" h="214629">
                  <a:moveTo>
                    <a:pt x="124968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249680" y="186690"/>
                  </a:lnTo>
                  <a:lnTo>
                    <a:pt x="1249680" y="185928"/>
                  </a:lnTo>
                  <a:close/>
                </a:path>
                <a:path w="1249679" h="214629">
                  <a:moveTo>
                    <a:pt x="124968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249680" y="183642"/>
                  </a:lnTo>
                  <a:lnTo>
                    <a:pt x="1249680" y="182880"/>
                  </a:lnTo>
                  <a:close/>
                </a:path>
                <a:path w="1249679" h="214629">
                  <a:moveTo>
                    <a:pt x="124968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249680" y="180594"/>
                  </a:lnTo>
                  <a:lnTo>
                    <a:pt x="1249680" y="179832"/>
                  </a:lnTo>
                  <a:close/>
                </a:path>
                <a:path w="1249679" h="214629">
                  <a:moveTo>
                    <a:pt x="124968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249680" y="177546"/>
                  </a:lnTo>
                  <a:lnTo>
                    <a:pt x="1249680" y="176784"/>
                  </a:lnTo>
                  <a:close/>
                </a:path>
                <a:path w="1249679" h="214629">
                  <a:moveTo>
                    <a:pt x="124968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249680" y="174498"/>
                  </a:lnTo>
                  <a:lnTo>
                    <a:pt x="1249680" y="173736"/>
                  </a:lnTo>
                  <a:close/>
                </a:path>
                <a:path w="1249679" h="214629">
                  <a:moveTo>
                    <a:pt x="124968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249680" y="171450"/>
                  </a:lnTo>
                  <a:lnTo>
                    <a:pt x="1249680" y="170688"/>
                  </a:lnTo>
                  <a:close/>
                </a:path>
                <a:path w="1249679" h="214629">
                  <a:moveTo>
                    <a:pt x="124968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249680" y="168402"/>
                  </a:lnTo>
                  <a:lnTo>
                    <a:pt x="1249680" y="167640"/>
                  </a:lnTo>
                  <a:close/>
                </a:path>
                <a:path w="1249679" h="214629">
                  <a:moveTo>
                    <a:pt x="124968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249680" y="165354"/>
                  </a:lnTo>
                  <a:lnTo>
                    <a:pt x="1249680" y="164592"/>
                  </a:lnTo>
                  <a:close/>
                </a:path>
                <a:path w="1249679" h="214629">
                  <a:moveTo>
                    <a:pt x="124968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249680" y="162306"/>
                  </a:lnTo>
                  <a:lnTo>
                    <a:pt x="1249680" y="161544"/>
                  </a:lnTo>
                  <a:close/>
                </a:path>
                <a:path w="1249679" h="214629">
                  <a:moveTo>
                    <a:pt x="124968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249680" y="159258"/>
                  </a:lnTo>
                  <a:lnTo>
                    <a:pt x="1249680" y="158496"/>
                  </a:lnTo>
                  <a:close/>
                </a:path>
                <a:path w="1249679" h="214629">
                  <a:moveTo>
                    <a:pt x="124968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249680" y="156210"/>
                  </a:lnTo>
                  <a:lnTo>
                    <a:pt x="1249680" y="155448"/>
                  </a:lnTo>
                  <a:close/>
                </a:path>
                <a:path w="1249679" h="214629">
                  <a:moveTo>
                    <a:pt x="124968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249680" y="153162"/>
                  </a:lnTo>
                  <a:lnTo>
                    <a:pt x="1249680" y="152400"/>
                  </a:lnTo>
                  <a:close/>
                </a:path>
                <a:path w="1249679" h="214629">
                  <a:moveTo>
                    <a:pt x="124968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249680" y="150114"/>
                  </a:lnTo>
                  <a:lnTo>
                    <a:pt x="1249680" y="149352"/>
                  </a:lnTo>
                  <a:close/>
                </a:path>
                <a:path w="1249679" h="214629">
                  <a:moveTo>
                    <a:pt x="124968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249680" y="147066"/>
                  </a:lnTo>
                  <a:lnTo>
                    <a:pt x="1249680" y="146304"/>
                  </a:lnTo>
                  <a:close/>
                </a:path>
                <a:path w="1249679" h="214629">
                  <a:moveTo>
                    <a:pt x="124968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249680" y="144018"/>
                  </a:lnTo>
                  <a:lnTo>
                    <a:pt x="1249680" y="143256"/>
                  </a:lnTo>
                  <a:close/>
                </a:path>
                <a:path w="1249679" h="214629">
                  <a:moveTo>
                    <a:pt x="124968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249680" y="140970"/>
                  </a:lnTo>
                  <a:lnTo>
                    <a:pt x="1249680" y="140208"/>
                  </a:lnTo>
                  <a:close/>
                </a:path>
                <a:path w="1249679" h="214629">
                  <a:moveTo>
                    <a:pt x="124968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249680" y="137922"/>
                  </a:lnTo>
                  <a:lnTo>
                    <a:pt x="1249680" y="137160"/>
                  </a:lnTo>
                  <a:close/>
                </a:path>
                <a:path w="1249679" h="214629">
                  <a:moveTo>
                    <a:pt x="124968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249680" y="134874"/>
                  </a:lnTo>
                  <a:lnTo>
                    <a:pt x="1249680" y="134112"/>
                  </a:lnTo>
                  <a:close/>
                </a:path>
                <a:path w="1249679" h="214629">
                  <a:moveTo>
                    <a:pt x="124968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249680" y="131826"/>
                  </a:lnTo>
                  <a:lnTo>
                    <a:pt x="1249680" y="131064"/>
                  </a:lnTo>
                  <a:close/>
                </a:path>
                <a:path w="1249679" h="214629">
                  <a:moveTo>
                    <a:pt x="124968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249680" y="128778"/>
                  </a:lnTo>
                  <a:lnTo>
                    <a:pt x="1249680" y="128016"/>
                  </a:lnTo>
                  <a:close/>
                </a:path>
                <a:path w="1249679" h="214629">
                  <a:moveTo>
                    <a:pt x="124968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249680" y="125730"/>
                  </a:lnTo>
                  <a:lnTo>
                    <a:pt x="1249680" y="124968"/>
                  </a:lnTo>
                  <a:close/>
                </a:path>
                <a:path w="1249679" h="214629">
                  <a:moveTo>
                    <a:pt x="124968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249680" y="122682"/>
                  </a:lnTo>
                  <a:lnTo>
                    <a:pt x="1249680" y="121920"/>
                  </a:lnTo>
                  <a:close/>
                </a:path>
                <a:path w="1249679" h="214629">
                  <a:moveTo>
                    <a:pt x="124968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249680" y="119634"/>
                  </a:lnTo>
                  <a:lnTo>
                    <a:pt x="1249680" y="118872"/>
                  </a:lnTo>
                  <a:close/>
                </a:path>
                <a:path w="1249679" h="214629">
                  <a:moveTo>
                    <a:pt x="124968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249680" y="116586"/>
                  </a:lnTo>
                  <a:lnTo>
                    <a:pt x="1249680" y="115824"/>
                  </a:lnTo>
                  <a:close/>
                </a:path>
                <a:path w="1249679" h="214629">
                  <a:moveTo>
                    <a:pt x="124968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249680" y="113538"/>
                  </a:lnTo>
                  <a:lnTo>
                    <a:pt x="1249680" y="112776"/>
                  </a:lnTo>
                  <a:close/>
                </a:path>
                <a:path w="1249679" h="214629">
                  <a:moveTo>
                    <a:pt x="124968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249680" y="110490"/>
                  </a:lnTo>
                  <a:lnTo>
                    <a:pt x="1249680" y="109728"/>
                  </a:lnTo>
                  <a:close/>
                </a:path>
                <a:path w="1249679" h="214629">
                  <a:moveTo>
                    <a:pt x="124968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249680" y="107442"/>
                  </a:lnTo>
                  <a:lnTo>
                    <a:pt x="1249680" y="106680"/>
                  </a:lnTo>
                  <a:close/>
                </a:path>
                <a:path w="1249679" h="214629">
                  <a:moveTo>
                    <a:pt x="124968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249680" y="104394"/>
                  </a:lnTo>
                  <a:lnTo>
                    <a:pt x="1249680" y="103632"/>
                  </a:lnTo>
                  <a:close/>
                </a:path>
                <a:path w="1249679" h="214629">
                  <a:moveTo>
                    <a:pt x="124968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249680" y="101346"/>
                  </a:lnTo>
                  <a:lnTo>
                    <a:pt x="1249680" y="100584"/>
                  </a:lnTo>
                  <a:close/>
                </a:path>
                <a:path w="1249679" h="214629">
                  <a:moveTo>
                    <a:pt x="124968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249680" y="98298"/>
                  </a:lnTo>
                  <a:lnTo>
                    <a:pt x="1249680" y="97536"/>
                  </a:lnTo>
                  <a:close/>
                </a:path>
                <a:path w="1249679" h="214629">
                  <a:moveTo>
                    <a:pt x="124968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249680" y="95250"/>
                  </a:lnTo>
                  <a:lnTo>
                    <a:pt x="1249680" y="94488"/>
                  </a:lnTo>
                  <a:close/>
                </a:path>
                <a:path w="1249679" h="214629">
                  <a:moveTo>
                    <a:pt x="124968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249680" y="92202"/>
                  </a:lnTo>
                  <a:lnTo>
                    <a:pt x="1249680" y="91440"/>
                  </a:lnTo>
                  <a:close/>
                </a:path>
                <a:path w="1249679" h="214629">
                  <a:moveTo>
                    <a:pt x="124968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249680" y="89154"/>
                  </a:lnTo>
                  <a:lnTo>
                    <a:pt x="1249680" y="88392"/>
                  </a:lnTo>
                  <a:close/>
                </a:path>
                <a:path w="1249679" h="214629">
                  <a:moveTo>
                    <a:pt x="124968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249680" y="86106"/>
                  </a:lnTo>
                  <a:lnTo>
                    <a:pt x="1249680" y="85344"/>
                  </a:lnTo>
                  <a:close/>
                </a:path>
                <a:path w="1249679" h="214629">
                  <a:moveTo>
                    <a:pt x="124968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249680" y="83058"/>
                  </a:lnTo>
                  <a:lnTo>
                    <a:pt x="1249680" y="82296"/>
                  </a:lnTo>
                  <a:close/>
                </a:path>
                <a:path w="1249679" h="214629">
                  <a:moveTo>
                    <a:pt x="124968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249680" y="80010"/>
                  </a:lnTo>
                  <a:lnTo>
                    <a:pt x="1249680" y="79248"/>
                  </a:lnTo>
                  <a:close/>
                </a:path>
                <a:path w="1249679" h="214629">
                  <a:moveTo>
                    <a:pt x="124968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249680" y="76962"/>
                  </a:lnTo>
                  <a:lnTo>
                    <a:pt x="1249680" y="76200"/>
                  </a:lnTo>
                  <a:close/>
                </a:path>
                <a:path w="1249679" h="214629">
                  <a:moveTo>
                    <a:pt x="124968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249680" y="73914"/>
                  </a:lnTo>
                  <a:lnTo>
                    <a:pt x="1249680" y="73152"/>
                  </a:lnTo>
                  <a:close/>
                </a:path>
                <a:path w="1249679" h="214629">
                  <a:moveTo>
                    <a:pt x="124968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249680" y="70866"/>
                  </a:lnTo>
                  <a:lnTo>
                    <a:pt x="1249680" y="70104"/>
                  </a:lnTo>
                  <a:close/>
                </a:path>
                <a:path w="1249679" h="214629">
                  <a:moveTo>
                    <a:pt x="124968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249680" y="67818"/>
                  </a:lnTo>
                  <a:lnTo>
                    <a:pt x="1249680" y="67056"/>
                  </a:lnTo>
                  <a:close/>
                </a:path>
                <a:path w="1249679" h="214629">
                  <a:moveTo>
                    <a:pt x="124968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249680" y="64770"/>
                  </a:lnTo>
                  <a:lnTo>
                    <a:pt x="1249680" y="64008"/>
                  </a:lnTo>
                  <a:close/>
                </a:path>
                <a:path w="1249679" h="214629">
                  <a:moveTo>
                    <a:pt x="124968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249680" y="61722"/>
                  </a:lnTo>
                  <a:lnTo>
                    <a:pt x="1249680" y="60960"/>
                  </a:lnTo>
                  <a:close/>
                </a:path>
                <a:path w="1249679" h="214629">
                  <a:moveTo>
                    <a:pt x="124968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249680" y="58674"/>
                  </a:lnTo>
                  <a:lnTo>
                    <a:pt x="1249680" y="57912"/>
                  </a:lnTo>
                  <a:close/>
                </a:path>
                <a:path w="1249679" h="214629">
                  <a:moveTo>
                    <a:pt x="124968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249680" y="55626"/>
                  </a:lnTo>
                  <a:lnTo>
                    <a:pt x="1249680" y="54864"/>
                  </a:lnTo>
                  <a:close/>
                </a:path>
                <a:path w="1249679" h="214629">
                  <a:moveTo>
                    <a:pt x="124968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249680" y="52578"/>
                  </a:lnTo>
                  <a:lnTo>
                    <a:pt x="1249680" y="51816"/>
                  </a:lnTo>
                  <a:close/>
                </a:path>
                <a:path w="1249679" h="214629">
                  <a:moveTo>
                    <a:pt x="124968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249680" y="49530"/>
                  </a:lnTo>
                  <a:lnTo>
                    <a:pt x="1249680" y="48768"/>
                  </a:lnTo>
                  <a:close/>
                </a:path>
                <a:path w="1249679" h="214629">
                  <a:moveTo>
                    <a:pt x="124968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249680" y="46482"/>
                  </a:lnTo>
                  <a:lnTo>
                    <a:pt x="1249680" y="45720"/>
                  </a:lnTo>
                  <a:close/>
                </a:path>
                <a:path w="1249679" h="214629">
                  <a:moveTo>
                    <a:pt x="124968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249680" y="43434"/>
                  </a:lnTo>
                  <a:lnTo>
                    <a:pt x="1249680" y="42672"/>
                  </a:lnTo>
                  <a:close/>
                </a:path>
                <a:path w="1249679" h="214629">
                  <a:moveTo>
                    <a:pt x="124968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249680" y="40386"/>
                  </a:lnTo>
                  <a:lnTo>
                    <a:pt x="1249680" y="39624"/>
                  </a:lnTo>
                  <a:close/>
                </a:path>
                <a:path w="1249679" h="214629">
                  <a:moveTo>
                    <a:pt x="124968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249680" y="37338"/>
                  </a:lnTo>
                  <a:lnTo>
                    <a:pt x="1249680" y="36576"/>
                  </a:lnTo>
                  <a:close/>
                </a:path>
                <a:path w="1249679" h="214629">
                  <a:moveTo>
                    <a:pt x="124968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249680" y="34290"/>
                  </a:lnTo>
                  <a:lnTo>
                    <a:pt x="1249680" y="33528"/>
                  </a:lnTo>
                  <a:close/>
                </a:path>
                <a:path w="1249679" h="214629">
                  <a:moveTo>
                    <a:pt x="124968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249680" y="31242"/>
                  </a:lnTo>
                  <a:lnTo>
                    <a:pt x="1249680" y="30480"/>
                  </a:lnTo>
                  <a:close/>
                </a:path>
                <a:path w="1249679" h="214629">
                  <a:moveTo>
                    <a:pt x="124968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249680" y="28194"/>
                  </a:lnTo>
                  <a:lnTo>
                    <a:pt x="1249680" y="27432"/>
                  </a:lnTo>
                  <a:close/>
                </a:path>
                <a:path w="1249679" h="214629">
                  <a:moveTo>
                    <a:pt x="124968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249680" y="25146"/>
                  </a:lnTo>
                  <a:lnTo>
                    <a:pt x="1249680" y="24384"/>
                  </a:lnTo>
                  <a:close/>
                </a:path>
                <a:path w="1249679" h="214629">
                  <a:moveTo>
                    <a:pt x="12496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249680" y="22098"/>
                  </a:lnTo>
                  <a:lnTo>
                    <a:pt x="1249680" y="21336"/>
                  </a:lnTo>
                  <a:close/>
                </a:path>
                <a:path w="1249679" h="214629">
                  <a:moveTo>
                    <a:pt x="12496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249680" y="19050"/>
                  </a:lnTo>
                  <a:lnTo>
                    <a:pt x="1249680" y="18288"/>
                  </a:lnTo>
                  <a:close/>
                </a:path>
                <a:path w="1249679" h="214629">
                  <a:moveTo>
                    <a:pt x="12496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249680" y="16002"/>
                  </a:lnTo>
                  <a:lnTo>
                    <a:pt x="1249680" y="15240"/>
                  </a:lnTo>
                  <a:close/>
                </a:path>
                <a:path w="1249679" h="214629">
                  <a:moveTo>
                    <a:pt x="12496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249680" y="12954"/>
                  </a:lnTo>
                  <a:lnTo>
                    <a:pt x="1249680" y="12192"/>
                  </a:lnTo>
                  <a:close/>
                </a:path>
                <a:path w="1249679" h="214629">
                  <a:moveTo>
                    <a:pt x="12496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249680" y="9906"/>
                  </a:lnTo>
                  <a:lnTo>
                    <a:pt x="1249680" y="9144"/>
                  </a:lnTo>
                  <a:close/>
                </a:path>
                <a:path w="1249679" h="214629">
                  <a:moveTo>
                    <a:pt x="12496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249680" y="6858"/>
                  </a:lnTo>
                  <a:lnTo>
                    <a:pt x="1249680" y="6096"/>
                  </a:lnTo>
                  <a:close/>
                </a:path>
                <a:path w="1249679" h="214629">
                  <a:moveTo>
                    <a:pt x="12496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249680" y="3810"/>
                  </a:lnTo>
                  <a:lnTo>
                    <a:pt x="1249680" y="3048"/>
                  </a:lnTo>
                  <a:close/>
                </a:path>
                <a:path w="1249679" h="214629">
                  <a:moveTo>
                    <a:pt x="124968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249680" y="762"/>
                  </a:lnTo>
                  <a:lnTo>
                    <a:pt x="1249680" y="0"/>
                  </a:lnTo>
                  <a:close/>
                </a:path>
              </a:pathLst>
            </a:custGeom>
            <a:solidFill>
              <a:srgbClr val="7676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132721" y="5634878"/>
              <a:ext cx="1249680" cy="138430"/>
            </a:xfrm>
            <a:custGeom>
              <a:avLst/>
              <a:gdLst/>
              <a:ahLst/>
              <a:cxnLst/>
              <a:rect l="l" t="t" r="r" b="b"/>
              <a:pathLst>
                <a:path w="1249679" h="138429">
                  <a:moveTo>
                    <a:pt x="124968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249680" y="137922"/>
                  </a:lnTo>
                  <a:lnTo>
                    <a:pt x="1249680" y="137160"/>
                  </a:lnTo>
                  <a:close/>
                </a:path>
                <a:path w="1249679" h="138429">
                  <a:moveTo>
                    <a:pt x="124968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249680" y="134874"/>
                  </a:lnTo>
                  <a:lnTo>
                    <a:pt x="1249680" y="134112"/>
                  </a:lnTo>
                  <a:close/>
                </a:path>
                <a:path w="1249679" h="138429">
                  <a:moveTo>
                    <a:pt x="124968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249680" y="131826"/>
                  </a:lnTo>
                  <a:lnTo>
                    <a:pt x="1249680" y="131064"/>
                  </a:lnTo>
                  <a:close/>
                </a:path>
                <a:path w="1249679" h="138429">
                  <a:moveTo>
                    <a:pt x="124968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249680" y="128778"/>
                  </a:lnTo>
                  <a:lnTo>
                    <a:pt x="1249680" y="128016"/>
                  </a:lnTo>
                  <a:close/>
                </a:path>
                <a:path w="1249679" h="138429">
                  <a:moveTo>
                    <a:pt x="124968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249680" y="125730"/>
                  </a:lnTo>
                  <a:lnTo>
                    <a:pt x="1249680" y="124968"/>
                  </a:lnTo>
                  <a:close/>
                </a:path>
                <a:path w="1249679" h="138429">
                  <a:moveTo>
                    <a:pt x="124968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249680" y="122682"/>
                  </a:lnTo>
                  <a:lnTo>
                    <a:pt x="1249680" y="121920"/>
                  </a:lnTo>
                  <a:close/>
                </a:path>
                <a:path w="1249679" h="138429">
                  <a:moveTo>
                    <a:pt x="124968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249680" y="119634"/>
                  </a:lnTo>
                  <a:lnTo>
                    <a:pt x="1249680" y="118872"/>
                  </a:lnTo>
                  <a:close/>
                </a:path>
                <a:path w="1249679" h="138429">
                  <a:moveTo>
                    <a:pt x="124968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249680" y="116586"/>
                  </a:lnTo>
                  <a:lnTo>
                    <a:pt x="1249680" y="115824"/>
                  </a:lnTo>
                  <a:close/>
                </a:path>
                <a:path w="1249679" h="138429">
                  <a:moveTo>
                    <a:pt x="124968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249680" y="113538"/>
                  </a:lnTo>
                  <a:lnTo>
                    <a:pt x="1249680" y="112776"/>
                  </a:lnTo>
                  <a:close/>
                </a:path>
                <a:path w="1249679" h="138429">
                  <a:moveTo>
                    <a:pt x="124968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249680" y="110490"/>
                  </a:lnTo>
                  <a:lnTo>
                    <a:pt x="1249680" y="109728"/>
                  </a:lnTo>
                  <a:close/>
                </a:path>
                <a:path w="1249679" h="138429">
                  <a:moveTo>
                    <a:pt x="124968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249680" y="107442"/>
                  </a:lnTo>
                  <a:lnTo>
                    <a:pt x="1249680" y="106680"/>
                  </a:lnTo>
                  <a:close/>
                </a:path>
                <a:path w="1249679" h="138429">
                  <a:moveTo>
                    <a:pt x="124968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249680" y="104394"/>
                  </a:lnTo>
                  <a:lnTo>
                    <a:pt x="1249680" y="103632"/>
                  </a:lnTo>
                  <a:close/>
                </a:path>
                <a:path w="1249679" h="138429">
                  <a:moveTo>
                    <a:pt x="124968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249680" y="101346"/>
                  </a:lnTo>
                  <a:lnTo>
                    <a:pt x="1249680" y="100584"/>
                  </a:lnTo>
                  <a:close/>
                </a:path>
                <a:path w="1249679" h="138429">
                  <a:moveTo>
                    <a:pt x="124968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249680" y="98298"/>
                  </a:lnTo>
                  <a:lnTo>
                    <a:pt x="1249680" y="97536"/>
                  </a:lnTo>
                  <a:close/>
                </a:path>
                <a:path w="1249679" h="138429">
                  <a:moveTo>
                    <a:pt x="124968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249680" y="95250"/>
                  </a:lnTo>
                  <a:lnTo>
                    <a:pt x="1249680" y="94488"/>
                  </a:lnTo>
                  <a:close/>
                </a:path>
                <a:path w="1249679" h="138429">
                  <a:moveTo>
                    <a:pt x="124968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249680" y="92202"/>
                  </a:lnTo>
                  <a:lnTo>
                    <a:pt x="1249680" y="91440"/>
                  </a:lnTo>
                  <a:close/>
                </a:path>
                <a:path w="1249679" h="138429">
                  <a:moveTo>
                    <a:pt x="124968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249680" y="89154"/>
                  </a:lnTo>
                  <a:lnTo>
                    <a:pt x="1249680" y="88392"/>
                  </a:lnTo>
                  <a:close/>
                </a:path>
                <a:path w="1249679" h="138429">
                  <a:moveTo>
                    <a:pt x="124968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249680" y="86106"/>
                  </a:lnTo>
                  <a:lnTo>
                    <a:pt x="1249680" y="85344"/>
                  </a:lnTo>
                  <a:close/>
                </a:path>
                <a:path w="1249679" h="138429">
                  <a:moveTo>
                    <a:pt x="124968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249680" y="83058"/>
                  </a:lnTo>
                  <a:lnTo>
                    <a:pt x="1249680" y="82296"/>
                  </a:lnTo>
                  <a:close/>
                </a:path>
                <a:path w="1249679" h="138429">
                  <a:moveTo>
                    <a:pt x="124968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249680" y="80010"/>
                  </a:lnTo>
                  <a:lnTo>
                    <a:pt x="1249680" y="79248"/>
                  </a:lnTo>
                  <a:close/>
                </a:path>
                <a:path w="1249679" h="138429">
                  <a:moveTo>
                    <a:pt x="124968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249680" y="76962"/>
                  </a:lnTo>
                  <a:lnTo>
                    <a:pt x="1249680" y="76200"/>
                  </a:lnTo>
                  <a:close/>
                </a:path>
                <a:path w="1249679" h="138429">
                  <a:moveTo>
                    <a:pt x="124968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249680" y="73914"/>
                  </a:lnTo>
                  <a:lnTo>
                    <a:pt x="1249680" y="73152"/>
                  </a:lnTo>
                  <a:close/>
                </a:path>
                <a:path w="1249679" h="138429">
                  <a:moveTo>
                    <a:pt x="124968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249680" y="70866"/>
                  </a:lnTo>
                  <a:lnTo>
                    <a:pt x="1249680" y="70104"/>
                  </a:lnTo>
                  <a:close/>
                </a:path>
                <a:path w="1249679" h="138429">
                  <a:moveTo>
                    <a:pt x="124968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249680" y="67818"/>
                  </a:lnTo>
                  <a:lnTo>
                    <a:pt x="1249680" y="67056"/>
                  </a:lnTo>
                  <a:close/>
                </a:path>
                <a:path w="1249679" h="138429">
                  <a:moveTo>
                    <a:pt x="124968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249680" y="64770"/>
                  </a:lnTo>
                  <a:lnTo>
                    <a:pt x="1249680" y="64008"/>
                  </a:lnTo>
                  <a:close/>
                </a:path>
                <a:path w="1249679" h="138429">
                  <a:moveTo>
                    <a:pt x="124968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249680" y="61722"/>
                  </a:lnTo>
                  <a:lnTo>
                    <a:pt x="1249680" y="60960"/>
                  </a:lnTo>
                  <a:close/>
                </a:path>
                <a:path w="1249679" h="138429">
                  <a:moveTo>
                    <a:pt x="124968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249680" y="58674"/>
                  </a:lnTo>
                  <a:lnTo>
                    <a:pt x="1249680" y="57912"/>
                  </a:lnTo>
                  <a:close/>
                </a:path>
                <a:path w="1249679" h="138429">
                  <a:moveTo>
                    <a:pt x="124968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249680" y="55626"/>
                  </a:lnTo>
                  <a:lnTo>
                    <a:pt x="1249680" y="54864"/>
                  </a:lnTo>
                  <a:close/>
                </a:path>
                <a:path w="1249679" h="138429">
                  <a:moveTo>
                    <a:pt x="124968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249680" y="52578"/>
                  </a:lnTo>
                  <a:lnTo>
                    <a:pt x="1249680" y="51816"/>
                  </a:lnTo>
                  <a:close/>
                </a:path>
                <a:path w="1249679" h="138429">
                  <a:moveTo>
                    <a:pt x="124968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249680" y="49530"/>
                  </a:lnTo>
                  <a:lnTo>
                    <a:pt x="1249680" y="48768"/>
                  </a:lnTo>
                  <a:close/>
                </a:path>
                <a:path w="1249679" h="138429">
                  <a:moveTo>
                    <a:pt x="124968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249680" y="46482"/>
                  </a:lnTo>
                  <a:lnTo>
                    <a:pt x="1249680" y="45720"/>
                  </a:lnTo>
                  <a:close/>
                </a:path>
                <a:path w="1249679" h="138429">
                  <a:moveTo>
                    <a:pt x="124968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249680" y="43434"/>
                  </a:lnTo>
                  <a:lnTo>
                    <a:pt x="1249680" y="42672"/>
                  </a:lnTo>
                  <a:close/>
                </a:path>
                <a:path w="1249679" h="138429">
                  <a:moveTo>
                    <a:pt x="124968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249680" y="40386"/>
                  </a:lnTo>
                  <a:lnTo>
                    <a:pt x="1249680" y="39624"/>
                  </a:lnTo>
                  <a:close/>
                </a:path>
                <a:path w="1249679" h="138429">
                  <a:moveTo>
                    <a:pt x="124968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249680" y="37338"/>
                  </a:lnTo>
                  <a:lnTo>
                    <a:pt x="1249680" y="36576"/>
                  </a:lnTo>
                  <a:close/>
                </a:path>
                <a:path w="1249679" h="138429">
                  <a:moveTo>
                    <a:pt x="124968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249680" y="34290"/>
                  </a:lnTo>
                  <a:lnTo>
                    <a:pt x="1249680" y="33528"/>
                  </a:lnTo>
                  <a:close/>
                </a:path>
                <a:path w="1249679" h="138429">
                  <a:moveTo>
                    <a:pt x="124968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249680" y="31242"/>
                  </a:lnTo>
                  <a:lnTo>
                    <a:pt x="1249680" y="30480"/>
                  </a:lnTo>
                  <a:close/>
                </a:path>
                <a:path w="1249679" h="138429">
                  <a:moveTo>
                    <a:pt x="124968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249680" y="28194"/>
                  </a:lnTo>
                  <a:lnTo>
                    <a:pt x="1249680" y="27432"/>
                  </a:lnTo>
                  <a:close/>
                </a:path>
                <a:path w="1249679" h="138429">
                  <a:moveTo>
                    <a:pt x="124968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249680" y="25146"/>
                  </a:lnTo>
                  <a:lnTo>
                    <a:pt x="1249680" y="24384"/>
                  </a:lnTo>
                  <a:close/>
                </a:path>
                <a:path w="1249679" h="138429">
                  <a:moveTo>
                    <a:pt x="12496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249680" y="22098"/>
                  </a:lnTo>
                  <a:lnTo>
                    <a:pt x="1249680" y="21336"/>
                  </a:lnTo>
                  <a:close/>
                </a:path>
                <a:path w="1249679" h="138429">
                  <a:moveTo>
                    <a:pt x="12496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249680" y="19050"/>
                  </a:lnTo>
                  <a:lnTo>
                    <a:pt x="1249680" y="18288"/>
                  </a:lnTo>
                  <a:close/>
                </a:path>
                <a:path w="1249679" h="138429">
                  <a:moveTo>
                    <a:pt x="12496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249680" y="16002"/>
                  </a:lnTo>
                  <a:lnTo>
                    <a:pt x="1249680" y="15240"/>
                  </a:lnTo>
                  <a:close/>
                </a:path>
                <a:path w="1249679" h="138429">
                  <a:moveTo>
                    <a:pt x="12496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249680" y="12954"/>
                  </a:lnTo>
                  <a:lnTo>
                    <a:pt x="1249680" y="12192"/>
                  </a:lnTo>
                  <a:close/>
                </a:path>
                <a:path w="1249679" h="138429">
                  <a:moveTo>
                    <a:pt x="12496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249680" y="9906"/>
                  </a:lnTo>
                  <a:lnTo>
                    <a:pt x="1249680" y="9144"/>
                  </a:lnTo>
                  <a:close/>
                </a:path>
                <a:path w="1249679" h="138429">
                  <a:moveTo>
                    <a:pt x="12496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249680" y="6858"/>
                  </a:lnTo>
                  <a:lnTo>
                    <a:pt x="1249680" y="6096"/>
                  </a:lnTo>
                  <a:close/>
                </a:path>
                <a:path w="1249679" h="138429">
                  <a:moveTo>
                    <a:pt x="12496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249680" y="3810"/>
                  </a:lnTo>
                  <a:lnTo>
                    <a:pt x="1249680" y="3048"/>
                  </a:lnTo>
                  <a:close/>
                </a:path>
                <a:path w="1249679" h="138429">
                  <a:moveTo>
                    <a:pt x="124968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249680" y="762"/>
                  </a:lnTo>
                  <a:lnTo>
                    <a:pt x="1249680" y="0"/>
                  </a:lnTo>
                  <a:close/>
                </a:path>
              </a:pathLst>
            </a:custGeom>
            <a:solidFill>
              <a:srgbClr val="7676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>
            <a:spLocks noGrp="1"/>
          </p:cNvSpPr>
          <p:nvPr>
            <p:ph type="title"/>
          </p:nvPr>
        </p:nvSpPr>
        <p:spPr>
          <a:xfrm>
            <a:off x="2099710" y="201298"/>
            <a:ext cx="479679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Основное</a:t>
            </a:r>
            <a:r>
              <a:rPr spc="-10" dirty="0"/>
              <a:t> </a:t>
            </a:r>
            <a:r>
              <a:rPr spc="-5" dirty="0"/>
              <a:t>оборудование</a:t>
            </a:r>
            <a:r>
              <a:rPr spc="-10" dirty="0"/>
              <a:t> </a:t>
            </a:r>
            <a:r>
              <a:rPr spc="-5" dirty="0"/>
              <a:t>РУ</a:t>
            </a:r>
          </a:p>
        </p:txBody>
      </p:sp>
      <p:pic>
        <p:nvPicPr>
          <p:cNvPr id="17" name="object 1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80390" y="1386716"/>
            <a:ext cx="4176521" cy="457200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544469" y="1399355"/>
            <a:ext cx="2230120" cy="4121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2500" spc="-55" dirty="0">
                <a:solidFill>
                  <a:srgbClr val="FFFFFF"/>
                </a:solidFill>
                <a:latin typeface="Impact"/>
                <a:cs typeface="Impact"/>
              </a:rPr>
              <a:t>Корпус</a:t>
            </a:r>
            <a:r>
              <a:rPr sz="2500" spc="-45" dirty="0">
                <a:solidFill>
                  <a:srgbClr val="FFFFFF"/>
                </a:solidFill>
                <a:latin typeface="Impact"/>
                <a:cs typeface="Impact"/>
              </a:rPr>
              <a:t> </a:t>
            </a:r>
            <a:r>
              <a:rPr sz="2500" spc="-55" dirty="0">
                <a:solidFill>
                  <a:srgbClr val="FFFFFF"/>
                </a:solidFill>
                <a:latin typeface="Impact"/>
                <a:cs typeface="Impact"/>
              </a:rPr>
              <a:t>реактора</a:t>
            </a:r>
            <a:endParaRPr sz="2500">
              <a:latin typeface="Impact"/>
              <a:cs typeface="Impact"/>
            </a:endParaRPr>
          </a:p>
        </p:txBody>
      </p:sp>
      <p:graphicFrame>
        <p:nvGraphicFramePr>
          <p:cNvPr id="19" name="object 19"/>
          <p:cNvGraphicFramePr>
            <a:graphicFrameLocks noGrp="1"/>
          </p:cNvGraphicFramePr>
          <p:nvPr/>
        </p:nvGraphicFramePr>
        <p:xfrm>
          <a:off x="428015" y="2482091"/>
          <a:ext cx="5295900" cy="341756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677795"/>
                <a:gridCol w="1265555"/>
                <a:gridCol w="1352550"/>
              </a:tblGrid>
              <a:tr h="335279">
                <a:tc rowSpan="2">
                  <a:txBody>
                    <a:bodyPr/>
                    <a:lstStyle/>
                    <a:p>
                      <a:pPr marL="883285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sz="1600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Параметр</a:t>
                      </a:r>
                      <a:endParaRPr sz="1600">
                        <a:latin typeface="Tahoma"/>
                        <a:cs typeface="Tahoma"/>
                      </a:endParaRPr>
                    </a:p>
                  </a:txBody>
                  <a:tcPr marL="0" marR="0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38100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866140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sz="1600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Значение</a:t>
                      </a:r>
                      <a:endParaRPr sz="1600">
                        <a:latin typeface="Tahoma"/>
                        <a:cs typeface="Tahoma"/>
                      </a:endParaRPr>
                    </a:p>
                  </a:txBody>
                  <a:tcPr marL="0" marR="0" marB="0">
                    <a:lnL w="38100" cap="flat" cmpd="sng" algn="ctr">
                      <a:solidFill>
                        <a:srgbClr val="70A4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32842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38100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1400" b="1" spc="-5" dirty="0">
                          <a:solidFill>
                            <a:srgbClr val="FF0065"/>
                          </a:solidFill>
                          <a:latin typeface="Tahoma"/>
                          <a:cs typeface="Tahoma"/>
                        </a:rPr>
                        <a:t>ВВЭР-1200</a:t>
                      </a:r>
                      <a:endParaRPr sz="1400">
                        <a:latin typeface="Tahoma"/>
                        <a:cs typeface="Tahoma"/>
                      </a:endParaRPr>
                    </a:p>
                  </a:txBody>
                  <a:tcPr marL="0" marR="0" marT="43815" marB="0">
                    <a:lnL w="38100">
                      <a:solidFill>
                        <a:srgbClr val="70A4E1"/>
                      </a:solidFill>
                      <a:prstDash val="solid"/>
                    </a:lnL>
                    <a:lnR w="28575">
                      <a:solidFill>
                        <a:srgbClr val="70A4E1"/>
                      </a:solidFill>
                      <a:prstDash val="solid"/>
                    </a:lnR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1400" b="1" spc="-5" dirty="0">
                          <a:solidFill>
                            <a:srgbClr val="FF0065"/>
                          </a:solidFill>
                          <a:latin typeface="Tahoma"/>
                          <a:cs typeface="Tahoma"/>
                        </a:rPr>
                        <a:t>ВВЭР-1000</a:t>
                      </a:r>
                      <a:endParaRPr sz="1400">
                        <a:latin typeface="Tahoma"/>
                        <a:cs typeface="Tahoma"/>
                      </a:endParaRPr>
                    </a:p>
                  </a:txBody>
                  <a:tcPr marL="0" marR="0" marT="43815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</a:tr>
              <a:tr h="49530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sz="1600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Длина</a:t>
                      </a:r>
                      <a:r>
                        <a:rPr sz="1600" spc="-4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60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,</a:t>
                      </a:r>
                      <a:r>
                        <a:rPr sz="1600" spc="-2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60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мм</a:t>
                      </a:r>
                      <a:endParaRPr sz="1600">
                        <a:latin typeface="Tahoma"/>
                        <a:cs typeface="Tahoma"/>
                      </a:endParaRPr>
                    </a:p>
                  </a:txBody>
                  <a:tcPr marL="0" marR="0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38100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sz="160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11185</a:t>
                      </a:r>
                      <a:endParaRPr sz="1600">
                        <a:latin typeface="Tahoma"/>
                        <a:cs typeface="Tahoma"/>
                      </a:endParaRPr>
                    </a:p>
                  </a:txBody>
                  <a:tcPr marL="0" marR="0" marB="0">
                    <a:lnL w="38100">
                      <a:solidFill>
                        <a:srgbClr val="70A4E1"/>
                      </a:solidFill>
                      <a:prstDash val="solid"/>
                    </a:lnL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sz="160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11185</a:t>
                      </a:r>
                      <a:endParaRPr sz="1600">
                        <a:latin typeface="Tahoma"/>
                        <a:cs typeface="Tahoma"/>
                      </a:endParaRPr>
                    </a:p>
                  </a:txBody>
                  <a:tcPr marL="0" marR="0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</a:tr>
              <a:tr h="61721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sz="1600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Диаметр</a:t>
                      </a:r>
                      <a:r>
                        <a:rPr sz="1600" spc="-3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600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внутренний,</a:t>
                      </a:r>
                      <a:r>
                        <a:rPr sz="1600" spc="-3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60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мм</a:t>
                      </a:r>
                      <a:endParaRPr sz="1600">
                        <a:latin typeface="Tahoma"/>
                        <a:cs typeface="Tahoma"/>
                      </a:endParaRPr>
                    </a:p>
                  </a:txBody>
                  <a:tcPr marL="0" marR="0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38100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sz="160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4250</a:t>
                      </a:r>
                      <a:endParaRPr sz="1600">
                        <a:latin typeface="Tahoma"/>
                        <a:cs typeface="Tahoma"/>
                      </a:endParaRPr>
                    </a:p>
                  </a:txBody>
                  <a:tcPr marL="0" marR="0" marB="0">
                    <a:lnL w="38100">
                      <a:solidFill>
                        <a:srgbClr val="70A4E1"/>
                      </a:solidFill>
                      <a:prstDash val="solid"/>
                    </a:lnL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sz="160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4150</a:t>
                      </a:r>
                      <a:endParaRPr sz="1600">
                        <a:latin typeface="Tahoma"/>
                        <a:cs typeface="Tahoma"/>
                      </a:endParaRPr>
                    </a:p>
                  </a:txBody>
                  <a:tcPr marL="0" marR="0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</a:tr>
              <a:tr h="1062228">
                <a:tc>
                  <a:txBody>
                    <a:bodyPr/>
                    <a:lstStyle/>
                    <a:p>
                      <a:pPr marL="450850" marR="120014" indent="-32702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1600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Толщина стенки </a:t>
                      </a:r>
                      <a:r>
                        <a:rPr sz="160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в </a:t>
                      </a:r>
                      <a:r>
                        <a:rPr sz="1600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районе </a:t>
                      </a:r>
                      <a:r>
                        <a:rPr sz="1600" spc="-484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600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активной</a:t>
                      </a:r>
                      <a:r>
                        <a:rPr sz="1600" spc="-2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60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зоны,</a:t>
                      </a:r>
                      <a:r>
                        <a:rPr sz="1600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60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мм</a:t>
                      </a:r>
                      <a:endParaRPr sz="1600">
                        <a:latin typeface="Tahoma"/>
                        <a:cs typeface="Tahoma"/>
                      </a:endParaRPr>
                    </a:p>
                  </a:txBody>
                  <a:tcPr marL="0" marR="0" marT="46355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38100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160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197,5</a:t>
                      </a:r>
                      <a:endParaRPr sz="1600">
                        <a:latin typeface="Tahoma"/>
                        <a:cs typeface="Tahoma"/>
                      </a:endParaRPr>
                    </a:p>
                  </a:txBody>
                  <a:tcPr marL="0" marR="0" marT="46355" marB="0">
                    <a:lnL w="38100">
                      <a:solidFill>
                        <a:srgbClr val="70A4E1"/>
                      </a:solidFill>
                      <a:prstDash val="solid"/>
                    </a:lnL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160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192,5</a:t>
                      </a:r>
                      <a:endParaRPr sz="1600">
                        <a:latin typeface="Tahoma"/>
                        <a:cs typeface="Tahoma"/>
                      </a:endParaRPr>
                    </a:p>
                  </a:txBody>
                  <a:tcPr marL="0" marR="0" marT="46355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</a:tr>
              <a:tr h="5791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sz="160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Масса,</a:t>
                      </a:r>
                      <a:r>
                        <a:rPr sz="1600" spc="-5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60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т</a:t>
                      </a:r>
                      <a:endParaRPr sz="1600">
                        <a:latin typeface="Tahoma"/>
                        <a:cs typeface="Tahoma"/>
                      </a:endParaRPr>
                    </a:p>
                  </a:txBody>
                  <a:tcPr marL="0" marR="0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38100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sz="160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330</a:t>
                      </a:r>
                      <a:endParaRPr sz="1600">
                        <a:latin typeface="Tahoma"/>
                        <a:cs typeface="Tahoma"/>
                      </a:endParaRPr>
                    </a:p>
                  </a:txBody>
                  <a:tcPr marL="0" marR="0" marB="0">
                    <a:lnL w="38100">
                      <a:solidFill>
                        <a:srgbClr val="70A4E1"/>
                      </a:solidFill>
                      <a:prstDash val="solid"/>
                    </a:lnL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sz="160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320</a:t>
                      </a:r>
                      <a:endParaRPr sz="1600">
                        <a:latin typeface="Tahoma"/>
                        <a:cs typeface="Tahoma"/>
                      </a:endParaRPr>
                    </a:p>
                  </a:txBody>
                  <a:tcPr marL="0" marR="0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20" name="object 20"/>
          <p:cNvGrpSpPr/>
          <p:nvPr/>
        </p:nvGrpSpPr>
        <p:grpSpPr>
          <a:xfrm>
            <a:off x="5899924" y="1467107"/>
            <a:ext cx="2135505" cy="4762500"/>
            <a:chOff x="5899924" y="1467107"/>
            <a:chExt cx="2135505" cy="4762500"/>
          </a:xfrm>
        </p:grpSpPr>
        <p:pic>
          <p:nvPicPr>
            <p:cNvPr id="21" name="object 2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919368" y="1486538"/>
              <a:ext cx="2097023" cy="4724400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5909449" y="1476632"/>
              <a:ext cx="2116455" cy="4743450"/>
            </a:xfrm>
            <a:custGeom>
              <a:avLst/>
              <a:gdLst/>
              <a:ahLst/>
              <a:cxnLst/>
              <a:rect l="l" t="t" r="r" b="b"/>
              <a:pathLst>
                <a:path w="2116454" h="4743450">
                  <a:moveTo>
                    <a:pt x="2116074" y="4743450"/>
                  </a:moveTo>
                  <a:lnTo>
                    <a:pt x="2116074" y="0"/>
                  </a:lnTo>
                  <a:lnTo>
                    <a:pt x="0" y="0"/>
                  </a:lnTo>
                  <a:lnTo>
                    <a:pt x="0" y="4743450"/>
                  </a:lnTo>
                  <a:lnTo>
                    <a:pt x="2116074" y="4743450"/>
                  </a:lnTo>
                  <a:close/>
                </a:path>
              </a:pathLst>
            </a:custGeom>
            <a:ln w="19050">
              <a:solidFill>
                <a:srgbClr val="2C50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8504828" y="6428278"/>
            <a:ext cx="415925" cy="3663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2755"/>
              </a:lnSpc>
            </a:pPr>
            <a:fld id="{81D60167-4931-47E6-BA6A-407CBD079E47}" type="slidenum">
              <a:rPr sz="2400" b="1" dirty="0">
                <a:solidFill>
                  <a:srgbClr val="0068B4"/>
                </a:solidFill>
                <a:latin typeface="Arial"/>
                <a:cs typeface="Arial"/>
              </a:rPr>
              <a:t>49</a:t>
            </a:fld>
            <a:endParaRPr sz="24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812436" y="177676"/>
            <a:ext cx="479679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Основное</a:t>
            </a:r>
            <a:r>
              <a:rPr spc="-10" dirty="0"/>
              <a:t> </a:t>
            </a:r>
            <a:r>
              <a:rPr spc="-5" dirty="0"/>
              <a:t>оборудование</a:t>
            </a:r>
            <a:r>
              <a:rPr spc="-10" dirty="0"/>
              <a:t> </a:t>
            </a:r>
            <a:r>
              <a:rPr spc="-5" dirty="0"/>
              <a:t>РУ</a:t>
            </a:r>
          </a:p>
        </p:txBody>
      </p:sp>
      <p:grpSp>
        <p:nvGrpSpPr>
          <p:cNvPr id="3" name="object 3"/>
          <p:cNvGrpSpPr/>
          <p:nvPr/>
        </p:nvGrpSpPr>
        <p:grpSpPr>
          <a:xfrm>
            <a:off x="4461662" y="3104586"/>
            <a:ext cx="2886710" cy="3201670"/>
            <a:chOff x="4461662" y="3104586"/>
            <a:chExt cx="2886710" cy="320167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61662" y="3740534"/>
              <a:ext cx="2886455" cy="2565654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5010302" y="3112646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2" y="321563"/>
                  </a:moveTo>
                  <a:lnTo>
                    <a:pt x="404622" y="107441"/>
                  </a:lnTo>
                  <a:lnTo>
                    <a:pt x="202692" y="0"/>
                  </a:lnTo>
                  <a:lnTo>
                    <a:pt x="0" y="107441"/>
                  </a:lnTo>
                  <a:lnTo>
                    <a:pt x="0" y="321563"/>
                  </a:lnTo>
                  <a:lnTo>
                    <a:pt x="202692" y="429005"/>
                  </a:lnTo>
                  <a:lnTo>
                    <a:pt x="404622" y="321563"/>
                  </a:lnTo>
                  <a:close/>
                </a:path>
              </a:pathLst>
            </a:custGeom>
            <a:solidFill>
              <a:srgbClr val="4683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010309" y="3112524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9" y="321546"/>
                  </a:moveTo>
                  <a:lnTo>
                    <a:pt x="404629" y="107426"/>
                  </a:lnTo>
                  <a:lnTo>
                    <a:pt x="202702" y="0"/>
                  </a:lnTo>
                  <a:lnTo>
                    <a:pt x="0" y="107426"/>
                  </a:lnTo>
                  <a:lnTo>
                    <a:pt x="0" y="321546"/>
                  </a:lnTo>
                  <a:lnTo>
                    <a:pt x="202702" y="428985"/>
                  </a:lnTo>
                  <a:lnTo>
                    <a:pt x="404629" y="321546"/>
                  </a:lnTo>
                  <a:close/>
                </a:path>
              </a:pathLst>
            </a:custGeom>
            <a:ln w="15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414911" y="3112646"/>
              <a:ext cx="405765" cy="429259"/>
            </a:xfrm>
            <a:custGeom>
              <a:avLst/>
              <a:gdLst/>
              <a:ahLst/>
              <a:cxnLst/>
              <a:rect l="l" t="t" r="r" b="b"/>
              <a:pathLst>
                <a:path w="405764" h="429260">
                  <a:moveTo>
                    <a:pt x="405384" y="321563"/>
                  </a:moveTo>
                  <a:lnTo>
                    <a:pt x="405384" y="107441"/>
                  </a:lnTo>
                  <a:lnTo>
                    <a:pt x="202692" y="0"/>
                  </a:lnTo>
                  <a:lnTo>
                    <a:pt x="0" y="107441"/>
                  </a:lnTo>
                  <a:lnTo>
                    <a:pt x="0" y="321563"/>
                  </a:lnTo>
                  <a:lnTo>
                    <a:pt x="202692" y="429005"/>
                  </a:lnTo>
                  <a:lnTo>
                    <a:pt x="405384" y="321563"/>
                  </a:lnTo>
                  <a:close/>
                </a:path>
              </a:pathLst>
            </a:custGeom>
            <a:solidFill>
              <a:srgbClr val="7E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414951" y="3112524"/>
              <a:ext cx="405765" cy="429259"/>
            </a:xfrm>
            <a:custGeom>
              <a:avLst/>
              <a:gdLst/>
              <a:ahLst/>
              <a:cxnLst/>
              <a:rect l="l" t="t" r="r" b="b"/>
              <a:pathLst>
                <a:path w="405764" h="429260">
                  <a:moveTo>
                    <a:pt x="405381" y="321546"/>
                  </a:moveTo>
                  <a:lnTo>
                    <a:pt x="405381" y="107426"/>
                  </a:lnTo>
                  <a:lnTo>
                    <a:pt x="202690" y="0"/>
                  </a:lnTo>
                  <a:lnTo>
                    <a:pt x="0" y="107426"/>
                  </a:lnTo>
                  <a:lnTo>
                    <a:pt x="0" y="321546"/>
                  </a:lnTo>
                  <a:lnTo>
                    <a:pt x="202690" y="428985"/>
                  </a:lnTo>
                  <a:lnTo>
                    <a:pt x="405381" y="321546"/>
                  </a:lnTo>
                  <a:close/>
                </a:path>
              </a:pathLst>
            </a:custGeom>
            <a:ln w="15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 txBox="1"/>
          <p:nvPr/>
        </p:nvSpPr>
        <p:spPr>
          <a:xfrm>
            <a:off x="5185047" y="3105670"/>
            <a:ext cx="466725" cy="1155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417830" algn="l"/>
              </a:tabLst>
            </a:pPr>
            <a:r>
              <a:rPr sz="600" spc="-25" dirty="0">
                <a:latin typeface="Sylfaen"/>
                <a:cs typeface="Sylfaen"/>
              </a:rPr>
              <a:t>1	2</a:t>
            </a:r>
            <a:endParaRPr sz="600">
              <a:latin typeface="Sylfaen"/>
              <a:cs typeface="Sylfae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023504" y="3202393"/>
            <a:ext cx="470534" cy="12890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335915" algn="l"/>
              </a:tabLst>
            </a:pPr>
            <a:r>
              <a:rPr sz="650" spc="-10" dirty="0">
                <a:latin typeface="Sylfaen"/>
                <a:cs typeface="Sylfaen"/>
              </a:rPr>
              <a:t>4	9</a:t>
            </a:r>
            <a:r>
              <a:rPr sz="650" spc="80" dirty="0">
                <a:latin typeface="Sylfaen"/>
                <a:cs typeface="Sylfaen"/>
              </a:rPr>
              <a:t> </a:t>
            </a:r>
            <a:r>
              <a:rPr sz="650" spc="-10" dirty="0">
                <a:latin typeface="Sylfaen"/>
                <a:cs typeface="Sylfaen"/>
              </a:rPr>
              <a:t>3</a:t>
            </a:r>
            <a:endParaRPr sz="650">
              <a:latin typeface="Sylfaen"/>
              <a:cs typeface="Sylfaen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5812382" y="3104586"/>
            <a:ext cx="421005" cy="445134"/>
            <a:chOff x="5812382" y="3104586"/>
            <a:chExt cx="421005" cy="445134"/>
          </a:xfrm>
        </p:grpSpPr>
        <p:sp>
          <p:nvSpPr>
            <p:cNvPr id="12" name="object 12"/>
            <p:cNvSpPr/>
            <p:nvPr/>
          </p:nvSpPr>
          <p:spPr>
            <a:xfrm>
              <a:off x="5820308" y="3112646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2" y="321563"/>
                  </a:moveTo>
                  <a:lnTo>
                    <a:pt x="404622" y="107441"/>
                  </a:lnTo>
                  <a:lnTo>
                    <a:pt x="201930" y="0"/>
                  </a:lnTo>
                  <a:lnTo>
                    <a:pt x="0" y="107441"/>
                  </a:lnTo>
                  <a:lnTo>
                    <a:pt x="0" y="321563"/>
                  </a:lnTo>
                  <a:lnTo>
                    <a:pt x="201930" y="429005"/>
                  </a:lnTo>
                  <a:lnTo>
                    <a:pt x="404622" y="321563"/>
                  </a:lnTo>
                  <a:close/>
                </a:path>
              </a:pathLst>
            </a:custGeom>
            <a:solidFill>
              <a:srgbClr val="F0E6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820319" y="3112524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9" y="321546"/>
                  </a:moveTo>
                  <a:lnTo>
                    <a:pt x="404629" y="107426"/>
                  </a:lnTo>
                  <a:lnTo>
                    <a:pt x="201938" y="0"/>
                  </a:lnTo>
                  <a:lnTo>
                    <a:pt x="0" y="107426"/>
                  </a:lnTo>
                  <a:lnTo>
                    <a:pt x="0" y="321546"/>
                  </a:lnTo>
                  <a:lnTo>
                    <a:pt x="201938" y="428985"/>
                  </a:lnTo>
                  <a:lnTo>
                    <a:pt x="404629" y="321546"/>
                  </a:lnTo>
                  <a:close/>
                </a:path>
              </a:pathLst>
            </a:custGeom>
            <a:ln w="15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5995054" y="3105670"/>
            <a:ext cx="60960" cy="1155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600" spc="-25" dirty="0">
                <a:latin typeface="Sylfaen"/>
                <a:cs typeface="Sylfaen"/>
              </a:rPr>
              <a:t>3</a:t>
            </a:r>
            <a:endParaRPr sz="600">
              <a:latin typeface="Sylfaen"/>
              <a:cs typeface="Sylfaen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6217011" y="3104586"/>
            <a:ext cx="421005" cy="445134"/>
            <a:chOff x="6217011" y="3104586"/>
            <a:chExt cx="421005" cy="445134"/>
          </a:xfrm>
        </p:grpSpPr>
        <p:sp>
          <p:nvSpPr>
            <p:cNvPr id="16" name="object 16"/>
            <p:cNvSpPr/>
            <p:nvPr/>
          </p:nvSpPr>
          <p:spPr>
            <a:xfrm>
              <a:off x="6224930" y="3112646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2" y="321563"/>
                  </a:moveTo>
                  <a:lnTo>
                    <a:pt x="404622" y="107441"/>
                  </a:lnTo>
                  <a:lnTo>
                    <a:pt x="202692" y="0"/>
                  </a:lnTo>
                  <a:lnTo>
                    <a:pt x="0" y="107441"/>
                  </a:lnTo>
                  <a:lnTo>
                    <a:pt x="0" y="321563"/>
                  </a:lnTo>
                  <a:lnTo>
                    <a:pt x="202692" y="429005"/>
                  </a:lnTo>
                  <a:lnTo>
                    <a:pt x="404622" y="321563"/>
                  </a:lnTo>
                  <a:close/>
                </a:path>
              </a:pathLst>
            </a:custGeom>
            <a:solidFill>
              <a:srgbClr val="F0E6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6224949" y="3112524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9" y="321546"/>
                  </a:moveTo>
                  <a:lnTo>
                    <a:pt x="404629" y="107426"/>
                  </a:lnTo>
                  <a:lnTo>
                    <a:pt x="202702" y="0"/>
                  </a:lnTo>
                  <a:lnTo>
                    <a:pt x="0" y="107426"/>
                  </a:lnTo>
                  <a:lnTo>
                    <a:pt x="0" y="321546"/>
                  </a:lnTo>
                  <a:lnTo>
                    <a:pt x="202702" y="428985"/>
                  </a:lnTo>
                  <a:lnTo>
                    <a:pt x="404629" y="321546"/>
                  </a:lnTo>
                  <a:close/>
                </a:path>
              </a:pathLst>
            </a:custGeom>
            <a:ln w="15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6399676" y="3105670"/>
            <a:ext cx="60960" cy="1155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600" spc="-25" dirty="0">
                <a:latin typeface="Sylfaen"/>
                <a:cs typeface="Sylfaen"/>
              </a:rPr>
              <a:t>4</a:t>
            </a:r>
            <a:endParaRPr sz="600">
              <a:latin typeface="Sylfaen"/>
              <a:cs typeface="Sylfaen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6621640" y="3104586"/>
            <a:ext cx="421640" cy="445134"/>
            <a:chOff x="6621640" y="3104586"/>
            <a:chExt cx="421640" cy="445134"/>
          </a:xfrm>
        </p:grpSpPr>
        <p:sp>
          <p:nvSpPr>
            <p:cNvPr id="20" name="object 20"/>
            <p:cNvSpPr/>
            <p:nvPr/>
          </p:nvSpPr>
          <p:spPr>
            <a:xfrm>
              <a:off x="6629539" y="3112646"/>
              <a:ext cx="405765" cy="429259"/>
            </a:xfrm>
            <a:custGeom>
              <a:avLst/>
              <a:gdLst/>
              <a:ahLst/>
              <a:cxnLst/>
              <a:rect l="l" t="t" r="r" b="b"/>
              <a:pathLst>
                <a:path w="405765" h="429260">
                  <a:moveTo>
                    <a:pt x="405383" y="321563"/>
                  </a:moveTo>
                  <a:lnTo>
                    <a:pt x="405383" y="107441"/>
                  </a:lnTo>
                  <a:lnTo>
                    <a:pt x="202691" y="0"/>
                  </a:lnTo>
                  <a:lnTo>
                    <a:pt x="0" y="107441"/>
                  </a:lnTo>
                  <a:lnTo>
                    <a:pt x="0" y="321563"/>
                  </a:lnTo>
                  <a:lnTo>
                    <a:pt x="202691" y="429005"/>
                  </a:lnTo>
                  <a:lnTo>
                    <a:pt x="405383" y="321563"/>
                  </a:lnTo>
                  <a:close/>
                </a:path>
              </a:pathLst>
            </a:custGeom>
            <a:solidFill>
              <a:srgbClr val="F0E6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6629578" y="3112524"/>
              <a:ext cx="405765" cy="429259"/>
            </a:xfrm>
            <a:custGeom>
              <a:avLst/>
              <a:gdLst/>
              <a:ahLst/>
              <a:cxnLst/>
              <a:rect l="l" t="t" r="r" b="b"/>
              <a:pathLst>
                <a:path w="405765" h="429260">
                  <a:moveTo>
                    <a:pt x="405381" y="321546"/>
                  </a:moveTo>
                  <a:lnTo>
                    <a:pt x="405381" y="107426"/>
                  </a:lnTo>
                  <a:lnTo>
                    <a:pt x="202690" y="0"/>
                  </a:lnTo>
                  <a:lnTo>
                    <a:pt x="0" y="107426"/>
                  </a:lnTo>
                  <a:lnTo>
                    <a:pt x="0" y="321546"/>
                  </a:lnTo>
                  <a:lnTo>
                    <a:pt x="202690" y="428985"/>
                  </a:lnTo>
                  <a:lnTo>
                    <a:pt x="405381" y="321546"/>
                  </a:lnTo>
                  <a:close/>
                </a:path>
              </a:pathLst>
            </a:custGeom>
            <a:ln w="15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6805059" y="3105670"/>
            <a:ext cx="60960" cy="1155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600" spc="-25" dirty="0">
                <a:latin typeface="Sylfaen"/>
                <a:cs typeface="Sylfaen"/>
              </a:rPr>
              <a:t>5</a:t>
            </a:r>
            <a:endParaRPr sz="600">
              <a:latin typeface="Sylfaen"/>
              <a:cs typeface="Sylfae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165235" y="3405898"/>
            <a:ext cx="1725930" cy="1155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417195" algn="l"/>
                <a:tab pos="821690" algn="l"/>
                <a:tab pos="1226820" algn="l"/>
                <a:tab pos="1631314" algn="l"/>
              </a:tabLst>
            </a:pPr>
            <a:r>
              <a:rPr sz="600" spc="10" dirty="0">
                <a:latin typeface="Sylfaen"/>
                <a:cs typeface="Sylfaen"/>
              </a:rPr>
              <a:t>1</a:t>
            </a:r>
            <a:r>
              <a:rPr sz="600" spc="-25" dirty="0">
                <a:latin typeface="Sylfaen"/>
                <a:cs typeface="Sylfaen"/>
              </a:rPr>
              <a:t>2</a:t>
            </a:r>
            <a:r>
              <a:rPr sz="600" dirty="0">
                <a:latin typeface="Sylfaen"/>
                <a:cs typeface="Sylfaen"/>
              </a:rPr>
              <a:t>	</a:t>
            </a:r>
            <a:r>
              <a:rPr sz="600" spc="10" dirty="0">
                <a:latin typeface="Sylfaen"/>
                <a:cs typeface="Sylfaen"/>
              </a:rPr>
              <a:t>1</a:t>
            </a:r>
            <a:r>
              <a:rPr sz="600" spc="-25" dirty="0">
                <a:latin typeface="Sylfaen"/>
                <a:cs typeface="Sylfaen"/>
              </a:rPr>
              <a:t>2</a:t>
            </a:r>
            <a:r>
              <a:rPr sz="600" dirty="0">
                <a:latin typeface="Sylfaen"/>
                <a:cs typeface="Sylfaen"/>
              </a:rPr>
              <a:t>	</a:t>
            </a:r>
            <a:r>
              <a:rPr sz="600" spc="20" dirty="0">
                <a:latin typeface="Sylfaen"/>
                <a:cs typeface="Sylfaen"/>
              </a:rPr>
              <a:t>1</a:t>
            </a:r>
            <a:r>
              <a:rPr sz="600" spc="-25" dirty="0">
                <a:latin typeface="Sylfaen"/>
                <a:cs typeface="Sylfaen"/>
              </a:rPr>
              <a:t>2</a:t>
            </a:r>
            <a:r>
              <a:rPr sz="600" dirty="0">
                <a:latin typeface="Sylfaen"/>
                <a:cs typeface="Sylfaen"/>
              </a:rPr>
              <a:t>	</a:t>
            </a:r>
            <a:r>
              <a:rPr sz="600" spc="10" dirty="0">
                <a:latin typeface="Sylfaen"/>
                <a:cs typeface="Sylfaen"/>
              </a:rPr>
              <a:t>1</a:t>
            </a:r>
            <a:r>
              <a:rPr sz="600" spc="-25" dirty="0">
                <a:latin typeface="Sylfaen"/>
                <a:cs typeface="Sylfaen"/>
              </a:rPr>
              <a:t>2</a:t>
            </a:r>
            <a:r>
              <a:rPr sz="600" dirty="0">
                <a:latin typeface="Sylfaen"/>
                <a:cs typeface="Sylfaen"/>
              </a:rPr>
              <a:t>	</a:t>
            </a:r>
            <a:r>
              <a:rPr sz="600" spc="10" dirty="0">
                <a:latin typeface="Sylfaen"/>
                <a:cs typeface="Sylfaen"/>
              </a:rPr>
              <a:t>12</a:t>
            </a:r>
            <a:endParaRPr sz="600">
              <a:latin typeface="Sylfaen"/>
              <a:cs typeface="Sylfaen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7027022" y="3104586"/>
            <a:ext cx="421005" cy="445134"/>
            <a:chOff x="7027022" y="3104586"/>
            <a:chExt cx="421005" cy="445134"/>
          </a:xfrm>
        </p:grpSpPr>
        <p:sp>
          <p:nvSpPr>
            <p:cNvPr id="25" name="object 25"/>
            <p:cNvSpPr/>
            <p:nvPr/>
          </p:nvSpPr>
          <p:spPr>
            <a:xfrm>
              <a:off x="7034923" y="3112646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2" y="321563"/>
                  </a:moveTo>
                  <a:lnTo>
                    <a:pt x="404622" y="107441"/>
                  </a:lnTo>
                  <a:lnTo>
                    <a:pt x="201930" y="0"/>
                  </a:lnTo>
                  <a:lnTo>
                    <a:pt x="0" y="107441"/>
                  </a:lnTo>
                  <a:lnTo>
                    <a:pt x="0" y="321563"/>
                  </a:lnTo>
                  <a:lnTo>
                    <a:pt x="201930" y="429005"/>
                  </a:lnTo>
                  <a:lnTo>
                    <a:pt x="404622" y="321563"/>
                  </a:lnTo>
                  <a:close/>
                </a:path>
              </a:pathLst>
            </a:custGeom>
            <a:solidFill>
              <a:srgbClr val="F0E6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7034959" y="3112524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9" y="321546"/>
                  </a:moveTo>
                  <a:lnTo>
                    <a:pt x="404629" y="107426"/>
                  </a:lnTo>
                  <a:lnTo>
                    <a:pt x="201938" y="0"/>
                  </a:lnTo>
                  <a:lnTo>
                    <a:pt x="0" y="107426"/>
                  </a:lnTo>
                  <a:lnTo>
                    <a:pt x="0" y="321546"/>
                  </a:lnTo>
                  <a:lnTo>
                    <a:pt x="201938" y="428985"/>
                  </a:lnTo>
                  <a:lnTo>
                    <a:pt x="404629" y="321546"/>
                  </a:lnTo>
                  <a:close/>
                </a:path>
              </a:pathLst>
            </a:custGeom>
            <a:ln w="15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7209682" y="3105670"/>
            <a:ext cx="60960" cy="1155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600" spc="-25" dirty="0">
                <a:latin typeface="Sylfaen"/>
                <a:cs typeface="Sylfaen"/>
              </a:rPr>
              <a:t>6</a:t>
            </a:r>
            <a:endParaRPr sz="600">
              <a:latin typeface="Sylfaen"/>
              <a:cs typeface="Sylfae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5063890" y="3299061"/>
            <a:ext cx="2272665" cy="1543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097405" algn="l"/>
              </a:tabLst>
            </a:pPr>
            <a:r>
              <a:rPr sz="850" spc="-55" dirty="0">
                <a:latin typeface="Sylfaen"/>
                <a:cs typeface="Sylfaen"/>
              </a:rPr>
              <a:t>Z</a:t>
            </a:r>
            <a:r>
              <a:rPr sz="850" spc="-35" dirty="0">
                <a:latin typeface="Sylfaen"/>
                <a:cs typeface="Sylfaen"/>
              </a:rPr>
              <a:t>40</a:t>
            </a:r>
            <a:r>
              <a:rPr sz="850" spc="-60" dirty="0">
                <a:latin typeface="Sylfaen"/>
                <a:cs typeface="Sylfaen"/>
              </a:rPr>
              <a:t>D</a:t>
            </a:r>
            <a:r>
              <a:rPr sz="850" spc="-30" dirty="0">
                <a:latin typeface="Sylfaen"/>
                <a:cs typeface="Sylfaen"/>
              </a:rPr>
              <a:t>2</a:t>
            </a:r>
            <a:r>
              <a:rPr sz="850" dirty="0">
                <a:latin typeface="Sylfaen"/>
                <a:cs typeface="Sylfaen"/>
              </a:rPr>
              <a:t>    </a:t>
            </a:r>
            <a:r>
              <a:rPr sz="850" spc="-105" dirty="0">
                <a:latin typeface="Sylfaen"/>
                <a:cs typeface="Sylfaen"/>
              </a:rPr>
              <a:t> </a:t>
            </a:r>
            <a:r>
              <a:rPr sz="850" spc="-55" dirty="0">
                <a:latin typeface="Sylfaen"/>
                <a:cs typeface="Sylfaen"/>
              </a:rPr>
              <a:t>Z</a:t>
            </a:r>
            <a:r>
              <a:rPr sz="850" spc="-35" dirty="0">
                <a:latin typeface="Sylfaen"/>
                <a:cs typeface="Sylfaen"/>
              </a:rPr>
              <a:t>4</a:t>
            </a:r>
            <a:r>
              <a:rPr sz="850" spc="-30" dirty="0">
                <a:latin typeface="Sylfaen"/>
                <a:cs typeface="Sylfaen"/>
              </a:rPr>
              <a:t>9</a:t>
            </a:r>
            <a:r>
              <a:rPr sz="850" spc="-50" dirty="0">
                <a:latin typeface="Sylfaen"/>
                <a:cs typeface="Sylfaen"/>
              </a:rPr>
              <a:t>A</a:t>
            </a:r>
            <a:r>
              <a:rPr sz="850" spc="-30" dirty="0">
                <a:latin typeface="Sylfaen"/>
                <a:cs typeface="Sylfaen"/>
              </a:rPr>
              <a:t>2</a:t>
            </a:r>
            <a:r>
              <a:rPr sz="850" dirty="0">
                <a:latin typeface="Sylfaen"/>
                <a:cs typeface="Sylfaen"/>
              </a:rPr>
              <a:t>    </a:t>
            </a:r>
            <a:r>
              <a:rPr sz="850" spc="-105" dirty="0">
                <a:latin typeface="Sylfaen"/>
                <a:cs typeface="Sylfaen"/>
              </a:rPr>
              <a:t> </a:t>
            </a:r>
            <a:r>
              <a:rPr sz="850" spc="-60" dirty="0">
                <a:latin typeface="Sylfaen"/>
                <a:cs typeface="Sylfaen"/>
              </a:rPr>
              <a:t>Z</a:t>
            </a:r>
            <a:r>
              <a:rPr sz="850" spc="-30" dirty="0">
                <a:latin typeface="Sylfaen"/>
                <a:cs typeface="Sylfaen"/>
              </a:rPr>
              <a:t>4</a:t>
            </a:r>
            <a:r>
              <a:rPr sz="850" spc="-35" dirty="0">
                <a:latin typeface="Sylfaen"/>
                <a:cs typeface="Sylfaen"/>
              </a:rPr>
              <a:t>9</a:t>
            </a:r>
            <a:r>
              <a:rPr sz="850" spc="-50" dirty="0">
                <a:latin typeface="Sylfaen"/>
                <a:cs typeface="Sylfaen"/>
              </a:rPr>
              <a:t>A</a:t>
            </a:r>
            <a:r>
              <a:rPr sz="850" spc="-30" dirty="0">
                <a:latin typeface="Sylfaen"/>
                <a:cs typeface="Sylfaen"/>
              </a:rPr>
              <a:t>2</a:t>
            </a:r>
            <a:r>
              <a:rPr sz="850" dirty="0">
                <a:latin typeface="Sylfaen"/>
                <a:cs typeface="Sylfaen"/>
              </a:rPr>
              <a:t>    </a:t>
            </a:r>
            <a:r>
              <a:rPr sz="850" spc="-105" dirty="0">
                <a:latin typeface="Sylfaen"/>
                <a:cs typeface="Sylfaen"/>
              </a:rPr>
              <a:t> </a:t>
            </a:r>
            <a:r>
              <a:rPr sz="850" spc="-55" dirty="0">
                <a:latin typeface="Sylfaen"/>
                <a:cs typeface="Sylfaen"/>
              </a:rPr>
              <a:t>Z</a:t>
            </a:r>
            <a:r>
              <a:rPr sz="850" spc="-35" dirty="0">
                <a:latin typeface="Sylfaen"/>
                <a:cs typeface="Sylfaen"/>
              </a:rPr>
              <a:t>40</a:t>
            </a:r>
            <a:r>
              <a:rPr sz="850" spc="-60" dirty="0">
                <a:latin typeface="Sylfaen"/>
                <a:cs typeface="Sylfaen"/>
              </a:rPr>
              <a:t>D</a:t>
            </a:r>
            <a:r>
              <a:rPr sz="850" spc="-30" dirty="0">
                <a:latin typeface="Sylfaen"/>
                <a:cs typeface="Sylfaen"/>
              </a:rPr>
              <a:t>2</a:t>
            </a:r>
            <a:r>
              <a:rPr sz="850" dirty="0">
                <a:latin typeface="Sylfaen"/>
                <a:cs typeface="Sylfaen"/>
              </a:rPr>
              <a:t>    </a:t>
            </a:r>
            <a:r>
              <a:rPr sz="850" spc="-105" dirty="0">
                <a:latin typeface="Sylfaen"/>
                <a:cs typeface="Sylfaen"/>
              </a:rPr>
              <a:t> </a:t>
            </a:r>
            <a:r>
              <a:rPr sz="850" spc="-55" dirty="0">
                <a:latin typeface="Sylfaen"/>
                <a:cs typeface="Sylfaen"/>
              </a:rPr>
              <a:t>Z</a:t>
            </a:r>
            <a:r>
              <a:rPr sz="850" spc="-35" dirty="0">
                <a:latin typeface="Sylfaen"/>
                <a:cs typeface="Sylfaen"/>
              </a:rPr>
              <a:t>4</a:t>
            </a:r>
            <a:r>
              <a:rPr sz="850" spc="-30" dirty="0">
                <a:latin typeface="Sylfaen"/>
                <a:cs typeface="Sylfaen"/>
              </a:rPr>
              <a:t>9</a:t>
            </a:r>
            <a:r>
              <a:rPr sz="850" spc="-50" dirty="0">
                <a:latin typeface="Sylfaen"/>
                <a:cs typeface="Sylfaen"/>
              </a:rPr>
              <a:t>A</a:t>
            </a:r>
            <a:r>
              <a:rPr sz="850" spc="-30" dirty="0">
                <a:latin typeface="Sylfaen"/>
                <a:cs typeface="Sylfaen"/>
              </a:rPr>
              <a:t>2</a:t>
            </a:r>
            <a:r>
              <a:rPr sz="850" dirty="0">
                <a:latin typeface="Sylfaen"/>
                <a:cs typeface="Sylfaen"/>
              </a:rPr>
              <a:t>	</a:t>
            </a:r>
            <a:r>
              <a:rPr sz="850" spc="-55" dirty="0">
                <a:latin typeface="Sylfaen"/>
                <a:cs typeface="Sylfaen"/>
              </a:rPr>
              <a:t>Z</a:t>
            </a:r>
            <a:r>
              <a:rPr sz="850" spc="-35" dirty="0">
                <a:latin typeface="Sylfaen"/>
                <a:cs typeface="Sylfaen"/>
              </a:rPr>
              <a:t>4</a:t>
            </a:r>
            <a:r>
              <a:rPr sz="850" spc="-30" dirty="0">
                <a:latin typeface="Sylfaen"/>
                <a:cs typeface="Sylfaen"/>
              </a:rPr>
              <a:t>9</a:t>
            </a:r>
            <a:endParaRPr sz="850">
              <a:latin typeface="Sylfaen"/>
              <a:cs typeface="Sylfaen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7431639" y="3104586"/>
            <a:ext cx="421005" cy="445134"/>
            <a:chOff x="7431639" y="3104586"/>
            <a:chExt cx="421005" cy="445134"/>
          </a:xfrm>
        </p:grpSpPr>
        <p:sp>
          <p:nvSpPr>
            <p:cNvPr id="30" name="object 30"/>
            <p:cNvSpPr/>
            <p:nvPr/>
          </p:nvSpPr>
          <p:spPr>
            <a:xfrm>
              <a:off x="7439545" y="3112646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2" y="321563"/>
                  </a:moveTo>
                  <a:lnTo>
                    <a:pt x="404622" y="107441"/>
                  </a:lnTo>
                  <a:lnTo>
                    <a:pt x="202692" y="0"/>
                  </a:lnTo>
                  <a:lnTo>
                    <a:pt x="0" y="107441"/>
                  </a:lnTo>
                  <a:lnTo>
                    <a:pt x="0" y="321563"/>
                  </a:lnTo>
                  <a:lnTo>
                    <a:pt x="202692" y="429005"/>
                  </a:lnTo>
                  <a:lnTo>
                    <a:pt x="404622" y="321563"/>
                  </a:lnTo>
                  <a:close/>
                </a:path>
              </a:pathLst>
            </a:custGeom>
            <a:solidFill>
              <a:srgbClr val="4683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7439576" y="3112524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9" y="321546"/>
                  </a:moveTo>
                  <a:lnTo>
                    <a:pt x="404629" y="107426"/>
                  </a:lnTo>
                  <a:lnTo>
                    <a:pt x="202702" y="0"/>
                  </a:lnTo>
                  <a:lnTo>
                    <a:pt x="0" y="107426"/>
                  </a:lnTo>
                  <a:lnTo>
                    <a:pt x="0" y="321546"/>
                  </a:lnTo>
                  <a:lnTo>
                    <a:pt x="202702" y="428985"/>
                  </a:lnTo>
                  <a:lnTo>
                    <a:pt x="404629" y="321546"/>
                  </a:lnTo>
                  <a:close/>
                </a:path>
              </a:pathLst>
            </a:custGeom>
            <a:ln w="15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" name="object 32"/>
          <p:cNvSpPr txBox="1"/>
          <p:nvPr/>
        </p:nvSpPr>
        <p:spPr>
          <a:xfrm>
            <a:off x="7614304" y="3105670"/>
            <a:ext cx="60960" cy="1155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600" spc="-25" dirty="0">
                <a:latin typeface="Sylfaen"/>
                <a:cs typeface="Sylfaen"/>
              </a:rPr>
              <a:t>7</a:t>
            </a:r>
            <a:endParaRPr sz="600">
              <a:latin typeface="Sylfaen"/>
              <a:cs typeface="Sylfaen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7554106" y="3299061"/>
            <a:ext cx="187325" cy="1543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50" spc="-60" dirty="0">
                <a:latin typeface="Sylfaen"/>
                <a:cs typeface="Sylfaen"/>
              </a:rPr>
              <a:t>Z</a:t>
            </a:r>
            <a:r>
              <a:rPr sz="850" spc="-30" dirty="0">
                <a:latin typeface="Sylfaen"/>
                <a:cs typeface="Sylfaen"/>
              </a:rPr>
              <a:t>49</a:t>
            </a:r>
            <a:endParaRPr sz="850">
              <a:latin typeface="Sylfaen"/>
              <a:cs typeface="Sylfaen"/>
            </a:endParaRPr>
          </a:p>
        </p:txBody>
      </p:sp>
      <p:grpSp>
        <p:nvGrpSpPr>
          <p:cNvPr id="34" name="object 34"/>
          <p:cNvGrpSpPr/>
          <p:nvPr/>
        </p:nvGrpSpPr>
        <p:grpSpPr>
          <a:xfrm>
            <a:off x="5609692" y="2783040"/>
            <a:ext cx="421005" cy="445134"/>
            <a:chOff x="5609692" y="2783040"/>
            <a:chExt cx="421005" cy="445134"/>
          </a:xfrm>
        </p:grpSpPr>
        <p:sp>
          <p:nvSpPr>
            <p:cNvPr id="35" name="object 35"/>
            <p:cNvSpPr/>
            <p:nvPr/>
          </p:nvSpPr>
          <p:spPr>
            <a:xfrm>
              <a:off x="5617616" y="2791082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2" y="321563"/>
                  </a:moveTo>
                  <a:lnTo>
                    <a:pt x="404622" y="107441"/>
                  </a:lnTo>
                  <a:lnTo>
                    <a:pt x="202692" y="0"/>
                  </a:lnTo>
                  <a:lnTo>
                    <a:pt x="0" y="107441"/>
                  </a:lnTo>
                  <a:lnTo>
                    <a:pt x="0" y="321563"/>
                  </a:lnTo>
                  <a:lnTo>
                    <a:pt x="202692" y="429005"/>
                  </a:lnTo>
                  <a:lnTo>
                    <a:pt x="404622" y="321563"/>
                  </a:lnTo>
                  <a:close/>
                </a:path>
              </a:pathLst>
            </a:custGeom>
            <a:solidFill>
              <a:srgbClr val="FDF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5617629" y="2790978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9" y="321546"/>
                  </a:moveTo>
                  <a:lnTo>
                    <a:pt x="404629" y="107426"/>
                  </a:lnTo>
                  <a:lnTo>
                    <a:pt x="202702" y="0"/>
                  </a:lnTo>
                  <a:lnTo>
                    <a:pt x="0" y="107426"/>
                  </a:lnTo>
                  <a:lnTo>
                    <a:pt x="0" y="321546"/>
                  </a:lnTo>
                  <a:lnTo>
                    <a:pt x="202702" y="428985"/>
                  </a:lnTo>
                  <a:lnTo>
                    <a:pt x="404629" y="321546"/>
                  </a:lnTo>
                  <a:close/>
                </a:path>
              </a:pathLst>
            </a:custGeom>
            <a:ln w="15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" name="object 37"/>
          <p:cNvSpPr txBox="1"/>
          <p:nvPr/>
        </p:nvSpPr>
        <p:spPr>
          <a:xfrm>
            <a:off x="5751970" y="3059832"/>
            <a:ext cx="146685" cy="271145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33020">
              <a:lnSpc>
                <a:spcPct val="100000"/>
              </a:lnSpc>
              <a:spcBef>
                <a:spcPts val="280"/>
              </a:spcBef>
            </a:pPr>
            <a:r>
              <a:rPr sz="600" spc="10" dirty="0">
                <a:latin typeface="Sylfaen"/>
                <a:cs typeface="Sylfaen"/>
              </a:rPr>
              <a:t>12</a:t>
            </a:r>
            <a:endParaRPr sz="600">
              <a:latin typeface="Sylfaen"/>
              <a:cs typeface="Sylfaen"/>
            </a:endParaRPr>
          </a:p>
          <a:p>
            <a:pPr marL="12700">
              <a:lnSpc>
                <a:spcPct val="100000"/>
              </a:lnSpc>
              <a:spcBef>
                <a:spcPts val="245"/>
              </a:spcBef>
            </a:pPr>
            <a:r>
              <a:rPr sz="650" spc="-10" dirty="0">
                <a:latin typeface="Sylfaen"/>
                <a:cs typeface="Sylfaen"/>
              </a:rPr>
              <a:t>3</a:t>
            </a:r>
            <a:r>
              <a:rPr sz="650" spc="60" dirty="0">
                <a:latin typeface="Sylfaen"/>
                <a:cs typeface="Sylfaen"/>
              </a:rPr>
              <a:t> </a:t>
            </a:r>
            <a:r>
              <a:rPr sz="650" spc="-10" dirty="0">
                <a:latin typeface="Sylfaen"/>
                <a:cs typeface="Sylfaen"/>
              </a:rPr>
              <a:t>2</a:t>
            </a:r>
            <a:endParaRPr sz="650">
              <a:latin typeface="Sylfaen"/>
              <a:cs typeface="Sylfaen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6014321" y="2783040"/>
            <a:ext cx="421640" cy="445134"/>
            <a:chOff x="6014321" y="2783040"/>
            <a:chExt cx="421640" cy="445134"/>
          </a:xfrm>
        </p:grpSpPr>
        <p:sp>
          <p:nvSpPr>
            <p:cNvPr id="39" name="object 39"/>
            <p:cNvSpPr/>
            <p:nvPr/>
          </p:nvSpPr>
          <p:spPr>
            <a:xfrm>
              <a:off x="6022225" y="2791082"/>
              <a:ext cx="405765" cy="429259"/>
            </a:xfrm>
            <a:custGeom>
              <a:avLst/>
              <a:gdLst/>
              <a:ahLst/>
              <a:cxnLst/>
              <a:rect l="l" t="t" r="r" b="b"/>
              <a:pathLst>
                <a:path w="405764" h="429260">
                  <a:moveTo>
                    <a:pt x="405384" y="321563"/>
                  </a:moveTo>
                  <a:lnTo>
                    <a:pt x="405384" y="107441"/>
                  </a:lnTo>
                  <a:lnTo>
                    <a:pt x="202692" y="0"/>
                  </a:lnTo>
                  <a:lnTo>
                    <a:pt x="0" y="107441"/>
                  </a:lnTo>
                  <a:lnTo>
                    <a:pt x="0" y="321563"/>
                  </a:lnTo>
                  <a:lnTo>
                    <a:pt x="202692" y="429005"/>
                  </a:lnTo>
                  <a:lnTo>
                    <a:pt x="405384" y="321563"/>
                  </a:lnTo>
                  <a:close/>
                </a:path>
              </a:pathLst>
            </a:custGeom>
            <a:solidFill>
              <a:srgbClr val="7E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6022258" y="2790978"/>
              <a:ext cx="405765" cy="429259"/>
            </a:xfrm>
            <a:custGeom>
              <a:avLst/>
              <a:gdLst/>
              <a:ahLst/>
              <a:cxnLst/>
              <a:rect l="l" t="t" r="r" b="b"/>
              <a:pathLst>
                <a:path w="405764" h="429260">
                  <a:moveTo>
                    <a:pt x="405381" y="321546"/>
                  </a:moveTo>
                  <a:lnTo>
                    <a:pt x="405381" y="107426"/>
                  </a:lnTo>
                  <a:lnTo>
                    <a:pt x="202690" y="0"/>
                  </a:lnTo>
                  <a:lnTo>
                    <a:pt x="0" y="107426"/>
                  </a:lnTo>
                  <a:lnTo>
                    <a:pt x="0" y="321546"/>
                  </a:lnTo>
                  <a:lnTo>
                    <a:pt x="202690" y="428985"/>
                  </a:lnTo>
                  <a:lnTo>
                    <a:pt x="405381" y="321546"/>
                  </a:lnTo>
                  <a:close/>
                </a:path>
              </a:pathLst>
            </a:custGeom>
            <a:ln w="15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1" name="object 41"/>
          <p:cNvSpPr txBox="1"/>
          <p:nvPr/>
        </p:nvSpPr>
        <p:spPr>
          <a:xfrm>
            <a:off x="6116212" y="3059832"/>
            <a:ext cx="187960" cy="271145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73025">
              <a:lnSpc>
                <a:spcPct val="100000"/>
              </a:lnSpc>
              <a:spcBef>
                <a:spcPts val="280"/>
              </a:spcBef>
            </a:pPr>
            <a:r>
              <a:rPr sz="600" spc="10" dirty="0">
                <a:latin typeface="Sylfaen"/>
                <a:cs typeface="Sylfaen"/>
              </a:rPr>
              <a:t>12</a:t>
            </a:r>
            <a:endParaRPr sz="600">
              <a:latin typeface="Sylfaen"/>
              <a:cs typeface="Sylfaen"/>
            </a:endParaRPr>
          </a:p>
          <a:p>
            <a:pPr marL="12700">
              <a:lnSpc>
                <a:spcPct val="100000"/>
              </a:lnSpc>
              <a:spcBef>
                <a:spcPts val="245"/>
              </a:spcBef>
            </a:pPr>
            <a:r>
              <a:rPr sz="650" spc="-10" dirty="0">
                <a:latin typeface="Sylfaen"/>
                <a:cs typeface="Sylfaen"/>
              </a:rPr>
              <a:t>24</a:t>
            </a:r>
            <a:r>
              <a:rPr sz="650" spc="60" dirty="0">
                <a:latin typeface="Sylfaen"/>
                <a:cs typeface="Sylfaen"/>
              </a:rPr>
              <a:t> </a:t>
            </a:r>
            <a:r>
              <a:rPr sz="650" spc="-10" dirty="0">
                <a:latin typeface="Sylfaen"/>
                <a:cs typeface="Sylfaen"/>
              </a:rPr>
              <a:t>2</a:t>
            </a:r>
            <a:endParaRPr sz="650">
              <a:latin typeface="Sylfaen"/>
              <a:cs typeface="Sylfaen"/>
            </a:endParaRPr>
          </a:p>
        </p:txBody>
      </p:sp>
      <p:grpSp>
        <p:nvGrpSpPr>
          <p:cNvPr id="42" name="object 42"/>
          <p:cNvGrpSpPr/>
          <p:nvPr/>
        </p:nvGrpSpPr>
        <p:grpSpPr>
          <a:xfrm>
            <a:off x="6419702" y="2783040"/>
            <a:ext cx="421005" cy="445134"/>
            <a:chOff x="6419702" y="2783040"/>
            <a:chExt cx="421005" cy="445134"/>
          </a:xfrm>
        </p:grpSpPr>
        <p:sp>
          <p:nvSpPr>
            <p:cNvPr id="43" name="object 43"/>
            <p:cNvSpPr/>
            <p:nvPr/>
          </p:nvSpPr>
          <p:spPr>
            <a:xfrm>
              <a:off x="6427622" y="2791082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2" y="321563"/>
                  </a:moveTo>
                  <a:lnTo>
                    <a:pt x="404622" y="107441"/>
                  </a:lnTo>
                  <a:lnTo>
                    <a:pt x="201930" y="0"/>
                  </a:lnTo>
                  <a:lnTo>
                    <a:pt x="0" y="107441"/>
                  </a:lnTo>
                  <a:lnTo>
                    <a:pt x="0" y="321563"/>
                  </a:lnTo>
                  <a:lnTo>
                    <a:pt x="201930" y="429005"/>
                  </a:lnTo>
                  <a:lnTo>
                    <a:pt x="404622" y="321563"/>
                  </a:lnTo>
                  <a:close/>
                </a:path>
              </a:pathLst>
            </a:custGeom>
            <a:solidFill>
              <a:srgbClr val="F0E6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6427639" y="2790978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9" y="321546"/>
                  </a:moveTo>
                  <a:lnTo>
                    <a:pt x="404629" y="107426"/>
                  </a:lnTo>
                  <a:lnTo>
                    <a:pt x="201938" y="0"/>
                  </a:lnTo>
                  <a:lnTo>
                    <a:pt x="0" y="107426"/>
                  </a:lnTo>
                  <a:lnTo>
                    <a:pt x="0" y="321546"/>
                  </a:lnTo>
                  <a:lnTo>
                    <a:pt x="201938" y="428985"/>
                  </a:lnTo>
                  <a:lnTo>
                    <a:pt x="404629" y="321546"/>
                  </a:lnTo>
                  <a:close/>
                </a:path>
              </a:pathLst>
            </a:custGeom>
            <a:ln w="15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" name="object 45"/>
          <p:cNvSpPr txBox="1"/>
          <p:nvPr/>
        </p:nvSpPr>
        <p:spPr>
          <a:xfrm>
            <a:off x="6561976" y="3059832"/>
            <a:ext cx="146685" cy="271145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280"/>
              </a:spcBef>
            </a:pPr>
            <a:r>
              <a:rPr sz="600" spc="-25" dirty="0">
                <a:latin typeface="Sylfaen"/>
                <a:cs typeface="Sylfaen"/>
              </a:rPr>
              <a:t>6</a:t>
            </a:r>
            <a:endParaRPr sz="600">
              <a:latin typeface="Sylfaen"/>
              <a:cs typeface="Sylfaen"/>
            </a:endParaRPr>
          </a:p>
          <a:p>
            <a:pPr algn="ctr">
              <a:lnSpc>
                <a:spcPct val="100000"/>
              </a:lnSpc>
              <a:spcBef>
                <a:spcPts val="245"/>
              </a:spcBef>
            </a:pPr>
            <a:r>
              <a:rPr sz="650" spc="-10" dirty="0">
                <a:latin typeface="Sylfaen"/>
                <a:cs typeface="Sylfaen"/>
              </a:rPr>
              <a:t>8</a:t>
            </a:r>
            <a:r>
              <a:rPr sz="650" spc="95" dirty="0">
                <a:latin typeface="Sylfaen"/>
                <a:cs typeface="Sylfaen"/>
              </a:rPr>
              <a:t> </a:t>
            </a:r>
            <a:r>
              <a:rPr sz="650" spc="-10" dirty="0">
                <a:latin typeface="Sylfaen"/>
                <a:cs typeface="Sylfaen"/>
              </a:rPr>
              <a:t>2</a:t>
            </a:r>
            <a:endParaRPr sz="650">
              <a:latin typeface="Sylfaen"/>
              <a:cs typeface="Sylfaen"/>
            </a:endParaRPr>
          </a:p>
        </p:txBody>
      </p:sp>
      <p:grpSp>
        <p:nvGrpSpPr>
          <p:cNvPr id="46" name="object 46"/>
          <p:cNvGrpSpPr/>
          <p:nvPr/>
        </p:nvGrpSpPr>
        <p:grpSpPr>
          <a:xfrm>
            <a:off x="6824319" y="2783040"/>
            <a:ext cx="421005" cy="445134"/>
            <a:chOff x="6824319" y="2783040"/>
            <a:chExt cx="421005" cy="445134"/>
          </a:xfrm>
        </p:grpSpPr>
        <p:sp>
          <p:nvSpPr>
            <p:cNvPr id="47" name="object 47"/>
            <p:cNvSpPr/>
            <p:nvPr/>
          </p:nvSpPr>
          <p:spPr>
            <a:xfrm>
              <a:off x="6832244" y="2791082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2" y="321563"/>
                  </a:moveTo>
                  <a:lnTo>
                    <a:pt x="404622" y="107441"/>
                  </a:lnTo>
                  <a:lnTo>
                    <a:pt x="202692" y="0"/>
                  </a:lnTo>
                  <a:lnTo>
                    <a:pt x="0" y="107441"/>
                  </a:lnTo>
                  <a:lnTo>
                    <a:pt x="0" y="321563"/>
                  </a:lnTo>
                  <a:lnTo>
                    <a:pt x="202692" y="429005"/>
                  </a:lnTo>
                  <a:lnTo>
                    <a:pt x="404622" y="321563"/>
                  </a:lnTo>
                  <a:close/>
                </a:path>
              </a:pathLst>
            </a:custGeom>
            <a:solidFill>
              <a:srgbClr val="7E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6832256" y="2790978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9" y="321546"/>
                  </a:moveTo>
                  <a:lnTo>
                    <a:pt x="404629" y="107426"/>
                  </a:lnTo>
                  <a:lnTo>
                    <a:pt x="202702" y="0"/>
                  </a:lnTo>
                  <a:lnTo>
                    <a:pt x="0" y="107426"/>
                  </a:lnTo>
                  <a:lnTo>
                    <a:pt x="0" y="321546"/>
                  </a:lnTo>
                  <a:lnTo>
                    <a:pt x="202702" y="428985"/>
                  </a:lnTo>
                  <a:lnTo>
                    <a:pt x="404629" y="321546"/>
                  </a:lnTo>
                  <a:close/>
                </a:path>
              </a:pathLst>
            </a:custGeom>
            <a:ln w="15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" name="object 49"/>
          <p:cNvSpPr txBox="1"/>
          <p:nvPr/>
        </p:nvSpPr>
        <p:spPr>
          <a:xfrm>
            <a:off x="5792361" y="2784106"/>
            <a:ext cx="1301115" cy="1155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417830" algn="l"/>
                <a:tab pos="802005" algn="l"/>
                <a:tab pos="1207135" algn="l"/>
              </a:tabLst>
            </a:pPr>
            <a:r>
              <a:rPr sz="600" spc="-25" dirty="0">
                <a:latin typeface="Sylfaen"/>
                <a:cs typeface="Sylfaen"/>
              </a:rPr>
              <a:t>8	9	</a:t>
            </a:r>
            <a:r>
              <a:rPr sz="600" spc="10" dirty="0">
                <a:latin typeface="Sylfaen"/>
                <a:cs typeface="Sylfaen"/>
              </a:rPr>
              <a:t>1</a:t>
            </a:r>
            <a:r>
              <a:rPr sz="600" spc="-25" dirty="0">
                <a:latin typeface="Sylfaen"/>
                <a:cs typeface="Sylfaen"/>
              </a:rPr>
              <a:t>0</a:t>
            </a:r>
            <a:r>
              <a:rPr sz="600" dirty="0">
                <a:latin typeface="Sylfaen"/>
                <a:cs typeface="Sylfaen"/>
              </a:rPr>
              <a:t>	</a:t>
            </a:r>
            <a:r>
              <a:rPr sz="600" spc="10" dirty="0">
                <a:latin typeface="Sylfaen"/>
                <a:cs typeface="Sylfaen"/>
              </a:rPr>
              <a:t>11</a:t>
            </a:r>
            <a:endParaRPr sz="600">
              <a:latin typeface="Sylfaen"/>
              <a:cs typeface="Sylfaen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5630817" y="2880829"/>
            <a:ext cx="1280795" cy="12890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295910" algn="l"/>
                <a:tab pos="741045" algn="l"/>
                <a:tab pos="1104900" algn="l"/>
              </a:tabLst>
            </a:pPr>
            <a:r>
              <a:rPr sz="650" spc="-10" dirty="0">
                <a:latin typeface="Sylfaen"/>
                <a:cs typeface="Sylfaen"/>
              </a:rPr>
              <a:t>1	</a:t>
            </a:r>
            <a:r>
              <a:rPr sz="650" spc="-15" dirty="0">
                <a:latin typeface="Sylfaen"/>
                <a:cs typeface="Sylfaen"/>
              </a:rPr>
              <a:t>—</a:t>
            </a:r>
            <a:r>
              <a:rPr sz="650" spc="155" dirty="0">
                <a:latin typeface="Sylfaen"/>
                <a:cs typeface="Sylfaen"/>
              </a:rPr>
              <a:t> </a:t>
            </a:r>
            <a:r>
              <a:rPr sz="650" spc="-10" dirty="0">
                <a:latin typeface="Sylfaen"/>
                <a:cs typeface="Sylfaen"/>
              </a:rPr>
              <a:t>3	4</a:t>
            </a:r>
            <a:r>
              <a:rPr sz="650" spc="155" dirty="0">
                <a:latin typeface="Sylfaen"/>
                <a:cs typeface="Sylfaen"/>
              </a:rPr>
              <a:t> </a:t>
            </a:r>
            <a:r>
              <a:rPr sz="650" spc="-10" dirty="0">
                <a:latin typeface="Sylfaen"/>
                <a:cs typeface="Sylfaen"/>
              </a:rPr>
              <a:t>2	12</a:t>
            </a:r>
            <a:r>
              <a:rPr sz="650" spc="85" dirty="0">
                <a:latin typeface="Sylfaen"/>
                <a:cs typeface="Sylfaen"/>
              </a:rPr>
              <a:t> </a:t>
            </a:r>
            <a:r>
              <a:rPr sz="650" spc="-10" dirty="0">
                <a:latin typeface="Sylfaen"/>
                <a:cs typeface="Sylfaen"/>
              </a:rPr>
              <a:t>3</a:t>
            </a:r>
            <a:endParaRPr sz="650">
              <a:latin typeface="Sylfaen"/>
              <a:cs typeface="Sylfaen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6926218" y="3059832"/>
            <a:ext cx="187325" cy="271145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R="50165" algn="r">
              <a:lnSpc>
                <a:spcPct val="100000"/>
              </a:lnSpc>
              <a:spcBef>
                <a:spcPts val="280"/>
              </a:spcBef>
            </a:pPr>
            <a:r>
              <a:rPr sz="600" spc="-25" dirty="0">
                <a:latin typeface="Sylfaen"/>
                <a:cs typeface="Sylfaen"/>
              </a:rPr>
              <a:t>6</a:t>
            </a:r>
            <a:endParaRPr sz="600">
              <a:latin typeface="Sylfaen"/>
              <a:cs typeface="Sylfaen"/>
            </a:endParaRPr>
          </a:p>
          <a:p>
            <a:pPr marR="5080" algn="r">
              <a:lnSpc>
                <a:spcPct val="100000"/>
              </a:lnSpc>
              <a:spcBef>
                <a:spcPts val="245"/>
              </a:spcBef>
            </a:pPr>
            <a:r>
              <a:rPr sz="650" spc="-10" dirty="0">
                <a:latin typeface="Sylfaen"/>
                <a:cs typeface="Sylfaen"/>
              </a:rPr>
              <a:t>17</a:t>
            </a:r>
            <a:r>
              <a:rPr sz="650" spc="80" dirty="0">
                <a:latin typeface="Sylfaen"/>
                <a:cs typeface="Sylfaen"/>
              </a:rPr>
              <a:t> </a:t>
            </a:r>
            <a:r>
              <a:rPr sz="650" spc="-10" dirty="0">
                <a:latin typeface="Sylfaen"/>
                <a:cs typeface="Sylfaen"/>
              </a:rPr>
              <a:t>2</a:t>
            </a:r>
            <a:endParaRPr sz="650">
              <a:latin typeface="Sylfaen"/>
              <a:cs typeface="Sylfaen"/>
            </a:endParaRPr>
          </a:p>
        </p:txBody>
      </p:sp>
      <p:grpSp>
        <p:nvGrpSpPr>
          <p:cNvPr id="52" name="object 52"/>
          <p:cNvGrpSpPr/>
          <p:nvPr/>
        </p:nvGrpSpPr>
        <p:grpSpPr>
          <a:xfrm>
            <a:off x="7228961" y="2783040"/>
            <a:ext cx="421640" cy="445134"/>
            <a:chOff x="7228961" y="2783040"/>
            <a:chExt cx="421640" cy="445134"/>
          </a:xfrm>
        </p:grpSpPr>
        <p:sp>
          <p:nvSpPr>
            <p:cNvPr id="53" name="object 53"/>
            <p:cNvSpPr/>
            <p:nvPr/>
          </p:nvSpPr>
          <p:spPr>
            <a:xfrm>
              <a:off x="7236866" y="2791082"/>
              <a:ext cx="405765" cy="429259"/>
            </a:xfrm>
            <a:custGeom>
              <a:avLst/>
              <a:gdLst/>
              <a:ahLst/>
              <a:cxnLst/>
              <a:rect l="l" t="t" r="r" b="b"/>
              <a:pathLst>
                <a:path w="405765" h="429260">
                  <a:moveTo>
                    <a:pt x="405383" y="321563"/>
                  </a:moveTo>
                  <a:lnTo>
                    <a:pt x="405383" y="107441"/>
                  </a:lnTo>
                  <a:lnTo>
                    <a:pt x="202691" y="0"/>
                  </a:lnTo>
                  <a:lnTo>
                    <a:pt x="0" y="107441"/>
                  </a:lnTo>
                  <a:lnTo>
                    <a:pt x="0" y="321563"/>
                  </a:lnTo>
                  <a:lnTo>
                    <a:pt x="202691" y="429005"/>
                  </a:lnTo>
                  <a:lnTo>
                    <a:pt x="405383" y="321563"/>
                  </a:lnTo>
                  <a:close/>
                </a:path>
              </a:pathLst>
            </a:custGeom>
            <a:solidFill>
              <a:srgbClr val="FDF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7236898" y="2790978"/>
              <a:ext cx="405765" cy="429259"/>
            </a:xfrm>
            <a:custGeom>
              <a:avLst/>
              <a:gdLst/>
              <a:ahLst/>
              <a:cxnLst/>
              <a:rect l="l" t="t" r="r" b="b"/>
              <a:pathLst>
                <a:path w="405765" h="429260">
                  <a:moveTo>
                    <a:pt x="405381" y="321546"/>
                  </a:moveTo>
                  <a:lnTo>
                    <a:pt x="405381" y="107426"/>
                  </a:lnTo>
                  <a:lnTo>
                    <a:pt x="202690" y="0"/>
                  </a:lnTo>
                  <a:lnTo>
                    <a:pt x="0" y="107426"/>
                  </a:lnTo>
                  <a:lnTo>
                    <a:pt x="0" y="321546"/>
                  </a:lnTo>
                  <a:lnTo>
                    <a:pt x="202690" y="428985"/>
                  </a:lnTo>
                  <a:lnTo>
                    <a:pt x="405381" y="321546"/>
                  </a:lnTo>
                  <a:close/>
                </a:path>
              </a:pathLst>
            </a:custGeom>
            <a:ln w="15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5" name="object 55"/>
          <p:cNvSpPr txBox="1"/>
          <p:nvPr/>
        </p:nvSpPr>
        <p:spPr>
          <a:xfrm>
            <a:off x="7391799" y="2784106"/>
            <a:ext cx="106680" cy="1155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600" spc="10" dirty="0">
                <a:latin typeface="Sylfaen"/>
                <a:cs typeface="Sylfaen"/>
              </a:rPr>
              <a:t>12</a:t>
            </a:r>
            <a:endParaRPr sz="600">
              <a:latin typeface="Sylfaen"/>
              <a:cs typeface="Sylfaen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7330840" y="3059832"/>
            <a:ext cx="187960" cy="271145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R="50165" algn="r">
              <a:lnSpc>
                <a:spcPct val="100000"/>
              </a:lnSpc>
              <a:spcBef>
                <a:spcPts val="280"/>
              </a:spcBef>
            </a:pPr>
            <a:r>
              <a:rPr sz="600" spc="-25" dirty="0">
                <a:latin typeface="Sylfaen"/>
                <a:cs typeface="Sylfaen"/>
              </a:rPr>
              <a:t>6</a:t>
            </a:r>
            <a:endParaRPr sz="600">
              <a:latin typeface="Sylfaen"/>
              <a:cs typeface="Sylfaen"/>
            </a:endParaRPr>
          </a:p>
          <a:p>
            <a:pPr marR="5080" algn="r">
              <a:lnSpc>
                <a:spcPct val="100000"/>
              </a:lnSpc>
              <a:spcBef>
                <a:spcPts val="245"/>
              </a:spcBef>
            </a:pPr>
            <a:r>
              <a:rPr sz="650" spc="-10" dirty="0">
                <a:latin typeface="Sylfaen"/>
                <a:cs typeface="Sylfaen"/>
              </a:rPr>
              <a:t>22</a:t>
            </a:r>
            <a:r>
              <a:rPr sz="650" spc="85" dirty="0">
                <a:latin typeface="Sylfaen"/>
                <a:cs typeface="Sylfaen"/>
              </a:rPr>
              <a:t> </a:t>
            </a:r>
            <a:r>
              <a:rPr sz="650" spc="-10" dirty="0">
                <a:latin typeface="Sylfaen"/>
                <a:cs typeface="Sylfaen"/>
              </a:rPr>
              <a:t>4</a:t>
            </a:r>
            <a:endParaRPr sz="650">
              <a:latin typeface="Sylfaen"/>
              <a:cs typeface="Sylfaen"/>
            </a:endParaRPr>
          </a:p>
        </p:txBody>
      </p:sp>
      <p:grpSp>
        <p:nvGrpSpPr>
          <p:cNvPr id="57" name="object 57"/>
          <p:cNvGrpSpPr/>
          <p:nvPr/>
        </p:nvGrpSpPr>
        <p:grpSpPr>
          <a:xfrm>
            <a:off x="7634330" y="2783040"/>
            <a:ext cx="421005" cy="445134"/>
            <a:chOff x="7634330" y="2783040"/>
            <a:chExt cx="421005" cy="445134"/>
          </a:xfrm>
        </p:grpSpPr>
        <p:sp>
          <p:nvSpPr>
            <p:cNvPr id="58" name="object 58"/>
            <p:cNvSpPr/>
            <p:nvPr/>
          </p:nvSpPr>
          <p:spPr>
            <a:xfrm>
              <a:off x="7642250" y="2791082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2" y="321563"/>
                  </a:moveTo>
                  <a:lnTo>
                    <a:pt x="404622" y="107441"/>
                  </a:lnTo>
                  <a:lnTo>
                    <a:pt x="201930" y="0"/>
                  </a:lnTo>
                  <a:lnTo>
                    <a:pt x="0" y="107441"/>
                  </a:lnTo>
                  <a:lnTo>
                    <a:pt x="0" y="321563"/>
                  </a:lnTo>
                  <a:lnTo>
                    <a:pt x="201930" y="429005"/>
                  </a:lnTo>
                  <a:lnTo>
                    <a:pt x="404622" y="321563"/>
                  </a:lnTo>
                  <a:close/>
                </a:path>
              </a:pathLst>
            </a:custGeom>
            <a:solidFill>
              <a:srgbClr val="4683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7642267" y="2790978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9" y="321546"/>
                  </a:moveTo>
                  <a:lnTo>
                    <a:pt x="404629" y="107426"/>
                  </a:lnTo>
                  <a:lnTo>
                    <a:pt x="201938" y="0"/>
                  </a:lnTo>
                  <a:lnTo>
                    <a:pt x="0" y="107426"/>
                  </a:lnTo>
                  <a:lnTo>
                    <a:pt x="0" y="321546"/>
                  </a:lnTo>
                  <a:lnTo>
                    <a:pt x="201938" y="428985"/>
                  </a:lnTo>
                  <a:lnTo>
                    <a:pt x="404629" y="321546"/>
                  </a:lnTo>
                  <a:close/>
                </a:path>
              </a:pathLst>
            </a:custGeom>
            <a:ln w="15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0" name="object 60"/>
          <p:cNvSpPr txBox="1"/>
          <p:nvPr/>
        </p:nvSpPr>
        <p:spPr>
          <a:xfrm>
            <a:off x="7796421" y="2784106"/>
            <a:ext cx="106680" cy="1155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600" spc="10" dirty="0">
                <a:latin typeface="Sylfaen"/>
                <a:cs typeface="Sylfaen"/>
              </a:rPr>
              <a:t>13</a:t>
            </a:r>
            <a:endParaRPr sz="600">
              <a:latin typeface="Sylfaen"/>
              <a:cs typeface="Sylfaen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5671204" y="2977497"/>
            <a:ext cx="2333625" cy="1543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26820" algn="l"/>
                <a:tab pos="1631314" algn="l"/>
                <a:tab pos="2036445" algn="l"/>
              </a:tabLst>
            </a:pPr>
            <a:r>
              <a:rPr sz="850" spc="-55" dirty="0">
                <a:latin typeface="Sylfaen"/>
                <a:cs typeface="Sylfaen"/>
              </a:rPr>
              <a:t>Z</a:t>
            </a:r>
            <a:r>
              <a:rPr sz="850" spc="-35" dirty="0">
                <a:latin typeface="Sylfaen"/>
                <a:cs typeface="Sylfaen"/>
              </a:rPr>
              <a:t>40</a:t>
            </a:r>
            <a:r>
              <a:rPr sz="850" spc="-60" dirty="0">
                <a:latin typeface="Sylfaen"/>
                <a:cs typeface="Sylfaen"/>
              </a:rPr>
              <a:t>D</a:t>
            </a:r>
            <a:r>
              <a:rPr sz="850" spc="-30" dirty="0">
                <a:latin typeface="Sylfaen"/>
                <a:cs typeface="Sylfaen"/>
              </a:rPr>
              <a:t>2</a:t>
            </a:r>
            <a:r>
              <a:rPr sz="850" dirty="0">
                <a:latin typeface="Sylfaen"/>
                <a:cs typeface="Sylfaen"/>
              </a:rPr>
              <a:t>    </a:t>
            </a:r>
            <a:r>
              <a:rPr sz="850" spc="-105" dirty="0">
                <a:latin typeface="Sylfaen"/>
                <a:cs typeface="Sylfaen"/>
              </a:rPr>
              <a:t> </a:t>
            </a:r>
            <a:r>
              <a:rPr sz="850" spc="-55" dirty="0">
                <a:latin typeface="Sylfaen"/>
                <a:cs typeface="Sylfaen"/>
              </a:rPr>
              <a:t>Z</a:t>
            </a:r>
            <a:r>
              <a:rPr sz="850" spc="-35" dirty="0">
                <a:latin typeface="Sylfaen"/>
                <a:cs typeface="Sylfaen"/>
              </a:rPr>
              <a:t>4</a:t>
            </a:r>
            <a:r>
              <a:rPr sz="850" spc="-30" dirty="0">
                <a:latin typeface="Sylfaen"/>
                <a:cs typeface="Sylfaen"/>
              </a:rPr>
              <a:t>0</a:t>
            </a:r>
            <a:r>
              <a:rPr sz="850" spc="-60" dirty="0">
                <a:latin typeface="Sylfaen"/>
                <a:cs typeface="Sylfaen"/>
              </a:rPr>
              <a:t>D</a:t>
            </a:r>
            <a:r>
              <a:rPr sz="850" spc="-30" dirty="0">
                <a:latin typeface="Sylfaen"/>
                <a:cs typeface="Sylfaen"/>
              </a:rPr>
              <a:t>2</a:t>
            </a:r>
            <a:r>
              <a:rPr sz="850" dirty="0">
                <a:latin typeface="Sylfaen"/>
                <a:cs typeface="Sylfaen"/>
              </a:rPr>
              <a:t>    </a:t>
            </a:r>
            <a:r>
              <a:rPr sz="850" spc="-105" dirty="0">
                <a:latin typeface="Sylfaen"/>
                <a:cs typeface="Sylfaen"/>
              </a:rPr>
              <a:t> </a:t>
            </a:r>
            <a:r>
              <a:rPr sz="850" spc="-60" dirty="0">
                <a:latin typeface="Sylfaen"/>
                <a:cs typeface="Sylfaen"/>
              </a:rPr>
              <a:t>Z</a:t>
            </a:r>
            <a:r>
              <a:rPr sz="850" spc="-30" dirty="0">
                <a:latin typeface="Sylfaen"/>
                <a:cs typeface="Sylfaen"/>
              </a:rPr>
              <a:t>4</a:t>
            </a:r>
            <a:r>
              <a:rPr sz="850" spc="-35" dirty="0">
                <a:latin typeface="Sylfaen"/>
                <a:cs typeface="Sylfaen"/>
              </a:rPr>
              <a:t>9</a:t>
            </a:r>
            <a:r>
              <a:rPr sz="850" spc="-30" dirty="0">
                <a:latin typeface="Sylfaen"/>
                <a:cs typeface="Sylfaen"/>
              </a:rPr>
              <a:t>B6</a:t>
            </a:r>
            <a:r>
              <a:rPr sz="850" dirty="0">
                <a:latin typeface="Sylfaen"/>
                <a:cs typeface="Sylfaen"/>
              </a:rPr>
              <a:t>	</a:t>
            </a:r>
            <a:r>
              <a:rPr sz="850" spc="-55" dirty="0">
                <a:latin typeface="Sylfaen"/>
                <a:cs typeface="Sylfaen"/>
              </a:rPr>
              <a:t>Z</a:t>
            </a:r>
            <a:r>
              <a:rPr sz="850" spc="-35" dirty="0">
                <a:latin typeface="Sylfaen"/>
                <a:cs typeface="Sylfaen"/>
              </a:rPr>
              <a:t>49B</a:t>
            </a:r>
            <a:r>
              <a:rPr sz="850" spc="-30" dirty="0">
                <a:latin typeface="Sylfaen"/>
                <a:cs typeface="Sylfaen"/>
              </a:rPr>
              <a:t>6</a:t>
            </a:r>
            <a:r>
              <a:rPr sz="850" dirty="0">
                <a:latin typeface="Sylfaen"/>
                <a:cs typeface="Sylfaen"/>
              </a:rPr>
              <a:t>	</a:t>
            </a:r>
            <a:r>
              <a:rPr sz="850" spc="-55" dirty="0">
                <a:latin typeface="Sylfaen"/>
                <a:cs typeface="Sylfaen"/>
              </a:rPr>
              <a:t>Z</a:t>
            </a:r>
            <a:r>
              <a:rPr sz="850" spc="-35" dirty="0">
                <a:latin typeface="Sylfaen"/>
                <a:cs typeface="Sylfaen"/>
              </a:rPr>
              <a:t>4</a:t>
            </a:r>
            <a:r>
              <a:rPr sz="850" spc="-30" dirty="0">
                <a:latin typeface="Sylfaen"/>
                <a:cs typeface="Sylfaen"/>
              </a:rPr>
              <a:t>9</a:t>
            </a:r>
            <a:r>
              <a:rPr sz="850" spc="-45" dirty="0">
                <a:latin typeface="Sylfaen"/>
                <a:cs typeface="Sylfaen"/>
              </a:rPr>
              <a:t>B</a:t>
            </a:r>
            <a:r>
              <a:rPr sz="850" spc="-30" dirty="0">
                <a:latin typeface="Sylfaen"/>
                <a:cs typeface="Sylfaen"/>
              </a:rPr>
              <a:t>6</a:t>
            </a:r>
            <a:r>
              <a:rPr sz="850" dirty="0">
                <a:latin typeface="Sylfaen"/>
                <a:cs typeface="Sylfaen"/>
              </a:rPr>
              <a:t>	</a:t>
            </a:r>
            <a:r>
              <a:rPr sz="850" spc="-55" dirty="0">
                <a:latin typeface="Sylfaen"/>
                <a:cs typeface="Sylfaen"/>
              </a:rPr>
              <a:t>Z</a:t>
            </a:r>
            <a:r>
              <a:rPr sz="850" spc="-30" dirty="0">
                <a:latin typeface="Sylfaen"/>
                <a:cs typeface="Sylfaen"/>
              </a:rPr>
              <a:t>4</a:t>
            </a:r>
            <a:r>
              <a:rPr sz="850" spc="-35" dirty="0">
                <a:latin typeface="Sylfaen"/>
                <a:cs typeface="Sylfaen"/>
              </a:rPr>
              <a:t>9</a:t>
            </a:r>
            <a:r>
              <a:rPr sz="850" spc="-50" dirty="0">
                <a:latin typeface="Sylfaen"/>
                <a:cs typeface="Sylfaen"/>
              </a:rPr>
              <a:t>A</a:t>
            </a:r>
            <a:r>
              <a:rPr sz="850" spc="-30" dirty="0">
                <a:latin typeface="Sylfaen"/>
                <a:cs typeface="Sylfaen"/>
              </a:rPr>
              <a:t>2</a:t>
            </a:r>
            <a:endParaRPr sz="850">
              <a:latin typeface="Sylfaen"/>
              <a:cs typeface="Sylfaen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7736224" y="3059832"/>
            <a:ext cx="166370" cy="271145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72390">
              <a:lnSpc>
                <a:spcPct val="100000"/>
              </a:lnSpc>
              <a:spcBef>
                <a:spcPts val="280"/>
              </a:spcBef>
            </a:pPr>
            <a:r>
              <a:rPr sz="600" spc="10" dirty="0">
                <a:latin typeface="Sylfaen"/>
                <a:cs typeface="Sylfaen"/>
              </a:rPr>
              <a:t>12</a:t>
            </a:r>
            <a:endParaRPr sz="600">
              <a:latin typeface="Sylfaen"/>
              <a:cs typeface="Sylfaen"/>
            </a:endParaRPr>
          </a:p>
          <a:p>
            <a:pPr marL="12700">
              <a:lnSpc>
                <a:spcPct val="100000"/>
              </a:lnSpc>
              <a:spcBef>
                <a:spcPts val="245"/>
              </a:spcBef>
            </a:pPr>
            <a:r>
              <a:rPr sz="650" spc="-10" dirty="0">
                <a:latin typeface="Sylfaen"/>
                <a:cs typeface="Sylfaen"/>
              </a:rPr>
              <a:t>20</a:t>
            </a:r>
            <a:endParaRPr sz="650">
              <a:latin typeface="Sylfaen"/>
              <a:cs typeface="Sylfaen"/>
            </a:endParaRPr>
          </a:p>
        </p:txBody>
      </p:sp>
      <p:grpSp>
        <p:nvGrpSpPr>
          <p:cNvPr id="63" name="object 63"/>
          <p:cNvGrpSpPr/>
          <p:nvPr/>
        </p:nvGrpSpPr>
        <p:grpSpPr>
          <a:xfrm>
            <a:off x="5812382" y="2461481"/>
            <a:ext cx="421005" cy="445134"/>
            <a:chOff x="5812382" y="2461481"/>
            <a:chExt cx="421005" cy="445134"/>
          </a:xfrm>
        </p:grpSpPr>
        <p:sp>
          <p:nvSpPr>
            <p:cNvPr id="64" name="object 64"/>
            <p:cNvSpPr/>
            <p:nvPr/>
          </p:nvSpPr>
          <p:spPr>
            <a:xfrm>
              <a:off x="5820308" y="2469518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2" y="321563"/>
                  </a:moveTo>
                  <a:lnTo>
                    <a:pt x="404622" y="107441"/>
                  </a:lnTo>
                  <a:lnTo>
                    <a:pt x="201930" y="0"/>
                  </a:lnTo>
                  <a:lnTo>
                    <a:pt x="0" y="107441"/>
                  </a:lnTo>
                  <a:lnTo>
                    <a:pt x="0" y="321563"/>
                  </a:lnTo>
                  <a:lnTo>
                    <a:pt x="201930" y="429005"/>
                  </a:lnTo>
                  <a:lnTo>
                    <a:pt x="404622" y="321563"/>
                  </a:lnTo>
                  <a:close/>
                </a:path>
              </a:pathLst>
            </a:custGeom>
            <a:solidFill>
              <a:srgbClr val="7E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820319" y="2469418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9" y="321546"/>
                  </a:moveTo>
                  <a:lnTo>
                    <a:pt x="404629" y="107426"/>
                  </a:lnTo>
                  <a:lnTo>
                    <a:pt x="201938" y="0"/>
                  </a:lnTo>
                  <a:lnTo>
                    <a:pt x="0" y="107426"/>
                  </a:lnTo>
                  <a:lnTo>
                    <a:pt x="0" y="321546"/>
                  </a:lnTo>
                  <a:lnTo>
                    <a:pt x="201938" y="428985"/>
                  </a:lnTo>
                  <a:lnTo>
                    <a:pt x="404629" y="321546"/>
                  </a:lnTo>
                  <a:close/>
                </a:path>
              </a:pathLst>
            </a:custGeom>
            <a:ln w="15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6" name="object 66"/>
          <p:cNvSpPr txBox="1"/>
          <p:nvPr/>
        </p:nvSpPr>
        <p:spPr>
          <a:xfrm>
            <a:off x="5974479" y="2462542"/>
            <a:ext cx="107950" cy="1155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600" spc="20" dirty="0">
                <a:latin typeface="Sylfaen"/>
                <a:cs typeface="Sylfaen"/>
              </a:rPr>
              <a:t>14</a:t>
            </a:r>
            <a:endParaRPr sz="600">
              <a:latin typeface="Sylfaen"/>
              <a:cs typeface="Sylfaen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832747" y="2559266"/>
            <a:ext cx="66040" cy="12890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650" spc="-10" dirty="0">
                <a:latin typeface="Sylfaen"/>
                <a:cs typeface="Sylfaen"/>
              </a:rPr>
              <a:t>3</a:t>
            </a:r>
            <a:endParaRPr sz="650">
              <a:latin typeface="Sylfaen"/>
              <a:cs typeface="Sylfaen"/>
            </a:endParaRPr>
          </a:p>
        </p:txBody>
      </p:sp>
      <p:grpSp>
        <p:nvGrpSpPr>
          <p:cNvPr id="68" name="object 68"/>
          <p:cNvGrpSpPr/>
          <p:nvPr/>
        </p:nvGrpSpPr>
        <p:grpSpPr>
          <a:xfrm>
            <a:off x="6217011" y="2461481"/>
            <a:ext cx="421005" cy="445134"/>
            <a:chOff x="6217011" y="2461481"/>
            <a:chExt cx="421005" cy="445134"/>
          </a:xfrm>
        </p:grpSpPr>
        <p:sp>
          <p:nvSpPr>
            <p:cNvPr id="69" name="object 69"/>
            <p:cNvSpPr/>
            <p:nvPr/>
          </p:nvSpPr>
          <p:spPr>
            <a:xfrm>
              <a:off x="6224930" y="2469518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2" y="321563"/>
                  </a:moveTo>
                  <a:lnTo>
                    <a:pt x="404622" y="107441"/>
                  </a:lnTo>
                  <a:lnTo>
                    <a:pt x="202692" y="0"/>
                  </a:lnTo>
                  <a:lnTo>
                    <a:pt x="0" y="107441"/>
                  </a:lnTo>
                  <a:lnTo>
                    <a:pt x="0" y="321563"/>
                  </a:lnTo>
                  <a:lnTo>
                    <a:pt x="202692" y="429005"/>
                  </a:lnTo>
                  <a:lnTo>
                    <a:pt x="404622" y="321563"/>
                  </a:lnTo>
                  <a:close/>
                </a:path>
              </a:pathLst>
            </a:custGeom>
            <a:solidFill>
              <a:srgbClr val="F0E6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6224949" y="2469418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9" y="321546"/>
                  </a:moveTo>
                  <a:lnTo>
                    <a:pt x="404629" y="107426"/>
                  </a:lnTo>
                  <a:lnTo>
                    <a:pt x="202702" y="0"/>
                  </a:lnTo>
                  <a:lnTo>
                    <a:pt x="0" y="107426"/>
                  </a:lnTo>
                  <a:lnTo>
                    <a:pt x="0" y="321546"/>
                  </a:lnTo>
                  <a:lnTo>
                    <a:pt x="202702" y="428985"/>
                  </a:lnTo>
                  <a:lnTo>
                    <a:pt x="404629" y="321546"/>
                  </a:lnTo>
                  <a:close/>
                </a:path>
              </a:pathLst>
            </a:custGeom>
            <a:ln w="15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1" name="object 71"/>
          <p:cNvSpPr txBox="1"/>
          <p:nvPr/>
        </p:nvSpPr>
        <p:spPr>
          <a:xfrm>
            <a:off x="6379864" y="2462542"/>
            <a:ext cx="106680" cy="1155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600" spc="10" dirty="0">
                <a:latin typeface="Sylfaen"/>
                <a:cs typeface="Sylfaen"/>
              </a:rPr>
              <a:t>15</a:t>
            </a:r>
            <a:endParaRPr sz="600">
              <a:latin typeface="Sylfaen"/>
              <a:cs typeface="Sylfaen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5873896" y="2655933"/>
            <a:ext cx="653415" cy="2228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ts val="930"/>
              </a:lnSpc>
              <a:spcBef>
                <a:spcPts val="95"/>
              </a:spcBef>
              <a:tabLst>
                <a:tab pos="478155" algn="l"/>
              </a:tabLst>
            </a:pPr>
            <a:r>
              <a:rPr sz="850" spc="-60" dirty="0">
                <a:latin typeface="Sylfaen"/>
                <a:cs typeface="Sylfaen"/>
              </a:rPr>
              <a:t>Z</a:t>
            </a:r>
            <a:r>
              <a:rPr sz="850" spc="-30" dirty="0">
                <a:latin typeface="Sylfaen"/>
                <a:cs typeface="Sylfaen"/>
              </a:rPr>
              <a:t>4</a:t>
            </a:r>
            <a:r>
              <a:rPr sz="850" spc="-35" dirty="0">
                <a:latin typeface="Sylfaen"/>
                <a:cs typeface="Sylfaen"/>
              </a:rPr>
              <a:t>9</a:t>
            </a:r>
            <a:r>
              <a:rPr sz="850" spc="-50" dirty="0">
                <a:latin typeface="Sylfaen"/>
                <a:cs typeface="Sylfaen"/>
              </a:rPr>
              <a:t>A</a:t>
            </a:r>
            <a:r>
              <a:rPr sz="850" spc="-30" dirty="0">
                <a:latin typeface="Sylfaen"/>
                <a:cs typeface="Sylfaen"/>
              </a:rPr>
              <a:t>2</a:t>
            </a:r>
            <a:r>
              <a:rPr sz="850" dirty="0">
                <a:latin typeface="Sylfaen"/>
                <a:cs typeface="Sylfaen"/>
              </a:rPr>
              <a:t>	</a:t>
            </a:r>
            <a:r>
              <a:rPr sz="850" spc="-60" dirty="0">
                <a:latin typeface="Sylfaen"/>
                <a:cs typeface="Sylfaen"/>
              </a:rPr>
              <a:t>Z</a:t>
            </a:r>
            <a:r>
              <a:rPr sz="850" spc="-30" dirty="0">
                <a:latin typeface="Sylfaen"/>
                <a:cs typeface="Sylfaen"/>
              </a:rPr>
              <a:t>49</a:t>
            </a:r>
            <a:endParaRPr sz="850">
              <a:latin typeface="Sylfaen"/>
              <a:cs typeface="Sylfaen"/>
            </a:endParaRPr>
          </a:p>
          <a:p>
            <a:pPr marL="113030">
              <a:lnSpc>
                <a:spcPts val="630"/>
              </a:lnSpc>
            </a:pPr>
            <a:r>
              <a:rPr sz="600" spc="20" dirty="0">
                <a:latin typeface="Sylfaen"/>
                <a:cs typeface="Sylfaen"/>
              </a:rPr>
              <a:t>12</a:t>
            </a:r>
            <a:endParaRPr sz="600">
              <a:latin typeface="Sylfaen"/>
              <a:cs typeface="Sylfaen"/>
            </a:endParaRPr>
          </a:p>
        </p:txBody>
      </p:sp>
      <p:grpSp>
        <p:nvGrpSpPr>
          <p:cNvPr id="73" name="object 73"/>
          <p:cNvGrpSpPr/>
          <p:nvPr/>
        </p:nvGrpSpPr>
        <p:grpSpPr>
          <a:xfrm>
            <a:off x="6621640" y="2461481"/>
            <a:ext cx="421640" cy="445134"/>
            <a:chOff x="6621640" y="2461481"/>
            <a:chExt cx="421640" cy="445134"/>
          </a:xfrm>
        </p:grpSpPr>
        <p:sp>
          <p:nvSpPr>
            <p:cNvPr id="74" name="object 74"/>
            <p:cNvSpPr/>
            <p:nvPr/>
          </p:nvSpPr>
          <p:spPr>
            <a:xfrm>
              <a:off x="6629539" y="2469518"/>
              <a:ext cx="405765" cy="429259"/>
            </a:xfrm>
            <a:custGeom>
              <a:avLst/>
              <a:gdLst/>
              <a:ahLst/>
              <a:cxnLst/>
              <a:rect l="l" t="t" r="r" b="b"/>
              <a:pathLst>
                <a:path w="405765" h="429260">
                  <a:moveTo>
                    <a:pt x="405383" y="321563"/>
                  </a:moveTo>
                  <a:lnTo>
                    <a:pt x="405383" y="107441"/>
                  </a:lnTo>
                  <a:lnTo>
                    <a:pt x="202691" y="0"/>
                  </a:lnTo>
                  <a:lnTo>
                    <a:pt x="0" y="107441"/>
                  </a:lnTo>
                  <a:lnTo>
                    <a:pt x="0" y="321563"/>
                  </a:lnTo>
                  <a:lnTo>
                    <a:pt x="202691" y="429005"/>
                  </a:lnTo>
                  <a:lnTo>
                    <a:pt x="405383" y="321563"/>
                  </a:lnTo>
                  <a:close/>
                </a:path>
              </a:pathLst>
            </a:custGeom>
            <a:solidFill>
              <a:srgbClr val="7E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6629578" y="2469418"/>
              <a:ext cx="405765" cy="429259"/>
            </a:xfrm>
            <a:custGeom>
              <a:avLst/>
              <a:gdLst/>
              <a:ahLst/>
              <a:cxnLst/>
              <a:rect l="l" t="t" r="r" b="b"/>
              <a:pathLst>
                <a:path w="405765" h="429260">
                  <a:moveTo>
                    <a:pt x="405381" y="321546"/>
                  </a:moveTo>
                  <a:lnTo>
                    <a:pt x="405381" y="107426"/>
                  </a:lnTo>
                  <a:lnTo>
                    <a:pt x="202690" y="0"/>
                  </a:lnTo>
                  <a:lnTo>
                    <a:pt x="0" y="107426"/>
                  </a:lnTo>
                  <a:lnTo>
                    <a:pt x="0" y="321546"/>
                  </a:lnTo>
                  <a:lnTo>
                    <a:pt x="202690" y="428985"/>
                  </a:lnTo>
                  <a:lnTo>
                    <a:pt x="405381" y="321546"/>
                  </a:lnTo>
                  <a:close/>
                </a:path>
              </a:pathLst>
            </a:custGeom>
            <a:ln w="15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6" name="object 76"/>
          <p:cNvSpPr txBox="1"/>
          <p:nvPr/>
        </p:nvSpPr>
        <p:spPr>
          <a:xfrm>
            <a:off x="6784485" y="2462542"/>
            <a:ext cx="106680" cy="1155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600" spc="10" dirty="0">
                <a:latin typeface="Sylfaen"/>
                <a:cs typeface="Sylfaen"/>
              </a:rPr>
              <a:t>16</a:t>
            </a:r>
            <a:endParaRPr sz="600">
              <a:latin typeface="Sylfaen"/>
              <a:cs typeface="Sylfaen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6521596" y="2559266"/>
            <a:ext cx="187325" cy="12890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650" spc="-10" dirty="0">
                <a:latin typeface="Sylfaen"/>
                <a:cs typeface="Sylfaen"/>
              </a:rPr>
              <a:t>25</a:t>
            </a:r>
            <a:r>
              <a:rPr sz="650" spc="80" dirty="0">
                <a:latin typeface="Sylfaen"/>
                <a:cs typeface="Sylfaen"/>
              </a:rPr>
              <a:t> </a:t>
            </a:r>
            <a:r>
              <a:rPr sz="650" spc="-10" dirty="0">
                <a:latin typeface="Sylfaen"/>
                <a:cs typeface="Sylfaen"/>
              </a:rPr>
              <a:t>3</a:t>
            </a:r>
            <a:endParaRPr sz="650">
              <a:latin typeface="Sylfaen"/>
              <a:cs typeface="Sylfaen"/>
            </a:endParaRPr>
          </a:p>
        </p:txBody>
      </p:sp>
      <p:grpSp>
        <p:nvGrpSpPr>
          <p:cNvPr id="78" name="object 78"/>
          <p:cNvGrpSpPr/>
          <p:nvPr/>
        </p:nvGrpSpPr>
        <p:grpSpPr>
          <a:xfrm>
            <a:off x="7027022" y="2461481"/>
            <a:ext cx="421005" cy="445134"/>
            <a:chOff x="7027022" y="2461481"/>
            <a:chExt cx="421005" cy="445134"/>
          </a:xfrm>
        </p:grpSpPr>
        <p:sp>
          <p:nvSpPr>
            <p:cNvPr id="79" name="object 79"/>
            <p:cNvSpPr/>
            <p:nvPr/>
          </p:nvSpPr>
          <p:spPr>
            <a:xfrm>
              <a:off x="7034923" y="2469518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2" y="321563"/>
                  </a:moveTo>
                  <a:lnTo>
                    <a:pt x="404622" y="107441"/>
                  </a:lnTo>
                  <a:lnTo>
                    <a:pt x="201930" y="0"/>
                  </a:lnTo>
                  <a:lnTo>
                    <a:pt x="0" y="107441"/>
                  </a:lnTo>
                  <a:lnTo>
                    <a:pt x="0" y="321563"/>
                  </a:lnTo>
                  <a:lnTo>
                    <a:pt x="201930" y="429005"/>
                  </a:lnTo>
                  <a:lnTo>
                    <a:pt x="404622" y="321563"/>
                  </a:lnTo>
                  <a:close/>
                </a:path>
              </a:pathLst>
            </a:custGeom>
            <a:solidFill>
              <a:srgbClr val="FDF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7034959" y="2469418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9" y="321546"/>
                  </a:moveTo>
                  <a:lnTo>
                    <a:pt x="404629" y="107426"/>
                  </a:lnTo>
                  <a:lnTo>
                    <a:pt x="201938" y="0"/>
                  </a:lnTo>
                  <a:lnTo>
                    <a:pt x="0" y="107426"/>
                  </a:lnTo>
                  <a:lnTo>
                    <a:pt x="0" y="321546"/>
                  </a:lnTo>
                  <a:lnTo>
                    <a:pt x="201938" y="428985"/>
                  </a:lnTo>
                  <a:lnTo>
                    <a:pt x="404629" y="321546"/>
                  </a:lnTo>
                  <a:close/>
                </a:path>
              </a:pathLst>
            </a:custGeom>
            <a:ln w="15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1" name="object 81"/>
          <p:cNvSpPr txBox="1"/>
          <p:nvPr/>
        </p:nvSpPr>
        <p:spPr>
          <a:xfrm>
            <a:off x="6966607" y="2559266"/>
            <a:ext cx="146685" cy="12890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650" spc="-10" dirty="0">
                <a:latin typeface="Sylfaen"/>
                <a:cs typeface="Sylfaen"/>
              </a:rPr>
              <a:t>6</a:t>
            </a:r>
            <a:r>
              <a:rPr sz="650" spc="80" dirty="0">
                <a:latin typeface="Sylfaen"/>
                <a:cs typeface="Sylfaen"/>
              </a:rPr>
              <a:t> </a:t>
            </a:r>
            <a:r>
              <a:rPr sz="650" spc="-10" dirty="0">
                <a:latin typeface="Sylfaen"/>
                <a:cs typeface="Sylfaen"/>
              </a:rPr>
              <a:t>1</a:t>
            </a:r>
            <a:endParaRPr sz="650">
              <a:latin typeface="Sylfaen"/>
              <a:cs typeface="Sylfaen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7128910" y="2738268"/>
            <a:ext cx="187325" cy="271145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72390">
              <a:lnSpc>
                <a:spcPct val="100000"/>
              </a:lnSpc>
              <a:spcBef>
                <a:spcPts val="280"/>
              </a:spcBef>
            </a:pPr>
            <a:r>
              <a:rPr sz="600" spc="10" dirty="0">
                <a:latin typeface="Sylfaen"/>
                <a:cs typeface="Sylfaen"/>
              </a:rPr>
              <a:t>12</a:t>
            </a:r>
            <a:endParaRPr sz="600">
              <a:latin typeface="Sylfaen"/>
              <a:cs typeface="Sylfaen"/>
            </a:endParaRPr>
          </a:p>
          <a:p>
            <a:pPr marL="12700">
              <a:lnSpc>
                <a:spcPct val="100000"/>
              </a:lnSpc>
              <a:spcBef>
                <a:spcPts val="245"/>
              </a:spcBef>
            </a:pPr>
            <a:r>
              <a:rPr sz="650" spc="-10" dirty="0">
                <a:latin typeface="Sylfaen"/>
                <a:cs typeface="Sylfaen"/>
              </a:rPr>
              <a:t>10</a:t>
            </a:r>
            <a:r>
              <a:rPr sz="650" spc="55" dirty="0">
                <a:latin typeface="Sylfaen"/>
                <a:cs typeface="Sylfaen"/>
              </a:rPr>
              <a:t> </a:t>
            </a:r>
            <a:r>
              <a:rPr sz="650" spc="-10" dirty="0">
                <a:latin typeface="Sylfaen"/>
                <a:cs typeface="Sylfaen"/>
              </a:rPr>
              <a:t>1</a:t>
            </a:r>
            <a:endParaRPr sz="650">
              <a:latin typeface="Sylfaen"/>
              <a:cs typeface="Sylfaen"/>
            </a:endParaRPr>
          </a:p>
        </p:txBody>
      </p:sp>
      <p:grpSp>
        <p:nvGrpSpPr>
          <p:cNvPr id="83" name="object 83"/>
          <p:cNvGrpSpPr/>
          <p:nvPr/>
        </p:nvGrpSpPr>
        <p:grpSpPr>
          <a:xfrm>
            <a:off x="7431639" y="2461481"/>
            <a:ext cx="421005" cy="445134"/>
            <a:chOff x="7431639" y="2461481"/>
            <a:chExt cx="421005" cy="445134"/>
          </a:xfrm>
        </p:grpSpPr>
        <p:sp>
          <p:nvSpPr>
            <p:cNvPr id="84" name="object 84"/>
            <p:cNvSpPr/>
            <p:nvPr/>
          </p:nvSpPr>
          <p:spPr>
            <a:xfrm>
              <a:off x="7439545" y="2469518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2" y="321563"/>
                  </a:moveTo>
                  <a:lnTo>
                    <a:pt x="404622" y="107441"/>
                  </a:lnTo>
                  <a:lnTo>
                    <a:pt x="202692" y="0"/>
                  </a:lnTo>
                  <a:lnTo>
                    <a:pt x="0" y="107441"/>
                  </a:lnTo>
                  <a:lnTo>
                    <a:pt x="0" y="321563"/>
                  </a:lnTo>
                  <a:lnTo>
                    <a:pt x="202692" y="429005"/>
                  </a:lnTo>
                  <a:lnTo>
                    <a:pt x="404622" y="321563"/>
                  </a:lnTo>
                  <a:close/>
                </a:path>
              </a:pathLst>
            </a:custGeom>
            <a:solidFill>
              <a:srgbClr val="4683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7439576" y="2469418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9" y="321546"/>
                  </a:moveTo>
                  <a:lnTo>
                    <a:pt x="404629" y="107426"/>
                  </a:lnTo>
                  <a:lnTo>
                    <a:pt x="202702" y="0"/>
                  </a:lnTo>
                  <a:lnTo>
                    <a:pt x="0" y="107426"/>
                  </a:lnTo>
                  <a:lnTo>
                    <a:pt x="0" y="321546"/>
                  </a:lnTo>
                  <a:lnTo>
                    <a:pt x="202702" y="428985"/>
                  </a:lnTo>
                  <a:lnTo>
                    <a:pt x="404629" y="321546"/>
                  </a:lnTo>
                  <a:close/>
                </a:path>
              </a:pathLst>
            </a:custGeom>
            <a:ln w="15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6" name="object 86"/>
          <p:cNvSpPr txBox="1"/>
          <p:nvPr/>
        </p:nvSpPr>
        <p:spPr>
          <a:xfrm>
            <a:off x="7189107" y="2462542"/>
            <a:ext cx="511809" cy="1155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417830" algn="l"/>
              </a:tabLst>
            </a:pPr>
            <a:r>
              <a:rPr sz="600" spc="10" dirty="0">
                <a:latin typeface="Sylfaen"/>
                <a:cs typeface="Sylfaen"/>
              </a:rPr>
              <a:t>1</a:t>
            </a:r>
            <a:r>
              <a:rPr sz="600" spc="-25" dirty="0">
                <a:latin typeface="Sylfaen"/>
                <a:cs typeface="Sylfaen"/>
              </a:rPr>
              <a:t>7</a:t>
            </a:r>
            <a:r>
              <a:rPr sz="600" dirty="0">
                <a:latin typeface="Sylfaen"/>
                <a:cs typeface="Sylfaen"/>
              </a:rPr>
              <a:t>	</a:t>
            </a:r>
            <a:r>
              <a:rPr sz="600" spc="10" dirty="0">
                <a:latin typeface="Sylfaen"/>
                <a:cs typeface="Sylfaen"/>
              </a:rPr>
              <a:t>18</a:t>
            </a:r>
            <a:endParaRPr sz="600">
              <a:latin typeface="Sylfaen"/>
              <a:cs typeface="Sylfaen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6744099" y="2655933"/>
            <a:ext cx="1057910" cy="1543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6870" algn="l"/>
              </a:tabLst>
            </a:pPr>
            <a:r>
              <a:rPr sz="850" spc="-55" dirty="0">
                <a:latin typeface="Sylfaen"/>
                <a:cs typeface="Sylfaen"/>
              </a:rPr>
              <a:t>Z</a:t>
            </a:r>
            <a:r>
              <a:rPr sz="850" spc="-35" dirty="0">
                <a:latin typeface="Sylfaen"/>
                <a:cs typeface="Sylfaen"/>
              </a:rPr>
              <a:t>4</a:t>
            </a:r>
            <a:r>
              <a:rPr sz="850" spc="-30" dirty="0">
                <a:latin typeface="Sylfaen"/>
                <a:cs typeface="Sylfaen"/>
              </a:rPr>
              <a:t>9</a:t>
            </a:r>
            <a:r>
              <a:rPr sz="850" dirty="0">
                <a:latin typeface="Sylfaen"/>
                <a:cs typeface="Sylfaen"/>
              </a:rPr>
              <a:t>	</a:t>
            </a:r>
            <a:r>
              <a:rPr sz="850" spc="-60" dirty="0">
                <a:latin typeface="Sylfaen"/>
                <a:cs typeface="Sylfaen"/>
              </a:rPr>
              <a:t>Z</a:t>
            </a:r>
            <a:r>
              <a:rPr sz="850" spc="-30" dirty="0">
                <a:latin typeface="Sylfaen"/>
                <a:cs typeface="Sylfaen"/>
              </a:rPr>
              <a:t>4</a:t>
            </a:r>
            <a:r>
              <a:rPr sz="850" spc="-35" dirty="0">
                <a:latin typeface="Sylfaen"/>
                <a:cs typeface="Sylfaen"/>
              </a:rPr>
              <a:t>9</a:t>
            </a:r>
            <a:r>
              <a:rPr sz="850" spc="-50" dirty="0">
                <a:latin typeface="Sylfaen"/>
                <a:cs typeface="Sylfaen"/>
              </a:rPr>
              <a:t>A</a:t>
            </a:r>
            <a:r>
              <a:rPr sz="850" spc="-30" dirty="0">
                <a:latin typeface="Sylfaen"/>
                <a:cs typeface="Sylfaen"/>
              </a:rPr>
              <a:t>2</a:t>
            </a:r>
            <a:r>
              <a:rPr sz="850" dirty="0">
                <a:latin typeface="Sylfaen"/>
                <a:cs typeface="Sylfaen"/>
              </a:rPr>
              <a:t>    </a:t>
            </a:r>
            <a:r>
              <a:rPr sz="850" spc="-105" dirty="0">
                <a:latin typeface="Sylfaen"/>
                <a:cs typeface="Sylfaen"/>
              </a:rPr>
              <a:t> </a:t>
            </a:r>
            <a:r>
              <a:rPr sz="850" spc="-55" dirty="0">
                <a:latin typeface="Sylfaen"/>
                <a:cs typeface="Sylfaen"/>
              </a:rPr>
              <a:t>Z</a:t>
            </a:r>
            <a:r>
              <a:rPr sz="850" spc="-35" dirty="0">
                <a:latin typeface="Sylfaen"/>
                <a:cs typeface="Sylfaen"/>
              </a:rPr>
              <a:t>49</a:t>
            </a:r>
            <a:r>
              <a:rPr sz="850" spc="-50" dirty="0">
                <a:latin typeface="Sylfaen"/>
                <a:cs typeface="Sylfaen"/>
              </a:rPr>
              <a:t>A</a:t>
            </a:r>
            <a:r>
              <a:rPr sz="850" spc="-30" dirty="0">
                <a:latin typeface="Sylfaen"/>
                <a:cs typeface="Sylfaen"/>
              </a:rPr>
              <a:t>2</a:t>
            </a:r>
            <a:endParaRPr sz="850">
              <a:latin typeface="Sylfaen"/>
              <a:cs typeface="Sylfaen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7330840" y="2559266"/>
            <a:ext cx="187960" cy="12890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650" spc="-15" dirty="0">
                <a:latin typeface="Sylfaen"/>
                <a:cs typeface="Sylfaen"/>
              </a:rPr>
              <a:t>—</a:t>
            </a:r>
            <a:r>
              <a:rPr sz="650" spc="85" dirty="0">
                <a:latin typeface="Sylfaen"/>
                <a:cs typeface="Sylfaen"/>
              </a:rPr>
              <a:t> </a:t>
            </a:r>
            <a:r>
              <a:rPr sz="650" spc="-10" dirty="0">
                <a:latin typeface="Sylfaen"/>
                <a:cs typeface="Sylfaen"/>
              </a:rPr>
              <a:t>4</a:t>
            </a:r>
            <a:endParaRPr sz="650">
              <a:latin typeface="Sylfaen"/>
              <a:cs typeface="Sylfaen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7776612" y="2559266"/>
            <a:ext cx="66040" cy="12890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650" spc="-10" dirty="0">
                <a:latin typeface="Sylfaen"/>
                <a:cs typeface="Sylfaen"/>
              </a:rPr>
              <a:t>2</a:t>
            </a:r>
            <a:endParaRPr sz="650">
              <a:latin typeface="Sylfaen"/>
              <a:cs typeface="Sylfaen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7533532" y="2738268"/>
            <a:ext cx="511175" cy="271145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73025">
              <a:lnSpc>
                <a:spcPct val="100000"/>
              </a:lnSpc>
              <a:spcBef>
                <a:spcPts val="280"/>
              </a:spcBef>
            </a:pPr>
            <a:r>
              <a:rPr sz="600" spc="10" dirty="0">
                <a:latin typeface="Sylfaen"/>
                <a:cs typeface="Sylfaen"/>
              </a:rPr>
              <a:t>12</a:t>
            </a:r>
            <a:endParaRPr sz="600">
              <a:latin typeface="Sylfaen"/>
              <a:cs typeface="Sylfaen"/>
            </a:endParaRPr>
          </a:p>
          <a:p>
            <a:pPr marL="12700">
              <a:lnSpc>
                <a:spcPct val="100000"/>
              </a:lnSpc>
              <a:spcBef>
                <a:spcPts val="245"/>
              </a:spcBef>
              <a:tabLst>
                <a:tab pos="417195" algn="l"/>
              </a:tabLst>
            </a:pPr>
            <a:r>
              <a:rPr sz="650" spc="-15" dirty="0">
                <a:latin typeface="Sylfaen"/>
                <a:cs typeface="Sylfaen"/>
              </a:rPr>
              <a:t>— </a:t>
            </a:r>
            <a:r>
              <a:rPr sz="650" spc="-10" dirty="0">
                <a:latin typeface="Sylfaen"/>
                <a:cs typeface="Sylfaen"/>
              </a:rPr>
              <a:t> 4</a:t>
            </a:r>
            <a:r>
              <a:rPr sz="650" dirty="0">
                <a:latin typeface="Sylfaen"/>
                <a:cs typeface="Sylfaen"/>
              </a:rPr>
              <a:t>	</a:t>
            </a:r>
            <a:r>
              <a:rPr sz="650" spc="-15" dirty="0">
                <a:latin typeface="Sylfaen"/>
                <a:cs typeface="Sylfaen"/>
              </a:rPr>
              <a:t>1</a:t>
            </a:r>
            <a:r>
              <a:rPr sz="650" spc="-10" dirty="0">
                <a:latin typeface="Sylfaen"/>
                <a:cs typeface="Sylfaen"/>
              </a:rPr>
              <a:t>4</a:t>
            </a:r>
            <a:endParaRPr sz="650">
              <a:latin typeface="Sylfaen"/>
              <a:cs typeface="Sylfaen"/>
            </a:endParaRPr>
          </a:p>
        </p:txBody>
      </p:sp>
      <p:grpSp>
        <p:nvGrpSpPr>
          <p:cNvPr id="91" name="object 91"/>
          <p:cNvGrpSpPr/>
          <p:nvPr/>
        </p:nvGrpSpPr>
        <p:grpSpPr>
          <a:xfrm>
            <a:off x="6014321" y="2139935"/>
            <a:ext cx="421640" cy="445134"/>
            <a:chOff x="6014321" y="2139935"/>
            <a:chExt cx="421640" cy="445134"/>
          </a:xfrm>
        </p:grpSpPr>
        <p:sp>
          <p:nvSpPr>
            <p:cNvPr id="92" name="object 92"/>
            <p:cNvSpPr/>
            <p:nvPr/>
          </p:nvSpPr>
          <p:spPr>
            <a:xfrm>
              <a:off x="6022225" y="2147954"/>
              <a:ext cx="405765" cy="429259"/>
            </a:xfrm>
            <a:custGeom>
              <a:avLst/>
              <a:gdLst/>
              <a:ahLst/>
              <a:cxnLst/>
              <a:rect l="l" t="t" r="r" b="b"/>
              <a:pathLst>
                <a:path w="405764" h="429260">
                  <a:moveTo>
                    <a:pt x="405384" y="321563"/>
                  </a:moveTo>
                  <a:lnTo>
                    <a:pt x="405384" y="107441"/>
                  </a:lnTo>
                  <a:lnTo>
                    <a:pt x="202692" y="0"/>
                  </a:lnTo>
                  <a:lnTo>
                    <a:pt x="0" y="107441"/>
                  </a:lnTo>
                  <a:lnTo>
                    <a:pt x="0" y="321563"/>
                  </a:lnTo>
                  <a:lnTo>
                    <a:pt x="202692" y="429005"/>
                  </a:lnTo>
                  <a:lnTo>
                    <a:pt x="405384" y="321563"/>
                  </a:lnTo>
                  <a:close/>
                </a:path>
              </a:pathLst>
            </a:custGeom>
            <a:solidFill>
              <a:srgbClr val="F0E6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6022258" y="2147872"/>
              <a:ext cx="405765" cy="429259"/>
            </a:xfrm>
            <a:custGeom>
              <a:avLst/>
              <a:gdLst/>
              <a:ahLst/>
              <a:cxnLst/>
              <a:rect l="l" t="t" r="r" b="b"/>
              <a:pathLst>
                <a:path w="405764" h="429260">
                  <a:moveTo>
                    <a:pt x="405381" y="321546"/>
                  </a:moveTo>
                  <a:lnTo>
                    <a:pt x="405381" y="107426"/>
                  </a:lnTo>
                  <a:lnTo>
                    <a:pt x="202690" y="0"/>
                  </a:lnTo>
                  <a:lnTo>
                    <a:pt x="0" y="107426"/>
                  </a:lnTo>
                  <a:lnTo>
                    <a:pt x="0" y="321546"/>
                  </a:lnTo>
                  <a:lnTo>
                    <a:pt x="202690" y="428985"/>
                  </a:lnTo>
                  <a:lnTo>
                    <a:pt x="405381" y="321546"/>
                  </a:lnTo>
                  <a:close/>
                </a:path>
              </a:pathLst>
            </a:custGeom>
            <a:ln w="15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4" name="object 94"/>
          <p:cNvSpPr txBox="1"/>
          <p:nvPr/>
        </p:nvSpPr>
        <p:spPr>
          <a:xfrm>
            <a:off x="6177172" y="2140978"/>
            <a:ext cx="106680" cy="1155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600" spc="10" dirty="0">
                <a:latin typeface="Sylfaen"/>
                <a:cs typeface="Sylfaen"/>
              </a:rPr>
              <a:t>19</a:t>
            </a:r>
            <a:endParaRPr sz="600">
              <a:latin typeface="Sylfaen"/>
              <a:cs typeface="Sylfaen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6035440" y="2237701"/>
            <a:ext cx="66040" cy="12890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650" spc="-10" dirty="0">
                <a:latin typeface="Sylfaen"/>
                <a:cs typeface="Sylfaen"/>
              </a:rPr>
              <a:t>2</a:t>
            </a:r>
            <a:endParaRPr sz="650">
              <a:latin typeface="Sylfaen"/>
              <a:cs typeface="Sylfaen"/>
            </a:endParaRPr>
          </a:p>
        </p:txBody>
      </p:sp>
      <p:grpSp>
        <p:nvGrpSpPr>
          <p:cNvPr id="96" name="object 96"/>
          <p:cNvGrpSpPr/>
          <p:nvPr/>
        </p:nvGrpSpPr>
        <p:grpSpPr>
          <a:xfrm>
            <a:off x="6419702" y="2139935"/>
            <a:ext cx="421005" cy="445134"/>
            <a:chOff x="6419702" y="2139935"/>
            <a:chExt cx="421005" cy="445134"/>
          </a:xfrm>
        </p:grpSpPr>
        <p:sp>
          <p:nvSpPr>
            <p:cNvPr id="97" name="object 97"/>
            <p:cNvSpPr/>
            <p:nvPr/>
          </p:nvSpPr>
          <p:spPr>
            <a:xfrm>
              <a:off x="6427622" y="2147954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2" y="321563"/>
                  </a:moveTo>
                  <a:lnTo>
                    <a:pt x="404622" y="107441"/>
                  </a:lnTo>
                  <a:lnTo>
                    <a:pt x="201930" y="0"/>
                  </a:lnTo>
                  <a:lnTo>
                    <a:pt x="0" y="107441"/>
                  </a:lnTo>
                  <a:lnTo>
                    <a:pt x="0" y="321563"/>
                  </a:lnTo>
                  <a:lnTo>
                    <a:pt x="201930" y="429005"/>
                  </a:lnTo>
                  <a:lnTo>
                    <a:pt x="404622" y="321563"/>
                  </a:lnTo>
                  <a:close/>
                </a:path>
              </a:pathLst>
            </a:custGeom>
            <a:solidFill>
              <a:srgbClr val="7E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6427639" y="2147872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9" y="321546"/>
                  </a:moveTo>
                  <a:lnTo>
                    <a:pt x="404629" y="107426"/>
                  </a:lnTo>
                  <a:lnTo>
                    <a:pt x="201938" y="0"/>
                  </a:lnTo>
                  <a:lnTo>
                    <a:pt x="0" y="107426"/>
                  </a:lnTo>
                  <a:lnTo>
                    <a:pt x="0" y="321546"/>
                  </a:lnTo>
                  <a:lnTo>
                    <a:pt x="201938" y="428985"/>
                  </a:lnTo>
                  <a:lnTo>
                    <a:pt x="404629" y="321546"/>
                  </a:lnTo>
                  <a:close/>
                </a:path>
              </a:pathLst>
            </a:custGeom>
            <a:ln w="15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9" name="object 99"/>
          <p:cNvSpPr txBox="1"/>
          <p:nvPr/>
        </p:nvSpPr>
        <p:spPr>
          <a:xfrm>
            <a:off x="6592461" y="2140978"/>
            <a:ext cx="106680" cy="1155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600" spc="10" dirty="0">
                <a:latin typeface="Sylfaen"/>
                <a:cs typeface="Sylfaen"/>
              </a:rPr>
              <a:t>20</a:t>
            </a:r>
            <a:endParaRPr sz="600">
              <a:latin typeface="Sylfaen"/>
              <a:cs typeface="Sylfaen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6075826" y="2334369"/>
            <a:ext cx="653415" cy="35369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ts val="930"/>
              </a:lnSpc>
              <a:spcBef>
                <a:spcPts val="95"/>
              </a:spcBef>
              <a:tabLst>
                <a:tab pos="478155" algn="l"/>
              </a:tabLst>
            </a:pPr>
            <a:r>
              <a:rPr sz="850" spc="-55" dirty="0">
                <a:latin typeface="Sylfaen"/>
                <a:cs typeface="Sylfaen"/>
              </a:rPr>
              <a:t>Z</a:t>
            </a:r>
            <a:r>
              <a:rPr sz="850" spc="-35" dirty="0">
                <a:latin typeface="Sylfaen"/>
                <a:cs typeface="Sylfaen"/>
              </a:rPr>
              <a:t>4</a:t>
            </a:r>
            <a:r>
              <a:rPr sz="850" spc="-30" dirty="0">
                <a:latin typeface="Sylfaen"/>
                <a:cs typeface="Sylfaen"/>
              </a:rPr>
              <a:t>9</a:t>
            </a:r>
            <a:r>
              <a:rPr sz="850" spc="-45" dirty="0">
                <a:latin typeface="Sylfaen"/>
                <a:cs typeface="Sylfaen"/>
              </a:rPr>
              <a:t>B</a:t>
            </a:r>
            <a:r>
              <a:rPr sz="850" spc="-30" dirty="0">
                <a:latin typeface="Sylfaen"/>
                <a:cs typeface="Sylfaen"/>
              </a:rPr>
              <a:t>6</a:t>
            </a:r>
            <a:r>
              <a:rPr sz="850" dirty="0">
                <a:latin typeface="Sylfaen"/>
                <a:cs typeface="Sylfaen"/>
              </a:rPr>
              <a:t>	</a:t>
            </a:r>
            <a:r>
              <a:rPr sz="850" spc="-55" dirty="0">
                <a:latin typeface="Sylfaen"/>
                <a:cs typeface="Sylfaen"/>
              </a:rPr>
              <a:t>Z</a:t>
            </a:r>
            <a:r>
              <a:rPr sz="850" spc="-35" dirty="0">
                <a:latin typeface="Sylfaen"/>
                <a:cs typeface="Sylfaen"/>
              </a:rPr>
              <a:t>4</a:t>
            </a:r>
            <a:r>
              <a:rPr sz="850" spc="-30" dirty="0">
                <a:latin typeface="Sylfaen"/>
                <a:cs typeface="Sylfaen"/>
              </a:rPr>
              <a:t>9</a:t>
            </a:r>
            <a:endParaRPr sz="850">
              <a:latin typeface="Sylfaen"/>
              <a:cs typeface="Sylfaen"/>
            </a:endParaRPr>
          </a:p>
          <a:p>
            <a:pPr marL="134620">
              <a:lnSpc>
                <a:spcPts val="630"/>
              </a:lnSpc>
            </a:pPr>
            <a:r>
              <a:rPr sz="600" spc="-25" dirty="0">
                <a:latin typeface="Sylfaen"/>
                <a:cs typeface="Sylfaen"/>
              </a:rPr>
              <a:t>6</a:t>
            </a:r>
            <a:endParaRPr sz="600">
              <a:latin typeface="Sylfaen"/>
              <a:cs typeface="Sylfaen"/>
            </a:endParaRPr>
          </a:p>
          <a:p>
            <a:pPr marL="93345">
              <a:lnSpc>
                <a:spcPct val="100000"/>
              </a:lnSpc>
              <a:spcBef>
                <a:spcPts val="240"/>
              </a:spcBef>
            </a:pPr>
            <a:r>
              <a:rPr sz="650" spc="-10" dirty="0">
                <a:latin typeface="Sylfaen"/>
                <a:cs typeface="Sylfaen"/>
              </a:rPr>
              <a:t>5</a:t>
            </a:r>
            <a:r>
              <a:rPr sz="650" spc="100" dirty="0">
                <a:latin typeface="Sylfaen"/>
                <a:cs typeface="Sylfaen"/>
              </a:rPr>
              <a:t> </a:t>
            </a:r>
            <a:r>
              <a:rPr sz="650" spc="-10" dirty="0">
                <a:latin typeface="Sylfaen"/>
                <a:cs typeface="Sylfaen"/>
              </a:rPr>
              <a:t>2</a:t>
            </a:r>
            <a:endParaRPr sz="650">
              <a:latin typeface="Sylfaen"/>
              <a:cs typeface="Sylfaen"/>
            </a:endParaRPr>
          </a:p>
        </p:txBody>
      </p:sp>
      <p:grpSp>
        <p:nvGrpSpPr>
          <p:cNvPr id="101" name="object 101"/>
          <p:cNvGrpSpPr/>
          <p:nvPr/>
        </p:nvGrpSpPr>
        <p:grpSpPr>
          <a:xfrm>
            <a:off x="6824319" y="2139935"/>
            <a:ext cx="421005" cy="445134"/>
            <a:chOff x="6824319" y="2139935"/>
            <a:chExt cx="421005" cy="445134"/>
          </a:xfrm>
        </p:grpSpPr>
        <p:sp>
          <p:nvSpPr>
            <p:cNvPr id="102" name="object 102"/>
            <p:cNvSpPr/>
            <p:nvPr/>
          </p:nvSpPr>
          <p:spPr>
            <a:xfrm>
              <a:off x="6832244" y="2147954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2" y="321563"/>
                  </a:moveTo>
                  <a:lnTo>
                    <a:pt x="404622" y="107441"/>
                  </a:lnTo>
                  <a:lnTo>
                    <a:pt x="202692" y="0"/>
                  </a:lnTo>
                  <a:lnTo>
                    <a:pt x="0" y="107441"/>
                  </a:lnTo>
                  <a:lnTo>
                    <a:pt x="0" y="321563"/>
                  </a:lnTo>
                  <a:lnTo>
                    <a:pt x="202692" y="429005"/>
                  </a:lnTo>
                  <a:lnTo>
                    <a:pt x="404622" y="321563"/>
                  </a:lnTo>
                  <a:close/>
                </a:path>
              </a:pathLst>
            </a:custGeom>
            <a:solidFill>
              <a:srgbClr val="4683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6832256" y="2147872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9" y="321546"/>
                  </a:moveTo>
                  <a:lnTo>
                    <a:pt x="404629" y="107426"/>
                  </a:lnTo>
                  <a:lnTo>
                    <a:pt x="202702" y="0"/>
                  </a:lnTo>
                  <a:lnTo>
                    <a:pt x="0" y="107426"/>
                  </a:lnTo>
                  <a:lnTo>
                    <a:pt x="0" y="321546"/>
                  </a:lnTo>
                  <a:lnTo>
                    <a:pt x="202702" y="428985"/>
                  </a:lnTo>
                  <a:lnTo>
                    <a:pt x="404629" y="321546"/>
                  </a:lnTo>
                  <a:close/>
                </a:path>
              </a:pathLst>
            </a:custGeom>
            <a:ln w="15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4" name="object 104"/>
          <p:cNvSpPr txBox="1"/>
          <p:nvPr/>
        </p:nvSpPr>
        <p:spPr>
          <a:xfrm>
            <a:off x="6997083" y="2140978"/>
            <a:ext cx="106680" cy="1155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600" spc="10" dirty="0">
                <a:latin typeface="Sylfaen"/>
                <a:cs typeface="Sylfaen"/>
              </a:rPr>
              <a:t>21</a:t>
            </a:r>
            <a:endParaRPr sz="600">
              <a:latin typeface="Sylfaen"/>
              <a:cs typeface="Sylfaen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6946792" y="2334369"/>
            <a:ext cx="187325" cy="1543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50" spc="-60" dirty="0">
                <a:latin typeface="Sylfaen"/>
                <a:cs typeface="Sylfaen"/>
              </a:rPr>
              <a:t>Z</a:t>
            </a:r>
            <a:r>
              <a:rPr sz="850" spc="-30" dirty="0">
                <a:latin typeface="Sylfaen"/>
                <a:cs typeface="Sylfaen"/>
              </a:rPr>
              <a:t>49</a:t>
            </a:r>
            <a:endParaRPr sz="850">
              <a:latin typeface="Sylfaen"/>
              <a:cs typeface="Sylfaen"/>
            </a:endParaRPr>
          </a:p>
        </p:txBody>
      </p:sp>
      <p:grpSp>
        <p:nvGrpSpPr>
          <p:cNvPr id="106" name="object 106"/>
          <p:cNvGrpSpPr/>
          <p:nvPr/>
        </p:nvGrpSpPr>
        <p:grpSpPr>
          <a:xfrm>
            <a:off x="7228961" y="2139935"/>
            <a:ext cx="421640" cy="445134"/>
            <a:chOff x="7228961" y="2139935"/>
            <a:chExt cx="421640" cy="445134"/>
          </a:xfrm>
        </p:grpSpPr>
        <p:sp>
          <p:nvSpPr>
            <p:cNvPr id="107" name="object 107"/>
            <p:cNvSpPr/>
            <p:nvPr/>
          </p:nvSpPr>
          <p:spPr>
            <a:xfrm>
              <a:off x="7236866" y="2147954"/>
              <a:ext cx="405765" cy="429259"/>
            </a:xfrm>
            <a:custGeom>
              <a:avLst/>
              <a:gdLst/>
              <a:ahLst/>
              <a:cxnLst/>
              <a:rect l="l" t="t" r="r" b="b"/>
              <a:pathLst>
                <a:path w="405765" h="429260">
                  <a:moveTo>
                    <a:pt x="405383" y="321563"/>
                  </a:moveTo>
                  <a:lnTo>
                    <a:pt x="405383" y="107441"/>
                  </a:lnTo>
                  <a:lnTo>
                    <a:pt x="202691" y="0"/>
                  </a:lnTo>
                  <a:lnTo>
                    <a:pt x="0" y="107441"/>
                  </a:lnTo>
                  <a:lnTo>
                    <a:pt x="0" y="321563"/>
                  </a:lnTo>
                  <a:lnTo>
                    <a:pt x="202691" y="429005"/>
                  </a:lnTo>
                  <a:lnTo>
                    <a:pt x="405383" y="321563"/>
                  </a:lnTo>
                  <a:close/>
                </a:path>
              </a:pathLst>
            </a:custGeom>
            <a:solidFill>
              <a:srgbClr val="FDF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7236898" y="2147872"/>
              <a:ext cx="405765" cy="429259"/>
            </a:xfrm>
            <a:custGeom>
              <a:avLst/>
              <a:gdLst/>
              <a:ahLst/>
              <a:cxnLst/>
              <a:rect l="l" t="t" r="r" b="b"/>
              <a:pathLst>
                <a:path w="405765" h="429260">
                  <a:moveTo>
                    <a:pt x="405381" y="321546"/>
                  </a:moveTo>
                  <a:lnTo>
                    <a:pt x="405381" y="107426"/>
                  </a:lnTo>
                  <a:lnTo>
                    <a:pt x="202690" y="0"/>
                  </a:lnTo>
                  <a:lnTo>
                    <a:pt x="0" y="107426"/>
                  </a:lnTo>
                  <a:lnTo>
                    <a:pt x="0" y="321546"/>
                  </a:lnTo>
                  <a:lnTo>
                    <a:pt x="202690" y="428985"/>
                  </a:lnTo>
                  <a:lnTo>
                    <a:pt x="405381" y="321546"/>
                  </a:lnTo>
                  <a:close/>
                </a:path>
              </a:pathLst>
            </a:custGeom>
            <a:ln w="15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9" name="object 109"/>
          <p:cNvSpPr txBox="1"/>
          <p:nvPr/>
        </p:nvSpPr>
        <p:spPr>
          <a:xfrm>
            <a:off x="7401706" y="2140978"/>
            <a:ext cx="106680" cy="1155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600" spc="10" dirty="0">
                <a:latin typeface="Sylfaen"/>
                <a:cs typeface="Sylfaen"/>
              </a:rPr>
              <a:t>22</a:t>
            </a:r>
            <a:endParaRPr sz="600">
              <a:latin typeface="Sylfaen"/>
              <a:cs typeface="Sylfaen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7351414" y="2334369"/>
            <a:ext cx="187325" cy="1543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50" spc="-55" dirty="0">
                <a:latin typeface="Sylfaen"/>
                <a:cs typeface="Sylfaen"/>
              </a:rPr>
              <a:t>Z</a:t>
            </a:r>
            <a:r>
              <a:rPr sz="850" spc="-35" dirty="0">
                <a:latin typeface="Sylfaen"/>
                <a:cs typeface="Sylfaen"/>
              </a:rPr>
              <a:t>4</a:t>
            </a:r>
            <a:r>
              <a:rPr sz="850" spc="-30" dirty="0">
                <a:latin typeface="Sylfaen"/>
                <a:cs typeface="Sylfaen"/>
              </a:rPr>
              <a:t>9</a:t>
            </a:r>
            <a:endParaRPr sz="850">
              <a:latin typeface="Sylfaen"/>
              <a:cs typeface="Sylfaen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7128910" y="2237701"/>
            <a:ext cx="187325" cy="12890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650" spc="-10" dirty="0">
                <a:latin typeface="Sylfaen"/>
                <a:cs typeface="Sylfaen"/>
              </a:rPr>
              <a:t>16</a:t>
            </a:r>
            <a:r>
              <a:rPr sz="650" spc="80" dirty="0">
                <a:latin typeface="Sylfaen"/>
                <a:cs typeface="Sylfaen"/>
              </a:rPr>
              <a:t> </a:t>
            </a:r>
            <a:r>
              <a:rPr sz="650" spc="-10" dirty="0">
                <a:latin typeface="Sylfaen"/>
                <a:cs typeface="Sylfaen"/>
              </a:rPr>
              <a:t>1</a:t>
            </a:r>
            <a:endParaRPr sz="650">
              <a:latin typeface="Sylfaen"/>
              <a:cs typeface="Sylfaen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7533532" y="2237701"/>
            <a:ext cx="106680" cy="12890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650" spc="-15" dirty="0">
                <a:latin typeface="Sylfaen"/>
                <a:cs typeface="Sylfaen"/>
              </a:rPr>
              <a:t>—</a:t>
            </a:r>
            <a:endParaRPr sz="650">
              <a:latin typeface="Sylfaen"/>
              <a:cs typeface="Sylfaen"/>
            </a:endParaRPr>
          </a:p>
        </p:txBody>
      </p:sp>
      <p:grpSp>
        <p:nvGrpSpPr>
          <p:cNvPr id="113" name="object 113"/>
          <p:cNvGrpSpPr/>
          <p:nvPr/>
        </p:nvGrpSpPr>
        <p:grpSpPr>
          <a:xfrm>
            <a:off x="6217011" y="1818376"/>
            <a:ext cx="421005" cy="445134"/>
            <a:chOff x="6217011" y="1818376"/>
            <a:chExt cx="421005" cy="445134"/>
          </a:xfrm>
        </p:grpSpPr>
        <p:sp>
          <p:nvSpPr>
            <p:cNvPr id="114" name="object 114"/>
            <p:cNvSpPr/>
            <p:nvPr/>
          </p:nvSpPr>
          <p:spPr>
            <a:xfrm>
              <a:off x="6224930" y="1826390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2" y="321563"/>
                  </a:moveTo>
                  <a:lnTo>
                    <a:pt x="404622" y="107441"/>
                  </a:lnTo>
                  <a:lnTo>
                    <a:pt x="202692" y="0"/>
                  </a:lnTo>
                  <a:lnTo>
                    <a:pt x="0" y="107441"/>
                  </a:lnTo>
                  <a:lnTo>
                    <a:pt x="0" y="321563"/>
                  </a:lnTo>
                  <a:lnTo>
                    <a:pt x="202692" y="429005"/>
                  </a:lnTo>
                  <a:lnTo>
                    <a:pt x="404622" y="321563"/>
                  </a:lnTo>
                  <a:close/>
                </a:path>
              </a:pathLst>
            </a:custGeom>
            <a:solidFill>
              <a:srgbClr val="7E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6224949" y="1826313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9" y="321546"/>
                  </a:moveTo>
                  <a:lnTo>
                    <a:pt x="404629" y="107426"/>
                  </a:lnTo>
                  <a:lnTo>
                    <a:pt x="202702" y="0"/>
                  </a:lnTo>
                  <a:lnTo>
                    <a:pt x="0" y="107426"/>
                  </a:lnTo>
                  <a:lnTo>
                    <a:pt x="0" y="321546"/>
                  </a:lnTo>
                  <a:lnTo>
                    <a:pt x="202702" y="428985"/>
                  </a:lnTo>
                  <a:lnTo>
                    <a:pt x="404629" y="321546"/>
                  </a:lnTo>
                  <a:close/>
                </a:path>
              </a:pathLst>
            </a:custGeom>
            <a:ln w="15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6" name="object 116"/>
          <p:cNvSpPr txBox="1"/>
          <p:nvPr/>
        </p:nvSpPr>
        <p:spPr>
          <a:xfrm>
            <a:off x="6389770" y="1819414"/>
            <a:ext cx="106680" cy="1155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600" spc="10" dirty="0">
                <a:latin typeface="Sylfaen"/>
                <a:cs typeface="Sylfaen"/>
              </a:rPr>
              <a:t>23</a:t>
            </a:r>
            <a:endParaRPr sz="600">
              <a:latin typeface="Sylfaen"/>
              <a:cs typeface="Sylfaen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6238132" y="1916137"/>
            <a:ext cx="66040" cy="12890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650" spc="-10" dirty="0">
                <a:latin typeface="Sylfaen"/>
                <a:cs typeface="Sylfaen"/>
              </a:rPr>
              <a:t>3</a:t>
            </a:r>
            <a:endParaRPr sz="650">
              <a:latin typeface="Sylfaen"/>
              <a:cs typeface="Sylfaen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6318904" y="2095140"/>
            <a:ext cx="187325" cy="271145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R="50165" algn="r">
              <a:lnSpc>
                <a:spcPct val="100000"/>
              </a:lnSpc>
              <a:spcBef>
                <a:spcPts val="280"/>
              </a:spcBef>
            </a:pPr>
            <a:r>
              <a:rPr sz="600" spc="-25" dirty="0">
                <a:latin typeface="Sylfaen"/>
                <a:cs typeface="Sylfaen"/>
              </a:rPr>
              <a:t>6</a:t>
            </a:r>
            <a:endParaRPr sz="600">
              <a:latin typeface="Sylfaen"/>
              <a:cs typeface="Sylfaen"/>
            </a:endParaRPr>
          </a:p>
          <a:p>
            <a:pPr marR="5080" algn="r">
              <a:lnSpc>
                <a:spcPct val="100000"/>
              </a:lnSpc>
              <a:spcBef>
                <a:spcPts val="245"/>
              </a:spcBef>
            </a:pPr>
            <a:r>
              <a:rPr sz="650" spc="-10" dirty="0">
                <a:latin typeface="Sylfaen"/>
                <a:cs typeface="Sylfaen"/>
              </a:rPr>
              <a:t>26</a:t>
            </a:r>
            <a:r>
              <a:rPr sz="650" spc="80" dirty="0">
                <a:latin typeface="Sylfaen"/>
                <a:cs typeface="Sylfaen"/>
              </a:rPr>
              <a:t> </a:t>
            </a:r>
            <a:r>
              <a:rPr sz="650" spc="-10" dirty="0">
                <a:latin typeface="Sylfaen"/>
                <a:cs typeface="Sylfaen"/>
              </a:rPr>
              <a:t>3</a:t>
            </a:r>
            <a:endParaRPr sz="650">
              <a:latin typeface="Sylfaen"/>
              <a:cs typeface="Sylfaen"/>
            </a:endParaRPr>
          </a:p>
        </p:txBody>
      </p:sp>
      <p:grpSp>
        <p:nvGrpSpPr>
          <p:cNvPr id="119" name="object 119"/>
          <p:cNvGrpSpPr/>
          <p:nvPr/>
        </p:nvGrpSpPr>
        <p:grpSpPr>
          <a:xfrm>
            <a:off x="6621640" y="1818376"/>
            <a:ext cx="421640" cy="445134"/>
            <a:chOff x="6621640" y="1818376"/>
            <a:chExt cx="421640" cy="445134"/>
          </a:xfrm>
        </p:grpSpPr>
        <p:sp>
          <p:nvSpPr>
            <p:cNvPr id="120" name="object 120"/>
            <p:cNvSpPr/>
            <p:nvPr/>
          </p:nvSpPr>
          <p:spPr>
            <a:xfrm>
              <a:off x="6629539" y="1826390"/>
              <a:ext cx="405765" cy="429259"/>
            </a:xfrm>
            <a:custGeom>
              <a:avLst/>
              <a:gdLst/>
              <a:ahLst/>
              <a:cxnLst/>
              <a:rect l="l" t="t" r="r" b="b"/>
              <a:pathLst>
                <a:path w="405765" h="429260">
                  <a:moveTo>
                    <a:pt x="405383" y="321563"/>
                  </a:moveTo>
                  <a:lnTo>
                    <a:pt x="405383" y="107441"/>
                  </a:lnTo>
                  <a:lnTo>
                    <a:pt x="202691" y="0"/>
                  </a:lnTo>
                  <a:lnTo>
                    <a:pt x="0" y="107441"/>
                  </a:lnTo>
                  <a:lnTo>
                    <a:pt x="0" y="321563"/>
                  </a:lnTo>
                  <a:lnTo>
                    <a:pt x="202691" y="429005"/>
                  </a:lnTo>
                  <a:lnTo>
                    <a:pt x="405383" y="321563"/>
                  </a:lnTo>
                  <a:close/>
                </a:path>
              </a:pathLst>
            </a:custGeom>
            <a:solidFill>
              <a:srgbClr val="FDF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6629578" y="1826313"/>
              <a:ext cx="405765" cy="429259"/>
            </a:xfrm>
            <a:custGeom>
              <a:avLst/>
              <a:gdLst/>
              <a:ahLst/>
              <a:cxnLst/>
              <a:rect l="l" t="t" r="r" b="b"/>
              <a:pathLst>
                <a:path w="405765" h="429260">
                  <a:moveTo>
                    <a:pt x="405381" y="321546"/>
                  </a:moveTo>
                  <a:lnTo>
                    <a:pt x="405381" y="107426"/>
                  </a:lnTo>
                  <a:lnTo>
                    <a:pt x="202690" y="0"/>
                  </a:lnTo>
                  <a:lnTo>
                    <a:pt x="0" y="107426"/>
                  </a:lnTo>
                  <a:lnTo>
                    <a:pt x="0" y="321546"/>
                  </a:lnTo>
                  <a:lnTo>
                    <a:pt x="202690" y="428985"/>
                  </a:lnTo>
                  <a:lnTo>
                    <a:pt x="405381" y="321546"/>
                  </a:lnTo>
                  <a:close/>
                </a:path>
              </a:pathLst>
            </a:custGeom>
            <a:ln w="15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2" name="object 122"/>
          <p:cNvSpPr txBox="1"/>
          <p:nvPr/>
        </p:nvSpPr>
        <p:spPr>
          <a:xfrm>
            <a:off x="6794392" y="1819414"/>
            <a:ext cx="106680" cy="1155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600" spc="10" dirty="0">
                <a:latin typeface="Sylfaen"/>
                <a:cs typeface="Sylfaen"/>
              </a:rPr>
              <a:t>24</a:t>
            </a:r>
            <a:endParaRPr sz="600">
              <a:latin typeface="Sylfaen"/>
              <a:cs typeface="Sylfaen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6278517" y="2012043"/>
            <a:ext cx="714375" cy="1543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17195" algn="l"/>
              </a:tabLst>
            </a:pPr>
            <a:r>
              <a:rPr sz="850" spc="-55" dirty="0">
                <a:latin typeface="Sylfaen"/>
                <a:cs typeface="Sylfaen"/>
              </a:rPr>
              <a:t>Z</a:t>
            </a:r>
            <a:r>
              <a:rPr sz="850" spc="-35" dirty="0">
                <a:latin typeface="Sylfaen"/>
                <a:cs typeface="Sylfaen"/>
              </a:rPr>
              <a:t>49B</a:t>
            </a:r>
            <a:r>
              <a:rPr sz="850" spc="-30" dirty="0">
                <a:latin typeface="Sylfaen"/>
                <a:cs typeface="Sylfaen"/>
              </a:rPr>
              <a:t>6</a:t>
            </a:r>
            <a:r>
              <a:rPr sz="850" dirty="0">
                <a:latin typeface="Sylfaen"/>
                <a:cs typeface="Sylfaen"/>
              </a:rPr>
              <a:t>	</a:t>
            </a:r>
            <a:r>
              <a:rPr sz="850" spc="-55" dirty="0">
                <a:latin typeface="Sylfaen"/>
                <a:cs typeface="Sylfaen"/>
              </a:rPr>
              <a:t>Z</a:t>
            </a:r>
            <a:r>
              <a:rPr sz="850" spc="-35" dirty="0">
                <a:latin typeface="Sylfaen"/>
                <a:cs typeface="Sylfaen"/>
              </a:rPr>
              <a:t>4</a:t>
            </a:r>
            <a:r>
              <a:rPr sz="850" spc="-30" dirty="0">
                <a:latin typeface="Sylfaen"/>
                <a:cs typeface="Sylfaen"/>
              </a:rPr>
              <a:t>9</a:t>
            </a:r>
            <a:r>
              <a:rPr sz="850" spc="-50" dirty="0">
                <a:latin typeface="Sylfaen"/>
                <a:cs typeface="Sylfaen"/>
              </a:rPr>
              <a:t>A</a:t>
            </a:r>
            <a:r>
              <a:rPr sz="850" spc="-30" dirty="0">
                <a:latin typeface="Sylfaen"/>
                <a:cs typeface="Sylfaen"/>
              </a:rPr>
              <a:t>2</a:t>
            </a:r>
            <a:endParaRPr sz="850">
              <a:latin typeface="Sylfaen"/>
              <a:cs typeface="Sylfaen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6723526" y="2095140"/>
            <a:ext cx="187960" cy="271145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73025">
              <a:lnSpc>
                <a:spcPct val="100000"/>
              </a:lnSpc>
              <a:spcBef>
                <a:spcPts val="280"/>
              </a:spcBef>
            </a:pPr>
            <a:r>
              <a:rPr sz="600" spc="10" dirty="0">
                <a:latin typeface="Sylfaen"/>
                <a:cs typeface="Sylfaen"/>
              </a:rPr>
              <a:t>12</a:t>
            </a:r>
            <a:endParaRPr sz="600">
              <a:latin typeface="Sylfaen"/>
              <a:cs typeface="Sylfaen"/>
            </a:endParaRPr>
          </a:p>
          <a:p>
            <a:pPr marL="12700">
              <a:lnSpc>
                <a:spcPct val="100000"/>
              </a:lnSpc>
              <a:spcBef>
                <a:spcPts val="245"/>
              </a:spcBef>
            </a:pPr>
            <a:r>
              <a:rPr sz="650" spc="-10" dirty="0">
                <a:latin typeface="Sylfaen"/>
                <a:cs typeface="Sylfaen"/>
              </a:rPr>
              <a:t>15</a:t>
            </a:r>
            <a:r>
              <a:rPr sz="650" spc="60" dirty="0">
                <a:latin typeface="Sylfaen"/>
                <a:cs typeface="Sylfaen"/>
              </a:rPr>
              <a:t> </a:t>
            </a:r>
            <a:r>
              <a:rPr sz="650" spc="-10" dirty="0">
                <a:latin typeface="Sylfaen"/>
                <a:cs typeface="Sylfaen"/>
              </a:rPr>
              <a:t>4</a:t>
            </a:r>
            <a:endParaRPr sz="650">
              <a:latin typeface="Sylfaen"/>
              <a:cs typeface="Sylfaen"/>
            </a:endParaRPr>
          </a:p>
        </p:txBody>
      </p:sp>
      <p:grpSp>
        <p:nvGrpSpPr>
          <p:cNvPr id="125" name="object 125"/>
          <p:cNvGrpSpPr/>
          <p:nvPr/>
        </p:nvGrpSpPr>
        <p:grpSpPr>
          <a:xfrm>
            <a:off x="7027022" y="1818376"/>
            <a:ext cx="421005" cy="445134"/>
            <a:chOff x="7027022" y="1818376"/>
            <a:chExt cx="421005" cy="445134"/>
          </a:xfrm>
        </p:grpSpPr>
        <p:sp>
          <p:nvSpPr>
            <p:cNvPr id="126" name="object 126"/>
            <p:cNvSpPr/>
            <p:nvPr/>
          </p:nvSpPr>
          <p:spPr>
            <a:xfrm>
              <a:off x="7034923" y="1826390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2" y="321563"/>
                  </a:moveTo>
                  <a:lnTo>
                    <a:pt x="404622" y="107441"/>
                  </a:lnTo>
                  <a:lnTo>
                    <a:pt x="201930" y="0"/>
                  </a:lnTo>
                  <a:lnTo>
                    <a:pt x="0" y="107441"/>
                  </a:lnTo>
                  <a:lnTo>
                    <a:pt x="0" y="321563"/>
                  </a:lnTo>
                  <a:lnTo>
                    <a:pt x="201930" y="429005"/>
                  </a:lnTo>
                  <a:lnTo>
                    <a:pt x="404622" y="321563"/>
                  </a:lnTo>
                  <a:close/>
                </a:path>
              </a:pathLst>
            </a:custGeom>
            <a:solidFill>
              <a:srgbClr val="FDF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7034959" y="1826313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9" y="321546"/>
                  </a:moveTo>
                  <a:lnTo>
                    <a:pt x="404629" y="107426"/>
                  </a:lnTo>
                  <a:lnTo>
                    <a:pt x="201938" y="0"/>
                  </a:lnTo>
                  <a:lnTo>
                    <a:pt x="0" y="107426"/>
                  </a:lnTo>
                  <a:lnTo>
                    <a:pt x="0" y="321546"/>
                  </a:lnTo>
                  <a:lnTo>
                    <a:pt x="201938" y="428985"/>
                  </a:lnTo>
                  <a:lnTo>
                    <a:pt x="404629" y="321546"/>
                  </a:lnTo>
                  <a:close/>
                </a:path>
              </a:pathLst>
            </a:custGeom>
            <a:ln w="15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8" name="object 128"/>
          <p:cNvSpPr txBox="1"/>
          <p:nvPr/>
        </p:nvSpPr>
        <p:spPr>
          <a:xfrm>
            <a:off x="7199776" y="1819414"/>
            <a:ext cx="106680" cy="1155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600" spc="10" dirty="0">
                <a:latin typeface="Sylfaen"/>
                <a:cs typeface="Sylfaen"/>
              </a:rPr>
              <a:t>25</a:t>
            </a:r>
            <a:endParaRPr sz="600">
              <a:latin typeface="Sylfaen"/>
              <a:cs typeface="Sylfaen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7148721" y="2012043"/>
            <a:ext cx="187325" cy="1543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50" spc="-55" dirty="0">
                <a:latin typeface="Sylfaen"/>
                <a:cs typeface="Sylfaen"/>
              </a:rPr>
              <a:t>Z</a:t>
            </a:r>
            <a:r>
              <a:rPr sz="850" spc="-35" dirty="0">
                <a:latin typeface="Sylfaen"/>
                <a:cs typeface="Sylfaen"/>
              </a:rPr>
              <a:t>4</a:t>
            </a:r>
            <a:r>
              <a:rPr sz="850" spc="-30" dirty="0">
                <a:latin typeface="Sylfaen"/>
                <a:cs typeface="Sylfaen"/>
              </a:rPr>
              <a:t>9</a:t>
            </a:r>
            <a:endParaRPr sz="850">
              <a:latin typeface="Sylfaen"/>
              <a:cs typeface="Sylfaen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7330840" y="1916137"/>
            <a:ext cx="106680" cy="12890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650" spc="-15" dirty="0">
                <a:latin typeface="Sylfaen"/>
                <a:cs typeface="Sylfaen"/>
              </a:rPr>
              <a:t>—</a:t>
            </a:r>
            <a:endParaRPr sz="650">
              <a:latin typeface="Sylfaen"/>
              <a:cs typeface="Sylfaen"/>
            </a:endParaRPr>
          </a:p>
        </p:txBody>
      </p:sp>
      <p:grpSp>
        <p:nvGrpSpPr>
          <p:cNvPr id="131" name="object 131"/>
          <p:cNvGrpSpPr/>
          <p:nvPr/>
        </p:nvGrpSpPr>
        <p:grpSpPr>
          <a:xfrm>
            <a:off x="6419702" y="1496829"/>
            <a:ext cx="421005" cy="445134"/>
            <a:chOff x="6419702" y="1496829"/>
            <a:chExt cx="421005" cy="445134"/>
          </a:xfrm>
        </p:grpSpPr>
        <p:sp>
          <p:nvSpPr>
            <p:cNvPr id="132" name="object 132"/>
            <p:cNvSpPr/>
            <p:nvPr/>
          </p:nvSpPr>
          <p:spPr>
            <a:xfrm>
              <a:off x="6427622" y="1504826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2" y="321563"/>
                  </a:moveTo>
                  <a:lnTo>
                    <a:pt x="404622" y="107441"/>
                  </a:lnTo>
                  <a:lnTo>
                    <a:pt x="201930" y="0"/>
                  </a:lnTo>
                  <a:lnTo>
                    <a:pt x="0" y="107441"/>
                  </a:lnTo>
                  <a:lnTo>
                    <a:pt x="0" y="321563"/>
                  </a:lnTo>
                  <a:lnTo>
                    <a:pt x="201930" y="429005"/>
                  </a:lnTo>
                  <a:lnTo>
                    <a:pt x="404622" y="321563"/>
                  </a:lnTo>
                  <a:close/>
                </a:path>
              </a:pathLst>
            </a:custGeom>
            <a:solidFill>
              <a:srgbClr val="FDF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6427639" y="1504767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9" y="321546"/>
                  </a:moveTo>
                  <a:lnTo>
                    <a:pt x="404629" y="107426"/>
                  </a:lnTo>
                  <a:lnTo>
                    <a:pt x="201938" y="0"/>
                  </a:lnTo>
                  <a:lnTo>
                    <a:pt x="0" y="107426"/>
                  </a:lnTo>
                  <a:lnTo>
                    <a:pt x="0" y="321546"/>
                  </a:lnTo>
                  <a:lnTo>
                    <a:pt x="201938" y="428985"/>
                  </a:lnTo>
                  <a:lnTo>
                    <a:pt x="404629" y="321546"/>
                  </a:lnTo>
                  <a:close/>
                </a:path>
              </a:pathLst>
            </a:custGeom>
            <a:ln w="15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4" name="object 134"/>
          <p:cNvSpPr txBox="1"/>
          <p:nvPr/>
        </p:nvSpPr>
        <p:spPr>
          <a:xfrm>
            <a:off x="6592461" y="1497850"/>
            <a:ext cx="106680" cy="1155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600" spc="10" dirty="0">
                <a:latin typeface="Sylfaen"/>
                <a:cs typeface="Sylfaen"/>
              </a:rPr>
              <a:t>26</a:t>
            </a:r>
            <a:endParaRPr sz="600">
              <a:latin typeface="Sylfaen"/>
              <a:cs typeface="Sylfaen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6440061" y="1594573"/>
            <a:ext cx="66040" cy="12890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650" spc="-10" dirty="0">
                <a:latin typeface="Sylfaen"/>
                <a:cs typeface="Sylfaen"/>
              </a:rPr>
              <a:t>1</a:t>
            </a:r>
            <a:endParaRPr sz="650">
              <a:latin typeface="Sylfaen"/>
              <a:cs typeface="Sylfaen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6521596" y="1773577"/>
            <a:ext cx="187325" cy="271145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R="50165" algn="r">
              <a:lnSpc>
                <a:spcPct val="100000"/>
              </a:lnSpc>
              <a:spcBef>
                <a:spcPts val="280"/>
              </a:spcBef>
            </a:pPr>
            <a:r>
              <a:rPr sz="600" spc="-25" dirty="0">
                <a:latin typeface="Sylfaen"/>
                <a:cs typeface="Sylfaen"/>
              </a:rPr>
              <a:t>6</a:t>
            </a:r>
            <a:endParaRPr sz="600">
              <a:latin typeface="Sylfaen"/>
              <a:cs typeface="Sylfaen"/>
            </a:endParaRPr>
          </a:p>
          <a:p>
            <a:pPr marR="5080" algn="r">
              <a:lnSpc>
                <a:spcPct val="100000"/>
              </a:lnSpc>
              <a:spcBef>
                <a:spcPts val="245"/>
              </a:spcBef>
            </a:pPr>
            <a:r>
              <a:rPr sz="650" spc="-10" dirty="0">
                <a:latin typeface="Sylfaen"/>
                <a:cs typeface="Sylfaen"/>
              </a:rPr>
              <a:t>19</a:t>
            </a:r>
            <a:r>
              <a:rPr sz="650" spc="80" dirty="0">
                <a:latin typeface="Sylfaen"/>
                <a:cs typeface="Sylfaen"/>
              </a:rPr>
              <a:t> </a:t>
            </a:r>
            <a:r>
              <a:rPr sz="650" spc="-10" dirty="0">
                <a:latin typeface="Sylfaen"/>
                <a:cs typeface="Sylfaen"/>
              </a:rPr>
              <a:t>1</a:t>
            </a:r>
            <a:endParaRPr sz="650">
              <a:latin typeface="Sylfaen"/>
              <a:cs typeface="Sylfaen"/>
            </a:endParaRPr>
          </a:p>
        </p:txBody>
      </p:sp>
      <p:grpSp>
        <p:nvGrpSpPr>
          <p:cNvPr id="137" name="object 137"/>
          <p:cNvGrpSpPr/>
          <p:nvPr/>
        </p:nvGrpSpPr>
        <p:grpSpPr>
          <a:xfrm>
            <a:off x="6824319" y="1496829"/>
            <a:ext cx="421005" cy="445134"/>
            <a:chOff x="6824319" y="1496829"/>
            <a:chExt cx="421005" cy="445134"/>
          </a:xfrm>
        </p:grpSpPr>
        <p:sp>
          <p:nvSpPr>
            <p:cNvPr id="138" name="object 138"/>
            <p:cNvSpPr/>
            <p:nvPr/>
          </p:nvSpPr>
          <p:spPr>
            <a:xfrm>
              <a:off x="6832244" y="1504826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2" y="321563"/>
                  </a:moveTo>
                  <a:lnTo>
                    <a:pt x="404622" y="107441"/>
                  </a:lnTo>
                  <a:lnTo>
                    <a:pt x="202692" y="0"/>
                  </a:lnTo>
                  <a:lnTo>
                    <a:pt x="0" y="107441"/>
                  </a:lnTo>
                  <a:lnTo>
                    <a:pt x="0" y="321563"/>
                  </a:lnTo>
                  <a:lnTo>
                    <a:pt x="202692" y="429005"/>
                  </a:lnTo>
                  <a:lnTo>
                    <a:pt x="404622" y="321563"/>
                  </a:lnTo>
                  <a:close/>
                </a:path>
              </a:pathLst>
            </a:custGeom>
            <a:solidFill>
              <a:srgbClr val="4683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6832256" y="1504767"/>
              <a:ext cx="405130" cy="429259"/>
            </a:xfrm>
            <a:custGeom>
              <a:avLst/>
              <a:gdLst/>
              <a:ahLst/>
              <a:cxnLst/>
              <a:rect l="l" t="t" r="r" b="b"/>
              <a:pathLst>
                <a:path w="405129" h="429260">
                  <a:moveTo>
                    <a:pt x="404629" y="321546"/>
                  </a:moveTo>
                  <a:lnTo>
                    <a:pt x="404629" y="107426"/>
                  </a:lnTo>
                  <a:lnTo>
                    <a:pt x="202702" y="0"/>
                  </a:lnTo>
                  <a:lnTo>
                    <a:pt x="0" y="107426"/>
                  </a:lnTo>
                  <a:lnTo>
                    <a:pt x="0" y="321546"/>
                  </a:lnTo>
                  <a:lnTo>
                    <a:pt x="202702" y="428985"/>
                  </a:lnTo>
                  <a:lnTo>
                    <a:pt x="404629" y="321546"/>
                  </a:lnTo>
                  <a:close/>
                </a:path>
              </a:pathLst>
            </a:custGeom>
            <a:ln w="15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0" name="object 140"/>
          <p:cNvSpPr txBox="1"/>
          <p:nvPr/>
        </p:nvSpPr>
        <p:spPr>
          <a:xfrm>
            <a:off x="6997083" y="1497850"/>
            <a:ext cx="106680" cy="1155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600" spc="10" dirty="0">
                <a:latin typeface="Sylfaen"/>
                <a:cs typeface="Sylfaen"/>
              </a:rPr>
              <a:t>27</a:t>
            </a:r>
            <a:endParaRPr sz="600">
              <a:latin typeface="Sylfaen"/>
              <a:cs typeface="Sylfaen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6481210" y="1690479"/>
            <a:ext cx="702945" cy="1543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17195" algn="l"/>
              </a:tabLst>
            </a:pPr>
            <a:r>
              <a:rPr sz="850" spc="-60" dirty="0">
                <a:latin typeface="Sylfaen"/>
                <a:cs typeface="Sylfaen"/>
              </a:rPr>
              <a:t>Z</a:t>
            </a:r>
            <a:r>
              <a:rPr sz="850" spc="-30" dirty="0">
                <a:latin typeface="Sylfaen"/>
                <a:cs typeface="Sylfaen"/>
              </a:rPr>
              <a:t>4</a:t>
            </a:r>
            <a:r>
              <a:rPr sz="850" spc="-35" dirty="0">
                <a:latin typeface="Sylfaen"/>
                <a:cs typeface="Sylfaen"/>
              </a:rPr>
              <a:t>9</a:t>
            </a:r>
            <a:r>
              <a:rPr sz="850" spc="-30" dirty="0">
                <a:latin typeface="Sylfaen"/>
                <a:cs typeface="Sylfaen"/>
              </a:rPr>
              <a:t>B6</a:t>
            </a:r>
            <a:r>
              <a:rPr sz="850" dirty="0">
                <a:latin typeface="Sylfaen"/>
                <a:cs typeface="Sylfaen"/>
              </a:rPr>
              <a:t>	</a:t>
            </a:r>
            <a:r>
              <a:rPr sz="850" spc="-55" dirty="0">
                <a:latin typeface="Sylfaen"/>
                <a:cs typeface="Sylfaen"/>
              </a:rPr>
              <a:t>Z</a:t>
            </a:r>
            <a:r>
              <a:rPr sz="850" spc="-35" dirty="0">
                <a:latin typeface="Sylfaen"/>
                <a:cs typeface="Sylfaen"/>
              </a:rPr>
              <a:t>49B6</a:t>
            </a:r>
            <a:endParaRPr sz="850">
              <a:latin typeface="Sylfaen"/>
              <a:cs typeface="Sylfaen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7128910" y="1594573"/>
            <a:ext cx="106680" cy="12890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650" spc="-15" dirty="0">
                <a:latin typeface="Sylfaen"/>
                <a:cs typeface="Sylfaen"/>
              </a:rPr>
              <a:t>1</a:t>
            </a:r>
            <a:r>
              <a:rPr sz="650" spc="-10" dirty="0">
                <a:latin typeface="Sylfaen"/>
                <a:cs typeface="Sylfaen"/>
              </a:rPr>
              <a:t>1</a:t>
            </a:r>
            <a:endParaRPr sz="650">
              <a:latin typeface="Sylfaen"/>
              <a:cs typeface="Sylfaen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6926218" y="1773577"/>
            <a:ext cx="187325" cy="271145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R="50165" algn="r">
              <a:lnSpc>
                <a:spcPct val="100000"/>
              </a:lnSpc>
              <a:spcBef>
                <a:spcPts val="280"/>
              </a:spcBef>
            </a:pPr>
            <a:r>
              <a:rPr sz="600" spc="-25" dirty="0">
                <a:latin typeface="Sylfaen"/>
                <a:cs typeface="Sylfaen"/>
              </a:rPr>
              <a:t>6</a:t>
            </a:r>
            <a:endParaRPr sz="600">
              <a:latin typeface="Sylfaen"/>
              <a:cs typeface="Sylfaen"/>
            </a:endParaRPr>
          </a:p>
          <a:p>
            <a:pPr marR="5080" algn="r">
              <a:lnSpc>
                <a:spcPct val="100000"/>
              </a:lnSpc>
              <a:spcBef>
                <a:spcPts val="245"/>
              </a:spcBef>
            </a:pPr>
            <a:r>
              <a:rPr sz="650" spc="-15" dirty="0">
                <a:latin typeface="Sylfaen"/>
                <a:cs typeface="Sylfaen"/>
              </a:rPr>
              <a:t>—</a:t>
            </a:r>
            <a:r>
              <a:rPr sz="650" spc="80" dirty="0">
                <a:latin typeface="Sylfaen"/>
                <a:cs typeface="Sylfaen"/>
              </a:rPr>
              <a:t> </a:t>
            </a:r>
            <a:r>
              <a:rPr sz="650" spc="-10" dirty="0">
                <a:latin typeface="Sylfaen"/>
                <a:cs typeface="Sylfaen"/>
              </a:rPr>
              <a:t>1</a:t>
            </a:r>
            <a:endParaRPr sz="650">
              <a:latin typeface="Sylfaen"/>
              <a:cs typeface="Sylfaen"/>
            </a:endParaRPr>
          </a:p>
        </p:txBody>
      </p:sp>
      <p:grpSp>
        <p:nvGrpSpPr>
          <p:cNvPr id="144" name="object 144"/>
          <p:cNvGrpSpPr/>
          <p:nvPr/>
        </p:nvGrpSpPr>
        <p:grpSpPr>
          <a:xfrm>
            <a:off x="6621640" y="1175270"/>
            <a:ext cx="421640" cy="445134"/>
            <a:chOff x="6621640" y="1175270"/>
            <a:chExt cx="421640" cy="445134"/>
          </a:xfrm>
        </p:grpSpPr>
        <p:sp>
          <p:nvSpPr>
            <p:cNvPr id="145" name="object 145"/>
            <p:cNvSpPr/>
            <p:nvPr/>
          </p:nvSpPr>
          <p:spPr>
            <a:xfrm>
              <a:off x="6629539" y="1183262"/>
              <a:ext cx="405765" cy="429259"/>
            </a:xfrm>
            <a:custGeom>
              <a:avLst/>
              <a:gdLst/>
              <a:ahLst/>
              <a:cxnLst/>
              <a:rect l="l" t="t" r="r" b="b"/>
              <a:pathLst>
                <a:path w="405765" h="429259">
                  <a:moveTo>
                    <a:pt x="405383" y="321563"/>
                  </a:moveTo>
                  <a:lnTo>
                    <a:pt x="405383" y="106679"/>
                  </a:lnTo>
                  <a:lnTo>
                    <a:pt x="202691" y="0"/>
                  </a:lnTo>
                  <a:lnTo>
                    <a:pt x="0" y="106679"/>
                  </a:lnTo>
                  <a:lnTo>
                    <a:pt x="0" y="321563"/>
                  </a:lnTo>
                  <a:lnTo>
                    <a:pt x="202691" y="429005"/>
                  </a:lnTo>
                  <a:lnTo>
                    <a:pt x="405383" y="321563"/>
                  </a:lnTo>
                  <a:close/>
                </a:path>
              </a:pathLst>
            </a:custGeom>
            <a:solidFill>
              <a:srgbClr val="4683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6629578" y="1183208"/>
              <a:ext cx="405765" cy="429259"/>
            </a:xfrm>
            <a:custGeom>
              <a:avLst/>
              <a:gdLst/>
              <a:ahLst/>
              <a:cxnLst/>
              <a:rect l="l" t="t" r="r" b="b"/>
              <a:pathLst>
                <a:path w="405765" h="429259">
                  <a:moveTo>
                    <a:pt x="405381" y="321546"/>
                  </a:moveTo>
                  <a:lnTo>
                    <a:pt x="405381" y="106667"/>
                  </a:lnTo>
                  <a:lnTo>
                    <a:pt x="202690" y="0"/>
                  </a:lnTo>
                  <a:lnTo>
                    <a:pt x="0" y="106667"/>
                  </a:lnTo>
                  <a:lnTo>
                    <a:pt x="0" y="321546"/>
                  </a:lnTo>
                  <a:lnTo>
                    <a:pt x="202690" y="428985"/>
                  </a:lnTo>
                  <a:lnTo>
                    <a:pt x="405381" y="321546"/>
                  </a:lnTo>
                  <a:close/>
                </a:path>
              </a:pathLst>
            </a:custGeom>
            <a:ln w="15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7" name="object 147"/>
          <p:cNvSpPr txBox="1"/>
          <p:nvPr/>
        </p:nvSpPr>
        <p:spPr>
          <a:xfrm>
            <a:off x="6794392" y="1176286"/>
            <a:ext cx="106680" cy="1155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600" spc="10" dirty="0">
                <a:latin typeface="Sylfaen"/>
                <a:cs typeface="Sylfaen"/>
              </a:rPr>
              <a:t>28</a:t>
            </a:r>
            <a:endParaRPr sz="600">
              <a:latin typeface="Sylfaen"/>
              <a:cs typeface="Sylfaen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6642754" y="1272247"/>
            <a:ext cx="66040" cy="12890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650" spc="-10" dirty="0">
                <a:latin typeface="Sylfaen"/>
                <a:cs typeface="Sylfaen"/>
              </a:rPr>
              <a:t>4</a:t>
            </a:r>
            <a:endParaRPr sz="650">
              <a:latin typeface="Sylfaen"/>
              <a:cs typeface="Sylfaen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6926218" y="1272247"/>
            <a:ext cx="106680" cy="12890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650" spc="-15" dirty="0">
                <a:latin typeface="Sylfaen"/>
                <a:cs typeface="Sylfaen"/>
              </a:rPr>
              <a:t>2</a:t>
            </a:r>
            <a:r>
              <a:rPr sz="650" spc="-10" dirty="0">
                <a:latin typeface="Sylfaen"/>
                <a:cs typeface="Sylfaen"/>
              </a:rPr>
              <a:t>3</a:t>
            </a:r>
            <a:endParaRPr sz="650">
              <a:latin typeface="Sylfaen"/>
              <a:cs typeface="Sylfaen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6683140" y="1368915"/>
            <a:ext cx="299085" cy="35433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ts val="930"/>
              </a:lnSpc>
              <a:spcBef>
                <a:spcPts val="95"/>
              </a:spcBef>
            </a:pPr>
            <a:r>
              <a:rPr sz="850" spc="-40" dirty="0">
                <a:latin typeface="Sylfaen"/>
                <a:cs typeface="Sylfaen"/>
              </a:rPr>
              <a:t>Z49B6</a:t>
            </a:r>
            <a:endParaRPr sz="850">
              <a:latin typeface="Sylfaen"/>
              <a:cs typeface="Sylfaen"/>
            </a:endParaRPr>
          </a:p>
          <a:p>
            <a:pPr marL="5715" algn="ctr">
              <a:lnSpc>
                <a:spcPts val="630"/>
              </a:lnSpc>
            </a:pPr>
            <a:r>
              <a:rPr sz="600" spc="-25" dirty="0">
                <a:latin typeface="Sylfaen"/>
                <a:cs typeface="Sylfaen"/>
              </a:rPr>
              <a:t>6</a:t>
            </a:r>
            <a:endParaRPr sz="600">
              <a:latin typeface="Sylfaen"/>
              <a:cs typeface="Sylfaen"/>
            </a:endParaRPr>
          </a:p>
          <a:p>
            <a:pPr marR="22225" algn="ctr">
              <a:lnSpc>
                <a:spcPct val="100000"/>
              </a:lnSpc>
              <a:spcBef>
                <a:spcPts val="240"/>
              </a:spcBef>
            </a:pPr>
            <a:r>
              <a:rPr sz="650" spc="-15" dirty="0">
                <a:latin typeface="Sylfaen"/>
                <a:cs typeface="Sylfaen"/>
              </a:rPr>
              <a:t>—</a:t>
            </a:r>
            <a:r>
              <a:rPr sz="650" spc="100" dirty="0">
                <a:latin typeface="Sylfaen"/>
                <a:cs typeface="Sylfaen"/>
              </a:rPr>
              <a:t> </a:t>
            </a:r>
            <a:r>
              <a:rPr sz="650" spc="-10" dirty="0">
                <a:latin typeface="Sylfaen"/>
                <a:cs typeface="Sylfaen"/>
              </a:rPr>
              <a:t>4</a:t>
            </a:r>
            <a:endParaRPr sz="650">
              <a:latin typeface="Sylfaen"/>
              <a:cs typeface="Sylfaen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4683652" y="2430910"/>
            <a:ext cx="861060" cy="2698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Подпитка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4683652" y="2675502"/>
            <a:ext cx="594995" cy="2698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spc="-5" dirty="0">
                <a:solidFill>
                  <a:srgbClr val="00339A"/>
                </a:solidFill>
                <a:latin typeface="Calibri"/>
                <a:cs typeface="Calibri"/>
              </a:rPr>
              <a:t>42</a:t>
            </a:r>
            <a:r>
              <a:rPr sz="1600" spc="-75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339A"/>
                </a:solidFill>
                <a:latin typeface="Calibri"/>
                <a:cs typeface="Calibri"/>
              </a:rPr>
              <a:t>ТВС</a:t>
            </a:r>
            <a:endParaRPr sz="1600">
              <a:latin typeface="Calibri"/>
              <a:cs typeface="Calibri"/>
            </a:endParaRPr>
          </a:p>
        </p:txBody>
      </p:sp>
      <p:grpSp>
        <p:nvGrpSpPr>
          <p:cNvPr id="153" name="object 153"/>
          <p:cNvGrpSpPr/>
          <p:nvPr/>
        </p:nvGrpSpPr>
        <p:grpSpPr>
          <a:xfrm>
            <a:off x="6576199" y="3131188"/>
            <a:ext cx="793750" cy="1165225"/>
            <a:chOff x="6576199" y="3131188"/>
            <a:chExt cx="793750" cy="1165225"/>
          </a:xfrm>
        </p:grpSpPr>
        <p:sp>
          <p:nvSpPr>
            <p:cNvPr id="154" name="object 154"/>
            <p:cNvSpPr/>
            <p:nvPr/>
          </p:nvSpPr>
          <p:spPr>
            <a:xfrm>
              <a:off x="6653161" y="3143888"/>
              <a:ext cx="704215" cy="1038860"/>
            </a:xfrm>
            <a:custGeom>
              <a:avLst/>
              <a:gdLst/>
              <a:ahLst/>
              <a:cxnLst/>
              <a:rect l="l" t="t" r="r" b="b"/>
              <a:pathLst>
                <a:path w="704215" h="1038860">
                  <a:moveTo>
                    <a:pt x="704087" y="0"/>
                  </a:moveTo>
                  <a:lnTo>
                    <a:pt x="0" y="1038606"/>
                  </a:lnTo>
                </a:path>
              </a:pathLst>
            </a:custGeom>
            <a:ln w="25146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6576199" y="4141346"/>
              <a:ext cx="137160" cy="154940"/>
            </a:xfrm>
            <a:custGeom>
              <a:avLst/>
              <a:gdLst/>
              <a:ahLst/>
              <a:cxnLst/>
              <a:rect l="l" t="t" r="r" b="b"/>
              <a:pathLst>
                <a:path w="137159" h="154939">
                  <a:moveTo>
                    <a:pt x="137159" y="79247"/>
                  </a:moveTo>
                  <a:lnTo>
                    <a:pt x="21335" y="0"/>
                  </a:lnTo>
                  <a:lnTo>
                    <a:pt x="0" y="154686"/>
                  </a:lnTo>
                  <a:lnTo>
                    <a:pt x="137159" y="79247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6" name="object 156"/>
          <p:cNvSpPr txBox="1"/>
          <p:nvPr/>
        </p:nvSpPr>
        <p:spPr>
          <a:xfrm>
            <a:off x="7323982" y="4597581"/>
            <a:ext cx="1405255" cy="737235"/>
          </a:xfrm>
          <a:prstGeom prst="rect">
            <a:avLst/>
          </a:prstGeom>
        </p:spPr>
        <p:txBody>
          <a:bodyPr vert="horz" wrap="square" lIns="0" tIns="381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00"/>
              </a:spcBef>
            </a:pPr>
            <a:r>
              <a:rPr sz="1000" spc="-5" dirty="0">
                <a:solidFill>
                  <a:srgbClr val="002060"/>
                </a:solidFill>
                <a:latin typeface="Calibri"/>
                <a:cs typeface="Calibri"/>
              </a:rPr>
              <a:t>твэл</a:t>
            </a:r>
            <a:endParaRPr sz="1000">
              <a:latin typeface="Calibri"/>
              <a:cs typeface="Calibri"/>
            </a:endParaRPr>
          </a:p>
          <a:p>
            <a:pPr marL="12700" marR="5080">
              <a:lnSpc>
                <a:spcPct val="116500"/>
              </a:lnSpc>
              <a:spcBef>
                <a:spcPts val="10"/>
              </a:spcBef>
            </a:pPr>
            <a:r>
              <a:rPr sz="1000" spc="-5" dirty="0">
                <a:solidFill>
                  <a:srgbClr val="002060"/>
                </a:solidFill>
                <a:latin typeface="Calibri"/>
                <a:cs typeface="Calibri"/>
              </a:rPr>
              <a:t>инструментальный канал </a:t>
            </a:r>
            <a:r>
              <a:rPr sz="1000" spc="-21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00" spc="-5" dirty="0">
                <a:solidFill>
                  <a:srgbClr val="002060"/>
                </a:solidFill>
                <a:latin typeface="Calibri"/>
                <a:cs typeface="Calibri"/>
              </a:rPr>
              <a:t>направляющий</a:t>
            </a:r>
            <a:r>
              <a:rPr sz="1000" spc="21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00" spc="-5" dirty="0">
                <a:solidFill>
                  <a:srgbClr val="002060"/>
                </a:solidFill>
                <a:latin typeface="Calibri"/>
                <a:cs typeface="Calibri"/>
              </a:rPr>
              <a:t>канал </a:t>
            </a:r>
            <a:r>
              <a:rPr sz="100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00" spc="-5" dirty="0">
                <a:solidFill>
                  <a:srgbClr val="002060"/>
                </a:solidFill>
                <a:latin typeface="Calibri"/>
                <a:cs typeface="Calibri"/>
              </a:rPr>
              <a:t>твэг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157" name="object 157"/>
          <p:cNvGrpSpPr/>
          <p:nvPr/>
        </p:nvGrpSpPr>
        <p:grpSpPr>
          <a:xfrm>
            <a:off x="282092" y="1613792"/>
            <a:ext cx="3995420" cy="4865370"/>
            <a:chOff x="282092" y="1613792"/>
            <a:chExt cx="3995420" cy="4865370"/>
          </a:xfrm>
        </p:grpSpPr>
        <p:pic>
          <p:nvPicPr>
            <p:cNvPr id="158" name="object 15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855366" y="1613792"/>
              <a:ext cx="1421891" cy="4865370"/>
            </a:xfrm>
            <a:prstGeom prst="rect">
              <a:avLst/>
            </a:prstGeom>
          </p:spPr>
        </p:pic>
        <p:pic>
          <p:nvPicPr>
            <p:cNvPr id="159" name="object 15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82092" y="1866014"/>
              <a:ext cx="1177289" cy="377189"/>
            </a:xfrm>
            <a:prstGeom prst="rect">
              <a:avLst/>
            </a:prstGeom>
          </p:spPr>
        </p:pic>
      </p:grpSp>
      <p:sp>
        <p:nvSpPr>
          <p:cNvPr id="160" name="object 160"/>
          <p:cNvSpPr txBox="1"/>
          <p:nvPr/>
        </p:nvSpPr>
        <p:spPr>
          <a:xfrm>
            <a:off x="370732" y="1891414"/>
            <a:ext cx="80708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solidFill>
                  <a:srgbClr val="002060"/>
                </a:solidFill>
                <a:latin typeface="Calibri"/>
                <a:cs typeface="Calibri"/>
              </a:rPr>
              <a:t>Головка</a:t>
            </a:r>
            <a:endParaRPr sz="1800">
              <a:latin typeface="Calibri"/>
              <a:cs typeface="Calibri"/>
            </a:endParaRPr>
          </a:p>
        </p:txBody>
      </p:sp>
      <p:grpSp>
        <p:nvGrpSpPr>
          <p:cNvPr id="161" name="object 161"/>
          <p:cNvGrpSpPr/>
          <p:nvPr/>
        </p:nvGrpSpPr>
        <p:grpSpPr>
          <a:xfrm>
            <a:off x="277520" y="2000698"/>
            <a:ext cx="3341370" cy="4344035"/>
            <a:chOff x="277520" y="2000698"/>
            <a:chExt cx="3341370" cy="4344035"/>
          </a:xfrm>
        </p:grpSpPr>
        <p:sp>
          <p:nvSpPr>
            <p:cNvPr id="162" name="object 162"/>
            <p:cNvSpPr/>
            <p:nvPr/>
          </p:nvSpPr>
          <p:spPr>
            <a:xfrm>
              <a:off x="1459382" y="2005460"/>
              <a:ext cx="2154555" cy="328930"/>
            </a:xfrm>
            <a:custGeom>
              <a:avLst/>
              <a:gdLst/>
              <a:ahLst/>
              <a:cxnLst/>
              <a:rect l="l" t="t" r="r" b="b"/>
              <a:pathLst>
                <a:path w="2154554" h="328930">
                  <a:moveTo>
                    <a:pt x="0" y="0"/>
                  </a:moveTo>
                  <a:lnTo>
                    <a:pt x="2154174" y="328421"/>
                  </a:lnTo>
                </a:path>
              </a:pathLst>
            </a:custGeom>
            <a:ln w="9144">
              <a:solidFill>
                <a:srgbClr val="00009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3" name="object 16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08729" y="3470786"/>
              <a:ext cx="1904676" cy="579120"/>
            </a:xfrm>
            <a:prstGeom prst="rect">
              <a:avLst/>
            </a:prstGeom>
          </p:spPr>
        </p:pic>
        <p:sp>
          <p:nvSpPr>
            <p:cNvPr id="164" name="object 164"/>
            <p:cNvSpPr/>
            <p:nvPr/>
          </p:nvSpPr>
          <p:spPr>
            <a:xfrm>
              <a:off x="498704" y="3470786"/>
              <a:ext cx="1915160" cy="582295"/>
            </a:xfrm>
            <a:custGeom>
              <a:avLst/>
              <a:gdLst/>
              <a:ahLst/>
              <a:cxnLst/>
              <a:rect l="l" t="t" r="r" b="b"/>
              <a:pathLst>
                <a:path w="1915160" h="582295">
                  <a:moveTo>
                    <a:pt x="1914701" y="582168"/>
                  </a:moveTo>
                  <a:lnTo>
                    <a:pt x="1914701" y="579120"/>
                  </a:lnTo>
                  <a:lnTo>
                    <a:pt x="10024" y="0"/>
                  </a:lnTo>
                  <a:lnTo>
                    <a:pt x="0" y="0"/>
                  </a:lnTo>
                  <a:lnTo>
                    <a:pt x="1914701" y="582168"/>
                  </a:lnTo>
                  <a:close/>
                </a:path>
              </a:pathLst>
            </a:custGeom>
            <a:solidFill>
              <a:srgbClr val="FAFB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478650" y="3470798"/>
              <a:ext cx="1934845" cy="588645"/>
            </a:xfrm>
            <a:custGeom>
              <a:avLst/>
              <a:gdLst/>
              <a:ahLst/>
              <a:cxnLst/>
              <a:rect l="l" t="t" r="r" b="b"/>
              <a:pathLst>
                <a:path w="1934845" h="588645">
                  <a:moveTo>
                    <a:pt x="1934743" y="582168"/>
                  </a:moveTo>
                  <a:lnTo>
                    <a:pt x="20053" y="0"/>
                  </a:lnTo>
                  <a:lnTo>
                    <a:pt x="10020" y="0"/>
                  </a:lnTo>
                  <a:lnTo>
                    <a:pt x="0" y="0"/>
                  </a:lnTo>
                  <a:lnTo>
                    <a:pt x="1934743" y="588264"/>
                  </a:lnTo>
                  <a:lnTo>
                    <a:pt x="1934743" y="585216"/>
                  </a:lnTo>
                  <a:lnTo>
                    <a:pt x="1934743" y="582168"/>
                  </a:lnTo>
                  <a:close/>
                </a:path>
              </a:pathLst>
            </a:custGeom>
            <a:solidFill>
              <a:srgbClr val="FBFB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458597" y="3470798"/>
              <a:ext cx="1955164" cy="594360"/>
            </a:xfrm>
            <a:custGeom>
              <a:avLst/>
              <a:gdLst/>
              <a:ahLst/>
              <a:cxnLst/>
              <a:rect l="l" t="t" r="r" b="b"/>
              <a:pathLst>
                <a:path w="1955164" h="594360">
                  <a:moveTo>
                    <a:pt x="1954796" y="588264"/>
                  </a:moveTo>
                  <a:lnTo>
                    <a:pt x="20053" y="0"/>
                  </a:lnTo>
                  <a:lnTo>
                    <a:pt x="10033" y="0"/>
                  </a:lnTo>
                  <a:lnTo>
                    <a:pt x="0" y="0"/>
                  </a:lnTo>
                  <a:lnTo>
                    <a:pt x="1954796" y="594360"/>
                  </a:lnTo>
                  <a:lnTo>
                    <a:pt x="1954796" y="591312"/>
                  </a:lnTo>
                  <a:lnTo>
                    <a:pt x="1954796" y="588264"/>
                  </a:lnTo>
                  <a:close/>
                </a:path>
              </a:pathLst>
            </a:custGeom>
            <a:solidFill>
              <a:srgbClr val="FBFC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448582" y="3470786"/>
              <a:ext cx="1965325" cy="597535"/>
            </a:xfrm>
            <a:custGeom>
              <a:avLst/>
              <a:gdLst/>
              <a:ahLst/>
              <a:cxnLst/>
              <a:rect l="l" t="t" r="r" b="b"/>
              <a:pathLst>
                <a:path w="1965325" h="597535">
                  <a:moveTo>
                    <a:pt x="1964824" y="597408"/>
                  </a:moveTo>
                  <a:lnTo>
                    <a:pt x="1964824" y="594360"/>
                  </a:lnTo>
                  <a:lnTo>
                    <a:pt x="10024" y="0"/>
                  </a:lnTo>
                  <a:lnTo>
                    <a:pt x="0" y="0"/>
                  </a:lnTo>
                  <a:lnTo>
                    <a:pt x="1964824" y="597408"/>
                  </a:lnTo>
                  <a:close/>
                </a:path>
              </a:pathLst>
            </a:custGeom>
            <a:solidFill>
              <a:srgbClr val="FCFC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428523" y="3470798"/>
              <a:ext cx="1985010" cy="603885"/>
            </a:xfrm>
            <a:custGeom>
              <a:avLst/>
              <a:gdLst/>
              <a:ahLst/>
              <a:cxnLst/>
              <a:rect l="l" t="t" r="r" b="b"/>
              <a:pathLst>
                <a:path w="1985010" h="603885">
                  <a:moveTo>
                    <a:pt x="1984870" y="597408"/>
                  </a:moveTo>
                  <a:lnTo>
                    <a:pt x="20053" y="0"/>
                  </a:lnTo>
                  <a:lnTo>
                    <a:pt x="10033" y="0"/>
                  </a:lnTo>
                  <a:lnTo>
                    <a:pt x="0" y="0"/>
                  </a:lnTo>
                  <a:lnTo>
                    <a:pt x="1984870" y="603504"/>
                  </a:lnTo>
                  <a:lnTo>
                    <a:pt x="1984870" y="600456"/>
                  </a:lnTo>
                  <a:lnTo>
                    <a:pt x="1984870" y="597408"/>
                  </a:lnTo>
                  <a:close/>
                </a:path>
              </a:pathLst>
            </a:custGeom>
            <a:solidFill>
              <a:srgbClr val="FCFC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408482" y="3470798"/>
              <a:ext cx="2005330" cy="609600"/>
            </a:xfrm>
            <a:custGeom>
              <a:avLst/>
              <a:gdLst/>
              <a:ahLst/>
              <a:cxnLst/>
              <a:rect l="l" t="t" r="r" b="b"/>
              <a:pathLst>
                <a:path w="2005330" h="609600">
                  <a:moveTo>
                    <a:pt x="2004910" y="603504"/>
                  </a:moveTo>
                  <a:lnTo>
                    <a:pt x="20040" y="0"/>
                  </a:lnTo>
                  <a:lnTo>
                    <a:pt x="10020" y="0"/>
                  </a:lnTo>
                  <a:lnTo>
                    <a:pt x="0" y="0"/>
                  </a:lnTo>
                  <a:lnTo>
                    <a:pt x="2004910" y="609600"/>
                  </a:lnTo>
                  <a:lnTo>
                    <a:pt x="2004910" y="606552"/>
                  </a:lnTo>
                  <a:lnTo>
                    <a:pt x="2004910" y="603504"/>
                  </a:lnTo>
                  <a:close/>
                </a:path>
              </a:pathLst>
            </a:custGeom>
            <a:solidFill>
              <a:srgbClr val="FCFD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68376" y="3470798"/>
              <a:ext cx="2045335" cy="622300"/>
            </a:xfrm>
            <a:custGeom>
              <a:avLst/>
              <a:gdLst/>
              <a:ahLst/>
              <a:cxnLst/>
              <a:rect l="l" t="t" r="r" b="b"/>
              <a:pathLst>
                <a:path w="2045335" h="622300">
                  <a:moveTo>
                    <a:pt x="2045017" y="609600"/>
                  </a:moveTo>
                  <a:lnTo>
                    <a:pt x="40106" y="0"/>
                  </a:lnTo>
                  <a:lnTo>
                    <a:pt x="30073" y="0"/>
                  </a:lnTo>
                  <a:lnTo>
                    <a:pt x="20053" y="0"/>
                  </a:lnTo>
                  <a:lnTo>
                    <a:pt x="10033" y="0"/>
                  </a:lnTo>
                  <a:lnTo>
                    <a:pt x="0" y="0"/>
                  </a:lnTo>
                  <a:lnTo>
                    <a:pt x="2045017" y="621792"/>
                  </a:lnTo>
                  <a:lnTo>
                    <a:pt x="2045017" y="618744"/>
                  </a:lnTo>
                  <a:lnTo>
                    <a:pt x="2045017" y="615696"/>
                  </a:lnTo>
                  <a:lnTo>
                    <a:pt x="2045017" y="612648"/>
                  </a:lnTo>
                  <a:lnTo>
                    <a:pt x="2045017" y="609600"/>
                  </a:lnTo>
                  <a:close/>
                </a:path>
              </a:pathLst>
            </a:custGeom>
            <a:solidFill>
              <a:srgbClr val="FDFD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58360" y="3470786"/>
              <a:ext cx="2055495" cy="624840"/>
            </a:xfrm>
            <a:custGeom>
              <a:avLst/>
              <a:gdLst/>
              <a:ahLst/>
              <a:cxnLst/>
              <a:rect l="l" t="t" r="r" b="b"/>
              <a:pathLst>
                <a:path w="2055495" h="624839">
                  <a:moveTo>
                    <a:pt x="2055045" y="624839"/>
                  </a:moveTo>
                  <a:lnTo>
                    <a:pt x="2055045" y="621791"/>
                  </a:lnTo>
                  <a:lnTo>
                    <a:pt x="10024" y="0"/>
                  </a:lnTo>
                  <a:lnTo>
                    <a:pt x="0" y="0"/>
                  </a:lnTo>
                  <a:lnTo>
                    <a:pt x="2055045" y="624839"/>
                  </a:lnTo>
                  <a:close/>
                </a:path>
              </a:pathLst>
            </a:custGeom>
            <a:solidFill>
              <a:srgbClr val="FD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298208" y="3470798"/>
              <a:ext cx="2115185" cy="643255"/>
            </a:xfrm>
            <a:custGeom>
              <a:avLst/>
              <a:gdLst/>
              <a:ahLst/>
              <a:cxnLst/>
              <a:rect l="l" t="t" r="r" b="b"/>
              <a:pathLst>
                <a:path w="2115185" h="643254">
                  <a:moveTo>
                    <a:pt x="2115185" y="624840"/>
                  </a:moveTo>
                  <a:lnTo>
                    <a:pt x="60147" y="0"/>
                  </a:lnTo>
                  <a:lnTo>
                    <a:pt x="50126" y="0"/>
                  </a:lnTo>
                  <a:lnTo>
                    <a:pt x="40093" y="0"/>
                  </a:lnTo>
                  <a:lnTo>
                    <a:pt x="30073" y="0"/>
                  </a:lnTo>
                  <a:lnTo>
                    <a:pt x="20053" y="0"/>
                  </a:lnTo>
                  <a:lnTo>
                    <a:pt x="10020" y="0"/>
                  </a:lnTo>
                  <a:lnTo>
                    <a:pt x="0" y="0"/>
                  </a:lnTo>
                  <a:lnTo>
                    <a:pt x="2115185" y="643128"/>
                  </a:lnTo>
                  <a:lnTo>
                    <a:pt x="2115185" y="627888"/>
                  </a:lnTo>
                  <a:lnTo>
                    <a:pt x="2115185" y="62484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288175" y="3470798"/>
              <a:ext cx="2125345" cy="646430"/>
            </a:xfrm>
            <a:custGeom>
              <a:avLst/>
              <a:gdLst/>
              <a:ahLst/>
              <a:cxnLst/>
              <a:rect l="l" t="t" r="r" b="b"/>
              <a:pathLst>
                <a:path w="2125345" h="646429">
                  <a:moveTo>
                    <a:pt x="2125218" y="643128"/>
                  </a:moveTo>
                  <a:lnTo>
                    <a:pt x="10033" y="0"/>
                  </a:lnTo>
                  <a:lnTo>
                    <a:pt x="0" y="0"/>
                  </a:lnTo>
                  <a:lnTo>
                    <a:pt x="0" y="3048"/>
                  </a:lnTo>
                  <a:lnTo>
                    <a:pt x="2115197" y="646176"/>
                  </a:lnTo>
                  <a:lnTo>
                    <a:pt x="2125218" y="646176"/>
                  </a:lnTo>
                  <a:lnTo>
                    <a:pt x="2125218" y="6431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288175" y="3473846"/>
              <a:ext cx="2115820" cy="643255"/>
            </a:xfrm>
            <a:custGeom>
              <a:avLst/>
              <a:gdLst/>
              <a:ahLst/>
              <a:cxnLst/>
              <a:rect l="l" t="t" r="r" b="b"/>
              <a:pathLst>
                <a:path w="2115820" h="643254">
                  <a:moveTo>
                    <a:pt x="2075103" y="643128"/>
                  </a:moveTo>
                  <a:lnTo>
                    <a:pt x="0" y="12192"/>
                  </a:lnTo>
                  <a:lnTo>
                    <a:pt x="0" y="15240"/>
                  </a:lnTo>
                  <a:lnTo>
                    <a:pt x="12" y="18288"/>
                  </a:lnTo>
                  <a:lnTo>
                    <a:pt x="2055050" y="643128"/>
                  </a:lnTo>
                  <a:lnTo>
                    <a:pt x="2065070" y="643128"/>
                  </a:lnTo>
                  <a:lnTo>
                    <a:pt x="2075103" y="643128"/>
                  </a:lnTo>
                  <a:close/>
                </a:path>
                <a:path w="2115820" h="643254">
                  <a:moveTo>
                    <a:pt x="2105177" y="643128"/>
                  </a:moveTo>
                  <a:lnTo>
                    <a:pt x="0" y="3048"/>
                  </a:lnTo>
                  <a:lnTo>
                    <a:pt x="0" y="6096"/>
                  </a:lnTo>
                  <a:lnTo>
                    <a:pt x="0" y="9144"/>
                  </a:lnTo>
                  <a:lnTo>
                    <a:pt x="12" y="12192"/>
                  </a:lnTo>
                  <a:lnTo>
                    <a:pt x="2075103" y="643128"/>
                  </a:lnTo>
                  <a:lnTo>
                    <a:pt x="2085124" y="643128"/>
                  </a:lnTo>
                  <a:lnTo>
                    <a:pt x="2095144" y="643128"/>
                  </a:lnTo>
                  <a:lnTo>
                    <a:pt x="2105177" y="643128"/>
                  </a:lnTo>
                  <a:close/>
                </a:path>
                <a:path w="2115820" h="643254">
                  <a:moveTo>
                    <a:pt x="2115197" y="643128"/>
                  </a:moveTo>
                  <a:lnTo>
                    <a:pt x="12" y="0"/>
                  </a:lnTo>
                  <a:lnTo>
                    <a:pt x="12" y="3048"/>
                  </a:lnTo>
                  <a:lnTo>
                    <a:pt x="2105177" y="643128"/>
                  </a:lnTo>
                  <a:lnTo>
                    <a:pt x="2115197" y="643128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288188" y="3492122"/>
              <a:ext cx="2055495" cy="624840"/>
            </a:xfrm>
            <a:custGeom>
              <a:avLst/>
              <a:gdLst/>
              <a:ahLst/>
              <a:cxnLst/>
              <a:rect l="l" t="t" r="r" b="b"/>
              <a:pathLst>
                <a:path w="2055495" h="624839">
                  <a:moveTo>
                    <a:pt x="2055045" y="624839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2045021" y="624840"/>
                  </a:lnTo>
                  <a:lnTo>
                    <a:pt x="2055045" y="624839"/>
                  </a:lnTo>
                  <a:close/>
                </a:path>
              </a:pathLst>
            </a:custGeom>
            <a:solidFill>
              <a:srgbClr val="FD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288175" y="3495182"/>
              <a:ext cx="2045335" cy="622300"/>
            </a:xfrm>
            <a:custGeom>
              <a:avLst/>
              <a:gdLst/>
              <a:ahLst/>
              <a:cxnLst/>
              <a:rect l="l" t="t" r="r" b="b"/>
              <a:pathLst>
                <a:path w="2045335" h="622300">
                  <a:moveTo>
                    <a:pt x="2024976" y="621792"/>
                  </a:moveTo>
                  <a:lnTo>
                    <a:pt x="0" y="6096"/>
                  </a:lnTo>
                  <a:lnTo>
                    <a:pt x="0" y="9144"/>
                  </a:lnTo>
                  <a:lnTo>
                    <a:pt x="0" y="12192"/>
                  </a:lnTo>
                  <a:lnTo>
                    <a:pt x="2004923" y="621792"/>
                  </a:lnTo>
                  <a:lnTo>
                    <a:pt x="2014956" y="621792"/>
                  </a:lnTo>
                  <a:lnTo>
                    <a:pt x="2024976" y="621792"/>
                  </a:lnTo>
                  <a:close/>
                </a:path>
                <a:path w="2045335" h="622300">
                  <a:moveTo>
                    <a:pt x="2045030" y="621792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2" y="6096"/>
                  </a:lnTo>
                  <a:lnTo>
                    <a:pt x="2024976" y="621792"/>
                  </a:lnTo>
                  <a:lnTo>
                    <a:pt x="2034997" y="621792"/>
                  </a:lnTo>
                  <a:lnTo>
                    <a:pt x="2045030" y="621792"/>
                  </a:lnTo>
                  <a:close/>
                </a:path>
              </a:pathLst>
            </a:custGeom>
            <a:solidFill>
              <a:srgbClr val="FDFD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288175" y="3507374"/>
              <a:ext cx="2005330" cy="609600"/>
            </a:xfrm>
            <a:custGeom>
              <a:avLst/>
              <a:gdLst/>
              <a:ahLst/>
              <a:cxnLst/>
              <a:rect l="l" t="t" r="r" b="b"/>
              <a:pathLst>
                <a:path w="2005330" h="609600">
                  <a:moveTo>
                    <a:pt x="1994903" y="609600"/>
                  </a:moveTo>
                  <a:lnTo>
                    <a:pt x="0" y="3048"/>
                  </a:lnTo>
                  <a:lnTo>
                    <a:pt x="0" y="6096"/>
                  </a:lnTo>
                  <a:lnTo>
                    <a:pt x="1984883" y="609600"/>
                  </a:lnTo>
                  <a:lnTo>
                    <a:pt x="1994903" y="609600"/>
                  </a:lnTo>
                  <a:close/>
                </a:path>
                <a:path w="2005330" h="609600">
                  <a:moveTo>
                    <a:pt x="2004923" y="609600"/>
                  </a:moveTo>
                  <a:lnTo>
                    <a:pt x="12" y="0"/>
                  </a:lnTo>
                  <a:lnTo>
                    <a:pt x="12" y="3048"/>
                  </a:lnTo>
                  <a:lnTo>
                    <a:pt x="1994903" y="609600"/>
                  </a:lnTo>
                  <a:lnTo>
                    <a:pt x="2004923" y="609600"/>
                  </a:lnTo>
                  <a:close/>
                </a:path>
              </a:pathLst>
            </a:custGeom>
            <a:solidFill>
              <a:srgbClr val="FCFD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288175" y="3513470"/>
              <a:ext cx="1985010" cy="603885"/>
            </a:xfrm>
            <a:custGeom>
              <a:avLst/>
              <a:gdLst/>
              <a:ahLst/>
              <a:cxnLst/>
              <a:rect l="l" t="t" r="r" b="b"/>
              <a:pathLst>
                <a:path w="1985010" h="603885">
                  <a:moveTo>
                    <a:pt x="1984883" y="603504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2" y="6096"/>
                  </a:lnTo>
                  <a:lnTo>
                    <a:pt x="1964829" y="603504"/>
                  </a:lnTo>
                  <a:lnTo>
                    <a:pt x="1974850" y="603504"/>
                  </a:lnTo>
                  <a:lnTo>
                    <a:pt x="1984883" y="603504"/>
                  </a:lnTo>
                  <a:close/>
                </a:path>
              </a:pathLst>
            </a:custGeom>
            <a:solidFill>
              <a:srgbClr val="FCFC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288188" y="3519554"/>
              <a:ext cx="1965325" cy="597535"/>
            </a:xfrm>
            <a:custGeom>
              <a:avLst/>
              <a:gdLst/>
              <a:ahLst/>
              <a:cxnLst/>
              <a:rect l="l" t="t" r="r" b="b"/>
              <a:pathLst>
                <a:path w="1965325" h="597535">
                  <a:moveTo>
                    <a:pt x="1964824" y="597407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954799" y="597407"/>
                  </a:lnTo>
                  <a:lnTo>
                    <a:pt x="1964824" y="597407"/>
                  </a:lnTo>
                  <a:close/>
                </a:path>
              </a:pathLst>
            </a:custGeom>
            <a:solidFill>
              <a:srgbClr val="FCFC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288175" y="3522614"/>
              <a:ext cx="1955164" cy="594360"/>
            </a:xfrm>
            <a:custGeom>
              <a:avLst/>
              <a:gdLst/>
              <a:ahLst/>
              <a:cxnLst/>
              <a:rect l="l" t="t" r="r" b="b"/>
              <a:pathLst>
                <a:path w="1955164" h="594360">
                  <a:moveTo>
                    <a:pt x="1954809" y="594360"/>
                  </a:moveTo>
                  <a:lnTo>
                    <a:pt x="12" y="0"/>
                  </a:lnTo>
                  <a:lnTo>
                    <a:pt x="12" y="3048"/>
                  </a:lnTo>
                  <a:lnTo>
                    <a:pt x="12" y="6096"/>
                  </a:lnTo>
                  <a:lnTo>
                    <a:pt x="1934756" y="594360"/>
                  </a:lnTo>
                  <a:lnTo>
                    <a:pt x="1944776" y="594360"/>
                  </a:lnTo>
                  <a:lnTo>
                    <a:pt x="1954809" y="594360"/>
                  </a:lnTo>
                  <a:close/>
                </a:path>
              </a:pathLst>
            </a:custGeom>
            <a:solidFill>
              <a:srgbClr val="FBFC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288175" y="3528710"/>
              <a:ext cx="1934845" cy="588645"/>
            </a:xfrm>
            <a:custGeom>
              <a:avLst/>
              <a:gdLst/>
              <a:ahLst/>
              <a:cxnLst/>
              <a:rect l="l" t="t" r="r" b="b"/>
              <a:pathLst>
                <a:path w="1934845" h="588645">
                  <a:moveTo>
                    <a:pt x="1934756" y="588264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2" y="6096"/>
                  </a:lnTo>
                  <a:lnTo>
                    <a:pt x="1914702" y="588264"/>
                  </a:lnTo>
                  <a:lnTo>
                    <a:pt x="1924735" y="588264"/>
                  </a:lnTo>
                  <a:lnTo>
                    <a:pt x="1934756" y="588264"/>
                  </a:lnTo>
                  <a:close/>
                </a:path>
              </a:pathLst>
            </a:custGeom>
            <a:solidFill>
              <a:srgbClr val="FBFB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288188" y="3534794"/>
              <a:ext cx="1915160" cy="582295"/>
            </a:xfrm>
            <a:custGeom>
              <a:avLst/>
              <a:gdLst/>
              <a:ahLst/>
              <a:cxnLst/>
              <a:rect l="l" t="t" r="r" b="b"/>
              <a:pathLst>
                <a:path w="1915160" h="582295">
                  <a:moveTo>
                    <a:pt x="1914701" y="582168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904676" y="582168"/>
                  </a:lnTo>
                  <a:lnTo>
                    <a:pt x="1914701" y="582168"/>
                  </a:lnTo>
                  <a:close/>
                </a:path>
              </a:pathLst>
            </a:custGeom>
            <a:solidFill>
              <a:srgbClr val="FAFB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3" name="object 18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88188" y="3537842"/>
              <a:ext cx="1904676" cy="579120"/>
            </a:xfrm>
            <a:prstGeom prst="rect">
              <a:avLst/>
            </a:prstGeom>
          </p:spPr>
        </p:pic>
        <p:sp>
          <p:nvSpPr>
            <p:cNvPr id="184" name="object 184"/>
            <p:cNvSpPr/>
            <p:nvPr/>
          </p:nvSpPr>
          <p:spPr>
            <a:xfrm>
              <a:off x="288188" y="3470786"/>
              <a:ext cx="2125345" cy="646430"/>
            </a:xfrm>
            <a:custGeom>
              <a:avLst/>
              <a:gdLst/>
              <a:ahLst/>
              <a:cxnLst/>
              <a:rect l="l" t="t" r="r" b="b"/>
              <a:pathLst>
                <a:path w="2125345" h="646429">
                  <a:moveTo>
                    <a:pt x="2125218" y="646176"/>
                  </a:moveTo>
                  <a:lnTo>
                    <a:pt x="2125218" y="0"/>
                  </a:lnTo>
                  <a:lnTo>
                    <a:pt x="0" y="0"/>
                  </a:lnTo>
                  <a:lnTo>
                    <a:pt x="0" y="646176"/>
                  </a:lnTo>
                  <a:lnTo>
                    <a:pt x="2125218" y="646176"/>
                  </a:lnTo>
                  <a:close/>
                </a:path>
              </a:pathLst>
            </a:custGeom>
            <a:ln w="9144">
              <a:solidFill>
                <a:srgbClr val="00009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5" name="object 18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77520" y="3769490"/>
              <a:ext cx="2950464" cy="2574798"/>
            </a:xfrm>
            <a:prstGeom prst="rect">
              <a:avLst/>
            </a:prstGeom>
          </p:spPr>
        </p:pic>
      </p:grpSp>
      <p:sp>
        <p:nvSpPr>
          <p:cNvPr id="186" name="object 186"/>
          <p:cNvSpPr txBox="1"/>
          <p:nvPr/>
        </p:nvSpPr>
        <p:spPr>
          <a:xfrm>
            <a:off x="366160" y="3493138"/>
            <a:ext cx="1912620" cy="11087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415" marR="5080">
              <a:lnSpc>
                <a:spcPct val="100000"/>
              </a:lnSpc>
              <a:spcBef>
                <a:spcPts val="100"/>
              </a:spcBef>
            </a:pPr>
            <a:r>
              <a:rPr sz="1800" spc="-5" dirty="0">
                <a:solidFill>
                  <a:srgbClr val="002060"/>
                </a:solidFill>
                <a:latin typeface="Calibri"/>
                <a:cs typeface="Calibri"/>
              </a:rPr>
              <a:t>Тепловыделяющие  </a:t>
            </a:r>
            <a:r>
              <a:rPr sz="1800" dirty="0">
                <a:solidFill>
                  <a:srgbClr val="002060"/>
                </a:solidFill>
                <a:latin typeface="Calibri"/>
                <a:cs typeface="Calibri"/>
              </a:rPr>
              <a:t>элементы</a:t>
            </a:r>
            <a:endParaRPr sz="1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6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sz="1800" dirty="0">
                <a:solidFill>
                  <a:srgbClr val="002060"/>
                </a:solidFill>
                <a:latin typeface="Calibri"/>
                <a:cs typeface="Calibri"/>
              </a:rPr>
              <a:t>Хвостовик</a:t>
            </a:r>
            <a:endParaRPr sz="1800">
              <a:latin typeface="Calibri"/>
              <a:cs typeface="Calibri"/>
            </a:endParaRPr>
          </a:p>
        </p:txBody>
      </p:sp>
      <p:grpSp>
        <p:nvGrpSpPr>
          <p:cNvPr id="187" name="object 187"/>
          <p:cNvGrpSpPr/>
          <p:nvPr/>
        </p:nvGrpSpPr>
        <p:grpSpPr>
          <a:xfrm>
            <a:off x="289712" y="2695832"/>
            <a:ext cx="2295525" cy="646430"/>
            <a:chOff x="289712" y="2695832"/>
            <a:chExt cx="2295525" cy="646430"/>
          </a:xfrm>
        </p:grpSpPr>
        <p:pic>
          <p:nvPicPr>
            <p:cNvPr id="188" name="object 18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90280" y="2695832"/>
              <a:ext cx="1894576" cy="533400"/>
            </a:xfrm>
            <a:prstGeom prst="rect">
              <a:avLst/>
            </a:prstGeom>
          </p:spPr>
        </p:pic>
        <p:sp>
          <p:nvSpPr>
            <p:cNvPr id="189" name="object 189"/>
            <p:cNvSpPr/>
            <p:nvPr/>
          </p:nvSpPr>
          <p:spPr>
            <a:xfrm>
              <a:off x="679453" y="2695832"/>
              <a:ext cx="1905635" cy="536575"/>
            </a:xfrm>
            <a:custGeom>
              <a:avLst/>
              <a:gdLst/>
              <a:ahLst/>
              <a:cxnLst/>
              <a:rect l="l" t="t" r="r" b="b"/>
              <a:pathLst>
                <a:path w="1905635" h="536575">
                  <a:moveTo>
                    <a:pt x="1905403" y="536448"/>
                  </a:moveTo>
                  <a:lnTo>
                    <a:pt x="1905403" y="533400"/>
                  </a:lnTo>
                  <a:lnTo>
                    <a:pt x="10826" y="0"/>
                  </a:lnTo>
                  <a:lnTo>
                    <a:pt x="0" y="0"/>
                  </a:lnTo>
                  <a:lnTo>
                    <a:pt x="1905403" y="536448"/>
                  </a:lnTo>
                  <a:close/>
                </a:path>
              </a:pathLst>
            </a:custGeom>
            <a:solidFill>
              <a:srgbClr val="F5F6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668627" y="2695832"/>
              <a:ext cx="1916430" cy="539750"/>
            </a:xfrm>
            <a:custGeom>
              <a:avLst/>
              <a:gdLst/>
              <a:ahLst/>
              <a:cxnLst/>
              <a:rect l="l" t="t" r="r" b="b"/>
              <a:pathLst>
                <a:path w="1916430" h="539750">
                  <a:moveTo>
                    <a:pt x="1916228" y="539496"/>
                  </a:moveTo>
                  <a:lnTo>
                    <a:pt x="1916228" y="536448"/>
                  </a:lnTo>
                  <a:lnTo>
                    <a:pt x="10826" y="0"/>
                  </a:lnTo>
                  <a:lnTo>
                    <a:pt x="0" y="0"/>
                  </a:lnTo>
                  <a:lnTo>
                    <a:pt x="1916228" y="539496"/>
                  </a:lnTo>
                  <a:close/>
                </a:path>
              </a:pathLst>
            </a:custGeom>
            <a:solidFill>
              <a:srgbClr val="F5F7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646963" y="2695844"/>
              <a:ext cx="1938020" cy="546100"/>
            </a:xfrm>
            <a:custGeom>
              <a:avLst/>
              <a:gdLst/>
              <a:ahLst/>
              <a:cxnLst/>
              <a:rect l="l" t="t" r="r" b="b"/>
              <a:pathLst>
                <a:path w="1938020" h="546100">
                  <a:moveTo>
                    <a:pt x="1937880" y="539496"/>
                  </a:moveTo>
                  <a:lnTo>
                    <a:pt x="21653" y="0"/>
                  </a:lnTo>
                  <a:lnTo>
                    <a:pt x="10833" y="0"/>
                  </a:lnTo>
                  <a:lnTo>
                    <a:pt x="0" y="0"/>
                  </a:lnTo>
                  <a:lnTo>
                    <a:pt x="1937880" y="545592"/>
                  </a:lnTo>
                  <a:lnTo>
                    <a:pt x="1937880" y="542544"/>
                  </a:lnTo>
                  <a:lnTo>
                    <a:pt x="1937880" y="539496"/>
                  </a:lnTo>
                  <a:close/>
                </a:path>
              </a:pathLst>
            </a:custGeom>
            <a:solidFill>
              <a:srgbClr val="F6F7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636149" y="2695832"/>
              <a:ext cx="1948814" cy="548640"/>
            </a:xfrm>
            <a:custGeom>
              <a:avLst/>
              <a:gdLst/>
              <a:ahLst/>
              <a:cxnLst/>
              <a:rect l="l" t="t" r="r" b="b"/>
              <a:pathLst>
                <a:path w="1948814" h="548639">
                  <a:moveTo>
                    <a:pt x="1948707" y="548640"/>
                  </a:moveTo>
                  <a:lnTo>
                    <a:pt x="1948707" y="545592"/>
                  </a:lnTo>
                  <a:lnTo>
                    <a:pt x="10826" y="0"/>
                  </a:lnTo>
                  <a:lnTo>
                    <a:pt x="0" y="0"/>
                  </a:lnTo>
                  <a:lnTo>
                    <a:pt x="1948707" y="548640"/>
                  </a:lnTo>
                  <a:close/>
                </a:path>
              </a:pathLst>
            </a:custGeom>
            <a:solidFill>
              <a:srgbClr val="F6F8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614489" y="2695844"/>
              <a:ext cx="1970405" cy="554990"/>
            </a:xfrm>
            <a:custGeom>
              <a:avLst/>
              <a:gdLst/>
              <a:ahLst/>
              <a:cxnLst/>
              <a:rect l="l" t="t" r="r" b="b"/>
              <a:pathLst>
                <a:path w="1970405" h="554989">
                  <a:moveTo>
                    <a:pt x="1970354" y="551688"/>
                  </a:moveTo>
                  <a:lnTo>
                    <a:pt x="10820" y="0"/>
                  </a:lnTo>
                  <a:lnTo>
                    <a:pt x="0" y="0"/>
                  </a:lnTo>
                  <a:lnTo>
                    <a:pt x="1970354" y="554736"/>
                  </a:lnTo>
                  <a:lnTo>
                    <a:pt x="1970354" y="551688"/>
                  </a:lnTo>
                  <a:close/>
                </a:path>
                <a:path w="1970405" h="554989">
                  <a:moveTo>
                    <a:pt x="1970354" y="548640"/>
                  </a:moveTo>
                  <a:lnTo>
                    <a:pt x="21653" y="0"/>
                  </a:lnTo>
                  <a:lnTo>
                    <a:pt x="10833" y="0"/>
                  </a:lnTo>
                  <a:lnTo>
                    <a:pt x="1970354" y="551688"/>
                  </a:lnTo>
                  <a:lnTo>
                    <a:pt x="1970354" y="548640"/>
                  </a:lnTo>
                  <a:close/>
                </a:path>
              </a:pathLst>
            </a:custGeom>
            <a:solidFill>
              <a:srgbClr val="F7F8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582015" y="2695844"/>
              <a:ext cx="2003425" cy="563880"/>
            </a:xfrm>
            <a:custGeom>
              <a:avLst/>
              <a:gdLst/>
              <a:ahLst/>
              <a:cxnLst/>
              <a:rect l="l" t="t" r="r" b="b"/>
              <a:pathLst>
                <a:path w="2003425" h="563879">
                  <a:moveTo>
                    <a:pt x="2002828" y="554736"/>
                  </a:moveTo>
                  <a:lnTo>
                    <a:pt x="32473" y="0"/>
                  </a:lnTo>
                  <a:lnTo>
                    <a:pt x="21653" y="0"/>
                  </a:lnTo>
                  <a:lnTo>
                    <a:pt x="10820" y="0"/>
                  </a:lnTo>
                  <a:lnTo>
                    <a:pt x="0" y="0"/>
                  </a:lnTo>
                  <a:lnTo>
                    <a:pt x="2002828" y="563880"/>
                  </a:lnTo>
                  <a:lnTo>
                    <a:pt x="2002828" y="560832"/>
                  </a:lnTo>
                  <a:lnTo>
                    <a:pt x="2002828" y="557784"/>
                  </a:lnTo>
                  <a:lnTo>
                    <a:pt x="2002828" y="554736"/>
                  </a:lnTo>
                  <a:close/>
                </a:path>
              </a:pathLst>
            </a:custGeom>
            <a:solidFill>
              <a:srgbClr val="F8F9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571192" y="2695832"/>
              <a:ext cx="2014220" cy="567055"/>
            </a:xfrm>
            <a:custGeom>
              <a:avLst/>
              <a:gdLst/>
              <a:ahLst/>
              <a:cxnLst/>
              <a:rect l="l" t="t" r="r" b="b"/>
              <a:pathLst>
                <a:path w="2014220" h="567054">
                  <a:moveTo>
                    <a:pt x="2013664" y="566928"/>
                  </a:moveTo>
                  <a:lnTo>
                    <a:pt x="2013664" y="563880"/>
                  </a:lnTo>
                  <a:lnTo>
                    <a:pt x="10826" y="0"/>
                  </a:lnTo>
                  <a:lnTo>
                    <a:pt x="0" y="0"/>
                  </a:lnTo>
                  <a:lnTo>
                    <a:pt x="2013664" y="566928"/>
                  </a:lnTo>
                  <a:close/>
                </a:path>
              </a:pathLst>
            </a:custGeom>
            <a:solidFill>
              <a:srgbClr val="F9FA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549529" y="2695844"/>
              <a:ext cx="2035810" cy="573405"/>
            </a:xfrm>
            <a:custGeom>
              <a:avLst/>
              <a:gdLst/>
              <a:ahLst/>
              <a:cxnLst/>
              <a:rect l="l" t="t" r="r" b="b"/>
              <a:pathLst>
                <a:path w="2035810" h="573404">
                  <a:moveTo>
                    <a:pt x="2035314" y="566928"/>
                  </a:moveTo>
                  <a:lnTo>
                    <a:pt x="21653" y="0"/>
                  </a:lnTo>
                  <a:lnTo>
                    <a:pt x="10833" y="0"/>
                  </a:lnTo>
                  <a:lnTo>
                    <a:pt x="0" y="0"/>
                  </a:lnTo>
                  <a:lnTo>
                    <a:pt x="2035314" y="573024"/>
                  </a:lnTo>
                  <a:lnTo>
                    <a:pt x="2035314" y="569976"/>
                  </a:lnTo>
                  <a:lnTo>
                    <a:pt x="2035314" y="566928"/>
                  </a:lnTo>
                  <a:close/>
                </a:path>
              </a:pathLst>
            </a:custGeom>
            <a:solidFill>
              <a:srgbClr val="F9FA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538713" y="2695832"/>
              <a:ext cx="2046605" cy="576580"/>
            </a:xfrm>
            <a:custGeom>
              <a:avLst/>
              <a:gdLst/>
              <a:ahLst/>
              <a:cxnLst/>
              <a:rect l="l" t="t" r="r" b="b"/>
              <a:pathLst>
                <a:path w="2046605" h="576579">
                  <a:moveTo>
                    <a:pt x="2046142" y="576072"/>
                  </a:moveTo>
                  <a:lnTo>
                    <a:pt x="2046142" y="573024"/>
                  </a:lnTo>
                  <a:lnTo>
                    <a:pt x="10826" y="0"/>
                  </a:lnTo>
                  <a:lnTo>
                    <a:pt x="0" y="0"/>
                  </a:lnTo>
                  <a:lnTo>
                    <a:pt x="2046142" y="576072"/>
                  </a:lnTo>
                  <a:close/>
                </a:path>
              </a:pathLst>
            </a:custGeom>
            <a:solidFill>
              <a:srgbClr val="FAFA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517055" y="2695844"/>
              <a:ext cx="2068195" cy="582295"/>
            </a:xfrm>
            <a:custGeom>
              <a:avLst/>
              <a:gdLst/>
              <a:ahLst/>
              <a:cxnLst/>
              <a:rect l="l" t="t" r="r" b="b"/>
              <a:pathLst>
                <a:path w="2068195" h="582295">
                  <a:moveTo>
                    <a:pt x="2067788" y="576072"/>
                  </a:moveTo>
                  <a:lnTo>
                    <a:pt x="21653" y="0"/>
                  </a:lnTo>
                  <a:lnTo>
                    <a:pt x="10833" y="0"/>
                  </a:lnTo>
                  <a:lnTo>
                    <a:pt x="0" y="0"/>
                  </a:lnTo>
                  <a:lnTo>
                    <a:pt x="2067788" y="582168"/>
                  </a:lnTo>
                  <a:lnTo>
                    <a:pt x="2067788" y="579120"/>
                  </a:lnTo>
                  <a:lnTo>
                    <a:pt x="2067788" y="576072"/>
                  </a:lnTo>
                  <a:close/>
                </a:path>
              </a:pathLst>
            </a:custGeom>
            <a:solidFill>
              <a:srgbClr val="FAFB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495401" y="2695844"/>
              <a:ext cx="2089785" cy="588645"/>
            </a:xfrm>
            <a:custGeom>
              <a:avLst/>
              <a:gdLst/>
              <a:ahLst/>
              <a:cxnLst/>
              <a:rect l="l" t="t" r="r" b="b"/>
              <a:pathLst>
                <a:path w="2089785" h="588645">
                  <a:moveTo>
                    <a:pt x="2089442" y="582168"/>
                  </a:moveTo>
                  <a:lnTo>
                    <a:pt x="21653" y="0"/>
                  </a:lnTo>
                  <a:lnTo>
                    <a:pt x="10833" y="0"/>
                  </a:lnTo>
                  <a:lnTo>
                    <a:pt x="0" y="0"/>
                  </a:lnTo>
                  <a:lnTo>
                    <a:pt x="2089442" y="588264"/>
                  </a:lnTo>
                  <a:lnTo>
                    <a:pt x="2089442" y="585216"/>
                  </a:lnTo>
                  <a:lnTo>
                    <a:pt x="2089442" y="582168"/>
                  </a:lnTo>
                  <a:close/>
                </a:path>
              </a:pathLst>
            </a:custGeom>
            <a:solidFill>
              <a:srgbClr val="FBFB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473748" y="2695844"/>
              <a:ext cx="2111375" cy="594360"/>
            </a:xfrm>
            <a:custGeom>
              <a:avLst/>
              <a:gdLst/>
              <a:ahLst/>
              <a:cxnLst/>
              <a:rect l="l" t="t" r="r" b="b"/>
              <a:pathLst>
                <a:path w="2111375" h="594360">
                  <a:moveTo>
                    <a:pt x="2111095" y="588264"/>
                  </a:moveTo>
                  <a:lnTo>
                    <a:pt x="21653" y="0"/>
                  </a:lnTo>
                  <a:lnTo>
                    <a:pt x="10833" y="0"/>
                  </a:lnTo>
                  <a:lnTo>
                    <a:pt x="0" y="0"/>
                  </a:lnTo>
                  <a:lnTo>
                    <a:pt x="2111095" y="594360"/>
                  </a:lnTo>
                  <a:lnTo>
                    <a:pt x="2111095" y="591312"/>
                  </a:lnTo>
                  <a:lnTo>
                    <a:pt x="2111095" y="588264"/>
                  </a:lnTo>
                  <a:close/>
                </a:path>
              </a:pathLst>
            </a:custGeom>
            <a:solidFill>
              <a:srgbClr val="FBFC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462930" y="2695832"/>
              <a:ext cx="2122170" cy="597535"/>
            </a:xfrm>
            <a:custGeom>
              <a:avLst/>
              <a:gdLst/>
              <a:ahLst/>
              <a:cxnLst/>
              <a:rect l="l" t="t" r="r" b="b"/>
              <a:pathLst>
                <a:path w="2122170" h="597535">
                  <a:moveTo>
                    <a:pt x="2121925" y="597408"/>
                  </a:moveTo>
                  <a:lnTo>
                    <a:pt x="2121925" y="594360"/>
                  </a:lnTo>
                  <a:lnTo>
                    <a:pt x="10826" y="0"/>
                  </a:lnTo>
                  <a:lnTo>
                    <a:pt x="0" y="0"/>
                  </a:lnTo>
                  <a:lnTo>
                    <a:pt x="2121925" y="597408"/>
                  </a:lnTo>
                  <a:close/>
                </a:path>
              </a:pathLst>
            </a:custGeom>
            <a:solidFill>
              <a:srgbClr val="FCFC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441274" y="2695844"/>
              <a:ext cx="2143760" cy="603885"/>
            </a:xfrm>
            <a:custGeom>
              <a:avLst/>
              <a:gdLst/>
              <a:ahLst/>
              <a:cxnLst/>
              <a:rect l="l" t="t" r="r" b="b"/>
              <a:pathLst>
                <a:path w="2143760" h="603885">
                  <a:moveTo>
                    <a:pt x="2143569" y="597408"/>
                  </a:moveTo>
                  <a:lnTo>
                    <a:pt x="21653" y="0"/>
                  </a:lnTo>
                  <a:lnTo>
                    <a:pt x="10820" y="0"/>
                  </a:lnTo>
                  <a:lnTo>
                    <a:pt x="0" y="0"/>
                  </a:lnTo>
                  <a:lnTo>
                    <a:pt x="2143569" y="603504"/>
                  </a:lnTo>
                  <a:lnTo>
                    <a:pt x="2143569" y="600456"/>
                  </a:lnTo>
                  <a:lnTo>
                    <a:pt x="2143569" y="597408"/>
                  </a:lnTo>
                  <a:close/>
                </a:path>
              </a:pathLst>
            </a:custGeom>
            <a:solidFill>
              <a:srgbClr val="FCFC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419620" y="2695844"/>
              <a:ext cx="2165350" cy="609600"/>
            </a:xfrm>
            <a:custGeom>
              <a:avLst/>
              <a:gdLst/>
              <a:ahLst/>
              <a:cxnLst/>
              <a:rect l="l" t="t" r="r" b="b"/>
              <a:pathLst>
                <a:path w="2165350" h="609600">
                  <a:moveTo>
                    <a:pt x="2165223" y="603504"/>
                  </a:moveTo>
                  <a:lnTo>
                    <a:pt x="21653" y="0"/>
                  </a:lnTo>
                  <a:lnTo>
                    <a:pt x="10820" y="0"/>
                  </a:lnTo>
                  <a:lnTo>
                    <a:pt x="0" y="0"/>
                  </a:lnTo>
                  <a:lnTo>
                    <a:pt x="2165223" y="609600"/>
                  </a:lnTo>
                  <a:lnTo>
                    <a:pt x="2165223" y="606552"/>
                  </a:lnTo>
                  <a:lnTo>
                    <a:pt x="2165223" y="603504"/>
                  </a:lnTo>
                  <a:close/>
                </a:path>
              </a:pathLst>
            </a:custGeom>
            <a:solidFill>
              <a:srgbClr val="FCFD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76313" y="2695844"/>
              <a:ext cx="2208530" cy="622300"/>
            </a:xfrm>
            <a:custGeom>
              <a:avLst/>
              <a:gdLst/>
              <a:ahLst/>
              <a:cxnLst/>
              <a:rect l="l" t="t" r="r" b="b"/>
              <a:pathLst>
                <a:path w="2208530" h="622300">
                  <a:moveTo>
                    <a:pt x="2208530" y="609600"/>
                  </a:moveTo>
                  <a:lnTo>
                    <a:pt x="43307" y="0"/>
                  </a:lnTo>
                  <a:lnTo>
                    <a:pt x="32473" y="0"/>
                  </a:lnTo>
                  <a:lnTo>
                    <a:pt x="21653" y="0"/>
                  </a:lnTo>
                  <a:lnTo>
                    <a:pt x="10833" y="0"/>
                  </a:lnTo>
                  <a:lnTo>
                    <a:pt x="0" y="0"/>
                  </a:lnTo>
                  <a:lnTo>
                    <a:pt x="2208530" y="621792"/>
                  </a:lnTo>
                  <a:lnTo>
                    <a:pt x="2208530" y="618744"/>
                  </a:lnTo>
                  <a:lnTo>
                    <a:pt x="2208530" y="615696"/>
                  </a:lnTo>
                  <a:lnTo>
                    <a:pt x="2208530" y="612648"/>
                  </a:lnTo>
                  <a:lnTo>
                    <a:pt x="2208530" y="609600"/>
                  </a:lnTo>
                  <a:close/>
                </a:path>
              </a:pathLst>
            </a:custGeom>
            <a:solidFill>
              <a:srgbClr val="FDFD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65495" y="2695832"/>
              <a:ext cx="2219960" cy="624840"/>
            </a:xfrm>
            <a:custGeom>
              <a:avLst/>
              <a:gdLst/>
              <a:ahLst/>
              <a:cxnLst/>
              <a:rect l="l" t="t" r="r" b="b"/>
              <a:pathLst>
                <a:path w="2219960" h="624839">
                  <a:moveTo>
                    <a:pt x="2219361" y="624840"/>
                  </a:moveTo>
                  <a:lnTo>
                    <a:pt x="2219361" y="621792"/>
                  </a:lnTo>
                  <a:lnTo>
                    <a:pt x="10826" y="0"/>
                  </a:lnTo>
                  <a:lnTo>
                    <a:pt x="0" y="0"/>
                  </a:lnTo>
                  <a:lnTo>
                    <a:pt x="2219361" y="624840"/>
                  </a:lnTo>
                  <a:close/>
                </a:path>
              </a:pathLst>
            </a:custGeom>
            <a:solidFill>
              <a:srgbClr val="FD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00532" y="2695844"/>
              <a:ext cx="2284730" cy="643255"/>
            </a:xfrm>
            <a:custGeom>
              <a:avLst/>
              <a:gdLst/>
              <a:ahLst/>
              <a:cxnLst/>
              <a:rect l="l" t="t" r="r" b="b"/>
              <a:pathLst>
                <a:path w="2284730" h="643254">
                  <a:moveTo>
                    <a:pt x="2284311" y="624840"/>
                  </a:moveTo>
                  <a:lnTo>
                    <a:pt x="64960" y="0"/>
                  </a:lnTo>
                  <a:lnTo>
                    <a:pt x="54127" y="0"/>
                  </a:lnTo>
                  <a:lnTo>
                    <a:pt x="43307" y="0"/>
                  </a:lnTo>
                  <a:lnTo>
                    <a:pt x="32473" y="0"/>
                  </a:lnTo>
                  <a:lnTo>
                    <a:pt x="21653" y="0"/>
                  </a:lnTo>
                  <a:lnTo>
                    <a:pt x="10820" y="0"/>
                  </a:lnTo>
                  <a:lnTo>
                    <a:pt x="0" y="0"/>
                  </a:lnTo>
                  <a:lnTo>
                    <a:pt x="2284311" y="643128"/>
                  </a:lnTo>
                  <a:lnTo>
                    <a:pt x="2284311" y="627888"/>
                  </a:lnTo>
                  <a:lnTo>
                    <a:pt x="2284311" y="62484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289699" y="2695844"/>
              <a:ext cx="2295525" cy="646430"/>
            </a:xfrm>
            <a:custGeom>
              <a:avLst/>
              <a:gdLst/>
              <a:ahLst/>
              <a:cxnLst/>
              <a:rect l="l" t="t" r="r" b="b"/>
              <a:pathLst>
                <a:path w="2295525" h="646429">
                  <a:moveTo>
                    <a:pt x="2295144" y="643128"/>
                  </a:moveTo>
                  <a:lnTo>
                    <a:pt x="10833" y="0"/>
                  </a:lnTo>
                  <a:lnTo>
                    <a:pt x="12" y="0"/>
                  </a:lnTo>
                  <a:lnTo>
                    <a:pt x="12" y="3048"/>
                  </a:lnTo>
                  <a:lnTo>
                    <a:pt x="2284323" y="646176"/>
                  </a:lnTo>
                  <a:lnTo>
                    <a:pt x="2295144" y="646176"/>
                  </a:lnTo>
                  <a:lnTo>
                    <a:pt x="2295144" y="6431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289699" y="2698892"/>
              <a:ext cx="2284730" cy="643255"/>
            </a:xfrm>
            <a:custGeom>
              <a:avLst/>
              <a:gdLst/>
              <a:ahLst/>
              <a:cxnLst/>
              <a:rect l="l" t="t" r="r" b="b"/>
              <a:pathLst>
                <a:path w="2284730" h="643254">
                  <a:moveTo>
                    <a:pt x="2251849" y="643128"/>
                  </a:moveTo>
                  <a:lnTo>
                    <a:pt x="0" y="9144"/>
                  </a:lnTo>
                  <a:lnTo>
                    <a:pt x="0" y="12192"/>
                  </a:lnTo>
                  <a:lnTo>
                    <a:pt x="12" y="15240"/>
                  </a:lnTo>
                  <a:lnTo>
                    <a:pt x="12" y="18288"/>
                  </a:lnTo>
                  <a:lnTo>
                    <a:pt x="2219363" y="643128"/>
                  </a:lnTo>
                  <a:lnTo>
                    <a:pt x="2230196" y="643128"/>
                  </a:lnTo>
                  <a:lnTo>
                    <a:pt x="2241016" y="643128"/>
                  </a:lnTo>
                  <a:lnTo>
                    <a:pt x="2251849" y="643128"/>
                  </a:lnTo>
                  <a:close/>
                </a:path>
                <a:path w="2284730" h="643254">
                  <a:moveTo>
                    <a:pt x="2284323" y="643128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2" y="6096"/>
                  </a:lnTo>
                  <a:lnTo>
                    <a:pt x="0" y="9144"/>
                  </a:lnTo>
                  <a:lnTo>
                    <a:pt x="2251849" y="643128"/>
                  </a:lnTo>
                  <a:lnTo>
                    <a:pt x="2262670" y="643128"/>
                  </a:lnTo>
                  <a:lnTo>
                    <a:pt x="2273503" y="643128"/>
                  </a:lnTo>
                  <a:lnTo>
                    <a:pt x="2284323" y="643128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289712" y="2717168"/>
              <a:ext cx="2219960" cy="624840"/>
            </a:xfrm>
            <a:custGeom>
              <a:avLst/>
              <a:gdLst/>
              <a:ahLst/>
              <a:cxnLst/>
              <a:rect l="l" t="t" r="r" b="b"/>
              <a:pathLst>
                <a:path w="2219960" h="624839">
                  <a:moveTo>
                    <a:pt x="2219360" y="624839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2208534" y="624839"/>
                  </a:lnTo>
                  <a:lnTo>
                    <a:pt x="2219360" y="624839"/>
                  </a:lnTo>
                  <a:close/>
                </a:path>
              </a:pathLst>
            </a:custGeom>
            <a:solidFill>
              <a:srgbClr val="FD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289699" y="2720228"/>
              <a:ext cx="2209165" cy="622300"/>
            </a:xfrm>
            <a:custGeom>
              <a:avLst/>
              <a:gdLst/>
              <a:ahLst/>
              <a:cxnLst/>
              <a:rect l="l" t="t" r="r" b="b"/>
              <a:pathLst>
                <a:path w="2209165" h="622300">
                  <a:moveTo>
                    <a:pt x="2186889" y="621792"/>
                  </a:moveTo>
                  <a:lnTo>
                    <a:pt x="0" y="6096"/>
                  </a:lnTo>
                  <a:lnTo>
                    <a:pt x="0" y="9144"/>
                  </a:lnTo>
                  <a:lnTo>
                    <a:pt x="0" y="12192"/>
                  </a:lnTo>
                  <a:lnTo>
                    <a:pt x="2165235" y="621792"/>
                  </a:lnTo>
                  <a:lnTo>
                    <a:pt x="2176056" y="621792"/>
                  </a:lnTo>
                  <a:lnTo>
                    <a:pt x="2186889" y="621792"/>
                  </a:lnTo>
                  <a:close/>
                </a:path>
                <a:path w="2209165" h="622300">
                  <a:moveTo>
                    <a:pt x="2208542" y="621792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2" y="6096"/>
                  </a:lnTo>
                  <a:lnTo>
                    <a:pt x="2186889" y="621792"/>
                  </a:lnTo>
                  <a:lnTo>
                    <a:pt x="2197709" y="621792"/>
                  </a:lnTo>
                  <a:lnTo>
                    <a:pt x="2208542" y="621792"/>
                  </a:lnTo>
                  <a:close/>
                </a:path>
              </a:pathLst>
            </a:custGeom>
            <a:solidFill>
              <a:srgbClr val="FDFD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289699" y="2732420"/>
              <a:ext cx="2165350" cy="609600"/>
            </a:xfrm>
            <a:custGeom>
              <a:avLst/>
              <a:gdLst/>
              <a:ahLst/>
              <a:cxnLst/>
              <a:rect l="l" t="t" r="r" b="b"/>
              <a:pathLst>
                <a:path w="2165350" h="609600">
                  <a:moveTo>
                    <a:pt x="2154415" y="609600"/>
                  </a:moveTo>
                  <a:lnTo>
                    <a:pt x="0" y="3048"/>
                  </a:lnTo>
                  <a:lnTo>
                    <a:pt x="0" y="6096"/>
                  </a:lnTo>
                  <a:lnTo>
                    <a:pt x="2143582" y="609600"/>
                  </a:lnTo>
                  <a:lnTo>
                    <a:pt x="2154415" y="609600"/>
                  </a:lnTo>
                  <a:close/>
                </a:path>
                <a:path w="2165350" h="609600">
                  <a:moveTo>
                    <a:pt x="2165235" y="609600"/>
                  </a:moveTo>
                  <a:lnTo>
                    <a:pt x="12" y="0"/>
                  </a:lnTo>
                  <a:lnTo>
                    <a:pt x="0" y="3048"/>
                  </a:lnTo>
                  <a:lnTo>
                    <a:pt x="2154415" y="609600"/>
                  </a:lnTo>
                  <a:lnTo>
                    <a:pt x="2165235" y="609600"/>
                  </a:lnTo>
                  <a:close/>
                </a:path>
              </a:pathLst>
            </a:custGeom>
            <a:solidFill>
              <a:srgbClr val="FCFD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289699" y="2738516"/>
              <a:ext cx="2143760" cy="603885"/>
            </a:xfrm>
            <a:custGeom>
              <a:avLst/>
              <a:gdLst/>
              <a:ahLst/>
              <a:cxnLst/>
              <a:rect l="l" t="t" r="r" b="b"/>
              <a:pathLst>
                <a:path w="2143760" h="603885">
                  <a:moveTo>
                    <a:pt x="2143582" y="603504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2" y="6096"/>
                  </a:lnTo>
                  <a:lnTo>
                    <a:pt x="2121928" y="603504"/>
                  </a:lnTo>
                  <a:lnTo>
                    <a:pt x="2132761" y="603504"/>
                  </a:lnTo>
                  <a:lnTo>
                    <a:pt x="2143582" y="603504"/>
                  </a:lnTo>
                  <a:close/>
                </a:path>
              </a:pathLst>
            </a:custGeom>
            <a:solidFill>
              <a:srgbClr val="FCFC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289712" y="2744600"/>
              <a:ext cx="2122170" cy="597535"/>
            </a:xfrm>
            <a:custGeom>
              <a:avLst/>
              <a:gdLst/>
              <a:ahLst/>
              <a:cxnLst/>
              <a:rect l="l" t="t" r="r" b="b"/>
              <a:pathLst>
                <a:path w="2122170" h="597535">
                  <a:moveTo>
                    <a:pt x="2121924" y="597407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2111098" y="597407"/>
                  </a:lnTo>
                  <a:lnTo>
                    <a:pt x="2121924" y="597407"/>
                  </a:lnTo>
                  <a:close/>
                </a:path>
              </a:pathLst>
            </a:custGeom>
            <a:solidFill>
              <a:srgbClr val="FCFC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289699" y="2747660"/>
              <a:ext cx="2111375" cy="594360"/>
            </a:xfrm>
            <a:custGeom>
              <a:avLst/>
              <a:gdLst/>
              <a:ahLst/>
              <a:cxnLst/>
              <a:rect l="l" t="t" r="r" b="b"/>
              <a:pathLst>
                <a:path w="2111375" h="594360">
                  <a:moveTo>
                    <a:pt x="2111108" y="594360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2" y="6096"/>
                  </a:lnTo>
                  <a:lnTo>
                    <a:pt x="2089454" y="594360"/>
                  </a:lnTo>
                  <a:lnTo>
                    <a:pt x="2100275" y="594360"/>
                  </a:lnTo>
                  <a:lnTo>
                    <a:pt x="2111108" y="594360"/>
                  </a:lnTo>
                  <a:close/>
                </a:path>
              </a:pathLst>
            </a:custGeom>
            <a:solidFill>
              <a:srgbClr val="FBFC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289699" y="2753756"/>
              <a:ext cx="2089785" cy="588645"/>
            </a:xfrm>
            <a:custGeom>
              <a:avLst/>
              <a:gdLst/>
              <a:ahLst/>
              <a:cxnLst/>
              <a:rect l="l" t="t" r="r" b="b"/>
              <a:pathLst>
                <a:path w="2089785" h="588645">
                  <a:moveTo>
                    <a:pt x="2089454" y="588264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0" y="6096"/>
                  </a:lnTo>
                  <a:lnTo>
                    <a:pt x="2067801" y="588264"/>
                  </a:lnTo>
                  <a:lnTo>
                    <a:pt x="2078621" y="588264"/>
                  </a:lnTo>
                  <a:lnTo>
                    <a:pt x="2089454" y="588264"/>
                  </a:lnTo>
                  <a:close/>
                </a:path>
              </a:pathLst>
            </a:custGeom>
            <a:solidFill>
              <a:srgbClr val="FBFB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289699" y="2759852"/>
              <a:ext cx="2068195" cy="582295"/>
            </a:xfrm>
            <a:custGeom>
              <a:avLst/>
              <a:gdLst/>
              <a:ahLst/>
              <a:cxnLst/>
              <a:rect l="l" t="t" r="r" b="b"/>
              <a:pathLst>
                <a:path w="2068195" h="582295">
                  <a:moveTo>
                    <a:pt x="2067801" y="582168"/>
                  </a:moveTo>
                  <a:lnTo>
                    <a:pt x="12" y="0"/>
                  </a:lnTo>
                  <a:lnTo>
                    <a:pt x="12" y="3048"/>
                  </a:lnTo>
                  <a:lnTo>
                    <a:pt x="12" y="6096"/>
                  </a:lnTo>
                  <a:lnTo>
                    <a:pt x="2046147" y="582168"/>
                  </a:lnTo>
                  <a:lnTo>
                    <a:pt x="2056980" y="582168"/>
                  </a:lnTo>
                  <a:lnTo>
                    <a:pt x="2067801" y="582168"/>
                  </a:lnTo>
                  <a:close/>
                </a:path>
              </a:pathLst>
            </a:custGeom>
            <a:solidFill>
              <a:srgbClr val="FAFB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289712" y="2765936"/>
              <a:ext cx="2046605" cy="576580"/>
            </a:xfrm>
            <a:custGeom>
              <a:avLst/>
              <a:gdLst/>
              <a:ahLst/>
              <a:cxnLst/>
              <a:rect l="l" t="t" r="r" b="b"/>
              <a:pathLst>
                <a:path w="2046605" h="576579">
                  <a:moveTo>
                    <a:pt x="2046142" y="576071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2035316" y="576071"/>
                  </a:lnTo>
                  <a:lnTo>
                    <a:pt x="2046142" y="576071"/>
                  </a:lnTo>
                  <a:close/>
                </a:path>
              </a:pathLst>
            </a:custGeom>
            <a:solidFill>
              <a:srgbClr val="FAFA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289699" y="2768996"/>
              <a:ext cx="2035810" cy="573405"/>
            </a:xfrm>
            <a:custGeom>
              <a:avLst/>
              <a:gdLst/>
              <a:ahLst/>
              <a:cxnLst/>
              <a:rect l="l" t="t" r="r" b="b"/>
              <a:pathLst>
                <a:path w="2035810" h="573404">
                  <a:moveTo>
                    <a:pt x="2035327" y="573024"/>
                  </a:moveTo>
                  <a:lnTo>
                    <a:pt x="12" y="0"/>
                  </a:lnTo>
                  <a:lnTo>
                    <a:pt x="12" y="3048"/>
                  </a:lnTo>
                  <a:lnTo>
                    <a:pt x="12" y="6096"/>
                  </a:lnTo>
                  <a:lnTo>
                    <a:pt x="2013673" y="573024"/>
                  </a:lnTo>
                  <a:lnTo>
                    <a:pt x="2024494" y="573024"/>
                  </a:lnTo>
                  <a:lnTo>
                    <a:pt x="2035327" y="573024"/>
                  </a:lnTo>
                  <a:close/>
                </a:path>
              </a:pathLst>
            </a:custGeom>
            <a:solidFill>
              <a:srgbClr val="F9FA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289712" y="2775080"/>
              <a:ext cx="2014220" cy="567055"/>
            </a:xfrm>
            <a:custGeom>
              <a:avLst/>
              <a:gdLst/>
              <a:ahLst/>
              <a:cxnLst/>
              <a:rect l="l" t="t" r="r" b="b"/>
              <a:pathLst>
                <a:path w="2014220" h="567054">
                  <a:moveTo>
                    <a:pt x="2013663" y="566927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2002837" y="566927"/>
                  </a:lnTo>
                  <a:lnTo>
                    <a:pt x="2013663" y="566927"/>
                  </a:lnTo>
                  <a:close/>
                </a:path>
              </a:pathLst>
            </a:custGeom>
            <a:solidFill>
              <a:srgbClr val="F9F9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289699" y="2778140"/>
              <a:ext cx="2003425" cy="563880"/>
            </a:xfrm>
            <a:custGeom>
              <a:avLst/>
              <a:gdLst/>
              <a:ahLst/>
              <a:cxnLst/>
              <a:rect l="l" t="t" r="r" b="b"/>
              <a:pathLst>
                <a:path w="2003425" h="563879">
                  <a:moveTo>
                    <a:pt x="1981187" y="563880"/>
                  </a:moveTo>
                  <a:lnTo>
                    <a:pt x="0" y="6096"/>
                  </a:lnTo>
                  <a:lnTo>
                    <a:pt x="0" y="9144"/>
                  </a:lnTo>
                  <a:lnTo>
                    <a:pt x="1970366" y="563880"/>
                  </a:lnTo>
                  <a:lnTo>
                    <a:pt x="1981187" y="563880"/>
                  </a:lnTo>
                  <a:close/>
                </a:path>
                <a:path w="2003425" h="563879">
                  <a:moveTo>
                    <a:pt x="2002840" y="563880"/>
                  </a:moveTo>
                  <a:lnTo>
                    <a:pt x="12" y="0"/>
                  </a:lnTo>
                  <a:lnTo>
                    <a:pt x="12" y="3048"/>
                  </a:lnTo>
                  <a:lnTo>
                    <a:pt x="0" y="6096"/>
                  </a:lnTo>
                  <a:lnTo>
                    <a:pt x="1981187" y="563880"/>
                  </a:lnTo>
                  <a:lnTo>
                    <a:pt x="1992020" y="563880"/>
                  </a:lnTo>
                  <a:lnTo>
                    <a:pt x="2002840" y="563880"/>
                  </a:lnTo>
                  <a:close/>
                </a:path>
              </a:pathLst>
            </a:custGeom>
            <a:solidFill>
              <a:srgbClr val="F8F9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289712" y="2787272"/>
              <a:ext cx="1970405" cy="554990"/>
            </a:xfrm>
            <a:custGeom>
              <a:avLst/>
              <a:gdLst/>
              <a:ahLst/>
              <a:cxnLst/>
              <a:rect l="l" t="t" r="r" b="b"/>
              <a:pathLst>
                <a:path w="1970405" h="554989">
                  <a:moveTo>
                    <a:pt x="1970359" y="554736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959533" y="554736"/>
                  </a:lnTo>
                  <a:lnTo>
                    <a:pt x="1970359" y="554736"/>
                  </a:lnTo>
                  <a:close/>
                </a:path>
              </a:pathLst>
            </a:custGeom>
            <a:solidFill>
              <a:srgbClr val="F7F9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289712" y="2790320"/>
              <a:ext cx="1959610" cy="551815"/>
            </a:xfrm>
            <a:custGeom>
              <a:avLst/>
              <a:gdLst/>
              <a:ahLst/>
              <a:cxnLst/>
              <a:rect l="l" t="t" r="r" b="b"/>
              <a:pathLst>
                <a:path w="1959610" h="551814">
                  <a:moveTo>
                    <a:pt x="1959533" y="551688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948707" y="551688"/>
                  </a:lnTo>
                  <a:lnTo>
                    <a:pt x="1959533" y="551688"/>
                  </a:lnTo>
                  <a:close/>
                </a:path>
              </a:pathLst>
            </a:custGeom>
            <a:solidFill>
              <a:srgbClr val="F7F8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289712" y="2793368"/>
              <a:ext cx="1948814" cy="548640"/>
            </a:xfrm>
            <a:custGeom>
              <a:avLst/>
              <a:gdLst/>
              <a:ahLst/>
              <a:cxnLst/>
              <a:rect l="l" t="t" r="r" b="b"/>
              <a:pathLst>
                <a:path w="1948814" h="548639">
                  <a:moveTo>
                    <a:pt x="1948706" y="548639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937880" y="548639"/>
                  </a:lnTo>
                  <a:lnTo>
                    <a:pt x="1948706" y="548639"/>
                  </a:lnTo>
                  <a:close/>
                </a:path>
              </a:pathLst>
            </a:custGeom>
            <a:solidFill>
              <a:srgbClr val="F6F8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289699" y="2796428"/>
              <a:ext cx="1938020" cy="546100"/>
            </a:xfrm>
            <a:custGeom>
              <a:avLst/>
              <a:gdLst/>
              <a:ahLst/>
              <a:cxnLst/>
              <a:rect l="l" t="t" r="r" b="b"/>
              <a:pathLst>
                <a:path w="1938020" h="546100">
                  <a:moveTo>
                    <a:pt x="1937893" y="545592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2" y="6096"/>
                  </a:lnTo>
                  <a:lnTo>
                    <a:pt x="1916239" y="545592"/>
                  </a:lnTo>
                  <a:lnTo>
                    <a:pt x="1927059" y="545592"/>
                  </a:lnTo>
                  <a:lnTo>
                    <a:pt x="1937893" y="545592"/>
                  </a:lnTo>
                  <a:close/>
                </a:path>
              </a:pathLst>
            </a:custGeom>
            <a:solidFill>
              <a:srgbClr val="F6F7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289712" y="2802512"/>
              <a:ext cx="1916430" cy="539750"/>
            </a:xfrm>
            <a:custGeom>
              <a:avLst/>
              <a:gdLst/>
              <a:ahLst/>
              <a:cxnLst/>
              <a:rect l="l" t="t" r="r" b="b"/>
              <a:pathLst>
                <a:path w="1916430" h="539750">
                  <a:moveTo>
                    <a:pt x="1916228" y="539495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905402" y="539495"/>
                  </a:lnTo>
                  <a:lnTo>
                    <a:pt x="1916228" y="539495"/>
                  </a:lnTo>
                  <a:close/>
                </a:path>
              </a:pathLst>
            </a:custGeom>
            <a:solidFill>
              <a:srgbClr val="F5F7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289712" y="2805560"/>
              <a:ext cx="1905635" cy="536575"/>
            </a:xfrm>
            <a:custGeom>
              <a:avLst/>
              <a:gdLst/>
              <a:ahLst/>
              <a:cxnLst/>
              <a:rect l="l" t="t" r="r" b="b"/>
              <a:pathLst>
                <a:path w="1905635" h="536575">
                  <a:moveTo>
                    <a:pt x="1905402" y="536447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1894576" y="536447"/>
                  </a:lnTo>
                  <a:lnTo>
                    <a:pt x="1905402" y="536447"/>
                  </a:lnTo>
                  <a:close/>
                </a:path>
              </a:pathLst>
            </a:custGeom>
            <a:solidFill>
              <a:srgbClr val="F5F6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7" name="object 22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89712" y="2808608"/>
              <a:ext cx="1894576" cy="533400"/>
            </a:xfrm>
            <a:prstGeom prst="rect">
              <a:avLst/>
            </a:prstGeom>
          </p:spPr>
        </p:pic>
      </p:grpSp>
      <p:sp>
        <p:nvSpPr>
          <p:cNvPr id="228" name="object 228"/>
          <p:cNvSpPr txBox="1"/>
          <p:nvPr/>
        </p:nvSpPr>
        <p:spPr>
          <a:xfrm>
            <a:off x="289712" y="2695832"/>
            <a:ext cx="2295525" cy="646430"/>
          </a:xfrm>
          <a:prstGeom prst="rect">
            <a:avLst/>
          </a:prstGeom>
          <a:ln w="9144">
            <a:solidFill>
              <a:srgbClr val="00009A"/>
            </a:solidFill>
          </a:ln>
        </p:spPr>
        <p:txBody>
          <a:bodyPr vert="horz" wrap="square" lIns="0" tIns="35560" rIns="0" bIns="0" rtlCol="0">
            <a:spAutoFit/>
          </a:bodyPr>
          <a:lstStyle/>
          <a:p>
            <a:pPr marL="96520" marR="107950">
              <a:lnSpc>
                <a:spcPct val="100000"/>
              </a:lnSpc>
              <a:spcBef>
                <a:spcPts val="280"/>
              </a:spcBef>
            </a:pPr>
            <a:r>
              <a:rPr sz="1800" dirty="0">
                <a:solidFill>
                  <a:srgbClr val="002060"/>
                </a:solidFill>
                <a:latin typeface="Calibri"/>
                <a:cs typeface="Calibri"/>
              </a:rPr>
              <a:t>Дистанционирующая  решетка</a:t>
            </a:r>
            <a:endParaRPr sz="1800">
              <a:latin typeface="Calibri"/>
              <a:cs typeface="Calibri"/>
            </a:endParaRPr>
          </a:p>
        </p:txBody>
      </p:sp>
      <p:grpSp>
        <p:nvGrpSpPr>
          <p:cNvPr id="229" name="object 229"/>
          <p:cNvGrpSpPr/>
          <p:nvPr/>
        </p:nvGrpSpPr>
        <p:grpSpPr>
          <a:xfrm>
            <a:off x="2571140" y="3007490"/>
            <a:ext cx="856615" cy="798195"/>
            <a:chOff x="2571140" y="3007490"/>
            <a:chExt cx="856615" cy="798195"/>
          </a:xfrm>
        </p:grpSpPr>
        <p:sp>
          <p:nvSpPr>
            <p:cNvPr id="230" name="object 230"/>
            <p:cNvSpPr/>
            <p:nvPr/>
          </p:nvSpPr>
          <p:spPr>
            <a:xfrm>
              <a:off x="2575712" y="3029588"/>
              <a:ext cx="742950" cy="771525"/>
            </a:xfrm>
            <a:custGeom>
              <a:avLst/>
              <a:gdLst/>
              <a:ahLst/>
              <a:cxnLst/>
              <a:rect l="l" t="t" r="r" b="b"/>
              <a:pathLst>
                <a:path w="742950" h="771525">
                  <a:moveTo>
                    <a:pt x="0" y="0"/>
                  </a:moveTo>
                  <a:lnTo>
                    <a:pt x="742950" y="771143"/>
                  </a:lnTo>
                </a:path>
              </a:pathLst>
            </a:custGeom>
            <a:ln w="9144">
              <a:solidFill>
                <a:srgbClr val="00009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2584856" y="3012062"/>
              <a:ext cx="838200" cy="312420"/>
            </a:xfrm>
            <a:custGeom>
              <a:avLst/>
              <a:gdLst/>
              <a:ahLst/>
              <a:cxnLst/>
              <a:rect l="l" t="t" r="r" b="b"/>
              <a:pathLst>
                <a:path w="838200" h="312420">
                  <a:moveTo>
                    <a:pt x="0" y="0"/>
                  </a:moveTo>
                  <a:lnTo>
                    <a:pt x="838200" y="312420"/>
                  </a:lnTo>
                </a:path>
              </a:pathLst>
            </a:custGeom>
            <a:ln w="9144">
              <a:solidFill>
                <a:srgbClr val="00009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2" name="object 232"/>
          <p:cNvSpPr txBox="1"/>
          <p:nvPr/>
        </p:nvSpPr>
        <p:spPr>
          <a:xfrm>
            <a:off x="5203335" y="1328296"/>
            <a:ext cx="293370" cy="147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00" b="1" spc="-5" dirty="0">
                <a:solidFill>
                  <a:srgbClr val="002060"/>
                </a:solidFill>
                <a:latin typeface="Calibri"/>
                <a:cs typeface="Calibri"/>
              </a:rPr>
              <a:t>№Т</a:t>
            </a:r>
            <a:r>
              <a:rPr sz="800" b="1" dirty="0">
                <a:solidFill>
                  <a:srgbClr val="002060"/>
                </a:solidFill>
                <a:latin typeface="Calibri"/>
                <a:cs typeface="Calibri"/>
              </a:rPr>
              <a:t>В</a:t>
            </a:r>
            <a:r>
              <a:rPr sz="800" b="1" spc="-5" dirty="0">
                <a:solidFill>
                  <a:srgbClr val="002060"/>
                </a:solidFill>
                <a:latin typeface="Calibri"/>
                <a:cs typeface="Calibri"/>
              </a:rPr>
              <a:t>С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4825386" y="1460127"/>
            <a:ext cx="857885" cy="3962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18795" indent="85725">
              <a:lnSpc>
                <a:spcPct val="100000"/>
              </a:lnSpc>
              <a:spcBef>
                <a:spcPts val="95"/>
              </a:spcBef>
            </a:pPr>
            <a:r>
              <a:rPr sz="800" dirty="0">
                <a:solidFill>
                  <a:srgbClr val="002060"/>
                </a:solidFill>
                <a:latin typeface="Calibri"/>
                <a:cs typeface="Calibri"/>
              </a:rPr>
              <a:t>год </a:t>
            </a:r>
            <a:r>
              <a:rPr sz="800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800" spc="-5" dirty="0">
                <a:solidFill>
                  <a:srgbClr val="002060"/>
                </a:solidFill>
                <a:latin typeface="Calibri"/>
                <a:cs typeface="Calibri"/>
              </a:rPr>
              <a:t>ра</a:t>
            </a:r>
            <a:r>
              <a:rPr sz="800" dirty="0">
                <a:solidFill>
                  <a:srgbClr val="002060"/>
                </a:solidFill>
                <a:latin typeface="Calibri"/>
                <a:cs typeface="Calibri"/>
              </a:rPr>
              <a:t>б</a:t>
            </a:r>
            <a:r>
              <a:rPr sz="800" spc="-10" dirty="0">
                <a:solidFill>
                  <a:srgbClr val="002060"/>
                </a:solidFill>
                <a:latin typeface="Calibri"/>
                <a:cs typeface="Calibri"/>
              </a:rPr>
              <a:t>о</a:t>
            </a:r>
            <a:r>
              <a:rPr sz="800" dirty="0">
                <a:solidFill>
                  <a:srgbClr val="002060"/>
                </a:solidFill>
                <a:latin typeface="Calibri"/>
                <a:cs typeface="Calibri"/>
              </a:rPr>
              <a:t>т</a:t>
            </a:r>
            <a:r>
              <a:rPr sz="800" spc="-5" dirty="0">
                <a:solidFill>
                  <a:srgbClr val="002060"/>
                </a:solidFill>
                <a:latin typeface="Calibri"/>
                <a:cs typeface="Calibri"/>
              </a:rPr>
              <a:t>ы</a:t>
            </a:r>
            <a:endParaRPr sz="800">
              <a:latin typeface="Calibri"/>
              <a:cs typeface="Calibri"/>
            </a:endParaRPr>
          </a:p>
          <a:p>
            <a:pPr marL="255270">
              <a:lnSpc>
                <a:spcPct val="100000"/>
              </a:lnSpc>
              <a:spcBef>
                <a:spcPts val="45"/>
              </a:spcBef>
            </a:pPr>
            <a:r>
              <a:rPr sz="800" b="1" spc="-5" dirty="0">
                <a:solidFill>
                  <a:srgbClr val="002060"/>
                </a:solidFill>
                <a:latin typeface="Calibri"/>
                <a:cs typeface="Calibri"/>
              </a:rPr>
              <a:t>Обозначение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5082176" y="1895226"/>
            <a:ext cx="526415" cy="2692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635" marR="5080" indent="-115570">
              <a:lnSpc>
                <a:spcPct val="100000"/>
              </a:lnSpc>
              <a:spcBef>
                <a:spcPts val="95"/>
              </a:spcBef>
            </a:pPr>
            <a:r>
              <a:rPr sz="800" spc="-5" dirty="0">
                <a:solidFill>
                  <a:srgbClr val="002060"/>
                </a:solidFill>
                <a:latin typeface="Calibri"/>
                <a:cs typeface="Calibri"/>
              </a:rPr>
              <a:t>Колич</a:t>
            </a:r>
            <a:r>
              <a:rPr sz="800" spc="-10" dirty="0">
                <a:solidFill>
                  <a:srgbClr val="002060"/>
                </a:solidFill>
                <a:latin typeface="Calibri"/>
                <a:cs typeface="Calibri"/>
              </a:rPr>
              <a:t>ес</a:t>
            </a:r>
            <a:r>
              <a:rPr sz="800" dirty="0">
                <a:solidFill>
                  <a:srgbClr val="002060"/>
                </a:solidFill>
                <a:latin typeface="Calibri"/>
                <a:cs typeface="Calibri"/>
              </a:rPr>
              <a:t>т</a:t>
            </a:r>
            <a:r>
              <a:rPr sz="800" spc="-5" dirty="0">
                <a:solidFill>
                  <a:srgbClr val="002060"/>
                </a:solidFill>
                <a:latin typeface="Calibri"/>
                <a:cs typeface="Calibri"/>
              </a:rPr>
              <a:t>во  твэгов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5" name="object 235"/>
          <p:cNvSpPr/>
          <p:nvPr/>
        </p:nvSpPr>
        <p:spPr>
          <a:xfrm>
            <a:off x="4809134" y="1162688"/>
            <a:ext cx="1097280" cy="1093470"/>
          </a:xfrm>
          <a:custGeom>
            <a:avLst/>
            <a:gdLst/>
            <a:ahLst/>
            <a:cxnLst/>
            <a:rect l="l" t="t" r="r" b="b"/>
            <a:pathLst>
              <a:path w="1097279" h="1093470">
                <a:moveTo>
                  <a:pt x="1097279" y="315467"/>
                </a:moveTo>
                <a:lnTo>
                  <a:pt x="548639" y="0"/>
                </a:lnTo>
                <a:lnTo>
                  <a:pt x="0" y="315467"/>
                </a:lnTo>
                <a:lnTo>
                  <a:pt x="0" y="778001"/>
                </a:lnTo>
                <a:lnTo>
                  <a:pt x="548639" y="1093469"/>
                </a:lnTo>
                <a:lnTo>
                  <a:pt x="1097279" y="778001"/>
                </a:lnTo>
                <a:lnTo>
                  <a:pt x="1097279" y="315467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 txBox="1"/>
          <p:nvPr/>
        </p:nvSpPr>
        <p:spPr>
          <a:xfrm>
            <a:off x="616858" y="981586"/>
            <a:ext cx="189420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dirty="0">
                <a:solidFill>
                  <a:srgbClr val="FF0000"/>
                </a:solidFill>
                <a:latin typeface="Calibri"/>
                <a:cs typeface="Calibri"/>
              </a:rPr>
              <a:t>Активная</a:t>
            </a:r>
            <a:r>
              <a:rPr sz="2400" spc="-9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2400" dirty="0">
                <a:solidFill>
                  <a:srgbClr val="FF0000"/>
                </a:solidFill>
                <a:latin typeface="Calibri"/>
                <a:cs typeface="Calibri"/>
              </a:rPr>
              <a:t>зона</a:t>
            </a:r>
            <a:endParaRPr sz="2400">
              <a:latin typeface="Calibri"/>
              <a:cs typeface="Calibri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8649607" y="6463829"/>
            <a:ext cx="358140" cy="309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2310"/>
              </a:lnSpc>
            </a:pPr>
            <a:fld id="{81D60167-4931-47E6-BA6A-407CBD079E47}" type="slidenum">
              <a:rPr sz="2000" b="1" spc="-5" dirty="0">
                <a:solidFill>
                  <a:srgbClr val="0068B4"/>
                </a:solidFill>
                <a:latin typeface="Arial"/>
                <a:cs typeface="Arial"/>
              </a:rPr>
              <a:t>50</a:t>
            </a:fld>
            <a:endParaRPr sz="2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69987" y="1911734"/>
            <a:ext cx="1306195" cy="4651375"/>
            <a:chOff x="7069987" y="1911734"/>
            <a:chExt cx="1306195" cy="465137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069987" y="6326936"/>
              <a:ext cx="66281" cy="236046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7069988" y="6307941"/>
              <a:ext cx="71755" cy="255270"/>
            </a:xfrm>
            <a:custGeom>
              <a:avLst/>
              <a:gdLst/>
              <a:ahLst/>
              <a:cxnLst/>
              <a:rect l="l" t="t" r="r" b="b"/>
              <a:pathLst>
                <a:path w="71754" h="255270">
                  <a:moveTo>
                    <a:pt x="71615" y="255041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66281" y="255041"/>
                  </a:lnTo>
                  <a:lnTo>
                    <a:pt x="71615" y="255041"/>
                  </a:lnTo>
                  <a:close/>
                </a:path>
              </a:pathLst>
            </a:custGeom>
            <a:solidFill>
              <a:srgbClr val="1E69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7069988" y="6291615"/>
              <a:ext cx="76200" cy="271780"/>
            </a:xfrm>
            <a:custGeom>
              <a:avLst/>
              <a:gdLst/>
              <a:ahLst/>
              <a:cxnLst/>
              <a:rect l="l" t="t" r="r" b="b"/>
              <a:pathLst>
                <a:path w="76200" h="271779">
                  <a:moveTo>
                    <a:pt x="76199" y="271366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71627" y="271366"/>
                  </a:lnTo>
                  <a:lnTo>
                    <a:pt x="76199" y="271366"/>
                  </a:lnTo>
                  <a:close/>
                </a:path>
              </a:pathLst>
            </a:custGeom>
            <a:solidFill>
              <a:srgbClr val="1F6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7069987" y="6272618"/>
              <a:ext cx="81915" cy="290830"/>
            </a:xfrm>
            <a:custGeom>
              <a:avLst/>
              <a:gdLst/>
              <a:ahLst/>
              <a:cxnLst/>
              <a:rect l="l" t="t" r="r" b="b"/>
              <a:pathLst>
                <a:path w="81915" h="290829">
                  <a:moveTo>
                    <a:pt x="81534" y="290364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76200" y="290364"/>
                  </a:lnTo>
                  <a:lnTo>
                    <a:pt x="81534" y="290364"/>
                  </a:lnTo>
                  <a:close/>
                </a:path>
              </a:pathLst>
            </a:custGeom>
            <a:solidFill>
              <a:srgbClr val="216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7069987" y="6253667"/>
              <a:ext cx="86995" cy="309880"/>
            </a:xfrm>
            <a:custGeom>
              <a:avLst/>
              <a:gdLst/>
              <a:ahLst/>
              <a:cxnLst/>
              <a:rect l="l" t="t" r="r" b="b"/>
              <a:pathLst>
                <a:path w="86995" h="309879">
                  <a:moveTo>
                    <a:pt x="86855" y="309315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81521" y="309315"/>
                  </a:lnTo>
                  <a:lnTo>
                    <a:pt x="86855" y="309315"/>
                  </a:lnTo>
                  <a:close/>
                </a:path>
              </a:pathLst>
            </a:custGeom>
            <a:solidFill>
              <a:srgbClr val="226A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069988" y="6234672"/>
              <a:ext cx="92710" cy="328930"/>
            </a:xfrm>
            <a:custGeom>
              <a:avLst/>
              <a:gdLst/>
              <a:ahLst/>
              <a:cxnLst/>
              <a:rect l="l" t="t" r="r" b="b"/>
              <a:pathLst>
                <a:path w="92709" h="328929">
                  <a:moveTo>
                    <a:pt x="92189" y="328310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86855" y="328310"/>
                  </a:lnTo>
                  <a:lnTo>
                    <a:pt x="92189" y="328310"/>
                  </a:lnTo>
                  <a:close/>
                </a:path>
              </a:pathLst>
            </a:custGeom>
            <a:solidFill>
              <a:srgbClr val="236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7069987" y="6218344"/>
              <a:ext cx="97155" cy="344805"/>
            </a:xfrm>
            <a:custGeom>
              <a:avLst/>
              <a:gdLst/>
              <a:ahLst/>
              <a:cxnLst/>
              <a:rect l="l" t="t" r="r" b="b"/>
              <a:pathLst>
                <a:path w="97154" h="344804">
                  <a:moveTo>
                    <a:pt x="96774" y="344638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92202" y="344638"/>
                  </a:lnTo>
                  <a:lnTo>
                    <a:pt x="96774" y="344638"/>
                  </a:lnTo>
                  <a:close/>
                </a:path>
              </a:pathLst>
            </a:custGeom>
            <a:solidFill>
              <a:srgbClr val="256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7069988" y="6199396"/>
              <a:ext cx="102235" cy="363855"/>
            </a:xfrm>
            <a:custGeom>
              <a:avLst/>
              <a:gdLst/>
              <a:ahLst/>
              <a:cxnLst/>
              <a:rect l="l" t="t" r="r" b="b"/>
              <a:pathLst>
                <a:path w="102234" h="363854">
                  <a:moveTo>
                    <a:pt x="102094" y="363586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96760" y="363586"/>
                  </a:lnTo>
                  <a:lnTo>
                    <a:pt x="102094" y="363586"/>
                  </a:lnTo>
                  <a:close/>
                </a:path>
              </a:pathLst>
            </a:custGeom>
            <a:solidFill>
              <a:srgbClr val="266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7069988" y="6180354"/>
              <a:ext cx="107950" cy="382905"/>
            </a:xfrm>
            <a:custGeom>
              <a:avLst/>
              <a:gdLst/>
              <a:ahLst/>
              <a:cxnLst/>
              <a:rect l="l" t="t" r="r" b="b"/>
              <a:pathLst>
                <a:path w="107950" h="382904">
                  <a:moveTo>
                    <a:pt x="107441" y="382628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102107" y="382628"/>
                  </a:lnTo>
                  <a:lnTo>
                    <a:pt x="107441" y="382628"/>
                  </a:lnTo>
                  <a:close/>
                </a:path>
              </a:pathLst>
            </a:custGeom>
            <a:solidFill>
              <a:srgbClr val="276C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069988" y="6164072"/>
              <a:ext cx="112395" cy="399415"/>
            </a:xfrm>
            <a:custGeom>
              <a:avLst/>
              <a:gdLst/>
              <a:ahLst/>
              <a:cxnLst/>
              <a:rect l="l" t="t" r="r" b="b"/>
              <a:pathLst>
                <a:path w="112395" h="399415">
                  <a:moveTo>
                    <a:pt x="112013" y="398910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107441" y="398910"/>
                  </a:lnTo>
                  <a:lnTo>
                    <a:pt x="112013" y="398910"/>
                  </a:lnTo>
                  <a:close/>
                </a:path>
              </a:pathLst>
            </a:custGeom>
            <a:solidFill>
              <a:srgbClr val="286C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069987" y="6145074"/>
              <a:ext cx="117475" cy="418465"/>
            </a:xfrm>
            <a:custGeom>
              <a:avLst/>
              <a:gdLst/>
              <a:ahLst/>
              <a:cxnLst/>
              <a:rect l="l" t="t" r="r" b="b"/>
              <a:pathLst>
                <a:path w="117475" h="418465">
                  <a:moveTo>
                    <a:pt x="117348" y="417907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112014" y="417907"/>
                  </a:lnTo>
                  <a:lnTo>
                    <a:pt x="117348" y="417907"/>
                  </a:lnTo>
                  <a:close/>
                </a:path>
              </a:pathLst>
            </a:custGeom>
            <a:solidFill>
              <a:srgbClr val="2A6D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7069988" y="6126126"/>
              <a:ext cx="123189" cy="436880"/>
            </a:xfrm>
            <a:custGeom>
              <a:avLst/>
              <a:gdLst/>
              <a:ahLst/>
              <a:cxnLst/>
              <a:rect l="l" t="t" r="r" b="b"/>
              <a:pathLst>
                <a:path w="123190" h="436879">
                  <a:moveTo>
                    <a:pt x="122668" y="436855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117334" y="436855"/>
                  </a:lnTo>
                  <a:lnTo>
                    <a:pt x="122668" y="436855"/>
                  </a:lnTo>
                  <a:close/>
                </a:path>
              </a:pathLst>
            </a:custGeom>
            <a:solidFill>
              <a:srgbClr val="2B6D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7069988" y="6109798"/>
              <a:ext cx="127635" cy="453390"/>
            </a:xfrm>
            <a:custGeom>
              <a:avLst/>
              <a:gdLst/>
              <a:ahLst/>
              <a:cxnLst/>
              <a:rect l="l" t="t" r="r" b="b"/>
              <a:pathLst>
                <a:path w="127634" h="453390">
                  <a:moveTo>
                    <a:pt x="127253" y="453184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122681" y="453184"/>
                  </a:lnTo>
                  <a:lnTo>
                    <a:pt x="127253" y="453184"/>
                  </a:lnTo>
                  <a:close/>
                </a:path>
              </a:pathLst>
            </a:custGeom>
            <a:solidFill>
              <a:srgbClr val="2C6D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069988" y="6090803"/>
              <a:ext cx="132715" cy="472440"/>
            </a:xfrm>
            <a:custGeom>
              <a:avLst/>
              <a:gdLst/>
              <a:ahLst/>
              <a:cxnLst/>
              <a:rect l="l" t="t" r="r" b="b"/>
              <a:pathLst>
                <a:path w="132715" h="472440">
                  <a:moveTo>
                    <a:pt x="132587" y="472179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127253" y="472179"/>
                  </a:lnTo>
                  <a:lnTo>
                    <a:pt x="132587" y="472179"/>
                  </a:lnTo>
                  <a:close/>
                </a:path>
              </a:pathLst>
            </a:custGeom>
            <a:solidFill>
              <a:srgbClr val="2E6E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069987" y="6071805"/>
              <a:ext cx="138430" cy="491490"/>
            </a:xfrm>
            <a:custGeom>
              <a:avLst/>
              <a:gdLst/>
              <a:ahLst/>
              <a:cxnLst/>
              <a:rect l="l" t="t" r="r" b="b"/>
              <a:pathLst>
                <a:path w="138429" h="491490">
                  <a:moveTo>
                    <a:pt x="137922" y="491177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132588" y="491177"/>
                  </a:lnTo>
                  <a:lnTo>
                    <a:pt x="137922" y="491177"/>
                  </a:lnTo>
                  <a:close/>
                </a:path>
              </a:pathLst>
            </a:custGeom>
            <a:solidFill>
              <a:srgbClr val="2F6E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7069987" y="6055568"/>
              <a:ext cx="142875" cy="508000"/>
            </a:xfrm>
            <a:custGeom>
              <a:avLst/>
              <a:gdLst/>
              <a:ahLst/>
              <a:cxnLst/>
              <a:rect l="l" t="t" r="r" b="b"/>
              <a:pathLst>
                <a:path w="142875" h="508000">
                  <a:moveTo>
                    <a:pt x="142481" y="507414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137909" y="507414"/>
                  </a:lnTo>
                  <a:lnTo>
                    <a:pt x="142481" y="507414"/>
                  </a:lnTo>
                  <a:close/>
                </a:path>
              </a:pathLst>
            </a:custGeom>
            <a:solidFill>
              <a:srgbClr val="306F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7069988" y="6036573"/>
              <a:ext cx="147955" cy="526415"/>
            </a:xfrm>
            <a:custGeom>
              <a:avLst/>
              <a:gdLst/>
              <a:ahLst/>
              <a:cxnLst/>
              <a:rect l="l" t="t" r="r" b="b"/>
              <a:pathLst>
                <a:path w="147954" h="526415">
                  <a:moveTo>
                    <a:pt x="147815" y="526409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142481" y="526409"/>
                  </a:lnTo>
                  <a:lnTo>
                    <a:pt x="147815" y="526409"/>
                  </a:lnTo>
                  <a:close/>
                </a:path>
              </a:pathLst>
            </a:custGeom>
            <a:solidFill>
              <a:srgbClr val="316F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7069988" y="6017534"/>
              <a:ext cx="153670" cy="545465"/>
            </a:xfrm>
            <a:custGeom>
              <a:avLst/>
              <a:gdLst/>
              <a:ahLst/>
              <a:cxnLst/>
              <a:rect l="l" t="t" r="r" b="b"/>
              <a:pathLst>
                <a:path w="153670" h="545465">
                  <a:moveTo>
                    <a:pt x="153161" y="545448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147827" y="545448"/>
                  </a:lnTo>
                  <a:lnTo>
                    <a:pt x="153161" y="545448"/>
                  </a:lnTo>
                  <a:close/>
                </a:path>
              </a:pathLst>
            </a:custGeom>
            <a:solidFill>
              <a:srgbClr val="3370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7069988" y="5998536"/>
              <a:ext cx="158750" cy="564515"/>
            </a:xfrm>
            <a:custGeom>
              <a:avLst/>
              <a:gdLst/>
              <a:ahLst/>
              <a:cxnLst/>
              <a:rect l="l" t="t" r="r" b="b"/>
              <a:pathLst>
                <a:path w="158750" h="564515">
                  <a:moveTo>
                    <a:pt x="158496" y="564446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153162" y="564446"/>
                  </a:lnTo>
                  <a:lnTo>
                    <a:pt x="158496" y="564446"/>
                  </a:lnTo>
                  <a:close/>
                </a:path>
              </a:pathLst>
            </a:custGeom>
            <a:solidFill>
              <a:srgbClr val="3470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7069987" y="5982299"/>
              <a:ext cx="163195" cy="581025"/>
            </a:xfrm>
            <a:custGeom>
              <a:avLst/>
              <a:gdLst/>
              <a:ahLst/>
              <a:cxnLst/>
              <a:rect l="l" t="t" r="r" b="b"/>
              <a:pathLst>
                <a:path w="163195" h="581025">
                  <a:moveTo>
                    <a:pt x="163055" y="580683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158483" y="580683"/>
                  </a:lnTo>
                  <a:lnTo>
                    <a:pt x="163055" y="580683"/>
                  </a:lnTo>
                  <a:close/>
                </a:path>
              </a:pathLst>
            </a:custGeom>
            <a:solidFill>
              <a:srgbClr val="3570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7069988" y="5963304"/>
              <a:ext cx="168910" cy="600075"/>
            </a:xfrm>
            <a:custGeom>
              <a:avLst/>
              <a:gdLst/>
              <a:ahLst/>
              <a:cxnLst/>
              <a:rect l="l" t="t" r="r" b="b"/>
              <a:pathLst>
                <a:path w="168909" h="600075">
                  <a:moveTo>
                    <a:pt x="168389" y="599678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163055" y="599678"/>
                  </a:lnTo>
                  <a:lnTo>
                    <a:pt x="168389" y="599678"/>
                  </a:lnTo>
                  <a:close/>
                </a:path>
              </a:pathLst>
            </a:custGeom>
            <a:solidFill>
              <a:srgbClr val="3670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7069987" y="5944262"/>
              <a:ext cx="173990" cy="619125"/>
            </a:xfrm>
            <a:custGeom>
              <a:avLst/>
              <a:gdLst/>
              <a:ahLst/>
              <a:cxnLst/>
              <a:rect l="l" t="t" r="r" b="b"/>
              <a:pathLst>
                <a:path w="173990" h="619125">
                  <a:moveTo>
                    <a:pt x="173736" y="618720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168402" y="618720"/>
                  </a:lnTo>
                  <a:lnTo>
                    <a:pt x="173736" y="618720"/>
                  </a:lnTo>
                  <a:close/>
                </a:path>
              </a:pathLst>
            </a:custGeom>
            <a:solidFill>
              <a:srgbClr val="3871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7069988" y="5928028"/>
              <a:ext cx="178435" cy="635000"/>
            </a:xfrm>
            <a:custGeom>
              <a:avLst/>
              <a:gdLst/>
              <a:ahLst/>
              <a:cxnLst/>
              <a:rect l="l" t="t" r="r" b="b"/>
              <a:pathLst>
                <a:path w="178434" h="635000">
                  <a:moveTo>
                    <a:pt x="178294" y="634954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173722" y="634954"/>
                  </a:lnTo>
                  <a:lnTo>
                    <a:pt x="178294" y="634954"/>
                  </a:lnTo>
                  <a:close/>
                </a:path>
              </a:pathLst>
            </a:custGeom>
            <a:solidFill>
              <a:srgbClr val="3971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7069988" y="5908986"/>
              <a:ext cx="184150" cy="654050"/>
            </a:xfrm>
            <a:custGeom>
              <a:avLst/>
              <a:gdLst/>
              <a:ahLst/>
              <a:cxnLst/>
              <a:rect l="l" t="t" r="r" b="b"/>
              <a:pathLst>
                <a:path w="184150" h="654050">
                  <a:moveTo>
                    <a:pt x="183641" y="653996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178307" y="653996"/>
                  </a:lnTo>
                  <a:lnTo>
                    <a:pt x="183641" y="653996"/>
                  </a:lnTo>
                  <a:close/>
                </a:path>
              </a:pathLst>
            </a:custGeom>
            <a:solidFill>
              <a:srgbClr val="3A72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7069988" y="5889991"/>
              <a:ext cx="189230" cy="673100"/>
            </a:xfrm>
            <a:custGeom>
              <a:avLst/>
              <a:gdLst/>
              <a:ahLst/>
              <a:cxnLst/>
              <a:rect l="l" t="t" r="r" b="b"/>
              <a:pathLst>
                <a:path w="189229" h="673100">
                  <a:moveTo>
                    <a:pt x="188975" y="672991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183641" y="672991"/>
                  </a:lnTo>
                  <a:lnTo>
                    <a:pt x="188975" y="672991"/>
                  </a:lnTo>
                  <a:close/>
                </a:path>
              </a:pathLst>
            </a:custGeom>
            <a:solidFill>
              <a:srgbClr val="3B72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7069987" y="5873706"/>
              <a:ext cx="193675" cy="689610"/>
            </a:xfrm>
            <a:custGeom>
              <a:avLst/>
              <a:gdLst/>
              <a:ahLst/>
              <a:cxnLst/>
              <a:rect l="l" t="t" r="r" b="b"/>
              <a:pathLst>
                <a:path w="193675" h="689609">
                  <a:moveTo>
                    <a:pt x="193548" y="689275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188976" y="689275"/>
                  </a:lnTo>
                  <a:lnTo>
                    <a:pt x="193548" y="689275"/>
                  </a:lnTo>
                  <a:close/>
                </a:path>
              </a:pathLst>
            </a:custGeom>
            <a:solidFill>
              <a:srgbClr val="3D7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7069988" y="5854758"/>
              <a:ext cx="199390" cy="708660"/>
            </a:xfrm>
            <a:custGeom>
              <a:avLst/>
              <a:gdLst/>
              <a:ahLst/>
              <a:cxnLst/>
              <a:rect l="l" t="t" r="r" b="b"/>
              <a:pathLst>
                <a:path w="199390" h="708659">
                  <a:moveTo>
                    <a:pt x="198868" y="708223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193534" y="708223"/>
                  </a:lnTo>
                  <a:lnTo>
                    <a:pt x="198868" y="708223"/>
                  </a:lnTo>
                  <a:close/>
                </a:path>
              </a:pathLst>
            </a:custGeom>
            <a:solidFill>
              <a:srgbClr val="3E75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7069988" y="5835717"/>
              <a:ext cx="204470" cy="727710"/>
            </a:xfrm>
            <a:custGeom>
              <a:avLst/>
              <a:gdLst/>
              <a:ahLst/>
              <a:cxnLst/>
              <a:rect l="l" t="t" r="r" b="b"/>
              <a:pathLst>
                <a:path w="204470" h="727709">
                  <a:moveTo>
                    <a:pt x="204215" y="727265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198881" y="727265"/>
                  </a:lnTo>
                  <a:lnTo>
                    <a:pt x="204215" y="727265"/>
                  </a:lnTo>
                  <a:close/>
                </a:path>
              </a:pathLst>
            </a:custGeom>
            <a:solidFill>
              <a:srgbClr val="3F75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7069988" y="5816722"/>
              <a:ext cx="209550" cy="746760"/>
            </a:xfrm>
            <a:custGeom>
              <a:avLst/>
              <a:gdLst/>
              <a:ahLst/>
              <a:cxnLst/>
              <a:rect l="l" t="t" r="r" b="b"/>
              <a:pathLst>
                <a:path w="209550" h="746759">
                  <a:moveTo>
                    <a:pt x="209549" y="746260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204215" y="746260"/>
                  </a:lnTo>
                  <a:lnTo>
                    <a:pt x="209549" y="746260"/>
                  </a:lnTo>
                  <a:close/>
                </a:path>
              </a:pathLst>
            </a:custGeom>
            <a:solidFill>
              <a:srgbClr val="4176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7069987" y="5800437"/>
              <a:ext cx="214629" cy="762635"/>
            </a:xfrm>
            <a:custGeom>
              <a:avLst/>
              <a:gdLst/>
              <a:ahLst/>
              <a:cxnLst/>
              <a:rect l="l" t="t" r="r" b="b"/>
              <a:pathLst>
                <a:path w="214629" h="762634">
                  <a:moveTo>
                    <a:pt x="214122" y="762544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209550" y="762544"/>
                  </a:lnTo>
                  <a:lnTo>
                    <a:pt x="214122" y="762544"/>
                  </a:lnTo>
                  <a:close/>
                </a:path>
              </a:pathLst>
            </a:custGeom>
            <a:solidFill>
              <a:srgbClr val="4276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7069987" y="5781487"/>
              <a:ext cx="219710" cy="781685"/>
            </a:xfrm>
            <a:custGeom>
              <a:avLst/>
              <a:gdLst/>
              <a:ahLst/>
              <a:cxnLst/>
              <a:rect l="l" t="t" r="r" b="b"/>
              <a:pathLst>
                <a:path w="219709" h="781684">
                  <a:moveTo>
                    <a:pt x="219443" y="781495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214109" y="781495"/>
                  </a:lnTo>
                  <a:lnTo>
                    <a:pt x="219443" y="781495"/>
                  </a:lnTo>
                  <a:close/>
                </a:path>
              </a:pathLst>
            </a:custGeom>
            <a:solidFill>
              <a:srgbClr val="437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7069988" y="5762447"/>
              <a:ext cx="224790" cy="800735"/>
            </a:xfrm>
            <a:custGeom>
              <a:avLst/>
              <a:gdLst/>
              <a:ahLst/>
              <a:cxnLst/>
              <a:rect l="l" t="t" r="r" b="b"/>
              <a:pathLst>
                <a:path w="224790" h="800734">
                  <a:moveTo>
                    <a:pt x="224789" y="800535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219455" y="800535"/>
                  </a:lnTo>
                  <a:lnTo>
                    <a:pt x="224789" y="800535"/>
                  </a:lnTo>
                  <a:close/>
                </a:path>
              </a:pathLst>
            </a:custGeom>
            <a:solidFill>
              <a:srgbClr val="4477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7069987" y="5746163"/>
              <a:ext cx="229870" cy="817244"/>
            </a:xfrm>
            <a:custGeom>
              <a:avLst/>
              <a:gdLst/>
              <a:ahLst/>
              <a:cxnLst/>
              <a:rect l="l" t="t" r="r" b="b"/>
              <a:pathLst>
                <a:path w="229870" h="817245">
                  <a:moveTo>
                    <a:pt x="229362" y="816819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224790" y="816819"/>
                  </a:lnTo>
                  <a:lnTo>
                    <a:pt x="229362" y="816819"/>
                  </a:lnTo>
                  <a:close/>
                </a:path>
              </a:pathLst>
            </a:custGeom>
            <a:solidFill>
              <a:srgbClr val="4678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7069988" y="5727168"/>
              <a:ext cx="234950" cy="836294"/>
            </a:xfrm>
            <a:custGeom>
              <a:avLst/>
              <a:gdLst/>
              <a:ahLst/>
              <a:cxnLst/>
              <a:rect l="l" t="t" r="r" b="b"/>
              <a:pathLst>
                <a:path w="234950" h="836295">
                  <a:moveTo>
                    <a:pt x="234696" y="835814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229362" y="835814"/>
                  </a:lnTo>
                  <a:lnTo>
                    <a:pt x="234696" y="835814"/>
                  </a:lnTo>
                  <a:close/>
                </a:path>
              </a:pathLst>
            </a:custGeom>
            <a:solidFill>
              <a:srgbClr val="477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7069987" y="5708217"/>
              <a:ext cx="240029" cy="855344"/>
            </a:xfrm>
            <a:custGeom>
              <a:avLst/>
              <a:gdLst/>
              <a:ahLst/>
              <a:cxnLst/>
              <a:rect l="l" t="t" r="r" b="b"/>
              <a:pathLst>
                <a:path w="240029" h="855345">
                  <a:moveTo>
                    <a:pt x="240017" y="854765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234683" y="854765"/>
                  </a:lnTo>
                  <a:lnTo>
                    <a:pt x="240017" y="854765"/>
                  </a:lnTo>
                  <a:close/>
                </a:path>
              </a:pathLst>
            </a:custGeom>
            <a:solidFill>
              <a:srgbClr val="487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7069988" y="5691892"/>
              <a:ext cx="245110" cy="871219"/>
            </a:xfrm>
            <a:custGeom>
              <a:avLst/>
              <a:gdLst/>
              <a:ahLst/>
              <a:cxnLst/>
              <a:rect l="l" t="t" r="r" b="b"/>
              <a:pathLst>
                <a:path w="245109" h="871220">
                  <a:moveTo>
                    <a:pt x="244601" y="871090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240029" y="871090"/>
                  </a:lnTo>
                  <a:lnTo>
                    <a:pt x="244601" y="871090"/>
                  </a:lnTo>
                  <a:close/>
                </a:path>
              </a:pathLst>
            </a:custGeom>
            <a:solidFill>
              <a:srgbClr val="4A7A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7069987" y="5672894"/>
              <a:ext cx="250190" cy="890269"/>
            </a:xfrm>
            <a:custGeom>
              <a:avLst/>
              <a:gdLst/>
              <a:ahLst/>
              <a:cxnLst/>
              <a:rect l="l" t="t" r="r" b="b"/>
              <a:pathLst>
                <a:path w="250190" h="890270">
                  <a:moveTo>
                    <a:pt x="249936" y="890088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244602" y="890088"/>
                  </a:lnTo>
                  <a:lnTo>
                    <a:pt x="249936" y="890088"/>
                  </a:lnTo>
                  <a:close/>
                </a:path>
              </a:pathLst>
            </a:custGeom>
            <a:solidFill>
              <a:srgbClr val="4B7A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7069988" y="5653946"/>
              <a:ext cx="255270" cy="909319"/>
            </a:xfrm>
            <a:custGeom>
              <a:avLst/>
              <a:gdLst/>
              <a:ahLst/>
              <a:cxnLst/>
              <a:rect l="l" t="t" r="r" b="b"/>
              <a:pathLst>
                <a:path w="255270" h="909320">
                  <a:moveTo>
                    <a:pt x="255256" y="909036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249922" y="909036"/>
                  </a:lnTo>
                  <a:lnTo>
                    <a:pt x="255256" y="909036"/>
                  </a:lnTo>
                  <a:close/>
                </a:path>
              </a:pathLst>
            </a:custGeom>
            <a:solidFill>
              <a:srgbClr val="4C7A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7069988" y="5637662"/>
              <a:ext cx="260350" cy="925830"/>
            </a:xfrm>
            <a:custGeom>
              <a:avLst/>
              <a:gdLst/>
              <a:ahLst/>
              <a:cxnLst/>
              <a:rect l="l" t="t" r="r" b="b"/>
              <a:pathLst>
                <a:path w="260350" h="925829">
                  <a:moveTo>
                    <a:pt x="259829" y="925320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255257" y="925320"/>
                  </a:lnTo>
                  <a:lnTo>
                    <a:pt x="259829" y="925320"/>
                  </a:lnTo>
                  <a:close/>
                </a:path>
              </a:pathLst>
            </a:custGeom>
            <a:solidFill>
              <a:srgbClr val="4D7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7069988" y="5618622"/>
              <a:ext cx="265430" cy="944880"/>
            </a:xfrm>
            <a:custGeom>
              <a:avLst/>
              <a:gdLst/>
              <a:ahLst/>
              <a:cxnLst/>
              <a:rect l="l" t="t" r="r" b="b"/>
              <a:pathLst>
                <a:path w="265429" h="944879">
                  <a:moveTo>
                    <a:pt x="265175" y="944359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259841" y="944359"/>
                  </a:lnTo>
                  <a:lnTo>
                    <a:pt x="265175" y="944359"/>
                  </a:lnTo>
                  <a:close/>
                </a:path>
              </a:pathLst>
            </a:custGeom>
            <a:solidFill>
              <a:srgbClr val="4F7C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7069987" y="5599625"/>
              <a:ext cx="270510" cy="963930"/>
            </a:xfrm>
            <a:custGeom>
              <a:avLst/>
              <a:gdLst/>
              <a:ahLst/>
              <a:cxnLst/>
              <a:rect l="l" t="t" r="r" b="b"/>
              <a:pathLst>
                <a:path w="270509" h="963929">
                  <a:moveTo>
                    <a:pt x="270510" y="963357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265176" y="963357"/>
                  </a:lnTo>
                  <a:lnTo>
                    <a:pt x="270510" y="963357"/>
                  </a:lnTo>
                  <a:close/>
                </a:path>
              </a:pathLst>
            </a:custGeom>
            <a:solidFill>
              <a:srgbClr val="507C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7069987" y="5580674"/>
              <a:ext cx="276225" cy="982344"/>
            </a:xfrm>
            <a:custGeom>
              <a:avLst/>
              <a:gdLst/>
              <a:ahLst/>
              <a:cxnLst/>
              <a:rect l="l" t="t" r="r" b="b"/>
              <a:pathLst>
                <a:path w="276225" h="982345">
                  <a:moveTo>
                    <a:pt x="275831" y="982308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270497" y="982308"/>
                  </a:lnTo>
                  <a:lnTo>
                    <a:pt x="275831" y="982308"/>
                  </a:lnTo>
                  <a:close/>
                </a:path>
              </a:pathLst>
            </a:custGeom>
            <a:solidFill>
              <a:srgbClr val="517D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7069988" y="5564393"/>
              <a:ext cx="280670" cy="998855"/>
            </a:xfrm>
            <a:custGeom>
              <a:avLst/>
              <a:gdLst/>
              <a:ahLst/>
              <a:cxnLst/>
              <a:rect l="l" t="t" r="r" b="b"/>
              <a:pathLst>
                <a:path w="280670" h="998854">
                  <a:moveTo>
                    <a:pt x="280403" y="998589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275831" y="998589"/>
                  </a:lnTo>
                  <a:lnTo>
                    <a:pt x="280403" y="998589"/>
                  </a:lnTo>
                  <a:close/>
                </a:path>
              </a:pathLst>
            </a:custGeom>
            <a:solidFill>
              <a:srgbClr val="537E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7069988" y="5545353"/>
              <a:ext cx="285750" cy="1017905"/>
            </a:xfrm>
            <a:custGeom>
              <a:avLst/>
              <a:gdLst/>
              <a:ahLst/>
              <a:cxnLst/>
              <a:rect l="l" t="t" r="r" b="b"/>
              <a:pathLst>
                <a:path w="285750" h="1017904">
                  <a:moveTo>
                    <a:pt x="285749" y="1017628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280415" y="1017628"/>
                  </a:lnTo>
                  <a:lnTo>
                    <a:pt x="285749" y="1017628"/>
                  </a:lnTo>
                  <a:close/>
                </a:path>
              </a:pathLst>
            </a:custGeom>
            <a:solidFill>
              <a:srgbClr val="548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7069987" y="5526356"/>
              <a:ext cx="291465" cy="1036955"/>
            </a:xfrm>
            <a:custGeom>
              <a:avLst/>
              <a:gdLst/>
              <a:ahLst/>
              <a:cxnLst/>
              <a:rect l="l" t="t" r="r" b="b"/>
              <a:pathLst>
                <a:path w="291465" h="1036954">
                  <a:moveTo>
                    <a:pt x="291084" y="1036626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285750" y="1036626"/>
                  </a:lnTo>
                  <a:lnTo>
                    <a:pt x="291084" y="1036626"/>
                  </a:lnTo>
                  <a:close/>
                </a:path>
              </a:pathLst>
            </a:custGeom>
            <a:solidFill>
              <a:srgbClr val="558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7069987" y="5510119"/>
              <a:ext cx="295910" cy="1053465"/>
            </a:xfrm>
            <a:custGeom>
              <a:avLst/>
              <a:gdLst/>
              <a:ahLst/>
              <a:cxnLst/>
              <a:rect l="l" t="t" r="r" b="b"/>
              <a:pathLst>
                <a:path w="295909" h="1053465">
                  <a:moveTo>
                    <a:pt x="295643" y="1052863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291071" y="1052863"/>
                  </a:lnTo>
                  <a:lnTo>
                    <a:pt x="295643" y="1052863"/>
                  </a:lnTo>
                  <a:close/>
                </a:path>
              </a:pathLst>
            </a:custGeom>
            <a:solidFill>
              <a:srgbClr val="5782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7069988" y="5491079"/>
              <a:ext cx="300990" cy="1072515"/>
            </a:xfrm>
            <a:custGeom>
              <a:avLst/>
              <a:gdLst/>
              <a:ahLst/>
              <a:cxnLst/>
              <a:rect l="l" t="t" r="r" b="b"/>
              <a:pathLst>
                <a:path w="300990" h="1072515">
                  <a:moveTo>
                    <a:pt x="300989" y="1071903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295655" y="1071903"/>
                  </a:lnTo>
                  <a:lnTo>
                    <a:pt x="300989" y="1071903"/>
                  </a:lnTo>
                  <a:close/>
                </a:path>
              </a:pathLst>
            </a:custGeom>
            <a:solidFill>
              <a:srgbClr val="5883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7069987" y="5472081"/>
              <a:ext cx="306705" cy="1090930"/>
            </a:xfrm>
            <a:custGeom>
              <a:avLst/>
              <a:gdLst/>
              <a:ahLst/>
              <a:cxnLst/>
              <a:rect l="l" t="t" r="r" b="b"/>
              <a:pathLst>
                <a:path w="306704" h="1090929">
                  <a:moveTo>
                    <a:pt x="306324" y="1090900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300990" y="1090900"/>
                  </a:lnTo>
                  <a:lnTo>
                    <a:pt x="306324" y="1090900"/>
                  </a:lnTo>
                  <a:close/>
                </a:path>
              </a:pathLst>
            </a:custGeom>
            <a:solidFill>
              <a:srgbClr val="5984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7069988" y="5455847"/>
              <a:ext cx="311150" cy="1107440"/>
            </a:xfrm>
            <a:custGeom>
              <a:avLst/>
              <a:gdLst/>
              <a:ahLst/>
              <a:cxnLst/>
              <a:rect l="l" t="t" r="r" b="b"/>
              <a:pathLst>
                <a:path w="311150" h="1107440">
                  <a:moveTo>
                    <a:pt x="310882" y="1107135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306310" y="1107135"/>
                  </a:lnTo>
                  <a:lnTo>
                    <a:pt x="310882" y="1107135"/>
                  </a:lnTo>
                  <a:close/>
                </a:path>
              </a:pathLst>
            </a:custGeom>
            <a:solidFill>
              <a:srgbClr val="5B84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7069987" y="5436849"/>
              <a:ext cx="316230" cy="1126490"/>
            </a:xfrm>
            <a:custGeom>
              <a:avLst/>
              <a:gdLst/>
              <a:ahLst/>
              <a:cxnLst/>
              <a:rect l="l" t="t" r="r" b="b"/>
              <a:pathLst>
                <a:path w="316229" h="1126490">
                  <a:moveTo>
                    <a:pt x="316217" y="1126133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310883" y="1126133"/>
                  </a:lnTo>
                  <a:lnTo>
                    <a:pt x="316217" y="1126133"/>
                  </a:lnTo>
                  <a:close/>
                </a:path>
              </a:pathLst>
            </a:custGeom>
            <a:solidFill>
              <a:srgbClr val="5C85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7069988" y="5417810"/>
              <a:ext cx="321945" cy="1145540"/>
            </a:xfrm>
            <a:custGeom>
              <a:avLst/>
              <a:gdLst/>
              <a:ahLst/>
              <a:cxnLst/>
              <a:rect l="l" t="t" r="r" b="b"/>
              <a:pathLst>
                <a:path w="321945" h="1145540">
                  <a:moveTo>
                    <a:pt x="321563" y="1145172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316229" y="1145172"/>
                  </a:lnTo>
                  <a:lnTo>
                    <a:pt x="321563" y="1145172"/>
                  </a:lnTo>
                  <a:close/>
                </a:path>
              </a:pathLst>
            </a:custGeom>
            <a:solidFill>
              <a:srgbClr val="5D85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7069987" y="5398812"/>
              <a:ext cx="327025" cy="1164590"/>
            </a:xfrm>
            <a:custGeom>
              <a:avLst/>
              <a:gdLst/>
              <a:ahLst/>
              <a:cxnLst/>
              <a:rect l="l" t="t" r="r" b="b"/>
              <a:pathLst>
                <a:path w="327025" h="1164590">
                  <a:moveTo>
                    <a:pt x="326898" y="1164169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321564" y="1164169"/>
                  </a:lnTo>
                  <a:lnTo>
                    <a:pt x="326898" y="1164169"/>
                  </a:lnTo>
                  <a:close/>
                </a:path>
              </a:pathLst>
            </a:custGeom>
            <a:solidFill>
              <a:srgbClr val="5F86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7069988" y="5382578"/>
              <a:ext cx="331470" cy="1180465"/>
            </a:xfrm>
            <a:custGeom>
              <a:avLst/>
              <a:gdLst/>
              <a:ahLst/>
              <a:cxnLst/>
              <a:rect l="l" t="t" r="r" b="b"/>
              <a:pathLst>
                <a:path w="331470" h="1180465">
                  <a:moveTo>
                    <a:pt x="331456" y="1180404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326884" y="1180404"/>
                  </a:lnTo>
                  <a:lnTo>
                    <a:pt x="331456" y="1180404"/>
                  </a:lnTo>
                  <a:close/>
                </a:path>
              </a:pathLst>
            </a:custGeom>
            <a:solidFill>
              <a:srgbClr val="6087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7069988" y="5363580"/>
              <a:ext cx="337185" cy="1199515"/>
            </a:xfrm>
            <a:custGeom>
              <a:avLst/>
              <a:gdLst/>
              <a:ahLst/>
              <a:cxnLst/>
              <a:rect l="l" t="t" r="r" b="b"/>
              <a:pathLst>
                <a:path w="337184" h="1199515">
                  <a:moveTo>
                    <a:pt x="336791" y="1199402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331457" y="1199402"/>
                  </a:lnTo>
                  <a:lnTo>
                    <a:pt x="336791" y="1199402"/>
                  </a:lnTo>
                  <a:close/>
                </a:path>
              </a:pathLst>
            </a:custGeom>
            <a:solidFill>
              <a:srgbClr val="6187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7069988" y="5344541"/>
              <a:ext cx="342265" cy="1218565"/>
            </a:xfrm>
            <a:custGeom>
              <a:avLst/>
              <a:gdLst/>
              <a:ahLst/>
              <a:cxnLst/>
              <a:rect l="l" t="t" r="r" b="b"/>
              <a:pathLst>
                <a:path w="342265" h="1218565">
                  <a:moveTo>
                    <a:pt x="342137" y="1218441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336803" y="1218441"/>
                  </a:lnTo>
                  <a:lnTo>
                    <a:pt x="342137" y="1218441"/>
                  </a:lnTo>
                  <a:close/>
                </a:path>
              </a:pathLst>
            </a:custGeom>
            <a:solidFill>
              <a:srgbClr val="6388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7069987" y="5328257"/>
              <a:ext cx="346710" cy="1235075"/>
            </a:xfrm>
            <a:custGeom>
              <a:avLst/>
              <a:gdLst/>
              <a:ahLst/>
              <a:cxnLst/>
              <a:rect l="l" t="t" r="r" b="b"/>
              <a:pathLst>
                <a:path w="346709" h="1235075">
                  <a:moveTo>
                    <a:pt x="346710" y="1234725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342138" y="1234725"/>
                  </a:lnTo>
                  <a:lnTo>
                    <a:pt x="346710" y="1234725"/>
                  </a:lnTo>
                  <a:close/>
                </a:path>
              </a:pathLst>
            </a:custGeom>
            <a:solidFill>
              <a:srgbClr val="648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7069987" y="5309306"/>
              <a:ext cx="352425" cy="1254125"/>
            </a:xfrm>
            <a:custGeom>
              <a:avLst/>
              <a:gdLst/>
              <a:ahLst/>
              <a:cxnLst/>
              <a:rect l="l" t="t" r="r" b="b"/>
              <a:pathLst>
                <a:path w="352425" h="1254125">
                  <a:moveTo>
                    <a:pt x="352031" y="1253676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346697" y="1253676"/>
                  </a:lnTo>
                  <a:lnTo>
                    <a:pt x="352031" y="1253676"/>
                  </a:lnTo>
                  <a:close/>
                </a:path>
              </a:pathLst>
            </a:custGeom>
            <a:solidFill>
              <a:srgbClr val="658A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7069988" y="5290311"/>
              <a:ext cx="357505" cy="1273175"/>
            </a:xfrm>
            <a:custGeom>
              <a:avLst/>
              <a:gdLst/>
              <a:ahLst/>
              <a:cxnLst/>
              <a:rect l="l" t="t" r="r" b="b"/>
              <a:pathLst>
                <a:path w="357504" h="1273175">
                  <a:moveTo>
                    <a:pt x="357365" y="1272671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352031" y="1272671"/>
                  </a:lnTo>
                  <a:lnTo>
                    <a:pt x="357365" y="1272671"/>
                  </a:lnTo>
                  <a:close/>
                </a:path>
              </a:pathLst>
            </a:custGeom>
            <a:solidFill>
              <a:srgbClr val="678B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7069988" y="5273985"/>
              <a:ext cx="361950" cy="1289050"/>
            </a:xfrm>
            <a:custGeom>
              <a:avLst/>
              <a:gdLst/>
              <a:ahLst/>
              <a:cxnLst/>
              <a:rect l="l" t="t" r="r" b="b"/>
              <a:pathLst>
                <a:path w="361950" h="1289050">
                  <a:moveTo>
                    <a:pt x="361949" y="1288996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357377" y="1288996"/>
                  </a:lnTo>
                  <a:lnTo>
                    <a:pt x="361949" y="1288996"/>
                  </a:lnTo>
                  <a:close/>
                </a:path>
              </a:pathLst>
            </a:custGeom>
            <a:solidFill>
              <a:srgbClr val="688D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7069987" y="5254988"/>
              <a:ext cx="367665" cy="1308100"/>
            </a:xfrm>
            <a:custGeom>
              <a:avLst/>
              <a:gdLst/>
              <a:ahLst/>
              <a:cxnLst/>
              <a:rect l="l" t="t" r="r" b="b"/>
              <a:pathLst>
                <a:path w="367665" h="1308100">
                  <a:moveTo>
                    <a:pt x="367284" y="1307994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361950" y="1307994"/>
                  </a:lnTo>
                  <a:lnTo>
                    <a:pt x="367284" y="1307994"/>
                  </a:lnTo>
                  <a:close/>
                </a:path>
              </a:pathLst>
            </a:custGeom>
            <a:solidFill>
              <a:srgbClr val="6A8D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7069987" y="5236037"/>
              <a:ext cx="372745" cy="1327150"/>
            </a:xfrm>
            <a:custGeom>
              <a:avLst/>
              <a:gdLst/>
              <a:ahLst/>
              <a:cxnLst/>
              <a:rect l="l" t="t" r="r" b="b"/>
              <a:pathLst>
                <a:path w="372745" h="1327150">
                  <a:moveTo>
                    <a:pt x="372605" y="1326945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367271" y="1326945"/>
                  </a:lnTo>
                  <a:lnTo>
                    <a:pt x="372605" y="1326945"/>
                  </a:lnTo>
                  <a:close/>
                </a:path>
              </a:pathLst>
            </a:custGeom>
            <a:solidFill>
              <a:srgbClr val="6B8E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7069988" y="5219712"/>
              <a:ext cx="377190" cy="1343660"/>
            </a:xfrm>
            <a:custGeom>
              <a:avLst/>
              <a:gdLst/>
              <a:ahLst/>
              <a:cxnLst/>
              <a:rect l="l" t="t" r="r" b="b"/>
              <a:pathLst>
                <a:path w="377190" h="1343659">
                  <a:moveTo>
                    <a:pt x="377189" y="1343270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372617" y="1343270"/>
                  </a:lnTo>
                  <a:lnTo>
                    <a:pt x="377189" y="1343270"/>
                  </a:lnTo>
                  <a:close/>
                </a:path>
              </a:pathLst>
            </a:custGeom>
            <a:solidFill>
              <a:srgbClr val="6C8F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7069987" y="5200713"/>
              <a:ext cx="382905" cy="1362710"/>
            </a:xfrm>
            <a:custGeom>
              <a:avLst/>
              <a:gdLst/>
              <a:ahLst/>
              <a:cxnLst/>
              <a:rect l="l" t="t" r="r" b="b"/>
              <a:pathLst>
                <a:path w="382904" h="1362709">
                  <a:moveTo>
                    <a:pt x="382524" y="1362268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377190" y="1362268"/>
                  </a:lnTo>
                  <a:lnTo>
                    <a:pt x="382524" y="1362268"/>
                  </a:lnTo>
                  <a:close/>
                </a:path>
              </a:pathLst>
            </a:custGeom>
            <a:solidFill>
              <a:srgbClr val="6E90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7069988" y="5181765"/>
              <a:ext cx="387985" cy="1381760"/>
            </a:xfrm>
            <a:custGeom>
              <a:avLst/>
              <a:gdLst/>
              <a:ahLst/>
              <a:cxnLst/>
              <a:rect l="l" t="t" r="r" b="b"/>
              <a:pathLst>
                <a:path w="387984" h="1381759">
                  <a:moveTo>
                    <a:pt x="387844" y="1381216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382510" y="1381216"/>
                  </a:lnTo>
                  <a:lnTo>
                    <a:pt x="387844" y="1381216"/>
                  </a:lnTo>
                  <a:close/>
                </a:path>
              </a:pathLst>
            </a:custGeom>
            <a:solidFill>
              <a:srgbClr val="6F90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7069988" y="5162724"/>
              <a:ext cx="393700" cy="1400810"/>
            </a:xfrm>
            <a:custGeom>
              <a:avLst/>
              <a:gdLst/>
              <a:ahLst/>
              <a:cxnLst/>
              <a:rect l="l" t="t" r="r" b="b"/>
              <a:pathLst>
                <a:path w="393700" h="1400809">
                  <a:moveTo>
                    <a:pt x="393191" y="1400258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387857" y="1400258"/>
                  </a:lnTo>
                  <a:lnTo>
                    <a:pt x="393191" y="1400258"/>
                  </a:lnTo>
                  <a:close/>
                </a:path>
              </a:pathLst>
            </a:custGeom>
            <a:solidFill>
              <a:srgbClr val="7091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7069988" y="5146442"/>
              <a:ext cx="398145" cy="1416685"/>
            </a:xfrm>
            <a:custGeom>
              <a:avLst/>
              <a:gdLst/>
              <a:ahLst/>
              <a:cxnLst/>
              <a:rect l="l" t="t" r="r" b="b"/>
              <a:pathLst>
                <a:path w="398145" h="1416684">
                  <a:moveTo>
                    <a:pt x="397763" y="1416540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393191" y="1416540"/>
                  </a:lnTo>
                  <a:lnTo>
                    <a:pt x="397763" y="1416540"/>
                  </a:lnTo>
                  <a:close/>
                </a:path>
              </a:pathLst>
            </a:custGeom>
            <a:solidFill>
              <a:srgbClr val="7192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7069987" y="5127444"/>
              <a:ext cx="403225" cy="1435735"/>
            </a:xfrm>
            <a:custGeom>
              <a:avLst/>
              <a:gdLst/>
              <a:ahLst/>
              <a:cxnLst/>
              <a:rect l="l" t="t" r="r" b="b"/>
              <a:pathLst>
                <a:path w="403225" h="1435734">
                  <a:moveTo>
                    <a:pt x="403098" y="1435537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397764" y="1435537"/>
                  </a:lnTo>
                  <a:lnTo>
                    <a:pt x="403098" y="1435537"/>
                  </a:lnTo>
                  <a:close/>
                </a:path>
              </a:pathLst>
            </a:custGeom>
            <a:solidFill>
              <a:srgbClr val="7293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7069988" y="5108496"/>
              <a:ext cx="408940" cy="1454785"/>
            </a:xfrm>
            <a:custGeom>
              <a:avLst/>
              <a:gdLst/>
              <a:ahLst/>
              <a:cxnLst/>
              <a:rect l="l" t="t" r="r" b="b"/>
              <a:pathLst>
                <a:path w="408940" h="1454784">
                  <a:moveTo>
                    <a:pt x="408418" y="1454486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403084" y="1454486"/>
                  </a:lnTo>
                  <a:lnTo>
                    <a:pt x="408418" y="1454486"/>
                  </a:lnTo>
                  <a:close/>
                </a:path>
              </a:pathLst>
            </a:custGeom>
            <a:solidFill>
              <a:srgbClr val="7493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7069988" y="5092168"/>
              <a:ext cx="413384" cy="1471295"/>
            </a:xfrm>
            <a:custGeom>
              <a:avLst/>
              <a:gdLst/>
              <a:ahLst/>
              <a:cxnLst/>
              <a:rect l="l" t="t" r="r" b="b"/>
              <a:pathLst>
                <a:path w="413384" h="1471295">
                  <a:moveTo>
                    <a:pt x="413003" y="1470814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408431" y="1470814"/>
                  </a:lnTo>
                  <a:lnTo>
                    <a:pt x="413003" y="1470814"/>
                  </a:lnTo>
                  <a:close/>
                </a:path>
              </a:pathLst>
            </a:custGeom>
            <a:solidFill>
              <a:srgbClr val="7694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7069988" y="5073173"/>
              <a:ext cx="418465" cy="1490345"/>
            </a:xfrm>
            <a:custGeom>
              <a:avLst/>
              <a:gdLst/>
              <a:ahLst/>
              <a:cxnLst/>
              <a:rect l="l" t="t" r="r" b="b"/>
              <a:pathLst>
                <a:path w="418465" h="1490345">
                  <a:moveTo>
                    <a:pt x="418337" y="1489809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413003" y="1489809"/>
                  </a:lnTo>
                  <a:lnTo>
                    <a:pt x="418337" y="1489809"/>
                  </a:lnTo>
                  <a:close/>
                </a:path>
              </a:pathLst>
            </a:custGeom>
            <a:solidFill>
              <a:srgbClr val="7795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7069987" y="5054175"/>
              <a:ext cx="424180" cy="1509395"/>
            </a:xfrm>
            <a:custGeom>
              <a:avLst/>
              <a:gdLst/>
              <a:ahLst/>
              <a:cxnLst/>
              <a:rect l="l" t="t" r="r" b="b"/>
              <a:pathLst>
                <a:path w="424179" h="1509395">
                  <a:moveTo>
                    <a:pt x="423672" y="1508807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418338" y="1508807"/>
                  </a:lnTo>
                  <a:lnTo>
                    <a:pt x="423672" y="1508807"/>
                  </a:lnTo>
                  <a:close/>
                </a:path>
              </a:pathLst>
            </a:custGeom>
            <a:solidFill>
              <a:srgbClr val="7996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7069987" y="5037938"/>
              <a:ext cx="428625" cy="1525270"/>
            </a:xfrm>
            <a:custGeom>
              <a:avLst/>
              <a:gdLst/>
              <a:ahLst/>
              <a:cxnLst/>
              <a:rect l="l" t="t" r="r" b="b"/>
              <a:pathLst>
                <a:path w="428625" h="1525270">
                  <a:moveTo>
                    <a:pt x="428231" y="1525044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423659" y="1525044"/>
                  </a:lnTo>
                  <a:lnTo>
                    <a:pt x="428231" y="1525044"/>
                  </a:lnTo>
                  <a:close/>
                </a:path>
              </a:pathLst>
            </a:custGeom>
            <a:solidFill>
              <a:srgbClr val="7A97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7069988" y="5018943"/>
              <a:ext cx="433705" cy="1544320"/>
            </a:xfrm>
            <a:custGeom>
              <a:avLst/>
              <a:gdLst/>
              <a:ahLst/>
              <a:cxnLst/>
              <a:rect l="l" t="t" r="r" b="b"/>
              <a:pathLst>
                <a:path w="433704" h="1544320">
                  <a:moveTo>
                    <a:pt x="433565" y="1544039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428231" y="1544039"/>
                  </a:lnTo>
                  <a:lnTo>
                    <a:pt x="433565" y="1544039"/>
                  </a:lnTo>
                  <a:close/>
                </a:path>
              </a:pathLst>
            </a:custGeom>
            <a:solidFill>
              <a:srgbClr val="7A9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7069988" y="4999904"/>
              <a:ext cx="439420" cy="1563370"/>
            </a:xfrm>
            <a:custGeom>
              <a:avLst/>
              <a:gdLst/>
              <a:ahLst/>
              <a:cxnLst/>
              <a:rect l="l" t="t" r="r" b="b"/>
              <a:pathLst>
                <a:path w="439420" h="1563370">
                  <a:moveTo>
                    <a:pt x="438911" y="1563078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433577" y="1563078"/>
                  </a:lnTo>
                  <a:lnTo>
                    <a:pt x="438911" y="1563078"/>
                  </a:lnTo>
                  <a:close/>
                </a:path>
              </a:pathLst>
            </a:custGeom>
            <a:solidFill>
              <a:srgbClr val="7C9A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7069988" y="4983620"/>
              <a:ext cx="443865" cy="1579880"/>
            </a:xfrm>
            <a:custGeom>
              <a:avLst/>
              <a:gdLst/>
              <a:ahLst/>
              <a:cxnLst/>
              <a:rect l="l" t="t" r="r" b="b"/>
              <a:pathLst>
                <a:path w="443865" h="1579879">
                  <a:moveTo>
                    <a:pt x="443484" y="1579362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438912" y="1579362"/>
                  </a:lnTo>
                  <a:lnTo>
                    <a:pt x="443484" y="1579362"/>
                  </a:lnTo>
                  <a:close/>
                </a:path>
              </a:pathLst>
            </a:custGeom>
            <a:solidFill>
              <a:srgbClr val="7D9A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7069987" y="4964669"/>
              <a:ext cx="448945" cy="1598930"/>
            </a:xfrm>
            <a:custGeom>
              <a:avLst/>
              <a:gdLst/>
              <a:ahLst/>
              <a:cxnLst/>
              <a:rect l="l" t="t" r="r" b="b"/>
              <a:pathLst>
                <a:path w="448945" h="1598929">
                  <a:moveTo>
                    <a:pt x="448805" y="1598313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443471" y="1598313"/>
                  </a:lnTo>
                  <a:lnTo>
                    <a:pt x="448805" y="1598313"/>
                  </a:lnTo>
                  <a:close/>
                </a:path>
              </a:pathLst>
            </a:custGeom>
            <a:solidFill>
              <a:srgbClr val="7E9B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7069988" y="4945630"/>
              <a:ext cx="454659" cy="1617980"/>
            </a:xfrm>
            <a:custGeom>
              <a:avLst/>
              <a:gdLst/>
              <a:ahLst/>
              <a:cxnLst/>
              <a:rect l="l" t="t" r="r" b="b"/>
              <a:pathLst>
                <a:path w="454659" h="1617979">
                  <a:moveTo>
                    <a:pt x="454151" y="1617352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448817" y="1617352"/>
                  </a:lnTo>
                  <a:lnTo>
                    <a:pt x="454151" y="1617352"/>
                  </a:lnTo>
                  <a:close/>
                </a:path>
              </a:pathLst>
            </a:custGeom>
            <a:solidFill>
              <a:srgbClr val="829C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7069987" y="4926632"/>
              <a:ext cx="459740" cy="1636395"/>
            </a:xfrm>
            <a:custGeom>
              <a:avLst/>
              <a:gdLst/>
              <a:ahLst/>
              <a:cxnLst/>
              <a:rect l="l" t="t" r="r" b="b"/>
              <a:pathLst>
                <a:path w="459740" h="1636395">
                  <a:moveTo>
                    <a:pt x="459486" y="1636350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454152" y="1636350"/>
                  </a:lnTo>
                  <a:lnTo>
                    <a:pt x="459486" y="1636350"/>
                  </a:lnTo>
                  <a:close/>
                </a:path>
              </a:pathLst>
            </a:custGeom>
            <a:solidFill>
              <a:srgbClr val="839D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7069988" y="4910397"/>
              <a:ext cx="464184" cy="1652905"/>
            </a:xfrm>
            <a:custGeom>
              <a:avLst/>
              <a:gdLst/>
              <a:ahLst/>
              <a:cxnLst/>
              <a:rect l="l" t="t" r="r" b="b"/>
              <a:pathLst>
                <a:path w="464184" h="1652904">
                  <a:moveTo>
                    <a:pt x="464044" y="1652584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459472" y="1652584"/>
                  </a:lnTo>
                  <a:lnTo>
                    <a:pt x="464044" y="1652584"/>
                  </a:lnTo>
                  <a:close/>
                </a:path>
              </a:pathLst>
            </a:custGeom>
            <a:solidFill>
              <a:srgbClr val="849E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7069988" y="4891355"/>
              <a:ext cx="469900" cy="1671955"/>
            </a:xfrm>
            <a:custGeom>
              <a:avLst/>
              <a:gdLst/>
              <a:ahLst/>
              <a:cxnLst/>
              <a:rect l="l" t="t" r="r" b="b"/>
              <a:pathLst>
                <a:path w="469900" h="1671954">
                  <a:moveTo>
                    <a:pt x="469391" y="1671626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464057" y="1671626"/>
                  </a:lnTo>
                  <a:lnTo>
                    <a:pt x="469391" y="1671626"/>
                  </a:lnTo>
                  <a:close/>
                </a:path>
              </a:pathLst>
            </a:custGeom>
            <a:solidFill>
              <a:srgbClr val="859F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7069988" y="4872360"/>
              <a:ext cx="474980" cy="1691005"/>
            </a:xfrm>
            <a:custGeom>
              <a:avLst/>
              <a:gdLst/>
              <a:ahLst/>
              <a:cxnLst/>
              <a:rect l="l" t="t" r="r" b="b"/>
              <a:pathLst>
                <a:path w="474979" h="1691004">
                  <a:moveTo>
                    <a:pt x="474725" y="1690621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469391" y="1690621"/>
                  </a:lnTo>
                  <a:lnTo>
                    <a:pt x="474725" y="1690621"/>
                  </a:lnTo>
                  <a:close/>
                </a:path>
              </a:pathLst>
            </a:custGeom>
            <a:solidFill>
              <a:srgbClr val="86A0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7069987" y="4856076"/>
              <a:ext cx="479425" cy="1707514"/>
            </a:xfrm>
            <a:custGeom>
              <a:avLst/>
              <a:gdLst/>
              <a:ahLst/>
              <a:cxnLst/>
              <a:rect l="l" t="t" r="r" b="b"/>
              <a:pathLst>
                <a:path w="479425" h="1707515">
                  <a:moveTo>
                    <a:pt x="479298" y="1706905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474726" y="1706905"/>
                  </a:lnTo>
                  <a:lnTo>
                    <a:pt x="479298" y="1706905"/>
                  </a:lnTo>
                  <a:close/>
                </a:path>
              </a:pathLst>
            </a:custGeom>
            <a:solidFill>
              <a:srgbClr val="87A1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7069988" y="4837128"/>
              <a:ext cx="485140" cy="1725930"/>
            </a:xfrm>
            <a:custGeom>
              <a:avLst/>
              <a:gdLst/>
              <a:ahLst/>
              <a:cxnLst/>
              <a:rect l="l" t="t" r="r" b="b"/>
              <a:pathLst>
                <a:path w="485140" h="1725929">
                  <a:moveTo>
                    <a:pt x="484618" y="1725854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479284" y="1725854"/>
                  </a:lnTo>
                  <a:lnTo>
                    <a:pt x="484618" y="1725854"/>
                  </a:lnTo>
                  <a:close/>
                </a:path>
              </a:pathLst>
            </a:custGeom>
            <a:solidFill>
              <a:srgbClr val="89A2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7069988" y="4818086"/>
              <a:ext cx="490220" cy="1744980"/>
            </a:xfrm>
            <a:custGeom>
              <a:avLst/>
              <a:gdLst/>
              <a:ahLst/>
              <a:cxnLst/>
              <a:rect l="l" t="t" r="r" b="b"/>
              <a:pathLst>
                <a:path w="490220" h="1744979">
                  <a:moveTo>
                    <a:pt x="489965" y="1744896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484631" y="1744896"/>
                  </a:lnTo>
                  <a:lnTo>
                    <a:pt x="489965" y="1744896"/>
                  </a:lnTo>
                  <a:close/>
                </a:path>
              </a:pathLst>
            </a:custGeom>
            <a:solidFill>
              <a:srgbClr val="8AA2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7069988" y="4801805"/>
              <a:ext cx="494665" cy="1761489"/>
            </a:xfrm>
            <a:custGeom>
              <a:avLst/>
              <a:gdLst/>
              <a:ahLst/>
              <a:cxnLst/>
              <a:rect l="l" t="t" r="r" b="b"/>
              <a:pathLst>
                <a:path w="494665" h="1761490">
                  <a:moveTo>
                    <a:pt x="494537" y="1761177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489965" y="1761177"/>
                  </a:lnTo>
                  <a:lnTo>
                    <a:pt x="494537" y="1761177"/>
                  </a:lnTo>
                  <a:close/>
                </a:path>
              </a:pathLst>
            </a:custGeom>
            <a:solidFill>
              <a:srgbClr val="8DA3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7069987" y="4782807"/>
              <a:ext cx="500380" cy="1780539"/>
            </a:xfrm>
            <a:custGeom>
              <a:avLst/>
              <a:gdLst/>
              <a:ahLst/>
              <a:cxnLst/>
              <a:rect l="l" t="t" r="r" b="b"/>
              <a:pathLst>
                <a:path w="500379" h="1780540">
                  <a:moveTo>
                    <a:pt x="499872" y="1780175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494538" y="1780175"/>
                  </a:lnTo>
                  <a:lnTo>
                    <a:pt x="499872" y="1780175"/>
                  </a:lnTo>
                  <a:close/>
                </a:path>
              </a:pathLst>
            </a:custGeom>
            <a:solidFill>
              <a:srgbClr val="8EA4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7069987" y="4763856"/>
              <a:ext cx="505459" cy="1799589"/>
            </a:xfrm>
            <a:custGeom>
              <a:avLst/>
              <a:gdLst/>
              <a:ahLst/>
              <a:cxnLst/>
              <a:rect l="l" t="t" r="r" b="b"/>
              <a:pathLst>
                <a:path w="505459" h="1799590">
                  <a:moveTo>
                    <a:pt x="505193" y="1799125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499859" y="1799125"/>
                  </a:lnTo>
                  <a:lnTo>
                    <a:pt x="505193" y="1799125"/>
                  </a:lnTo>
                  <a:close/>
                </a:path>
              </a:pathLst>
            </a:custGeom>
            <a:solidFill>
              <a:srgbClr val="8FA5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7069988" y="4744817"/>
              <a:ext cx="510540" cy="1818639"/>
            </a:xfrm>
            <a:custGeom>
              <a:avLst/>
              <a:gdLst/>
              <a:ahLst/>
              <a:cxnLst/>
              <a:rect l="l" t="t" r="r" b="b"/>
              <a:pathLst>
                <a:path w="510540" h="1818640">
                  <a:moveTo>
                    <a:pt x="510539" y="1818165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505205" y="1818165"/>
                  </a:lnTo>
                  <a:lnTo>
                    <a:pt x="510539" y="1818165"/>
                  </a:lnTo>
                  <a:close/>
                </a:path>
              </a:pathLst>
            </a:custGeom>
            <a:solidFill>
              <a:srgbClr val="90A6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7069987" y="4728533"/>
              <a:ext cx="515620" cy="1834514"/>
            </a:xfrm>
            <a:custGeom>
              <a:avLst/>
              <a:gdLst/>
              <a:ahLst/>
              <a:cxnLst/>
              <a:rect l="l" t="t" r="r" b="b"/>
              <a:pathLst>
                <a:path w="515620" h="1834515">
                  <a:moveTo>
                    <a:pt x="515112" y="1834449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510540" y="1834449"/>
                  </a:lnTo>
                  <a:lnTo>
                    <a:pt x="515112" y="1834449"/>
                  </a:lnTo>
                  <a:close/>
                </a:path>
              </a:pathLst>
            </a:custGeom>
            <a:solidFill>
              <a:srgbClr val="91A7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7069988" y="4709538"/>
              <a:ext cx="520700" cy="1853564"/>
            </a:xfrm>
            <a:custGeom>
              <a:avLst/>
              <a:gdLst/>
              <a:ahLst/>
              <a:cxnLst/>
              <a:rect l="l" t="t" r="r" b="b"/>
              <a:pathLst>
                <a:path w="520700" h="1853565">
                  <a:moveTo>
                    <a:pt x="520446" y="1853444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515112" y="1853444"/>
                  </a:lnTo>
                  <a:lnTo>
                    <a:pt x="520446" y="1853444"/>
                  </a:lnTo>
                  <a:close/>
                </a:path>
              </a:pathLst>
            </a:custGeom>
            <a:solidFill>
              <a:srgbClr val="92A8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7069987" y="4690587"/>
              <a:ext cx="525780" cy="1872614"/>
            </a:xfrm>
            <a:custGeom>
              <a:avLst/>
              <a:gdLst/>
              <a:ahLst/>
              <a:cxnLst/>
              <a:rect l="l" t="t" r="r" b="b"/>
              <a:pathLst>
                <a:path w="525779" h="1872615">
                  <a:moveTo>
                    <a:pt x="525767" y="1872395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520433" y="1872395"/>
                  </a:lnTo>
                  <a:lnTo>
                    <a:pt x="525767" y="1872395"/>
                  </a:lnTo>
                  <a:close/>
                </a:path>
              </a:pathLst>
            </a:custGeom>
            <a:solidFill>
              <a:srgbClr val="94A9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7069988" y="4674262"/>
              <a:ext cx="530860" cy="1889125"/>
            </a:xfrm>
            <a:custGeom>
              <a:avLst/>
              <a:gdLst/>
              <a:ahLst/>
              <a:cxnLst/>
              <a:rect l="l" t="t" r="r" b="b"/>
              <a:pathLst>
                <a:path w="530859" h="1889125">
                  <a:moveTo>
                    <a:pt x="530351" y="1888720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525779" y="1888720"/>
                  </a:lnTo>
                  <a:lnTo>
                    <a:pt x="530351" y="1888720"/>
                  </a:lnTo>
                  <a:close/>
                </a:path>
              </a:pathLst>
            </a:custGeom>
            <a:solidFill>
              <a:srgbClr val="95AA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7069987" y="4655264"/>
              <a:ext cx="535940" cy="1908175"/>
            </a:xfrm>
            <a:custGeom>
              <a:avLst/>
              <a:gdLst/>
              <a:ahLst/>
              <a:cxnLst/>
              <a:rect l="l" t="t" r="r" b="b"/>
              <a:pathLst>
                <a:path w="535940" h="1908175">
                  <a:moveTo>
                    <a:pt x="535686" y="1907718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530352" y="1907718"/>
                  </a:lnTo>
                  <a:lnTo>
                    <a:pt x="535686" y="1907718"/>
                  </a:lnTo>
                  <a:close/>
                </a:path>
              </a:pathLst>
            </a:custGeom>
            <a:solidFill>
              <a:srgbClr val="96AB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7069988" y="4636316"/>
              <a:ext cx="541020" cy="1927225"/>
            </a:xfrm>
            <a:custGeom>
              <a:avLst/>
              <a:gdLst/>
              <a:ahLst/>
              <a:cxnLst/>
              <a:rect l="l" t="t" r="r" b="b"/>
              <a:pathLst>
                <a:path w="541020" h="1927225">
                  <a:moveTo>
                    <a:pt x="541006" y="1926666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535672" y="1926666"/>
                  </a:lnTo>
                  <a:lnTo>
                    <a:pt x="541006" y="1926666"/>
                  </a:lnTo>
                  <a:close/>
                </a:path>
              </a:pathLst>
            </a:custGeom>
            <a:solidFill>
              <a:srgbClr val="98AC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7069988" y="4620032"/>
              <a:ext cx="546100" cy="1943100"/>
            </a:xfrm>
            <a:custGeom>
              <a:avLst/>
              <a:gdLst/>
              <a:ahLst/>
              <a:cxnLst/>
              <a:rect l="l" t="t" r="r" b="b"/>
              <a:pathLst>
                <a:path w="546100" h="1943100">
                  <a:moveTo>
                    <a:pt x="545579" y="1942950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541007" y="1942950"/>
                  </a:lnTo>
                  <a:lnTo>
                    <a:pt x="545579" y="1942950"/>
                  </a:lnTo>
                  <a:close/>
                </a:path>
              </a:pathLst>
            </a:custGeom>
            <a:solidFill>
              <a:srgbClr val="9A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7069988" y="4600992"/>
              <a:ext cx="551180" cy="1962150"/>
            </a:xfrm>
            <a:custGeom>
              <a:avLst/>
              <a:gdLst/>
              <a:ahLst/>
              <a:cxnLst/>
              <a:rect l="l" t="t" r="r" b="b"/>
              <a:pathLst>
                <a:path w="551179" h="1962150">
                  <a:moveTo>
                    <a:pt x="550925" y="1961989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545591" y="1961989"/>
                  </a:lnTo>
                  <a:lnTo>
                    <a:pt x="550925" y="1961989"/>
                  </a:lnTo>
                  <a:close/>
                </a:path>
              </a:pathLst>
            </a:custGeom>
            <a:solidFill>
              <a:srgbClr val="9AAE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7069987" y="4581995"/>
              <a:ext cx="556260" cy="1981200"/>
            </a:xfrm>
            <a:custGeom>
              <a:avLst/>
              <a:gdLst/>
              <a:ahLst/>
              <a:cxnLst/>
              <a:rect l="l" t="t" r="r" b="b"/>
              <a:pathLst>
                <a:path w="556259" h="1981200">
                  <a:moveTo>
                    <a:pt x="556260" y="1980987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550926" y="1980987"/>
                  </a:lnTo>
                  <a:lnTo>
                    <a:pt x="556260" y="1980987"/>
                  </a:lnTo>
                  <a:close/>
                </a:path>
              </a:pathLst>
            </a:custGeom>
            <a:solidFill>
              <a:srgbClr val="9BA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7069987" y="4565758"/>
              <a:ext cx="561340" cy="1997710"/>
            </a:xfrm>
            <a:custGeom>
              <a:avLst/>
              <a:gdLst/>
              <a:ahLst/>
              <a:cxnLst/>
              <a:rect l="l" t="t" r="r" b="b"/>
              <a:pathLst>
                <a:path w="561340" h="1997709">
                  <a:moveTo>
                    <a:pt x="560819" y="1997224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556247" y="1997224"/>
                  </a:lnTo>
                  <a:lnTo>
                    <a:pt x="560819" y="1997224"/>
                  </a:lnTo>
                  <a:close/>
                </a:path>
              </a:pathLst>
            </a:custGeom>
            <a:solidFill>
              <a:srgbClr val="9DB0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7069988" y="4546718"/>
              <a:ext cx="566420" cy="2016760"/>
            </a:xfrm>
            <a:custGeom>
              <a:avLst/>
              <a:gdLst/>
              <a:ahLst/>
              <a:cxnLst/>
              <a:rect l="l" t="t" r="r" b="b"/>
              <a:pathLst>
                <a:path w="566420" h="2016759">
                  <a:moveTo>
                    <a:pt x="566165" y="2016264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560831" y="2016264"/>
                  </a:lnTo>
                  <a:lnTo>
                    <a:pt x="566165" y="2016264"/>
                  </a:lnTo>
                  <a:close/>
                </a:path>
              </a:pathLst>
            </a:custGeom>
            <a:solidFill>
              <a:srgbClr val="9EB1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7069988" y="4527723"/>
              <a:ext cx="571500" cy="2035810"/>
            </a:xfrm>
            <a:custGeom>
              <a:avLst/>
              <a:gdLst/>
              <a:ahLst/>
              <a:cxnLst/>
              <a:rect l="l" t="t" r="r" b="b"/>
              <a:pathLst>
                <a:path w="571500" h="2035809">
                  <a:moveTo>
                    <a:pt x="571499" y="2035259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566165" y="2035259"/>
                  </a:lnTo>
                  <a:lnTo>
                    <a:pt x="571499" y="2035259"/>
                  </a:lnTo>
                  <a:close/>
                </a:path>
              </a:pathLst>
            </a:custGeom>
            <a:solidFill>
              <a:srgbClr val="9FB2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7069987" y="4508726"/>
              <a:ext cx="577215" cy="2054860"/>
            </a:xfrm>
            <a:custGeom>
              <a:avLst/>
              <a:gdLst/>
              <a:ahLst/>
              <a:cxnLst/>
              <a:rect l="l" t="t" r="r" b="b"/>
              <a:pathLst>
                <a:path w="577215" h="2054859">
                  <a:moveTo>
                    <a:pt x="576834" y="2054256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571500" y="2054256"/>
                  </a:lnTo>
                  <a:lnTo>
                    <a:pt x="576834" y="2054256"/>
                  </a:lnTo>
                  <a:close/>
                </a:path>
              </a:pathLst>
            </a:custGeom>
            <a:solidFill>
              <a:srgbClr val="A1B3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7069987" y="4492488"/>
              <a:ext cx="581660" cy="2070735"/>
            </a:xfrm>
            <a:custGeom>
              <a:avLst/>
              <a:gdLst/>
              <a:ahLst/>
              <a:cxnLst/>
              <a:rect l="l" t="t" r="r" b="b"/>
              <a:pathLst>
                <a:path w="581659" h="2070734">
                  <a:moveTo>
                    <a:pt x="581393" y="2070493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576821" y="2070493"/>
                  </a:lnTo>
                  <a:lnTo>
                    <a:pt x="581393" y="2070493"/>
                  </a:lnTo>
                  <a:close/>
                </a:path>
              </a:pathLst>
            </a:custGeom>
            <a:solidFill>
              <a:srgbClr val="A2B4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7069988" y="4473449"/>
              <a:ext cx="586740" cy="2089785"/>
            </a:xfrm>
            <a:custGeom>
              <a:avLst/>
              <a:gdLst/>
              <a:ahLst/>
              <a:cxnLst/>
              <a:rect l="l" t="t" r="r" b="b"/>
              <a:pathLst>
                <a:path w="586740" h="2089784">
                  <a:moveTo>
                    <a:pt x="586739" y="2089533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581405" y="2089533"/>
                  </a:lnTo>
                  <a:lnTo>
                    <a:pt x="586739" y="2089533"/>
                  </a:lnTo>
                  <a:close/>
                </a:path>
              </a:pathLst>
            </a:custGeom>
            <a:solidFill>
              <a:srgbClr val="A3B5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7069987" y="4454451"/>
              <a:ext cx="592455" cy="2108835"/>
            </a:xfrm>
            <a:custGeom>
              <a:avLst/>
              <a:gdLst/>
              <a:ahLst/>
              <a:cxnLst/>
              <a:rect l="l" t="t" r="r" b="b"/>
              <a:pathLst>
                <a:path w="592454" h="2108834">
                  <a:moveTo>
                    <a:pt x="592074" y="2108530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586740" y="2108530"/>
                  </a:lnTo>
                  <a:lnTo>
                    <a:pt x="592074" y="2108530"/>
                  </a:lnTo>
                  <a:close/>
                </a:path>
              </a:pathLst>
            </a:custGeom>
            <a:solidFill>
              <a:srgbClr val="A4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7069988" y="4438217"/>
              <a:ext cx="596900" cy="2125345"/>
            </a:xfrm>
            <a:custGeom>
              <a:avLst/>
              <a:gdLst/>
              <a:ahLst/>
              <a:cxnLst/>
              <a:rect l="l" t="t" r="r" b="b"/>
              <a:pathLst>
                <a:path w="596900" h="2125345">
                  <a:moveTo>
                    <a:pt x="596632" y="2124765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592060" y="2124765"/>
                  </a:lnTo>
                  <a:lnTo>
                    <a:pt x="596632" y="2124765"/>
                  </a:lnTo>
                  <a:close/>
                </a:path>
              </a:pathLst>
            </a:custGeom>
            <a:solidFill>
              <a:srgbClr val="A6B7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7069987" y="4419219"/>
              <a:ext cx="601980" cy="2143760"/>
            </a:xfrm>
            <a:custGeom>
              <a:avLst/>
              <a:gdLst/>
              <a:ahLst/>
              <a:cxnLst/>
              <a:rect l="l" t="t" r="r" b="b"/>
              <a:pathLst>
                <a:path w="601979" h="2143759">
                  <a:moveTo>
                    <a:pt x="601967" y="2143763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596633" y="2143763"/>
                  </a:lnTo>
                  <a:lnTo>
                    <a:pt x="601967" y="2143763"/>
                  </a:lnTo>
                  <a:close/>
                </a:path>
              </a:pathLst>
            </a:custGeom>
            <a:solidFill>
              <a:srgbClr val="A7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7069988" y="4400180"/>
              <a:ext cx="607695" cy="2162810"/>
            </a:xfrm>
            <a:custGeom>
              <a:avLst/>
              <a:gdLst/>
              <a:ahLst/>
              <a:cxnLst/>
              <a:rect l="l" t="t" r="r" b="b"/>
              <a:pathLst>
                <a:path w="607695" h="2162809">
                  <a:moveTo>
                    <a:pt x="607313" y="2162802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601979" y="2162802"/>
                  </a:lnTo>
                  <a:lnTo>
                    <a:pt x="607313" y="2162802"/>
                  </a:lnTo>
                  <a:close/>
                </a:path>
              </a:pathLst>
            </a:custGeom>
            <a:solidFill>
              <a:srgbClr val="A8B9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7069987" y="4383896"/>
              <a:ext cx="612140" cy="2179320"/>
            </a:xfrm>
            <a:custGeom>
              <a:avLst/>
              <a:gdLst/>
              <a:ahLst/>
              <a:cxnLst/>
              <a:rect l="l" t="t" r="r" b="b"/>
              <a:pathLst>
                <a:path w="612140" h="2179320">
                  <a:moveTo>
                    <a:pt x="611886" y="2179086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607314" y="2179086"/>
                  </a:lnTo>
                  <a:lnTo>
                    <a:pt x="611886" y="2179086"/>
                  </a:lnTo>
                  <a:close/>
                </a:path>
              </a:pathLst>
            </a:custGeom>
            <a:solidFill>
              <a:srgbClr val="A9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7069988" y="4364948"/>
              <a:ext cx="617220" cy="2198370"/>
            </a:xfrm>
            <a:custGeom>
              <a:avLst/>
              <a:gdLst/>
              <a:ahLst/>
              <a:cxnLst/>
              <a:rect l="l" t="t" r="r" b="b"/>
              <a:pathLst>
                <a:path w="617220" h="2198370">
                  <a:moveTo>
                    <a:pt x="617206" y="2198034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611872" y="2198034"/>
                  </a:lnTo>
                  <a:lnTo>
                    <a:pt x="617206" y="2198034"/>
                  </a:lnTo>
                  <a:close/>
                </a:path>
              </a:pathLst>
            </a:custGeom>
            <a:solidFill>
              <a:srgbClr val="ABBB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7069988" y="4345950"/>
              <a:ext cx="622935" cy="2217420"/>
            </a:xfrm>
            <a:custGeom>
              <a:avLst/>
              <a:gdLst/>
              <a:ahLst/>
              <a:cxnLst/>
              <a:rect l="l" t="t" r="r" b="b"/>
              <a:pathLst>
                <a:path w="622934" h="2217420">
                  <a:moveTo>
                    <a:pt x="622541" y="2217032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617207" y="2217032"/>
                  </a:lnTo>
                  <a:lnTo>
                    <a:pt x="622541" y="2217032"/>
                  </a:lnTo>
                  <a:close/>
                </a:path>
              </a:pathLst>
            </a:custGeom>
            <a:solidFill>
              <a:srgbClr val="ACBC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7069988" y="4326911"/>
              <a:ext cx="628015" cy="2236470"/>
            </a:xfrm>
            <a:custGeom>
              <a:avLst/>
              <a:gdLst/>
              <a:ahLst/>
              <a:cxnLst/>
              <a:rect l="l" t="t" r="r" b="b"/>
              <a:pathLst>
                <a:path w="628015" h="2236470">
                  <a:moveTo>
                    <a:pt x="627887" y="2236071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622553" y="2236071"/>
                  </a:lnTo>
                  <a:lnTo>
                    <a:pt x="627887" y="2236071"/>
                  </a:lnTo>
                  <a:close/>
                </a:path>
              </a:pathLst>
            </a:custGeom>
            <a:solidFill>
              <a:srgbClr val="AD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7069987" y="4310627"/>
              <a:ext cx="632460" cy="2252980"/>
            </a:xfrm>
            <a:custGeom>
              <a:avLst/>
              <a:gdLst/>
              <a:ahLst/>
              <a:cxnLst/>
              <a:rect l="l" t="t" r="r" b="b"/>
              <a:pathLst>
                <a:path w="632459" h="2252979">
                  <a:moveTo>
                    <a:pt x="632460" y="2252355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627888" y="2252355"/>
                  </a:lnTo>
                  <a:lnTo>
                    <a:pt x="632460" y="2252355"/>
                  </a:lnTo>
                  <a:close/>
                </a:path>
              </a:pathLst>
            </a:custGeom>
            <a:solidFill>
              <a:srgbClr val="AEBE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7069987" y="4291676"/>
              <a:ext cx="638175" cy="2271395"/>
            </a:xfrm>
            <a:custGeom>
              <a:avLst/>
              <a:gdLst/>
              <a:ahLst/>
              <a:cxnLst/>
              <a:rect l="l" t="t" r="r" b="b"/>
              <a:pathLst>
                <a:path w="638175" h="2271395">
                  <a:moveTo>
                    <a:pt x="637781" y="2271306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632447" y="2271306"/>
                  </a:lnTo>
                  <a:lnTo>
                    <a:pt x="637781" y="2271306"/>
                  </a:lnTo>
                  <a:close/>
                </a:path>
              </a:pathLst>
            </a:custGeom>
            <a:solidFill>
              <a:srgbClr val="B0BE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7069988" y="4272681"/>
              <a:ext cx="643255" cy="2290445"/>
            </a:xfrm>
            <a:custGeom>
              <a:avLst/>
              <a:gdLst/>
              <a:ahLst/>
              <a:cxnLst/>
              <a:rect l="l" t="t" r="r" b="b"/>
              <a:pathLst>
                <a:path w="643254" h="2290445">
                  <a:moveTo>
                    <a:pt x="643115" y="2290301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637781" y="2290301"/>
                  </a:lnTo>
                  <a:lnTo>
                    <a:pt x="643115" y="2290301"/>
                  </a:lnTo>
                  <a:close/>
                </a:path>
              </a:pathLst>
            </a:custGeom>
            <a:solidFill>
              <a:srgbClr val="B1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7069988" y="4256355"/>
              <a:ext cx="647700" cy="2306955"/>
            </a:xfrm>
            <a:custGeom>
              <a:avLst/>
              <a:gdLst/>
              <a:ahLst/>
              <a:cxnLst/>
              <a:rect l="l" t="t" r="r" b="b"/>
              <a:pathLst>
                <a:path w="647700" h="2306954">
                  <a:moveTo>
                    <a:pt x="647699" y="2306626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643127" y="2306626"/>
                  </a:lnTo>
                  <a:lnTo>
                    <a:pt x="647699" y="2306626"/>
                  </a:lnTo>
                  <a:close/>
                </a:path>
              </a:pathLst>
            </a:custGeom>
            <a:solidFill>
              <a:srgbClr val="B2C0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7069987" y="4237358"/>
              <a:ext cx="653415" cy="2326005"/>
            </a:xfrm>
            <a:custGeom>
              <a:avLst/>
              <a:gdLst/>
              <a:ahLst/>
              <a:cxnLst/>
              <a:rect l="l" t="t" r="r" b="b"/>
              <a:pathLst>
                <a:path w="653415" h="2326004">
                  <a:moveTo>
                    <a:pt x="653034" y="2325624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647700" y="2325624"/>
                  </a:lnTo>
                  <a:lnTo>
                    <a:pt x="653034" y="2325624"/>
                  </a:lnTo>
                  <a:close/>
                </a:path>
              </a:pathLst>
            </a:custGeom>
            <a:solidFill>
              <a:srgbClr val="B3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7069987" y="4218407"/>
              <a:ext cx="658495" cy="2345055"/>
            </a:xfrm>
            <a:custGeom>
              <a:avLst/>
              <a:gdLst/>
              <a:ahLst/>
              <a:cxnLst/>
              <a:rect l="l" t="t" r="r" b="b"/>
              <a:pathLst>
                <a:path w="658495" h="2345054">
                  <a:moveTo>
                    <a:pt x="658355" y="2344575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653021" y="2344575"/>
                  </a:lnTo>
                  <a:lnTo>
                    <a:pt x="658355" y="2344575"/>
                  </a:lnTo>
                  <a:close/>
                </a:path>
              </a:pathLst>
            </a:custGeom>
            <a:solidFill>
              <a:srgbClr val="B4C2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7069988" y="4202081"/>
              <a:ext cx="662940" cy="2360930"/>
            </a:xfrm>
            <a:custGeom>
              <a:avLst/>
              <a:gdLst/>
              <a:ahLst/>
              <a:cxnLst/>
              <a:rect l="l" t="t" r="r" b="b"/>
              <a:pathLst>
                <a:path w="662940" h="2360929">
                  <a:moveTo>
                    <a:pt x="662939" y="2360901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658367" y="2360901"/>
                  </a:lnTo>
                  <a:lnTo>
                    <a:pt x="662939" y="2360901"/>
                  </a:lnTo>
                  <a:close/>
                </a:path>
              </a:pathLst>
            </a:custGeom>
            <a:solidFill>
              <a:srgbClr val="B6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7069987" y="4183083"/>
              <a:ext cx="668655" cy="2379980"/>
            </a:xfrm>
            <a:custGeom>
              <a:avLst/>
              <a:gdLst/>
              <a:ahLst/>
              <a:cxnLst/>
              <a:rect l="l" t="t" r="r" b="b"/>
              <a:pathLst>
                <a:path w="668654" h="2379979">
                  <a:moveTo>
                    <a:pt x="668274" y="2379898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662940" y="2379898"/>
                  </a:lnTo>
                  <a:lnTo>
                    <a:pt x="668274" y="2379898"/>
                  </a:lnTo>
                  <a:close/>
                </a:path>
              </a:pathLst>
            </a:custGeom>
            <a:solidFill>
              <a:srgbClr val="B7C4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7069988" y="4164135"/>
              <a:ext cx="673735" cy="2399030"/>
            </a:xfrm>
            <a:custGeom>
              <a:avLst/>
              <a:gdLst/>
              <a:ahLst/>
              <a:cxnLst/>
              <a:rect l="l" t="t" r="r" b="b"/>
              <a:pathLst>
                <a:path w="673734" h="2399029">
                  <a:moveTo>
                    <a:pt x="673594" y="2398847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668260" y="2398847"/>
                  </a:lnTo>
                  <a:lnTo>
                    <a:pt x="673594" y="2398847"/>
                  </a:lnTo>
                  <a:close/>
                </a:path>
              </a:pathLst>
            </a:custGeom>
            <a:solidFill>
              <a:srgbClr val="B8C5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7069988" y="4147807"/>
              <a:ext cx="678180" cy="2415540"/>
            </a:xfrm>
            <a:custGeom>
              <a:avLst/>
              <a:gdLst/>
              <a:ahLst/>
              <a:cxnLst/>
              <a:rect l="l" t="t" r="r" b="b"/>
              <a:pathLst>
                <a:path w="678179" h="2415540">
                  <a:moveTo>
                    <a:pt x="678179" y="2415175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673607" y="2415175"/>
                  </a:lnTo>
                  <a:lnTo>
                    <a:pt x="678179" y="2415175"/>
                  </a:lnTo>
                  <a:close/>
                </a:path>
              </a:pathLst>
            </a:custGeom>
            <a:solidFill>
              <a:srgbClr val="B9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7069988" y="4128812"/>
              <a:ext cx="683895" cy="2434590"/>
            </a:xfrm>
            <a:custGeom>
              <a:avLst/>
              <a:gdLst/>
              <a:ahLst/>
              <a:cxnLst/>
              <a:rect l="l" t="t" r="r" b="b"/>
              <a:pathLst>
                <a:path w="683895" h="2434590">
                  <a:moveTo>
                    <a:pt x="683513" y="2434170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678179" y="2434170"/>
                  </a:lnTo>
                  <a:lnTo>
                    <a:pt x="683513" y="2434170"/>
                  </a:lnTo>
                  <a:close/>
                </a:path>
              </a:pathLst>
            </a:custGeom>
            <a:solidFill>
              <a:srgbClr val="BAC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7069987" y="4109814"/>
              <a:ext cx="688975" cy="2453640"/>
            </a:xfrm>
            <a:custGeom>
              <a:avLst/>
              <a:gdLst/>
              <a:ahLst/>
              <a:cxnLst/>
              <a:rect l="l" t="t" r="r" b="b"/>
              <a:pathLst>
                <a:path w="688975" h="2453640">
                  <a:moveTo>
                    <a:pt x="688848" y="2453168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683514" y="2453168"/>
                  </a:lnTo>
                  <a:lnTo>
                    <a:pt x="688848" y="2453168"/>
                  </a:lnTo>
                  <a:close/>
                </a:path>
              </a:pathLst>
            </a:custGeom>
            <a:solidFill>
              <a:srgbClr val="BB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7069988" y="4090866"/>
              <a:ext cx="694690" cy="2472690"/>
            </a:xfrm>
            <a:custGeom>
              <a:avLst/>
              <a:gdLst/>
              <a:ahLst/>
              <a:cxnLst/>
              <a:rect l="l" t="t" r="r" b="b"/>
              <a:pathLst>
                <a:path w="694690" h="2472690">
                  <a:moveTo>
                    <a:pt x="694168" y="2472116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688834" y="2472116"/>
                  </a:lnTo>
                  <a:lnTo>
                    <a:pt x="694168" y="2472116"/>
                  </a:lnTo>
                  <a:close/>
                </a:path>
              </a:pathLst>
            </a:custGeom>
            <a:solidFill>
              <a:srgbClr val="BC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7069988" y="4074538"/>
              <a:ext cx="699135" cy="2488565"/>
            </a:xfrm>
            <a:custGeom>
              <a:avLst/>
              <a:gdLst/>
              <a:ahLst/>
              <a:cxnLst/>
              <a:rect l="l" t="t" r="r" b="b"/>
              <a:pathLst>
                <a:path w="699134" h="2488565">
                  <a:moveTo>
                    <a:pt x="698753" y="2488444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694181" y="2488444"/>
                  </a:lnTo>
                  <a:lnTo>
                    <a:pt x="698753" y="2488444"/>
                  </a:lnTo>
                  <a:close/>
                </a:path>
              </a:pathLst>
            </a:custGeom>
            <a:solidFill>
              <a:srgbClr val="BEC9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7069988" y="4055543"/>
              <a:ext cx="704215" cy="2507615"/>
            </a:xfrm>
            <a:custGeom>
              <a:avLst/>
              <a:gdLst/>
              <a:ahLst/>
              <a:cxnLst/>
              <a:rect l="l" t="t" r="r" b="b"/>
              <a:pathLst>
                <a:path w="704215" h="2507615">
                  <a:moveTo>
                    <a:pt x="704087" y="2507439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698753" y="2507439"/>
                  </a:lnTo>
                  <a:lnTo>
                    <a:pt x="704087" y="2507439"/>
                  </a:lnTo>
                  <a:close/>
                </a:path>
              </a:pathLst>
            </a:custGeom>
            <a:solidFill>
              <a:srgbClr val="BF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7069987" y="4036545"/>
              <a:ext cx="709930" cy="2526665"/>
            </a:xfrm>
            <a:custGeom>
              <a:avLst/>
              <a:gdLst/>
              <a:ahLst/>
              <a:cxnLst/>
              <a:rect l="l" t="t" r="r" b="b"/>
              <a:pathLst>
                <a:path w="709929" h="2526665">
                  <a:moveTo>
                    <a:pt x="709422" y="2526437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704088" y="2526437"/>
                  </a:lnTo>
                  <a:lnTo>
                    <a:pt x="709422" y="2526437"/>
                  </a:lnTo>
                  <a:close/>
                </a:path>
              </a:pathLst>
            </a:custGeom>
            <a:solidFill>
              <a:srgbClr val="C0CB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7069987" y="4020308"/>
              <a:ext cx="714375" cy="2543175"/>
            </a:xfrm>
            <a:custGeom>
              <a:avLst/>
              <a:gdLst/>
              <a:ahLst/>
              <a:cxnLst/>
              <a:rect l="l" t="t" r="r" b="b"/>
              <a:pathLst>
                <a:path w="714375" h="2543175">
                  <a:moveTo>
                    <a:pt x="713981" y="2542674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709409" y="2542674"/>
                  </a:lnTo>
                  <a:lnTo>
                    <a:pt x="713981" y="2542674"/>
                  </a:lnTo>
                  <a:close/>
                </a:path>
              </a:pathLst>
            </a:custGeom>
            <a:solidFill>
              <a:srgbClr val="C1CC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7069988" y="4001313"/>
              <a:ext cx="719455" cy="2562225"/>
            </a:xfrm>
            <a:custGeom>
              <a:avLst/>
              <a:gdLst/>
              <a:ahLst/>
              <a:cxnLst/>
              <a:rect l="l" t="t" r="r" b="b"/>
              <a:pathLst>
                <a:path w="719454" h="2562225">
                  <a:moveTo>
                    <a:pt x="719315" y="2561669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713981" y="2561669"/>
                  </a:lnTo>
                  <a:lnTo>
                    <a:pt x="719315" y="2561669"/>
                  </a:lnTo>
                  <a:close/>
                </a:path>
              </a:pathLst>
            </a:custGeom>
            <a:solidFill>
              <a:srgbClr val="C2CD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7069988" y="3982274"/>
              <a:ext cx="725170" cy="2581275"/>
            </a:xfrm>
            <a:custGeom>
              <a:avLst/>
              <a:gdLst/>
              <a:ahLst/>
              <a:cxnLst/>
              <a:rect l="l" t="t" r="r" b="b"/>
              <a:pathLst>
                <a:path w="725170" h="2581275">
                  <a:moveTo>
                    <a:pt x="724661" y="2580708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719327" y="2580708"/>
                  </a:lnTo>
                  <a:lnTo>
                    <a:pt x="724661" y="2580708"/>
                  </a:lnTo>
                  <a:close/>
                </a:path>
              </a:pathLst>
            </a:custGeom>
            <a:solidFill>
              <a:srgbClr val="C3CE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7069988" y="3965990"/>
              <a:ext cx="729615" cy="2597150"/>
            </a:xfrm>
            <a:custGeom>
              <a:avLst/>
              <a:gdLst/>
              <a:ahLst/>
              <a:cxnLst/>
              <a:rect l="l" t="t" r="r" b="b"/>
              <a:pathLst>
                <a:path w="729615" h="2597150">
                  <a:moveTo>
                    <a:pt x="729234" y="2596992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724662" y="2596992"/>
                  </a:lnTo>
                  <a:lnTo>
                    <a:pt x="729234" y="2596992"/>
                  </a:lnTo>
                  <a:close/>
                </a:path>
              </a:pathLst>
            </a:custGeom>
            <a:solidFill>
              <a:srgbClr val="C4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7069987" y="3947039"/>
              <a:ext cx="734695" cy="2616200"/>
            </a:xfrm>
            <a:custGeom>
              <a:avLst/>
              <a:gdLst/>
              <a:ahLst/>
              <a:cxnLst/>
              <a:rect l="l" t="t" r="r" b="b"/>
              <a:pathLst>
                <a:path w="734695" h="2616200">
                  <a:moveTo>
                    <a:pt x="734555" y="2615943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729221" y="2615943"/>
                  </a:lnTo>
                  <a:lnTo>
                    <a:pt x="734555" y="2615943"/>
                  </a:lnTo>
                  <a:close/>
                </a:path>
              </a:pathLst>
            </a:custGeom>
            <a:solidFill>
              <a:srgbClr val="C5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7069988" y="3927999"/>
              <a:ext cx="740410" cy="2635250"/>
            </a:xfrm>
            <a:custGeom>
              <a:avLst/>
              <a:gdLst/>
              <a:ahLst/>
              <a:cxnLst/>
              <a:rect l="l" t="t" r="r" b="b"/>
              <a:pathLst>
                <a:path w="740409" h="2635250">
                  <a:moveTo>
                    <a:pt x="739901" y="2634982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734567" y="2634982"/>
                  </a:lnTo>
                  <a:lnTo>
                    <a:pt x="739901" y="2634982"/>
                  </a:lnTo>
                  <a:close/>
                </a:path>
              </a:pathLst>
            </a:custGeom>
            <a:solidFill>
              <a:srgbClr val="C6D0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7069987" y="3909002"/>
              <a:ext cx="745490" cy="2654300"/>
            </a:xfrm>
            <a:custGeom>
              <a:avLst/>
              <a:gdLst/>
              <a:ahLst/>
              <a:cxnLst/>
              <a:rect l="l" t="t" r="r" b="b"/>
              <a:pathLst>
                <a:path w="745490" h="2654300">
                  <a:moveTo>
                    <a:pt x="745236" y="2653980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739902" y="2653980"/>
                  </a:lnTo>
                  <a:lnTo>
                    <a:pt x="745236" y="2653980"/>
                  </a:lnTo>
                  <a:close/>
                </a:path>
              </a:pathLst>
            </a:custGeom>
            <a:solidFill>
              <a:srgbClr val="C7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7069988" y="3892768"/>
              <a:ext cx="749935" cy="2670810"/>
            </a:xfrm>
            <a:custGeom>
              <a:avLst/>
              <a:gdLst/>
              <a:ahLst/>
              <a:cxnLst/>
              <a:rect l="l" t="t" r="r" b="b"/>
              <a:pathLst>
                <a:path w="749934" h="2670809">
                  <a:moveTo>
                    <a:pt x="749794" y="2670214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745222" y="2670214"/>
                  </a:lnTo>
                  <a:lnTo>
                    <a:pt x="749794" y="2670214"/>
                  </a:lnTo>
                  <a:close/>
                </a:path>
              </a:pathLst>
            </a:custGeom>
            <a:solidFill>
              <a:srgbClr val="C8D2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7069988" y="3873725"/>
              <a:ext cx="755650" cy="2689860"/>
            </a:xfrm>
            <a:custGeom>
              <a:avLst/>
              <a:gdLst/>
              <a:ahLst/>
              <a:cxnLst/>
              <a:rect l="l" t="t" r="r" b="b"/>
              <a:pathLst>
                <a:path w="755650" h="2689859">
                  <a:moveTo>
                    <a:pt x="755141" y="2689256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749807" y="2689256"/>
                  </a:lnTo>
                  <a:lnTo>
                    <a:pt x="755141" y="2689256"/>
                  </a:lnTo>
                  <a:close/>
                </a:path>
              </a:pathLst>
            </a:custGeom>
            <a:solidFill>
              <a:srgbClr val="C9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7069988" y="3854774"/>
              <a:ext cx="760730" cy="2708275"/>
            </a:xfrm>
            <a:custGeom>
              <a:avLst/>
              <a:gdLst/>
              <a:ahLst/>
              <a:cxnLst/>
              <a:rect l="l" t="t" r="r" b="b"/>
              <a:pathLst>
                <a:path w="760729" h="2708275">
                  <a:moveTo>
                    <a:pt x="760463" y="2708207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755129" y="2708207"/>
                  </a:lnTo>
                  <a:lnTo>
                    <a:pt x="760463" y="2708207"/>
                  </a:lnTo>
                  <a:close/>
                </a:path>
              </a:pathLst>
            </a:custGeom>
            <a:solidFill>
              <a:srgbClr val="CA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7069987" y="3838446"/>
              <a:ext cx="765175" cy="2724785"/>
            </a:xfrm>
            <a:custGeom>
              <a:avLst/>
              <a:gdLst/>
              <a:ahLst/>
              <a:cxnLst/>
              <a:rect l="l" t="t" r="r" b="b"/>
              <a:pathLst>
                <a:path w="765175" h="2724784">
                  <a:moveTo>
                    <a:pt x="765048" y="2724536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760476" y="2724536"/>
                  </a:lnTo>
                  <a:lnTo>
                    <a:pt x="765048" y="2724536"/>
                  </a:lnTo>
                  <a:close/>
                </a:path>
              </a:pathLst>
            </a:custGeom>
            <a:solidFill>
              <a:srgbClr val="CBD4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7069988" y="3819498"/>
              <a:ext cx="770890" cy="2743835"/>
            </a:xfrm>
            <a:custGeom>
              <a:avLst/>
              <a:gdLst/>
              <a:ahLst/>
              <a:cxnLst/>
              <a:rect l="l" t="t" r="r" b="b"/>
              <a:pathLst>
                <a:path w="770890" h="2743834">
                  <a:moveTo>
                    <a:pt x="770368" y="2743484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765034" y="2743484"/>
                  </a:lnTo>
                  <a:lnTo>
                    <a:pt x="770368" y="2743484"/>
                  </a:lnTo>
                  <a:close/>
                </a:path>
              </a:pathLst>
            </a:custGeom>
            <a:solidFill>
              <a:srgbClr val="CCD5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7069988" y="3800456"/>
              <a:ext cx="775970" cy="2762885"/>
            </a:xfrm>
            <a:custGeom>
              <a:avLst/>
              <a:gdLst/>
              <a:ahLst/>
              <a:cxnLst/>
              <a:rect l="l" t="t" r="r" b="b"/>
              <a:pathLst>
                <a:path w="775970" h="2762884">
                  <a:moveTo>
                    <a:pt x="775715" y="2762526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770381" y="2762526"/>
                  </a:lnTo>
                  <a:lnTo>
                    <a:pt x="775715" y="2762526"/>
                  </a:lnTo>
                  <a:close/>
                </a:path>
              </a:pathLst>
            </a:custGeom>
            <a:solidFill>
              <a:srgbClr val="CDD6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7069988" y="3784175"/>
              <a:ext cx="780415" cy="2779395"/>
            </a:xfrm>
            <a:custGeom>
              <a:avLst/>
              <a:gdLst/>
              <a:ahLst/>
              <a:cxnLst/>
              <a:rect l="l" t="t" r="r" b="b"/>
              <a:pathLst>
                <a:path w="780415" h="2779395">
                  <a:moveTo>
                    <a:pt x="780287" y="2778807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775715" y="2778807"/>
                  </a:lnTo>
                  <a:lnTo>
                    <a:pt x="780287" y="2778807"/>
                  </a:lnTo>
                  <a:close/>
                </a:path>
              </a:pathLst>
            </a:custGeom>
            <a:solidFill>
              <a:srgbClr val="CED7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7069987" y="3765177"/>
              <a:ext cx="786130" cy="2797810"/>
            </a:xfrm>
            <a:custGeom>
              <a:avLst/>
              <a:gdLst/>
              <a:ahLst/>
              <a:cxnLst/>
              <a:rect l="l" t="t" r="r" b="b"/>
              <a:pathLst>
                <a:path w="786129" h="2797809">
                  <a:moveTo>
                    <a:pt x="785622" y="2797805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780288" y="2797805"/>
                  </a:lnTo>
                  <a:lnTo>
                    <a:pt x="785622" y="2797805"/>
                  </a:lnTo>
                  <a:close/>
                </a:path>
              </a:pathLst>
            </a:custGeom>
            <a:solidFill>
              <a:srgbClr val="CF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7069987" y="3746226"/>
              <a:ext cx="791210" cy="2816860"/>
            </a:xfrm>
            <a:custGeom>
              <a:avLst/>
              <a:gdLst/>
              <a:ahLst/>
              <a:cxnLst/>
              <a:rect l="l" t="t" r="r" b="b"/>
              <a:pathLst>
                <a:path w="791209" h="2816859">
                  <a:moveTo>
                    <a:pt x="790943" y="2816756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785609" y="2816756"/>
                  </a:lnTo>
                  <a:lnTo>
                    <a:pt x="790943" y="2816756"/>
                  </a:lnTo>
                  <a:close/>
                </a:path>
              </a:pathLst>
            </a:custGeom>
            <a:solidFill>
              <a:srgbClr val="D0D8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7069988" y="3729901"/>
              <a:ext cx="795655" cy="2833370"/>
            </a:xfrm>
            <a:custGeom>
              <a:avLst/>
              <a:gdLst/>
              <a:ahLst/>
              <a:cxnLst/>
              <a:rect l="l" t="t" r="r" b="b"/>
              <a:pathLst>
                <a:path w="795654" h="2833370">
                  <a:moveTo>
                    <a:pt x="795527" y="2833081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790955" y="2833081"/>
                  </a:lnTo>
                  <a:lnTo>
                    <a:pt x="795527" y="2833081"/>
                  </a:lnTo>
                  <a:close/>
                </a:path>
              </a:pathLst>
            </a:custGeom>
            <a:solidFill>
              <a:srgbClr val="D1D9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7069988" y="3710906"/>
              <a:ext cx="801370" cy="2852420"/>
            </a:xfrm>
            <a:custGeom>
              <a:avLst/>
              <a:gdLst/>
              <a:ahLst/>
              <a:cxnLst/>
              <a:rect l="l" t="t" r="r" b="b"/>
              <a:pathLst>
                <a:path w="801370" h="2852420">
                  <a:moveTo>
                    <a:pt x="800861" y="2852076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795527" y="2852076"/>
                  </a:lnTo>
                  <a:lnTo>
                    <a:pt x="800861" y="2852076"/>
                  </a:lnTo>
                  <a:close/>
                </a:path>
              </a:pathLst>
            </a:custGeom>
            <a:solidFill>
              <a:srgbClr val="D2DA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7069988" y="3691908"/>
              <a:ext cx="806450" cy="2871470"/>
            </a:xfrm>
            <a:custGeom>
              <a:avLst/>
              <a:gdLst/>
              <a:ahLst/>
              <a:cxnLst/>
              <a:rect l="l" t="t" r="r" b="b"/>
              <a:pathLst>
                <a:path w="806450" h="2871470">
                  <a:moveTo>
                    <a:pt x="806196" y="2871074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800862" y="2871074"/>
                  </a:lnTo>
                  <a:lnTo>
                    <a:pt x="806196" y="2871074"/>
                  </a:lnTo>
                  <a:close/>
                </a:path>
              </a:pathLst>
            </a:custGeom>
            <a:solidFill>
              <a:srgbClr val="D3DA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7069987" y="3672957"/>
              <a:ext cx="811530" cy="2890520"/>
            </a:xfrm>
            <a:custGeom>
              <a:avLst/>
              <a:gdLst/>
              <a:ahLst/>
              <a:cxnLst/>
              <a:rect l="l" t="t" r="r" b="b"/>
              <a:pathLst>
                <a:path w="811529" h="2890520">
                  <a:moveTo>
                    <a:pt x="811517" y="2890025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806183" y="2890025"/>
                  </a:lnTo>
                  <a:lnTo>
                    <a:pt x="811517" y="2890025"/>
                  </a:lnTo>
                  <a:close/>
                </a:path>
              </a:pathLst>
            </a:custGeom>
            <a:solidFill>
              <a:srgbClr val="D4DB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7069988" y="3656632"/>
              <a:ext cx="816610" cy="2906395"/>
            </a:xfrm>
            <a:custGeom>
              <a:avLst/>
              <a:gdLst/>
              <a:ahLst/>
              <a:cxnLst/>
              <a:rect l="l" t="t" r="r" b="b"/>
              <a:pathLst>
                <a:path w="816609" h="2906395">
                  <a:moveTo>
                    <a:pt x="816101" y="2906350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811529" y="2906350"/>
                  </a:lnTo>
                  <a:lnTo>
                    <a:pt x="816101" y="2906350"/>
                  </a:lnTo>
                  <a:close/>
                </a:path>
              </a:pathLst>
            </a:custGeom>
            <a:solidFill>
              <a:srgbClr val="D5DC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7069987" y="3637634"/>
              <a:ext cx="821690" cy="2925445"/>
            </a:xfrm>
            <a:custGeom>
              <a:avLst/>
              <a:gdLst/>
              <a:ahLst/>
              <a:cxnLst/>
              <a:rect l="l" t="t" r="r" b="b"/>
              <a:pathLst>
                <a:path w="821690" h="2925445">
                  <a:moveTo>
                    <a:pt x="821436" y="2925348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816102" y="2925348"/>
                  </a:lnTo>
                  <a:lnTo>
                    <a:pt x="821436" y="2925348"/>
                  </a:lnTo>
                  <a:close/>
                </a:path>
              </a:pathLst>
            </a:custGeom>
            <a:solidFill>
              <a:srgbClr val="D5DD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7069988" y="3618686"/>
              <a:ext cx="826769" cy="2944495"/>
            </a:xfrm>
            <a:custGeom>
              <a:avLst/>
              <a:gdLst/>
              <a:ahLst/>
              <a:cxnLst/>
              <a:rect l="l" t="t" r="r" b="b"/>
              <a:pathLst>
                <a:path w="826770" h="2944495">
                  <a:moveTo>
                    <a:pt x="826756" y="2944296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821422" y="2944296"/>
                  </a:lnTo>
                  <a:lnTo>
                    <a:pt x="826756" y="2944296"/>
                  </a:lnTo>
                  <a:close/>
                </a:path>
              </a:pathLst>
            </a:custGeom>
            <a:solidFill>
              <a:srgbClr val="D6DD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7069988" y="3602402"/>
              <a:ext cx="831850" cy="2961005"/>
            </a:xfrm>
            <a:custGeom>
              <a:avLst/>
              <a:gdLst/>
              <a:ahLst/>
              <a:cxnLst/>
              <a:rect l="l" t="t" r="r" b="b"/>
              <a:pathLst>
                <a:path w="831850" h="2961004">
                  <a:moveTo>
                    <a:pt x="831329" y="2960580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826757" y="2960580"/>
                  </a:lnTo>
                  <a:lnTo>
                    <a:pt x="831329" y="2960580"/>
                  </a:lnTo>
                  <a:close/>
                </a:path>
              </a:pathLst>
            </a:custGeom>
            <a:solidFill>
              <a:srgbClr val="D7DE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7069988" y="3583407"/>
              <a:ext cx="836930" cy="2980055"/>
            </a:xfrm>
            <a:custGeom>
              <a:avLst/>
              <a:gdLst/>
              <a:ahLst/>
              <a:cxnLst/>
              <a:rect l="l" t="t" r="r" b="b"/>
              <a:pathLst>
                <a:path w="836929" h="2980054">
                  <a:moveTo>
                    <a:pt x="836663" y="2979575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831329" y="2979575"/>
                  </a:lnTo>
                  <a:lnTo>
                    <a:pt x="836663" y="2979575"/>
                  </a:lnTo>
                  <a:close/>
                </a:path>
              </a:pathLst>
            </a:custGeom>
            <a:solidFill>
              <a:srgbClr val="D8DF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7069987" y="3564365"/>
              <a:ext cx="842010" cy="2999105"/>
            </a:xfrm>
            <a:custGeom>
              <a:avLst/>
              <a:gdLst/>
              <a:ahLst/>
              <a:cxnLst/>
              <a:rect l="l" t="t" r="r" b="b"/>
              <a:pathLst>
                <a:path w="842009" h="2999104">
                  <a:moveTo>
                    <a:pt x="842010" y="2998617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836676" y="2998617"/>
                  </a:lnTo>
                  <a:lnTo>
                    <a:pt x="842010" y="2998617"/>
                  </a:lnTo>
                  <a:close/>
                </a:path>
              </a:pathLst>
            </a:custGeom>
            <a:solidFill>
              <a:srgbClr val="D9DF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7069988" y="3548083"/>
              <a:ext cx="847090" cy="3014980"/>
            </a:xfrm>
            <a:custGeom>
              <a:avLst/>
              <a:gdLst/>
              <a:ahLst/>
              <a:cxnLst/>
              <a:rect l="l" t="t" r="r" b="b"/>
              <a:pathLst>
                <a:path w="847090" h="3014979">
                  <a:moveTo>
                    <a:pt x="846582" y="3014899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842010" y="3014899"/>
                  </a:lnTo>
                  <a:lnTo>
                    <a:pt x="846582" y="3014899"/>
                  </a:lnTo>
                  <a:close/>
                </a:path>
              </a:pathLst>
            </a:custGeom>
            <a:solidFill>
              <a:srgbClr val="DAE0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7069988" y="3510105"/>
              <a:ext cx="857250" cy="3053080"/>
            </a:xfrm>
            <a:custGeom>
              <a:avLst/>
              <a:gdLst/>
              <a:ahLst/>
              <a:cxnLst/>
              <a:rect l="l" t="t" r="r" b="b"/>
              <a:pathLst>
                <a:path w="857250" h="3053079">
                  <a:moveTo>
                    <a:pt x="857237" y="3052889"/>
                  </a:moveTo>
                  <a:lnTo>
                    <a:pt x="0" y="0"/>
                  </a:lnTo>
                  <a:lnTo>
                    <a:pt x="0" y="18986"/>
                  </a:lnTo>
                  <a:lnTo>
                    <a:pt x="0" y="37985"/>
                  </a:lnTo>
                  <a:lnTo>
                    <a:pt x="846569" y="3052889"/>
                  </a:lnTo>
                  <a:lnTo>
                    <a:pt x="851903" y="3052889"/>
                  </a:lnTo>
                  <a:lnTo>
                    <a:pt x="857237" y="3052889"/>
                  </a:lnTo>
                  <a:close/>
                </a:path>
              </a:pathLst>
            </a:custGeom>
            <a:solidFill>
              <a:srgbClr val="DBE1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7069987" y="3491096"/>
              <a:ext cx="862965" cy="3072130"/>
            </a:xfrm>
            <a:custGeom>
              <a:avLst/>
              <a:gdLst/>
              <a:ahLst/>
              <a:cxnLst/>
              <a:rect l="l" t="t" r="r" b="b"/>
              <a:pathLst>
                <a:path w="862965" h="3072129">
                  <a:moveTo>
                    <a:pt x="862584" y="3071886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857250" y="3071886"/>
                  </a:lnTo>
                  <a:lnTo>
                    <a:pt x="862584" y="3071886"/>
                  </a:lnTo>
                  <a:close/>
                </a:path>
              </a:pathLst>
            </a:custGeom>
            <a:solidFill>
              <a:srgbClr val="DCE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7069988" y="3474814"/>
              <a:ext cx="867410" cy="3088640"/>
            </a:xfrm>
            <a:custGeom>
              <a:avLst/>
              <a:gdLst/>
              <a:ahLst/>
              <a:cxnLst/>
              <a:rect l="l" t="t" r="r" b="b"/>
              <a:pathLst>
                <a:path w="867409" h="3088640">
                  <a:moveTo>
                    <a:pt x="867156" y="3088168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862584" y="3088168"/>
                  </a:lnTo>
                  <a:lnTo>
                    <a:pt x="867156" y="3088168"/>
                  </a:lnTo>
                  <a:close/>
                </a:path>
              </a:pathLst>
            </a:custGeom>
            <a:solidFill>
              <a:srgbClr val="DDE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7069988" y="3455819"/>
              <a:ext cx="872490" cy="3107690"/>
            </a:xfrm>
            <a:custGeom>
              <a:avLst/>
              <a:gdLst/>
              <a:ahLst/>
              <a:cxnLst/>
              <a:rect l="l" t="t" r="r" b="b"/>
              <a:pathLst>
                <a:path w="872490" h="3107690">
                  <a:moveTo>
                    <a:pt x="872489" y="3107163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867155" y="3107163"/>
                  </a:lnTo>
                  <a:lnTo>
                    <a:pt x="872489" y="3107163"/>
                  </a:lnTo>
                  <a:close/>
                </a:path>
              </a:pathLst>
            </a:custGeom>
            <a:solidFill>
              <a:srgbClr val="DEE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7069987" y="3436821"/>
              <a:ext cx="878205" cy="3126740"/>
            </a:xfrm>
            <a:custGeom>
              <a:avLst/>
              <a:gdLst/>
              <a:ahLst/>
              <a:cxnLst/>
              <a:rect l="l" t="t" r="r" b="b"/>
              <a:pathLst>
                <a:path w="878204" h="3126740">
                  <a:moveTo>
                    <a:pt x="877824" y="3126161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872490" y="3126161"/>
                  </a:lnTo>
                  <a:lnTo>
                    <a:pt x="877824" y="3126161"/>
                  </a:lnTo>
                  <a:close/>
                </a:path>
              </a:pathLst>
            </a:custGeom>
            <a:solidFill>
              <a:srgbClr val="DEE4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7069988" y="3420587"/>
              <a:ext cx="882650" cy="3142615"/>
            </a:xfrm>
            <a:custGeom>
              <a:avLst/>
              <a:gdLst/>
              <a:ahLst/>
              <a:cxnLst/>
              <a:rect l="l" t="t" r="r" b="b"/>
              <a:pathLst>
                <a:path w="882650" h="3142615">
                  <a:moveTo>
                    <a:pt x="882382" y="3142395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877810" y="3142395"/>
                  </a:lnTo>
                  <a:lnTo>
                    <a:pt x="882382" y="3142395"/>
                  </a:lnTo>
                  <a:close/>
                </a:path>
              </a:pathLst>
            </a:custGeom>
            <a:solidFill>
              <a:srgbClr val="DFE5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7069987" y="3401589"/>
              <a:ext cx="887730" cy="3161665"/>
            </a:xfrm>
            <a:custGeom>
              <a:avLst/>
              <a:gdLst/>
              <a:ahLst/>
              <a:cxnLst/>
              <a:rect l="l" t="t" r="r" b="b"/>
              <a:pathLst>
                <a:path w="887729" h="3161665">
                  <a:moveTo>
                    <a:pt x="887717" y="3161393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882383" y="3161393"/>
                  </a:lnTo>
                  <a:lnTo>
                    <a:pt x="887717" y="3161393"/>
                  </a:lnTo>
                  <a:close/>
                </a:path>
              </a:pathLst>
            </a:custGeom>
            <a:solidFill>
              <a:srgbClr val="E0E5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7069975" y="3366278"/>
              <a:ext cx="897890" cy="3197225"/>
            </a:xfrm>
            <a:custGeom>
              <a:avLst/>
              <a:gdLst/>
              <a:ahLst/>
              <a:cxnLst/>
              <a:rect l="l" t="t" r="r" b="b"/>
              <a:pathLst>
                <a:path w="897890" h="3197225">
                  <a:moveTo>
                    <a:pt x="897636" y="3196717"/>
                  </a:moveTo>
                  <a:lnTo>
                    <a:pt x="0" y="0"/>
                  </a:lnTo>
                  <a:lnTo>
                    <a:pt x="0" y="16281"/>
                  </a:lnTo>
                  <a:lnTo>
                    <a:pt x="12" y="35280"/>
                  </a:lnTo>
                  <a:lnTo>
                    <a:pt x="887730" y="3196717"/>
                  </a:lnTo>
                  <a:lnTo>
                    <a:pt x="893064" y="3196717"/>
                  </a:lnTo>
                  <a:lnTo>
                    <a:pt x="897636" y="3196717"/>
                  </a:lnTo>
                  <a:close/>
                </a:path>
              </a:pathLst>
            </a:custGeom>
            <a:solidFill>
              <a:srgbClr val="E1E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7069988" y="3347318"/>
              <a:ext cx="902969" cy="3216275"/>
            </a:xfrm>
            <a:custGeom>
              <a:avLst/>
              <a:gdLst/>
              <a:ahLst/>
              <a:cxnLst/>
              <a:rect l="l" t="t" r="r" b="b"/>
              <a:pathLst>
                <a:path w="902970" h="3216275">
                  <a:moveTo>
                    <a:pt x="902956" y="3215664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897622" y="3215664"/>
                  </a:lnTo>
                  <a:lnTo>
                    <a:pt x="902956" y="3215664"/>
                  </a:lnTo>
                  <a:close/>
                </a:path>
              </a:pathLst>
            </a:custGeom>
            <a:solidFill>
              <a:srgbClr val="E2E7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7069988" y="3328320"/>
              <a:ext cx="908685" cy="3234690"/>
            </a:xfrm>
            <a:custGeom>
              <a:avLst/>
              <a:gdLst/>
              <a:ahLst/>
              <a:cxnLst/>
              <a:rect l="l" t="t" r="r" b="b"/>
              <a:pathLst>
                <a:path w="908684" h="3234690">
                  <a:moveTo>
                    <a:pt x="908291" y="3234662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902957" y="3234662"/>
                  </a:lnTo>
                  <a:lnTo>
                    <a:pt x="908291" y="3234662"/>
                  </a:lnTo>
                  <a:close/>
                </a:path>
              </a:pathLst>
            </a:custGeom>
            <a:solidFill>
              <a:srgbClr val="E3E7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7069988" y="3311994"/>
              <a:ext cx="913130" cy="3251200"/>
            </a:xfrm>
            <a:custGeom>
              <a:avLst/>
              <a:gdLst/>
              <a:ahLst/>
              <a:cxnLst/>
              <a:rect l="l" t="t" r="r" b="b"/>
              <a:pathLst>
                <a:path w="913129" h="3251200">
                  <a:moveTo>
                    <a:pt x="912875" y="3250987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908303" y="3250987"/>
                  </a:lnTo>
                  <a:lnTo>
                    <a:pt x="912875" y="3250987"/>
                  </a:lnTo>
                  <a:close/>
                </a:path>
              </a:pathLst>
            </a:custGeom>
            <a:solidFill>
              <a:srgbClr val="E4E8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7069987" y="3292997"/>
              <a:ext cx="918210" cy="3270250"/>
            </a:xfrm>
            <a:custGeom>
              <a:avLst/>
              <a:gdLst/>
              <a:ahLst/>
              <a:cxnLst/>
              <a:rect l="l" t="t" r="r" b="b"/>
              <a:pathLst>
                <a:path w="918209" h="3270250">
                  <a:moveTo>
                    <a:pt x="918210" y="3269985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912876" y="3269985"/>
                  </a:lnTo>
                  <a:lnTo>
                    <a:pt x="918210" y="3269985"/>
                  </a:lnTo>
                  <a:close/>
                </a:path>
              </a:pathLst>
            </a:custGeom>
            <a:solidFill>
              <a:srgbClr val="E4E9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7069988" y="3274002"/>
              <a:ext cx="923925" cy="3289300"/>
            </a:xfrm>
            <a:custGeom>
              <a:avLst/>
              <a:gdLst/>
              <a:ahLst/>
              <a:cxnLst/>
              <a:rect l="l" t="t" r="r" b="b"/>
              <a:pathLst>
                <a:path w="923925" h="3289300">
                  <a:moveTo>
                    <a:pt x="923544" y="3288980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918210" y="3288980"/>
                  </a:lnTo>
                  <a:lnTo>
                    <a:pt x="923544" y="3288980"/>
                  </a:lnTo>
                  <a:close/>
                </a:path>
              </a:pathLst>
            </a:custGeom>
            <a:solidFill>
              <a:srgbClr val="E5E9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7069975" y="3238731"/>
              <a:ext cx="933450" cy="3324860"/>
            </a:xfrm>
            <a:custGeom>
              <a:avLst/>
              <a:gdLst/>
              <a:ahLst/>
              <a:cxnLst/>
              <a:rect l="l" t="t" r="r" b="b"/>
              <a:pathLst>
                <a:path w="933450" h="3324859">
                  <a:moveTo>
                    <a:pt x="928865" y="3324263"/>
                  </a:moveTo>
                  <a:lnTo>
                    <a:pt x="0" y="16319"/>
                  </a:lnTo>
                  <a:lnTo>
                    <a:pt x="0" y="35318"/>
                  </a:lnTo>
                  <a:lnTo>
                    <a:pt x="923531" y="3324263"/>
                  </a:lnTo>
                  <a:lnTo>
                    <a:pt x="928865" y="3324263"/>
                  </a:lnTo>
                  <a:close/>
                </a:path>
                <a:path w="933450" h="3324859">
                  <a:moveTo>
                    <a:pt x="933450" y="3324263"/>
                  </a:moveTo>
                  <a:lnTo>
                    <a:pt x="12" y="0"/>
                  </a:lnTo>
                  <a:lnTo>
                    <a:pt x="12" y="16281"/>
                  </a:lnTo>
                  <a:lnTo>
                    <a:pt x="928865" y="3324263"/>
                  </a:lnTo>
                  <a:lnTo>
                    <a:pt x="933450" y="3324263"/>
                  </a:lnTo>
                  <a:close/>
                </a:path>
              </a:pathLst>
            </a:custGeom>
            <a:solidFill>
              <a:srgbClr val="E6EA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7069975" y="3200733"/>
              <a:ext cx="944244" cy="3362325"/>
            </a:xfrm>
            <a:custGeom>
              <a:avLst/>
              <a:gdLst/>
              <a:ahLst/>
              <a:cxnLst/>
              <a:rect l="l" t="t" r="r" b="b"/>
              <a:pathLst>
                <a:path w="944245" h="3362325">
                  <a:moveTo>
                    <a:pt x="944118" y="3362261"/>
                  </a:moveTo>
                  <a:lnTo>
                    <a:pt x="0" y="0"/>
                  </a:lnTo>
                  <a:lnTo>
                    <a:pt x="0" y="18999"/>
                  </a:lnTo>
                  <a:lnTo>
                    <a:pt x="0" y="37998"/>
                  </a:lnTo>
                  <a:lnTo>
                    <a:pt x="933450" y="3362261"/>
                  </a:lnTo>
                  <a:lnTo>
                    <a:pt x="938784" y="3362261"/>
                  </a:lnTo>
                  <a:lnTo>
                    <a:pt x="944118" y="3362261"/>
                  </a:lnTo>
                  <a:close/>
                </a:path>
              </a:pathLst>
            </a:custGeom>
            <a:solidFill>
              <a:srgbClr val="E7EB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7069988" y="3184495"/>
              <a:ext cx="948690" cy="3378835"/>
            </a:xfrm>
            <a:custGeom>
              <a:avLst/>
              <a:gdLst/>
              <a:ahLst/>
              <a:cxnLst/>
              <a:rect l="l" t="t" r="r" b="b"/>
              <a:pathLst>
                <a:path w="948690" h="3378834">
                  <a:moveTo>
                    <a:pt x="948677" y="3378487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944105" y="3378487"/>
                  </a:lnTo>
                  <a:lnTo>
                    <a:pt x="948677" y="3378487"/>
                  </a:lnTo>
                  <a:close/>
                </a:path>
              </a:pathLst>
            </a:custGeom>
            <a:solidFill>
              <a:srgbClr val="E8EC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7069987" y="3165453"/>
              <a:ext cx="954405" cy="3397885"/>
            </a:xfrm>
            <a:custGeom>
              <a:avLst/>
              <a:gdLst/>
              <a:ahLst/>
              <a:cxnLst/>
              <a:rect l="l" t="t" r="r" b="b"/>
              <a:pathLst>
                <a:path w="954404" h="3397884">
                  <a:moveTo>
                    <a:pt x="954024" y="3397529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948690" y="3397529"/>
                  </a:lnTo>
                  <a:lnTo>
                    <a:pt x="954024" y="3397529"/>
                  </a:lnTo>
                  <a:close/>
                </a:path>
              </a:pathLst>
            </a:custGeom>
            <a:solidFill>
              <a:srgbClr val="E9EC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7069988" y="3146505"/>
              <a:ext cx="959485" cy="3416935"/>
            </a:xfrm>
            <a:custGeom>
              <a:avLst/>
              <a:gdLst/>
              <a:ahLst/>
              <a:cxnLst/>
              <a:rect l="l" t="t" r="r" b="b"/>
              <a:pathLst>
                <a:path w="959484" h="3416934">
                  <a:moveTo>
                    <a:pt x="959344" y="3416477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954010" y="3416477"/>
                  </a:lnTo>
                  <a:lnTo>
                    <a:pt x="959344" y="3416477"/>
                  </a:lnTo>
                  <a:close/>
                </a:path>
              </a:pathLst>
            </a:custGeom>
            <a:solidFill>
              <a:srgbClr val="E9ED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7069988" y="3130177"/>
              <a:ext cx="963930" cy="3432810"/>
            </a:xfrm>
            <a:custGeom>
              <a:avLst/>
              <a:gdLst/>
              <a:ahLst/>
              <a:cxnLst/>
              <a:rect l="l" t="t" r="r" b="b"/>
              <a:pathLst>
                <a:path w="963929" h="3432809">
                  <a:moveTo>
                    <a:pt x="963929" y="3432805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959357" y="3432805"/>
                  </a:lnTo>
                  <a:lnTo>
                    <a:pt x="963929" y="3432805"/>
                  </a:lnTo>
                  <a:close/>
                </a:path>
              </a:pathLst>
            </a:custGeom>
            <a:solidFill>
              <a:srgbClr val="EAED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7069988" y="3111182"/>
              <a:ext cx="969644" cy="3451860"/>
            </a:xfrm>
            <a:custGeom>
              <a:avLst/>
              <a:gdLst/>
              <a:ahLst/>
              <a:cxnLst/>
              <a:rect l="l" t="t" r="r" b="b"/>
              <a:pathLst>
                <a:path w="969645" h="3451859">
                  <a:moveTo>
                    <a:pt x="969263" y="3451800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963929" y="3451800"/>
                  </a:lnTo>
                  <a:lnTo>
                    <a:pt x="969263" y="3451800"/>
                  </a:lnTo>
                  <a:close/>
                </a:path>
              </a:pathLst>
            </a:custGeom>
            <a:solidFill>
              <a:srgbClr val="EAEE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7069987" y="3092184"/>
              <a:ext cx="974725" cy="3470910"/>
            </a:xfrm>
            <a:custGeom>
              <a:avLst/>
              <a:gdLst/>
              <a:ahLst/>
              <a:cxnLst/>
              <a:rect l="l" t="t" r="r" b="b"/>
              <a:pathLst>
                <a:path w="974725" h="3470909">
                  <a:moveTo>
                    <a:pt x="974598" y="3470798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969264" y="3470798"/>
                  </a:lnTo>
                  <a:lnTo>
                    <a:pt x="974598" y="3470798"/>
                  </a:lnTo>
                  <a:close/>
                </a:path>
              </a:pathLst>
            </a:custGeom>
            <a:solidFill>
              <a:srgbClr val="EBEE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7069988" y="3056918"/>
              <a:ext cx="984885" cy="3506470"/>
            </a:xfrm>
            <a:custGeom>
              <a:avLst/>
              <a:gdLst/>
              <a:ahLst/>
              <a:cxnLst/>
              <a:rect l="l" t="t" r="r" b="b"/>
              <a:pathLst>
                <a:path w="984884" h="3506470">
                  <a:moveTo>
                    <a:pt x="984491" y="3506076"/>
                  </a:moveTo>
                  <a:lnTo>
                    <a:pt x="0" y="0"/>
                  </a:lnTo>
                  <a:lnTo>
                    <a:pt x="0" y="16281"/>
                  </a:lnTo>
                  <a:lnTo>
                    <a:pt x="0" y="35318"/>
                  </a:lnTo>
                  <a:lnTo>
                    <a:pt x="974572" y="3506076"/>
                  </a:lnTo>
                  <a:lnTo>
                    <a:pt x="979906" y="3506076"/>
                  </a:lnTo>
                  <a:lnTo>
                    <a:pt x="984491" y="3506076"/>
                  </a:lnTo>
                  <a:close/>
                </a:path>
              </a:pathLst>
            </a:custGeom>
            <a:solidFill>
              <a:srgbClr val="ECEF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7069975" y="3018920"/>
              <a:ext cx="995680" cy="3544570"/>
            </a:xfrm>
            <a:custGeom>
              <a:avLst/>
              <a:gdLst/>
              <a:ahLst/>
              <a:cxnLst/>
              <a:rect l="l" t="t" r="r" b="b"/>
              <a:pathLst>
                <a:path w="995679" h="3544570">
                  <a:moveTo>
                    <a:pt x="995172" y="3544074"/>
                  </a:moveTo>
                  <a:lnTo>
                    <a:pt x="0" y="0"/>
                  </a:lnTo>
                  <a:lnTo>
                    <a:pt x="0" y="18999"/>
                  </a:lnTo>
                  <a:lnTo>
                    <a:pt x="12" y="37998"/>
                  </a:lnTo>
                  <a:lnTo>
                    <a:pt x="984504" y="3544074"/>
                  </a:lnTo>
                  <a:lnTo>
                    <a:pt x="989838" y="3544074"/>
                  </a:lnTo>
                  <a:lnTo>
                    <a:pt x="995172" y="3544074"/>
                  </a:lnTo>
                  <a:close/>
                </a:path>
              </a:pathLst>
            </a:custGeom>
            <a:solidFill>
              <a:srgbClr val="EDF0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7069987" y="3002678"/>
              <a:ext cx="1000125" cy="3560445"/>
            </a:xfrm>
            <a:custGeom>
              <a:avLst/>
              <a:gdLst/>
              <a:ahLst/>
              <a:cxnLst/>
              <a:rect l="l" t="t" r="r" b="b"/>
              <a:pathLst>
                <a:path w="1000125" h="3560445">
                  <a:moveTo>
                    <a:pt x="999731" y="3560304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995159" y="3560304"/>
                  </a:lnTo>
                  <a:lnTo>
                    <a:pt x="999731" y="3560304"/>
                  </a:lnTo>
                  <a:close/>
                </a:path>
              </a:pathLst>
            </a:custGeom>
            <a:solidFill>
              <a:srgbClr val="EEF0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7069988" y="2983683"/>
              <a:ext cx="1005205" cy="3579495"/>
            </a:xfrm>
            <a:custGeom>
              <a:avLst/>
              <a:gdLst/>
              <a:ahLst/>
              <a:cxnLst/>
              <a:rect l="l" t="t" r="r" b="b"/>
              <a:pathLst>
                <a:path w="1005204" h="3579495">
                  <a:moveTo>
                    <a:pt x="1005065" y="3579299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999731" y="3579299"/>
                  </a:lnTo>
                  <a:lnTo>
                    <a:pt x="1005065" y="3579299"/>
                  </a:lnTo>
                  <a:close/>
                </a:path>
              </a:pathLst>
            </a:custGeom>
            <a:solidFill>
              <a:srgbClr val="EEF1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7069988" y="2964644"/>
              <a:ext cx="1010919" cy="3598545"/>
            </a:xfrm>
            <a:custGeom>
              <a:avLst/>
              <a:gdLst/>
              <a:ahLst/>
              <a:cxnLst/>
              <a:rect l="l" t="t" r="r" b="b"/>
              <a:pathLst>
                <a:path w="1010920" h="3598545">
                  <a:moveTo>
                    <a:pt x="1010411" y="3598338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1005077" y="3598338"/>
                  </a:lnTo>
                  <a:lnTo>
                    <a:pt x="1010411" y="3598338"/>
                  </a:lnTo>
                  <a:close/>
                </a:path>
              </a:pathLst>
            </a:custGeom>
            <a:solidFill>
              <a:srgbClr val="EFF1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7069988" y="2948360"/>
              <a:ext cx="1015365" cy="3615054"/>
            </a:xfrm>
            <a:custGeom>
              <a:avLst/>
              <a:gdLst/>
              <a:ahLst/>
              <a:cxnLst/>
              <a:rect l="l" t="t" r="r" b="b"/>
              <a:pathLst>
                <a:path w="1015365" h="3615054">
                  <a:moveTo>
                    <a:pt x="1014984" y="3614622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1010412" y="3614622"/>
                  </a:lnTo>
                  <a:lnTo>
                    <a:pt x="1014984" y="3614622"/>
                  </a:lnTo>
                  <a:close/>
                </a:path>
              </a:pathLst>
            </a:custGeom>
            <a:solidFill>
              <a:srgbClr val="EFF2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7069975" y="2910424"/>
              <a:ext cx="1026160" cy="3653154"/>
            </a:xfrm>
            <a:custGeom>
              <a:avLst/>
              <a:gdLst/>
              <a:ahLst/>
              <a:cxnLst/>
              <a:rect l="l" t="t" r="r" b="b"/>
              <a:pathLst>
                <a:path w="1026159" h="3653154">
                  <a:moveTo>
                    <a:pt x="1025639" y="3652570"/>
                  </a:moveTo>
                  <a:lnTo>
                    <a:pt x="0" y="0"/>
                  </a:lnTo>
                  <a:lnTo>
                    <a:pt x="0" y="18948"/>
                  </a:lnTo>
                  <a:lnTo>
                    <a:pt x="0" y="37947"/>
                  </a:lnTo>
                  <a:lnTo>
                    <a:pt x="1014984" y="3652570"/>
                  </a:lnTo>
                  <a:lnTo>
                    <a:pt x="1020305" y="3652570"/>
                  </a:lnTo>
                  <a:lnTo>
                    <a:pt x="1025639" y="3652570"/>
                  </a:lnTo>
                  <a:close/>
                </a:path>
              </a:pathLst>
            </a:custGeom>
            <a:solidFill>
              <a:srgbClr val="F0F2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7069975" y="2875143"/>
              <a:ext cx="1035685" cy="3688079"/>
            </a:xfrm>
            <a:custGeom>
              <a:avLst/>
              <a:gdLst/>
              <a:ahLst/>
              <a:cxnLst/>
              <a:rect l="l" t="t" r="r" b="b"/>
              <a:pathLst>
                <a:path w="1035684" h="3688079">
                  <a:moveTo>
                    <a:pt x="1035545" y="3687851"/>
                  </a:moveTo>
                  <a:lnTo>
                    <a:pt x="12" y="0"/>
                  </a:lnTo>
                  <a:lnTo>
                    <a:pt x="12" y="18999"/>
                  </a:lnTo>
                  <a:lnTo>
                    <a:pt x="0" y="35229"/>
                  </a:lnTo>
                  <a:lnTo>
                    <a:pt x="1025652" y="3687851"/>
                  </a:lnTo>
                  <a:lnTo>
                    <a:pt x="1030211" y="3687851"/>
                  </a:lnTo>
                  <a:lnTo>
                    <a:pt x="1035545" y="3687851"/>
                  </a:lnTo>
                  <a:close/>
                </a:path>
              </a:pathLst>
            </a:custGeom>
            <a:solidFill>
              <a:srgbClr val="F1F3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7069988" y="2856095"/>
              <a:ext cx="1041400" cy="3707129"/>
            </a:xfrm>
            <a:custGeom>
              <a:avLst/>
              <a:gdLst/>
              <a:ahLst/>
              <a:cxnLst/>
              <a:rect l="l" t="t" r="r" b="b"/>
              <a:pathLst>
                <a:path w="1041400" h="3707129">
                  <a:moveTo>
                    <a:pt x="1040891" y="3706887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1035557" y="3706887"/>
                  </a:lnTo>
                  <a:lnTo>
                    <a:pt x="1040891" y="3706887"/>
                  </a:lnTo>
                  <a:close/>
                </a:path>
              </a:pathLst>
            </a:custGeom>
            <a:solidFill>
              <a:srgbClr val="F1F4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7069975" y="2820825"/>
              <a:ext cx="1050925" cy="3742690"/>
            </a:xfrm>
            <a:custGeom>
              <a:avLst/>
              <a:gdLst/>
              <a:ahLst/>
              <a:cxnLst/>
              <a:rect l="l" t="t" r="r" b="b"/>
              <a:pathLst>
                <a:path w="1050925" h="3742690">
                  <a:moveTo>
                    <a:pt x="1050798" y="3742169"/>
                  </a:moveTo>
                  <a:lnTo>
                    <a:pt x="0" y="0"/>
                  </a:lnTo>
                  <a:lnTo>
                    <a:pt x="0" y="16281"/>
                  </a:lnTo>
                  <a:lnTo>
                    <a:pt x="0" y="35318"/>
                  </a:lnTo>
                  <a:lnTo>
                    <a:pt x="1040879" y="3742169"/>
                  </a:lnTo>
                  <a:lnTo>
                    <a:pt x="1046213" y="3742169"/>
                  </a:lnTo>
                  <a:lnTo>
                    <a:pt x="1050798" y="3742169"/>
                  </a:lnTo>
                  <a:close/>
                </a:path>
              </a:pathLst>
            </a:custGeom>
            <a:solidFill>
              <a:srgbClr val="F2F4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7069988" y="2782827"/>
              <a:ext cx="1061720" cy="3780790"/>
            </a:xfrm>
            <a:custGeom>
              <a:avLst/>
              <a:gdLst/>
              <a:ahLst/>
              <a:cxnLst/>
              <a:rect l="l" t="t" r="r" b="b"/>
              <a:pathLst>
                <a:path w="1061720" h="3780790">
                  <a:moveTo>
                    <a:pt x="1061453" y="3780167"/>
                  </a:moveTo>
                  <a:lnTo>
                    <a:pt x="0" y="0"/>
                  </a:lnTo>
                  <a:lnTo>
                    <a:pt x="0" y="18999"/>
                  </a:lnTo>
                  <a:lnTo>
                    <a:pt x="0" y="38049"/>
                  </a:lnTo>
                  <a:lnTo>
                    <a:pt x="1050772" y="3780167"/>
                  </a:lnTo>
                  <a:lnTo>
                    <a:pt x="1056106" y="3780167"/>
                  </a:lnTo>
                  <a:lnTo>
                    <a:pt x="1061453" y="3780167"/>
                  </a:lnTo>
                  <a:close/>
                </a:path>
              </a:pathLst>
            </a:custGeom>
            <a:solidFill>
              <a:srgbClr val="F3F5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7069988" y="2766545"/>
              <a:ext cx="1066165" cy="3796665"/>
            </a:xfrm>
            <a:custGeom>
              <a:avLst/>
              <a:gdLst/>
              <a:ahLst/>
              <a:cxnLst/>
              <a:rect l="l" t="t" r="r" b="b"/>
              <a:pathLst>
                <a:path w="1066165" h="3796665">
                  <a:moveTo>
                    <a:pt x="1066037" y="3796437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1061465" y="3796437"/>
                  </a:lnTo>
                  <a:lnTo>
                    <a:pt x="1066037" y="3796437"/>
                  </a:lnTo>
                  <a:close/>
                </a:path>
              </a:pathLst>
            </a:custGeom>
            <a:solidFill>
              <a:srgbClr val="F3F5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7069975" y="2728598"/>
              <a:ext cx="1076960" cy="3834765"/>
            </a:xfrm>
            <a:custGeom>
              <a:avLst/>
              <a:gdLst/>
              <a:ahLst/>
              <a:cxnLst/>
              <a:rect l="l" t="t" r="r" b="b"/>
              <a:pathLst>
                <a:path w="1076959" h="3834765">
                  <a:moveTo>
                    <a:pt x="1076693" y="3834396"/>
                  </a:moveTo>
                  <a:lnTo>
                    <a:pt x="0" y="0"/>
                  </a:lnTo>
                  <a:lnTo>
                    <a:pt x="0" y="18961"/>
                  </a:lnTo>
                  <a:lnTo>
                    <a:pt x="0" y="37947"/>
                  </a:lnTo>
                  <a:lnTo>
                    <a:pt x="1066038" y="3834396"/>
                  </a:lnTo>
                  <a:lnTo>
                    <a:pt x="1071359" y="3834396"/>
                  </a:lnTo>
                  <a:lnTo>
                    <a:pt x="1076693" y="3834396"/>
                  </a:lnTo>
                  <a:close/>
                </a:path>
              </a:pathLst>
            </a:custGeom>
            <a:solidFill>
              <a:srgbClr val="F4F6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7069988" y="2712271"/>
              <a:ext cx="1081405" cy="3851275"/>
            </a:xfrm>
            <a:custGeom>
              <a:avLst/>
              <a:gdLst/>
              <a:ahLst/>
              <a:cxnLst/>
              <a:rect l="l" t="t" r="r" b="b"/>
              <a:pathLst>
                <a:path w="1081404" h="3851275">
                  <a:moveTo>
                    <a:pt x="1081277" y="3850711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1076705" y="3850711"/>
                  </a:lnTo>
                  <a:lnTo>
                    <a:pt x="1081277" y="3850711"/>
                  </a:lnTo>
                  <a:close/>
                </a:path>
              </a:pathLst>
            </a:custGeom>
            <a:solidFill>
              <a:srgbClr val="F5F6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7069975" y="2674280"/>
              <a:ext cx="1092200" cy="3888740"/>
            </a:xfrm>
            <a:custGeom>
              <a:avLst/>
              <a:gdLst/>
              <a:ahLst/>
              <a:cxnLst/>
              <a:rect l="l" t="t" r="r" b="b"/>
              <a:pathLst>
                <a:path w="1092200" h="3888740">
                  <a:moveTo>
                    <a:pt x="1091946" y="3888714"/>
                  </a:moveTo>
                  <a:lnTo>
                    <a:pt x="0" y="0"/>
                  </a:lnTo>
                  <a:lnTo>
                    <a:pt x="0" y="18999"/>
                  </a:lnTo>
                  <a:lnTo>
                    <a:pt x="12" y="37998"/>
                  </a:lnTo>
                  <a:lnTo>
                    <a:pt x="1081278" y="3888714"/>
                  </a:lnTo>
                  <a:lnTo>
                    <a:pt x="1086612" y="3888714"/>
                  </a:lnTo>
                  <a:lnTo>
                    <a:pt x="1091946" y="3888714"/>
                  </a:lnTo>
                  <a:close/>
                </a:path>
              </a:pathLst>
            </a:custGeom>
            <a:solidFill>
              <a:srgbClr val="F5F7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7069975" y="2639050"/>
              <a:ext cx="1102360" cy="3924300"/>
            </a:xfrm>
            <a:custGeom>
              <a:avLst/>
              <a:gdLst/>
              <a:ahLst/>
              <a:cxnLst/>
              <a:rect l="l" t="t" r="r" b="b"/>
              <a:pathLst>
                <a:path w="1102359" h="3924300">
                  <a:moveTo>
                    <a:pt x="1101839" y="3923944"/>
                  </a:moveTo>
                  <a:lnTo>
                    <a:pt x="0" y="0"/>
                  </a:lnTo>
                  <a:lnTo>
                    <a:pt x="0" y="18999"/>
                  </a:lnTo>
                  <a:lnTo>
                    <a:pt x="0" y="35280"/>
                  </a:lnTo>
                  <a:lnTo>
                    <a:pt x="1091933" y="3923944"/>
                  </a:lnTo>
                  <a:lnTo>
                    <a:pt x="1096505" y="3923944"/>
                  </a:lnTo>
                  <a:lnTo>
                    <a:pt x="1101839" y="3923944"/>
                  </a:lnTo>
                  <a:close/>
                </a:path>
              </a:pathLst>
            </a:custGeom>
            <a:solidFill>
              <a:srgbClr val="F6F7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7069987" y="2620004"/>
              <a:ext cx="1107440" cy="3943350"/>
            </a:xfrm>
            <a:custGeom>
              <a:avLst/>
              <a:gdLst/>
              <a:ahLst/>
              <a:cxnLst/>
              <a:rect l="l" t="t" r="r" b="b"/>
              <a:pathLst>
                <a:path w="1107440" h="3943350">
                  <a:moveTo>
                    <a:pt x="1107186" y="3942978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1101852" y="3942978"/>
                  </a:lnTo>
                  <a:lnTo>
                    <a:pt x="1107186" y="3942978"/>
                  </a:lnTo>
                  <a:close/>
                </a:path>
              </a:pathLst>
            </a:custGeom>
            <a:solidFill>
              <a:srgbClr val="F6F8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7069975" y="2565784"/>
              <a:ext cx="1122680" cy="3997325"/>
            </a:xfrm>
            <a:custGeom>
              <a:avLst/>
              <a:gdLst/>
              <a:ahLst/>
              <a:cxnLst/>
              <a:rect l="l" t="t" r="r" b="b"/>
              <a:pathLst>
                <a:path w="1122679" h="3997325">
                  <a:moveTo>
                    <a:pt x="1122413" y="3997210"/>
                  </a:moveTo>
                  <a:lnTo>
                    <a:pt x="0" y="0"/>
                  </a:lnTo>
                  <a:lnTo>
                    <a:pt x="0" y="18999"/>
                  </a:lnTo>
                  <a:lnTo>
                    <a:pt x="0" y="35280"/>
                  </a:lnTo>
                  <a:lnTo>
                    <a:pt x="12" y="54279"/>
                  </a:lnTo>
                  <a:lnTo>
                    <a:pt x="1107173" y="3997210"/>
                  </a:lnTo>
                  <a:lnTo>
                    <a:pt x="1112507" y="3997210"/>
                  </a:lnTo>
                  <a:lnTo>
                    <a:pt x="1117079" y="3997210"/>
                  </a:lnTo>
                  <a:lnTo>
                    <a:pt x="1122413" y="3997210"/>
                  </a:lnTo>
                  <a:close/>
                </a:path>
              </a:pathLst>
            </a:custGeom>
            <a:solidFill>
              <a:srgbClr val="F7F8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7069975" y="2511466"/>
              <a:ext cx="1137920" cy="4051935"/>
            </a:xfrm>
            <a:custGeom>
              <a:avLst/>
              <a:gdLst/>
              <a:ahLst/>
              <a:cxnLst/>
              <a:rect l="l" t="t" r="r" b="b"/>
              <a:pathLst>
                <a:path w="1137920" h="4051934">
                  <a:moveTo>
                    <a:pt x="1132332" y="4051528"/>
                  </a:moveTo>
                  <a:lnTo>
                    <a:pt x="0" y="18999"/>
                  </a:lnTo>
                  <a:lnTo>
                    <a:pt x="0" y="35280"/>
                  </a:lnTo>
                  <a:lnTo>
                    <a:pt x="0" y="54267"/>
                  </a:lnTo>
                  <a:lnTo>
                    <a:pt x="1122426" y="4051528"/>
                  </a:lnTo>
                  <a:lnTo>
                    <a:pt x="1127760" y="4051528"/>
                  </a:lnTo>
                  <a:lnTo>
                    <a:pt x="1132332" y="4051528"/>
                  </a:lnTo>
                  <a:close/>
                </a:path>
                <a:path w="1137920" h="4051934">
                  <a:moveTo>
                    <a:pt x="1137666" y="4051528"/>
                  </a:moveTo>
                  <a:lnTo>
                    <a:pt x="12" y="0"/>
                  </a:lnTo>
                  <a:lnTo>
                    <a:pt x="12" y="18999"/>
                  </a:lnTo>
                  <a:lnTo>
                    <a:pt x="1132332" y="4051528"/>
                  </a:lnTo>
                  <a:lnTo>
                    <a:pt x="1137666" y="4051528"/>
                  </a:lnTo>
                  <a:close/>
                </a:path>
              </a:pathLst>
            </a:custGeom>
            <a:solidFill>
              <a:srgbClr val="F8F9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7069988" y="2492463"/>
              <a:ext cx="1143000" cy="4070985"/>
            </a:xfrm>
            <a:custGeom>
              <a:avLst/>
              <a:gdLst/>
              <a:ahLst/>
              <a:cxnLst/>
              <a:rect l="l" t="t" r="r" b="b"/>
              <a:pathLst>
                <a:path w="1143000" h="4070984">
                  <a:moveTo>
                    <a:pt x="1142999" y="4070519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1137665" y="4070519"/>
                  </a:lnTo>
                  <a:lnTo>
                    <a:pt x="1142999" y="4070519"/>
                  </a:lnTo>
                  <a:close/>
                </a:path>
              </a:pathLst>
            </a:custGeom>
            <a:solidFill>
              <a:srgbClr val="F9F9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7069987" y="2476179"/>
              <a:ext cx="1148080" cy="4086860"/>
            </a:xfrm>
            <a:custGeom>
              <a:avLst/>
              <a:gdLst/>
              <a:ahLst/>
              <a:cxnLst/>
              <a:rect l="l" t="t" r="r" b="b"/>
              <a:pathLst>
                <a:path w="1148079" h="4086859">
                  <a:moveTo>
                    <a:pt x="1147572" y="4086803"/>
                  </a:moveTo>
                  <a:lnTo>
                    <a:pt x="0" y="0"/>
                  </a:lnTo>
                  <a:lnTo>
                    <a:pt x="0" y="16282"/>
                  </a:lnTo>
                  <a:lnTo>
                    <a:pt x="1143000" y="4086803"/>
                  </a:lnTo>
                  <a:lnTo>
                    <a:pt x="1147572" y="4086803"/>
                  </a:lnTo>
                  <a:close/>
                </a:path>
              </a:pathLst>
            </a:custGeom>
            <a:solidFill>
              <a:srgbClr val="F9FA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7069975" y="2438200"/>
              <a:ext cx="1158240" cy="4124960"/>
            </a:xfrm>
            <a:custGeom>
              <a:avLst/>
              <a:gdLst/>
              <a:ahLst/>
              <a:cxnLst/>
              <a:rect l="l" t="t" r="r" b="b"/>
              <a:pathLst>
                <a:path w="1158240" h="4124959">
                  <a:moveTo>
                    <a:pt x="1152893" y="4124795"/>
                  </a:moveTo>
                  <a:lnTo>
                    <a:pt x="0" y="19037"/>
                  </a:lnTo>
                  <a:lnTo>
                    <a:pt x="0" y="38036"/>
                  </a:lnTo>
                  <a:lnTo>
                    <a:pt x="1147559" y="4124795"/>
                  </a:lnTo>
                  <a:lnTo>
                    <a:pt x="1152893" y="4124795"/>
                  </a:lnTo>
                  <a:close/>
                </a:path>
                <a:path w="1158240" h="4124959">
                  <a:moveTo>
                    <a:pt x="1158240" y="4124795"/>
                  </a:moveTo>
                  <a:lnTo>
                    <a:pt x="12" y="0"/>
                  </a:lnTo>
                  <a:lnTo>
                    <a:pt x="12" y="18986"/>
                  </a:lnTo>
                  <a:lnTo>
                    <a:pt x="1152893" y="4124795"/>
                  </a:lnTo>
                  <a:lnTo>
                    <a:pt x="1158240" y="4124795"/>
                  </a:lnTo>
                  <a:close/>
                </a:path>
              </a:pathLst>
            </a:custGeom>
            <a:solidFill>
              <a:srgbClr val="F9FA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7069987" y="2419191"/>
              <a:ext cx="1163955" cy="4144010"/>
            </a:xfrm>
            <a:custGeom>
              <a:avLst/>
              <a:gdLst/>
              <a:ahLst/>
              <a:cxnLst/>
              <a:rect l="l" t="t" r="r" b="b"/>
              <a:pathLst>
                <a:path w="1163954" h="4144009">
                  <a:moveTo>
                    <a:pt x="1163574" y="4143791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1158240" y="4143791"/>
                  </a:lnTo>
                  <a:lnTo>
                    <a:pt x="1163574" y="4143791"/>
                  </a:lnTo>
                  <a:close/>
                </a:path>
              </a:pathLst>
            </a:custGeom>
            <a:solidFill>
              <a:srgbClr val="FAFA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7069975" y="2364921"/>
              <a:ext cx="1179195" cy="4198620"/>
            </a:xfrm>
            <a:custGeom>
              <a:avLst/>
              <a:gdLst/>
              <a:ahLst/>
              <a:cxnLst/>
              <a:rect l="l" t="t" r="r" b="b"/>
              <a:pathLst>
                <a:path w="1179195" h="4198620">
                  <a:moveTo>
                    <a:pt x="1173467" y="4198074"/>
                  </a:moveTo>
                  <a:lnTo>
                    <a:pt x="0" y="19050"/>
                  </a:lnTo>
                  <a:lnTo>
                    <a:pt x="0" y="38036"/>
                  </a:lnTo>
                  <a:lnTo>
                    <a:pt x="12" y="54330"/>
                  </a:lnTo>
                  <a:lnTo>
                    <a:pt x="1163561" y="4198074"/>
                  </a:lnTo>
                  <a:lnTo>
                    <a:pt x="1168133" y="4198074"/>
                  </a:lnTo>
                  <a:lnTo>
                    <a:pt x="1173467" y="4198074"/>
                  </a:lnTo>
                  <a:close/>
                </a:path>
                <a:path w="1179195" h="4198620">
                  <a:moveTo>
                    <a:pt x="1178814" y="4198074"/>
                  </a:moveTo>
                  <a:lnTo>
                    <a:pt x="12" y="0"/>
                  </a:lnTo>
                  <a:lnTo>
                    <a:pt x="12" y="18999"/>
                  </a:lnTo>
                  <a:lnTo>
                    <a:pt x="1173467" y="4198074"/>
                  </a:lnTo>
                  <a:lnTo>
                    <a:pt x="1178814" y="4198074"/>
                  </a:lnTo>
                  <a:close/>
                </a:path>
              </a:pathLst>
            </a:custGeom>
            <a:solidFill>
              <a:srgbClr val="FAFB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7069975" y="2329691"/>
              <a:ext cx="1188720" cy="4233545"/>
            </a:xfrm>
            <a:custGeom>
              <a:avLst/>
              <a:gdLst/>
              <a:ahLst/>
              <a:cxnLst/>
              <a:rect l="l" t="t" r="r" b="b"/>
              <a:pathLst>
                <a:path w="1188720" h="4233545">
                  <a:moveTo>
                    <a:pt x="1188707" y="4233303"/>
                  </a:moveTo>
                  <a:lnTo>
                    <a:pt x="12" y="0"/>
                  </a:lnTo>
                  <a:lnTo>
                    <a:pt x="12" y="18999"/>
                  </a:lnTo>
                  <a:lnTo>
                    <a:pt x="0" y="35229"/>
                  </a:lnTo>
                  <a:lnTo>
                    <a:pt x="1178814" y="4233303"/>
                  </a:lnTo>
                  <a:lnTo>
                    <a:pt x="1183373" y="4233303"/>
                  </a:lnTo>
                  <a:lnTo>
                    <a:pt x="1188707" y="4233303"/>
                  </a:lnTo>
                  <a:close/>
                </a:path>
              </a:pathLst>
            </a:custGeom>
            <a:solidFill>
              <a:srgbClr val="FBFB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7069975" y="2275373"/>
              <a:ext cx="1203960" cy="4288155"/>
            </a:xfrm>
            <a:custGeom>
              <a:avLst/>
              <a:gdLst/>
              <a:ahLst/>
              <a:cxnLst/>
              <a:rect l="l" t="t" r="r" b="b"/>
              <a:pathLst>
                <a:path w="1203959" h="4288155">
                  <a:moveTo>
                    <a:pt x="1194041" y="4287621"/>
                  </a:moveTo>
                  <a:lnTo>
                    <a:pt x="0" y="35318"/>
                  </a:lnTo>
                  <a:lnTo>
                    <a:pt x="0" y="54317"/>
                  </a:lnTo>
                  <a:lnTo>
                    <a:pt x="1188707" y="4287621"/>
                  </a:lnTo>
                  <a:lnTo>
                    <a:pt x="1194041" y="4287621"/>
                  </a:lnTo>
                  <a:close/>
                </a:path>
                <a:path w="1203959" h="4288155">
                  <a:moveTo>
                    <a:pt x="1203960" y="4287621"/>
                  </a:moveTo>
                  <a:lnTo>
                    <a:pt x="0" y="0"/>
                  </a:lnTo>
                  <a:lnTo>
                    <a:pt x="0" y="18999"/>
                  </a:lnTo>
                  <a:lnTo>
                    <a:pt x="12" y="35280"/>
                  </a:lnTo>
                  <a:lnTo>
                    <a:pt x="1194041" y="4287621"/>
                  </a:lnTo>
                  <a:lnTo>
                    <a:pt x="1198626" y="4287621"/>
                  </a:lnTo>
                  <a:lnTo>
                    <a:pt x="1203960" y="4287621"/>
                  </a:lnTo>
                  <a:close/>
                </a:path>
              </a:pathLst>
            </a:custGeom>
            <a:solidFill>
              <a:srgbClr val="FBFC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7069988" y="2256371"/>
              <a:ext cx="1209675" cy="4307205"/>
            </a:xfrm>
            <a:custGeom>
              <a:avLst/>
              <a:gdLst/>
              <a:ahLst/>
              <a:cxnLst/>
              <a:rect l="l" t="t" r="r" b="b"/>
              <a:pathLst>
                <a:path w="1209675" h="4307205">
                  <a:moveTo>
                    <a:pt x="1209294" y="4306610"/>
                  </a:moveTo>
                  <a:lnTo>
                    <a:pt x="0" y="0"/>
                  </a:lnTo>
                  <a:lnTo>
                    <a:pt x="0" y="18995"/>
                  </a:lnTo>
                  <a:lnTo>
                    <a:pt x="1203960" y="4306610"/>
                  </a:lnTo>
                  <a:lnTo>
                    <a:pt x="1209294" y="4306610"/>
                  </a:lnTo>
                  <a:close/>
                </a:path>
              </a:pathLst>
            </a:custGeom>
            <a:solidFill>
              <a:srgbClr val="FCFC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7069975" y="2221106"/>
              <a:ext cx="1219200" cy="4342130"/>
            </a:xfrm>
            <a:custGeom>
              <a:avLst/>
              <a:gdLst/>
              <a:ahLst/>
              <a:cxnLst/>
              <a:rect l="l" t="t" r="r" b="b"/>
              <a:pathLst>
                <a:path w="1219200" h="4342130">
                  <a:moveTo>
                    <a:pt x="1213853" y="4341888"/>
                  </a:moveTo>
                  <a:lnTo>
                    <a:pt x="0" y="19037"/>
                  </a:lnTo>
                  <a:lnTo>
                    <a:pt x="0" y="35318"/>
                  </a:lnTo>
                  <a:lnTo>
                    <a:pt x="1209281" y="4341888"/>
                  </a:lnTo>
                  <a:lnTo>
                    <a:pt x="1213853" y="4341888"/>
                  </a:lnTo>
                  <a:close/>
                </a:path>
                <a:path w="1219200" h="4342130">
                  <a:moveTo>
                    <a:pt x="1219200" y="4341888"/>
                  </a:moveTo>
                  <a:lnTo>
                    <a:pt x="12" y="0"/>
                  </a:lnTo>
                  <a:lnTo>
                    <a:pt x="12" y="18986"/>
                  </a:lnTo>
                  <a:lnTo>
                    <a:pt x="1213853" y="4341888"/>
                  </a:lnTo>
                  <a:lnTo>
                    <a:pt x="1219200" y="4341888"/>
                  </a:lnTo>
                  <a:close/>
                </a:path>
              </a:pathLst>
            </a:custGeom>
            <a:solidFill>
              <a:srgbClr val="FCFC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7069975" y="2183107"/>
              <a:ext cx="1229995" cy="4380230"/>
            </a:xfrm>
            <a:custGeom>
              <a:avLst/>
              <a:gdLst/>
              <a:ahLst/>
              <a:cxnLst/>
              <a:rect l="l" t="t" r="r" b="b"/>
              <a:pathLst>
                <a:path w="1229995" h="4380230">
                  <a:moveTo>
                    <a:pt x="1229868" y="4379887"/>
                  </a:moveTo>
                  <a:lnTo>
                    <a:pt x="0" y="0"/>
                  </a:lnTo>
                  <a:lnTo>
                    <a:pt x="0" y="18999"/>
                  </a:lnTo>
                  <a:lnTo>
                    <a:pt x="0" y="37985"/>
                  </a:lnTo>
                  <a:lnTo>
                    <a:pt x="1219200" y="4379887"/>
                  </a:lnTo>
                  <a:lnTo>
                    <a:pt x="1224534" y="4379887"/>
                  </a:lnTo>
                  <a:lnTo>
                    <a:pt x="1229868" y="4379887"/>
                  </a:lnTo>
                  <a:close/>
                </a:path>
              </a:pathLst>
            </a:custGeom>
            <a:solidFill>
              <a:srgbClr val="FCFD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7069975" y="2093560"/>
              <a:ext cx="1255395" cy="4469765"/>
            </a:xfrm>
            <a:custGeom>
              <a:avLst/>
              <a:gdLst/>
              <a:ahLst/>
              <a:cxnLst/>
              <a:rect l="l" t="t" r="r" b="b"/>
              <a:pathLst>
                <a:path w="1255395" h="4469765">
                  <a:moveTo>
                    <a:pt x="1255014" y="4469435"/>
                  </a:moveTo>
                  <a:lnTo>
                    <a:pt x="12" y="0"/>
                  </a:lnTo>
                  <a:lnTo>
                    <a:pt x="12" y="18999"/>
                  </a:lnTo>
                  <a:lnTo>
                    <a:pt x="12" y="35280"/>
                  </a:lnTo>
                  <a:lnTo>
                    <a:pt x="12" y="54317"/>
                  </a:lnTo>
                  <a:lnTo>
                    <a:pt x="0" y="73266"/>
                  </a:lnTo>
                  <a:lnTo>
                    <a:pt x="0" y="89598"/>
                  </a:lnTo>
                  <a:lnTo>
                    <a:pt x="1229855" y="4469435"/>
                  </a:lnTo>
                  <a:lnTo>
                    <a:pt x="1249680" y="4469435"/>
                  </a:lnTo>
                  <a:lnTo>
                    <a:pt x="1255014" y="4469435"/>
                  </a:lnTo>
                  <a:close/>
                </a:path>
              </a:pathLst>
            </a:custGeom>
            <a:solidFill>
              <a:srgbClr val="FDFD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7069975" y="2058330"/>
              <a:ext cx="1264920" cy="4504690"/>
            </a:xfrm>
            <a:custGeom>
              <a:avLst/>
              <a:gdLst/>
              <a:ahLst/>
              <a:cxnLst/>
              <a:rect l="l" t="t" r="r" b="b"/>
              <a:pathLst>
                <a:path w="1264920" h="4504690">
                  <a:moveTo>
                    <a:pt x="1264907" y="4504664"/>
                  </a:moveTo>
                  <a:lnTo>
                    <a:pt x="12" y="0"/>
                  </a:lnTo>
                  <a:lnTo>
                    <a:pt x="12" y="16281"/>
                  </a:lnTo>
                  <a:lnTo>
                    <a:pt x="0" y="35229"/>
                  </a:lnTo>
                  <a:lnTo>
                    <a:pt x="1255014" y="4504664"/>
                  </a:lnTo>
                  <a:lnTo>
                    <a:pt x="1260335" y="4504664"/>
                  </a:lnTo>
                  <a:lnTo>
                    <a:pt x="1264907" y="4504664"/>
                  </a:lnTo>
                  <a:close/>
                </a:path>
              </a:pathLst>
            </a:custGeom>
            <a:solidFill>
              <a:srgbClr val="FD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7069975" y="1930733"/>
              <a:ext cx="1301115" cy="4632325"/>
            </a:xfrm>
            <a:custGeom>
              <a:avLst/>
              <a:gdLst/>
              <a:ahLst/>
              <a:cxnLst/>
              <a:rect l="l" t="t" r="r" b="b"/>
              <a:pathLst>
                <a:path w="1301115" h="4632325">
                  <a:moveTo>
                    <a:pt x="1270241" y="4632261"/>
                  </a:moveTo>
                  <a:lnTo>
                    <a:pt x="0" y="108597"/>
                  </a:lnTo>
                  <a:lnTo>
                    <a:pt x="0" y="127596"/>
                  </a:lnTo>
                  <a:lnTo>
                    <a:pt x="1264907" y="4632261"/>
                  </a:lnTo>
                  <a:lnTo>
                    <a:pt x="1270241" y="4632261"/>
                  </a:lnTo>
                  <a:close/>
                </a:path>
                <a:path w="1301115" h="4632325">
                  <a:moveTo>
                    <a:pt x="1290815" y="4632261"/>
                  </a:moveTo>
                  <a:lnTo>
                    <a:pt x="0" y="35331"/>
                  </a:lnTo>
                  <a:lnTo>
                    <a:pt x="0" y="54317"/>
                  </a:lnTo>
                  <a:lnTo>
                    <a:pt x="0" y="70561"/>
                  </a:lnTo>
                  <a:lnTo>
                    <a:pt x="0" y="89547"/>
                  </a:lnTo>
                  <a:lnTo>
                    <a:pt x="12" y="108546"/>
                  </a:lnTo>
                  <a:lnTo>
                    <a:pt x="1270241" y="4632261"/>
                  </a:lnTo>
                  <a:lnTo>
                    <a:pt x="1275588" y="4632261"/>
                  </a:lnTo>
                  <a:lnTo>
                    <a:pt x="1280909" y="4632261"/>
                  </a:lnTo>
                  <a:lnTo>
                    <a:pt x="1285481" y="4632261"/>
                  </a:lnTo>
                  <a:lnTo>
                    <a:pt x="1290815" y="4632261"/>
                  </a:lnTo>
                  <a:close/>
                </a:path>
                <a:path w="1301115" h="4632325">
                  <a:moveTo>
                    <a:pt x="1300734" y="4632261"/>
                  </a:moveTo>
                  <a:lnTo>
                    <a:pt x="0" y="0"/>
                  </a:lnTo>
                  <a:lnTo>
                    <a:pt x="0" y="16281"/>
                  </a:lnTo>
                  <a:lnTo>
                    <a:pt x="12" y="35280"/>
                  </a:lnTo>
                  <a:lnTo>
                    <a:pt x="1290815" y="4632261"/>
                  </a:lnTo>
                  <a:lnTo>
                    <a:pt x="1296162" y="4632261"/>
                  </a:lnTo>
                  <a:lnTo>
                    <a:pt x="1300734" y="4632261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7069975" y="1911746"/>
              <a:ext cx="1306195" cy="4651375"/>
            </a:xfrm>
            <a:custGeom>
              <a:avLst/>
              <a:gdLst/>
              <a:ahLst/>
              <a:cxnLst/>
              <a:rect l="l" t="t" r="r" b="b"/>
              <a:pathLst>
                <a:path w="1306195" h="4651375">
                  <a:moveTo>
                    <a:pt x="1306068" y="4632287"/>
                  </a:moveTo>
                  <a:lnTo>
                    <a:pt x="5321" y="0"/>
                  </a:lnTo>
                  <a:lnTo>
                    <a:pt x="0" y="0"/>
                  </a:lnTo>
                  <a:lnTo>
                    <a:pt x="0" y="18986"/>
                  </a:lnTo>
                  <a:lnTo>
                    <a:pt x="1300734" y="4651248"/>
                  </a:lnTo>
                  <a:lnTo>
                    <a:pt x="1306068" y="4651248"/>
                  </a:lnTo>
                  <a:lnTo>
                    <a:pt x="1306068" y="463228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7075309" y="1911746"/>
              <a:ext cx="1301115" cy="4632325"/>
            </a:xfrm>
            <a:custGeom>
              <a:avLst/>
              <a:gdLst/>
              <a:ahLst/>
              <a:cxnLst/>
              <a:rect l="l" t="t" r="r" b="b"/>
              <a:pathLst>
                <a:path w="1301115" h="4632325">
                  <a:moveTo>
                    <a:pt x="1300734" y="4615967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1300734" y="4632249"/>
                  </a:lnTo>
                  <a:lnTo>
                    <a:pt x="1300734" y="4615967"/>
                  </a:lnTo>
                  <a:close/>
                </a:path>
                <a:path w="1301115" h="4632325">
                  <a:moveTo>
                    <a:pt x="1300746" y="4597019"/>
                  </a:moveTo>
                  <a:lnTo>
                    <a:pt x="9893" y="0"/>
                  </a:lnTo>
                  <a:lnTo>
                    <a:pt x="4584" y="0"/>
                  </a:lnTo>
                  <a:lnTo>
                    <a:pt x="1300734" y="4615967"/>
                  </a:lnTo>
                  <a:lnTo>
                    <a:pt x="1300746" y="4597019"/>
                  </a:lnTo>
                  <a:close/>
                </a:path>
                <a:path w="1301115" h="4632325">
                  <a:moveTo>
                    <a:pt x="1300746" y="4577969"/>
                  </a:moveTo>
                  <a:lnTo>
                    <a:pt x="1300734" y="4561649"/>
                  </a:lnTo>
                  <a:lnTo>
                    <a:pt x="1300721" y="4542650"/>
                  </a:lnTo>
                  <a:lnTo>
                    <a:pt x="25146" y="0"/>
                  </a:lnTo>
                  <a:lnTo>
                    <a:pt x="19812" y="0"/>
                  </a:lnTo>
                  <a:lnTo>
                    <a:pt x="15240" y="0"/>
                  </a:lnTo>
                  <a:lnTo>
                    <a:pt x="9918" y="0"/>
                  </a:lnTo>
                  <a:lnTo>
                    <a:pt x="1300746" y="4596968"/>
                  </a:lnTo>
                  <a:lnTo>
                    <a:pt x="1300746" y="4577969"/>
                  </a:lnTo>
                  <a:close/>
                </a:path>
                <a:path w="1301115" h="4632325">
                  <a:moveTo>
                    <a:pt x="1300746" y="4523740"/>
                  </a:moveTo>
                  <a:lnTo>
                    <a:pt x="30467" y="0"/>
                  </a:lnTo>
                  <a:lnTo>
                    <a:pt x="25158" y="0"/>
                  </a:lnTo>
                  <a:lnTo>
                    <a:pt x="1300721" y="4542650"/>
                  </a:lnTo>
                  <a:lnTo>
                    <a:pt x="1300746" y="4523740"/>
                  </a:lnTo>
                  <a:close/>
                </a:path>
                <a:path w="1301115" h="4632325">
                  <a:moveTo>
                    <a:pt x="1300746" y="4504702"/>
                  </a:moveTo>
                  <a:lnTo>
                    <a:pt x="35814" y="0"/>
                  </a:lnTo>
                  <a:lnTo>
                    <a:pt x="30492" y="0"/>
                  </a:lnTo>
                  <a:lnTo>
                    <a:pt x="1300746" y="4523702"/>
                  </a:lnTo>
                  <a:lnTo>
                    <a:pt x="1300746" y="4504702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7111123" y="1911746"/>
              <a:ext cx="1264920" cy="4504690"/>
            </a:xfrm>
            <a:custGeom>
              <a:avLst/>
              <a:gdLst/>
              <a:ahLst/>
              <a:cxnLst/>
              <a:rect l="l" t="t" r="r" b="b"/>
              <a:pathLst>
                <a:path w="1264920" h="4504690">
                  <a:moveTo>
                    <a:pt x="1264920" y="4469422"/>
                  </a:moveTo>
                  <a:lnTo>
                    <a:pt x="9906" y="0"/>
                  </a:lnTo>
                  <a:lnTo>
                    <a:pt x="4572" y="0"/>
                  </a:lnTo>
                  <a:lnTo>
                    <a:pt x="0" y="0"/>
                  </a:lnTo>
                  <a:lnTo>
                    <a:pt x="1264920" y="4504664"/>
                  </a:lnTo>
                  <a:lnTo>
                    <a:pt x="1264920" y="4488421"/>
                  </a:lnTo>
                  <a:lnTo>
                    <a:pt x="1264920" y="4469422"/>
                  </a:lnTo>
                  <a:close/>
                </a:path>
              </a:pathLst>
            </a:custGeom>
            <a:solidFill>
              <a:srgbClr val="FD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7121029" y="1911746"/>
              <a:ext cx="1255395" cy="4469765"/>
            </a:xfrm>
            <a:custGeom>
              <a:avLst/>
              <a:gdLst/>
              <a:ahLst/>
              <a:cxnLst/>
              <a:rect l="l" t="t" r="r" b="b"/>
              <a:pathLst>
                <a:path w="1255395" h="4469765">
                  <a:moveTo>
                    <a:pt x="1255014" y="4450473"/>
                  </a:moveTo>
                  <a:lnTo>
                    <a:pt x="5321" y="0"/>
                  </a:lnTo>
                  <a:lnTo>
                    <a:pt x="0" y="0"/>
                  </a:lnTo>
                  <a:lnTo>
                    <a:pt x="1255014" y="4469473"/>
                  </a:lnTo>
                  <a:lnTo>
                    <a:pt x="1255014" y="4450473"/>
                  </a:lnTo>
                  <a:close/>
                </a:path>
                <a:path w="1255395" h="4469765">
                  <a:moveTo>
                    <a:pt x="1255026" y="4434154"/>
                  </a:moveTo>
                  <a:lnTo>
                    <a:pt x="9906" y="0"/>
                  </a:lnTo>
                  <a:lnTo>
                    <a:pt x="5346" y="0"/>
                  </a:lnTo>
                  <a:lnTo>
                    <a:pt x="1255026" y="4450435"/>
                  </a:lnTo>
                  <a:lnTo>
                    <a:pt x="1255026" y="4434154"/>
                  </a:lnTo>
                  <a:close/>
                </a:path>
                <a:path w="1255395" h="4469765">
                  <a:moveTo>
                    <a:pt x="1255026" y="4415155"/>
                  </a:moveTo>
                  <a:lnTo>
                    <a:pt x="1255014" y="4396206"/>
                  </a:lnTo>
                  <a:lnTo>
                    <a:pt x="1255014" y="4379912"/>
                  </a:lnTo>
                  <a:lnTo>
                    <a:pt x="25133" y="0"/>
                  </a:lnTo>
                  <a:lnTo>
                    <a:pt x="20574" y="0"/>
                  </a:lnTo>
                  <a:lnTo>
                    <a:pt x="15240" y="0"/>
                  </a:lnTo>
                  <a:lnTo>
                    <a:pt x="9918" y="0"/>
                  </a:lnTo>
                  <a:lnTo>
                    <a:pt x="1255026" y="4434154"/>
                  </a:lnTo>
                  <a:lnTo>
                    <a:pt x="1255026" y="4415155"/>
                  </a:lnTo>
                  <a:close/>
                </a:path>
              </a:pathLst>
            </a:custGeom>
            <a:solidFill>
              <a:srgbClr val="FDFD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7146175" y="1911746"/>
              <a:ext cx="1229995" cy="4380230"/>
            </a:xfrm>
            <a:custGeom>
              <a:avLst/>
              <a:gdLst/>
              <a:ahLst/>
              <a:cxnLst/>
              <a:rect l="l" t="t" r="r" b="b"/>
              <a:pathLst>
                <a:path w="1229995" h="4380230">
                  <a:moveTo>
                    <a:pt x="1229868" y="4360926"/>
                  </a:moveTo>
                  <a:lnTo>
                    <a:pt x="5321" y="0"/>
                  </a:lnTo>
                  <a:lnTo>
                    <a:pt x="0" y="0"/>
                  </a:lnTo>
                  <a:lnTo>
                    <a:pt x="1229868" y="4379925"/>
                  </a:lnTo>
                  <a:lnTo>
                    <a:pt x="1229868" y="4360926"/>
                  </a:lnTo>
                  <a:close/>
                </a:path>
                <a:path w="1229995" h="4380230">
                  <a:moveTo>
                    <a:pt x="1229868" y="4341876"/>
                  </a:moveTo>
                  <a:lnTo>
                    <a:pt x="10668" y="0"/>
                  </a:lnTo>
                  <a:lnTo>
                    <a:pt x="5334" y="0"/>
                  </a:lnTo>
                  <a:lnTo>
                    <a:pt x="1229868" y="4360875"/>
                  </a:lnTo>
                  <a:lnTo>
                    <a:pt x="1229868" y="4341876"/>
                  </a:lnTo>
                  <a:close/>
                </a:path>
              </a:pathLst>
            </a:custGeom>
            <a:solidFill>
              <a:srgbClr val="FCFD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7156856" y="1911746"/>
              <a:ext cx="1219200" cy="4342130"/>
            </a:xfrm>
            <a:custGeom>
              <a:avLst/>
              <a:gdLst/>
              <a:ahLst/>
              <a:cxnLst/>
              <a:rect l="l" t="t" r="r" b="b"/>
              <a:pathLst>
                <a:path w="1219200" h="4342130">
                  <a:moveTo>
                    <a:pt x="1219200" y="4322927"/>
                  </a:moveTo>
                  <a:lnTo>
                    <a:pt x="1219187" y="4306646"/>
                  </a:lnTo>
                  <a:lnTo>
                    <a:pt x="9880" y="0"/>
                  </a:lnTo>
                  <a:lnTo>
                    <a:pt x="5321" y="0"/>
                  </a:lnTo>
                  <a:lnTo>
                    <a:pt x="612254" y="2161463"/>
                  </a:lnTo>
                  <a:lnTo>
                    <a:pt x="5308" y="0"/>
                  </a:lnTo>
                  <a:lnTo>
                    <a:pt x="0" y="0"/>
                  </a:lnTo>
                  <a:lnTo>
                    <a:pt x="1219200" y="4341927"/>
                  </a:lnTo>
                  <a:lnTo>
                    <a:pt x="1219200" y="4322927"/>
                  </a:lnTo>
                  <a:close/>
                </a:path>
              </a:pathLst>
            </a:custGeom>
            <a:solidFill>
              <a:srgbClr val="FCFC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7166762" y="1911734"/>
              <a:ext cx="1209675" cy="4306570"/>
            </a:xfrm>
            <a:custGeom>
              <a:avLst/>
              <a:gdLst/>
              <a:ahLst/>
              <a:cxnLst/>
              <a:rect l="l" t="t" r="r" b="b"/>
              <a:pathLst>
                <a:path w="1209675" h="4306570">
                  <a:moveTo>
                    <a:pt x="1209281" y="4306566"/>
                  </a:moveTo>
                  <a:lnTo>
                    <a:pt x="1209281" y="4287570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1209281" y="4306566"/>
                  </a:lnTo>
                  <a:close/>
                </a:path>
              </a:pathLst>
            </a:custGeom>
            <a:solidFill>
              <a:srgbClr val="FCFC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7172083" y="1911746"/>
              <a:ext cx="1204595" cy="4288155"/>
            </a:xfrm>
            <a:custGeom>
              <a:avLst/>
              <a:gdLst/>
              <a:ahLst/>
              <a:cxnLst/>
              <a:rect l="l" t="t" r="r" b="b"/>
              <a:pathLst>
                <a:path w="1204595" h="4288155">
                  <a:moveTo>
                    <a:pt x="1203960" y="4252328"/>
                  </a:moveTo>
                  <a:lnTo>
                    <a:pt x="9906" y="0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1203960" y="4287609"/>
                  </a:lnTo>
                  <a:lnTo>
                    <a:pt x="1203960" y="4268609"/>
                  </a:lnTo>
                  <a:lnTo>
                    <a:pt x="1203960" y="4252328"/>
                  </a:lnTo>
                  <a:close/>
                </a:path>
                <a:path w="1204595" h="4288155">
                  <a:moveTo>
                    <a:pt x="1203972" y="4233342"/>
                  </a:moveTo>
                  <a:lnTo>
                    <a:pt x="15240" y="0"/>
                  </a:lnTo>
                  <a:lnTo>
                    <a:pt x="9918" y="0"/>
                  </a:lnTo>
                  <a:lnTo>
                    <a:pt x="1203960" y="4252328"/>
                  </a:lnTo>
                  <a:lnTo>
                    <a:pt x="1203972" y="4233342"/>
                  </a:lnTo>
                  <a:close/>
                </a:path>
              </a:pathLst>
            </a:custGeom>
            <a:solidFill>
              <a:srgbClr val="FBFC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7187323" y="1911746"/>
              <a:ext cx="1188720" cy="4233545"/>
            </a:xfrm>
            <a:custGeom>
              <a:avLst/>
              <a:gdLst/>
              <a:ahLst/>
              <a:cxnLst/>
              <a:rect l="l" t="t" r="r" b="b"/>
              <a:pathLst>
                <a:path w="1188720" h="4233545">
                  <a:moveTo>
                    <a:pt x="1188720" y="4198061"/>
                  </a:moveTo>
                  <a:lnTo>
                    <a:pt x="9906" y="0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1188720" y="4233291"/>
                  </a:lnTo>
                  <a:lnTo>
                    <a:pt x="1188720" y="4214342"/>
                  </a:lnTo>
                  <a:lnTo>
                    <a:pt x="1188720" y="4198061"/>
                  </a:lnTo>
                  <a:close/>
                </a:path>
              </a:pathLst>
            </a:custGeom>
            <a:solidFill>
              <a:srgbClr val="FBFB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7197229" y="1911746"/>
              <a:ext cx="1179195" cy="4198620"/>
            </a:xfrm>
            <a:custGeom>
              <a:avLst/>
              <a:gdLst/>
              <a:ahLst/>
              <a:cxnLst/>
              <a:rect l="l" t="t" r="r" b="b"/>
              <a:pathLst>
                <a:path w="1179195" h="4198620">
                  <a:moveTo>
                    <a:pt x="1178814" y="4179100"/>
                  </a:moveTo>
                  <a:lnTo>
                    <a:pt x="5321" y="0"/>
                  </a:lnTo>
                  <a:lnTo>
                    <a:pt x="0" y="0"/>
                  </a:lnTo>
                  <a:lnTo>
                    <a:pt x="1178814" y="4198099"/>
                  </a:lnTo>
                  <a:lnTo>
                    <a:pt x="1178814" y="4179100"/>
                  </a:lnTo>
                  <a:close/>
                </a:path>
                <a:path w="1179195" h="4198620">
                  <a:moveTo>
                    <a:pt x="1178826" y="4160062"/>
                  </a:moveTo>
                  <a:lnTo>
                    <a:pt x="1178801" y="4143743"/>
                  </a:lnTo>
                  <a:lnTo>
                    <a:pt x="15240" y="0"/>
                  </a:lnTo>
                  <a:lnTo>
                    <a:pt x="10668" y="0"/>
                  </a:lnTo>
                  <a:lnTo>
                    <a:pt x="5346" y="0"/>
                  </a:lnTo>
                  <a:lnTo>
                    <a:pt x="1178826" y="4179062"/>
                  </a:lnTo>
                  <a:lnTo>
                    <a:pt x="1178826" y="4160062"/>
                  </a:lnTo>
                  <a:close/>
                </a:path>
              </a:pathLst>
            </a:custGeom>
            <a:solidFill>
              <a:srgbClr val="FAFB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7212482" y="1911734"/>
              <a:ext cx="1163955" cy="4144010"/>
            </a:xfrm>
            <a:custGeom>
              <a:avLst/>
              <a:gdLst/>
              <a:ahLst/>
              <a:cxnLst/>
              <a:rect l="l" t="t" r="r" b="b"/>
              <a:pathLst>
                <a:path w="1163954" h="4144010">
                  <a:moveTo>
                    <a:pt x="1163573" y="4143789"/>
                  </a:moveTo>
                  <a:lnTo>
                    <a:pt x="1163573" y="4124793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1163573" y="4143789"/>
                  </a:lnTo>
                  <a:close/>
                </a:path>
              </a:pathLst>
            </a:custGeom>
            <a:solidFill>
              <a:srgbClr val="FAFA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7217803" y="1911746"/>
              <a:ext cx="1158875" cy="4124960"/>
            </a:xfrm>
            <a:custGeom>
              <a:avLst/>
              <a:gdLst/>
              <a:ahLst/>
              <a:cxnLst/>
              <a:rect l="l" t="t" r="r" b="b"/>
              <a:pathLst>
                <a:path w="1158875" h="4124960">
                  <a:moveTo>
                    <a:pt x="1158240" y="4105833"/>
                  </a:moveTo>
                  <a:lnTo>
                    <a:pt x="5321" y="0"/>
                  </a:lnTo>
                  <a:lnTo>
                    <a:pt x="0" y="0"/>
                  </a:lnTo>
                  <a:lnTo>
                    <a:pt x="1158240" y="4124833"/>
                  </a:lnTo>
                  <a:lnTo>
                    <a:pt x="1158240" y="4105833"/>
                  </a:lnTo>
                  <a:close/>
                </a:path>
                <a:path w="1158875" h="4124960">
                  <a:moveTo>
                    <a:pt x="1158252" y="4086796"/>
                  </a:moveTo>
                  <a:lnTo>
                    <a:pt x="10668" y="0"/>
                  </a:lnTo>
                  <a:lnTo>
                    <a:pt x="5346" y="0"/>
                  </a:lnTo>
                  <a:lnTo>
                    <a:pt x="1158252" y="4105795"/>
                  </a:lnTo>
                  <a:lnTo>
                    <a:pt x="1158252" y="4086796"/>
                  </a:lnTo>
                  <a:close/>
                </a:path>
              </a:pathLst>
            </a:custGeom>
            <a:solidFill>
              <a:srgbClr val="F9FA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7228484" y="1911734"/>
              <a:ext cx="1148080" cy="4086860"/>
            </a:xfrm>
            <a:custGeom>
              <a:avLst/>
              <a:gdLst/>
              <a:ahLst/>
              <a:cxnLst/>
              <a:rect l="l" t="t" r="r" b="b"/>
              <a:pathLst>
                <a:path w="1148079" h="4086860">
                  <a:moveTo>
                    <a:pt x="1147558" y="4086756"/>
                  </a:moveTo>
                  <a:lnTo>
                    <a:pt x="1147558" y="4070474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1147558" y="4086756"/>
                  </a:lnTo>
                  <a:close/>
                </a:path>
              </a:pathLst>
            </a:custGeom>
            <a:solidFill>
              <a:srgbClr val="F9FA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7233056" y="1911734"/>
              <a:ext cx="1143000" cy="4070985"/>
            </a:xfrm>
            <a:custGeom>
              <a:avLst/>
              <a:gdLst/>
              <a:ahLst/>
              <a:cxnLst/>
              <a:rect l="l" t="t" r="r" b="b"/>
              <a:pathLst>
                <a:path w="1143000" h="4070985">
                  <a:moveTo>
                    <a:pt x="1143000" y="4070566"/>
                  </a:moveTo>
                  <a:lnTo>
                    <a:pt x="1143000" y="4051571"/>
                  </a:lnTo>
                  <a:lnTo>
                    <a:pt x="5320" y="0"/>
                  </a:lnTo>
                  <a:lnTo>
                    <a:pt x="0" y="0"/>
                  </a:lnTo>
                  <a:lnTo>
                    <a:pt x="1143000" y="4070566"/>
                  </a:lnTo>
                  <a:close/>
                </a:path>
              </a:pathLst>
            </a:custGeom>
            <a:solidFill>
              <a:srgbClr val="F9F9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7238377" y="1911746"/>
              <a:ext cx="1137920" cy="4051935"/>
            </a:xfrm>
            <a:custGeom>
              <a:avLst/>
              <a:gdLst/>
              <a:ahLst/>
              <a:cxnLst/>
              <a:rect l="l" t="t" r="r" b="b"/>
              <a:pathLst>
                <a:path w="1137920" h="4051935">
                  <a:moveTo>
                    <a:pt x="1137666" y="4032567"/>
                  </a:moveTo>
                  <a:lnTo>
                    <a:pt x="5321" y="0"/>
                  </a:lnTo>
                  <a:lnTo>
                    <a:pt x="0" y="0"/>
                  </a:lnTo>
                  <a:lnTo>
                    <a:pt x="1137666" y="4051566"/>
                  </a:lnTo>
                  <a:lnTo>
                    <a:pt x="1137666" y="4032567"/>
                  </a:lnTo>
                  <a:close/>
                </a:path>
                <a:path w="1137920" h="4051935">
                  <a:moveTo>
                    <a:pt x="1137678" y="4016248"/>
                  </a:moveTo>
                  <a:lnTo>
                    <a:pt x="1137666" y="3997248"/>
                  </a:lnTo>
                  <a:lnTo>
                    <a:pt x="15240" y="0"/>
                  </a:lnTo>
                  <a:lnTo>
                    <a:pt x="9906" y="0"/>
                  </a:lnTo>
                  <a:lnTo>
                    <a:pt x="5346" y="0"/>
                  </a:lnTo>
                  <a:lnTo>
                    <a:pt x="1137678" y="4032529"/>
                  </a:lnTo>
                  <a:lnTo>
                    <a:pt x="1137678" y="4016248"/>
                  </a:lnTo>
                  <a:close/>
                </a:path>
              </a:pathLst>
            </a:custGeom>
            <a:solidFill>
              <a:srgbClr val="F8F9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7253630" y="1911734"/>
              <a:ext cx="1122680" cy="3997325"/>
            </a:xfrm>
            <a:custGeom>
              <a:avLst/>
              <a:gdLst/>
              <a:ahLst/>
              <a:cxnLst/>
              <a:rect l="l" t="t" r="r" b="b"/>
              <a:pathLst>
                <a:path w="1122679" h="3997325">
                  <a:moveTo>
                    <a:pt x="1122425" y="3997250"/>
                  </a:moveTo>
                  <a:lnTo>
                    <a:pt x="1122425" y="3978255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1122425" y="3997250"/>
                  </a:lnTo>
                  <a:close/>
                </a:path>
              </a:pathLst>
            </a:custGeom>
            <a:solidFill>
              <a:srgbClr val="F7F9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7258951" y="1911746"/>
              <a:ext cx="1117600" cy="3978910"/>
            </a:xfrm>
            <a:custGeom>
              <a:avLst/>
              <a:gdLst/>
              <a:ahLst/>
              <a:cxnLst/>
              <a:rect l="l" t="t" r="r" b="b"/>
              <a:pathLst>
                <a:path w="1117600" h="3978910">
                  <a:moveTo>
                    <a:pt x="1117092" y="3962006"/>
                  </a:moveTo>
                  <a:lnTo>
                    <a:pt x="4559" y="0"/>
                  </a:lnTo>
                  <a:lnTo>
                    <a:pt x="0" y="0"/>
                  </a:lnTo>
                  <a:lnTo>
                    <a:pt x="1117092" y="3978287"/>
                  </a:lnTo>
                  <a:lnTo>
                    <a:pt x="1117092" y="3962006"/>
                  </a:lnTo>
                  <a:close/>
                </a:path>
                <a:path w="1117600" h="3978910">
                  <a:moveTo>
                    <a:pt x="1117092" y="3942931"/>
                  </a:moveTo>
                  <a:lnTo>
                    <a:pt x="9906" y="0"/>
                  </a:lnTo>
                  <a:lnTo>
                    <a:pt x="4572" y="0"/>
                  </a:lnTo>
                  <a:lnTo>
                    <a:pt x="1117092" y="3961917"/>
                  </a:lnTo>
                  <a:lnTo>
                    <a:pt x="1117092" y="3942931"/>
                  </a:lnTo>
                  <a:close/>
                </a:path>
              </a:pathLst>
            </a:custGeom>
            <a:solidFill>
              <a:srgbClr val="F7F8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7268870" y="1911734"/>
              <a:ext cx="1107440" cy="3943350"/>
            </a:xfrm>
            <a:custGeom>
              <a:avLst/>
              <a:gdLst/>
              <a:ahLst/>
              <a:cxnLst/>
              <a:rect l="l" t="t" r="r" b="b"/>
              <a:pathLst>
                <a:path w="1107440" h="3943350">
                  <a:moveTo>
                    <a:pt x="1107185" y="3942976"/>
                  </a:moveTo>
                  <a:lnTo>
                    <a:pt x="1107185" y="3923980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1107185" y="3942976"/>
                  </a:lnTo>
                  <a:close/>
                </a:path>
              </a:pathLst>
            </a:custGeom>
            <a:solidFill>
              <a:srgbClr val="F6F8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7274191" y="1911746"/>
              <a:ext cx="1102360" cy="3924300"/>
            </a:xfrm>
            <a:custGeom>
              <a:avLst/>
              <a:gdLst/>
              <a:ahLst/>
              <a:cxnLst/>
              <a:rect l="l" t="t" r="r" b="b"/>
              <a:pathLst>
                <a:path w="1102359" h="3924300">
                  <a:moveTo>
                    <a:pt x="1101852" y="3888740"/>
                  </a:moveTo>
                  <a:lnTo>
                    <a:pt x="9893" y="0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1101852" y="3923969"/>
                  </a:lnTo>
                  <a:lnTo>
                    <a:pt x="1101852" y="3905021"/>
                  </a:lnTo>
                  <a:lnTo>
                    <a:pt x="1101852" y="3888740"/>
                  </a:lnTo>
                  <a:close/>
                </a:path>
              </a:pathLst>
            </a:custGeom>
            <a:solidFill>
              <a:srgbClr val="F6F7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7284097" y="1911746"/>
              <a:ext cx="1092200" cy="3888740"/>
            </a:xfrm>
            <a:custGeom>
              <a:avLst/>
              <a:gdLst/>
              <a:ahLst/>
              <a:cxnLst/>
              <a:rect l="l" t="t" r="r" b="b"/>
              <a:pathLst>
                <a:path w="1092200" h="3888740">
                  <a:moveTo>
                    <a:pt x="1091958" y="3850754"/>
                  </a:moveTo>
                  <a:lnTo>
                    <a:pt x="10655" y="0"/>
                  </a:lnTo>
                  <a:lnTo>
                    <a:pt x="5346" y="0"/>
                  </a:lnTo>
                  <a:lnTo>
                    <a:pt x="877138" y="3104743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1091933" y="3888651"/>
                  </a:lnTo>
                  <a:lnTo>
                    <a:pt x="1091933" y="3869664"/>
                  </a:lnTo>
                  <a:lnTo>
                    <a:pt x="1091958" y="3850754"/>
                  </a:lnTo>
                  <a:close/>
                </a:path>
              </a:pathLst>
            </a:custGeom>
            <a:solidFill>
              <a:srgbClr val="F5F7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7294778" y="1911734"/>
              <a:ext cx="1081405" cy="3851275"/>
            </a:xfrm>
            <a:custGeom>
              <a:avLst/>
              <a:gdLst/>
              <a:ahLst/>
              <a:cxnLst/>
              <a:rect l="l" t="t" r="r" b="b"/>
              <a:pathLst>
                <a:path w="1081404" h="3851275">
                  <a:moveTo>
                    <a:pt x="1081277" y="3850712"/>
                  </a:moveTo>
                  <a:lnTo>
                    <a:pt x="1081277" y="3834430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1081277" y="3850712"/>
                  </a:lnTo>
                  <a:close/>
                </a:path>
              </a:pathLst>
            </a:custGeom>
            <a:solidFill>
              <a:srgbClr val="F5F6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7299350" y="1911746"/>
              <a:ext cx="1076960" cy="3834765"/>
            </a:xfrm>
            <a:custGeom>
              <a:avLst/>
              <a:gdLst/>
              <a:ahLst/>
              <a:cxnLst/>
              <a:rect l="l" t="t" r="r" b="b"/>
              <a:pathLst>
                <a:path w="1076959" h="3834765">
                  <a:moveTo>
                    <a:pt x="1076706" y="3815435"/>
                  </a:moveTo>
                  <a:lnTo>
                    <a:pt x="1076680" y="3796385"/>
                  </a:lnTo>
                  <a:lnTo>
                    <a:pt x="10655" y="0"/>
                  </a:lnTo>
                  <a:lnTo>
                    <a:pt x="5321" y="0"/>
                  </a:lnTo>
                  <a:lnTo>
                    <a:pt x="0" y="0"/>
                  </a:lnTo>
                  <a:lnTo>
                    <a:pt x="1076706" y="3834422"/>
                  </a:lnTo>
                  <a:lnTo>
                    <a:pt x="1076706" y="3815435"/>
                  </a:lnTo>
                  <a:close/>
                </a:path>
              </a:pathLst>
            </a:custGeom>
            <a:solidFill>
              <a:srgbClr val="F4F6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7310018" y="1911734"/>
              <a:ext cx="1066165" cy="3796665"/>
            </a:xfrm>
            <a:custGeom>
              <a:avLst/>
              <a:gdLst/>
              <a:ahLst/>
              <a:cxnLst/>
              <a:rect l="l" t="t" r="r" b="b"/>
              <a:pathLst>
                <a:path w="1066165" h="3796665">
                  <a:moveTo>
                    <a:pt x="1066037" y="3796485"/>
                  </a:moveTo>
                  <a:lnTo>
                    <a:pt x="1066037" y="3780203"/>
                  </a:lnTo>
                  <a:lnTo>
                    <a:pt x="4558" y="0"/>
                  </a:lnTo>
                  <a:lnTo>
                    <a:pt x="0" y="0"/>
                  </a:lnTo>
                  <a:lnTo>
                    <a:pt x="1066037" y="3796485"/>
                  </a:lnTo>
                  <a:close/>
                </a:path>
              </a:pathLst>
            </a:custGeom>
            <a:solidFill>
              <a:srgbClr val="F3F5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7314577" y="1911746"/>
              <a:ext cx="1061720" cy="3780790"/>
            </a:xfrm>
            <a:custGeom>
              <a:avLst/>
              <a:gdLst/>
              <a:ahLst/>
              <a:cxnLst/>
              <a:rect l="l" t="t" r="r" b="b"/>
              <a:pathLst>
                <a:path w="1061720" h="3780790">
                  <a:moveTo>
                    <a:pt x="1061466" y="3761194"/>
                  </a:moveTo>
                  <a:lnTo>
                    <a:pt x="5321" y="0"/>
                  </a:lnTo>
                  <a:lnTo>
                    <a:pt x="0" y="0"/>
                  </a:lnTo>
                  <a:lnTo>
                    <a:pt x="1061466" y="3780193"/>
                  </a:lnTo>
                  <a:lnTo>
                    <a:pt x="1061466" y="3761194"/>
                  </a:lnTo>
                  <a:close/>
                </a:path>
                <a:path w="1061720" h="3780790">
                  <a:moveTo>
                    <a:pt x="1061478" y="3742156"/>
                  </a:moveTo>
                  <a:lnTo>
                    <a:pt x="10668" y="0"/>
                  </a:lnTo>
                  <a:lnTo>
                    <a:pt x="5346" y="0"/>
                  </a:lnTo>
                  <a:lnTo>
                    <a:pt x="1061478" y="3761155"/>
                  </a:lnTo>
                  <a:lnTo>
                    <a:pt x="1061478" y="3742156"/>
                  </a:lnTo>
                  <a:close/>
                </a:path>
              </a:pathLst>
            </a:custGeom>
            <a:solidFill>
              <a:srgbClr val="F3F5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7325245" y="1911746"/>
              <a:ext cx="1050925" cy="3742690"/>
            </a:xfrm>
            <a:custGeom>
              <a:avLst/>
              <a:gdLst/>
              <a:ahLst/>
              <a:cxnLst/>
              <a:rect l="l" t="t" r="r" b="b"/>
              <a:pathLst>
                <a:path w="1050925" h="3742690">
                  <a:moveTo>
                    <a:pt x="1050798" y="3706876"/>
                  </a:moveTo>
                  <a:lnTo>
                    <a:pt x="9906" y="0"/>
                  </a:lnTo>
                  <a:lnTo>
                    <a:pt x="4572" y="0"/>
                  </a:lnTo>
                  <a:lnTo>
                    <a:pt x="0" y="0"/>
                  </a:lnTo>
                  <a:lnTo>
                    <a:pt x="1050798" y="3742156"/>
                  </a:lnTo>
                  <a:lnTo>
                    <a:pt x="1050798" y="3725875"/>
                  </a:lnTo>
                  <a:lnTo>
                    <a:pt x="1050798" y="3706876"/>
                  </a:lnTo>
                  <a:close/>
                </a:path>
              </a:pathLst>
            </a:custGeom>
            <a:solidFill>
              <a:srgbClr val="F2F4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7335164" y="1911734"/>
              <a:ext cx="1041400" cy="3707129"/>
            </a:xfrm>
            <a:custGeom>
              <a:avLst/>
              <a:gdLst/>
              <a:ahLst/>
              <a:cxnLst/>
              <a:rect l="l" t="t" r="r" b="b"/>
              <a:pathLst>
                <a:path w="1041400" h="3707129">
                  <a:moveTo>
                    <a:pt x="1040892" y="3706931"/>
                  </a:moveTo>
                  <a:lnTo>
                    <a:pt x="1040892" y="3687936"/>
                  </a:lnTo>
                  <a:lnTo>
                    <a:pt x="5321" y="0"/>
                  </a:lnTo>
                  <a:lnTo>
                    <a:pt x="0" y="0"/>
                  </a:lnTo>
                  <a:lnTo>
                    <a:pt x="1040892" y="3706931"/>
                  </a:lnTo>
                  <a:close/>
                </a:path>
              </a:pathLst>
            </a:custGeom>
            <a:solidFill>
              <a:srgbClr val="F1F4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7340498" y="1911746"/>
              <a:ext cx="1035685" cy="3688079"/>
            </a:xfrm>
            <a:custGeom>
              <a:avLst/>
              <a:gdLst/>
              <a:ahLst/>
              <a:cxnLst/>
              <a:rect l="l" t="t" r="r" b="b"/>
              <a:pathLst>
                <a:path w="1035684" h="3688079">
                  <a:moveTo>
                    <a:pt x="1035558" y="3668890"/>
                  </a:moveTo>
                  <a:lnTo>
                    <a:pt x="1035545" y="3652609"/>
                  </a:lnTo>
                  <a:lnTo>
                    <a:pt x="9893" y="0"/>
                  </a:lnTo>
                  <a:lnTo>
                    <a:pt x="5321" y="0"/>
                  </a:lnTo>
                  <a:lnTo>
                    <a:pt x="0" y="0"/>
                  </a:lnTo>
                  <a:lnTo>
                    <a:pt x="1035558" y="3687889"/>
                  </a:lnTo>
                  <a:lnTo>
                    <a:pt x="1035558" y="3668890"/>
                  </a:lnTo>
                  <a:close/>
                </a:path>
              </a:pathLst>
            </a:custGeom>
            <a:solidFill>
              <a:srgbClr val="F1F3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7350391" y="1911746"/>
              <a:ext cx="1026160" cy="3653154"/>
            </a:xfrm>
            <a:custGeom>
              <a:avLst/>
              <a:gdLst/>
              <a:ahLst/>
              <a:cxnLst/>
              <a:rect l="l" t="t" r="r" b="b"/>
              <a:pathLst>
                <a:path w="1026159" h="3653154">
                  <a:moveTo>
                    <a:pt x="1025652" y="3614661"/>
                  </a:moveTo>
                  <a:lnTo>
                    <a:pt x="10655" y="0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1025652" y="3652609"/>
                  </a:lnTo>
                  <a:lnTo>
                    <a:pt x="1025652" y="3633660"/>
                  </a:lnTo>
                  <a:lnTo>
                    <a:pt x="1025652" y="3614661"/>
                  </a:lnTo>
                  <a:close/>
                </a:path>
              </a:pathLst>
            </a:custGeom>
            <a:solidFill>
              <a:srgbClr val="F0F2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7361072" y="1911734"/>
              <a:ext cx="1015365" cy="3615054"/>
            </a:xfrm>
            <a:custGeom>
              <a:avLst/>
              <a:gdLst/>
              <a:ahLst/>
              <a:cxnLst/>
              <a:rect l="l" t="t" r="r" b="b"/>
              <a:pathLst>
                <a:path w="1015365" h="3615054">
                  <a:moveTo>
                    <a:pt x="1014983" y="3614620"/>
                  </a:moveTo>
                  <a:lnTo>
                    <a:pt x="1014983" y="3598338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1014983" y="3614620"/>
                  </a:lnTo>
                  <a:close/>
                </a:path>
              </a:pathLst>
            </a:custGeom>
            <a:solidFill>
              <a:srgbClr val="EFF2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7365644" y="1911734"/>
              <a:ext cx="1010919" cy="3598545"/>
            </a:xfrm>
            <a:custGeom>
              <a:avLst/>
              <a:gdLst/>
              <a:ahLst/>
              <a:cxnLst/>
              <a:rect l="l" t="t" r="r" b="b"/>
              <a:pathLst>
                <a:path w="1010920" h="3598545">
                  <a:moveTo>
                    <a:pt x="1010411" y="3598386"/>
                  </a:moveTo>
                  <a:lnTo>
                    <a:pt x="1010411" y="3579390"/>
                  </a:lnTo>
                  <a:lnTo>
                    <a:pt x="5320" y="0"/>
                  </a:lnTo>
                  <a:lnTo>
                    <a:pt x="0" y="0"/>
                  </a:lnTo>
                  <a:lnTo>
                    <a:pt x="1010411" y="3598386"/>
                  </a:lnTo>
                  <a:close/>
                </a:path>
              </a:pathLst>
            </a:custGeom>
            <a:solidFill>
              <a:srgbClr val="EFF1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7370978" y="1911734"/>
              <a:ext cx="1005205" cy="3579495"/>
            </a:xfrm>
            <a:custGeom>
              <a:avLst/>
              <a:gdLst/>
              <a:ahLst/>
              <a:cxnLst/>
              <a:rect l="l" t="t" r="r" b="b"/>
              <a:pathLst>
                <a:path w="1005204" h="3579495">
                  <a:moveTo>
                    <a:pt x="1005077" y="3579344"/>
                  </a:moveTo>
                  <a:lnTo>
                    <a:pt x="1005077" y="3560348"/>
                  </a:lnTo>
                  <a:lnTo>
                    <a:pt x="5333" y="0"/>
                  </a:lnTo>
                  <a:lnTo>
                    <a:pt x="0" y="0"/>
                  </a:lnTo>
                  <a:lnTo>
                    <a:pt x="1005077" y="3579344"/>
                  </a:lnTo>
                  <a:close/>
                </a:path>
              </a:pathLst>
            </a:custGeom>
            <a:solidFill>
              <a:srgbClr val="EEF1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7376312" y="1911734"/>
              <a:ext cx="1000125" cy="3560445"/>
            </a:xfrm>
            <a:custGeom>
              <a:avLst/>
              <a:gdLst/>
              <a:ahLst/>
              <a:cxnLst/>
              <a:rect l="l" t="t" r="r" b="b"/>
              <a:pathLst>
                <a:path w="1000125" h="3560445">
                  <a:moveTo>
                    <a:pt x="999731" y="3560304"/>
                  </a:moveTo>
                  <a:lnTo>
                    <a:pt x="999731" y="3544022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999731" y="3560304"/>
                  </a:lnTo>
                  <a:close/>
                </a:path>
              </a:pathLst>
            </a:custGeom>
            <a:solidFill>
              <a:srgbClr val="EEF0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7380871" y="1911746"/>
              <a:ext cx="995680" cy="3544570"/>
            </a:xfrm>
            <a:custGeom>
              <a:avLst/>
              <a:gdLst/>
              <a:ahLst/>
              <a:cxnLst/>
              <a:rect l="l" t="t" r="r" b="b"/>
              <a:pathLst>
                <a:path w="995679" h="3544570">
                  <a:moveTo>
                    <a:pt x="995184" y="3506114"/>
                  </a:moveTo>
                  <a:lnTo>
                    <a:pt x="10655" y="0"/>
                  </a:lnTo>
                  <a:lnTo>
                    <a:pt x="5346" y="0"/>
                  </a:lnTo>
                  <a:lnTo>
                    <a:pt x="799490" y="2828226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995159" y="3544011"/>
                  </a:lnTo>
                  <a:lnTo>
                    <a:pt x="995159" y="3525024"/>
                  </a:lnTo>
                  <a:lnTo>
                    <a:pt x="995184" y="3506114"/>
                  </a:lnTo>
                  <a:close/>
                </a:path>
              </a:pathLst>
            </a:custGeom>
            <a:solidFill>
              <a:srgbClr val="EDF0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7391552" y="1911746"/>
              <a:ext cx="984885" cy="3506470"/>
            </a:xfrm>
            <a:custGeom>
              <a:avLst/>
              <a:gdLst/>
              <a:ahLst/>
              <a:cxnLst/>
              <a:rect l="l" t="t" r="r" b="b"/>
              <a:pathLst>
                <a:path w="984884" h="3506470">
                  <a:moveTo>
                    <a:pt x="984491" y="3470745"/>
                  </a:moveTo>
                  <a:lnTo>
                    <a:pt x="9893" y="0"/>
                  </a:lnTo>
                  <a:lnTo>
                    <a:pt x="5321" y="0"/>
                  </a:lnTo>
                  <a:lnTo>
                    <a:pt x="984491" y="3487026"/>
                  </a:lnTo>
                  <a:lnTo>
                    <a:pt x="984491" y="3470745"/>
                  </a:lnTo>
                  <a:close/>
                </a:path>
                <a:path w="984884" h="3506470">
                  <a:moveTo>
                    <a:pt x="984504" y="3487077"/>
                  </a:moveTo>
                  <a:lnTo>
                    <a:pt x="5321" y="0"/>
                  </a:lnTo>
                  <a:lnTo>
                    <a:pt x="0" y="0"/>
                  </a:lnTo>
                  <a:lnTo>
                    <a:pt x="984504" y="3506063"/>
                  </a:lnTo>
                  <a:lnTo>
                    <a:pt x="984504" y="3487077"/>
                  </a:lnTo>
                  <a:close/>
                </a:path>
              </a:pathLst>
            </a:custGeom>
            <a:solidFill>
              <a:srgbClr val="ECEF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7401458" y="1911734"/>
              <a:ext cx="974725" cy="3470910"/>
            </a:xfrm>
            <a:custGeom>
              <a:avLst/>
              <a:gdLst/>
              <a:ahLst/>
              <a:cxnLst/>
              <a:rect l="l" t="t" r="r" b="b"/>
              <a:pathLst>
                <a:path w="974725" h="3470910">
                  <a:moveTo>
                    <a:pt x="974597" y="3470796"/>
                  </a:moveTo>
                  <a:lnTo>
                    <a:pt x="974597" y="3451800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974597" y="3470796"/>
                  </a:lnTo>
                  <a:close/>
                </a:path>
              </a:pathLst>
            </a:custGeom>
            <a:solidFill>
              <a:srgbClr val="EBEE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7406791" y="1911734"/>
              <a:ext cx="969644" cy="3451860"/>
            </a:xfrm>
            <a:custGeom>
              <a:avLst/>
              <a:gdLst/>
              <a:ahLst/>
              <a:cxnLst/>
              <a:rect l="l" t="t" r="r" b="b"/>
              <a:pathLst>
                <a:path w="969645" h="3451860">
                  <a:moveTo>
                    <a:pt x="969264" y="3451845"/>
                  </a:moveTo>
                  <a:lnTo>
                    <a:pt x="969264" y="3432849"/>
                  </a:lnTo>
                  <a:lnTo>
                    <a:pt x="5321" y="0"/>
                  </a:lnTo>
                  <a:lnTo>
                    <a:pt x="0" y="0"/>
                  </a:lnTo>
                  <a:lnTo>
                    <a:pt x="969264" y="3451845"/>
                  </a:lnTo>
                  <a:close/>
                </a:path>
              </a:pathLst>
            </a:custGeom>
            <a:solidFill>
              <a:srgbClr val="EAEE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7412126" y="1911734"/>
              <a:ext cx="963930" cy="3432810"/>
            </a:xfrm>
            <a:custGeom>
              <a:avLst/>
              <a:gdLst/>
              <a:ahLst/>
              <a:cxnLst/>
              <a:rect l="l" t="t" r="r" b="b"/>
              <a:pathLst>
                <a:path w="963929" h="3432810">
                  <a:moveTo>
                    <a:pt x="963929" y="3432806"/>
                  </a:moveTo>
                  <a:lnTo>
                    <a:pt x="963929" y="3416524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963929" y="3432806"/>
                  </a:lnTo>
                  <a:close/>
                </a:path>
              </a:pathLst>
            </a:custGeom>
            <a:solidFill>
              <a:srgbClr val="EAED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7416698" y="1911734"/>
              <a:ext cx="959485" cy="3416935"/>
            </a:xfrm>
            <a:custGeom>
              <a:avLst/>
              <a:gdLst/>
              <a:ahLst/>
              <a:cxnLst/>
              <a:rect l="l" t="t" r="r" b="b"/>
              <a:pathLst>
                <a:path w="959484" h="3416935">
                  <a:moveTo>
                    <a:pt x="959357" y="3416524"/>
                  </a:moveTo>
                  <a:lnTo>
                    <a:pt x="959357" y="3397528"/>
                  </a:lnTo>
                  <a:lnTo>
                    <a:pt x="5333" y="0"/>
                  </a:lnTo>
                  <a:lnTo>
                    <a:pt x="0" y="0"/>
                  </a:lnTo>
                  <a:lnTo>
                    <a:pt x="959357" y="3416524"/>
                  </a:lnTo>
                  <a:close/>
                </a:path>
              </a:pathLst>
            </a:custGeom>
            <a:solidFill>
              <a:srgbClr val="E9ED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7422032" y="1911734"/>
              <a:ext cx="954405" cy="3397885"/>
            </a:xfrm>
            <a:custGeom>
              <a:avLst/>
              <a:gdLst/>
              <a:ahLst/>
              <a:cxnLst/>
              <a:rect l="l" t="t" r="r" b="b"/>
              <a:pathLst>
                <a:path w="954404" h="3397885">
                  <a:moveTo>
                    <a:pt x="954023" y="3397527"/>
                  </a:moveTo>
                  <a:lnTo>
                    <a:pt x="954023" y="3378531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954023" y="3397527"/>
                  </a:lnTo>
                  <a:close/>
                </a:path>
              </a:pathLst>
            </a:custGeom>
            <a:solidFill>
              <a:srgbClr val="E9EC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7427365" y="1911734"/>
              <a:ext cx="948690" cy="3378835"/>
            </a:xfrm>
            <a:custGeom>
              <a:avLst/>
              <a:gdLst/>
              <a:ahLst/>
              <a:cxnLst/>
              <a:rect l="l" t="t" r="r" b="b"/>
              <a:pathLst>
                <a:path w="948690" h="3378835">
                  <a:moveTo>
                    <a:pt x="948690" y="3378576"/>
                  </a:moveTo>
                  <a:lnTo>
                    <a:pt x="948690" y="3362294"/>
                  </a:lnTo>
                  <a:lnTo>
                    <a:pt x="4559" y="0"/>
                  </a:lnTo>
                  <a:lnTo>
                    <a:pt x="0" y="0"/>
                  </a:lnTo>
                  <a:lnTo>
                    <a:pt x="948690" y="3378576"/>
                  </a:lnTo>
                  <a:close/>
                </a:path>
              </a:pathLst>
            </a:custGeom>
            <a:solidFill>
              <a:srgbClr val="E8EC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7431925" y="1911746"/>
              <a:ext cx="944244" cy="3362325"/>
            </a:xfrm>
            <a:custGeom>
              <a:avLst/>
              <a:gdLst/>
              <a:ahLst/>
              <a:cxnLst/>
              <a:rect l="l" t="t" r="r" b="b"/>
              <a:pathLst>
                <a:path w="944245" h="3362325">
                  <a:moveTo>
                    <a:pt x="944118" y="3343287"/>
                  </a:moveTo>
                  <a:lnTo>
                    <a:pt x="5321" y="0"/>
                  </a:lnTo>
                  <a:lnTo>
                    <a:pt x="0" y="0"/>
                  </a:lnTo>
                  <a:lnTo>
                    <a:pt x="944118" y="3362287"/>
                  </a:lnTo>
                  <a:lnTo>
                    <a:pt x="944118" y="3343287"/>
                  </a:lnTo>
                  <a:close/>
                </a:path>
                <a:path w="944245" h="3362325">
                  <a:moveTo>
                    <a:pt x="944118" y="3324250"/>
                  </a:moveTo>
                  <a:lnTo>
                    <a:pt x="10668" y="0"/>
                  </a:lnTo>
                  <a:lnTo>
                    <a:pt x="5334" y="0"/>
                  </a:lnTo>
                  <a:lnTo>
                    <a:pt x="944118" y="3343249"/>
                  </a:lnTo>
                  <a:lnTo>
                    <a:pt x="944118" y="3324250"/>
                  </a:lnTo>
                  <a:close/>
                </a:path>
              </a:pathLst>
            </a:custGeom>
            <a:solidFill>
              <a:srgbClr val="E7EB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7442593" y="1911746"/>
              <a:ext cx="934085" cy="3324860"/>
            </a:xfrm>
            <a:custGeom>
              <a:avLst/>
              <a:gdLst/>
              <a:ahLst/>
              <a:cxnLst/>
              <a:rect l="l" t="t" r="r" b="b"/>
              <a:pathLst>
                <a:path w="934084" h="3324860">
                  <a:moveTo>
                    <a:pt x="933450" y="3307969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933450" y="3324250"/>
                  </a:lnTo>
                  <a:lnTo>
                    <a:pt x="933450" y="3307969"/>
                  </a:lnTo>
                  <a:close/>
                </a:path>
                <a:path w="934084" h="3324860">
                  <a:moveTo>
                    <a:pt x="933462" y="3288969"/>
                  </a:moveTo>
                  <a:lnTo>
                    <a:pt x="9906" y="0"/>
                  </a:lnTo>
                  <a:lnTo>
                    <a:pt x="4584" y="0"/>
                  </a:lnTo>
                  <a:lnTo>
                    <a:pt x="933450" y="3307969"/>
                  </a:lnTo>
                  <a:lnTo>
                    <a:pt x="933462" y="3288969"/>
                  </a:lnTo>
                  <a:close/>
                </a:path>
              </a:pathLst>
            </a:custGeom>
            <a:solidFill>
              <a:srgbClr val="E6EA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7452512" y="1911734"/>
              <a:ext cx="923925" cy="3289300"/>
            </a:xfrm>
            <a:custGeom>
              <a:avLst/>
              <a:gdLst/>
              <a:ahLst/>
              <a:cxnLst/>
              <a:rect l="l" t="t" r="r" b="b"/>
              <a:pathLst>
                <a:path w="923925" h="3289300">
                  <a:moveTo>
                    <a:pt x="923531" y="3288936"/>
                  </a:moveTo>
                  <a:lnTo>
                    <a:pt x="923531" y="3269940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923531" y="3288936"/>
                  </a:lnTo>
                  <a:close/>
                </a:path>
              </a:pathLst>
            </a:custGeom>
            <a:solidFill>
              <a:srgbClr val="E5E9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7457846" y="1911734"/>
              <a:ext cx="918210" cy="3270250"/>
            </a:xfrm>
            <a:custGeom>
              <a:avLst/>
              <a:gdLst/>
              <a:ahLst/>
              <a:cxnLst/>
              <a:rect l="l" t="t" r="r" b="b"/>
              <a:pathLst>
                <a:path w="918209" h="3270250">
                  <a:moveTo>
                    <a:pt x="918209" y="3269983"/>
                  </a:moveTo>
                  <a:lnTo>
                    <a:pt x="918209" y="3250987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918209" y="3269983"/>
                  </a:lnTo>
                  <a:close/>
                </a:path>
              </a:pathLst>
            </a:custGeom>
            <a:solidFill>
              <a:srgbClr val="E4E9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7463180" y="1911734"/>
              <a:ext cx="913130" cy="3251200"/>
            </a:xfrm>
            <a:custGeom>
              <a:avLst/>
              <a:gdLst/>
              <a:ahLst/>
              <a:cxnLst/>
              <a:rect l="l" t="t" r="r" b="b"/>
              <a:pathLst>
                <a:path w="913129" h="3251200">
                  <a:moveTo>
                    <a:pt x="912875" y="3250988"/>
                  </a:moveTo>
                  <a:lnTo>
                    <a:pt x="912875" y="3234706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912875" y="3250988"/>
                  </a:lnTo>
                  <a:close/>
                </a:path>
              </a:pathLst>
            </a:custGeom>
            <a:solidFill>
              <a:srgbClr val="E4E8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7467752" y="1911734"/>
              <a:ext cx="908685" cy="3235325"/>
            </a:xfrm>
            <a:custGeom>
              <a:avLst/>
              <a:gdLst/>
              <a:ahLst/>
              <a:cxnLst/>
              <a:rect l="l" t="t" r="r" b="b"/>
              <a:pathLst>
                <a:path w="908684" h="3235325">
                  <a:moveTo>
                    <a:pt x="908303" y="3234707"/>
                  </a:moveTo>
                  <a:lnTo>
                    <a:pt x="908303" y="3215711"/>
                  </a:lnTo>
                  <a:lnTo>
                    <a:pt x="5333" y="0"/>
                  </a:lnTo>
                  <a:lnTo>
                    <a:pt x="0" y="0"/>
                  </a:lnTo>
                  <a:lnTo>
                    <a:pt x="908303" y="3234707"/>
                  </a:lnTo>
                  <a:close/>
                </a:path>
              </a:pathLst>
            </a:custGeom>
            <a:solidFill>
              <a:srgbClr val="E3E7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7473086" y="1911734"/>
              <a:ext cx="902969" cy="3216275"/>
            </a:xfrm>
            <a:custGeom>
              <a:avLst/>
              <a:gdLst/>
              <a:ahLst/>
              <a:cxnLst/>
              <a:rect l="l" t="t" r="r" b="b"/>
              <a:pathLst>
                <a:path w="902970" h="3216275">
                  <a:moveTo>
                    <a:pt x="902957" y="3215667"/>
                  </a:moveTo>
                  <a:lnTo>
                    <a:pt x="902957" y="3196671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902957" y="3215667"/>
                  </a:lnTo>
                  <a:close/>
                </a:path>
              </a:pathLst>
            </a:custGeom>
            <a:solidFill>
              <a:srgbClr val="E2E7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7478407" y="1911746"/>
              <a:ext cx="897890" cy="3197225"/>
            </a:xfrm>
            <a:custGeom>
              <a:avLst/>
              <a:gdLst/>
              <a:ahLst/>
              <a:cxnLst/>
              <a:rect l="l" t="t" r="r" b="b"/>
              <a:pathLst>
                <a:path w="897890" h="3197225">
                  <a:moveTo>
                    <a:pt x="897636" y="3161474"/>
                  </a:moveTo>
                  <a:lnTo>
                    <a:pt x="9893" y="0"/>
                  </a:lnTo>
                  <a:lnTo>
                    <a:pt x="4572" y="0"/>
                  </a:lnTo>
                  <a:lnTo>
                    <a:pt x="0" y="0"/>
                  </a:lnTo>
                  <a:lnTo>
                    <a:pt x="897636" y="3196704"/>
                  </a:lnTo>
                  <a:lnTo>
                    <a:pt x="897636" y="3180473"/>
                  </a:lnTo>
                  <a:lnTo>
                    <a:pt x="897636" y="3161474"/>
                  </a:lnTo>
                  <a:close/>
                </a:path>
              </a:pathLst>
            </a:custGeom>
            <a:solidFill>
              <a:srgbClr val="E1E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7488326" y="1911734"/>
              <a:ext cx="887730" cy="3161665"/>
            </a:xfrm>
            <a:custGeom>
              <a:avLst/>
              <a:gdLst/>
              <a:ahLst/>
              <a:cxnLst/>
              <a:rect l="l" t="t" r="r" b="b"/>
              <a:pathLst>
                <a:path w="887729" h="3161665">
                  <a:moveTo>
                    <a:pt x="887729" y="3161438"/>
                  </a:moveTo>
                  <a:lnTo>
                    <a:pt x="887729" y="3142442"/>
                  </a:lnTo>
                  <a:lnTo>
                    <a:pt x="5333" y="0"/>
                  </a:lnTo>
                  <a:lnTo>
                    <a:pt x="0" y="0"/>
                  </a:lnTo>
                  <a:lnTo>
                    <a:pt x="887729" y="3161438"/>
                  </a:lnTo>
                  <a:close/>
                </a:path>
              </a:pathLst>
            </a:custGeom>
            <a:solidFill>
              <a:srgbClr val="E0E5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7493660" y="1911734"/>
              <a:ext cx="882650" cy="3142615"/>
            </a:xfrm>
            <a:custGeom>
              <a:avLst/>
              <a:gdLst/>
              <a:ahLst/>
              <a:cxnLst/>
              <a:rect l="l" t="t" r="r" b="b"/>
              <a:pathLst>
                <a:path w="882650" h="3142615">
                  <a:moveTo>
                    <a:pt x="882382" y="3142395"/>
                  </a:moveTo>
                  <a:lnTo>
                    <a:pt x="882382" y="3126113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882382" y="3142395"/>
                  </a:lnTo>
                  <a:close/>
                </a:path>
              </a:pathLst>
            </a:custGeom>
            <a:solidFill>
              <a:srgbClr val="DFE5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7498232" y="1911734"/>
              <a:ext cx="878205" cy="3126740"/>
            </a:xfrm>
            <a:custGeom>
              <a:avLst/>
              <a:gdLst/>
              <a:ahLst/>
              <a:cxnLst/>
              <a:rect l="l" t="t" r="r" b="b"/>
              <a:pathLst>
                <a:path w="878204" h="3126740">
                  <a:moveTo>
                    <a:pt x="877823" y="3126158"/>
                  </a:moveTo>
                  <a:lnTo>
                    <a:pt x="877823" y="3107163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877823" y="3126158"/>
                  </a:lnTo>
                  <a:close/>
                </a:path>
              </a:pathLst>
            </a:custGeom>
            <a:solidFill>
              <a:srgbClr val="DEE4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7503565" y="1911734"/>
              <a:ext cx="872490" cy="3107690"/>
            </a:xfrm>
            <a:custGeom>
              <a:avLst/>
              <a:gdLst/>
              <a:ahLst/>
              <a:cxnLst/>
              <a:rect l="l" t="t" r="r" b="b"/>
              <a:pathLst>
                <a:path w="872490" h="3107690">
                  <a:moveTo>
                    <a:pt x="872490" y="3107208"/>
                  </a:moveTo>
                  <a:lnTo>
                    <a:pt x="872490" y="3088212"/>
                  </a:lnTo>
                  <a:lnTo>
                    <a:pt x="5321" y="0"/>
                  </a:lnTo>
                  <a:lnTo>
                    <a:pt x="0" y="0"/>
                  </a:lnTo>
                  <a:lnTo>
                    <a:pt x="872490" y="3107208"/>
                  </a:lnTo>
                  <a:close/>
                </a:path>
              </a:pathLst>
            </a:custGeom>
            <a:solidFill>
              <a:srgbClr val="DEE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7508900" y="1911734"/>
              <a:ext cx="867410" cy="3088640"/>
            </a:xfrm>
            <a:custGeom>
              <a:avLst/>
              <a:gdLst/>
              <a:ahLst/>
              <a:cxnLst/>
              <a:rect l="l" t="t" r="r" b="b"/>
              <a:pathLst>
                <a:path w="867409" h="3088640">
                  <a:moveTo>
                    <a:pt x="867155" y="3088169"/>
                  </a:moveTo>
                  <a:lnTo>
                    <a:pt x="867155" y="3071886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867155" y="3088169"/>
                  </a:lnTo>
                  <a:close/>
                </a:path>
              </a:pathLst>
            </a:custGeom>
            <a:solidFill>
              <a:srgbClr val="DDE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7513472" y="1911734"/>
              <a:ext cx="862965" cy="3072130"/>
            </a:xfrm>
            <a:custGeom>
              <a:avLst/>
              <a:gdLst/>
              <a:ahLst/>
              <a:cxnLst/>
              <a:rect l="l" t="t" r="r" b="b"/>
              <a:pathLst>
                <a:path w="862965" h="3072129">
                  <a:moveTo>
                    <a:pt x="862583" y="3071884"/>
                  </a:moveTo>
                  <a:lnTo>
                    <a:pt x="862583" y="3052889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862583" y="3071884"/>
                  </a:lnTo>
                  <a:close/>
                </a:path>
              </a:pathLst>
            </a:custGeom>
            <a:solidFill>
              <a:srgbClr val="DCE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7518793" y="1911746"/>
              <a:ext cx="857250" cy="3053080"/>
            </a:xfrm>
            <a:custGeom>
              <a:avLst/>
              <a:gdLst/>
              <a:ahLst/>
              <a:cxnLst/>
              <a:rect l="l" t="t" r="r" b="b"/>
              <a:pathLst>
                <a:path w="857250" h="3053079">
                  <a:moveTo>
                    <a:pt x="857250" y="3014942"/>
                  </a:moveTo>
                  <a:lnTo>
                    <a:pt x="10655" y="0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857250" y="3052889"/>
                  </a:lnTo>
                  <a:lnTo>
                    <a:pt x="857250" y="3033928"/>
                  </a:lnTo>
                  <a:lnTo>
                    <a:pt x="857250" y="3014942"/>
                  </a:lnTo>
                  <a:close/>
                </a:path>
              </a:pathLst>
            </a:custGeom>
            <a:solidFill>
              <a:srgbClr val="DBE1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7529474" y="1911734"/>
              <a:ext cx="847090" cy="3014980"/>
            </a:xfrm>
            <a:custGeom>
              <a:avLst/>
              <a:gdLst/>
              <a:ahLst/>
              <a:cxnLst/>
              <a:rect l="l" t="t" r="r" b="b"/>
              <a:pathLst>
                <a:path w="847090" h="3014979">
                  <a:moveTo>
                    <a:pt x="846581" y="3014899"/>
                  </a:moveTo>
                  <a:lnTo>
                    <a:pt x="846581" y="2998617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846581" y="3014899"/>
                  </a:lnTo>
                  <a:close/>
                </a:path>
              </a:pathLst>
            </a:custGeom>
            <a:solidFill>
              <a:srgbClr val="DAE0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7534046" y="1911734"/>
              <a:ext cx="842010" cy="2999105"/>
            </a:xfrm>
            <a:custGeom>
              <a:avLst/>
              <a:gdLst/>
              <a:ahLst/>
              <a:cxnLst/>
              <a:rect l="l" t="t" r="r" b="b"/>
              <a:pathLst>
                <a:path w="842009" h="2999104">
                  <a:moveTo>
                    <a:pt x="842009" y="2998615"/>
                  </a:moveTo>
                  <a:lnTo>
                    <a:pt x="842009" y="2979619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842009" y="2998615"/>
                  </a:lnTo>
                  <a:close/>
                </a:path>
              </a:pathLst>
            </a:custGeom>
            <a:solidFill>
              <a:srgbClr val="D9DF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7539380" y="1911734"/>
              <a:ext cx="836930" cy="2980055"/>
            </a:xfrm>
            <a:custGeom>
              <a:avLst/>
              <a:gdLst/>
              <a:ahLst/>
              <a:cxnLst/>
              <a:rect l="l" t="t" r="r" b="b"/>
              <a:pathLst>
                <a:path w="836929" h="2980054">
                  <a:moveTo>
                    <a:pt x="836675" y="2979620"/>
                  </a:moveTo>
                  <a:lnTo>
                    <a:pt x="836675" y="2960624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836675" y="2979620"/>
                  </a:lnTo>
                  <a:close/>
                </a:path>
              </a:pathLst>
            </a:custGeom>
            <a:solidFill>
              <a:srgbClr val="D8DF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7544714" y="1911734"/>
              <a:ext cx="831850" cy="2961005"/>
            </a:xfrm>
            <a:custGeom>
              <a:avLst/>
              <a:gdLst/>
              <a:ahLst/>
              <a:cxnLst/>
              <a:rect l="l" t="t" r="r" b="b"/>
              <a:pathLst>
                <a:path w="831850" h="2961004">
                  <a:moveTo>
                    <a:pt x="831342" y="2960669"/>
                  </a:moveTo>
                  <a:lnTo>
                    <a:pt x="831342" y="2944387"/>
                  </a:lnTo>
                  <a:lnTo>
                    <a:pt x="4559" y="0"/>
                  </a:lnTo>
                  <a:lnTo>
                    <a:pt x="0" y="0"/>
                  </a:lnTo>
                  <a:lnTo>
                    <a:pt x="831342" y="2960669"/>
                  </a:lnTo>
                  <a:close/>
                </a:path>
              </a:pathLst>
            </a:custGeom>
            <a:solidFill>
              <a:srgbClr val="D7DE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7549286" y="1911734"/>
              <a:ext cx="826769" cy="2944495"/>
            </a:xfrm>
            <a:custGeom>
              <a:avLst/>
              <a:gdLst/>
              <a:ahLst/>
              <a:cxnLst/>
              <a:rect l="l" t="t" r="r" b="b"/>
              <a:pathLst>
                <a:path w="826770" h="2944495">
                  <a:moveTo>
                    <a:pt x="826757" y="2944299"/>
                  </a:moveTo>
                  <a:lnTo>
                    <a:pt x="826757" y="2925303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826757" y="2944299"/>
                  </a:lnTo>
                  <a:close/>
                </a:path>
              </a:pathLst>
            </a:custGeom>
            <a:solidFill>
              <a:srgbClr val="D6DD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7554620" y="1911734"/>
              <a:ext cx="821690" cy="2925445"/>
            </a:xfrm>
            <a:custGeom>
              <a:avLst/>
              <a:gdLst/>
              <a:ahLst/>
              <a:cxnLst/>
              <a:rect l="l" t="t" r="r" b="b"/>
              <a:pathLst>
                <a:path w="821690" h="2925445">
                  <a:moveTo>
                    <a:pt x="821435" y="2925346"/>
                  </a:moveTo>
                  <a:lnTo>
                    <a:pt x="821435" y="2906350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821435" y="2925346"/>
                  </a:lnTo>
                  <a:close/>
                </a:path>
              </a:pathLst>
            </a:custGeom>
            <a:solidFill>
              <a:srgbClr val="D5DD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7559954" y="1911734"/>
              <a:ext cx="816610" cy="2906395"/>
            </a:xfrm>
            <a:custGeom>
              <a:avLst/>
              <a:gdLst/>
              <a:ahLst/>
              <a:cxnLst/>
              <a:rect l="l" t="t" r="r" b="b"/>
              <a:pathLst>
                <a:path w="816609" h="2906395">
                  <a:moveTo>
                    <a:pt x="816101" y="2906351"/>
                  </a:moveTo>
                  <a:lnTo>
                    <a:pt x="816101" y="2890069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816101" y="2906351"/>
                  </a:lnTo>
                  <a:close/>
                </a:path>
              </a:pathLst>
            </a:custGeom>
            <a:solidFill>
              <a:srgbClr val="D5DC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7564526" y="1911734"/>
              <a:ext cx="811530" cy="2890520"/>
            </a:xfrm>
            <a:custGeom>
              <a:avLst/>
              <a:gdLst/>
              <a:ahLst/>
              <a:cxnLst/>
              <a:rect l="l" t="t" r="r" b="b"/>
              <a:pathLst>
                <a:path w="811529" h="2890520">
                  <a:moveTo>
                    <a:pt x="811529" y="2890070"/>
                  </a:moveTo>
                  <a:lnTo>
                    <a:pt x="811529" y="2871074"/>
                  </a:lnTo>
                  <a:lnTo>
                    <a:pt x="5333" y="0"/>
                  </a:lnTo>
                  <a:lnTo>
                    <a:pt x="0" y="0"/>
                  </a:lnTo>
                  <a:lnTo>
                    <a:pt x="811529" y="2890070"/>
                  </a:lnTo>
                  <a:close/>
                </a:path>
              </a:pathLst>
            </a:custGeom>
            <a:solidFill>
              <a:srgbClr val="D4DB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7569860" y="1911734"/>
              <a:ext cx="806450" cy="2871470"/>
            </a:xfrm>
            <a:custGeom>
              <a:avLst/>
              <a:gdLst/>
              <a:ahLst/>
              <a:cxnLst/>
              <a:rect l="l" t="t" r="r" b="b"/>
              <a:pathLst>
                <a:path w="806450" h="2871470">
                  <a:moveTo>
                    <a:pt x="806182" y="2871027"/>
                  </a:moveTo>
                  <a:lnTo>
                    <a:pt x="806182" y="2852031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806182" y="2871027"/>
                  </a:lnTo>
                  <a:close/>
                </a:path>
              </a:pathLst>
            </a:custGeom>
            <a:solidFill>
              <a:srgbClr val="D3DA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7575194" y="1911734"/>
              <a:ext cx="801370" cy="2852420"/>
            </a:xfrm>
            <a:custGeom>
              <a:avLst/>
              <a:gdLst/>
              <a:ahLst/>
              <a:cxnLst/>
              <a:rect l="l" t="t" r="r" b="b"/>
              <a:pathLst>
                <a:path w="801370" h="2852420">
                  <a:moveTo>
                    <a:pt x="800861" y="2852124"/>
                  </a:moveTo>
                  <a:lnTo>
                    <a:pt x="800861" y="2833128"/>
                  </a:lnTo>
                  <a:lnTo>
                    <a:pt x="5320" y="0"/>
                  </a:lnTo>
                  <a:lnTo>
                    <a:pt x="0" y="0"/>
                  </a:lnTo>
                  <a:lnTo>
                    <a:pt x="800861" y="2852124"/>
                  </a:lnTo>
                  <a:close/>
                </a:path>
              </a:pathLst>
            </a:custGeom>
            <a:solidFill>
              <a:srgbClr val="D2DA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7580528" y="1911734"/>
              <a:ext cx="795655" cy="2833370"/>
            </a:xfrm>
            <a:custGeom>
              <a:avLst/>
              <a:gdLst/>
              <a:ahLst/>
              <a:cxnLst/>
              <a:rect l="l" t="t" r="r" b="b"/>
              <a:pathLst>
                <a:path w="795654" h="2833370">
                  <a:moveTo>
                    <a:pt x="795527" y="2833082"/>
                  </a:moveTo>
                  <a:lnTo>
                    <a:pt x="795527" y="2816800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795527" y="2833082"/>
                  </a:lnTo>
                  <a:close/>
                </a:path>
              </a:pathLst>
            </a:custGeom>
            <a:solidFill>
              <a:srgbClr val="D1D9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7585100" y="1911734"/>
              <a:ext cx="791210" cy="2816860"/>
            </a:xfrm>
            <a:custGeom>
              <a:avLst/>
              <a:gdLst/>
              <a:ahLst/>
              <a:cxnLst/>
              <a:rect l="l" t="t" r="r" b="b"/>
              <a:pathLst>
                <a:path w="791209" h="2816860">
                  <a:moveTo>
                    <a:pt x="790955" y="2816800"/>
                  </a:moveTo>
                  <a:lnTo>
                    <a:pt x="790955" y="2797805"/>
                  </a:lnTo>
                  <a:lnTo>
                    <a:pt x="5333" y="0"/>
                  </a:lnTo>
                  <a:lnTo>
                    <a:pt x="0" y="0"/>
                  </a:lnTo>
                  <a:lnTo>
                    <a:pt x="790955" y="2816800"/>
                  </a:lnTo>
                  <a:close/>
                </a:path>
              </a:pathLst>
            </a:custGeom>
            <a:solidFill>
              <a:srgbClr val="D0D8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7590434" y="1911734"/>
              <a:ext cx="786130" cy="2797810"/>
            </a:xfrm>
            <a:custGeom>
              <a:avLst/>
              <a:gdLst/>
              <a:ahLst/>
              <a:cxnLst/>
              <a:rect l="l" t="t" r="r" b="b"/>
              <a:pathLst>
                <a:path w="786129" h="2797810">
                  <a:moveTo>
                    <a:pt x="785621" y="2797803"/>
                  </a:moveTo>
                  <a:lnTo>
                    <a:pt x="785621" y="2778807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785621" y="2797803"/>
                  </a:lnTo>
                  <a:close/>
                </a:path>
              </a:pathLst>
            </a:custGeom>
            <a:solidFill>
              <a:srgbClr val="CFD7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7595768" y="1911734"/>
              <a:ext cx="780415" cy="2779395"/>
            </a:xfrm>
            <a:custGeom>
              <a:avLst/>
              <a:gdLst/>
              <a:ahLst/>
              <a:cxnLst/>
              <a:rect l="l" t="t" r="r" b="b"/>
              <a:pathLst>
                <a:path w="780415" h="2779395">
                  <a:moveTo>
                    <a:pt x="780287" y="2778855"/>
                  </a:moveTo>
                  <a:lnTo>
                    <a:pt x="780287" y="2762573"/>
                  </a:lnTo>
                  <a:lnTo>
                    <a:pt x="4558" y="0"/>
                  </a:lnTo>
                  <a:lnTo>
                    <a:pt x="0" y="0"/>
                  </a:lnTo>
                  <a:lnTo>
                    <a:pt x="780287" y="2778855"/>
                  </a:lnTo>
                  <a:close/>
                </a:path>
              </a:pathLst>
            </a:custGeom>
            <a:solidFill>
              <a:srgbClr val="CED7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7600340" y="1911734"/>
              <a:ext cx="775970" cy="2762885"/>
            </a:xfrm>
            <a:custGeom>
              <a:avLst/>
              <a:gdLst/>
              <a:ahLst/>
              <a:cxnLst/>
              <a:rect l="l" t="t" r="r" b="b"/>
              <a:pathLst>
                <a:path w="775970" h="2762885">
                  <a:moveTo>
                    <a:pt x="775716" y="2762570"/>
                  </a:moveTo>
                  <a:lnTo>
                    <a:pt x="775716" y="2743575"/>
                  </a:lnTo>
                  <a:lnTo>
                    <a:pt x="5321" y="0"/>
                  </a:lnTo>
                  <a:lnTo>
                    <a:pt x="0" y="0"/>
                  </a:lnTo>
                  <a:lnTo>
                    <a:pt x="775716" y="2762570"/>
                  </a:lnTo>
                  <a:close/>
                </a:path>
              </a:pathLst>
            </a:custGeom>
            <a:solidFill>
              <a:srgbClr val="CDD6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7605674" y="1911734"/>
              <a:ext cx="770890" cy="2743835"/>
            </a:xfrm>
            <a:custGeom>
              <a:avLst/>
              <a:gdLst/>
              <a:ahLst/>
              <a:cxnLst/>
              <a:rect l="l" t="t" r="r" b="b"/>
              <a:pathLst>
                <a:path w="770890" h="2743835">
                  <a:moveTo>
                    <a:pt x="770381" y="2743531"/>
                  </a:moveTo>
                  <a:lnTo>
                    <a:pt x="770381" y="2724536"/>
                  </a:lnTo>
                  <a:lnTo>
                    <a:pt x="5333" y="0"/>
                  </a:lnTo>
                  <a:lnTo>
                    <a:pt x="0" y="0"/>
                  </a:lnTo>
                  <a:lnTo>
                    <a:pt x="770381" y="2743531"/>
                  </a:lnTo>
                  <a:close/>
                </a:path>
              </a:pathLst>
            </a:custGeom>
            <a:solidFill>
              <a:srgbClr val="CCD5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7611008" y="1911734"/>
              <a:ext cx="765175" cy="2724785"/>
            </a:xfrm>
            <a:custGeom>
              <a:avLst/>
              <a:gdLst/>
              <a:ahLst/>
              <a:cxnLst/>
              <a:rect l="l" t="t" r="r" b="b"/>
              <a:pathLst>
                <a:path w="765175" h="2724785">
                  <a:moveTo>
                    <a:pt x="765047" y="2724534"/>
                  </a:moveTo>
                  <a:lnTo>
                    <a:pt x="765047" y="2708251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765047" y="2724534"/>
                  </a:lnTo>
                  <a:close/>
                </a:path>
              </a:pathLst>
            </a:custGeom>
            <a:solidFill>
              <a:srgbClr val="CBD4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7615580" y="1911734"/>
              <a:ext cx="760730" cy="2708275"/>
            </a:xfrm>
            <a:custGeom>
              <a:avLst/>
              <a:gdLst/>
              <a:ahLst/>
              <a:cxnLst/>
              <a:rect l="l" t="t" r="r" b="b"/>
              <a:pathLst>
                <a:path w="760729" h="2708275">
                  <a:moveTo>
                    <a:pt x="760475" y="2708252"/>
                  </a:moveTo>
                  <a:lnTo>
                    <a:pt x="760475" y="2689256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760475" y="2708252"/>
                  </a:lnTo>
                  <a:close/>
                </a:path>
              </a:pathLst>
            </a:custGeom>
            <a:solidFill>
              <a:srgbClr val="CA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7620914" y="1911734"/>
              <a:ext cx="755650" cy="2689860"/>
            </a:xfrm>
            <a:custGeom>
              <a:avLst/>
              <a:gdLst/>
              <a:ahLst/>
              <a:cxnLst/>
              <a:rect l="l" t="t" r="r" b="b"/>
              <a:pathLst>
                <a:path w="755650" h="2689860">
                  <a:moveTo>
                    <a:pt x="755142" y="2689301"/>
                  </a:moveTo>
                  <a:lnTo>
                    <a:pt x="755142" y="2670306"/>
                  </a:lnTo>
                  <a:lnTo>
                    <a:pt x="5321" y="0"/>
                  </a:lnTo>
                  <a:lnTo>
                    <a:pt x="0" y="0"/>
                  </a:lnTo>
                  <a:lnTo>
                    <a:pt x="755142" y="2689301"/>
                  </a:lnTo>
                  <a:close/>
                </a:path>
              </a:pathLst>
            </a:custGeom>
            <a:solidFill>
              <a:srgbClr val="C9D3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7626248" y="1911734"/>
              <a:ext cx="749935" cy="2670810"/>
            </a:xfrm>
            <a:custGeom>
              <a:avLst/>
              <a:gdLst/>
              <a:ahLst/>
              <a:cxnLst/>
              <a:rect l="l" t="t" r="r" b="b"/>
              <a:pathLst>
                <a:path w="749934" h="2670810">
                  <a:moveTo>
                    <a:pt x="749807" y="2670262"/>
                  </a:moveTo>
                  <a:lnTo>
                    <a:pt x="749807" y="2653980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749807" y="2670262"/>
                  </a:lnTo>
                  <a:close/>
                </a:path>
              </a:pathLst>
            </a:custGeom>
            <a:solidFill>
              <a:srgbClr val="C8D2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7630820" y="1911734"/>
              <a:ext cx="745490" cy="2654300"/>
            </a:xfrm>
            <a:custGeom>
              <a:avLst/>
              <a:gdLst/>
              <a:ahLst/>
              <a:cxnLst/>
              <a:rect l="l" t="t" r="r" b="b"/>
              <a:pathLst>
                <a:path w="745490" h="2654300">
                  <a:moveTo>
                    <a:pt x="745235" y="2653978"/>
                  </a:moveTo>
                  <a:lnTo>
                    <a:pt x="745235" y="2634982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745235" y="2653978"/>
                  </a:lnTo>
                  <a:close/>
                </a:path>
              </a:pathLst>
            </a:custGeom>
            <a:solidFill>
              <a:srgbClr val="C7D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7636154" y="1911734"/>
              <a:ext cx="740410" cy="2635250"/>
            </a:xfrm>
            <a:custGeom>
              <a:avLst/>
              <a:gdLst/>
              <a:ahLst/>
              <a:cxnLst/>
              <a:rect l="l" t="t" r="r" b="b"/>
              <a:pathLst>
                <a:path w="740409" h="2635250">
                  <a:moveTo>
                    <a:pt x="739901" y="2634983"/>
                  </a:moveTo>
                  <a:lnTo>
                    <a:pt x="739901" y="2615987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739901" y="2634983"/>
                  </a:lnTo>
                  <a:close/>
                </a:path>
              </a:pathLst>
            </a:custGeom>
            <a:solidFill>
              <a:srgbClr val="C6D0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7641488" y="1911734"/>
              <a:ext cx="734695" cy="2616200"/>
            </a:xfrm>
            <a:custGeom>
              <a:avLst/>
              <a:gdLst/>
              <a:ahLst/>
              <a:cxnLst/>
              <a:rect l="l" t="t" r="r" b="b"/>
              <a:pathLst>
                <a:path w="734695" h="2616200">
                  <a:moveTo>
                    <a:pt x="734568" y="2616032"/>
                  </a:moveTo>
                  <a:lnTo>
                    <a:pt x="734568" y="2597036"/>
                  </a:lnTo>
                  <a:lnTo>
                    <a:pt x="5321" y="0"/>
                  </a:lnTo>
                  <a:lnTo>
                    <a:pt x="0" y="0"/>
                  </a:lnTo>
                  <a:lnTo>
                    <a:pt x="734568" y="2616032"/>
                  </a:lnTo>
                  <a:close/>
                </a:path>
              </a:pathLst>
            </a:custGeom>
            <a:solidFill>
              <a:srgbClr val="C5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7646822" y="1911734"/>
              <a:ext cx="729615" cy="2597150"/>
            </a:xfrm>
            <a:custGeom>
              <a:avLst/>
              <a:gdLst/>
              <a:ahLst/>
              <a:cxnLst/>
              <a:rect l="l" t="t" r="r" b="b"/>
              <a:pathLst>
                <a:path w="729615" h="2597150">
                  <a:moveTo>
                    <a:pt x="729233" y="2596990"/>
                  </a:moveTo>
                  <a:lnTo>
                    <a:pt x="729233" y="2580708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729233" y="2596990"/>
                  </a:lnTo>
                  <a:close/>
                </a:path>
              </a:pathLst>
            </a:custGeom>
            <a:solidFill>
              <a:srgbClr val="C4CF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7651394" y="1911734"/>
              <a:ext cx="725170" cy="2581275"/>
            </a:xfrm>
            <a:custGeom>
              <a:avLst/>
              <a:gdLst/>
              <a:ahLst/>
              <a:cxnLst/>
              <a:rect l="l" t="t" r="r" b="b"/>
              <a:pathLst>
                <a:path w="725170" h="2581275">
                  <a:moveTo>
                    <a:pt x="724661" y="2580756"/>
                  </a:moveTo>
                  <a:lnTo>
                    <a:pt x="724661" y="2561760"/>
                  </a:lnTo>
                  <a:lnTo>
                    <a:pt x="5320" y="0"/>
                  </a:lnTo>
                  <a:lnTo>
                    <a:pt x="0" y="0"/>
                  </a:lnTo>
                  <a:lnTo>
                    <a:pt x="724661" y="2580756"/>
                  </a:lnTo>
                  <a:close/>
                </a:path>
              </a:pathLst>
            </a:custGeom>
            <a:solidFill>
              <a:srgbClr val="C3CE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7656728" y="1911734"/>
              <a:ext cx="719455" cy="2562225"/>
            </a:xfrm>
            <a:custGeom>
              <a:avLst/>
              <a:gdLst/>
              <a:ahLst/>
              <a:cxnLst/>
              <a:rect l="l" t="t" r="r" b="b"/>
              <a:pathLst>
                <a:path w="719454" h="2562225">
                  <a:moveTo>
                    <a:pt x="719327" y="2561714"/>
                  </a:moveTo>
                  <a:lnTo>
                    <a:pt x="719327" y="2542718"/>
                  </a:lnTo>
                  <a:lnTo>
                    <a:pt x="5333" y="0"/>
                  </a:lnTo>
                  <a:lnTo>
                    <a:pt x="0" y="0"/>
                  </a:lnTo>
                  <a:lnTo>
                    <a:pt x="719327" y="2561714"/>
                  </a:lnTo>
                  <a:close/>
                </a:path>
              </a:pathLst>
            </a:custGeom>
            <a:solidFill>
              <a:srgbClr val="C2CD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7662062" y="1911734"/>
              <a:ext cx="714375" cy="2543175"/>
            </a:xfrm>
            <a:custGeom>
              <a:avLst/>
              <a:gdLst/>
              <a:ahLst/>
              <a:cxnLst/>
              <a:rect l="l" t="t" r="r" b="b"/>
              <a:pathLst>
                <a:path w="714375" h="2543175">
                  <a:moveTo>
                    <a:pt x="713981" y="2542674"/>
                  </a:moveTo>
                  <a:lnTo>
                    <a:pt x="713981" y="2526392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713981" y="2542674"/>
                  </a:lnTo>
                  <a:close/>
                </a:path>
              </a:pathLst>
            </a:custGeom>
            <a:solidFill>
              <a:srgbClr val="C1CC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7666634" y="1911734"/>
              <a:ext cx="709930" cy="2526665"/>
            </a:xfrm>
            <a:custGeom>
              <a:avLst/>
              <a:gdLst/>
              <a:ahLst/>
              <a:cxnLst/>
              <a:rect l="l" t="t" r="r" b="b"/>
              <a:pathLst>
                <a:path w="709929" h="2526665">
                  <a:moveTo>
                    <a:pt x="709421" y="2526435"/>
                  </a:moveTo>
                  <a:lnTo>
                    <a:pt x="709421" y="2507439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709421" y="2526435"/>
                  </a:lnTo>
                  <a:close/>
                </a:path>
              </a:pathLst>
            </a:custGeom>
            <a:solidFill>
              <a:srgbClr val="C0CB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7671968" y="1911734"/>
              <a:ext cx="704215" cy="2507615"/>
            </a:xfrm>
            <a:custGeom>
              <a:avLst/>
              <a:gdLst/>
              <a:ahLst/>
              <a:cxnLst/>
              <a:rect l="l" t="t" r="r" b="b"/>
              <a:pathLst>
                <a:path w="704215" h="2507615">
                  <a:moveTo>
                    <a:pt x="704087" y="2507487"/>
                  </a:moveTo>
                  <a:lnTo>
                    <a:pt x="704087" y="2488491"/>
                  </a:lnTo>
                  <a:lnTo>
                    <a:pt x="5320" y="0"/>
                  </a:lnTo>
                  <a:lnTo>
                    <a:pt x="0" y="0"/>
                  </a:lnTo>
                  <a:lnTo>
                    <a:pt x="704087" y="2507487"/>
                  </a:lnTo>
                  <a:close/>
                </a:path>
              </a:pathLst>
            </a:custGeom>
            <a:solidFill>
              <a:srgbClr val="BFC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7677302" y="1911734"/>
              <a:ext cx="699135" cy="2488565"/>
            </a:xfrm>
            <a:custGeom>
              <a:avLst/>
              <a:gdLst/>
              <a:ahLst/>
              <a:cxnLst/>
              <a:rect l="l" t="t" r="r" b="b"/>
              <a:pathLst>
                <a:path w="699134" h="2488565">
                  <a:moveTo>
                    <a:pt x="698753" y="2488445"/>
                  </a:moveTo>
                  <a:lnTo>
                    <a:pt x="698753" y="2472163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698753" y="2488445"/>
                  </a:lnTo>
                  <a:close/>
                </a:path>
              </a:pathLst>
            </a:custGeom>
            <a:solidFill>
              <a:srgbClr val="BEC9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7681874" y="1911734"/>
              <a:ext cx="694690" cy="2472690"/>
            </a:xfrm>
            <a:custGeom>
              <a:avLst/>
              <a:gdLst/>
              <a:ahLst/>
              <a:cxnLst/>
              <a:rect l="l" t="t" r="r" b="b"/>
              <a:pathLst>
                <a:path w="694690" h="2472690">
                  <a:moveTo>
                    <a:pt x="694181" y="2472163"/>
                  </a:moveTo>
                  <a:lnTo>
                    <a:pt x="694181" y="2453168"/>
                  </a:lnTo>
                  <a:lnTo>
                    <a:pt x="5333" y="0"/>
                  </a:lnTo>
                  <a:lnTo>
                    <a:pt x="0" y="0"/>
                  </a:lnTo>
                  <a:lnTo>
                    <a:pt x="694181" y="2472163"/>
                  </a:lnTo>
                  <a:close/>
                </a:path>
              </a:pathLst>
            </a:custGeom>
            <a:solidFill>
              <a:srgbClr val="BC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7687208" y="1911734"/>
              <a:ext cx="688975" cy="2453640"/>
            </a:xfrm>
            <a:custGeom>
              <a:avLst/>
              <a:gdLst/>
              <a:ahLst/>
              <a:cxnLst/>
              <a:rect l="l" t="t" r="r" b="b"/>
              <a:pathLst>
                <a:path w="688975" h="2453640">
                  <a:moveTo>
                    <a:pt x="688847" y="2453166"/>
                  </a:moveTo>
                  <a:lnTo>
                    <a:pt x="688847" y="2434170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688847" y="2453166"/>
                  </a:lnTo>
                  <a:close/>
                </a:path>
              </a:pathLst>
            </a:custGeom>
            <a:solidFill>
              <a:srgbClr val="BBC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7692541" y="1911734"/>
              <a:ext cx="683895" cy="2434590"/>
            </a:xfrm>
            <a:custGeom>
              <a:avLst/>
              <a:gdLst/>
              <a:ahLst/>
              <a:cxnLst/>
              <a:rect l="l" t="t" r="r" b="b"/>
              <a:pathLst>
                <a:path w="683895" h="2434590">
                  <a:moveTo>
                    <a:pt x="683514" y="2434215"/>
                  </a:moveTo>
                  <a:lnTo>
                    <a:pt x="683514" y="2415219"/>
                  </a:lnTo>
                  <a:lnTo>
                    <a:pt x="5321" y="0"/>
                  </a:lnTo>
                  <a:lnTo>
                    <a:pt x="0" y="0"/>
                  </a:lnTo>
                  <a:lnTo>
                    <a:pt x="683514" y="2434215"/>
                  </a:lnTo>
                  <a:close/>
                </a:path>
              </a:pathLst>
            </a:custGeom>
            <a:solidFill>
              <a:srgbClr val="BAC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7697876" y="1911734"/>
              <a:ext cx="678180" cy="2415540"/>
            </a:xfrm>
            <a:custGeom>
              <a:avLst/>
              <a:gdLst/>
              <a:ahLst/>
              <a:cxnLst/>
              <a:rect l="l" t="t" r="r" b="b"/>
              <a:pathLst>
                <a:path w="678179" h="2415540">
                  <a:moveTo>
                    <a:pt x="678179" y="2415176"/>
                  </a:moveTo>
                  <a:lnTo>
                    <a:pt x="678179" y="2398893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678179" y="2415176"/>
                  </a:lnTo>
                  <a:close/>
                </a:path>
              </a:pathLst>
            </a:custGeom>
            <a:solidFill>
              <a:srgbClr val="B9C6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7702448" y="1911734"/>
              <a:ext cx="673735" cy="2399030"/>
            </a:xfrm>
            <a:custGeom>
              <a:avLst/>
              <a:gdLst/>
              <a:ahLst/>
              <a:cxnLst/>
              <a:rect l="l" t="t" r="r" b="b"/>
              <a:pathLst>
                <a:path w="673734" h="2399029">
                  <a:moveTo>
                    <a:pt x="673607" y="2398894"/>
                  </a:moveTo>
                  <a:lnTo>
                    <a:pt x="673607" y="2379898"/>
                  </a:lnTo>
                  <a:lnTo>
                    <a:pt x="5333" y="0"/>
                  </a:lnTo>
                  <a:lnTo>
                    <a:pt x="0" y="0"/>
                  </a:lnTo>
                  <a:lnTo>
                    <a:pt x="673607" y="2398894"/>
                  </a:lnTo>
                  <a:close/>
                </a:path>
              </a:pathLst>
            </a:custGeom>
            <a:solidFill>
              <a:srgbClr val="B8C5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7707782" y="1911734"/>
              <a:ext cx="668655" cy="2379980"/>
            </a:xfrm>
            <a:custGeom>
              <a:avLst/>
              <a:gdLst/>
              <a:ahLst/>
              <a:cxnLst/>
              <a:rect l="l" t="t" r="r" b="b"/>
              <a:pathLst>
                <a:path w="668654" h="2379979">
                  <a:moveTo>
                    <a:pt x="668273" y="2379896"/>
                  </a:moveTo>
                  <a:lnTo>
                    <a:pt x="668273" y="2360901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668273" y="2379896"/>
                  </a:lnTo>
                  <a:close/>
                </a:path>
              </a:pathLst>
            </a:custGeom>
            <a:solidFill>
              <a:srgbClr val="B7C4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7713115" y="1911734"/>
              <a:ext cx="662940" cy="2361565"/>
            </a:xfrm>
            <a:custGeom>
              <a:avLst/>
              <a:gdLst/>
              <a:ahLst/>
              <a:cxnLst/>
              <a:rect l="l" t="t" r="r" b="b"/>
              <a:pathLst>
                <a:path w="662940" h="2361565">
                  <a:moveTo>
                    <a:pt x="662940" y="2360946"/>
                  </a:moveTo>
                  <a:lnTo>
                    <a:pt x="662940" y="2344664"/>
                  </a:lnTo>
                  <a:lnTo>
                    <a:pt x="4559" y="0"/>
                  </a:lnTo>
                  <a:lnTo>
                    <a:pt x="0" y="0"/>
                  </a:lnTo>
                  <a:lnTo>
                    <a:pt x="662940" y="2360946"/>
                  </a:lnTo>
                  <a:close/>
                </a:path>
              </a:pathLst>
            </a:custGeom>
            <a:solidFill>
              <a:srgbClr val="B6C3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7717688" y="1911734"/>
              <a:ext cx="658495" cy="2345055"/>
            </a:xfrm>
            <a:custGeom>
              <a:avLst/>
              <a:gdLst/>
              <a:ahLst/>
              <a:cxnLst/>
              <a:rect l="l" t="t" r="r" b="b"/>
              <a:pathLst>
                <a:path w="658495" h="2345054">
                  <a:moveTo>
                    <a:pt x="658368" y="2344664"/>
                  </a:moveTo>
                  <a:lnTo>
                    <a:pt x="658368" y="2325668"/>
                  </a:lnTo>
                  <a:lnTo>
                    <a:pt x="5321" y="0"/>
                  </a:lnTo>
                  <a:lnTo>
                    <a:pt x="0" y="0"/>
                  </a:lnTo>
                  <a:lnTo>
                    <a:pt x="658368" y="2344664"/>
                  </a:lnTo>
                  <a:close/>
                </a:path>
              </a:pathLst>
            </a:custGeom>
            <a:solidFill>
              <a:srgbClr val="B4C2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7723022" y="1911734"/>
              <a:ext cx="653415" cy="2326005"/>
            </a:xfrm>
            <a:custGeom>
              <a:avLst/>
              <a:gdLst/>
              <a:ahLst/>
              <a:cxnLst/>
              <a:rect l="l" t="t" r="r" b="b"/>
              <a:pathLst>
                <a:path w="653415" h="2326004">
                  <a:moveTo>
                    <a:pt x="653033" y="2325622"/>
                  </a:moveTo>
                  <a:lnTo>
                    <a:pt x="653033" y="2306626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653033" y="2325622"/>
                  </a:lnTo>
                  <a:close/>
                </a:path>
              </a:pathLst>
            </a:custGeom>
            <a:solidFill>
              <a:srgbClr val="B3C1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7728356" y="1911734"/>
              <a:ext cx="647700" cy="2306955"/>
            </a:xfrm>
            <a:custGeom>
              <a:avLst/>
              <a:gdLst/>
              <a:ahLst/>
              <a:cxnLst/>
              <a:rect l="l" t="t" r="r" b="b"/>
              <a:pathLst>
                <a:path w="647700" h="2306954">
                  <a:moveTo>
                    <a:pt x="647699" y="2306627"/>
                  </a:moveTo>
                  <a:lnTo>
                    <a:pt x="647699" y="2290345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647699" y="2306627"/>
                  </a:lnTo>
                  <a:close/>
                </a:path>
              </a:pathLst>
            </a:custGeom>
            <a:solidFill>
              <a:srgbClr val="B2C0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7732928" y="1911734"/>
              <a:ext cx="643255" cy="2290445"/>
            </a:xfrm>
            <a:custGeom>
              <a:avLst/>
              <a:gdLst/>
              <a:ahLst/>
              <a:cxnLst/>
              <a:rect l="l" t="t" r="r" b="b"/>
              <a:pathLst>
                <a:path w="643254" h="2290445">
                  <a:moveTo>
                    <a:pt x="643127" y="2290346"/>
                  </a:moveTo>
                  <a:lnTo>
                    <a:pt x="643127" y="2271350"/>
                  </a:lnTo>
                  <a:lnTo>
                    <a:pt x="5333" y="0"/>
                  </a:lnTo>
                  <a:lnTo>
                    <a:pt x="0" y="0"/>
                  </a:lnTo>
                  <a:lnTo>
                    <a:pt x="643127" y="2290346"/>
                  </a:lnTo>
                  <a:close/>
                </a:path>
              </a:pathLst>
            </a:custGeom>
            <a:solidFill>
              <a:srgbClr val="B1BF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7738262" y="1911734"/>
              <a:ext cx="638175" cy="2271395"/>
            </a:xfrm>
            <a:custGeom>
              <a:avLst/>
              <a:gdLst/>
              <a:ahLst/>
              <a:cxnLst/>
              <a:rect l="l" t="t" r="r" b="b"/>
              <a:pathLst>
                <a:path w="638175" h="2271395">
                  <a:moveTo>
                    <a:pt x="637794" y="2271351"/>
                  </a:moveTo>
                  <a:lnTo>
                    <a:pt x="637794" y="2252355"/>
                  </a:lnTo>
                  <a:lnTo>
                    <a:pt x="5333" y="0"/>
                  </a:lnTo>
                  <a:lnTo>
                    <a:pt x="0" y="0"/>
                  </a:lnTo>
                  <a:lnTo>
                    <a:pt x="637794" y="2271351"/>
                  </a:lnTo>
                  <a:close/>
                </a:path>
              </a:pathLst>
            </a:custGeom>
            <a:solidFill>
              <a:srgbClr val="B0BE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7743596" y="1911734"/>
              <a:ext cx="632460" cy="2252980"/>
            </a:xfrm>
            <a:custGeom>
              <a:avLst/>
              <a:gdLst/>
              <a:ahLst/>
              <a:cxnLst/>
              <a:rect l="l" t="t" r="r" b="b"/>
              <a:pathLst>
                <a:path w="632459" h="2252979">
                  <a:moveTo>
                    <a:pt x="632459" y="2252353"/>
                  </a:moveTo>
                  <a:lnTo>
                    <a:pt x="632459" y="2236071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632459" y="2252353"/>
                  </a:lnTo>
                  <a:close/>
                </a:path>
              </a:pathLst>
            </a:custGeom>
            <a:solidFill>
              <a:srgbClr val="AEBE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7748168" y="1911734"/>
              <a:ext cx="628015" cy="2236470"/>
            </a:xfrm>
            <a:custGeom>
              <a:avLst/>
              <a:gdLst/>
              <a:ahLst/>
              <a:cxnLst/>
              <a:rect l="l" t="t" r="r" b="b"/>
              <a:pathLst>
                <a:path w="628015" h="2236470">
                  <a:moveTo>
                    <a:pt x="627887" y="2236119"/>
                  </a:moveTo>
                  <a:lnTo>
                    <a:pt x="627887" y="2217123"/>
                  </a:lnTo>
                  <a:lnTo>
                    <a:pt x="5320" y="0"/>
                  </a:lnTo>
                  <a:lnTo>
                    <a:pt x="0" y="0"/>
                  </a:lnTo>
                  <a:lnTo>
                    <a:pt x="627887" y="2236119"/>
                  </a:lnTo>
                  <a:close/>
                </a:path>
              </a:pathLst>
            </a:custGeom>
            <a:solidFill>
              <a:srgbClr val="ADBD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7753502" y="1911734"/>
              <a:ext cx="622935" cy="2217420"/>
            </a:xfrm>
            <a:custGeom>
              <a:avLst/>
              <a:gdLst/>
              <a:ahLst/>
              <a:cxnLst/>
              <a:rect l="l" t="t" r="r" b="b"/>
              <a:pathLst>
                <a:path w="622934" h="2217420">
                  <a:moveTo>
                    <a:pt x="622553" y="2217077"/>
                  </a:moveTo>
                  <a:lnTo>
                    <a:pt x="622553" y="2198081"/>
                  </a:lnTo>
                  <a:lnTo>
                    <a:pt x="5333" y="0"/>
                  </a:lnTo>
                  <a:lnTo>
                    <a:pt x="0" y="0"/>
                  </a:lnTo>
                  <a:lnTo>
                    <a:pt x="622553" y="2217077"/>
                  </a:lnTo>
                  <a:close/>
                </a:path>
              </a:pathLst>
            </a:custGeom>
            <a:solidFill>
              <a:srgbClr val="ACBC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7758836" y="1911734"/>
              <a:ext cx="617220" cy="2198370"/>
            </a:xfrm>
            <a:custGeom>
              <a:avLst/>
              <a:gdLst/>
              <a:ahLst/>
              <a:cxnLst/>
              <a:rect l="l" t="t" r="r" b="b"/>
              <a:pathLst>
                <a:path w="617220" h="2198370">
                  <a:moveTo>
                    <a:pt x="617220" y="2198082"/>
                  </a:moveTo>
                  <a:lnTo>
                    <a:pt x="617220" y="2179086"/>
                  </a:lnTo>
                  <a:lnTo>
                    <a:pt x="5333" y="0"/>
                  </a:lnTo>
                  <a:lnTo>
                    <a:pt x="0" y="0"/>
                  </a:lnTo>
                  <a:lnTo>
                    <a:pt x="617220" y="2198082"/>
                  </a:lnTo>
                  <a:close/>
                </a:path>
              </a:pathLst>
            </a:custGeom>
            <a:solidFill>
              <a:srgbClr val="ABBB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7764170" y="1911734"/>
              <a:ext cx="612140" cy="2179320"/>
            </a:xfrm>
            <a:custGeom>
              <a:avLst/>
              <a:gdLst/>
              <a:ahLst/>
              <a:cxnLst/>
              <a:rect l="l" t="t" r="r" b="b"/>
              <a:pathLst>
                <a:path w="612140" h="2179320">
                  <a:moveTo>
                    <a:pt x="611885" y="2179084"/>
                  </a:moveTo>
                  <a:lnTo>
                    <a:pt x="611885" y="2162802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611885" y="2179084"/>
                  </a:lnTo>
                  <a:close/>
                </a:path>
              </a:pathLst>
            </a:custGeom>
            <a:solidFill>
              <a:srgbClr val="A9BA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7768741" y="1911734"/>
              <a:ext cx="607695" cy="2163445"/>
            </a:xfrm>
            <a:custGeom>
              <a:avLst/>
              <a:gdLst/>
              <a:ahLst/>
              <a:cxnLst/>
              <a:rect l="l" t="t" r="r" b="b"/>
              <a:pathLst>
                <a:path w="607695" h="2163445">
                  <a:moveTo>
                    <a:pt x="607314" y="2162847"/>
                  </a:moveTo>
                  <a:lnTo>
                    <a:pt x="607314" y="2143851"/>
                  </a:lnTo>
                  <a:lnTo>
                    <a:pt x="5321" y="0"/>
                  </a:lnTo>
                  <a:lnTo>
                    <a:pt x="0" y="0"/>
                  </a:lnTo>
                  <a:lnTo>
                    <a:pt x="607314" y="2162847"/>
                  </a:lnTo>
                  <a:close/>
                </a:path>
              </a:pathLst>
            </a:custGeom>
            <a:solidFill>
              <a:srgbClr val="A8B9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7774076" y="1911734"/>
              <a:ext cx="601980" cy="2144395"/>
            </a:xfrm>
            <a:custGeom>
              <a:avLst/>
              <a:gdLst/>
              <a:ahLst/>
              <a:cxnLst/>
              <a:rect l="l" t="t" r="r" b="b"/>
              <a:pathLst>
                <a:path w="601979" h="2144395">
                  <a:moveTo>
                    <a:pt x="601979" y="2143808"/>
                  </a:moveTo>
                  <a:lnTo>
                    <a:pt x="601979" y="2124812"/>
                  </a:lnTo>
                  <a:lnTo>
                    <a:pt x="5333" y="0"/>
                  </a:lnTo>
                  <a:lnTo>
                    <a:pt x="0" y="0"/>
                  </a:lnTo>
                  <a:lnTo>
                    <a:pt x="601979" y="2143808"/>
                  </a:lnTo>
                  <a:close/>
                </a:path>
              </a:pathLst>
            </a:custGeom>
            <a:solidFill>
              <a:srgbClr val="A7B8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7779410" y="1911734"/>
              <a:ext cx="596900" cy="2125345"/>
            </a:xfrm>
            <a:custGeom>
              <a:avLst/>
              <a:gdLst/>
              <a:ahLst/>
              <a:cxnLst/>
              <a:rect l="l" t="t" r="r" b="b"/>
              <a:pathLst>
                <a:path w="596900" h="2125345">
                  <a:moveTo>
                    <a:pt x="596645" y="2124810"/>
                  </a:moveTo>
                  <a:lnTo>
                    <a:pt x="596645" y="2108528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596645" y="2124810"/>
                  </a:lnTo>
                  <a:close/>
                </a:path>
              </a:pathLst>
            </a:custGeom>
            <a:solidFill>
              <a:srgbClr val="A6B7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7783982" y="1911734"/>
              <a:ext cx="592455" cy="2108835"/>
            </a:xfrm>
            <a:custGeom>
              <a:avLst/>
              <a:gdLst/>
              <a:ahLst/>
              <a:cxnLst/>
              <a:rect l="l" t="t" r="r" b="b"/>
              <a:pathLst>
                <a:path w="592454" h="2108835">
                  <a:moveTo>
                    <a:pt x="592073" y="2108528"/>
                  </a:moveTo>
                  <a:lnTo>
                    <a:pt x="592073" y="2089533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592073" y="2108528"/>
                  </a:lnTo>
                  <a:close/>
                </a:path>
              </a:pathLst>
            </a:custGeom>
            <a:solidFill>
              <a:srgbClr val="A4B6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7789315" y="1911734"/>
              <a:ext cx="586740" cy="2089785"/>
            </a:xfrm>
            <a:custGeom>
              <a:avLst/>
              <a:gdLst/>
              <a:ahLst/>
              <a:cxnLst/>
              <a:rect l="l" t="t" r="r" b="b"/>
              <a:pathLst>
                <a:path w="586740" h="2089785">
                  <a:moveTo>
                    <a:pt x="586740" y="2089578"/>
                  </a:moveTo>
                  <a:lnTo>
                    <a:pt x="586740" y="2070582"/>
                  </a:lnTo>
                  <a:lnTo>
                    <a:pt x="5321" y="0"/>
                  </a:lnTo>
                  <a:lnTo>
                    <a:pt x="0" y="0"/>
                  </a:lnTo>
                  <a:lnTo>
                    <a:pt x="586740" y="2089578"/>
                  </a:lnTo>
                  <a:close/>
                </a:path>
              </a:pathLst>
            </a:custGeom>
            <a:solidFill>
              <a:srgbClr val="A3B5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7794650" y="1911734"/>
              <a:ext cx="581660" cy="2070735"/>
            </a:xfrm>
            <a:custGeom>
              <a:avLst/>
              <a:gdLst/>
              <a:ahLst/>
              <a:cxnLst/>
              <a:rect l="l" t="t" r="r" b="b"/>
              <a:pathLst>
                <a:path w="581659" h="2070735">
                  <a:moveTo>
                    <a:pt x="581405" y="2070538"/>
                  </a:moveTo>
                  <a:lnTo>
                    <a:pt x="581405" y="2054256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581405" y="2070538"/>
                  </a:lnTo>
                  <a:close/>
                </a:path>
              </a:pathLst>
            </a:custGeom>
            <a:solidFill>
              <a:srgbClr val="A2B4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7799222" y="1911734"/>
              <a:ext cx="577215" cy="2054860"/>
            </a:xfrm>
            <a:custGeom>
              <a:avLst/>
              <a:gdLst/>
              <a:ahLst/>
              <a:cxnLst/>
              <a:rect l="l" t="t" r="r" b="b"/>
              <a:pathLst>
                <a:path w="577215" h="2054860">
                  <a:moveTo>
                    <a:pt x="576833" y="2054254"/>
                  </a:moveTo>
                  <a:lnTo>
                    <a:pt x="576833" y="2035258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576833" y="2054254"/>
                  </a:lnTo>
                  <a:close/>
                </a:path>
              </a:pathLst>
            </a:custGeom>
            <a:solidFill>
              <a:srgbClr val="A1B3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7804556" y="1911734"/>
              <a:ext cx="571500" cy="2035810"/>
            </a:xfrm>
            <a:custGeom>
              <a:avLst/>
              <a:gdLst/>
              <a:ahLst/>
              <a:cxnLst/>
              <a:rect l="l" t="t" r="r" b="b"/>
              <a:pathLst>
                <a:path w="571500" h="2035810">
                  <a:moveTo>
                    <a:pt x="571499" y="2035259"/>
                  </a:moveTo>
                  <a:lnTo>
                    <a:pt x="571499" y="2016263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571499" y="2035259"/>
                  </a:lnTo>
                  <a:close/>
                </a:path>
              </a:pathLst>
            </a:custGeom>
            <a:solidFill>
              <a:srgbClr val="9FB2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7809890" y="1911734"/>
              <a:ext cx="566420" cy="2016760"/>
            </a:xfrm>
            <a:custGeom>
              <a:avLst/>
              <a:gdLst/>
              <a:ahLst/>
              <a:cxnLst/>
              <a:rect l="l" t="t" r="r" b="b"/>
              <a:pathLst>
                <a:path w="566420" h="2016760">
                  <a:moveTo>
                    <a:pt x="566166" y="2016308"/>
                  </a:moveTo>
                  <a:lnTo>
                    <a:pt x="566166" y="1997313"/>
                  </a:lnTo>
                  <a:lnTo>
                    <a:pt x="5321" y="0"/>
                  </a:lnTo>
                  <a:lnTo>
                    <a:pt x="0" y="0"/>
                  </a:lnTo>
                  <a:lnTo>
                    <a:pt x="566166" y="2016308"/>
                  </a:lnTo>
                  <a:close/>
                </a:path>
              </a:pathLst>
            </a:custGeom>
            <a:solidFill>
              <a:srgbClr val="9EB1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7815224" y="1911734"/>
              <a:ext cx="561340" cy="1997710"/>
            </a:xfrm>
            <a:custGeom>
              <a:avLst/>
              <a:gdLst/>
              <a:ahLst/>
              <a:cxnLst/>
              <a:rect l="l" t="t" r="r" b="b"/>
              <a:pathLst>
                <a:path w="561340" h="1997710">
                  <a:moveTo>
                    <a:pt x="560831" y="1997269"/>
                  </a:moveTo>
                  <a:lnTo>
                    <a:pt x="560831" y="1980987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560831" y="1997269"/>
                  </a:lnTo>
                  <a:close/>
                </a:path>
              </a:pathLst>
            </a:custGeom>
            <a:solidFill>
              <a:srgbClr val="9DB0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7819796" y="1911734"/>
              <a:ext cx="556260" cy="1981200"/>
            </a:xfrm>
            <a:custGeom>
              <a:avLst/>
              <a:gdLst/>
              <a:ahLst/>
              <a:cxnLst/>
              <a:rect l="l" t="t" r="r" b="b"/>
              <a:pathLst>
                <a:path w="556259" h="1981200">
                  <a:moveTo>
                    <a:pt x="556259" y="1980985"/>
                  </a:moveTo>
                  <a:lnTo>
                    <a:pt x="556259" y="1961989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556259" y="1980985"/>
                  </a:lnTo>
                  <a:close/>
                </a:path>
              </a:pathLst>
            </a:custGeom>
            <a:solidFill>
              <a:srgbClr val="9BAF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7825130" y="1911734"/>
              <a:ext cx="551180" cy="1962150"/>
            </a:xfrm>
            <a:custGeom>
              <a:avLst/>
              <a:gdLst/>
              <a:ahLst/>
              <a:cxnLst/>
              <a:rect l="l" t="t" r="r" b="b"/>
              <a:pathLst>
                <a:path w="551179" h="1962150">
                  <a:moveTo>
                    <a:pt x="550925" y="1961990"/>
                  </a:moveTo>
                  <a:lnTo>
                    <a:pt x="550925" y="1942994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550925" y="1961990"/>
                  </a:lnTo>
                  <a:close/>
                </a:path>
              </a:pathLst>
            </a:custGeom>
            <a:solidFill>
              <a:srgbClr val="9AAE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7830464" y="1911734"/>
              <a:ext cx="546100" cy="1943100"/>
            </a:xfrm>
            <a:custGeom>
              <a:avLst/>
              <a:gdLst/>
              <a:ahLst/>
              <a:cxnLst/>
              <a:rect l="l" t="t" r="r" b="b"/>
              <a:pathLst>
                <a:path w="546100" h="1943100">
                  <a:moveTo>
                    <a:pt x="545592" y="1943039"/>
                  </a:moveTo>
                  <a:lnTo>
                    <a:pt x="545592" y="1926757"/>
                  </a:lnTo>
                  <a:lnTo>
                    <a:pt x="4559" y="0"/>
                  </a:lnTo>
                  <a:lnTo>
                    <a:pt x="0" y="0"/>
                  </a:lnTo>
                  <a:lnTo>
                    <a:pt x="545592" y="1943039"/>
                  </a:lnTo>
                  <a:close/>
                </a:path>
              </a:pathLst>
            </a:custGeom>
            <a:solidFill>
              <a:srgbClr val="9AA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7835036" y="1911734"/>
              <a:ext cx="541020" cy="1927225"/>
            </a:xfrm>
            <a:custGeom>
              <a:avLst/>
              <a:gdLst/>
              <a:ahLst/>
              <a:cxnLst/>
              <a:rect l="l" t="t" r="r" b="b"/>
              <a:pathLst>
                <a:path w="541020" h="1927225">
                  <a:moveTo>
                    <a:pt x="541007" y="1926668"/>
                  </a:moveTo>
                  <a:lnTo>
                    <a:pt x="541007" y="1907673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541007" y="1926668"/>
                  </a:lnTo>
                  <a:close/>
                </a:path>
              </a:pathLst>
            </a:custGeom>
            <a:solidFill>
              <a:srgbClr val="98AC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7840370" y="1911734"/>
              <a:ext cx="535940" cy="1908175"/>
            </a:xfrm>
            <a:custGeom>
              <a:avLst/>
              <a:gdLst/>
              <a:ahLst/>
              <a:cxnLst/>
              <a:rect l="l" t="t" r="r" b="b"/>
              <a:pathLst>
                <a:path w="535940" h="1908175">
                  <a:moveTo>
                    <a:pt x="535685" y="1907716"/>
                  </a:moveTo>
                  <a:lnTo>
                    <a:pt x="535685" y="1888720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535685" y="1907716"/>
                  </a:lnTo>
                  <a:close/>
                </a:path>
              </a:pathLst>
            </a:custGeom>
            <a:solidFill>
              <a:srgbClr val="96AB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7845704" y="1911734"/>
              <a:ext cx="530860" cy="1889125"/>
            </a:xfrm>
            <a:custGeom>
              <a:avLst/>
              <a:gdLst/>
              <a:ahLst/>
              <a:cxnLst/>
              <a:rect l="l" t="t" r="r" b="b"/>
              <a:pathLst>
                <a:path w="530859" h="1889125">
                  <a:moveTo>
                    <a:pt x="530351" y="1888721"/>
                  </a:moveTo>
                  <a:lnTo>
                    <a:pt x="530351" y="1872439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530351" y="1888721"/>
                  </a:lnTo>
                  <a:close/>
                </a:path>
              </a:pathLst>
            </a:custGeom>
            <a:solidFill>
              <a:srgbClr val="95AA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7850276" y="1911734"/>
              <a:ext cx="525780" cy="1872614"/>
            </a:xfrm>
            <a:custGeom>
              <a:avLst/>
              <a:gdLst/>
              <a:ahLst/>
              <a:cxnLst/>
              <a:rect l="l" t="t" r="r" b="b"/>
              <a:pathLst>
                <a:path w="525779" h="1872614">
                  <a:moveTo>
                    <a:pt x="525779" y="1872440"/>
                  </a:moveTo>
                  <a:lnTo>
                    <a:pt x="525779" y="1853444"/>
                  </a:lnTo>
                  <a:lnTo>
                    <a:pt x="5333" y="0"/>
                  </a:lnTo>
                  <a:lnTo>
                    <a:pt x="0" y="0"/>
                  </a:lnTo>
                  <a:lnTo>
                    <a:pt x="525779" y="1872440"/>
                  </a:lnTo>
                  <a:close/>
                </a:path>
              </a:pathLst>
            </a:custGeom>
            <a:solidFill>
              <a:srgbClr val="94A9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7855610" y="1911734"/>
              <a:ext cx="520700" cy="1853564"/>
            </a:xfrm>
            <a:custGeom>
              <a:avLst/>
              <a:gdLst/>
              <a:ahLst/>
              <a:cxnLst/>
              <a:rect l="l" t="t" r="r" b="b"/>
              <a:pathLst>
                <a:path w="520700" h="1853564">
                  <a:moveTo>
                    <a:pt x="520445" y="1853442"/>
                  </a:moveTo>
                  <a:lnTo>
                    <a:pt x="520445" y="1834446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520445" y="1853442"/>
                  </a:lnTo>
                  <a:close/>
                </a:path>
              </a:pathLst>
            </a:custGeom>
            <a:solidFill>
              <a:srgbClr val="92A8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7860944" y="1911734"/>
              <a:ext cx="515620" cy="1834514"/>
            </a:xfrm>
            <a:custGeom>
              <a:avLst/>
              <a:gdLst/>
              <a:ahLst/>
              <a:cxnLst/>
              <a:rect l="l" t="t" r="r" b="b"/>
              <a:pathLst>
                <a:path w="515620" h="1834514">
                  <a:moveTo>
                    <a:pt x="515111" y="1834494"/>
                  </a:moveTo>
                  <a:lnTo>
                    <a:pt x="515111" y="1818212"/>
                  </a:lnTo>
                  <a:lnTo>
                    <a:pt x="4558" y="0"/>
                  </a:lnTo>
                  <a:lnTo>
                    <a:pt x="0" y="0"/>
                  </a:lnTo>
                  <a:lnTo>
                    <a:pt x="515111" y="1834494"/>
                  </a:lnTo>
                  <a:close/>
                </a:path>
              </a:pathLst>
            </a:custGeom>
            <a:solidFill>
              <a:srgbClr val="91A7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7865515" y="1911734"/>
              <a:ext cx="510540" cy="1818639"/>
            </a:xfrm>
            <a:custGeom>
              <a:avLst/>
              <a:gdLst/>
              <a:ahLst/>
              <a:cxnLst/>
              <a:rect l="l" t="t" r="r" b="b"/>
              <a:pathLst>
                <a:path w="510540" h="1818639">
                  <a:moveTo>
                    <a:pt x="510540" y="1818210"/>
                  </a:moveTo>
                  <a:lnTo>
                    <a:pt x="510540" y="1799214"/>
                  </a:lnTo>
                  <a:lnTo>
                    <a:pt x="5321" y="0"/>
                  </a:lnTo>
                  <a:lnTo>
                    <a:pt x="0" y="0"/>
                  </a:lnTo>
                  <a:lnTo>
                    <a:pt x="510540" y="1818210"/>
                  </a:lnTo>
                  <a:close/>
                </a:path>
              </a:pathLst>
            </a:custGeom>
            <a:solidFill>
              <a:srgbClr val="90A6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7870850" y="1911734"/>
              <a:ext cx="505459" cy="1799589"/>
            </a:xfrm>
            <a:custGeom>
              <a:avLst/>
              <a:gdLst/>
              <a:ahLst/>
              <a:cxnLst/>
              <a:rect l="l" t="t" r="r" b="b"/>
              <a:pathLst>
                <a:path w="505459" h="1799589">
                  <a:moveTo>
                    <a:pt x="505205" y="1799170"/>
                  </a:moveTo>
                  <a:lnTo>
                    <a:pt x="505205" y="1780175"/>
                  </a:lnTo>
                  <a:lnTo>
                    <a:pt x="5333" y="0"/>
                  </a:lnTo>
                  <a:lnTo>
                    <a:pt x="0" y="0"/>
                  </a:lnTo>
                  <a:lnTo>
                    <a:pt x="505205" y="1799170"/>
                  </a:lnTo>
                  <a:close/>
                </a:path>
              </a:pathLst>
            </a:custGeom>
            <a:solidFill>
              <a:srgbClr val="8FA5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7876184" y="1911734"/>
              <a:ext cx="500380" cy="1780539"/>
            </a:xfrm>
            <a:custGeom>
              <a:avLst/>
              <a:gdLst/>
              <a:ahLst/>
              <a:cxnLst/>
              <a:rect l="l" t="t" r="r" b="b"/>
              <a:pathLst>
                <a:path w="500379" h="1780539">
                  <a:moveTo>
                    <a:pt x="499871" y="1780173"/>
                  </a:moveTo>
                  <a:lnTo>
                    <a:pt x="499871" y="1761177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499871" y="1780173"/>
                  </a:lnTo>
                  <a:close/>
                </a:path>
              </a:pathLst>
            </a:custGeom>
            <a:solidFill>
              <a:srgbClr val="8EA4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7881518" y="1911734"/>
              <a:ext cx="494665" cy="1761489"/>
            </a:xfrm>
            <a:custGeom>
              <a:avLst/>
              <a:gdLst/>
              <a:ahLst/>
              <a:cxnLst/>
              <a:rect l="l" t="t" r="r" b="b"/>
              <a:pathLst>
                <a:path w="494665" h="1761489">
                  <a:moveTo>
                    <a:pt x="494537" y="1761225"/>
                  </a:moveTo>
                  <a:lnTo>
                    <a:pt x="494537" y="1744942"/>
                  </a:lnTo>
                  <a:lnTo>
                    <a:pt x="4558" y="0"/>
                  </a:lnTo>
                  <a:lnTo>
                    <a:pt x="0" y="0"/>
                  </a:lnTo>
                  <a:lnTo>
                    <a:pt x="494537" y="1761225"/>
                  </a:lnTo>
                  <a:close/>
                </a:path>
              </a:pathLst>
            </a:custGeom>
            <a:solidFill>
              <a:srgbClr val="8DA3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7886089" y="1911734"/>
              <a:ext cx="490220" cy="1744980"/>
            </a:xfrm>
            <a:custGeom>
              <a:avLst/>
              <a:gdLst/>
              <a:ahLst/>
              <a:cxnLst/>
              <a:rect l="l" t="t" r="r" b="b"/>
              <a:pathLst>
                <a:path w="490220" h="1744979">
                  <a:moveTo>
                    <a:pt x="489966" y="1744940"/>
                  </a:moveTo>
                  <a:lnTo>
                    <a:pt x="489966" y="1725945"/>
                  </a:lnTo>
                  <a:lnTo>
                    <a:pt x="5321" y="0"/>
                  </a:lnTo>
                  <a:lnTo>
                    <a:pt x="0" y="0"/>
                  </a:lnTo>
                  <a:lnTo>
                    <a:pt x="489966" y="1744940"/>
                  </a:lnTo>
                  <a:close/>
                </a:path>
              </a:pathLst>
            </a:custGeom>
            <a:solidFill>
              <a:srgbClr val="8AA2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7891424" y="1911734"/>
              <a:ext cx="485140" cy="1725930"/>
            </a:xfrm>
            <a:custGeom>
              <a:avLst/>
              <a:gdLst/>
              <a:ahLst/>
              <a:cxnLst/>
              <a:rect l="l" t="t" r="r" b="b"/>
              <a:pathLst>
                <a:path w="485140" h="1725929">
                  <a:moveTo>
                    <a:pt x="484631" y="1725901"/>
                  </a:moveTo>
                  <a:lnTo>
                    <a:pt x="484631" y="1706905"/>
                  </a:lnTo>
                  <a:lnTo>
                    <a:pt x="5333" y="0"/>
                  </a:lnTo>
                  <a:lnTo>
                    <a:pt x="0" y="0"/>
                  </a:lnTo>
                  <a:lnTo>
                    <a:pt x="484631" y="1725901"/>
                  </a:lnTo>
                  <a:close/>
                </a:path>
              </a:pathLst>
            </a:custGeom>
            <a:solidFill>
              <a:srgbClr val="89A2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7896758" y="1911734"/>
              <a:ext cx="479425" cy="1707514"/>
            </a:xfrm>
            <a:custGeom>
              <a:avLst/>
              <a:gdLst/>
              <a:ahLst/>
              <a:cxnLst/>
              <a:rect l="l" t="t" r="r" b="b"/>
              <a:pathLst>
                <a:path w="479425" h="1707514">
                  <a:moveTo>
                    <a:pt x="479297" y="1706903"/>
                  </a:moveTo>
                  <a:lnTo>
                    <a:pt x="479297" y="1690621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479297" y="1706903"/>
                  </a:lnTo>
                  <a:close/>
                </a:path>
              </a:pathLst>
            </a:custGeom>
            <a:solidFill>
              <a:srgbClr val="87A1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7901330" y="1911734"/>
              <a:ext cx="474980" cy="1691005"/>
            </a:xfrm>
            <a:custGeom>
              <a:avLst/>
              <a:gdLst/>
              <a:ahLst/>
              <a:cxnLst/>
              <a:rect l="l" t="t" r="r" b="b"/>
              <a:pathLst>
                <a:path w="474979" h="1691004">
                  <a:moveTo>
                    <a:pt x="474725" y="1690622"/>
                  </a:moveTo>
                  <a:lnTo>
                    <a:pt x="474725" y="1671626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474725" y="1690622"/>
                  </a:lnTo>
                  <a:close/>
                </a:path>
              </a:pathLst>
            </a:custGeom>
            <a:solidFill>
              <a:srgbClr val="86A0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7906664" y="1911734"/>
              <a:ext cx="469900" cy="1671955"/>
            </a:xfrm>
            <a:custGeom>
              <a:avLst/>
              <a:gdLst/>
              <a:ahLst/>
              <a:cxnLst/>
              <a:rect l="l" t="t" r="r" b="b"/>
              <a:pathLst>
                <a:path w="469900" h="1671954">
                  <a:moveTo>
                    <a:pt x="469392" y="1671671"/>
                  </a:moveTo>
                  <a:lnTo>
                    <a:pt x="469392" y="1652675"/>
                  </a:lnTo>
                  <a:lnTo>
                    <a:pt x="5321" y="0"/>
                  </a:lnTo>
                  <a:lnTo>
                    <a:pt x="0" y="0"/>
                  </a:lnTo>
                  <a:lnTo>
                    <a:pt x="469392" y="1671671"/>
                  </a:lnTo>
                  <a:close/>
                </a:path>
              </a:pathLst>
            </a:custGeom>
            <a:solidFill>
              <a:srgbClr val="859F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7911998" y="1911734"/>
              <a:ext cx="464184" cy="1652905"/>
            </a:xfrm>
            <a:custGeom>
              <a:avLst/>
              <a:gdLst/>
              <a:ahLst/>
              <a:cxnLst/>
              <a:rect l="l" t="t" r="r" b="b"/>
              <a:pathLst>
                <a:path w="464184" h="1652904">
                  <a:moveTo>
                    <a:pt x="464057" y="1652632"/>
                  </a:moveTo>
                  <a:lnTo>
                    <a:pt x="464057" y="1636350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464057" y="1652632"/>
                  </a:lnTo>
                  <a:close/>
                </a:path>
              </a:pathLst>
            </a:custGeom>
            <a:solidFill>
              <a:srgbClr val="849E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7916570" y="1911734"/>
              <a:ext cx="459740" cy="1636395"/>
            </a:xfrm>
            <a:custGeom>
              <a:avLst/>
              <a:gdLst/>
              <a:ahLst/>
              <a:cxnLst/>
              <a:rect l="l" t="t" r="r" b="b"/>
              <a:pathLst>
                <a:path w="459740" h="1636395">
                  <a:moveTo>
                    <a:pt x="459485" y="1636348"/>
                  </a:moveTo>
                  <a:lnTo>
                    <a:pt x="459485" y="1617352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459485" y="1636348"/>
                  </a:lnTo>
                  <a:close/>
                </a:path>
              </a:pathLst>
            </a:custGeom>
            <a:solidFill>
              <a:srgbClr val="839D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7921904" y="1911734"/>
              <a:ext cx="454659" cy="1617980"/>
            </a:xfrm>
            <a:custGeom>
              <a:avLst/>
              <a:gdLst/>
              <a:ahLst/>
              <a:cxnLst/>
              <a:rect l="l" t="t" r="r" b="b"/>
              <a:pathLst>
                <a:path w="454659" h="1617979">
                  <a:moveTo>
                    <a:pt x="454151" y="1617353"/>
                  </a:moveTo>
                  <a:lnTo>
                    <a:pt x="454151" y="1598357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454151" y="1617353"/>
                  </a:lnTo>
                  <a:close/>
                </a:path>
              </a:pathLst>
            </a:custGeom>
            <a:solidFill>
              <a:srgbClr val="829C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7927238" y="1911734"/>
              <a:ext cx="448945" cy="1598930"/>
            </a:xfrm>
            <a:custGeom>
              <a:avLst/>
              <a:gdLst/>
              <a:ahLst/>
              <a:cxnLst/>
              <a:rect l="l" t="t" r="r" b="b"/>
              <a:pathLst>
                <a:path w="448945" h="1598929">
                  <a:moveTo>
                    <a:pt x="448818" y="1598402"/>
                  </a:moveTo>
                  <a:lnTo>
                    <a:pt x="448818" y="1579406"/>
                  </a:lnTo>
                  <a:lnTo>
                    <a:pt x="5321" y="0"/>
                  </a:lnTo>
                  <a:lnTo>
                    <a:pt x="0" y="0"/>
                  </a:lnTo>
                  <a:lnTo>
                    <a:pt x="448818" y="1598402"/>
                  </a:lnTo>
                  <a:close/>
                </a:path>
              </a:pathLst>
            </a:custGeom>
            <a:solidFill>
              <a:srgbClr val="7E9B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7932572" y="1911734"/>
              <a:ext cx="443865" cy="1579880"/>
            </a:xfrm>
            <a:custGeom>
              <a:avLst/>
              <a:gdLst/>
              <a:ahLst/>
              <a:cxnLst/>
              <a:rect l="l" t="t" r="r" b="b"/>
              <a:pathLst>
                <a:path w="443865" h="1579879">
                  <a:moveTo>
                    <a:pt x="443483" y="1579360"/>
                  </a:moveTo>
                  <a:lnTo>
                    <a:pt x="443483" y="1563078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443483" y="1579360"/>
                  </a:lnTo>
                  <a:close/>
                </a:path>
              </a:pathLst>
            </a:custGeom>
            <a:solidFill>
              <a:srgbClr val="7D9A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7937144" y="1911734"/>
              <a:ext cx="439420" cy="1563370"/>
            </a:xfrm>
            <a:custGeom>
              <a:avLst/>
              <a:gdLst/>
              <a:ahLst/>
              <a:cxnLst/>
              <a:rect l="l" t="t" r="r" b="b"/>
              <a:pathLst>
                <a:path w="439420" h="1563370">
                  <a:moveTo>
                    <a:pt x="438911" y="1563126"/>
                  </a:moveTo>
                  <a:lnTo>
                    <a:pt x="438911" y="1544130"/>
                  </a:lnTo>
                  <a:lnTo>
                    <a:pt x="5320" y="0"/>
                  </a:lnTo>
                  <a:lnTo>
                    <a:pt x="0" y="0"/>
                  </a:lnTo>
                  <a:lnTo>
                    <a:pt x="438911" y="1563126"/>
                  </a:lnTo>
                  <a:close/>
                </a:path>
              </a:pathLst>
            </a:custGeom>
            <a:solidFill>
              <a:srgbClr val="7C9A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7942478" y="1911734"/>
              <a:ext cx="433705" cy="1544320"/>
            </a:xfrm>
            <a:custGeom>
              <a:avLst/>
              <a:gdLst/>
              <a:ahLst/>
              <a:cxnLst/>
              <a:rect l="l" t="t" r="r" b="b"/>
              <a:pathLst>
                <a:path w="433704" h="1544320">
                  <a:moveTo>
                    <a:pt x="433577" y="1544084"/>
                  </a:moveTo>
                  <a:lnTo>
                    <a:pt x="433577" y="1525088"/>
                  </a:lnTo>
                  <a:lnTo>
                    <a:pt x="5333" y="0"/>
                  </a:lnTo>
                  <a:lnTo>
                    <a:pt x="0" y="0"/>
                  </a:lnTo>
                  <a:lnTo>
                    <a:pt x="433577" y="1544084"/>
                  </a:lnTo>
                  <a:close/>
                </a:path>
              </a:pathLst>
            </a:custGeom>
            <a:solidFill>
              <a:srgbClr val="7A9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7947812" y="1911734"/>
              <a:ext cx="428625" cy="1525270"/>
            </a:xfrm>
            <a:custGeom>
              <a:avLst/>
              <a:gdLst/>
              <a:ahLst/>
              <a:cxnLst/>
              <a:rect l="l" t="t" r="r" b="b"/>
              <a:pathLst>
                <a:path w="428625" h="1525270">
                  <a:moveTo>
                    <a:pt x="428231" y="1525044"/>
                  </a:moveTo>
                  <a:lnTo>
                    <a:pt x="428231" y="1508761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428231" y="1525044"/>
                  </a:lnTo>
                  <a:close/>
                </a:path>
              </a:pathLst>
            </a:custGeom>
            <a:solidFill>
              <a:srgbClr val="7A97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7952384" y="1911734"/>
              <a:ext cx="424180" cy="1509395"/>
            </a:xfrm>
            <a:custGeom>
              <a:avLst/>
              <a:gdLst/>
              <a:ahLst/>
              <a:cxnLst/>
              <a:rect l="l" t="t" r="r" b="b"/>
              <a:pathLst>
                <a:path w="424179" h="1509395">
                  <a:moveTo>
                    <a:pt x="423671" y="1508805"/>
                  </a:moveTo>
                  <a:lnTo>
                    <a:pt x="423671" y="1489809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423671" y="1508805"/>
                  </a:lnTo>
                  <a:close/>
                </a:path>
              </a:pathLst>
            </a:custGeom>
            <a:solidFill>
              <a:srgbClr val="7996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7957718" y="1911734"/>
              <a:ext cx="418465" cy="1490345"/>
            </a:xfrm>
            <a:custGeom>
              <a:avLst/>
              <a:gdLst/>
              <a:ahLst/>
              <a:cxnLst/>
              <a:rect l="l" t="t" r="r" b="b"/>
              <a:pathLst>
                <a:path w="418465" h="1490345">
                  <a:moveTo>
                    <a:pt x="418337" y="1489857"/>
                  </a:moveTo>
                  <a:lnTo>
                    <a:pt x="418337" y="1470861"/>
                  </a:lnTo>
                  <a:lnTo>
                    <a:pt x="5320" y="0"/>
                  </a:lnTo>
                  <a:lnTo>
                    <a:pt x="0" y="0"/>
                  </a:lnTo>
                  <a:lnTo>
                    <a:pt x="418337" y="1489857"/>
                  </a:lnTo>
                  <a:close/>
                </a:path>
              </a:pathLst>
            </a:custGeom>
            <a:solidFill>
              <a:srgbClr val="7795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7963052" y="1911734"/>
              <a:ext cx="413384" cy="1471295"/>
            </a:xfrm>
            <a:custGeom>
              <a:avLst/>
              <a:gdLst/>
              <a:ahLst/>
              <a:cxnLst/>
              <a:rect l="l" t="t" r="r" b="b"/>
              <a:pathLst>
                <a:path w="413384" h="1471295">
                  <a:moveTo>
                    <a:pt x="413003" y="1470815"/>
                  </a:moveTo>
                  <a:lnTo>
                    <a:pt x="413003" y="1454533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413003" y="1470815"/>
                  </a:lnTo>
                  <a:close/>
                </a:path>
              </a:pathLst>
            </a:custGeom>
            <a:solidFill>
              <a:srgbClr val="7694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7967624" y="1911734"/>
              <a:ext cx="408940" cy="1454785"/>
            </a:xfrm>
            <a:custGeom>
              <a:avLst/>
              <a:gdLst/>
              <a:ahLst/>
              <a:cxnLst/>
              <a:rect l="l" t="t" r="r" b="b"/>
              <a:pathLst>
                <a:path w="408940" h="1454785">
                  <a:moveTo>
                    <a:pt x="408431" y="1454533"/>
                  </a:moveTo>
                  <a:lnTo>
                    <a:pt x="408431" y="1435537"/>
                  </a:lnTo>
                  <a:lnTo>
                    <a:pt x="5333" y="0"/>
                  </a:lnTo>
                  <a:lnTo>
                    <a:pt x="0" y="0"/>
                  </a:lnTo>
                  <a:lnTo>
                    <a:pt x="408431" y="1454533"/>
                  </a:lnTo>
                  <a:close/>
                </a:path>
              </a:pathLst>
            </a:custGeom>
            <a:solidFill>
              <a:srgbClr val="7493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7972958" y="1911734"/>
              <a:ext cx="403225" cy="1435735"/>
            </a:xfrm>
            <a:custGeom>
              <a:avLst/>
              <a:gdLst/>
              <a:ahLst/>
              <a:cxnLst/>
              <a:rect l="l" t="t" r="r" b="b"/>
              <a:pathLst>
                <a:path w="403225" h="1435735">
                  <a:moveTo>
                    <a:pt x="403097" y="1435535"/>
                  </a:moveTo>
                  <a:lnTo>
                    <a:pt x="403097" y="1416540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403097" y="1435535"/>
                  </a:lnTo>
                  <a:close/>
                </a:path>
              </a:pathLst>
            </a:custGeom>
            <a:solidFill>
              <a:srgbClr val="7293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7978291" y="1911734"/>
              <a:ext cx="398145" cy="1416685"/>
            </a:xfrm>
            <a:custGeom>
              <a:avLst/>
              <a:gdLst/>
              <a:ahLst/>
              <a:cxnLst/>
              <a:rect l="l" t="t" r="r" b="b"/>
              <a:pathLst>
                <a:path w="398145" h="1416685">
                  <a:moveTo>
                    <a:pt x="397764" y="1416585"/>
                  </a:moveTo>
                  <a:lnTo>
                    <a:pt x="397764" y="1400303"/>
                  </a:lnTo>
                  <a:lnTo>
                    <a:pt x="4559" y="0"/>
                  </a:lnTo>
                  <a:lnTo>
                    <a:pt x="0" y="0"/>
                  </a:lnTo>
                  <a:lnTo>
                    <a:pt x="397764" y="1416585"/>
                  </a:lnTo>
                  <a:close/>
                </a:path>
              </a:pathLst>
            </a:custGeom>
            <a:solidFill>
              <a:srgbClr val="7192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7982864" y="1911734"/>
              <a:ext cx="393700" cy="1400810"/>
            </a:xfrm>
            <a:custGeom>
              <a:avLst/>
              <a:gdLst/>
              <a:ahLst/>
              <a:cxnLst/>
              <a:rect l="l" t="t" r="r" b="b"/>
              <a:pathLst>
                <a:path w="393700" h="1400810">
                  <a:moveTo>
                    <a:pt x="393192" y="1400303"/>
                  </a:moveTo>
                  <a:lnTo>
                    <a:pt x="393192" y="1381307"/>
                  </a:lnTo>
                  <a:lnTo>
                    <a:pt x="5321" y="0"/>
                  </a:lnTo>
                  <a:lnTo>
                    <a:pt x="0" y="0"/>
                  </a:lnTo>
                  <a:lnTo>
                    <a:pt x="393192" y="1400303"/>
                  </a:lnTo>
                  <a:close/>
                </a:path>
              </a:pathLst>
            </a:custGeom>
            <a:solidFill>
              <a:srgbClr val="7091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7988198" y="1911734"/>
              <a:ext cx="387985" cy="1381760"/>
            </a:xfrm>
            <a:custGeom>
              <a:avLst/>
              <a:gdLst/>
              <a:ahLst/>
              <a:cxnLst/>
              <a:rect l="l" t="t" r="r" b="b"/>
              <a:pathLst>
                <a:path w="387984" h="1381760">
                  <a:moveTo>
                    <a:pt x="387857" y="1381264"/>
                  </a:moveTo>
                  <a:lnTo>
                    <a:pt x="387857" y="1362268"/>
                  </a:lnTo>
                  <a:lnTo>
                    <a:pt x="5333" y="0"/>
                  </a:lnTo>
                  <a:lnTo>
                    <a:pt x="0" y="0"/>
                  </a:lnTo>
                  <a:lnTo>
                    <a:pt x="387857" y="1381264"/>
                  </a:lnTo>
                  <a:close/>
                </a:path>
              </a:pathLst>
            </a:custGeom>
            <a:solidFill>
              <a:srgbClr val="6F90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7993532" y="1911734"/>
              <a:ext cx="382905" cy="1362710"/>
            </a:xfrm>
            <a:custGeom>
              <a:avLst/>
              <a:gdLst/>
              <a:ahLst/>
              <a:cxnLst/>
              <a:rect l="l" t="t" r="r" b="b"/>
              <a:pathLst>
                <a:path w="382904" h="1362710">
                  <a:moveTo>
                    <a:pt x="382523" y="1362266"/>
                  </a:moveTo>
                  <a:lnTo>
                    <a:pt x="382523" y="1343271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382523" y="1362266"/>
                  </a:lnTo>
                  <a:close/>
                </a:path>
              </a:pathLst>
            </a:custGeom>
            <a:solidFill>
              <a:srgbClr val="6E90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7998865" y="1911734"/>
              <a:ext cx="377190" cy="1343660"/>
            </a:xfrm>
            <a:custGeom>
              <a:avLst/>
              <a:gdLst/>
              <a:ahLst/>
              <a:cxnLst/>
              <a:rect l="l" t="t" r="r" b="b"/>
              <a:pathLst>
                <a:path w="377190" h="1343660">
                  <a:moveTo>
                    <a:pt x="377190" y="1343315"/>
                  </a:moveTo>
                  <a:lnTo>
                    <a:pt x="377190" y="1327033"/>
                  </a:lnTo>
                  <a:lnTo>
                    <a:pt x="4559" y="0"/>
                  </a:lnTo>
                  <a:lnTo>
                    <a:pt x="0" y="0"/>
                  </a:lnTo>
                  <a:lnTo>
                    <a:pt x="377190" y="1343315"/>
                  </a:lnTo>
                  <a:close/>
                </a:path>
              </a:pathLst>
            </a:custGeom>
            <a:solidFill>
              <a:srgbClr val="6C8F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8003438" y="1911734"/>
              <a:ext cx="372745" cy="1327150"/>
            </a:xfrm>
            <a:custGeom>
              <a:avLst/>
              <a:gdLst/>
              <a:ahLst/>
              <a:cxnLst/>
              <a:rect l="l" t="t" r="r" b="b"/>
              <a:pathLst>
                <a:path w="372745" h="1327150">
                  <a:moveTo>
                    <a:pt x="372618" y="1327034"/>
                  </a:moveTo>
                  <a:lnTo>
                    <a:pt x="372618" y="1308038"/>
                  </a:lnTo>
                  <a:lnTo>
                    <a:pt x="5321" y="0"/>
                  </a:lnTo>
                  <a:lnTo>
                    <a:pt x="0" y="0"/>
                  </a:lnTo>
                  <a:lnTo>
                    <a:pt x="372618" y="1327034"/>
                  </a:lnTo>
                  <a:close/>
                </a:path>
              </a:pathLst>
            </a:custGeom>
            <a:solidFill>
              <a:srgbClr val="6B8E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8008772" y="1911734"/>
              <a:ext cx="367665" cy="1308100"/>
            </a:xfrm>
            <a:custGeom>
              <a:avLst/>
              <a:gdLst/>
              <a:ahLst/>
              <a:cxnLst/>
              <a:rect l="l" t="t" r="r" b="b"/>
              <a:pathLst>
                <a:path w="367665" h="1308100">
                  <a:moveTo>
                    <a:pt x="367283" y="1307992"/>
                  </a:moveTo>
                  <a:lnTo>
                    <a:pt x="367283" y="1288996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367283" y="1307992"/>
                  </a:lnTo>
                  <a:close/>
                </a:path>
              </a:pathLst>
            </a:custGeom>
            <a:solidFill>
              <a:srgbClr val="6A8D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8014106" y="1911734"/>
              <a:ext cx="361950" cy="1289050"/>
            </a:xfrm>
            <a:custGeom>
              <a:avLst/>
              <a:gdLst/>
              <a:ahLst/>
              <a:cxnLst/>
              <a:rect l="l" t="t" r="r" b="b"/>
              <a:pathLst>
                <a:path w="361950" h="1289050">
                  <a:moveTo>
                    <a:pt x="361949" y="1288997"/>
                  </a:moveTo>
                  <a:lnTo>
                    <a:pt x="361949" y="1272715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361949" y="1288997"/>
                  </a:lnTo>
                  <a:close/>
                </a:path>
              </a:pathLst>
            </a:custGeom>
            <a:solidFill>
              <a:srgbClr val="688D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8018678" y="1911734"/>
              <a:ext cx="357505" cy="1273175"/>
            </a:xfrm>
            <a:custGeom>
              <a:avLst/>
              <a:gdLst/>
              <a:ahLst/>
              <a:cxnLst/>
              <a:rect l="l" t="t" r="r" b="b"/>
              <a:pathLst>
                <a:path w="357504" h="1273175">
                  <a:moveTo>
                    <a:pt x="357377" y="1272716"/>
                  </a:moveTo>
                  <a:lnTo>
                    <a:pt x="357377" y="1253720"/>
                  </a:lnTo>
                  <a:lnTo>
                    <a:pt x="5333" y="0"/>
                  </a:lnTo>
                  <a:lnTo>
                    <a:pt x="0" y="0"/>
                  </a:lnTo>
                  <a:lnTo>
                    <a:pt x="357377" y="1272716"/>
                  </a:lnTo>
                  <a:close/>
                </a:path>
              </a:pathLst>
            </a:custGeom>
            <a:solidFill>
              <a:srgbClr val="678B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8024012" y="1911734"/>
              <a:ext cx="352425" cy="1254125"/>
            </a:xfrm>
            <a:custGeom>
              <a:avLst/>
              <a:gdLst/>
              <a:ahLst/>
              <a:cxnLst/>
              <a:rect l="l" t="t" r="r" b="b"/>
              <a:pathLst>
                <a:path w="352425" h="1254125">
                  <a:moveTo>
                    <a:pt x="352031" y="1253676"/>
                  </a:moveTo>
                  <a:lnTo>
                    <a:pt x="352031" y="1234680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352031" y="1253676"/>
                  </a:lnTo>
                  <a:close/>
                </a:path>
              </a:pathLst>
            </a:custGeom>
            <a:solidFill>
              <a:srgbClr val="658A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8029346" y="1911734"/>
              <a:ext cx="346710" cy="1235075"/>
            </a:xfrm>
            <a:custGeom>
              <a:avLst/>
              <a:gdLst/>
              <a:ahLst/>
              <a:cxnLst/>
              <a:rect l="l" t="t" r="r" b="b"/>
              <a:pathLst>
                <a:path w="346709" h="1235075">
                  <a:moveTo>
                    <a:pt x="346709" y="1234723"/>
                  </a:moveTo>
                  <a:lnTo>
                    <a:pt x="346709" y="1218441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346709" y="1234723"/>
                  </a:lnTo>
                  <a:close/>
                </a:path>
              </a:pathLst>
            </a:custGeom>
            <a:solidFill>
              <a:srgbClr val="6489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8033918" y="1911734"/>
              <a:ext cx="342265" cy="1218565"/>
            </a:xfrm>
            <a:custGeom>
              <a:avLst/>
              <a:gdLst/>
              <a:ahLst/>
              <a:cxnLst/>
              <a:rect l="l" t="t" r="r" b="b"/>
              <a:pathLst>
                <a:path w="342265" h="1218564">
                  <a:moveTo>
                    <a:pt x="342138" y="1218489"/>
                  </a:moveTo>
                  <a:lnTo>
                    <a:pt x="342138" y="1199493"/>
                  </a:lnTo>
                  <a:lnTo>
                    <a:pt x="5320" y="0"/>
                  </a:lnTo>
                  <a:lnTo>
                    <a:pt x="0" y="0"/>
                  </a:lnTo>
                  <a:lnTo>
                    <a:pt x="342138" y="1218489"/>
                  </a:lnTo>
                  <a:close/>
                </a:path>
              </a:pathLst>
            </a:custGeom>
            <a:solidFill>
              <a:srgbClr val="6388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8039252" y="1911734"/>
              <a:ext cx="337185" cy="1199515"/>
            </a:xfrm>
            <a:custGeom>
              <a:avLst/>
              <a:gdLst/>
              <a:ahLst/>
              <a:cxnLst/>
              <a:rect l="l" t="t" r="r" b="b"/>
              <a:pathLst>
                <a:path w="337184" h="1199514">
                  <a:moveTo>
                    <a:pt x="336803" y="1199447"/>
                  </a:moveTo>
                  <a:lnTo>
                    <a:pt x="336803" y="1180451"/>
                  </a:lnTo>
                  <a:lnTo>
                    <a:pt x="5333" y="0"/>
                  </a:lnTo>
                  <a:lnTo>
                    <a:pt x="0" y="0"/>
                  </a:lnTo>
                  <a:lnTo>
                    <a:pt x="336803" y="1199447"/>
                  </a:lnTo>
                  <a:close/>
                </a:path>
              </a:pathLst>
            </a:custGeom>
            <a:solidFill>
              <a:srgbClr val="6187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8044586" y="1911734"/>
              <a:ext cx="331470" cy="1180465"/>
            </a:xfrm>
            <a:custGeom>
              <a:avLst/>
              <a:gdLst/>
              <a:ahLst/>
              <a:cxnLst/>
              <a:rect l="l" t="t" r="r" b="b"/>
              <a:pathLst>
                <a:path w="331470" h="1180464">
                  <a:moveTo>
                    <a:pt x="331457" y="1180406"/>
                  </a:moveTo>
                  <a:lnTo>
                    <a:pt x="331457" y="1161411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331457" y="1180406"/>
                  </a:lnTo>
                  <a:close/>
                </a:path>
              </a:pathLst>
            </a:custGeom>
            <a:solidFill>
              <a:srgbClr val="6087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8049920" y="1911734"/>
              <a:ext cx="326390" cy="1162050"/>
            </a:xfrm>
            <a:custGeom>
              <a:avLst/>
              <a:gdLst/>
              <a:ahLst/>
              <a:cxnLst/>
              <a:rect l="l" t="t" r="r" b="b"/>
              <a:pathLst>
                <a:path w="326390" h="1162050">
                  <a:moveTo>
                    <a:pt x="326135" y="1161454"/>
                  </a:moveTo>
                  <a:lnTo>
                    <a:pt x="326135" y="1145172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326135" y="1161454"/>
                  </a:lnTo>
                  <a:close/>
                </a:path>
              </a:pathLst>
            </a:custGeom>
            <a:solidFill>
              <a:srgbClr val="5F86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8054491" y="1911734"/>
              <a:ext cx="321945" cy="1145540"/>
            </a:xfrm>
            <a:custGeom>
              <a:avLst/>
              <a:gdLst/>
              <a:ahLst/>
              <a:cxnLst/>
              <a:rect l="l" t="t" r="r" b="b"/>
              <a:pathLst>
                <a:path w="321945" h="1145539">
                  <a:moveTo>
                    <a:pt x="321564" y="1145217"/>
                  </a:moveTo>
                  <a:lnTo>
                    <a:pt x="321564" y="1126221"/>
                  </a:lnTo>
                  <a:lnTo>
                    <a:pt x="5321" y="0"/>
                  </a:lnTo>
                  <a:lnTo>
                    <a:pt x="0" y="0"/>
                  </a:lnTo>
                  <a:lnTo>
                    <a:pt x="321564" y="1145217"/>
                  </a:lnTo>
                  <a:close/>
                </a:path>
              </a:pathLst>
            </a:custGeom>
            <a:solidFill>
              <a:srgbClr val="5D85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8059826" y="1911734"/>
              <a:ext cx="316230" cy="1126490"/>
            </a:xfrm>
            <a:custGeom>
              <a:avLst/>
              <a:gdLst/>
              <a:ahLst/>
              <a:cxnLst/>
              <a:rect l="l" t="t" r="r" b="b"/>
              <a:pathLst>
                <a:path w="316229" h="1126489">
                  <a:moveTo>
                    <a:pt x="316229" y="1126177"/>
                  </a:moveTo>
                  <a:lnTo>
                    <a:pt x="316229" y="1107182"/>
                  </a:lnTo>
                  <a:lnTo>
                    <a:pt x="5333" y="0"/>
                  </a:lnTo>
                  <a:lnTo>
                    <a:pt x="0" y="0"/>
                  </a:lnTo>
                  <a:lnTo>
                    <a:pt x="316229" y="1126177"/>
                  </a:lnTo>
                  <a:close/>
                </a:path>
              </a:pathLst>
            </a:custGeom>
            <a:solidFill>
              <a:srgbClr val="5C85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8065160" y="1911734"/>
              <a:ext cx="311150" cy="1107440"/>
            </a:xfrm>
            <a:custGeom>
              <a:avLst/>
              <a:gdLst/>
              <a:ahLst/>
              <a:cxnLst/>
              <a:rect l="l" t="t" r="r" b="b"/>
              <a:pathLst>
                <a:path w="311150" h="1107439">
                  <a:moveTo>
                    <a:pt x="310895" y="1107180"/>
                  </a:moveTo>
                  <a:lnTo>
                    <a:pt x="310895" y="1090898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310895" y="1107180"/>
                  </a:lnTo>
                  <a:close/>
                </a:path>
              </a:pathLst>
            </a:custGeom>
            <a:solidFill>
              <a:srgbClr val="5B84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8069732" y="1911734"/>
              <a:ext cx="306705" cy="1090930"/>
            </a:xfrm>
            <a:custGeom>
              <a:avLst/>
              <a:gdLst/>
              <a:ahLst/>
              <a:cxnLst/>
              <a:rect l="l" t="t" r="r" b="b"/>
              <a:pathLst>
                <a:path w="306704" h="1090930">
                  <a:moveTo>
                    <a:pt x="306323" y="1090898"/>
                  </a:moveTo>
                  <a:lnTo>
                    <a:pt x="306323" y="1071903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306323" y="1090898"/>
                  </a:lnTo>
                  <a:close/>
                </a:path>
              </a:pathLst>
            </a:custGeom>
            <a:solidFill>
              <a:srgbClr val="5984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8075065" y="1911734"/>
              <a:ext cx="300990" cy="1072515"/>
            </a:xfrm>
            <a:custGeom>
              <a:avLst/>
              <a:gdLst/>
              <a:ahLst/>
              <a:cxnLst/>
              <a:rect l="l" t="t" r="r" b="b"/>
              <a:pathLst>
                <a:path w="300990" h="1072514">
                  <a:moveTo>
                    <a:pt x="300990" y="1071947"/>
                  </a:moveTo>
                  <a:lnTo>
                    <a:pt x="300990" y="1052952"/>
                  </a:lnTo>
                  <a:lnTo>
                    <a:pt x="5321" y="0"/>
                  </a:lnTo>
                  <a:lnTo>
                    <a:pt x="0" y="0"/>
                  </a:lnTo>
                  <a:lnTo>
                    <a:pt x="300990" y="1071947"/>
                  </a:lnTo>
                  <a:close/>
                </a:path>
              </a:pathLst>
            </a:custGeom>
            <a:solidFill>
              <a:srgbClr val="5883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8080400" y="1911734"/>
              <a:ext cx="295910" cy="1053465"/>
            </a:xfrm>
            <a:custGeom>
              <a:avLst/>
              <a:gdLst/>
              <a:ahLst/>
              <a:cxnLst/>
              <a:rect l="l" t="t" r="r" b="b"/>
              <a:pathLst>
                <a:path w="295909" h="1053464">
                  <a:moveTo>
                    <a:pt x="295655" y="1052908"/>
                  </a:moveTo>
                  <a:lnTo>
                    <a:pt x="295655" y="1036626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295655" y="1052908"/>
                  </a:lnTo>
                  <a:close/>
                </a:path>
              </a:pathLst>
            </a:custGeom>
            <a:solidFill>
              <a:srgbClr val="5782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8084972" y="1911734"/>
              <a:ext cx="291465" cy="1036955"/>
            </a:xfrm>
            <a:custGeom>
              <a:avLst/>
              <a:gdLst/>
              <a:ahLst/>
              <a:cxnLst/>
              <a:rect l="l" t="t" r="r" b="b"/>
              <a:pathLst>
                <a:path w="291465" h="1036955">
                  <a:moveTo>
                    <a:pt x="291083" y="1036624"/>
                  </a:moveTo>
                  <a:lnTo>
                    <a:pt x="291083" y="1017628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291083" y="1036624"/>
                  </a:lnTo>
                  <a:close/>
                </a:path>
              </a:pathLst>
            </a:custGeom>
            <a:solidFill>
              <a:srgbClr val="558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8090306" y="1911734"/>
              <a:ext cx="285750" cy="1017905"/>
            </a:xfrm>
            <a:custGeom>
              <a:avLst/>
              <a:gdLst/>
              <a:ahLst/>
              <a:cxnLst/>
              <a:rect l="l" t="t" r="r" b="b"/>
              <a:pathLst>
                <a:path w="285750" h="1017905">
                  <a:moveTo>
                    <a:pt x="285749" y="1017629"/>
                  </a:moveTo>
                  <a:lnTo>
                    <a:pt x="285749" y="998633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285749" y="1017629"/>
                  </a:lnTo>
                  <a:close/>
                </a:path>
              </a:pathLst>
            </a:custGeom>
            <a:solidFill>
              <a:srgbClr val="548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8095639" y="1911734"/>
              <a:ext cx="280670" cy="998855"/>
            </a:xfrm>
            <a:custGeom>
              <a:avLst/>
              <a:gdLst/>
              <a:ahLst/>
              <a:cxnLst/>
              <a:rect l="l" t="t" r="r" b="b"/>
              <a:pathLst>
                <a:path w="280670" h="998855">
                  <a:moveTo>
                    <a:pt x="280416" y="998678"/>
                  </a:moveTo>
                  <a:lnTo>
                    <a:pt x="280416" y="982396"/>
                  </a:lnTo>
                  <a:lnTo>
                    <a:pt x="4559" y="0"/>
                  </a:lnTo>
                  <a:lnTo>
                    <a:pt x="0" y="0"/>
                  </a:lnTo>
                  <a:lnTo>
                    <a:pt x="280416" y="998678"/>
                  </a:lnTo>
                  <a:close/>
                </a:path>
              </a:pathLst>
            </a:custGeom>
            <a:solidFill>
              <a:srgbClr val="537E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8100212" y="1911734"/>
              <a:ext cx="276225" cy="982344"/>
            </a:xfrm>
            <a:custGeom>
              <a:avLst/>
              <a:gdLst/>
              <a:ahLst/>
              <a:cxnLst/>
              <a:rect l="l" t="t" r="r" b="b"/>
              <a:pathLst>
                <a:path w="276225" h="982344">
                  <a:moveTo>
                    <a:pt x="275831" y="982307"/>
                  </a:moveTo>
                  <a:lnTo>
                    <a:pt x="275831" y="963312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275831" y="982307"/>
                  </a:lnTo>
                  <a:close/>
                </a:path>
              </a:pathLst>
            </a:custGeom>
            <a:solidFill>
              <a:srgbClr val="517D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8105546" y="1911734"/>
              <a:ext cx="270510" cy="963930"/>
            </a:xfrm>
            <a:custGeom>
              <a:avLst/>
              <a:gdLst/>
              <a:ahLst/>
              <a:cxnLst/>
              <a:rect l="l" t="t" r="r" b="b"/>
              <a:pathLst>
                <a:path w="270509" h="963930">
                  <a:moveTo>
                    <a:pt x="270509" y="963355"/>
                  </a:moveTo>
                  <a:lnTo>
                    <a:pt x="270509" y="944359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270509" y="963355"/>
                  </a:lnTo>
                  <a:close/>
                </a:path>
              </a:pathLst>
            </a:custGeom>
            <a:solidFill>
              <a:srgbClr val="507C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8110880" y="1911734"/>
              <a:ext cx="265430" cy="944880"/>
            </a:xfrm>
            <a:custGeom>
              <a:avLst/>
              <a:gdLst/>
              <a:ahLst/>
              <a:cxnLst/>
              <a:rect l="l" t="t" r="r" b="b"/>
              <a:pathLst>
                <a:path w="265429" h="944880">
                  <a:moveTo>
                    <a:pt x="265175" y="944360"/>
                  </a:moveTo>
                  <a:lnTo>
                    <a:pt x="265175" y="925364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265175" y="944360"/>
                  </a:lnTo>
                  <a:close/>
                </a:path>
              </a:pathLst>
            </a:custGeom>
            <a:solidFill>
              <a:srgbClr val="4F7C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8116214" y="1911734"/>
              <a:ext cx="260350" cy="925830"/>
            </a:xfrm>
            <a:custGeom>
              <a:avLst/>
              <a:gdLst/>
              <a:ahLst/>
              <a:cxnLst/>
              <a:rect l="l" t="t" r="r" b="b"/>
              <a:pathLst>
                <a:path w="260350" h="925830">
                  <a:moveTo>
                    <a:pt x="259842" y="925409"/>
                  </a:moveTo>
                  <a:lnTo>
                    <a:pt x="259842" y="909127"/>
                  </a:lnTo>
                  <a:lnTo>
                    <a:pt x="4559" y="0"/>
                  </a:lnTo>
                  <a:lnTo>
                    <a:pt x="0" y="0"/>
                  </a:lnTo>
                  <a:lnTo>
                    <a:pt x="259842" y="925409"/>
                  </a:lnTo>
                  <a:close/>
                </a:path>
              </a:pathLst>
            </a:custGeom>
            <a:solidFill>
              <a:srgbClr val="4E7B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8120786" y="1911734"/>
              <a:ext cx="255270" cy="909319"/>
            </a:xfrm>
            <a:custGeom>
              <a:avLst/>
              <a:gdLst/>
              <a:ahLst/>
              <a:cxnLst/>
              <a:rect l="l" t="t" r="r" b="b"/>
              <a:pathLst>
                <a:path w="255270" h="909319">
                  <a:moveTo>
                    <a:pt x="255257" y="909038"/>
                  </a:moveTo>
                  <a:lnTo>
                    <a:pt x="255257" y="890043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255257" y="909038"/>
                  </a:lnTo>
                  <a:close/>
                </a:path>
              </a:pathLst>
            </a:custGeom>
            <a:solidFill>
              <a:srgbClr val="4C7A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8126120" y="1911734"/>
              <a:ext cx="250190" cy="890269"/>
            </a:xfrm>
            <a:custGeom>
              <a:avLst/>
              <a:gdLst/>
              <a:ahLst/>
              <a:cxnLst/>
              <a:rect l="l" t="t" r="r" b="b"/>
              <a:pathLst>
                <a:path w="250190" h="890269">
                  <a:moveTo>
                    <a:pt x="249935" y="890086"/>
                  </a:moveTo>
                  <a:lnTo>
                    <a:pt x="249935" y="871090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249935" y="890086"/>
                  </a:lnTo>
                  <a:close/>
                </a:path>
              </a:pathLst>
            </a:custGeom>
            <a:solidFill>
              <a:srgbClr val="4B7A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8131454" y="1911734"/>
              <a:ext cx="245110" cy="871219"/>
            </a:xfrm>
            <a:custGeom>
              <a:avLst/>
              <a:gdLst/>
              <a:ahLst/>
              <a:cxnLst/>
              <a:rect l="l" t="t" r="r" b="b"/>
              <a:pathLst>
                <a:path w="245109" h="871219">
                  <a:moveTo>
                    <a:pt x="244601" y="871091"/>
                  </a:moveTo>
                  <a:lnTo>
                    <a:pt x="244601" y="854809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244601" y="871091"/>
                  </a:lnTo>
                  <a:close/>
                </a:path>
              </a:pathLst>
            </a:custGeom>
            <a:solidFill>
              <a:srgbClr val="4A7A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8136026" y="1911734"/>
              <a:ext cx="240029" cy="855344"/>
            </a:xfrm>
            <a:custGeom>
              <a:avLst/>
              <a:gdLst/>
              <a:ahLst/>
              <a:cxnLst/>
              <a:rect l="l" t="t" r="r" b="b"/>
              <a:pathLst>
                <a:path w="240029" h="855344">
                  <a:moveTo>
                    <a:pt x="240029" y="854809"/>
                  </a:moveTo>
                  <a:lnTo>
                    <a:pt x="240029" y="835814"/>
                  </a:lnTo>
                  <a:lnTo>
                    <a:pt x="5333" y="0"/>
                  </a:lnTo>
                  <a:lnTo>
                    <a:pt x="0" y="0"/>
                  </a:lnTo>
                  <a:lnTo>
                    <a:pt x="240029" y="854809"/>
                  </a:lnTo>
                  <a:close/>
                </a:path>
              </a:pathLst>
            </a:custGeom>
            <a:solidFill>
              <a:srgbClr val="487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8141360" y="1911734"/>
              <a:ext cx="234950" cy="836294"/>
            </a:xfrm>
            <a:custGeom>
              <a:avLst/>
              <a:gdLst/>
              <a:ahLst/>
              <a:cxnLst/>
              <a:rect l="l" t="t" r="r" b="b"/>
              <a:pathLst>
                <a:path w="234950" h="836294">
                  <a:moveTo>
                    <a:pt x="234695" y="835812"/>
                  </a:moveTo>
                  <a:lnTo>
                    <a:pt x="234695" y="816816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234695" y="835812"/>
                  </a:lnTo>
                  <a:close/>
                </a:path>
              </a:pathLst>
            </a:custGeom>
            <a:solidFill>
              <a:srgbClr val="4779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8146694" y="1911734"/>
              <a:ext cx="229870" cy="817244"/>
            </a:xfrm>
            <a:custGeom>
              <a:avLst/>
              <a:gdLst/>
              <a:ahLst/>
              <a:cxnLst/>
              <a:rect l="l" t="t" r="r" b="b"/>
              <a:pathLst>
                <a:path w="229870" h="817244">
                  <a:moveTo>
                    <a:pt x="229361" y="816864"/>
                  </a:moveTo>
                  <a:lnTo>
                    <a:pt x="229361" y="800582"/>
                  </a:lnTo>
                  <a:lnTo>
                    <a:pt x="4558" y="0"/>
                  </a:lnTo>
                  <a:lnTo>
                    <a:pt x="0" y="0"/>
                  </a:lnTo>
                  <a:lnTo>
                    <a:pt x="229361" y="816864"/>
                  </a:lnTo>
                  <a:close/>
                </a:path>
              </a:pathLst>
            </a:custGeom>
            <a:solidFill>
              <a:srgbClr val="4678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8151265" y="1911734"/>
              <a:ext cx="224790" cy="800735"/>
            </a:xfrm>
            <a:custGeom>
              <a:avLst/>
              <a:gdLst/>
              <a:ahLst/>
              <a:cxnLst/>
              <a:rect l="l" t="t" r="r" b="b"/>
              <a:pathLst>
                <a:path w="224790" h="800735">
                  <a:moveTo>
                    <a:pt x="224790" y="800579"/>
                  </a:moveTo>
                  <a:lnTo>
                    <a:pt x="224790" y="781584"/>
                  </a:lnTo>
                  <a:lnTo>
                    <a:pt x="5321" y="0"/>
                  </a:lnTo>
                  <a:lnTo>
                    <a:pt x="0" y="0"/>
                  </a:lnTo>
                  <a:lnTo>
                    <a:pt x="224790" y="800579"/>
                  </a:lnTo>
                  <a:close/>
                </a:path>
              </a:pathLst>
            </a:custGeom>
            <a:solidFill>
              <a:srgbClr val="4477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8156600" y="1911734"/>
              <a:ext cx="219710" cy="781685"/>
            </a:xfrm>
            <a:custGeom>
              <a:avLst/>
              <a:gdLst/>
              <a:ahLst/>
              <a:cxnLst/>
              <a:rect l="l" t="t" r="r" b="b"/>
              <a:pathLst>
                <a:path w="219709" h="781685">
                  <a:moveTo>
                    <a:pt x="219455" y="781540"/>
                  </a:moveTo>
                  <a:lnTo>
                    <a:pt x="219455" y="762545"/>
                  </a:lnTo>
                  <a:lnTo>
                    <a:pt x="5333" y="0"/>
                  </a:lnTo>
                  <a:lnTo>
                    <a:pt x="0" y="0"/>
                  </a:lnTo>
                  <a:lnTo>
                    <a:pt x="219455" y="781540"/>
                  </a:lnTo>
                  <a:close/>
                </a:path>
              </a:pathLst>
            </a:custGeom>
            <a:solidFill>
              <a:srgbClr val="4377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8161934" y="1911734"/>
              <a:ext cx="214629" cy="762635"/>
            </a:xfrm>
            <a:custGeom>
              <a:avLst/>
              <a:gdLst/>
              <a:ahLst/>
              <a:cxnLst/>
              <a:rect l="l" t="t" r="r" b="b"/>
              <a:pathLst>
                <a:path w="214629" h="762635">
                  <a:moveTo>
                    <a:pt x="214121" y="762543"/>
                  </a:moveTo>
                  <a:lnTo>
                    <a:pt x="214121" y="746260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214121" y="762543"/>
                  </a:lnTo>
                  <a:close/>
                </a:path>
              </a:pathLst>
            </a:custGeom>
            <a:solidFill>
              <a:srgbClr val="4276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8166506" y="1911734"/>
              <a:ext cx="209550" cy="746760"/>
            </a:xfrm>
            <a:custGeom>
              <a:avLst/>
              <a:gdLst/>
              <a:ahLst/>
              <a:cxnLst/>
              <a:rect l="l" t="t" r="r" b="b"/>
              <a:pathLst>
                <a:path w="209550" h="746760">
                  <a:moveTo>
                    <a:pt x="209549" y="746261"/>
                  </a:moveTo>
                  <a:lnTo>
                    <a:pt x="209549" y="727265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209549" y="746261"/>
                  </a:lnTo>
                  <a:close/>
                </a:path>
              </a:pathLst>
            </a:custGeom>
            <a:solidFill>
              <a:srgbClr val="4176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8171839" y="1911734"/>
              <a:ext cx="204470" cy="727710"/>
            </a:xfrm>
            <a:custGeom>
              <a:avLst/>
              <a:gdLst/>
              <a:ahLst/>
              <a:cxnLst/>
              <a:rect l="l" t="t" r="r" b="b"/>
              <a:pathLst>
                <a:path w="204470" h="727710">
                  <a:moveTo>
                    <a:pt x="204216" y="727310"/>
                  </a:moveTo>
                  <a:lnTo>
                    <a:pt x="204216" y="708315"/>
                  </a:lnTo>
                  <a:lnTo>
                    <a:pt x="5321" y="0"/>
                  </a:lnTo>
                  <a:lnTo>
                    <a:pt x="0" y="0"/>
                  </a:lnTo>
                  <a:lnTo>
                    <a:pt x="204216" y="727310"/>
                  </a:lnTo>
                  <a:close/>
                </a:path>
              </a:pathLst>
            </a:custGeom>
            <a:solidFill>
              <a:srgbClr val="3F75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8177174" y="1911734"/>
              <a:ext cx="199390" cy="708660"/>
            </a:xfrm>
            <a:custGeom>
              <a:avLst/>
              <a:gdLst/>
              <a:ahLst/>
              <a:cxnLst/>
              <a:rect l="l" t="t" r="r" b="b"/>
              <a:pathLst>
                <a:path w="199390" h="708660">
                  <a:moveTo>
                    <a:pt x="198881" y="708271"/>
                  </a:moveTo>
                  <a:lnTo>
                    <a:pt x="198881" y="689275"/>
                  </a:lnTo>
                  <a:lnTo>
                    <a:pt x="5333" y="0"/>
                  </a:lnTo>
                  <a:lnTo>
                    <a:pt x="0" y="0"/>
                  </a:lnTo>
                  <a:lnTo>
                    <a:pt x="198881" y="708271"/>
                  </a:lnTo>
                  <a:close/>
                </a:path>
              </a:pathLst>
            </a:custGeom>
            <a:solidFill>
              <a:srgbClr val="3E75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8182508" y="1911734"/>
              <a:ext cx="193675" cy="689610"/>
            </a:xfrm>
            <a:custGeom>
              <a:avLst/>
              <a:gdLst/>
              <a:ahLst/>
              <a:cxnLst/>
              <a:rect l="l" t="t" r="r" b="b"/>
              <a:pathLst>
                <a:path w="193675" h="689610">
                  <a:moveTo>
                    <a:pt x="193547" y="689273"/>
                  </a:moveTo>
                  <a:lnTo>
                    <a:pt x="193547" y="672991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193547" y="689273"/>
                  </a:lnTo>
                  <a:close/>
                </a:path>
              </a:pathLst>
            </a:custGeom>
            <a:solidFill>
              <a:srgbClr val="3D74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8187080" y="1911734"/>
              <a:ext cx="189230" cy="673100"/>
            </a:xfrm>
            <a:custGeom>
              <a:avLst/>
              <a:gdLst/>
              <a:ahLst/>
              <a:cxnLst/>
              <a:rect l="l" t="t" r="r" b="b"/>
              <a:pathLst>
                <a:path w="189229" h="673100">
                  <a:moveTo>
                    <a:pt x="188975" y="672992"/>
                  </a:moveTo>
                  <a:lnTo>
                    <a:pt x="188975" y="653996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188975" y="672992"/>
                  </a:lnTo>
                  <a:close/>
                </a:path>
              </a:pathLst>
            </a:custGeom>
            <a:solidFill>
              <a:srgbClr val="3C72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8192414" y="1911734"/>
              <a:ext cx="184150" cy="654050"/>
            </a:xfrm>
            <a:custGeom>
              <a:avLst/>
              <a:gdLst/>
              <a:ahLst/>
              <a:cxnLst/>
              <a:rect l="l" t="t" r="r" b="b"/>
              <a:pathLst>
                <a:path w="184150" h="654050">
                  <a:moveTo>
                    <a:pt x="183642" y="654041"/>
                  </a:moveTo>
                  <a:lnTo>
                    <a:pt x="183642" y="635045"/>
                  </a:lnTo>
                  <a:lnTo>
                    <a:pt x="5321" y="0"/>
                  </a:lnTo>
                  <a:lnTo>
                    <a:pt x="0" y="0"/>
                  </a:lnTo>
                  <a:lnTo>
                    <a:pt x="183642" y="654041"/>
                  </a:lnTo>
                  <a:close/>
                </a:path>
              </a:pathLst>
            </a:custGeom>
            <a:solidFill>
              <a:srgbClr val="3A72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8197748" y="1911734"/>
              <a:ext cx="178435" cy="635000"/>
            </a:xfrm>
            <a:custGeom>
              <a:avLst/>
              <a:gdLst/>
              <a:ahLst/>
              <a:cxnLst/>
              <a:rect l="l" t="t" r="r" b="b"/>
              <a:pathLst>
                <a:path w="178434" h="635000">
                  <a:moveTo>
                    <a:pt x="178307" y="635002"/>
                  </a:moveTo>
                  <a:lnTo>
                    <a:pt x="178307" y="618720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178307" y="635002"/>
                  </a:lnTo>
                  <a:close/>
                </a:path>
              </a:pathLst>
            </a:custGeom>
            <a:solidFill>
              <a:srgbClr val="3971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8202320" y="1911734"/>
              <a:ext cx="173990" cy="619125"/>
            </a:xfrm>
            <a:custGeom>
              <a:avLst/>
              <a:gdLst/>
              <a:ahLst/>
              <a:cxnLst/>
              <a:rect l="l" t="t" r="r" b="b"/>
              <a:pathLst>
                <a:path w="173990" h="619125">
                  <a:moveTo>
                    <a:pt x="173735" y="618718"/>
                  </a:moveTo>
                  <a:lnTo>
                    <a:pt x="173735" y="599722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173735" y="618718"/>
                  </a:lnTo>
                  <a:close/>
                </a:path>
              </a:pathLst>
            </a:custGeom>
            <a:solidFill>
              <a:srgbClr val="3871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8207654" y="1911734"/>
              <a:ext cx="168910" cy="600075"/>
            </a:xfrm>
            <a:custGeom>
              <a:avLst/>
              <a:gdLst/>
              <a:ahLst/>
              <a:cxnLst/>
              <a:rect l="l" t="t" r="r" b="b"/>
              <a:pathLst>
                <a:path w="168909" h="600075">
                  <a:moveTo>
                    <a:pt x="168401" y="599723"/>
                  </a:moveTo>
                  <a:lnTo>
                    <a:pt x="168401" y="580727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168401" y="599723"/>
                  </a:lnTo>
                  <a:close/>
                </a:path>
              </a:pathLst>
            </a:custGeom>
            <a:solidFill>
              <a:srgbClr val="3670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8212988" y="1911734"/>
              <a:ext cx="163195" cy="581025"/>
            </a:xfrm>
            <a:custGeom>
              <a:avLst/>
              <a:gdLst/>
              <a:ahLst/>
              <a:cxnLst/>
              <a:rect l="l" t="t" r="r" b="b"/>
              <a:pathLst>
                <a:path w="163195" h="581025">
                  <a:moveTo>
                    <a:pt x="163068" y="580772"/>
                  </a:moveTo>
                  <a:lnTo>
                    <a:pt x="163068" y="564490"/>
                  </a:lnTo>
                  <a:lnTo>
                    <a:pt x="4559" y="0"/>
                  </a:lnTo>
                  <a:lnTo>
                    <a:pt x="0" y="0"/>
                  </a:lnTo>
                  <a:lnTo>
                    <a:pt x="163068" y="580772"/>
                  </a:lnTo>
                  <a:close/>
                </a:path>
              </a:pathLst>
            </a:custGeom>
            <a:solidFill>
              <a:srgbClr val="3570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8217560" y="1911734"/>
              <a:ext cx="158750" cy="564515"/>
            </a:xfrm>
            <a:custGeom>
              <a:avLst/>
              <a:gdLst/>
              <a:ahLst/>
              <a:cxnLst/>
              <a:rect l="l" t="t" r="r" b="b"/>
              <a:pathLst>
                <a:path w="158750" h="564514">
                  <a:moveTo>
                    <a:pt x="158495" y="564444"/>
                  </a:moveTo>
                  <a:lnTo>
                    <a:pt x="158495" y="545448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158495" y="564444"/>
                  </a:lnTo>
                  <a:close/>
                </a:path>
              </a:pathLst>
            </a:custGeom>
            <a:solidFill>
              <a:srgbClr val="3470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8222894" y="1911734"/>
              <a:ext cx="153670" cy="546100"/>
            </a:xfrm>
            <a:custGeom>
              <a:avLst/>
              <a:gdLst/>
              <a:ahLst/>
              <a:cxnLst/>
              <a:rect l="l" t="t" r="r" b="b"/>
              <a:pathLst>
                <a:path w="153670" h="546100">
                  <a:moveTo>
                    <a:pt x="153161" y="545496"/>
                  </a:moveTo>
                  <a:lnTo>
                    <a:pt x="153161" y="526500"/>
                  </a:lnTo>
                  <a:lnTo>
                    <a:pt x="5320" y="0"/>
                  </a:lnTo>
                  <a:lnTo>
                    <a:pt x="0" y="0"/>
                  </a:lnTo>
                  <a:lnTo>
                    <a:pt x="153161" y="545496"/>
                  </a:lnTo>
                  <a:close/>
                </a:path>
              </a:pathLst>
            </a:custGeom>
            <a:solidFill>
              <a:srgbClr val="3370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8228228" y="1911734"/>
              <a:ext cx="147955" cy="527050"/>
            </a:xfrm>
            <a:custGeom>
              <a:avLst/>
              <a:gdLst/>
              <a:ahLst/>
              <a:cxnLst/>
              <a:rect l="l" t="t" r="r" b="b"/>
              <a:pathLst>
                <a:path w="147954" h="527050">
                  <a:moveTo>
                    <a:pt x="147827" y="526454"/>
                  </a:moveTo>
                  <a:lnTo>
                    <a:pt x="147827" y="507458"/>
                  </a:lnTo>
                  <a:lnTo>
                    <a:pt x="5333" y="0"/>
                  </a:lnTo>
                  <a:lnTo>
                    <a:pt x="0" y="0"/>
                  </a:lnTo>
                  <a:lnTo>
                    <a:pt x="147827" y="526454"/>
                  </a:lnTo>
                  <a:close/>
                </a:path>
              </a:pathLst>
            </a:custGeom>
            <a:solidFill>
              <a:srgbClr val="316F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8233562" y="1911734"/>
              <a:ext cx="142875" cy="508000"/>
            </a:xfrm>
            <a:custGeom>
              <a:avLst/>
              <a:gdLst/>
              <a:ahLst/>
              <a:cxnLst/>
              <a:rect l="l" t="t" r="r" b="b"/>
              <a:pathLst>
                <a:path w="142875" h="508000">
                  <a:moveTo>
                    <a:pt x="142481" y="507413"/>
                  </a:moveTo>
                  <a:lnTo>
                    <a:pt x="142481" y="491131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142481" y="507413"/>
                  </a:lnTo>
                  <a:close/>
                </a:path>
              </a:pathLst>
            </a:custGeom>
            <a:solidFill>
              <a:srgbClr val="306F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8238134" y="1911734"/>
              <a:ext cx="138430" cy="491490"/>
            </a:xfrm>
            <a:custGeom>
              <a:avLst/>
              <a:gdLst/>
              <a:ahLst/>
              <a:cxnLst/>
              <a:rect l="l" t="t" r="r" b="b"/>
              <a:pathLst>
                <a:path w="138429" h="491489">
                  <a:moveTo>
                    <a:pt x="137921" y="491174"/>
                  </a:moveTo>
                  <a:lnTo>
                    <a:pt x="137921" y="472179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137921" y="491174"/>
                  </a:lnTo>
                  <a:close/>
                </a:path>
              </a:pathLst>
            </a:custGeom>
            <a:solidFill>
              <a:srgbClr val="2F6E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8243468" y="1911734"/>
              <a:ext cx="132715" cy="472440"/>
            </a:xfrm>
            <a:custGeom>
              <a:avLst/>
              <a:gdLst/>
              <a:ahLst/>
              <a:cxnLst/>
              <a:rect l="l" t="t" r="r" b="b"/>
              <a:pathLst>
                <a:path w="132715" h="472439">
                  <a:moveTo>
                    <a:pt x="132588" y="472226"/>
                  </a:moveTo>
                  <a:lnTo>
                    <a:pt x="132588" y="453231"/>
                  </a:lnTo>
                  <a:lnTo>
                    <a:pt x="5320" y="0"/>
                  </a:lnTo>
                  <a:lnTo>
                    <a:pt x="0" y="0"/>
                  </a:lnTo>
                  <a:lnTo>
                    <a:pt x="132588" y="472226"/>
                  </a:lnTo>
                  <a:close/>
                </a:path>
              </a:pathLst>
            </a:custGeom>
            <a:solidFill>
              <a:srgbClr val="2E6E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8248802" y="1911734"/>
              <a:ext cx="127635" cy="453390"/>
            </a:xfrm>
            <a:custGeom>
              <a:avLst/>
              <a:gdLst/>
              <a:ahLst/>
              <a:cxnLst/>
              <a:rect l="l" t="t" r="r" b="b"/>
              <a:pathLst>
                <a:path w="127634" h="453389">
                  <a:moveTo>
                    <a:pt x="127253" y="453185"/>
                  </a:moveTo>
                  <a:lnTo>
                    <a:pt x="127253" y="436902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127253" y="453185"/>
                  </a:lnTo>
                  <a:close/>
                </a:path>
              </a:pathLst>
            </a:custGeom>
            <a:solidFill>
              <a:srgbClr val="2C6D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8253374" y="1911734"/>
              <a:ext cx="123189" cy="437515"/>
            </a:xfrm>
            <a:custGeom>
              <a:avLst/>
              <a:gdLst/>
              <a:ahLst/>
              <a:cxnLst/>
              <a:rect l="l" t="t" r="r" b="b"/>
              <a:pathLst>
                <a:path w="123190" h="437514">
                  <a:moveTo>
                    <a:pt x="122681" y="436903"/>
                  </a:moveTo>
                  <a:lnTo>
                    <a:pt x="122681" y="417907"/>
                  </a:lnTo>
                  <a:lnTo>
                    <a:pt x="5333" y="0"/>
                  </a:lnTo>
                  <a:lnTo>
                    <a:pt x="0" y="0"/>
                  </a:lnTo>
                  <a:lnTo>
                    <a:pt x="122681" y="436903"/>
                  </a:lnTo>
                  <a:close/>
                </a:path>
              </a:pathLst>
            </a:custGeom>
            <a:solidFill>
              <a:srgbClr val="2B6D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8258708" y="1911734"/>
              <a:ext cx="117475" cy="418465"/>
            </a:xfrm>
            <a:custGeom>
              <a:avLst/>
              <a:gdLst/>
              <a:ahLst/>
              <a:cxnLst/>
              <a:rect l="l" t="t" r="r" b="b"/>
              <a:pathLst>
                <a:path w="117475" h="418464">
                  <a:moveTo>
                    <a:pt x="117347" y="417905"/>
                  </a:moveTo>
                  <a:lnTo>
                    <a:pt x="117347" y="398910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117347" y="417905"/>
                  </a:lnTo>
                  <a:close/>
                </a:path>
              </a:pathLst>
            </a:custGeom>
            <a:solidFill>
              <a:srgbClr val="2A6D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8264041" y="1911734"/>
              <a:ext cx="112395" cy="399415"/>
            </a:xfrm>
            <a:custGeom>
              <a:avLst/>
              <a:gdLst/>
              <a:ahLst/>
              <a:cxnLst/>
              <a:rect l="l" t="t" r="r" b="b"/>
              <a:pathLst>
                <a:path w="112395" h="399414">
                  <a:moveTo>
                    <a:pt x="112014" y="398955"/>
                  </a:moveTo>
                  <a:lnTo>
                    <a:pt x="112014" y="382672"/>
                  </a:lnTo>
                  <a:lnTo>
                    <a:pt x="4559" y="0"/>
                  </a:lnTo>
                  <a:lnTo>
                    <a:pt x="0" y="0"/>
                  </a:lnTo>
                  <a:lnTo>
                    <a:pt x="112014" y="398955"/>
                  </a:lnTo>
                  <a:close/>
                </a:path>
              </a:pathLst>
            </a:custGeom>
            <a:solidFill>
              <a:srgbClr val="286C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8268614" y="1911734"/>
              <a:ext cx="107950" cy="382905"/>
            </a:xfrm>
            <a:custGeom>
              <a:avLst/>
              <a:gdLst/>
              <a:ahLst/>
              <a:cxnLst/>
              <a:rect l="l" t="t" r="r" b="b"/>
              <a:pathLst>
                <a:path w="107950" h="382905">
                  <a:moveTo>
                    <a:pt x="107442" y="382673"/>
                  </a:moveTo>
                  <a:lnTo>
                    <a:pt x="107442" y="363677"/>
                  </a:lnTo>
                  <a:lnTo>
                    <a:pt x="5321" y="0"/>
                  </a:lnTo>
                  <a:lnTo>
                    <a:pt x="0" y="0"/>
                  </a:lnTo>
                  <a:lnTo>
                    <a:pt x="107442" y="382673"/>
                  </a:lnTo>
                  <a:close/>
                </a:path>
              </a:pathLst>
            </a:custGeom>
            <a:solidFill>
              <a:srgbClr val="276C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8273948" y="1911734"/>
              <a:ext cx="102235" cy="363855"/>
            </a:xfrm>
            <a:custGeom>
              <a:avLst/>
              <a:gdLst/>
              <a:ahLst/>
              <a:cxnLst/>
              <a:rect l="l" t="t" r="r" b="b"/>
              <a:pathLst>
                <a:path w="102234" h="363855">
                  <a:moveTo>
                    <a:pt x="102107" y="363634"/>
                  </a:moveTo>
                  <a:lnTo>
                    <a:pt x="102107" y="344638"/>
                  </a:lnTo>
                  <a:lnTo>
                    <a:pt x="5333" y="0"/>
                  </a:lnTo>
                  <a:lnTo>
                    <a:pt x="0" y="0"/>
                  </a:lnTo>
                  <a:lnTo>
                    <a:pt x="102107" y="363634"/>
                  </a:lnTo>
                  <a:close/>
                </a:path>
              </a:pathLst>
            </a:custGeom>
            <a:solidFill>
              <a:srgbClr val="266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8279282" y="1911734"/>
              <a:ext cx="97155" cy="344805"/>
            </a:xfrm>
            <a:custGeom>
              <a:avLst/>
              <a:gdLst/>
              <a:ahLst/>
              <a:cxnLst/>
              <a:rect l="l" t="t" r="r" b="b"/>
              <a:pathLst>
                <a:path w="97154" h="344805">
                  <a:moveTo>
                    <a:pt x="96773" y="344636"/>
                  </a:moveTo>
                  <a:lnTo>
                    <a:pt x="96773" y="328354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96773" y="344636"/>
                  </a:lnTo>
                  <a:close/>
                </a:path>
              </a:pathLst>
            </a:custGeom>
            <a:solidFill>
              <a:srgbClr val="256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8283854" y="1911734"/>
              <a:ext cx="92710" cy="328930"/>
            </a:xfrm>
            <a:custGeom>
              <a:avLst/>
              <a:gdLst/>
              <a:ahLst/>
              <a:cxnLst/>
              <a:rect l="l" t="t" r="r" b="b"/>
              <a:pathLst>
                <a:path w="92709" h="328930">
                  <a:moveTo>
                    <a:pt x="92200" y="328350"/>
                  </a:moveTo>
                  <a:lnTo>
                    <a:pt x="92200" y="309354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92200" y="328350"/>
                  </a:lnTo>
                  <a:close/>
                </a:path>
              </a:pathLst>
            </a:custGeom>
            <a:solidFill>
              <a:srgbClr val="236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8289188" y="1911734"/>
              <a:ext cx="86995" cy="309880"/>
            </a:xfrm>
            <a:custGeom>
              <a:avLst/>
              <a:gdLst/>
              <a:ahLst/>
              <a:cxnLst/>
              <a:rect l="l" t="t" r="r" b="b"/>
              <a:pathLst>
                <a:path w="86995" h="309880">
                  <a:moveTo>
                    <a:pt x="86868" y="309404"/>
                  </a:moveTo>
                  <a:lnTo>
                    <a:pt x="86868" y="290408"/>
                  </a:lnTo>
                  <a:lnTo>
                    <a:pt x="5321" y="0"/>
                  </a:lnTo>
                  <a:lnTo>
                    <a:pt x="0" y="0"/>
                  </a:lnTo>
                  <a:lnTo>
                    <a:pt x="86868" y="309404"/>
                  </a:lnTo>
                  <a:close/>
                </a:path>
              </a:pathLst>
            </a:custGeom>
            <a:solidFill>
              <a:srgbClr val="226A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8294522" y="1911734"/>
              <a:ext cx="81915" cy="290830"/>
            </a:xfrm>
            <a:custGeom>
              <a:avLst/>
              <a:gdLst/>
              <a:ahLst/>
              <a:cxnLst/>
              <a:rect l="l" t="t" r="r" b="b"/>
              <a:pathLst>
                <a:path w="81915" h="290830">
                  <a:moveTo>
                    <a:pt x="81533" y="290362"/>
                  </a:moveTo>
                  <a:lnTo>
                    <a:pt x="81533" y="271366"/>
                  </a:lnTo>
                  <a:lnTo>
                    <a:pt x="5334" y="0"/>
                  </a:lnTo>
                  <a:lnTo>
                    <a:pt x="0" y="0"/>
                  </a:lnTo>
                  <a:lnTo>
                    <a:pt x="81533" y="290362"/>
                  </a:lnTo>
                  <a:close/>
                </a:path>
              </a:pathLst>
            </a:custGeom>
            <a:solidFill>
              <a:srgbClr val="216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8299856" y="1911734"/>
              <a:ext cx="76200" cy="271780"/>
            </a:xfrm>
            <a:custGeom>
              <a:avLst/>
              <a:gdLst/>
              <a:ahLst/>
              <a:cxnLst/>
              <a:rect l="l" t="t" r="r" b="b"/>
              <a:pathLst>
                <a:path w="76200" h="271780">
                  <a:moveTo>
                    <a:pt x="76199" y="271367"/>
                  </a:moveTo>
                  <a:lnTo>
                    <a:pt x="76199" y="255085"/>
                  </a:lnTo>
                  <a:lnTo>
                    <a:pt x="4571" y="0"/>
                  </a:lnTo>
                  <a:lnTo>
                    <a:pt x="0" y="0"/>
                  </a:lnTo>
                  <a:lnTo>
                    <a:pt x="76199" y="271367"/>
                  </a:lnTo>
                  <a:close/>
                </a:path>
              </a:pathLst>
            </a:custGeom>
            <a:solidFill>
              <a:srgbClr val="1F6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8304428" y="1911734"/>
              <a:ext cx="71755" cy="255270"/>
            </a:xfrm>
            <a:custGeom>
              <a:avLst/>
              <a:gdLst/>
              <a:ahLst/>
              <a:cxnLst/>
              <a:rect l="l" t="t" r="r" b="b"/>
              <a:pathLst>
                <a:path w="71754" h="255269">
                  <a:moveTo>
                    <a:pt x="71627" y="255086"/>
                  </a:moveTo>
                  <a:lnTo>
                    <a:pt x="71627" y="236090"/>
                  </a:lnTo>
                  <a:lnTo>
                    <a:pt x="5333" y="0"/>
                  </a:lnTo>
                  <a:lnTo>
                    <a:pt x="0" y="0"/>
                  </a:lnTo>
                  <a:lnTo>
                    <a:pt x="71627" y="255086"/>
                  </a:lnTo>
                  <a:close/>
                </a:path>
              </a:pathLst>
            </a:custGeom>
            <a:solidFill>
              <a:srgbClr val="1E69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8" name="object 41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309762" y="1911734"/>
              <a:ext cx="66294" cy="236045"/>
            </a:xfrm>
            <a:prstGeom prst="rect">
              <a:avLst/>
            </a:prstGeom>
          </p:spPr>
        </p:pic>
      </p:grpSp>
      <p:sp>
        <p:nvSpPr>
          <p:cNvPr id="419" name="object 419"/>
          <p:cNvSpPr txBox="1">
            <a:spLocks noGrp="1"/>
          </p:cNvSpPr>
          <p:nvPr>
            <p:ph type="title"/>
          </p:nvPr>
        </p:nvSpPr>
        <p:spPr>
          <a:xfrm>
            <a:off x="1972455" y="220348"/>
            <a:ext cx="479679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Основное</a:t>
            </a:r>
            <a:r>
              <a:rPr spc="-10" dirty="0"/>
              <a:t> </a:t>
            </a:r>
            <a:r>
              <a:rPr spc="-5" dirty="0"/>
              <a:t>оборудование</a:t>
            </a:r>
            <a:r>
              <a:rPr spc="-10" dirty="0"/>
              <a:t> </a:t>
            </a:r>
            <a:r>
              <a:rPr spc="-5" dirty="0"/>
              <a:t>РУ</a:t>
            </a:r>
          </a:p>
        </p:txBody>
      </p:sp>
      <p:sp>
        <p:nvSpPr>
          <p:cNvPr id="422" name="object 422"/>
          <p:cNvSpPr txBox="1"/>
          <p:nvPr/>
        </p:nvSpPr>
        <p:spPr>
          <a:xfrm>
            <a:off x="8649607" y="6463829"/>
            <a:ext cx="358140" cy="309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2310"/>
              </a:lnSpc>
            </a:pPr>
            <a:fld id="{81D60167-4931-47E6-BA6A-407CBD079E47}" type="slidenum">
              <a:rPr sz="2000" b="1" spc="-5" dirty="0">
                <a:solidFill>
                  <a:srgbClr val="0068B4"/>
                </a:solidFill>
                <a:latin typeface="Arial"/>
                <a:cs typeface="Arial"/>
              </a:rPr>
              <a:t>51</a:t>
            </a:fld>
            <a:endParaRPr sz="2000">
              <a:latin typeface="Arial"/>
              <a:cs typeface="Arial"/>
            </a:endParaRPr>
          </a:p>
        </p:txBody>
      </p:sp>
      <p:graphicFrame>
        <p:nvGraphicFramePr>
          <p:cNvPr id="420" name="object 420"/>
          <p:cNvGraphicFramePr>
            <a:graphicFrameLocks noGrp="1"/>
          </p:cNvGraphicFramePr>
          <p:nvPr/>
        </p:nvGraphicFramePr>
        <p:xfrm>
          <a:off x="245122" y="1579883"/>
          <a:ext cx="8130540" cy="498042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81650"/>
                <a:gridCol w="1238250"/>
                <a:gridCol w="1310640"/>
              </a:tblGrid>
              <a:tr h="335280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350">
                        <a:latin typeface="Times New Roman"/>
                        <a:cs typeface="Times New Roman"/>
                      </a:endParaRPr>
                    </a:p>
                    <a:p>
                      <a:pPr marL="1270" algn="ctr">
                        <a:lnSpc>
                          <a:spcPct val="100000"/>
                        </a:lnSpc>
                      </a:pP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Наименование</a:t>
                      </a:r>
                      <a:r>
                        <a:rPr sz="1600" spc="-4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характеристики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T="2540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19050">
                      <a:solidFill>
                        <a:srgbClr val="002060"/>
                      </a:solidFill>
                      <a:prstDash val="solid"/>
                    </a:lnR>
                    <a:lnT w="19050">
                      <a:solidFill>
                        <a:srgbClr val="002060"/>
                      </a:solidFill>
                      <a:prstDash val="solid"/>
                    </a:lnT>
                    <a:lnB w="19050">
                      <a:solidFill>
                        <a:srgbClr val="00206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2540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Значение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T="33655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19050">
                      <a:solidFill>
                        <a:srgbClr val="002060"/>
                      </a:solidFill>
                      <a:prstDash val="solid"/>
                    </a:lnR>
                    <a:lnT w="19050">
                      <a:solidFill>
                        <a:srgbClr val="002060"/>
                      </a:solidFill>
                      <a:prstDash val="solid"/>
                    </a:lnT>
                    <a:lnB w="28575">
                      <a:solidFill>
                        <a:srgbClr val="00206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334517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540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19050">
                      <a:solidFill>
                        <a:srgbClr val="002060"/>
                      </a:solidFill>
                      <a:prstDash val="solid"/>
                    </a:lnR>
                    <a:lnT w="19050">
                      <a:solidFill>
                        <a:srgbClr val="002060"/>
                      </a:solidFill>
                      <a:prstDash val="solid"/>
                    </a:lnT>
                    <a:lnB w="19050">
                      <a:solidFill>
                        <a:srgbClr val="00206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9"/>
                        </a:spcBef>
                      </a:pP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ВВЭР‐1000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T="33019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19050">
                      <a:solidFill>
                        <a:srgbClr val="002060"/>
                      </a:solidFill>
                      <a:prstDash val="solid"/>
                    </a:lnR>
                    <a:lnT w="285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>
                      <a:solidFill>
                        <a:srgbClr val="00206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259"/>
                        </a:spcBef>
                      </a:pPr>
                      <a:r>
                        <a:rPr sz="1600" spc="-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ВВЭР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‐1200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T="33019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28575">
                      <a:solidFill>
                        <a:srgbClr val="002060"/>
                      </a:solidFill>
                      <a:prstDash val="solid"/>
                    </a:lnR>
                    <a:lnT w="28575">
                      <a:solidFill>
                        <a:srgbClr val="002060"/>
                      </a:solidFill>
                      <a:prstDash val="solid"/>
                    </a:lnT>
                    <a:lnB w="19050">
                      <a:solidFill>
                        <a:srgbClr val="002060"/>
                      </a:solidFill>
                      <a:prstDash val="solid"/>
                    </a:lnB>
                  </a:tcPr>
                </a:tc>
              </a:tr>
              <a:tr h="408432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600" spc="-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Количество</a:t>
                      </a:r>
                      <a:r>
                        <a:rPr sz="1600" spc="-4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ТВС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,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загружаемых</a:t>
                      </a:r>
                      <a:r>
                        <a:rPr sz="1600" spc="-4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при</a:t>
                      </a:r>
                      <a:r>
                        <a:rPr sz="1600" spc="-4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перегрузке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,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шт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: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T="33655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19050">
                      <a:solidFill>
                        <a:srgbClr val="002060"/>
                      </a:solidFill>
                      <a:prstDash val="solid"/>
                    </a:lnR>
                    <a:lnT w="19050">
                      <a:solidFill>
                        <a:srgbClr val="002060"/>
                      </a:solidFill>
                      <a:prstDash val="solid"/>
                    </a:lnT>
                    <a:lnB w="19050">
                      <a:solidFill>
                        <a:srgbClr val="00206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42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T="33655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19050">
                      <a:solidFill>
                        <a:srgbClr val="002060"/>
                      </a:solidFill>
                      <a:prstDash val="solid"/>
                    </a:lnR>
                    <a:lnT w="19050">
                      <a:solidFill>
                        <a:srgbClr val="002060"/>
                      </a:solidFill>
                      <a:prstDash val="solid"/>
                    </a:lnT>
                    <a:lnB w="19050">
                      <a:solidFill>
                        <a:srgbClr val="00206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42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T="33655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28575">
                      <a:solidFill>
                        <a:srgbClr val="002060"/>
                      </a:solidFill>
                      <a:prstDash val="solid"/>
                    </a:lnR>
                    <a:lnT w="19050">
                      <a:solidFill>
                        <a:srgbClr val="002060"/>
                      </a:solidFill>
                      <a:prstDash val="solid"/>
                    </a:lnT>
                    <a:lnB w="19050">
                      <a:solidFill>
                        <a:srgbClr val="002060"/>
                      </a:solidFill>
                      <a:prstDash val="solid"/>
                    </a:lnB>
                  </a:tcPr>
                </a:tc>
              </a:tr>
              <a:tr h="336041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59"/>
                        </a:spcBef>
                      </a:pP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Масса</a:t>
                      </a:r>
                      <a:r>
                        <a:rPr sz="1600" spc="-5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UO</a:t>
                      </a:r>
                      <a:r>
                        <a:rPr sz="10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2</a:t>
                      </a:r>
                      <a:r>
                        <a:rPr sz="1000" spc="12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600" spc="-6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ТВС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,</a:t>
                      </a:r>
                      <a:r>
                        <a:rPr sz="1600" spc="-2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кг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33019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19050">
                      <a:solidFill>
                        <a:srgbClr val="002060"/>
                      </a:solidFill>
                      <a:prstDash val="solid"/>
                    </a:lnR>
                    <a:lnT w="19050">
                      <a:solidFill>
                        <a:srgbClr val="002060"/>
                      </a:solidFill>
                      <a:prstDash val="solid"/>
                    </a:lnT>
                    <a:lnB w="19050">
                      <a:solidFill>
                        <a:srgbClr val="00206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9"/>
                        </a:spcBef>
                      </a:pP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494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T="33019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19050">
                      <a:solidFill>
                        <a:srgbClr val="002060"/>
                      </a:solidFill>
                      <a:prstDash val="solid"/>
                    </a:lnR>
                    <a:lnT w="19050">
                      <a:solidFill>
                        <a:srgbClr val="002060"/>
                      </a:solidFill>
                      <a:prstDash val="solid"/>
                    </a:lnT>
                    <a:lnB w="19050">
                      <a:solidFill>
                        <a:srgbClr val="00206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00000"/>
                        </a:lnSpc>
                        <a:spcBef>
                          <a:spcPts val="259"/>
                        </a:spcBef>
                      </a:pP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533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T="33019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28575">
                      <a:solidFill>
                        <a:srgbClr val="002060"/>
                      </a:solidFill>
                      <a:prstDash val="solid"/>
                    </a:lnR>
                    <a:lnT w="19050">
                      <a:solidFill>
                        <a:srgbClr val="002060"/>
                      </a:solidFill>
                      <a:prstDash val="solid"/>
                    </a:lnT>
                    <a:lnB w="19050">
                      <a:solidFill>
                        <a:srgbClr val="002060"/>
                      </a:solidFill>
                      <a:prstDash val="solid"/>
                    </a:lnB>
                  </a:tcPr>
                </a:tc>
              </a:tr>
              <a:tr h="335279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Среднее</a:t>
                      </a:r>
                      <a:r>
                        <a:rPr sz="1600" spc="-5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обогащение</a:t>
                      </a:r>
                      <a:r>
                        <a:rPr sz="1600" spc="-4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топлива</a:t>
                      </a:r>
                      <a:r>
                        <a:rPr sz="1600" spc="-4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подпитки</a:t>
                      </a:r>
                      <a:r>
                        <a:rPr sz="1600" spc="-4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по</a:t>
                      </a:r>
                      <a:r>
                        <a:rPr sz="1600" spc="-4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50" spc="-7" baseline="25252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235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U,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массовый</a:t>
                      </a:r>
                      <a:r>
                        <a:rPr sz="1600" spc="-5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T="33655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19050">
                      <a:solidFill>
                        <a:srgbClr val="002060"/>
                      </a:solidFill>
                      <a:prstDash val="solid"/>
                    </a:lnR>
                    <a:lnT w="19050">
                      <a:solidFill>
                        <a:srgbClr val="002060"/>
                      </a:solidFill>
                      <a:prstDash val="solid"/>
                    </a:lnT>
                    <a:lnB w="19050">
                      <a:solidFill>
                        <a:srgbClr val="00206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4,26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T="33655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19050">
                      <a:solidFill>
                        <a:srgbClr val="002060"/>
                      </a:solidFill>
                      <a:prstDash val="solid"/>
                    </a:lnR>
                    <a:lnT w="19050">
                      <a:solidFill>
                        <a:srgbClr val="002060"/>
                      </a:solidFill>
                      <a:prstDash val="solid"/>
                    </a:lnT>
                    <a:lnB w="19050">
                      <a:solidFill>
                        <a:srgbClr val="00206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4,79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T="33655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28575">
                      <a:solidFill>
                        <a:srgbClr val="002060"/>
                      </a:solidFill>
                      <a:prstDash val="solid"/>
                    </a:lnR>
                    <a:lnT w="19050">
                      <a:solidFill>
                        <a:srgbClr val="002060"/>
                      </a:solidFill>
                      <a:prstDash val="solid"/>
                    </a:lnT>
                    <a:lnB w="19050">
                      <a:solidFill>
                        <a:srgbClr val="002060"/>
                      </a:solidFill>
                      <a:prstDash val="solid"/>
                    </a:lnB>
                  </a:tcPr>
                </a:tc>
              </a:tr>
              <a:tr h="579120">
                <a:tc>
                  <a:txBody>
                    <a:bodyPr/>
                    <a:lstStyle/>
                    <a:p>
                      <a:pPr marL="92075" marR="12744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Длительность</a:t>
                      </a:r>
                      <a:r>
                        <a:rPr sz="1600" spc="-5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топливной</a:t>
                      </a:r>
                      <a:r>
                        <a:rPr sz="1600" spc="-4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загрузки</a:t>
                      </a:r>
                      <a:r>
                        <a:rPr sz="1600" spc="-5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при</a:t>
                      </a:r>
                      <a:r>
                        <a:rPr sz="1600" spc="-5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работе</a:t>
                      </a:r>
                      <a:r>
                        <a:rPr sz="1600" spc="-5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на </a:t>
                      </a:r>
                      <a:r>
                        <a:rPr sz="1600" spc="-38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номинальной</a:t>
                      </a:r>
                      <a:r>
                        <a:rPr sz="1600" spc="-4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мощности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,</a:t>
                      </a:r>
                      <a:r>
                        <a:rPr sz="1600" spc="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эфф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.</a:t>
                      </a:r>
                      <a:r>
                        <a:rPr sz="1600" spc="-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сут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33020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19050">
                      <a:solidFill>
                        <a:srgbClr val="002060"/>
                      </a:solidFill>
                      <a:prstDash val="solid"/>
                    </a:lnR>
                    <a:lnT w="19050">
                      <a:solidFill>
                        <a:srgbClr val="002060"/>
                      </a:solidFill>
                      <a:prstDash val="solid"/>
                    </a:lnT>
                    <a:lnB w="19050">
                      <a:solidFill>
                        <a:srgbClr val="00206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292,9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T="33020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19050">
                      <a:solidFill>
                        <a:srgbClr val="002060"/>
                      </a:solidFill>
                      <a:prstDash val="solid"/>
                    </a:lnR>
                    <a:lnT w="19050">
                      <a:solidFill>
                        <a:srgbClr val="002060"/>
                      </a:solidFill>
                      <a:prstDash val="solid"/>
                    </a:lnT>
                    <a:lnB w="19050">
                      <a:solidFill>
                        <a:srgbClr val="00206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342,5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T="33020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28575">
                      <a:solidFill>
                        <a:srgbClr val="002060"/>
                      </a:solidFill>
                      <a:prstDash val="solid"/>
                    </a:lnR>
                    <a:lnT w="19050">
                      <a:solidFill>
                        <a:srgbClr val="002060"/>
                      </a:solidFill>
                      <a:prstDash val="solid"/>
                    </a:lnT>
                    <a:lnB w="19050">
                      <a:solidFill>
                        <a:srgbClr val="002060"/>
                      </a:solidFill>
                      <a:prstDash val="solid"/>
                    </a:lnB>
                  </a:tcPr>
                </a:tc>
              </a:tr>
              <a:tr h="822960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Выгорание</a:t>
                      </a:r>
                      <a:r>
                        <a:rPr sz="1600" spc="-5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выгружаемого</a:t>
                      </a:r>
                      <a:r>
                        <a:rPr sz="1600" spc="-5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топлива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,</a:t>
                      </a:r>
                      <a:r>
                        <a:rPr sz="1600" spc="-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МВт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∙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сут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/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кг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U:</a:t>
                      </a:r>
                      <a:endParaRPr sz="1600">
                        <a:latin typeface="Calibri"/>
                        <a:cs typeface="Calibri"/>
                      </a:endParaRPr>
                    </a:p>
                    <a:p>
                      <a:pPr marL="9207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6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‐</a:t>
                      </a:r>
                      <a:r>
                        <a:rPr sz="1600" spc="-1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среднее</a:t>
                      </a:r>
                      <a:r>
                        <a:rPr sz="1600" spc="-5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по</a:t>
                      </a:r>
                      <a:r>
                        <a:rPr sz="1600" spc="-5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всем</a:t>
                      </a:r>
                      <a:r>
                        <a:rPr sz="1600" spc="-4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ТВС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  <a:p>
                      <a:pPr marL="92075">
                        <a:lnSpc>
                          <a:spcPct val="100000"/>
                        </a:lnSpc>
                      </a:pPr>
                      <a:r>
                        <a:rPr sz="16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‐</a:t>
                      </a:r>
                      <a:r>
                        <a:rPr sz="1600" spc="-2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максимальное</a:t>
                      </a:r>
                      <a:r>
                        <a:rPr sz="1600" spc="-5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по</a:t>
                      </a:r>
                      <a:r>
                        <a:rPr sz="1600" spc="-6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ТВС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33655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19050">
                      <a:solidFill>
                        <a:srgbClr val="002060"/>
                      </a:solidFill>
                      <a:prstDash val="solid"/>
                    </a:lnR>
                    <a:lnT w="19050">
                      <a:solidFill>
                        <a:srgbClr val="002060"/>
                      </a:solidFill>
                      <a:prstDash val="solid"/>
                    </a:lnT>
                    <a:lnB w="19050">
                      <a:solidFill>
                        <a:srgbClr val="00206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48,4</a:t>
                      </a:r>
                      <a:endParaRPr sz="16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51,5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T="635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19050">
                      <a:solidFill>
                        <a:srgbClr val="002060"/>
                      </a:solidFill>
                      <a:prstDash val="solid"/>
                    </a:lnR>
                    <a:lnT w="19050">
                      <a:solidFill>
                        <a:srgbClr val="002060"/>
                      </a:solidFill>
                      <a:prstDash val="solid"/>
                    </a:lnT>
                    <a:lnB w="19050">
                      <a:solidFill>
                        <a:srgbClr val="00206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  <a:p>
                      <a:pPr marL="3175" algn="ctr">
                        <a:lnSpc>
                          <a:spcPct val="100000"/>
                        </a:lnSpc>
                      </a:pP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55,5</a:t>
                      </a:r>
                      <a:endParaRPr sz="1600">
                        <a:latin typeface="Calibri"/>
                        <a:cs typeface="Calibri"/>
                      </a:endParaRPr>
                    </a:p>
                    <a:p>
                      <a:pPr marL="317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59,1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T="635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28575">
                      <a:solidFill>
                        <a:srgbClr val="002060"/>
                      </a:solidFill>
                      <a:prstDash val="solid"/>
                    </a:lnR>
                    <a:lnT w="19050">
                      <a:solidFill>
                        <a:srgbClr val="002060"/>
                      </a:solidFill>
                      <a:prstDash val="solid"/>
                    </a:lnT>
                    <a:lnB w="19050">
                      <a:solidFill>
                        <a:srgbClr val="002060"/>
                      </a:solidFill>
                      <a:prstDash val="solid"/>
                    </a:lnB>
                  </a:tcPr>
                </a:tc>
              </a:tr>
              <a:tr h="579119">
                <a:tc>
                  <a:txBody>
                    <a:bodyPr/>
                    <a:lstStyle/>
                    <a:p>
                      <a:pPr marL="92075" marR="1184910">
                        <a:lnSpc>
                          <a:spcPct val="100000"/>
                        </a:lnSpc>
                        <a:spcBef>
                          <a:spcPts val="259"/>
                        </a:spcBef>
                      </a:pP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Максимальная</a:t>
                      </a:r>
                      <a:r>
                        <a:rPr sz="1600" spc="-5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600" spc="-6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ходе</a:t>
                      </a:r>
                      <a:r>
                        <a:rPr sz="1600" spc="-4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работы</a:t>
                      </a:r>
                      <a:r>
                        <a:rPr sz="1600" spc="-5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топливной</a:t>
                      </a:r>
                      <a:r>
                        <a:rPr sz="1600" spc="-4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загрузки </a:t>
                      </a:r>
                      <a:r>
                        <a:rPr sz="1600" spc="-38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относительная</a:t>
                      </a:r>
                      <a:r>
                        <a:rPr sz="1600" spc="-4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мощность</a:t>
                      </a:r>
                      <a:r>
                        <a:rPr sz="1600" spc="-4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ТВС</a:t>
                      </a:r>
                      <a:r>
                        <a:rPr sz="1600" spc="-4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(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К</a:t>
                      </a:r>
                      <a:r>
                        <a:rPr sz="10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q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)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T="33019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19050">
                      <a:solidFill>
                        <a:srgbClr val="002060"/>
                      </a:solidFill>
                      <a:prstDash val="solid"/>
                    </a:lnR>
                    <a:lnT w="19050">
                      <a:solidFill>
                        <a:srgbClr val="002060"/>
                      </a:solidFill>
                      <a:prstDash val="solid"/>
                    </a:lnT>
                    <a:lnB w="19050">
                      <a:solidFill>
                        <a:srgbClr val="00206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1,31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T="33020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19050">
                      <a:solidFill>
                        <a:srgbClr val="002060"/>
                      </a:solidFill>
                      <a:prstDash val="solid"/>
                    </a:lnR>
                    <a:lnT w="19050">
                      <a:solidFill>
                        <a:srgbClr val="002060"/>
                      </a:solidFill>
                      <a:prstDash val="solid"/>
                    </a:lnT>
                    <a:lnB w="19050">
                      <a:solidFill>
                        <a:srgbClr val="00206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1,37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T="33020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28575">
                      <a:solidFill>
                        <a:srgbClr val="002060"/>
                      </a:solidFill>
                      <a:prstDash val="solid"/>
                    </a:lnR>
                    <a:lnT w="19050">
                      <a:solidFill>
                        <a:srgbClr val="002060"/>
                      </a:solidFill>
                      <a:prstDash val="solid"/>
                    </a:lnT>
                    <a:lnB w="19050">
                      <a:solidFill>
                        <a:srgbClr val="002060"/>
                      </a:solidFill>
                      <a:prstDash val="solid"/>
                    </a:lnB>
                  </a:tcPr>
                </a:tc>
              </a:tr>
              <a:tr h="579119">
                <a:tc>
                  <a:txBody>
                    <a:bodyPr/>
                    <a:lstStyle/>
                    <a:p>
                      <a:pPr marL="92075" marR="118491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Максимальная</a:t>
                      </a:r>
                      <a:r>
                        <a:rPr sz="1600" spc="-5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600" spc="-6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ходе</a:t>
                      </a:r>
                      <a:r>
                        <a:rPr sz="1600" spc="-4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работы</a:t>
                      </a:r>
                      <a:r>
                        <a:rPr sz="1600" spc="-5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топливной</a:t>
                      </a:r>
                      <a:r>
                        <a:rPr sz="1600" spc="-4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загрузки </a:t>
                      </a:r>
                      <a:r>
                        <a:rPr sz="1600" spc="-38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относительная</a:t>
                      </a:r>
                      <a:r>
                        <a:rPr sz="1600" spc="-4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мощность</a:t>
                      </a:r>
                      <a:r>
                        <a:rPr sz="1600" spc="-4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твэла</a:t>
                      </a:r>
                      <a:r>
                        <a:rPr sz="1600" spc="-4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(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К</a:t>
                      </a:r>
                      <a:r>
                        <a:rPr sz="10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)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T="33020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19050">
                      <a:solidFill>
                        <a:srgbClr val="002060"/>
                      </a:solidFill>
                      <a:prstDash val="solid"/>
                    </a:lnR>
                    <a:lnT w="19050">
                      <a:solidFill>
                        <a:srgbClr val="002060"/>
                      </a:solidFill>
                      <a:prstDash val="solid"/>
                    </a:lnT>
                    <a:lnB w="19050">
                      <a:solidFill>
                        <a:srgbClr val="00206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1,46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T="33020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19050">
                      <a:solidFill>
                        <a:srgbClr val="002060"/>
                      </a:solidFill>
                      <a:prstDash val="solid"/>
                    </a:lnR>
                    <a:lnT w="19050">
                      <a:solidFill>
                        <a:srgbClr val="002060"/>
                      </a:solidFill>
                      <a:prstDash val="solid"/>
                    </a:lnT>
                    <a:lnB w="19050">
                      <a:solidFill>
                        <a:srgbClr val="00206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1,52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T="33020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28575">
                      <a:solidFill>
                        <a:srgbClr val="002060"/>
                      </a:solidFill>
                      <a:prstDash val="solid"/>
                    </a:lnR>
                    <a:lnT w="19050">
                      <a:solidFill>
                        <a:srgbClr val="002060"/>
                      </a:solidFill>
                      <a:prstDash val="solid"/>
                    </a:lnT>
                    <a:lnB w="19050">
                      <a:solidFill>
                        <a:srgbClr val="002060"/>
                      </a:solidFill>
                      <a:prstDash val="solid"/>
                    </a:lnB>
                  </a:tcPr>
                </a:tc>
              </a:tr>
              <a:tr h="335280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Максимальная</a:t>
                      </a:r>
                      <a:r>
                        <a:rPr sz="1600" spc="-5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линейная</a:t>
                      </a:r>
                      <a:r>
                        <a:rPr sz="1600" spc="-4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мощность</a:t>
                      </a:r>
                      <a:r>
                        <a:rPr sz="1600" spc="-4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твэла</a:t>
                      </a:r>
                      <a:r>
                        <a:rPr sz="1600" spc="-4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(Q</a:t>
                      </a:r>
                      <a:r>
                        <a:rPr sz="10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),</a:t>
                      </a:r>
                      <a:r>
                        <a:rPr sz="1600" spc="-1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Вт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/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см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33655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19050">
                      <a:solidFill>
                        <a:srgbClr val="002060"/>
                      </a:solidFill>
                      <a:prstDash val="solid"/>
                    </a:lnR>
                    <a:lnT w="19050">
                      <a:solidFill>
                        <a:srgbClr val="002060"/>
                      </a:solidFill>
                      <a:prstDash val="solid"/>
                    </a:lnT>
                    <a:lnB w="19050">
                      <a:solidFill>
                        <a:srgbClr val="00206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288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T="33655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19050">
                      <a:solidFill>
                        <a:srgbClr val="002060"/>
                      </a:solidFill>
                      <a:prstDash val="solid"/>
                    </a:lnR>
                    <a:lnT w="19050">
                      <a:solidFill>
                        <a:srgbClr val="002060"/>
                      </a:solidFill>
                      <a:prstDash val="solid"/>
                    </a:lnT>
                    <a:lnB w="19050">
                      <a:solidFill>
                        <a:srgbClr val="00206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299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T="33655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28575">
                      <a:solidFill>
                        <a:srgbClr val="002060"/>
                      </a:solidFill>
                      <a:prstDash val="solid"/>
                    </a:lnR>
                    <a:lnT w="19050">
                      <a:solidFill>
                        <a:srgbClr val="002060"/>
                      </a:solidFill>
                      <a:prstDash val="solid"/>
                    </a:lnT>
                    <a:lnB w="19050">
                      <a:solidFill>
                        <a:srgbClr val="002060"/>
                      </a:solidFill>
                      <a:prstDash val="solid"/>
                    </a:lnB>
                  </a:tcPr>
                </a:tc>
              </a:tr>
              <a:tr h="335280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Температура</a:t>
                      </a:r>
                      <a:r>
                        <a:rPr sz="1600" spc="-5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spc="-5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повторной</a:t>
                      </a:r>
                      <a:r>
                        <a:rPr sz="1600" spc="-5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критичности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,</a:t>
                      </a:r>
                      <a:r>
                        <a:rPr sz="1600" spc="-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600" dirty="0">
                          <a:solidFill>
                            <a:srgbClr val="002060"/>
                          </a:solidFill>
                          <a:latin typeface="Times New Roman"/>
                          <a:cs typeface="Times New Roman"/>
                        </a:rPr>
                        <a:t>°С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33020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19050">
                      <a:solidFill>
                        <a:srgbClr val="002060"/>
                      </a:solidFill>
                      <a:prstDash val="solid"/>
                    </a:lnR>
                    <a:lnT w="19050">
                      <a:solidFill>
                        <a:srgbClr val="002060"/>
                      </a:solidFill>
                      <a:prstDash val="solid"/>
                    </a:lnT>
                    <a:lnB w="19050">
                      <a:solidFill>
                        <a:srgbClr val="00206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190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T="33020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19050">
                      <a:solidFill>
                        <a:srgbClr val="002060"/>
                      </a:solidFill>
                      <a:prstDash val="solid"/>
                    </a:lnR>
                    <a:lnT w="19050">
                      <a:solidFill>
                        <a:srgbClr val="002060"/>
                      </a:solidFill>
                      <a:prstDash val="solid"/>
                    </a:lnT>
                    <a:lnB w="19050">
                      <a:solidFill>
                        <a:srgbClr val="00206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16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91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T="33020" marB="0">
                    <a:lnL w="19050">
                      <a:solidFill>
                        <a:srgbClr val="002060"/>
                      </a:solidFill>
                      <a:prstDash val="solid"/>
                    </a:lnL>
                    <a:lnR w="28575">
                      <a:solidFill>
                        <a:srgbClr val="002060"/>
                      </a:solidFill>
                      <a:prstDash val="solid"/>
                    </a:lnR>
                    <a:lnT w="19050">
                      <a:solidFill>
                        <a:srgbClr val="002060"/>
                      </a:solidFill>
                      <a:prstDash val="solid"/>
                    </a:lnT>
                    <a:lnB w="19050">
                      <a:solidFill>
                        <a:srgbClr val="00206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21" name="object 421"/>
          <p:cNvSpPr txBox="1"/>
          <p:nvPr/>
        </p:nvSpPr>
        <p:spPr>
          <a:xfrm>
            <a:off x="616858" y="981586"/>
            <a:ext cx="189420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dirty="0">
                <a:solidFill>
                  <a:srgbClr val="FF0000"/>
                </a:solidFill>
                <a:latin typeface="Calibri"/>
                <a:cs typeface="Calibri"/>
              </a:rPr>
              <a:t>Активная</a:t>
            </a:r>
            <a:r>
              <a:rPr sz="2400" spc="-9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2400" dirty="0">
                <a:solidFill>
                  <a:srgbClr val="FF0000"/>
                </a:solidFill>
                <a:latin typeface="Calibri"/>
                <a:cs typeface="Calibri"/>
              </a:rPr>
              <a:t>зона</a:t>
            </a:r>
            <a:endParaRPr sz="24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727854" y="177676"/>
            <a:ext cx="479679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Основное</a:t>
            </a:r>
            <a:r>
              <a:rPr spc="-10" dirty="0"/>
              <a:t> </a:t>
            </a:r>
            <a:r>
              <a:rPr spc="-5" dirty="0"/>
              <a:t>оборудование</a:t>
            </a:r>
            <a:r>
              <a:rPr spc="-10" dirty="0"/>
              <a:t> </a:t>
            </a:r>
            <a:r>
              <a:rPr spc="-5" dirty="0"/>
              <a:t>РУ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649607" y="6463829"/>
            <a:ext cx="358140" cy="309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2310"/>
              </a:lnSpc>
            </a:pPr>
            <a:fld id="{81D60167-4931-47E6-BA6A-407CBD079E47}" type="slidenum">
              <a:rPr sz="2000" b="1" spc="-5" dirty="0">
                <a:solidFill>
                  <a:srgbClr val="0068B4"/>
                </a:solidFill>
                <a:latin typeface="Arial"/>
                <a:cs typeface="Arial"/>
              </a:rPr>
              <a:t>52</a:t>
            </a:fld>
            <a:endParaRPr sz="20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16858" y="981586"/>
            <a:ext cx="7620634" cy="3566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dirty="0">
                <a:solidFill>
                  <a:srgbClr val="FF0000"/>
                </a:solidFill>
                <a:latin typeface="Calibri"/>
                <a:cs typeface="Calibri"/>
              </a:rPr>
              <a:t>Активная</a:t>
            </a:r>
            <a:r>
              <a:rPr sz="2400" spc="-5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2400" dirty="0">
                <a:solidFill>
                  <a:srgbClr val="FF0000"/>
                </a:solidFill>
                <a:latin typeface="Calibri"/>
                <a:cs typeface="Calibri"/>
              </a:rPr>
              <a:t>зона</a:t>
            </a:r>
            <a:endParaRPr sz="24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2750">
              <a:latin typeface="Calibri"/>
              <a:cs typeface="Calibri"/>
            </a:endParaRPr>
          </a:p>
          <a:p>
            <a:pPr marL="345440" indent="-286385">
              <a:lnSpc>
                <a:spcPct val="100000"/>
              </a:lnSpc>
              <a:spcBef>
                <a:spcPts val="5"/>
              </a:spcBef>
              <a:buClr>
                <a:srgbClr val="0033CC"/>
              </a:buClr>
              <a:buFont typeface="Microsoft Sans Serif"/>
              <a:buChar char="•"/>
              <a:tabLst>
                <a:tab pos="345440" algn="l"/>
                <a:tab pos="346075" algn="l"/>
              </a:tabLst>
            </a:pPr>
            <a:r>
              <a:rPr sz="2200" spc="10" dirty="0">
                <a:solidFill>
                  <a:srgbClr val="002060"/>
                </a:solidFill>
                <a:latin typeface="Trebuchet MS"/>
                <a:cs typeface="Trebuchet MS"/>
              </a:rPr>
              <a:t>Увеличение</a:t>
            </a:r>
            <a:r>
              <a:rPr sz="2200" spc="-17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2200" spc="10" dirty="0">
                <a:solidFill>
                  <a:srgbClr val="002060"/>
                </a:solidFill>
                <a:latin typeface="Trebuchet MS"/>
                <a:cs typeface="Trebuchet MS"/>
              </a:rPr>
              <a:t>длины</a:t>
            </a:r>
            <a:r>
              <a:rPr sz="2200" spc="-16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2200" spc="-5" dirty="0">
                <a:solidFill>
                  <a:srgbClr val="002060"/>
                </a:solidFill>
                <a:latin typeface="Trebuchet MS"/>
                <a:cs typeface="Trebuchet MS"/>
              </a:rPr>
              <a:t>топливного</a:t>
            </a:r>
            <a:r>
              <a:rPr sz="2200" spc="-17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2200" spc="40" dirty="0">
                <a:solidFill>
                  <a:srgbClr val="002060"/>
                </a:solidFill>
                <a:latin typeface="Trebuchet MS"/>
                <a:cs typeface="Trebuchet MS"/>
              </a:rPr>
              <a:t>столба</a:t>
            </a:r>
            <a:r>
              <a:rPr sz="2200" spc="-15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2200" spc="5" dirty="0">
                <a:solidFill>
                  <a:srgbClr val="002060"/>
                </a:solidFill>
                <a:latin typeface="Trebuchet MS"/>
                <a:cs typeface="Trebuchet MS"/>
              </a:rPr>
              <a:t>с</a:t>
            </a:r>
            <a:r>
              <a:rPr sz="2200" spc="-14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2200" spc="-5" dirty="0">
                <a:solidFill>
                  <a:srgbClr val="002060"/>
                </a:solidFill>
                <a:latin typeface="Calibri"/>
                <a:cs typeface="Calibri"/>
              </a:rPr>
              <a:t>3530</a:t>
            </a:r>
            <a:r>
              <a:rPr sz="220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2200" spc="25" dirty="0">
                <a:solidFill>
                  <a:srgbClr val="002060"/>
                </a:solidFill>
                <a:latin typeface="Trebuchet MS"/>
                <a:cs typeface="Trebuchet MS"/>
              </a:rPr>
              <a:t>до</a:t>
            </a:r>
            <a:r>
              <a:rPr sz="2200" spc="-16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2200" dirty="0">
                <a:solidFill>
                  <a:srgbClr val="FF0000"/>
                </a:solidFill>
                <a:latin typeface="Calibri"/>
                <a:cs typeface="Calibri"/>
              </a:rPr>
              <a:t>3730</a:t>
            </a:r>
            <a:r>
              <a:rPr sz="2200" spc="-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2200" spc="5" dirty="0">
                <a:solidFill>
                  <a:srgbClr val="FF0000"/>
                </a:solidFill>
                <a:latin typeface="Trebuchet MS"/>
                <a:cs typeface="Trebuchet MS"/>
              </a:rPr>
              <a:t>мм</a:t>
            </a:r>
            <a:endParaRPr sz="2200">
              <a:latin typeface="Trebuchet MS"/>
              <a:cs typeface="Trebuchet MS"/>
            </a:endParaRPr>
          </a:p>
          <a:p>
            <a:pPr marL="345440">
              <a:lnSpc>
                <a:spcPct val="100000"/>
              </a:lnSpc>
              <a:spcBef>
                <a:spcPts val="280"/>
              </a:spcBef>
            </a:pPr>
            <a:r>
              <a:rPr sz="2200" spc="-5" dirty="0">
                <a:solidFill>
                  <a:srgbClr val="002060"/>
                </a:solidFill>
                <a:latin typeface="Calibri"/>
                <a:cs typeface="Calibri"/>
              </a:rPr>
              <a:t>(</a:t>
            </a:r>
            <a:r>
              <a:rPr sz="2200" dirty="0">
                <a:solidFill>
                  <a:srgbClr val="002060"/>
                </a:solidFill>
                <a:latin typeface="Symbol"/>
                <a:cs typeface="Symbol"/>
              </a:rPr>
              <a:t></a:t>
            </a:r>
            <a:r>
              <a:rPr sz="2200" spc="-5" dirty="0">
                <a:solidFill>
                  <a:srgbClr val="002060"/>
                </a:solidFill>
                <a:latin typeface="Calibri"/>
                <a:cs typeface="Calibri"/>
              </a:rPr>
              <a:t>l</a:t>
            </a:r>
            <a:r>
              <a:rPr sz="2200" spc="45" dirty="0">
                <a:solidFill>
                  <a:srgbClr val="002060"/>
                </a:solidFill>
                <a:latin typeface="Trebuchet MS"/>
                <a:cs typeface="Trebuchet MS"/>
              </a:rPr>
              <a:t>≈</a:t>
            </a:r>
            <a:r>
              <a:rPr sz="2200" spc="-5" dirty="0">
                <a:solidFill>
                  <a:srgbClr val="002060"/>
                </a:solidFill>
                <a:latin typeface="Calibri"/>
                <a:cs typeface="Calibri"/>
              </a:rPr>
              <a:t>200</a:t>
            </a:r>
            <a:r>
              <a:rPr sz="2200" spc="5" dirty="0">
                <a:solidFill>
                  <a:srgbClr val="002060"/>
                </a:solidFill>
                <a:latin typeface="Trebuchet MS"/>
                <a:cs typeface="Trebuchet MS"/>
              </a:rPr>
              <a:t>мм</a:t>
            </a:r>
            <a:r>
              <a:rPr sz="2200" dirty="0">
                <a:solidFill>
                  <a:srgbClr val="002060"/>
                </a:solidFill>
                <a:latin typeface="Calibri"/>
                <a:cs typeface="Calibri"/>
              </a:rPr>
              <a:t>)</a:t>
            </a:r>
            <a:r>
              <a:rPr sz="2200" spc="-1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2200" spc="40" dirty="0">
                <a:solidFill>
                  <a:srgbClr val="002060"/>
                </a:solidFill>
                <a:latin typeface="Trebuchet MS"/>
                <a:cs typeface="Trebuchet MS"/>
              </a:rPr>
              <a:t>з</a:t>
            </a:r>
            <a:r>
              <a:rPr sz="2200" spc="55" dirty="0">
                <a:solidFill>
                  <a:srgbClr val="002060"/>
                </a:solidFill>
                <a:latin typeface="Trebuchet MS"/>
                <a:cs typeface="Trebuchet MS"/>
              </a:rPr>
              <a:t>а</a:t>
            </a:r>
            <a:r>
              <a:rPr sz="2200" spc="-17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2200" spc="5" dirty="0">
                <a:solidFill>
                  <a:srgbClr val="002060"/>
                </a:solidFill>
                <a:latin typeface="Trebuchet MS"/>
                <a:cs typeface="Trebuchet MS"/>
              </a:rPr>
              <a:t>счет</a:t>
            </a:r>
            <a:r>
              <a:rPr sz="2200" dirty="0">
                <a:solidFill>
                  <a:srgbClr val="002060"/>
                </a:solidFill>
                <a:latin typeface="Calibri"/>
                <a:cs typeface="Calibri"/>
              </a:rPr>
              <a:t>:</a:t>
            </a:r>
            <a:endParaRPr sz="2200">
              <a:latin typeface="Calibri"/>
              <a:cs typeface="Calibri"/>
            </a:endParaRPr>
          </a:p>
          <a:p>
            <a:pPr marL="326390">
              <a:lnSpc>
                <a:spcPct val="100000"/>
              </a:lnSpc>
              <a:spcBef>
                <a:spcPts val="760"/>
              </a:spcBef>
            </a:pPr>
            <a:r>
              <a:rPr sz="2200" dirty="0">
                <a:solidFill>
                  <a:srgbClr val="002060"/>
                </a:solidFill>
                <a:latin typeface="Calibri"/>
                <a:cs typeface="Calibri"/>
              </a:rPr>
              <a:t>‐</a:t>
            </a:r>
            <a:r>
              <a:rPr sz="2200" spc="-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2200" spc="-15" dirty="0">
                <a:solidFill>
                  <a:srgbClr val="002060"/>
                </a:solidFill>
                <a:latin typeface="Trebuchet MS"/>
                <a:cs typeface="Trebuchet MS"/>
              </a:rPr>
              <a:t>укорочени</a:t>
            </a:r>
            <a:r>
              <a:rPr sz="2200" spc="-10" dirty="0">
                <a:solidFill>
                  <a:srgbClr val="002060"/>
                </a:solidFill>
                <a:latin typeface="Trebuchet MS"/>
                <a:cs typeface="Trebuchet MS"/>
              </a:rPr>
              <a:t>я</a:t>
            </a:r>
            <a:r>
              <a:rPr sz="2200" spc="-16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2200" spc="-35" dirty="0">
                <a:solidFill>
                  <a:srgbClr val="002060"/>
                </a:solidFill>
                <a:latin typeface="Trebuchet MS"/>
                <a:cs typeface="Trebuchet MS"/>
              </a:rPr>
              <a:t>головк</a:t>
            </a:r>
            <a:r>
              <a:rPr sz="2200" spc="-30" dirty="0">
                <a:solidFill>
                  <a:srgbClr val="002060"/>
                </a:solidFill>
                <a:latin typeface="Trebuchet MS"/>
                <a:cs typeface="Trebuchet MS"/>
              </a:rPr>
              <a:t>и</a:t>
            </a:r>
            <a:r>
              <a:rPr sz="2200" spc="-16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2200" spc="-25" dirty="0">
                <a:solidFill>
                  <a:srgbClr val="002060"/>
                </a:solidFill>
                <a:latin typeface="Trebuchet MS"/>
                <a:cs typeface="Trebuchet MS"/>
              </a:rPr>
              <a:t>Т</a:t>
            </a:r>
            <a:r>
              <a:rPr sz="2200" spc="245" dirty="0">
                <a:solidFill>
                  <a:srgbClr val="002060"/>
                </a:solidFill>
                <a:latin typeface="Trebuchet MS"/>
                <a:cs typeface="Trebuchet MS"/>
              </a:rPr>
              <a:t>В</a:t>
            </a:r>
            <a:r>
              <a:rPr sz="2200" spc="260" dirty="0">
                <a:solidFill>
                  <a:srgbClr val="002060"/>
                </a:solidFill>
                <a:latin typeface="Trebuchet MS"/>
                <a:cs typeface="Trebuchet MS"/>
              </a:rPr>
              <a:t>С</a:t>
            </a:r>
            <a:r>
              <a:rPr sz="2200" dirty="0">
                <a:solidFill>
                  <a:srgbClr val="002060"/>
                </a:solidFill>
                <a:latin typeface="Calibri"/>
                <a:cs typeface="Calibri"/>
              </a:rPr>
              <a:t>;</a:t>
            </a:r>
            <a:endParaRPr sz="2200">
              <a:latin typeface="Calibri"/>
              <a:cs typeface="Calibri"/>
            </a:endParaRPr>
          </a:p>
          <a:p>
            <a:pPr marL="326390">
              <a:lnSpc>
                <a:spcPct val="100000"/>
              </a:lnSpc>
              <a:spcBef>
                <a:spcPts val="790"/>
              </a:spcBef>
            </a:pPr>
            <a:r>
              <a:rPr sz="2200" dirty="0">
                <a:solidFill>
                  <a:srgbClr val="002060"/>
                </a:solidFill>
                <a:latin typeface="Calibri"/>
                <a:cs typeface="Calibri"/>
              </a:rPr>
              <a:t>‐</a:t>
            </a:r>
            <a:r>
              <a:rPr sz="2200" spc="-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2200" spc="-10" dirty="0">
                <a:solidFill>
                  <a:srgbClr val="002060"/>
                </a:solidFill>
                <a:latin typeface="Trebuchet MS"/>
                <a:cs typeface="Trebuchet MS"/>
              </a:rPr>
              <a:t>укорочения</a:t>
            </a:r>
            <a:r>
              <a:rPr sz="2200" spc="-16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2200" spc="5" dirty="0">
                <a:solidFill>
                  <a:srgbClr val="002060"/>
                </a:solidFill>
                <a:latin typeface="Trebuchet MS"/>
                <a:cs typeface="Trebuchet MS"/>
              </a:rPr>
              <a:t>хвостовика</a:t>
            </a:r>
            <a:r>
              <a:rPr sz="2200" spc="-17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2200" spc="165" dirty="0">
                <a:solidFill>
                  <a:srgbClr val="002060"/>
                </a:solidFill>
                <a:latin typeface="Trebuchet MS"/>
                <a:cs typeface="Trebuchet MS"/>
              </a:rPr>
              <a:t>ТВ</a:t>
            </a:r>
            <a:r>
              <a:rPr sz="2200" spc="155" dirty="0">
                <a:solidFill>
                  <a:srgbClr val="002060"/>
                </a:solidFill>
                <a:latin typeface="Trebuchet MS"/>
                <a:cs typeface="Trebuchet MS"/>
              </a:rPr>
              <a:t>С</a:t>
            </a:r>
            <a:r>
              <a:rPr sz="2200" dirty="0">
                <a:solidFill>
                  <a:srgbClr val="002060"/>
                </a:solidFill>
                <a:latin typeface="Calibri"/>
                <a:cs typeface="Calibri"/>
              </a:rPr>
              <a:t>.</a:t>
            </a:r>
            <a:endParaRPr sz="2200">
              <a:latin typeface="Calibri"/>
              <a:cs typeface="Calibri"/>
            </a:endParaRPr>
          </a:p>
          <a:p>
            <a:pPr marL="345440" marR="654050" indent="-285750">
              <a:lnSpc>
                <a:spcPct val="109800"/>
              </a:lnSpc>
              <a:spcBef>
                <a:spcPts val="525"/>
              </a:spcBef>
              <a:buClr>
                <a:srgbClr val="0033CC"/>
              </a:buClr>
              <a:buFont typeface="Microsoft Sans Serif"/>
              <a:buChar char="•"/>
              <a:tabLst>
                <a:tab pos="408305" algn="l"/>
                <a:tab pos="409575" algn="l"/>
              </a:tabLst>
            </a:pPr>
            <a:r>
              <a:rPr dirty="0"/>
              <a:t>	</a:t>
            </a:r>
            <a:r>
              <a:rPr sz="2200" spc="10" dirty="0">
                <a:solidFill>
                  <a:srgbClr val="002060"/>
                </a:solidFill>
                <a:latin typeface="Trebuchet MS"/>
                <a:cs typeface="Trebuchet MS"/>
              </a:rPr>
              <a:t>Увеличение</a:t>
            </a:r>
            <a:r>
              <a:rPr sz="2200" spc="-17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2200" spc="-35" dirty="0">
                <a:solidFill>
                  <a:srgbClr val="002060"/>
                </a:solidFill>
                <a:latin typeface="Trebuchet MS"/>
                <a:cs typeface="Trebuchet MS"/>
              </a:rPr>
              <a:t>загрузки</a:t>
            </a:r>
            <a:r>
              <a:rPr sz="2200" spc="-17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2200" spc="25" dirty="0">
                <a:solidFill>
                  <a:srgbClr val="002060"/>
                </a:solidFill>
                <a:latin typeface="Trebuchet MS"/>
                <a:cs typeface="Trebuchet MS"/>
              </a:rPr>
              <a:t>топлива</a:t>
            </a:r>
            <a:r>
              <a:rPr sz="2200" spc="-17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2200" spc="30" dirty="0">
                <a:solidFill>
                  <a:srgbClr val="002060"/>
                </a:solidFill>
                <a:latin typeface="Trebuchet MS"/>
                <a:cs typeface="Trebuchet MS"/>
              </a:rPr>
              <a:t>в</a:t>
            </a:r>
            <a:r>
              <a:rPr sz="2200" spc="-16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2200" spc="25" dirty="0">
                <a:solidFill>
                  <a:srgbClr val="002060"/>
                </a:solidFill>
                <a:latin typeface="Trebuchet MS"/>
                <a:cs typeface="Trebuchet MS"/>
              </a:rPr>
              <a:t>твэле</a:t>
            </a:r>
            <a:r>
              <a:rPr sz="2200" spc="-15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2200" spc="165" dirty="0">
                <a:solidFill>
                  <a:srgbClr val="002060"/>
                </a:solidFill>
                <a:latin typeface="Trebuchet MS"/>
                <a:cs typeface="Trebuchet MS"/>
              </a:rPr>
              <a:t>ТВС</a:t>
            </a:r>
            <a:r>
              <a:rPr sz="2200" spc="-16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2200" spc="50" dirty="0">
                <a:solidFill>
                  <a:srgbClr val="002060"/>
                </a:solidFill>
                <a:latin typeface="Trebuchet MS"/>
                <a:cs typeface="Trebuchet MS"/>
              </a:rPr>
              <a:t>за</a:t>
            </a:r>
            <a:r>
              <a:rPr sz="2200" spc="-16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2200" spc="5" dirty="0">
                <a:solidFill>
                  <a:srgbClr val="002060"/>
                </a:solidFill>
                <a:latin typeface="Trebuchet MS"/>
                <a:cs typeface="Trebuchet MS"/>
              </a:rPr>
              <a:t>счет </a:t>
            </a:r>
            <a:r>
              <a:rPr sz="2200" spc="1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2200" dirty="0">
                <a:solidFill>
                  <a:srgbClr val="002060"/>
                </a:solidFill>
                <a:latin typeface="Trebuchet MS"/>
                <a:cs typeface="Trebuchet MS"/>
              </a:rPr>
              <a:t>увеличения</a:t>
            </a:r>
            <a:r>
              <a:rPr sz="2200" spc="-16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2200" spc="10" dirty="0">
                <a:solidFill>
                  <a:srgbClr val="002060"/>
                </a:solidFill>
                <a:latin typeface="Trebuchet MS"/>
                <a:cs typeface="Trebuchet MS"/>
              </a:rPr>
              <a:t>длины</a:t>
            </a:r>
            <a:r>
              <a:rPr sz="2200" spc="-15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2200" spc="-5" dirty="0">
                <a:solidFill>
                  <a:srgbClr val="002060"/>
                </a:solidFill>
                <a:latin typeface="Trebuchet MS"/>
                <a:cs typeface="Trebuchet MS"/>
              </a:rPr>
              <a:t>топливного</a:t>
            </a:r>
            <a:r>
              <a:rPr sz="2200" spc="-16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2200" spc="35" dirty="0">
                <a:solidFill>
                  <a:srgbClr val="002060"/>
                </a:solidFill>
                <a:latin typeface="Trebuchet MS"/>
                <a:cs typeface="Trebuchet MS"/>
              </a:rPr>
              <a:t>столба</a:t>
            </a:r>
            <a:r>
              <a:rPr sz="2200" spc="-15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2200" spc="-30" dirty="0">
                <a:solidFill>
                  <a:srgbClr val="002060"/>
                </a:solidFill>
                <a:latin typeface="Trebuchet MS"/>
                <a:cs typeface="Trebuchet MS"/>
              </a:rPr>
              <a:t>и</a:t>
            </a:r>
            <a:r>
              <a:rPr sz="2200" spc="-16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2200" dirty="0">
                <a:solidFill>
                  <a:srgbClr val="002060"/>
                </a:solidFill>
                <a:latin typeface="Trebuchet MS"/>
                <a:cs typeface="Trebuchet MS"/>
              </a:rPr>
              <a:t>изменения </a:t>
            </a:r>
            <a:r>
              <a:rPr sz="2200" spc="-65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2200" spc="25" dirty="0">
                <a:solidFill>
                  <a:srgbClr val="002060"/>
                </a:solidFill>
                <a:latin typeface="Trebuchet MS"/>
                <a:cs typeface="Trebuchet MS"/>
              </a:rPr>
              <a:t>размеров</a:t>
            </a:r>
            <a:r>
              <a:rPr sz="2200" spc="-15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2200" spc="10" dirty="0">
                <a:solidFill>
                  <a:srgbClr val="002060"/>
                </a:solidFill>
                <a:latin typeface="Trebuchet MS"/>
                <a:cs typeface="Trebuchet MS"/>
              </a:rPr>
              <a:t>топливной</a:t>
            </a:r>
            <a:r>
              <a:rPr sz="2200" spc="-16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2200" spc="5" dirty="0">
                <a:solidFill>
                  <a:srgbClr val="002060"/>
                </a:solidFill>
                <a:latin typeface="Trebuchet MS"/>
                <a:cs typeface="Trebuchet MS"/>
              </a:rPr>
              <a:t>т</a:t>
            </a:r>
            <a:r>
              <a:rPr sz="2200" dirty="0">
                <a:solidFill>
                  <a:srgbClr val="002060"/>
                </a:solidFill>
                <a:latin typeface="Trebuchet MS"/>
                <a:cs typeface="Trebuchet MS"/>
              </a:rPr>
              <a:t>аблетки</a:t>
            </a:r>
            <a:r>
              <a:rPr sz="2200" dirty="0">
                <a:solidFill>
                  <a:srgbClr val="002060"/>
                </a:solidFill>
                <a:latin typeface="Calibri"/>
                <a:cs typeface="Calibri"/>
              </a:rPr>
              <a:t>.</a:t>
            </a:r>
            <a:endParaRPr sz="2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646316" y="4294508"/>
            <a:ext cx="1946275" cy="1739264"/>
            <a:chOff x="6646316" y="4294508"/>
            <a:chExt cx="1946275" cy="1739264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91515" y="4294508"/>
              <a:ext cx="1900947" cy="169849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646316" y="4294508"/>
              <a:ext cx="1946147" cy="1738884"/>
            </a:xfrm>
            <a:prstGeom prst="rect">
              <a:avLst/>
            </a:prstGeom>
          </p:spPr>
        </p:pic>
      </p:grp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2170576" y="166246"/>
            <a:ext cx="479679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Основное</a:t>
            </a:r>
            <a:r>
              <a:rPr spc="-10" dirty="0"/>
              <a:t> </a:t>
            </a:r>
            <a:r>
              <a:rPr spc="-5" dirty="0"/>
              <a:t>оборудование</a:t>
            </a:r>
            <a:r>
              <a:rPr spc="-10" dirty="0"/>
              <a:t> </a:t>
            </a:r>
            <a:r>
              <a:rPr spc="-5" dirty="0"/>
              <a:t>РУ</a:t>
            </a: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631469" y="4281935"/>
          <a:ext cx="7944484" cy="173354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07815"/>
                <a:gridCol w="1882775"/>
                <a:gridCol w="1953894"/>
              </a:tblGrid>
              <a:tr h="397001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20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Параметр</a:t>
                      </a:r>
                      <a:endParaRPr sz="2000">
                        <a:latin typeface="Calibri"/>
                        <a:cs typeface="Calibri"/>
                      </a:endParaRPr>
                    </a:p>
                  </a:txBody>
                  <a:tcPr marL="0" marR="0" marT="29845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20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ВВЭР‐</a:t>
                      </a:r>
                      <a:r>
                        <a:rPr sz="2000" spc="-3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20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1000</a:t>
                      </a:r>
                      <a:endParaRPr sz="2000">
                        <a:latin typeface="Calibri"/>
                        <a:cs typeface="Calibri"/>
                      </a:endParaRPr>
                    </a:p>
                  </a:txBody>
                  <a:tcPr marL="0" marR="0" marT="29845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20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ВВЭР‐1200</a:t>
                      </a:r>
                      <a:endParaRPr sz="2000">
                        <a:latin typeface="Calibri"/>
                        <a:cs typeface="Calibri"/>
                      </a:endParaRPr>
                    </a:p>
                  </a:txBody>
                  <a:tcPr marL="0" marR="0" marT="29845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</a:tr>
              <a:tr h="635507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20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Парогенератор</a:t>
                      </a:r>
                      <a:endParaRPr sz="2000">
                        <a:latin typeface="Calibri"/>
                        <a:cs typeface="Calibri"/>
                      </a:endParaRPr>
                    </a:p>
                  </a:txBody>
                  <a:tcPr marL="0" marR="0" marT="29845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5"/>
                        </a:spcBef>
                      </a:pPr>
                      <a:r>
                        <a:rPr sz="20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ПГВ‐1000M</a:t>
                      </a:r>
                      <a:endParaRPr sz="2000">
                        <a:latin typeface="Calibri"/>
                        <a:cs typeface="Calibri"/>
                      </a:endParaRPr>
                    </a:p>
                  </a:txBody>
                  <a:tcPr marL="0" marR="0" marT="149225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175"/>
                        </a:spcBef>
                      </a:pPr>
                      <a:r>
                        <a:rPr sz="20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ПГВ‐1000МКП</a:t>
                      </a:r>
                      <a:endParaRPr sz="2000">
                        <a:latin typeface="Calibri"/>
                        <a:cs typeface="Calibri"/>
                      </a:endParaRPr>
                    </a:p>
                  </a:txBody>
                  <a:tcPr marL="0" marR="0" marT="149225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</a:tr>
              <a:tr h="701039">
                <a:tc>
                  <a:txBody>
                    <a:bodyPr/>
                    <a:lstStyle/>
                    <a:p>
                      <a:pPr marL="92075" marR="81026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20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Внутренний диаметр </a:t>
                      </a:r>
                      <a:r>
                        <a:rPr sz="2000" spc="-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корпуса </a:t>
                      </a:r>
                      <a:r>
                        <a:rPr sz="2000" spc="-44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20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парогенератора,</a:t>
                      </a:r>
                      <a:r>
                        <a:rPr sz="2000" spc="-10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20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м</a:t>
                      </a:r>
                      <a:endParaRPr sz="2000">
                        <a:latin typeface="Calibri"/>
                        <a:cs typeface="Calibri"/>
                      </a:endParaRPr>
                    </a:p>
                  </a:txBody>
                  <a:tcPr marL="0" marR="0" marT="29209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30"/>
                        </a:spcBef>
                      </a:pPr>
                      <a:r>
                        <a:rPr sz="20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4,0</a:t>
                      </a:r>
                      <a:endParaRPr sz="2000">
                        <a:latin typeface="Calibri"/>
                        <a:cs typeface="Calibri"/>
                      </a:endParaRPr>
                    </a:p>
                  </a:txBody>
                  <a:tcPr marL="0" marR="0" marT="181610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30"/>
                        </a:spcBef>
                      </a:pPr>
                      <a:r>
                        <a:rPr sz="2000" spc="-5" dirty="0">
                          <a:solidFill>
                            <a:srgbClr val="002060"/>
                          </a:solidFill>
                          <a:latin typeface="Calibri"/>
                          <a:cs typeface="Calibri"/>
                        </a:rPr>
                        <a:t>4,2</a:t>
                      </a:r>
                      <a:endParaRPr sz="2000">
                        <a:latin typeface="Calibri"/>
                        <a:cs typeface="Calibri"/>
                      </a:endParaRPr>
                    </a:p>
                  </a:txBody>
                  <a:tcPr marL="0" marR="0" marT="181610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7" name="object 7"/>
          <p:cNvGrpSpPr/>
          <p:nvPr/>
        </p:nvGrpSpPr>
        <p:grpSpPr>
          <a:xfrm>
            <a:off x="1638706" y="768226"/>
            <a:ext cx="6758940" cy="3473450"/>
            <a:chOff x="1638706" y="768226"/>
            <a:chExt cx="6758940" cy="3473450"/>
          </a:xfrm>
        </p:grpSpPr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65982" y="768226"/>
              <a:ext cx="4231690" cy="1234694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912254" y="1990982"/>
              <a:ext cx="172961" cy="3810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743858" y="1990982"/>
              <a:ext cx="3063240" cy="7620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182764" y="1990982"/>
              <a:ext cx="143255" cy="7620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520330" y="1990982"/>
              <a:ext cx="131114" cy="7620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916826" y="1994792"/>
              <a:ext cx="185928" cy="381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503828" y="1994792"/>
              <a:ext cx="109728" cy="8382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7106564" y="1996697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810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186561" y="1996697"/>
              <a:ext cx="21590" cy="0"/>
            </a:xfrm>
            <a:custGeom>
              <a:avLst/>
              <a:gdLst/>
              <a:ahLst/>
              <a:cxnLst/>
              <a:rect l="l" t="t" r="r" b="b"/>
              <a:pathLst>
                <a:path w="21590">
                  <a:moveTo>
                    <a:pt x="0" y="0"/>
                  </a:moveTo>
                  <a:lnTo>
                    <a:pt x="4572" y="0"/>
                  </a:lnTo>
                </a:path>
                <a:path w="21590">
                  <a:moveTo>
                    <a:pt x="16776" y="0"/>
                  </a:moveTo>
                  <a:lnTo>
                    <a:pt x="21348" y="0"/>
                  </a:lnTo>
                </a:path>
              </a:pathLst>
            </a:custGeom>
            <a:ln w="3810">
              <a:solidFill>
                <a:srgbClr val="FBFBF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748430" y="1994792"/>
              <a:ext cx="3063240" cy="8382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495700" y="1990474"/>
              <a:ext cx="4167632" cy="102362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7089800" y="2082803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810">
              <a:solidFill>
                <a:srgbClr val="F5F5F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7106564" y="2082803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810">
              <a:solidFill>
                <a:srgbClr val="FDFDF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7102754" y="2086613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810">
              <a:solidFill>
                <a:srgbClr val="F0F0F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7111123" y="2086613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810">
              <a:solidFill>
                <a:srgbClr val="FAFAF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182764" y="2080898"/>
              <a:ext cx="101346" cy="7620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503828" y="2084708"/>
              <a:ext cx="3640836" cy="7620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7498994" y="2086613"/>
              <a:ext cx="13335" cy="0"/>
            </a:xfrm>
            <a:custGeom>
              <a:avLst/>
              <a:gdLst/>
              <a:ahLst/>
              <a:cxnLst/>
              <a:rect l="l" t="t" r="r" b="b"/>
              <a:pathLst>
                <a:path w="13334">
                  <a:moveTo>
                    <a:pt x="0" y="0"/>
                  </a:moveTo>
                  <a:lnTo>
                    <a:pt x="4572" y="0"/>
                  </a:lnTo>
                </a:path>
                <a:path w="13334">
                  <a:moveTo>
                    <a:pt x="8381" y="0"/>
                  </a:moveTo>
                  <a:lnTo>
                    <a:pt x="12954" y="0"/>
                  </a:lnTo>
                </a:path>
              </a:pathLst>
            </a:custGeom>
            <a:ln w="381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7486040" y="2090423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810">
              <a:solidFill>
                <a:srgbClr val="F8F8F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7495171" y="2090423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810">
              <a:solidFill>
                <a:srgbClr val="F7F7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503828" y="2088518"/>
              <a:ext cx="3691115" cy="7620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7123328" y="2094233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810">
              <a:solidFill>
                <a:srgbClr val="F3F3F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7140092" y="2094233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810">
              <a:solidFill>
                <a:srgbClr val="ECECE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7182764" y="2094233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810">
              <a:solidFill>
                <a:srgbClr val="FBFBF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7490599" y="2094233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810">
              <a:solidFill>
                <a:srgbClr val="E7E7E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" name="object 3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495446" y="2080898"/>
              <a:ext cx="4168140" cy="109575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495598" y="2169443"/>
              <a:ext cx="4437583" cy="106375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781683" y="2271398"/>
              <a:ext cx="139458" cy="7620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773576" y="2271398"/>
              <a:ext cx="4054589" cy="7620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773576" y="2275208"/>
              <a:ext cx="4151376" cy="16002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773576" y="2282828"/>
              <a:ext cx="4181094" cy="27432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7937906" y="230454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810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765194" y="2298183"/>
              <a:ext cx="4270298" cy="110375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778148" y="2365124"/>
              <a:ext cx="4281678" cy="38862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773576" y="2400176"/>
              <a:ext cx="4269486" cy="11430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773576" y="2403986"/>
              <a:ext cx="4286250" cy="11430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778148" y="2411606"/>
              <a:ext cx="4281678" cy="19812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3778148" y="2419226"/>
              <a:ext cx="4311383" cy="19812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3807104" y="2431418"/>
              <a:ext cx="4287012" cy="19050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3811676" y="2439038"/>
              <a:ext cx="4282440" cy="15240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3807104" y="2454278"/>
              <a:ext cx="4287012" cy="23622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3807104" y="2477900"/>
              <a:ext cx="4287012" cy="7620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3807104" y="2481710"/>
              <a:ext cx="4287012" cy="19812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3811676" y="2496950"/>
              <a:ext cx="4282440" cy="12192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3807104" y="2509142"/>
              <a:ext cx="4287012" cy="7620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3811676" y="2512952"/>
              <a:ext cx="4282439" cy="11430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8296033" y="2489330"/>
              <a:ext cx="67817" cy="7620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8305190" y="2493140"/>
              <a:ext cx="58674" cy="8382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8296033" y="2503427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810">
              <a:solidFill>
                <a:srgbClr val="FDFDF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8305190" y="250342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810">
              <a:solidFill>
                <a:srgbClr val="F7F7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8300618" y="2507237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810">
              <a:solidFill>
                <a:srgbClr val="F3F3F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9" name="object 59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3798722" y="2501522"/>
              <a:ext cx="4573523" cy="38860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3811676" y="2528192"/>
              <a:ext cx="4472178" cy="7620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8152790" y="2528192"/>
              <a:ext cx="211074" cy="7620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7275728" y="253390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810">
              <a:solidFill>
                <a:srgbClr val="E8E8E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3" name="object 63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8127644" y="2532002"/>
              <a:ext cx="236207" cy="8382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3807104" y="2535812"/>
              <a:ext cx="4556759" cy="12192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3807104" y="2540384"/>
              <a:ext cx="4556760" cy="15240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3841394" y="2551814"/>
              <a:ext cx="4522470" cy="7620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3833012" y="2551052"/>
              <a:ext cx="4539234" cy="24383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8136026" y="2567054"/>
              <a:ext cx="227838" cy="8382"/>
            </a:xfrm>
            <a:prstGeom prst="rect">
              <a:avLst/>
            </a:prstGeom>
          </p:spPr>
        </p:pic>
        <p:pic>
          <p:nvPicPr>
            <p:cNvPr id="69" name="object 69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3841394" y="2567054"/>
              <a:ext cx="4349496" cy="8382"/>
            </a:xfrm>
            <a:prstGeom prst="rect">
              <a:avLst/>
            </a:prstGeom>
          </p:spPr>
        </p:pic>
        <p:pic>
          <p:nvPicPr>
            <p:cNvPr id="70" name="object 70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8132216" y="2570864"/>
              <a:ext cx="231648" cy="8382"/>
            </a:xfrm>
            <a:prstGeom prst="rect">
              <a:avLst/>
            </a:prstGeom>
          </p:spPr>
        </p:pic>
        <p:pic>
          <p:nvPicPr>
            <p:cNvPr id="71" name="object 71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3841394" y="2575436"/>
              <a:ext cx="4555998" cy="15240"/>
            </a:xfrm>
            <a:prstGeom prst="rect">
              <a:avLst/>
            </a:prstGeom>
          </p:spPr>
        </p:pic>
        <p:pic>
          <p:nvPicPr>
            <p:cNvPr id="72" name="object 72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3845204" y="2583056"/>
              <a:ext cx="4548378" cy="15240"/>
            </a:xfrm>
            <a:prstGeom prst="rect">
              <a:avLst/>
            </a:prstGeom>
          </p:spPr>
        </p:pic>
        <p:pic>
          <p:nvPicPr>
            <p:cNvPr id="73" name="object 73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3841394" y="2590676"/>
              <a:ext cx="4555997" cy="11430"/>
            </a:xfrm>
            <a:prstGeom prst="rect">
              <a:avLst/>
            </a:prstGeom>
          </p:spPr>
        </p:pic>
        <p:pic>
          <p:nvPicPr>
            <p:cNvPr id="74" name="object 74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3845204" y="2594486"/>
              <a:ext cx="4552175" cy="16002"/>
            </a:xfrm>
            <a:prstGeom prst="rect">
              <a:avLst/>
            </a:prstGeom>
          </p:spPr>
        </p:pic>
        <p:pic>
          <p:nvPicPr>
            <p:cNvPr id="75" name="object 75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3841394" y="2602106"/>
              <a:ext cx="4547603" cy="12192"/>
            </a:xfrm>
            <a:prstGeom prst="rect">
              <a:avLst/>
            </a:prstGeom>
          </p:spPr>
        </p:pic>
        <p:pic>
          <p:nvPicPr>
            <p:cNvPr id="76" name="object 76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3841394" y="2610488"/>
              <a:ext cx="4555998" cy="7620"/>
            </a:xfrm>
            <a:prstGeom prst="rect">
              <a:avLst/>
            </a:prstGeom>
          </p:spPr>
        </p:pic>
        <p:pic>
          <p:nvPicPr>
            <p:cNvPr id="77" name="object 77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3879494" y="2614298"/>
              <a:ext cx="4517898" cy="11430"/>
            </a:xfrm>
            <a:prstGeom prst="rect">
              <a:avLst/>
            </a:prstGeom>
          </p:spPr>
        </p:pic>
        <p:pic>
          <p:nvPicPr>
            <p:cNvPr id="78" name="object 78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3874922" y="2621918"/>
              <a:ext cx="4522457" cy="7620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3879494" y="2625728"/>
              <a:ext cx="4510328" cy="11430"/>
            </a:xfrm>
            <a:prstGeom prst="rect">
              <a:avLst/>
            </a:prstGeom>
          </p:spPr>
        </p:pic>
        <p:pic>
          <p:nvPicPr>
            <p:cNvPr id="80" name="object 80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3874922" y="2633348"/>
              <a:ext cx="4522470" cy="7620"/>
            </a:xfrm>
            <a:prstGeom prst="rect">
              <a:avLst/>
            </a:prstGeom>
          </p:spPr>
        </p:pic>
        <p:pic>
          <p:nvPicPr>
            <p:cNvPr id="81" name="object 81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3874922" y="2637158"/>
              <a:ext cx="4514900" cy="8382"/>
            </a:xfrm>
            <a:prstGeom prst="rect">
              <a:avLst/>
            </a:prstGeom>
          </p:spPr>
        </p:pic>
        <p:pic>
          <p:nvPicPr>
            <p:cNvPr id="82" name="object 82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3908450" y="2640968"/>
              <a:ext cx="4488929" cy="8382"/>
            </a:xfrm>
            <a:prstGeom prst="rect">
              <a:avLst/>
            </a:prstGeom>
          </p:spPr>
        </p:pic>
        <p:pic>
          <p:nvPicPr>
            <p:cNvPr id="83" name="object 83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3908450" y="2645540"/>
              <a:ext cx="4455414" cy="11430"/>
            </a:xfrm>
            <a:prstGeom prst="rect">
              <a:avLst/>
            </a:prstGeom>
          </p:spPr>
        </p:pic>
        <p:pic>
          <p:nvPicPr>
            <p:cNvPr id="84" name="object 84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3908450" y="2649350"/>
              <a:ext cx="4455414" cy="15240"/>
            </a:xfrm>
            <a:prstGeom prst="rect">
              <a:avLst/>
            </a:prstGeom>
          </p:spPr>
        </p:pic>
        <p:pic>
          <p:nvPicPr>
            <p:cNvPr id="85" name="object 85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3913022" y="2656970"/>
              <a:ext cx="4450842" cy="11430"/>
            </a:xfrm>
            <a:prstGeom prst="rect">
              <a:avLst/>
            </a:prstGeom>
          </p:spPr>
        </p:pic>
        <p:pic>
          <p:nvPicPr>
            <p:cNvPr id="86" name="object 86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3908450" y="2664590"/>
              <a:ext cx="4451604" cy="7620"/>
            </a:xfrm>
            <a:prstGeom prst="rect">
              <a:avLst/>
            </a:prstGeom>
          </p:spPr>
        </p:pic>
        <p:pic>
          <p:nvPicPr>
            <p:cNvPr id="87" name="object 87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3913022" y="2668400"/>
              <a:ext cx="4442447" cy="12192"/>
            </a:xfrm>
            <a:prstGeom prst="rect">
              <a:avLst/>
            </a:prstGeom>
          </p:spPr>
        </p:pic>
        <p:pic>
          <p:nvPicPr>
            <p:cNvPr id="88" name="object 88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3908450" y="2672210"/>
              <a:ext cx="4455414" cy="16002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3913022" y="2680592"/>
              <a:ext cx="4412742" cy="15240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3908450" y="2688212"/>
              <a:ext cx="4421886" cy="11430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3916832" y="2692022"/>
              <a:ext cx="4413504" cy="11430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3938168" y="2699642"/>
              <a:ext cx="4392167" cy="3810"/>
            </a:xfrm>
            <a:prstGeom prst="rect">
              <a:avLst/>
            </a:prstGeom>
          </p:spPr>
        </p:pic>
        <p:pic>
          <p:nvPicPr>
            <p:cNvPr id="93" name="object 93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3908450" y="2699642"/>
              <a:ext cx="4417314" cy="15240"/>
            </a:xfrm>
            <a:prstGeom prst="rect">
              <a:avLst/>
            </a:prstGeom>
          </p:spPr>
        </p:pic>
        <p:pic>
          <p:nvPicPr>
            <p:cNvPr id="94" name="object 94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3980078" y="2711072"/>
              <a:ext cx="4315968" cy="8382"/>
            </a:xfrm>
            <a:prstGeom prst="rect">
              <a:avLst/>
            </a:prstGeom>
          </p:spPr>
        </p:pic>
        <p:pic>
          <p:nvPicPr>
            <p:cNvPr id="95" name="object 95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3976268" y="2714882"/>
              <a:ext cx="4319778" cy="8382"/>
            </a:xfrm>
            <a:prstGeom prst="rect">
              <a:avLst/>
            </a:prstGeom>
          </p:spPr>
        </p:pic>
        <p:pic>
          <p:nvPicPr>
            <p:cNvPr id="96" name="object 96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3984650" y="2723264"/>
              <a:ext cx="4311383" cy="7620"/>
            </a:xfrm>
            <a:prstGeom prst="rect">
              <a:avLst/>
            </a:prstGeom>
          </p:spPr>
        </p:pic>
        <p:pic>
          <p:nvPicPr>
            <p:cNvPr id="97" name="object 97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3976268" y="2727074"/>
              <a:ext cx="4315968" cy="7620"/>
            </a:xfrm>
            <a:prstGeom prst="rect">
              <a:avLst/>
            </a:prstGeom>
          </p:spPr>
        </p:pic>
        <p:pic>
          <p:nvPicPr>
            <p:cNvPr id="98" name="object 98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3989222" y="2730884"/>
              <a:ext cx="4306824" cy="7620"/>
            </a:xfrm>
            <a:prstGeom prst="rect">
              <a:avLst/>
            </a:prstGeom>
          </p:spPr>
        </p:pic>
        <p:pic>
          <p:nvPicPr>
            <p:cNvPr id="99" name="object 99"/>
            <p:cNvPicPr/>
            <p:nvPr/>
          </p:nvPicPr>
          <p:blipFill>
            <a:blip r:embed="rId77" cstate="print"/>
            <a:stretch>
              <a:fillRect/>
            </a:stretch>
          </p:blipFill>
          <p:spPr>
            <a:xfrm>
              <a:off x="4043324" y="2734694"/>
              <a:ext cx="4248911" cy="7620"/>
            </a:xfrm>
            <a:prstGeom prst="rect">
              <a:avLst/>
            </a:prstGeom>
          </p:spPr>
        </p:pic>
        <p:pic>
          <p:nvPicPr>
            <p:cNvPr id="100" name="object 100"/>
            <p:cNvPicPr/>
            <p:nvPr/>
          </p:nvPicPr>
          <p:blipFill>
            <a:blip r:embed="rId78" cstate="print"/>
            <a:stretch>
              <a:fillRect/>
            </a:stretch>
          </p:blipFill>
          <p:spPr>
            <a:xfrm>
              <a:off x="4043324" y="2738504"/>
              <a:ext cx="4219194" cy="11430"/>
            </a:xfrm>
            <a:prstGeom prst="rect">
              <a:avLst/>
            </a:prstGeom>
          </p:spPr>
        </p:pic>
        <p:pic>
          <p:nvPicPr>
            <p:cNvPr id="101" name="object 101"/>
            <p:cNvPicPr/>
            <p:nvPr/>
          </p:nvPicPr>
          <p:blipFill>
            <a:blip r:embed="rId79" cstate="print"/>
            <a:stretch>
              <a:fillRect/>
            </a:stretch>
          </p:blipFill>
          <p:spPr>
            <a:xfrm>
              <a:off x="4043324" y="2742314"/>
              <a:ext cx="4219181" cy="19812"/>
            </a:xfrm>
            <a:prstGeom prst="rect">
              <a:avLst/>
            </a:prstGeom>
          </p:spPr>
        </p:pic>
        <p:pic>
          <p:nvPicPr>
            <p:cNvPr id="102" name="object 102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4043324" y="2758316"/>
              <a:ext cx="4219194" cy="15240"/>
            </a:xfrm>
            <a:prstGeom prst="rect">
              <a:avLst/>
            </a:prstGeom>
          </p:spPr>
        </p:pic>
        <p:pic>
          <p:nvPicPr>
            <p:cNvPr id="103" name="object 103"/>
            <p:cNvPicPr/>
            <p:nvPr/>
          </p:nvPicPr>
          <p:blipFill>
            <a:blip r:embed="rId81" cstate="print"/>
            <a:stretch>
              <a:fillRect/>
            </a:stretch>
          </p:blipFill>
          <p:spPr>
            <a:xfrm>
              <a:off x="4043324" y="2769746"/>
              <a:ext cx="4185666" cy="7620"/>
            </a:xfrm>
            <a:prstGeom prst="rect">
              <a:avLst/>
            </a:prstGeom>
          </p:spPr>
        </p:pic>
        <p:pic>
          <p:nvPicPr>
            <p:cNvPr id="104" name="object 104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4043324" y="2773556"/>
              <a:ext cx="4185653" cy="16002"/>
            </a:xfrm>
            <a:prstGeom prst="rect">
              <a:avLst/>
            </a:prstGeom>
          </p:spPr>
        </p:pic>
        <p:pic>
          <p:nvPicPr>
            <p:cNvPr id="105" name="object 105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4043324" y="2784986"/>
              <a:ext cx="4185666" cy="8382"/>
            </a:xfrm>
            <a:prstGeom prst="rect">
              <a:avLst/>
            </a:prstGeom>
          </p:spPr>
        </p:pic>
        <p:pic>
          <p:nvPicPr>
            <p:cNvPr id="106" name="object 106"/>
            <p:cNvPicPr/>
            <p:nvPr/>
          </p:nvPicPr>
          <p:blipFill>
            <a:blip r:embed="rId84" cstate="print"/>
            <a:stretch>
              <a:fillRect/>
            </a:stretch>
          </p:blipFill>
          <p:spPr>
            <a:xfrm>
              <a:off x="4043324" y="2789558"/>
              <a:ext cx="4181094" cy="11430"/>
            </a:xfrm>
            <a:prstGeom prst="rect">
              <a:avLst/>
            </a:prstGeom>
          </p:spPr>
        </p:pic>
        <p:pic>
          <p:nvPicPr>
            <p:cNvPr id="107" name="object 107"/>
            <p:cNvPicPr/>
            <p:nvPr/>
          </p:nvPicPr>
          <p:blipFill>
            <a:blip r:embed="rId85" cstate="print"/>
            <a:stretch>
              <a:fillRect/>
            </a:stretch>
          </p:blipFill>
          <p:spPr>
            <a:xfrm>
              <a:off x="4043324" y="2797178"/>
              <a:ext cx="4185666" cy="7620"/>
            </a:xfrm>
            <a:prstGeom prst="rect">
              <a:avLst/>
            </a:prstGeom>
          </p:spPr>
        </p:pic>
        <p:pic>
          <p:nvPicPr>
            <p:cNvPr id="108" name="object 108"/>
            <p:cNvPicPr/>
            <p:nvPr/>
          </p:nvPicPr>
          <p:blipFill>
            <a:blip r:embed="rId86" cstate="print"/>
            <a:stretch>
              <a:fillRect/>
            </a:stretch>
          </p:blipFill>
          <p:spPr>
            <a:xfrm>
              <a:off x="4043324" y="2800988"/>
              <a:ext cx="4147566" cy="11430"/>
            </a:xfrm>
            <a:prstGeom prst="rect">
              <a:avLst/>
            </a:prstGeom>
          </p:spPr>
        </p:pic>
        <p:pic>
          <p:nvPicPr>
            <p:cNvPr id="109" name="object 109"/>
            <p:cNvPicPr/>
            <p:nvPr/>
          </p:nvPicPr>
          <p:blipFill>
            <a:blip r:embed="rId87" cstate="print"/>
            <a:stretch>
              <a:fillRect/>
            </a:stretch>
          </p:blipFill>
          <p:spPr>
            <a:xfrm>
              <a:off x="4043324" y="2808608"/>
              <a:ext cx="4152138" cy="16002"/>
            </a:xfrm>
            <a:prstGeom prst="rect">
              <a:avLst/>
            </a:prstGeom>
          </p:spPr>
        </p:pic>
        <p:pic>
          <p:nvPicPr>
            <p:cNvPr id="110" name="object 110"/>
            <p:cNvPicPr/>
            <p:nvPr/>
          </p:nvPicPr>
          <p:blipFill>
            <a:blip r:embed="rId88" cstate="print"/>
            <a:stretch>
              <a:fillRect/>
            </a:stretch>
          </p:blipFill>
          <p:spPr>
            <a:xfrm>
              <a:off x="4043324" y="2820038"/>
              <a:ext cx="4147566" cy="16002"/>
            </a:xfrm>
            <a:prstGeom prst="rect">
              <a:avLst/>
            </a:prstGeom>
          </p:spPr>
        </p:pic>
        <p:pic>
          <p:nvPicPr>
            <p:cNvPr id="111" name="object 111"/>
            <p:cNvPicPr/>
            <p:nvPr/>
          </p:nvPicPr>
          <p:blipFill>
            <a:blip r:embed="rId89" cstate="print"/>
            <a:stretch>
              <a:fillRect/>
            </a:stretch>
          </p:blipFill>
          <p:spPr>
            <a:xfrm>
              <a:off x="4043324" y="2828420"/>
              <a:ext cx="4152138" cy="42672"/>
            </a:xfrm>
            <a:prstGeom prst="rect">
              <a:avLst/>
            </a:prstGeom>
          </p:spPr>
        </p:pic>
        <p:pic>
          <p:nvPicPr>
            <p:cNvPr id="112" name="object 112"/>
            <p:cNvPicPr/>
            <p:nvPr/>
          </p:nvPicPr>
          <p:blipFill>
            <a:blip r:embed="rId90" cstate="print"/>
            <a:stretch>
              <a:fillRect/>
            </a:stretch>
          </p:blipFill>
          <p:spPr>
            <a:xfrm>
              <a:off x="4043324" y="2851280"/>
              <a:ext cx="4117835" cy="27432"/>
            </a:xfrm>
            <a:prstGeom prst="rect">
              <a:avLst/>
            </a:prstGeom>
          </p:spPr>
        </p:pic>
        <p:pic>
          <p:nvPicPr>
            <p:cNvPr id="113" name="object 113"/>
            <p:cNvPicPr/>
            <p:nvPr/>
          </p:nvPicPr>
          <p:blipFill>
            <a:blip r:embed="rId91" cstate="print"/>
            <a:stretch>
              <a:fillRect/>
            </a:stretch>
          </p:blipFill>
          <p:spPr>
            <a:xfrm>
              <a:off x="4043324" y="2874902"/>
              <a:ext cx="4117848" cy="19050"/>
            </a:xfrm>
            <a:prstGeom prst="rect">
              <a:avLst/>
            </a:prstGeom>
          </p:spPr>
        </p:pic>
        <p:pic>
          <p:nvPicPr>
            <p:cNvPr id="114" name="object 114"/>
            <p:cNvPicPr/>
            <p:nvPr/>
          </p:nvPicPr>
          <p:blipFill>
            <a:blip r:embed="rId92" cstate="print"/>
            <a:stretch>
              <a:fillRect/>
            </a:stretch>
          </p:blipFill>
          <p:spPr>
            <a:xfrm>
              <a:off x="4043324" y="2882522"/>
              <a:ext cx="4117835" cy="23622"/>
            </a:xfrm>
            <a:prstGeom prst="rect">
              <a:avLst/>
            </a:prstGeom>
          </p:spPr>
        </p:pic>
        <p:pic>
          <p:nvPicPr>
            <p:cNvPr id="115" name="object 115"/>
            <p:cNvPicPr/>
            <p:nvPr/>
          </p:nvPicPr>
          <p:blipFill>
            <a:blip r:embed="rId93" cstate="print"/>
            <a:stretch>
              <a:fillRect/>
            </a:stretch>
          </p:blipFill>
          <p:spPr>
            <a:xfrm>
              <a:off x="4043324" y="2902334"/>
              <a:ext cx="4117848" cy="19050"/>
            </a:xfrm>
            <a:prstGeom prst="rect">
              <a:avLst/>
            </a:prstGeom>
          </p:spPr>
        </p:pic>
        <p:pic>
          <p:nvPicPr>
            <p:cNvPr id="116" name="object 116"/>
            <p:cNvPicPr/>
            <p:nvPr/>
          </p:nvPicPr>
          <p:blipFill>
            <a:blip r:embed="rId94" cstate="print"/>
            <a:stretch>
              <a:fillRect/>
            </a:stretch>
          </p:blipFill>
          <p:spPr>
            <a:xfrm>
              <a:off x="4043324" y="2913764"/>
              <a:ext cx="4117848" cy="27432"/>
            </a:xfrm>
            <a:prstGeom prst="rect">
              <a:avLst/>
            </a:prstGeom>
          </p:spPr>
        </p:pic>
        <p:pic>
          <p:nvPicPr>
            <p:cNvPr id="117" name="object 117"/>
            <p:cNvPicPr/>
            <p:nvPr/>
          </p:nvPicPr>
          <p:blipFill>
            <a:blip r:embed="rId95" cstate="print"/>
            <a:stretch>
              <a:fillRect/>
            </a:stretch>
          </p:blipFill>
          <p:spPr>
            <a:xfrm>
              <a:off x="4043324" y="2933576"/>
              <a:ext cx="4117835" cy="22860"/>
            </a:xfrm>
            <a:prstGeom prst="rect">
              <a:avLst/>
            </a:prstGeom>
          </p:spPr>
        </p:pic>
        <p:pic>
          <p:nvPicPr>
            <p:cNvPr id="118" name="object 118"/>
            <p:cNvPicPr/>
            <p:nvPr/>
          </p:nvPicPr>
          <p:blipFill>
            <a:blip r:embed="rId96" cstate="print"/>
            <a:stretch>
              <a:fillRect/>
            </a:stretch>
          </p:blipFill>
          <p:spPr>
            <a:xfrm>
              <a:off x="4043324" y="2948816"/>
              <a:ext cx="4117835" cy="19812"/>
            </a:xfrm>
            <a:prstGeom prst="rect">
              <a:avLst/>
            </a:prstGeom>
          </p:spPr>
        </p:pic>
        <p:pic>
          <p:nvPicPr>
            <p:cNvPr id="119" name="object 119"/>
            <p:cNvPicPr/>
            <p:nvPr/>
          </p:nvPicPr>
          <p:blipFill>
            <a:blip r:embed="rId97" cstate="print"/>
            <a:stretch>
              <a:fillRect/>
            </a:stretch>
          </p:blipFill>
          <p:spPr>
            <a:xfrm>
              <a:off x="4043324" y="2960246"/>
              <a:ext cx="4117835" cy="16002"/>
            </a:xfrm>
            <a:prstGeom prst="rect">
              <a:avLst/>
            </a:prstGeom>
          </p:spPr>
        </p:pic>
        <p:pic>
          <p:nvPicPr>
            <p:cNvPr id="120" name="object 120"/>
            <p:cNvPicPr/>
            <p:nvPr/>
          </p:nvPicPr>
          <p:blipFill>
            <a:blip r:embed="rId98" cstate="print"/>
            <a:stretch>
              <a:fillRect/>
            </a:stretch>
          </p:blipFill>
          <p:spPr>
            <a:xfrm>
              <a:off x="4043324" y="2972438"/>
              <a:ext cx="4117835" cy="11430"/>
            </a:xfrm>
            <a:prstGeom prst="rect">
              <a:avLst/>
            </a:prstGeom>
          </p:spPr>
        </p:pic>
        <p:pic>
          <p:nvPicPr>
            <p:cNvPr id="121" name="object 121"/>
            <p:cNvPicPr/>
            <p:nvPr/>
          </p:nvPicPr>
          <p:blipFill>
            <a:blip r:embed="rId99" cstate="print"/>
            <a:stretch>
              <a:fillRect/>
            </a:stretch>
          </p:blipFill>
          <p:spPr>
            <a:xfrm>
              <a:off x="4043324" y="2976248"/>
              <a:ext cx="4117835" cy="15240"/>
            </a:xfrm>
            <a:prstGeom prst="rect">
              <a:avLst/>
            </a:prstGeom>
          </p:spPr>
        </p:pic>
        <p:pic>
          <p:nvPicPr>
            <p:cNvPr id="122" name="object 122"/>
            <p:cNvPicPr/>
            <p:nvPr/>
          </p:nvPicPr>
          <p:blipFill>
            <a:blip r:embed="rId100" cstate="print"/>
            <a:stretch>
              <a:fillRect/>
            </a:stretch>
          </p:blipFill>
          <p:spPr>
            <a:xfrm>
              <a:off x="4043324" y="2983868"/>
              <a:ext cx="4117835" cy="11430"/>
            </a:xfrm>
            <a:prstGeom prst="rect">
              <a:avLst/>
            </a:prstGeom>
          </p:spPr>
        </p:pic>
        <p:pic>
          <p:nvPicPr>
            <p:cNvPr id="123" name="object 123"/>
            <p:cNvPicPr/>
            <p:nvPr/>
          </p:nvPicPr>
          <p:blipFill>
            <a:blip r:embed="rId101" cstate="print"/>
            <a:stretch>
              <a:fillRect/>
            </a:stretch>
          </p:blipFill>
          <p:spPr>
            <a:xfrm>
              <a:off x="4043324" y="2987678"/>
              <a:ext cx="4117848" cy="11430"/>
            </a:xfrm>
            <a:prstGeom prst="rect">
              <a:avLst/>
            </a:prstGeom>
          </p:spPr>
        </p:pic>
        <p:pic>
          <p:nvPicPr>
            <p:cNvPr id="124" name="object 124"/>
            <p:cNvPicPr/>
            <p:nvPr/>
          </p:nvPicPr>
          <p:blipFill>
            <a:blip r:embed="rId102" cstate="print"/>
            <a:stretch>
              <a:fillRect/>
            </a:stretch>
          </p:blipFill>
          <p:spPr>
            <a:xfrm>
              <a:off x="4043324" y="2991488"/>
              <a:ext cx="4110266" cy="12192"/>
            </a:xfrm>
            <a:prstGeom prst="rect">
              <a:avLst/>
            </a:prstGeom>
          </p:spPr>
        </p:pic>
        <p:pic>
          <p:nvPicPr>
            <p:cNvPr id="125" name="object 125"/>
            <p:cNvPicPr/>
            <p:nvPr/>
          </p:nvPicPr>
          <p:blipFill>
            <a:blip r:embed="rId103" cstate="print"/>
            <a:stretch>
              <a:fillRect/>
            </a:stretch>
          </p:blipFill>
          <p:spPr>
            <a:xfrm>
              <a:off x="4043324" y="2995298"/>
              <a:ext cx="4097274" cy="12192"/>
            </a:xfrm>
            <a:prstGeom prst="rect">
              <a:avLst/>
            </a:prstGeom>
          </p:spPr>
        </p:pic>
        <p:pic>
          <p:nvPicPr>
            <p:cNvPr id="126" name="object 126"/>
            <p:cNvPicPr/>
            <p:nvPr/>
          </p:nvPicPr>
          <p:blipFill>
            <a:blip r:embed="rId104" cstate="print"/>
            <a:stretch>
              <a:fillRect/>
            </a:stretch>
          </p:blipFill>
          <p:spPr>
            <a:xfrm>
              <a:off x="4043324" y="2999108"/>
              <a:ext cx="4114038" cy="12192"/>
            </a:xfrm>
            <a:prstGeom prst="rect">
              <a:avLst/>
            </a:prstGeom>
          </p:spPr>
        </p:pic>
        <p:pic>
          <p:nvPicPr>
            <p:cNvPr id="127" name="object 127"/>
            <p:cNvPicPr/>
            <p:nvPr/>
          </p:nvPicPr>
          <p:blipFill>
            <a:blip r:embed="rId105" cstate="print"/>
            <a:stretch>
              <a:fillRect/>
            </a:stretch>
          </p:blipFill>
          <p:spPr>
            <a:xfrm>
              <a:off x="4043324" y="3003680"/>
              <a:ext cx="4117835" cy="11430"/>
            </a:xfrm>
            <a:prstGeom prst="rect">
              <a:avLst/>
            </a:prstGeom>
          </p:spPr>
        </p:pic>
        <p:pic>
          <p:nvPicPr>
            <p:cNvPr id="128" name="object 128"/>
            <p:cNvPicPr/>
            <p:nvPr/>
          </p:nvPicPr>
          <p:blipFill>
            <a:blip r:embed="rId106" cstate="print"/>
            <a:stretch>
              <a:fillRect/>
            </a:stretch>
          </p:blipFill>
          <p:spPr>
            <a:xfrm>
              <a:off x="4043324" y="3007490"/>
              <a:ext cx="4117835" cy="11430"/>
            </a:xfrm>
            <a:prstGeom prst="rect">
              <a:avLst/>
            </a:prstGeom>
          </p:spPr>
        </p:pic>
        <p:pic>
          <p:nvPicPr>
            <p:cNvPr id="129" name="object 129"/>
            <p:cNvPicPr/>
            <p:nvPr/>
          </p:nvPicPr>
          <p:blipFill>
            <a:blip r:embed="rId107" cstate="print"/>
            <a:stretch>
              <a:fillRect/>
            </a:stretch>
          </p:blipFill>
          <p:spPr>
            <a:xfrm>
              <a:off x="4043324" y="3015110"/>
              <a:ext cx="4109466" cy="11430"/>
            </a:xfrm>
            <a:prstGeom prst="rect">
              <a:avLst/>
            </a:prstGeom>
          </p:spPr>
        </p:pic>
        <p:pic>
          <p:nvPicPr>
            <p:cNvPr id="130" name="object 130"/>
            <p:cNvPicPr/>
            <p:nvPr/>
          </p:nvPicPr>
          <p:blipFill>
            <a:blip r:embed="rId108" cstate="print"/>
            <a:stretch>
              <a:fillRect/>
            </a:stretch>
          </p:blipFill>
          <p:spPr>
            <a:xfrm>
              <a:off x="4043324" y="3018920"/>
              <a:ext cx="4084307" cy="11430"/>
            </a:xfrm>
            <a:prstGeom prst="rect">
              <a:avLst/>
            </a:prstGeom>
          </p:spPr>
        </p:pic>
        <p:pic>
          <p:nvPicPr>
            <p:cNvPr id="131" name="object 131"/>
            <p:cNvPicPr/>
            <p:nvPr/>
          </p:nvPicPr>
          <p:blipFill>
            <a:blip r:embed="rId109" cstate="print"/>
            <a:stretch>
              <a:fillRect/>
            </a:stretch>
          </p:blipFill>
          <p:spPr>
            <a:xfrm>
              <a:off x="4043324" y="3026540"/>
              <a:ext cx="4075938" cy="7620"/>
            </a:xfrm>
            <a:prstGeom prst="rect">
              <a:avLst/>
            </a:prstGeom>
          </p:spPr>
        </p:pic>
        <p:pic>
          <p:nvPicPr>
            <p:cNvPr id="132" name="object 132"/>
            <p:cNvPicPr/>
            <p:nvPr/>
          </p:nvPicPr>
          <p:blipFill>
            <a:blip r:embed="rId110" cstate="print"/>
            <a:stretch>
              <a:fillRect/>
            </a:stretch>
          </p:blipFill>
          <p:spPr>
            <a:xfrm>
              <a:off x="4034942" y="3025778"/>
              <a:ext cx="4101084" cy="28955"/>
            </a:xfrm>
            <a:prstGeom prst="rect">
              <a:avLst/>
            </a:prstGeom>
          </p:spPr>
        </p:pic>
        <p:pic>
          <p:nvPicPr>
            <p:cNvPr id="133" name="object 133"/>
            <p:cNvPicPr/>
            <p:nvPr/>
          </p:nvPicPr>
          <p:blipFill>
            <a:blip r:embed="rId111" cstate="print"/>
            <a:stretch>
              <a:fillRect/>
            </a:stretch>
          </p:blipFill>
          <p:spPr>
            <a:xfrm>
              <a:off x="1638706" y="1580518"/>
              <a:ext cx="6497065" cy="2661157"/>
            </a:xfrm>
            <a:prstGeom prst="rect">
              <a:avLst/>
            </a:prstGeom>
          </p:spPr>
        </p:pic>
      </p:grpSp>
      <p:sp>
        <p:nvSpPr>
          <p:cNvPr id="134" name="object 134"/>
          <p:cNvSpPr txBox="1"/>
          <p:nvPr/>
        </p:nvSpPr>
        <p:spPr>
          <a:xfrm>
            <a:off x="616858" y="991492"/>
            <a:ext cx="20008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dirty="0">
                <a:solidFill>
                  <a:srgbClr val="FF0000"/>
                </a:solidFill>
                <a:latin typeface="Calibri"/>
                <a:cs typeface="Calibri"/>
              </a:rPr>
              <a:t>Парогенератор</a:t>
            </a:r>
            <a:endParaRPr sz="2400">
              <a:latin typeface="Calibri"/>
              <a:cs typeface="Calibri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8649607" y="6463829"/>
            <a:ext cx="358140" cy="309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2310"/>
              </a:lnSpc>
            </a:pPr>
            <a:fld id="{81D60167-4931-47E6-BA6A-407CBD079E47}" type="slidenum">
              <a:rPr sz="2000" b="1" spc="-5" dirty="0">
                <a:solidFill>
                  <a:srgbClr val="0068B4"/>
                </a:solidFill>
                <a:latin typeface="Arial"/>
                <a:cs typeface="Arial"/>
              </a:rPr>
              <a:t>53</a:t>
            </a:fld>
            <a:endParaRPr sz="2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723790" y="1434722"/>
            <a:ext cx="1887855" cy="354330"/>
            <a:chOff x="4723790" y="1434722"/>
            <a:chExt cx="1887855" cy="354330"/>
          </a:xfrm>
        </p:grpSpPr>
        <p:sp>
          <p:nvSpPr>
            <p:cNvPr id="3" name="object 3"/>
            <p:cNvSpPr/>
            <p:nvPr/>
          </p:nvSpPr>
          <p:spPr>
            <a:xfrm>
              <a:off x="4723777" y="1434734"/>
              <a:ext cx="1887855" cy="214629"/>
            </a:xfrm>
            <a:custGeom>
              <a:avLst/>
              <a:gdLst/>
              <a:ahLst/>
              <a:cxnLst/>
              <a:rect l="l" t="t" r="r" b="b"/>
              <a:pathLst>
                <a:path w="1887854" h="214630">
                  <a:moveTo>
                    <a:pt x="1887474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887474" y="214122"/>
                  </a:lnTo>
                  <a:lnTo>
                    <a:pt x="1887474" y="213360"/>
                  </a:lnTo>
                  <a:close/>
                </a:path>
                <a:path w="1887854" h="214630">
                  <a:moveTo>
                    <a:pt x="1887474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887474" y="211074"/>
                  </a:lnTo>
                  <a:lnTo>
                    <a:pt x="1887474" y="210312"/>
                  </a:lnTo>
                  <a:close/>
                </a:path>
                <a:path w="1887854" h="214630">
                  <a:moveTo>
                    <a:pt x="1887474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887474" y="208026"/>
                  </a:lnTo>
                  <a:lnTo>
                    <a:pt x="1887474" y="207264"/>
                  </a:lnTo>
                  <a:close/>
                </a:path>
                <a:path w="1887854" h="214630">
                  <a:moveTo>
                    <a:pt x="1887474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887474" y="204978"/>
                  </a:lnTo>
                  <a:lnTo>
                    <a:pt x="1887474" y="204216"/>
                  </a:lnTo>
                  <a:close/>
                </a:path>
                <a:path w="1887854" h="214630">
                  <a:moveTo>
                    <a:pt x="1887474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887474" y="201930"/>
                  </a:lnTo>
                  <a:lnTo>
                    <a:pt x="1887474" y="201168"/>
                  </a:lnTo>
                  <a:close/>
                </a:path>
                <a:path w="1887854" h="214630">
                  <a:moveTo>
                    <a:pt x="1887474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887474" y="198882"/>
                  </a:lnTo>
                  <a:lnTo>
                    <a:pt x="1887474" y="198120"/>
                  </a:lnTo>
                  <a:close/>
                </a:path>
                <a:path w="1887854" h="214630">
                  <a:moveTo>
                    <a:pt x="1887474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887474" y="195834"/>
                  </a:lnTo>
                  <a:lnTo>
                    <a:pt x="1887474" y="195072"/>
                  </a:lnTo>
                  <a:close/>
                </a:path>
                <a:path w="1887854" h="214630">
                  <a:moveTo>
                    <a:pt x="1887474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887474" y="192786"/>
                  </a:lnTo>
                  <a:lnTo>
                    <a:pt x="1887474" y="192024"/>
                  </a:lnTo>
                  <a:close/>
                </a:path>
                <a:path w="1887854" h="214630">
                  <a:moveTo>
                    <a:pt x="1887474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887474" y="189738"/>
                  </a:lnTo>
                  <a:lnTo>
                    <a:pt x="1887474" y="188976"/>
                  </a:lnTo>
                  <a:close/>
                </a:path>
                <a:path w="1887854" h="214630">
                  <a:moveTo>
                    <a:pt x="1887474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887474" y="186690"/>
                  </a:lnTo>
                  <a:lnTo>
                    <a:pt x="1887474" y="185928"/>
                  </a:lnTo>
                  <a:close/>
                </a:path>
                <a:path w="1887854" h="214630">
                  <a:moveTo>
                    <a:pt x="1887474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887474" y="183642"/>
                  </a:lnTo>
                  <a:lnTo>
                    <a:pt x="1887474" y="182880"/>
                  </a:lnTo>
                  <a:close/>
                </a:path>
                <a:path w="1887854" h="214630">
                  <a:moveTo>
                    <a:pt x="1887474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887474" y="180594"/>
                  </a:lnTo>
                  <a:lnTo>
                    <a:pt x="1887474" y="179832"/>
                  </a:lnTo>
                  <a:close/>
                </a:path>
                <a:path w="1887854" h="214630">
                  <a:moveTo>
                    <a:pt x="1887474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887474" y="177546"/>
                  </a:lnTo>
                  <a:lnTo>
                    <a:pt x="1887474" y="176784"/>
                  </a:lnTo>
                  <a:close/>
                </a:path>
                <a:path w="1887854" h="214630">
                  <a:moveTo>
                    <a:pt x="1887474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887474" y="174498"/>
                  </a:lnTo>
                  <a:lnTo>
                    <a:pt x="1887474" y="173736"/>
                  </a:lnTo>
                  <a:close/>
                </a:path>
                <a:path w="1887854" h="214630">
                  <a:moveTo>
                    <a:pt x="1887474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887474" y="171450"/>
                  </a:lnTo>
                  <a:lnTo>
                    <a:pt x="1887474" y="170688"/>
                  </a:lnTo>
                  <a:close/>
                </a:path>
                <a:path w="1887854" h="214630">
                  <a:moveTo>
                    <a:pt x="1887474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887474" y="168402"/>
                  </a:lnTo>
                  <a:lnTo>
                    <a:pt x="1887474" y="167640"/>
                  </a:lnTo>
                  <a:close/>
                </a:path>
                <a:path w="1887854" h="214630">
                  <a:moveTo>
                    <a:pt x="1887474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887474" y="165354"/>
                  </a:lnTo>
                  <a:lnTo>
                    <a:pt x="1887474" y="164592"/>
                  </a:lnTo>
                  <a:close/>
                </a:path>
                <a:path w="1887854" h="214630">
                  <a:moveTo>
                    <a:pt x="1887474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887474" y="162306"/>
                  </a:lnTo>
                  <a:lnTo>
                    <a:pt x="1887474" y="161544"/>
                  </a:lnTo>
                  <a:close/>
                </a:path>
                <a:path w="1887854" h="214630">
                  <a:moveTo>
                    <a:pt x="1887474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887474" y="159258"/>
                  </a:lnTo>
                  <a:lnTo>
                    <a:pt x="1887474" y="158496"/>
                  </a:lnTo>
                  <a:close/>
                </a:path>
                <a:path w="1887854" h="214630">
                  <a:moveTo>
                    <a:pt x="1887474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887474" y="156210"/>
                  </a:lnTo>
                  <a:lnTo>
                    <a:pt x="1887474" y="155448"/>
                  </a:lnTo>
                  <a:close/>
                </a:path>
                <a:path w="1887854" h="214630">
                  <a:moveTo>
                    <a:pt x="1887474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887474" y="153162"/>
                  </a:lnTo>
                  <a:lnTo>
                    <a:pt x="1887474" y="152400"/>
                  </a:lnTo>
                  <a:close/>
                </a:path>
                <a:path w="1887854" h="214630">
                  <a:moveTo>
                    <a:pt x="1887474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887474" y="150114"/>
                  </a:lnTo>
                  <a:lnTo>
                    <a:pt x="1887474" y="149352"/>
                  </a:lnTo>
                  <a:close/>
                </a:path>
                <a:path w="1887854" h="214630">
                  <a:moveTo>
                    <a:pt x="1887474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887474" y="147066"/>
                  </a:lnTo>
                  <a:lnTo>
                    <a:pt x="1887474" y="146304"/>
                  </a:lnTo>
                  <a:close/>
                </a:path>
                <a:path w="1887854" h="214630">
                  <a:moveTo>
                    <a:pt x="1887474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887474" y="144018"/>
                  </a:lnTo>
                  <a:lnTo>
                    <a:pt x="1887474" y="143256"/>
                  </a:lnTo>
                  <a:close/>
                </a:path>
                <a:path w="1887854" h="214630">
                  <a:moveTo>
                    <a:pt x="1887474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887474" y="140970"/>
                  </a:lnTo>
                  <a:lnTo>
                    <a:pt x="1887474" y="140208"/>
                  </a:lnTo>
                  <a:close/>
                </a:path>
                <a:path w="1887854" h="214630">
                  <a:moveTo>
                    <a:pt x="1887474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887474" y="137922"/>
                  </a:lnTo>
                  <a:lnTo>
                    <a:pt x="1887474" y="137160"/>
                  </a:lnTo>
                  <a:close/>
                </a:path>
                <a:path w="1887854" h="214630">
                  <a:moveTo>
                    <a:pt x="1887474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887474" y="134874"/>
                  </a:lnTo>
                  <a:lnTo>
                    <a:pt x="1887474" y="134112"/>
                  </a:lnTo>
                  <a:close/>
                </a:path>
                <a:path w="1887854" h="214630">
                  <a:moveTo>
                    <a:pt x="1887474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887474" y="131826"/>
                  </a:lnTo>
                  <a:lnTo>
                    <a:pt x="1887474" y="131064"/>
                  </a:lnTo>
                  <a:close/>
                </a:path>
                <a:path w="1887854" h="214630">
                  <a:moveTo>
                    <a:pt x="1887474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887474" y="128778"/>
                  </a:lnTo>
                  <a:lnTo>
                    <a:pt x="1887474" y="128016"/>
                  </a:lnTo>
                  <a:close/>
                </a:path>
                <a:path w="1887854" h="214630">
                  <a:moveTo>
                    <a:pt x="1887474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887474" y="125730"/>
                  </a:lnTo>
                  <a:lnTo>
                    <a:pt x="1887474" y="124968"/>
                  </a:lnTo>
                  <a:close/>
                </a:path>
                <a:path w="1887854" h="214630">
                  <a:moveTo>
                    <a:pt x="1887474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887474" y="122682"/>
                  </a:lnTo>
                  <a:lnTo>
                    <a:pt x="1887474" y="121920"/>
                  </a:lnTo>
                  <a:close/>
                </a:path>
                <a:path w="1887854" h="214630">
                  <a:moveTo>
                    <a:pt x="1887474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887474" y="119634"/>
                  </a:lnTo>
                  <a:lnTo>
                    <a:pt x="1887474" y="118872"/>
                  </a:lnTo>
                  <a:close/>
                </a:path>
                <a:path w="1887854" h="214630">
                  <a:moveTo>
                    <a:pt x="1887474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887474" y="116586"/>
                  </a:lnTo>
                  <a:lnTo>
                    <a:pt x="1887474" y="115824"/>
                  </a:lnTo>
                  <a:close/>
                </a:path>
                <a:path w="1887854" h="214630">
                  <a:moveTo>
                    <a:pt x="1887474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887474" y="113538"/>
                  </a:lnTo>
                  <a:lnTo>
                    <a:pt x="1887474" y="112776"/>
                  </a:lnTo>
                  <a:close/>
                </a:path>
                <a:path w="1887854" h="214630">
                  <a:moveTo>
                    <a:pt x="1887474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887474" y="110490"/>
                  </a:lnTo>
                  <a:lnTo>
                    <a:pt x="1887474" y="109728"/>
                  </a:lnTo>
                  <a:close/>
                </a:path>
                <a:path w="1887854" h="214630">
                  <a:moveTo>
                    <a:pt x="188747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887474" y="107442"/>
                  </a:lnTo>
                  <a:lnTo>
                    <a:pt x="1887474" y="106680"/>
                  </a:lnTo>
                  <a:close/>
                </a:path>
                <a:path w="1887854" h="214630">
                  <a:moveTo>
                    <a:pt x="188747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887474" y="104394"/>
                  </a:lnTo>
                  <a:lnTo>
                    <a:pt x="1887474" y="103632"/>
                  </a:lnTo>
                  <a:close/>
                </a:path>
                <a:path w="1887854" h="214630">
                  <a:moveTo>
                    <a:pt x="188747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887474" y="101346"/>
                  </a:lnTo>
                  <a:lnTo>
                    <a:pt x="1887474" y="100584"/>
                  </a:lnTo>
                  <a:close/>
                </a:path>
                <a:path w="1887854" h="214630">
                  <a:moveTo>
                    <a:pt x="188747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887474" y="98298"/>
                  </a:lnTo>
                  <a:lnTo>
                    <a:pt x="1887474" y="97536"/>
                  </a:lnTo>
                  <a:close/>
                </a:path>
                <a:path w="1887854" h="214630">
                  <a:moveTo>
                    <a:pt x="188747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887474" y="95250"/>
                  </a:lnTo>
                  <a:lnTo>
                    <a:pt x="1887474" y="94488"/>
                  </a:lnTo>
                  <a:close/>
                </a:path>
                <a:path w="1887854" h="214630">
                  <a:moveTo>
                    <a:pt x="188747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887474" y="92202"/>
                  </a:lnTo>
                  <a:lnTo>
                    <a:pt x="1887474" y="91440"/>
                  </a:lnTo>
                  <a:close/>
                </a:path>
                <a:path w="1887854" h="214630">
                  <a:moveTo>
                    <a:pt x="188747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887474" y="89154"/>
                  </a:lnTo>
                  <a:lnTo>
                    <a:pt x="1887474" y="88392"/>
                  </a:lnTo>
                  <a:close/>
                </a:path>
                <a:path w="1887854" h="214630">
                  <a:moveTo>
                    <a:pt x="188747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887474" y="86106"/>
                  </a:lnTo>
                  <a:lnTo>
                    <a:pt x="1887474" y="85344"/>
                  </a:lnTo>
                  <a:close/>
                </a:path>
                <a:path w="1887854" h="214630">
                  <a:moveTo>
                    <a:pt x="188747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887474" y="83058"/>
                  </a:lnTo>
                  <a:lnTo>
                    <a:pt x="1887474" y="82296"/>
                  </a:lnTo>
                  <a:close/>
                </a:path>
                <a:path w="1887854" h="214630">
                  <a:moveTo>
                    <a:pt x="188747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887474" y="80010"/>
                  </a:lnTo>
                  <a:lnTo>
                    <a:pt x="1887474" y="79248"/>
                  </a:lnTo>
                  <a:close/>
                </a:path>
                <a:path w="1887854" h="214630">
                  <a:moveTo>
                    <a:pt x="188747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887474" y="76962"/>
                  </a:lnTo>
                  <a:lnTo>
                    <a:pt x="1887474" y="76200"/>
                  </a:lnTo>
                  <a:close/>
                </a:path>
                <a:path w="1887854" h="214630">
                  <a:moveTo>
                    <a:pt x="188747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887474" y="73914"/>
                  </a:lnTo>
                  <a:lnTo>
                    <a:pt x="1887474" y="73152"/>
                  </a:lnTo>
                  <a:close/>
                </a:path>
                <a:path w="1887854" h="214630">
                  <a:moveTo>
                    <a:pt x="188747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887474" y="70866"/>
                  </a:lnTo>
                  <a:lnTo>
                    <a:pt x="1887474" y="70104"/>
                  </a:lnTo>
                  <a:close/>
                </a:path>
                <a:path w="1887854" h="214630">
                  <a:moveTo>
                    <a:pt x="188747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887474" y="67818"/>
                  </a:lnTo>
                  <a:lnTo>
                    <a:pt x="1887474" y="67056"/>
                  </a:lnTo>
                  <a:close/>
                </a:path>
                <a:path w="1887854" h="214630">
                  <a:moveTo>
                    <a:pt x="188747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887474" y="64770"/>
                  </a:lnTo>
                  <a:lnTo>
                    <a:pt x="1887474" y="64008"/>
                  </a:lnTo>
                  <a:close/>
                </a:path>
                <a:path w="1887854" h="214630">
                  <a:moveTo>
                    <a:pt x="188747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887474" y="61722"/>
                  </a:lnTo>
                  <a:lnTo>
                    <a:pt x="1887474" y="60960"/>
                  </a:lnTo>
                  <a:close/>
                </a:path>
                <a:path w="1887854" h="214630">
                  <a:moveTo>
                    <a:pt x="188747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887474" y="58674"/>
                  </a:lnTo>
                  <a:lnTo>
                    <a:pt x="1887474" y="57912"/>
                  </a:lnTo>
                  <a:close/>
                </a:path>
                <a:path w="1887854" h="214630">
                  <a:moveTo>
                    <a:pt x="188747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887474" y="55626"/>
                  </a:lnTo>
                  <a:lnTo>
                    <a:pt x="1887474" y="54864"/>
                  </a:lnTo>
                  <a:close/>
                </a:path>
                <a:path w="1887854" h="214630">
                  <a:moveTo>
                    <a:pt x="188747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887474" y="52578"/>
                  </a:lnTo>
                  <a:lnTo>
                    <a:pt x="1887474" y="51816"/>
                  </a:lnTo>
                  <a:close/>
                </a:path>
                <a:path w="1887854" h="214630">
                  <a:moveTo>
                    <a:pt x="188747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887474" y="49530"/>
                  </a:lnTo>
                  <a:lnTo>
                    <a:pt x="1887474" y="48768"/>
                  </a:lnTo>
                  <a:close/>
                </a:path>
                <a:path w="1887854" h="214630">
                  <a:moveTo>
                    <a:pt x="188747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887474" y="46482"/>
                  </a:lnTo>
                  <a:lnTo>
                    <a:pt x="1887474" y="45720"/>
                  </a:lnTo>
                  <a:close/>
                </a:path>
                <a:path w="1887854" h="214630">
                  <a:moveTo>
                    <a:pt x="188747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887474" y="43434"/>
                  </a:lnTo>
                  <a:lnTo>
                    <a:pt x="1887474" y="42672"/>
                  </a:lnTo>
                  <a:close/>
                </a:path>
                <a:path w="1887854" h="214630">
                  <a:moveTo>
                    <a:pt x="188747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887474" y="40386"/>
                  </a:lnTo>
                  <a:lnTo>
                    <a:pt x="1887474" y="39624"/>
                  </a:lnTo>
                  <a:close/>
                </a:path>
                <a:path w="1887854" h="214630">
                  <a:moveTo>
                    <a:pt x="188747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887474" y="37338"/>
                  </a:lnTo>
                  <a:lnTo>
                    <a:pt x="1887474" y="36576"/>
                  </a:lnTo>
                  <a:close/>
                </a:path>
                <a:path w="1887854" h="214630">
                  <a:moveTo>
                    <a:pt x="188747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887474" y="34290"/>
                  </a:lnTo>
                  <a:lnTo>
                    <a:pt x="1887474" y="33528"/>
                  </a:lnTo>
                  <a:close/>
                </a:path>
                <a:path w="1887854" h="214630">
                  <a:moveTo>
                    <a:pt x="188747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887474" y="31242"/>
                  </a:lnTo>
                  <a:lnTo>
                    <a:pt x="1887474" y="30480"/>
                  </a:lnTo>
                  <a:close/>
                </a:path>
                <a:path w="1887854" h="214630">
                  <a:moveTo>
                    <a:pt x="188747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887474" y="28194"/>
                  </a:lnTo>
                  <a:lnTo>
                    <a:pt x="1887474" y="27432"/>
                  </a:lnTo>
                  <a:close/>
                </a:path>
                <a:path w="1887854" h="214630">
                  <a:moveTo>
                    <a:pt x="188747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887474" y="25146"/>
                  </a:lnTo>
                  <a:lnTo>
                    <a:pt x="1887474" y="24384"/>
                  </a:lnTo>
                  <a:close/>
                </a:path>
                <a:path w="1887854" h="214630">
                  <a:moveTo>
                    <a:pt x="188747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887474" y="22098"/>
                  </a:lnTo>
                  <a:lnTo>
                    <a:pt x="1887474" y="21336"/>
                  </a:lnTo>
                  <a:close/>
                </a:path>
                <a:path w="1887854" h="214630">
                  <a:moveTo>
                    <a:pt x="188747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887474" y="19050"/>
                  </a:lnTo>
                  <a:lnTo>
                    <a:pt x="1887474" y="18288"/>
                  </a:lnTo>
                  <a:close/>
                </a:path>
                <a:path w="1887854" h="214630">
                  <a:moveTo>
                    <a:pt x="188747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887474" y="16002"/>
                  </a:lnTo>
                  <a:lnTo>
                    <a:pt x="1887474" y="15240"/>
                  </a:lnTo>
                  <a:close/>
                </a:path>
                <a:path w="1887854" h="214630">
                  <a:moveTo>
                    <a:pt x="188747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887474" y="12954"/>
                  </a:lnTo>
                  <a:lnTo>
                    <a:pt x="1887474" y="12192"/>
                  </a:lnTo>
                  <a:close/>
                </a:path>
                <a:path w="1887854" h="214630">
                  <a:moveTo>
                    <a:pt x="188747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887474" y="9906"/>
                  </a:lnTo>
                  <a:lnTo>
                    <a:pt x="1887474" y="9144"/>
                  </a:lnTo>
                  <a:close/>
                </a:path>
                <a:path w="1887854" h="214630">
                  <a:moveTo>
                    <a:pt x="188747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887474" y="6858"/>
                  </a:lnTo>
                  <a:lnTo>
                    <a:pt x="1887474" y="6096"/>
                  </a:lnTo>
                  <a:close/>
                </a:path>
                <a:path w="1887854" h="214630">
                  <a:moveTo>
                    <a:pt x="188747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887474" y="3810"/>
                  </a:lnTo>
                  <a:lnTo>
                    <a:pt x="1887474" y="3048"/>
                  </a:lnTo>
                  <a:close/>
                </a:path>
                <a:path w="1887854" h="214630">
                  <a:moveTo>
                    <a:pt x="1887474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887474" y="762"/>
                  </a:lnTo>
                  <a:lnTo>
                    <a:pt x="1887474" y="0"/>
                  </a:lnTo>
                  <a:close/>
                </a:path>
              </a:pathLst>
            </a:custGeom>
            <a:solidFill>
              <a:srgbClr val="7676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723777" y="1648094"/>
              <a:ext cx="1887855" cy="140970"/>
            </a:xfrm>
            <a:custGeom>
              <a:avLst/>
              <a:gdLst/>
              <a:ahLst/>
              <a:cxnLst/>
              <a:rect l="l" t="t" r="r" b="b"/>
              <a:pathLst>
                <a:path w="1887854" h="140969">
                  <a:moveTo>
                    <a:pt x="1887474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887474" y="140970"/>
                  </a:lnTo>
                  <a:lnTo>
                    <a:pt x="1887474" y="140208"/>
                  </a:lnTo>
                  <a:close/>
                </a:path>
                <a:path w="1887854" h="140969">
                  <a:moveTo>
                    <a:pt x="1887474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887474" y="137922"/>
                  </a:lnTo>
                  <a:lnTo>
                    <a:pt x="1887474" y="137160"/>
                  </a:lnTo>
                  <a:close/>
                </a:path>
                <a:path w="1887854" h="140969">
                  <a:moveTo>
                    <a:pt x="1887474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887474" y="134874"/>
                  </a:lnTo>
                  <a:lnTo>
                    <a:pt x="1887474" y="134112"/>
                  </a:lnTo>
                  <a:close/>
                </a:path>
                <a:path w="1887854" h="140969">
                  <a:moveTo>
                    <a:pt x="1887474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887474" y="131826"/>
                  </a:lnTo>
                  <a:lnTo>
                    <a:pt x="1887474" y="131064"/>
                  </a:lnTo>
                  <a:close/>
                </a:path>
                <a:path w="1887854" h="140969">
                  <a:moveTo>
                    <a:pt x="1887474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887474" y="128778"/>
                  </a:lnTo>
                  <a:lnTo>
                    <a:pt x="1887474" y="128016"/>
                  </a:lnTo>
                  <a:close/>
                </a:path>
                <a:path w="1887854" h="140969">
                  <a:moveTo>
                    <a:pt x="1887474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887474" y="125730"/>
                  </a:lnTo>
                  <a:lnTo>
                    <a:pt x="1887474" y="124968"/>
                  </a:lnTo>
                  <a:close/>
                </a:path>
                <a:path w="1887854" h="140969">
                  <a:moveTo>
                    <a:pt x="1887474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887474" y="122682"/>
                  </a:lnTo>
                  <a:lnTo>
                    <a:pt x="1887474" y="121920"/>
                  </a:lnTo>
                  <a:close/>
                </a:path>
                <a:path w="1887854" h="140969">
                  <a:moveTo>
                    <a:pt x="1887474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887474" y="119634"/>
                  </a:lnTo>
                  <a:lnTo>
                    <a:pt x="1887474" y="118872"/>
                  </a:lnTo>
                  <a:close/>
                </a:path>
                <a:path w="1887854" h="140969">
                  <a:moveTo>
                    <a:pt x="1887474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887474" y="116586"/>
                  </a:lnTo>
                  <a:lnTo>
                    <a:pt x="1887474" y="115824"/>
                  </a:lnTo>
                  <a:close/>
                </a:path>
                <a:path w="1887854" h="140969">
                  <a:moveTo>
                    <a:pt x="1887474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887474" y="113538"/>
                  </a:lnTo>
                  <a:lnTo>
                    <a:pt x="1887474" y="112776"/>
                  </a:lnTo>
                  <a:close/>
                </a:path>
                <a:path w="1887854" h="140969">
                  <a:moveTo>
                    <a:pt x="1887474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887474" y="110490"/>
                  </a:lnTo>
                  <a:lnTo>
                    <a:pt x="1887474" y="109728"/>
                  </a:lnTo>
                  <a:close/>
                </a:path>
                <a:path w="1887854" h="140969">
                  <a:moveTo>
                    <a:pt x="188747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887474" y="107442"/>
                  </a:lnTo>
                  <a:lnTo>
                    <a:pt x="1887474" y="106680"/>
                  </a:lnTo>
                  <a:close/>
                </a:path>
                <a:path w="1887854" h="140969">
                  <a:moveTo>
                    <a:pt x="188747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887474" y="104394"/>
                  </a:lnTo>
                  <a:lnTo>
                    <a:pt x="1887474" y="103632"/>
                  </a:lnTo>
                  <a:close/>
                </a:path>
                <a:path w="1887854" h="140969">
                  <a:moveTo>
                    <a:pt x="188747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887474" y="101346"/>
                  </a:lnTo>
                  <a:lnTo>
                    <a:pt x="1887474" y="100584"/>
                  </a:lnTo>
                  <a:close/>
                </a:path>
                <a:path w="1887854" h="140969">
                  <a:moveTo>
                    <a:pt x="188747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887474" y="98298"/>
                  </a:lnTo>
                  <a:lnTo>
                    <a:pt x="1887474" y="97536"/>
                  </a:lnTo>
                  <a:close/>
                </a:path>
                <a:path w="1887854" h="140969">
                  <a:moveTo>
                    <a:pt x="188747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887474" y="95250"/>
                  </a:lnTo>
                  <a:lnTo>
                    <a:pt x="1887474" y="94488"/>
                  </a:lnTo>
                  <a:close/>
                </a:path>
                <a:path w="1887854" h="140969">
                  <a:moveTo>
                    <a:pt x="188747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887474" y="92202"/>
                  </a:lnTo>
                  <a:lnTo>
                    <a:pt x="1887474" y="91440"/>
                  </a:lnTo>
                  <a:close/>
                </a:path>
                <a:path w="1887854" h="140969">
                  <a:moveTo>
                    <a:pt x="188747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887474" y="89154"/>
                  </a:lnTo>
                  <a:lnTo>
                    <a:pt x="1887474" y="88392"/>
                  </a:lnTo>
                  <a:close/>
                </a:path>
                <a:path w="1887854" h="140969">
                  <a:moveTo>
                    <a:pt x="188747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887474" y="86106"/>
                  </a:lnTo>
                  <a:lnTo>
                    <a:pt x="1887474" y="85344"/>
                  </a:lnTo>
                  <a:close/>
                </a:path>
                <a:path w="1887854" h="140969">
                  <a:moveTo>
                    <a:pt x="188747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887474" y="83058"/>
                  </a:lnTo>
                  <a:lnTo>
                    <a:pt x="1887474" y="82296"/>
                  </a:lnTo>
                  <a:close/>
                </a:path>
                <a:path w="1887854" h="140969">
                  <a:moveTo>
                    <a:pt x="188747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887474" y="80010"/>
                  </a:lnTo>
                  <a:lnTo>
                    <a:pt x="1887474" y="79248"/>
                  </a:lnTo>
                  <a:close/>
                </a:path>
                <a:path w="1887854" h="140969">
                  <a:moveTo>
                    <a:pt x="188747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887474" y="76962"/>
                  </a:lnTo>
                  <a:lnTo>
                    <a:pt x="1887474" y="76200"/>
                  </a:lnTo>
                  <a:close/>
                </a:path>
                <a:path w="1887854" h="140969">
                  <a:moveTo>
                    <a:pt x="188747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887474" y="73914"/>
                  </a:lnTo>
                  <a:lnTo>
                    <a:pt x="1887474" y="73152"/>
                  </a:lnTo>
                  <a:close/>
                </a:path>
                <a:path w="1887854" h="140969">
                  <a:moveTo>
                    <a:pt x="188747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887474" y="70866"/>
                  </a:lnTo>
                  <a:lnTo>
                    <a:pt x="1887474" y="70104"/>
                  </a:lnTo>
                  <a:close/>
                </a:path>
                <a:path w="1887854" h="140969">
                  <a:moveTo>
                    <a:pt x="188747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887474" y="67818"/>
                  </a:lnTo>
                  <a:lnTo>
                    <a:pt x="1887474" y="67056"/>
                  </a:lnTo>
                  <a:close/>
                </a:path>
                <a:path w="1887854" h="140969">
                  <a:moveTo>
                    <a:pt x="188747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887474" y="64770"/>
                  </a:lnTo>
                  <a:lnTo>
                    <a:pt x="1887474" y="64008"/>
                  </a:lnTo>
                  <a:close/>
                </a:path>
                <a:path w="1887854" h="140969">
                  <a:moveTo>
                    <a:pt x="188747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887474" y="61722"/>
                  </a:lnTo>
                  <a:lnTo>
                    <a:pt x="1887474" y="60960"/>
                  </a:lnTo>
                  <a:close/>
                </a:path>
                <a:path w="1887854" h="140969">
                  <a:moveTo>
                    <a:pt x="188747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887474" y="58674"/>
                  </a:lnTo>
                  <a:lnTo>
                    <a:pt x="1887474" y="57912"/>
                  </a:lnTo>
                  <a:close/>
                </a:path>
                <a:path w="1887854" h="140969">
                  <a:moveTo>
                    <a:pt x="188747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887474" y="55626"/>
                  </a:lnTo>
                  <a:lnTo>
                    <a:pt x="1887474" y="54864"/>
                  </a:lnTo>
                  <a:close/>
                </a:path>
                <a:path w="1887854" h="140969">
                  <a:moveTo>
                    <a:pt x="188747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887474" y="52578"/>
                  </a:lnTo>
                  <a:lnTo>
                    <a:pt x="1887474" y="51816"/>
                  </a:lnTo>
                  <a:close/>
                </a:path>
                <a:path w="1887854" h="140969">
                  <a:moveTo>
                    <a:pt x="188747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887474" y="49530"/>
                  </a:lnTo>
                  <a:lnTo>
                    <a:pt x="1887474" y="48768"/>
                  </a:lnTo>
                  <a:close/>
                </a:path>
                <a:path w="1887854" h="140969">
                  <a:moveTo>
                    <a:pt x="188747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887474" y="46482"/>
                  </a:lnTo>
                  <a:lnTo>
                    <a:pt x="1887474" y="45720"/>
                  </a:lnTo>
                  <a:close/>
                </a:path>
                <a:path w="1887854" h="140969">
                  <a:moveTo>
                    <a:pt x="188747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887474" y="43434"/>
                  </a:lnTo>
                  <a:lnTo>
                    <a:pt x="1887474" y="42672"/>
                  </a:lnTo>
                  <a:close/>
                </a:path>
                <a:path w="1887854" h="140969">
                  <a:moveTo>
                    <a:pt x="188747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887474" y="40386"/>
                  </a:lnTo>
                  <a:lnTo>
                    <a:pt x="1887474" y="39624"/>
                  </a:lnTo>
                  <a:close/>
                </a:path>
                <a:path w="1887854" h="140969">
                  <a:moveTo>
                    <a:pt x="188747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887474" y="37338"/>
                  </a:lnTo>
                  <a:lnTo>
                    <a:pt x="1887474" y="36576"/>
                  </a:lnTo>
                  <a:close/>
                </a:path>
                <a:path w="1887854" h="140969">
                  <a:moveTo>
                    <a:pt x="188747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887474" y="34290"/>
                  </a:lnTo>
                  <a:lnTo>
                    <a:pt x="1887474" y="33528"/>
                  </a:lnTo>
                  <a:close/>
                </a:path>
                <a:path w="1887854" h="140969">
                  <a:moveTo>
                    <a:pt x="188747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887474" y="31242"/>
                  </a:lnTo>
                  <a:lnTo>
                    <a:pt x="1887474" y="30480"/>
                  </a:lnTo>
                  <a:close/>
                </a:path>
                <a:path w="1887854" h="140969">
                  <a:moveTo>
                    <a:pt x="188747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887474" y="28194"/>
                  </a:lnTo>
                  <a:lnTo>
                    <a:pt x="1887474" y="27432"/>
                  </a:lnTo>
                  <a:close/>
                </a:path>
                <a:path w="1887854" h="140969">
                  <a:moveTo>
                    <a:pt x="188747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887474" y="25146"/>
                  </a:lnTo>
                  <a:lnTo>
                    <a:pt x="1887474" y="24384"/>
                  </a:lnTo>
                  <a:close/>
                </a:path>
                <a:path w="1887854" h="140969">
                  <a:moveTo>
                    <a:pt x="188747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887474" y="22098"/>
                  </a:lnTo>
                  <a:lnTo>
                    <a:pt x="1887474" y="21336"/>
                  </a:lnTo>
                  <a:close/>
                </a:path>
                <a:path w="1887854" h="140969">
                  <a:moveTo>
                    <a:pt x="188747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887474" y="19050"/>
                  </a:lnTo>
                  <a:lnTo>
                    <a:pt x="1887474" y="18288"/>
                  </a:lnTo>
                  <a:close/>
                </a:path>
                <a:path w="1887854" h="140969">
                  <a:moveTo>
                    <a:pt x="188747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887474" y="16002"/>
                  </a:lnTo>
                  <a:lnTo>
                    <a:pt x="1887474" y="15240"/>
                  </a:lnTo>
                  <a:close/>
                </a:path>
                <a:path w="1887854" h="140969">
                  <a:moveTo>
                    <a:pt x="188747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887474" y="12954"/>
                  </a:lnTo>
                  <a:lnTo>
                    <a:pt x="1887474" y="12192"/>
                  </a:lnTo>
                  <a:close/>
                </a:path>
                <a:path w="1887854" h="140969">
                  <a:moveTo>
                    <a:pt x="188747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887474" y="9906"/>
                  </a:lnTo>
                  <a:lnTo>
                    <a:pt x="1887474" y="9144"/>
                  </a:lnTo>
                  <a:close/>
                </a:path>
                <a:path w="1887854" h="140969">
                  <a:moveTo>
                    <a:pt x="188747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887474" y="6858"/>
                  </a:lnTo>
                  <a:lnTo>
                    <a:pt x="1887474" y="6096"/>
                  </a:lnTo>
                  <a:close/>
                </a:path>
                <a:path w="1887854" h="140969">
                  <a:moveTo>
                    <a:pt x="188747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887474" y="3810"/>
                  </a:lnTo>
                  <a:lnTo>
                    <a:pt x="1887474" y="3048"/>
                  </a:lnTo>
                  <a:close/>
                </a:path>
                <a:path w="1887854" h="140969">
                  <a:moveTo>
                    <a:pt x="1887474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887474" y="762"/>
                  </a:lnTo>
                  <a:lnTo>
                    <a:pt x="1887474" y="0"/>
                  </a:lnTo>
                  <a:close/>
                </a:path>
              </a:pathLst>
            </a:custGeom>
            <a:solidFill>
              <a:srgbClr val="7676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2185054" y="148720"/>
            <a:ext cx="479679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Основное</a:t>
            </a:r>
            <a:r>
              <a:rPr spc="-10" dirty="0"/>
              <a:t> </a:t>
            </a:r>
            <a:r>
              <a:rPr spc="-5" dirty="0"/>
              <a:t>оборудование</a:t>
            </a:r>
            <a:r>
              <a:rPr spc="-10" dirty="0"/>
              <a:t> </a:t>
            </a:r>
            <a:r>
              <a:rPr spc="-5" dirty="0"/>
              <a:t>РУ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530228" y="6428278"/>
            <a:ext cx="365125" cy="3663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2755"/>
              </a:lnSpc>
            </a:pPr>
            <a:r>
              <a:rPr sz="2400" b="1" dirty="0">
                <a:solidFill>
                  <a:srgbClr val="0068B4"/>
                </a:solidFill>
                <a:latin typeface="Arial"/>
                <a:cs typeface="Arial"/>
              </a:rPr>
              <a:t>67</a:t>
            </a:r>
            <a:endParaRPr sz="24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80390" y="854840"/>
            <a:ext cx="7320280" cy="367030"/>
          </a:xfrm>
          <a:prstGeom prst="rect">
            <a:avLst/>
          </a:prstGeom>
          <a:solidFill>
            <a:srgbClr val="084996"/>
          </a:solidFill>
        </p:spPr>
        <p:txBody>
          <a:bodyPr vert="horz" wrap="square" lIns="0" tIns="39370" rIns="0" bIns="0" rtlCol="0">
            <a:spAutoFit/>
          </a:bodyPr>
          <a:lstStyle/>
          <a:p>
            <a:pPr marL="154940">
              <a:lnSpc>
                <a:spcPct val="100000"/>
              </a:lnSpc>
              <a:spcBef>
                <a:spcPts val="310"/>
              </a:spcBef>
            </a:pPr>
            <a:r>
              <a:rPr sz="1800" spc="20" dirty="0">
                <a:solidFill>
                  <a:srgbClr val="9ACCFF"/>
                </a:solidFill>
                <a:latin typeface="Trebuchet MS"/>
                <a:cs typeface="Trebuchet MS"/>
              </a:rPr>
              <a:t>Парогенератор</a:t>
            </a:r>
            <a:endParaRPr sz="1800">
              <a:latin typeface="Trebuchet MS"/>
              <a:cs typeface="Trebuchet MS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461162" y="1416434"/>
          <a:ext cx="7724138" cy="43765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259580"/>
                <a:gridCol w="1901189"/>
                <a:gridCol w="1563369"/>
              </a:tblGrid>
              <a:tr h="57988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5"/>
                        </a:spcBef>
                      </a:pPr>
                      <a:r>
                        <a:rPr sz="1600" b="1" dirty="0">
                          <a:solidFill>
                            <a:srgbClr val="00339A"/>
                          </a:solidFill>
                          <a:latin typeface="Tahoma"/>
                          <a:cs typeface="Tahoma"/>
                        </a:rPr>
                        <a:t>Параметр</a:t>
                      </a:r>
                      <a:endParaRPr sz="1600">
                        <a:latin typeface="Tahoma"/>
                        <a:cs typeface="Tahoma"/>
                      </a:endParaRPr>
                    </a:p>
                  </a:txBody>
                  <a:tcPr marL="0" marR="0" marT="167005" marB="0">
                    <a:lnR w="28575">
                      <a:solidFill>
                        <a:srgbClr val="70A4E1"/>
                      </a:solidFill>
                      <a:prstDash val="solid"/>
                    </a:lnR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1600" b="1" dirty="0">
                          <a:solidFill>
                            <a:srgbClr val="FF0065"/>
                          </a:solidFill>
                          <a:latin typeface="Tahoma"/>
                          <a:cs typeface="Tahoma"/>
                        </a:rPr>
                        <a:t>ПГВ-1000</a:t>
                      </a:r>
                      <a:r>
                        <a:rPr sz="1600" b="1" spc="-55" dirty="0">
                          <a:solidFill>
                            <a:srgbClr val="FF0065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600" b="1" dirty="0">
                          <a:solidFill>
                            <a:srgbClr val="FF0065"/>
                          </a:solidFill>
                          <a:latin typeface="Tahoma"/>
                          <a:cs typeface="Tahoma"/>
                        </a:rPr>
                        <a:t>МКП</a:t>
                      </a:r>
                      <a:endParaRPr sz="1600">
                        <a:latin typeface="Tahoma"/>
                        <a:cs typeface="Tahoma"/>
                      </a:endParaRPr>
                    </a:p>
                  </a:txBody>
                  <a:tcPr marL="0" marR="0" marT="46355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38100">
                      <a:solidFill>
                        <a:srgbClr val="70A4E1"/>
                      </a:solidFill>
                      <a:prstDash val="solid"/>
                    </a:lnR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1600" b="1" spc="-5" dirty="0">
                          <a:solidFill>
                            <a:srgbClr val="FF0065"/>
                          </a:solidFill>
                          <a:latin typeface="Tahoma"/>
                          <a:cs typeface="Tahoma"/>
                        </a:rPr>
                        <a:t>ПГВ-1000М</a:t>
                      </a:r>
                      <a:endParaRPr sz="1600">
                        <a:latin typeface="Tahoma"/>
                        <a:cs typeface="Tahoma"/>
                      </a:endParaRPr>
                    </a:p>
                  </a:txBody>
                  <a:tcPr marL="0" marR="0" marT="46355" marB="0">
                    <a:lnL w="38100">
                      <a:solidFill>
                        <a:srgbClr val="70A4E1"/>
                      </a:solidFill>
                      <a:prstDash val="solid"/>
                    </a:lnL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</a:tr>
              <a:tr h="3474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Расчетное </a:t>
                      </a:r>
                      <a:r>
                        <a:rPr sz="1200" b="1" spc="-1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давление</a:t>
                      </a: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по второму</a:t>
                      </a:r>
                      <a:r>
                        <a:rPr sz="1200" b="1" spc="-1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контуру,</a:t>
                      </a:r>
                      <a:r>
                        <a:rPr sz="1200" b="1" spc="-1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МПа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43815" marB="0"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1200" b="1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8,1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43815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38100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7,84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43815" marB="0">
                    <a:lnL w="38100">
                      <a:solidFill>
                        <a:srgbClr val="70A4E1"/>
                      </a:solidFill>
                      <a:prstDash val="solid"/>
                    </a:lnL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</a:tr>
              <a:tr h="3619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Паропроизводительность,</a:t>
                      </a:r>
                      <a:r>
                        <a:rPr sz="1200" b="1" spc="-4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т/ч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43815" marB="0"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1602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43815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38100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1470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43815" marB="0">
                    <a:lnL w="38100">
                      <a:solidFill>
                        <a:srgbClr val="70A4E1"/>
                      </a:solidFill>
                      <a:prstDash val="solid"/>
                    </a:lnL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</a:tr>
              <a:tr h="323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Температура</a:t>
                      </a:r>
                      <a:r>
                        <a:rPr sz="1200" b="1" spc="-3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питательной</a:t>
                      </a:r>
                      <a:r>
                        <a:rPr sz="1200" b="1" spc="-2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воды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43815" marB="0"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225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43815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38100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220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43815" marB="0">
                    <a:lnL w="38100">
                      <a:solidFill>
                        <a:srgbClr val="70A4E1"/>
                      </a:solidFill>
                      <a:prstDash val="solid"/>
                    </a:lnL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</a:tr>
              <a:tr h="34290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Давление</a:t>
                      </a:r>
                      <a:r>
                        <a:rPr sz="1200" b="1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spc="-1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пара </a:t>
                      </a: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на</a:t>
                      </a:r>
                      <a:r>
                        <a:rPr sz="1200" b="1" spc="-1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выходе</a:t>
                      </a:r>
                      <a:r>
                        <a:rPr sz="1200" b="1" spc="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из</a:t>
                      </a:r>
                      <a:r>
                        <a:rPr sz="1200" b="1" spc="-1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коллектора</a:t>
                      </a:r>
                      <a:r>
                        <a:rPr sz="1200" b="1" spc="-1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ПГ,</a:t>
                      </a:r>
                      <a:r>
                        <a:rPr sz="1200" b="1" spc="-1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МПа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43815" marB="0"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1200" b="1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7,0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43815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38100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6,27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43815" marB="0">
                    <a:lnL w="38100">
                      <a:solidFill>
                        <a:srgbClr val="70A4E1"/>
                      </a:solidFill>
                      <a:prstDash val="solid"/>
                    </a:lnL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</a:tr>
              <a:tr h="35204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1200" b="1" spc="-1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Поверхность</a:t>
                      </a:r>
                      <a:r>
                        <a:rPr sz="1200" b="1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теплообмена, м</a:t>
                      </a:r>
                      <a:r>
                        <a:rPr sz="1200" b="1" spc="-7" baseline="27777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2</a:t>
                      </a:r>
                      <a:endParaRPr sz="1200" baseline="27777">
                        <a:latin typeface="Tahoma"/>
                        <a:cs typeface="Tahoma"/>
                      </a:endParaRPr>
                    </a:p>
                  </a:txBody>
                  <a:tcPr marL="0" marR="0" marT="43815" marB="0"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6104,9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43815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38100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6036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43815" marB="0">
                    <a:lnL w="38100">
                      <a:solidFill>
                        <a:srgbClr val="70A4E1"/>
                      </a:solidFill>
                      <a:prstDash val="solid"/>
                    </a:lnL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</a:tr>
              <a:tr h="34290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1200" b="1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Объем</a:t>
                      </a:r>
                      <a:r>
                        <a:rPr sz="1200" b="1" spc="-1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воды</a:t>
                      </a:r>
                      <a:r>
                        <a:rPr sz="1200" b="1" spc="-1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по</a:t>
                      </a:r>
                      <a:r>
                        <a:rPr sz="1200" b="1" spc="-2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второму</a:t>
                      </a:r>
                      <a:r>
                        <a:rPr sz="1200" b="1" spc="-1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контуру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45085" marB="0"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63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45085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38100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52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45085" marB="0">
                    <a:lnL w="38100">
                      <a:solidFill>
                        <a:srgbClr val="70A4E1"/>
                      </a:solidFill>
                      <a:prstDash val="solid"/>
                    </a:lnL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Количество</a:t>
                      </a:r>
                      <a:r>
                        <a:rPr sz="1200" b="1" spc="-2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трубок,</a:t>
                      </a:r>
                      <a:r>
                        <a:rPr sz="1200" b="1" spc="-1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шт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45085" marB="0"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10978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45085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38100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10978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45085" marB="0">
                    <a:lnL w="38100">
                      <a:solidFill>
                        <a:srgbClr val="70A4E1"/>
                      </a:solidFill>
                      <a:prstDash val="solid"/>
                    </a:lnL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</a:tr>
              <a:tr h="3619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Размер</a:t>
                      </a:r>
                      <a:r>
                        <a:rPr sz="1200" b="1" spc="-3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трубок,</a:t>
                      </a:r>
                      <a:r>
                        <a:rPr sz="1200" b="1" spc="-3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мм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45085" marB="0"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16</a:t>
                      </a:r>
                      <a:r>
                        <a:rPr sz="1200" b="1" spc="-3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х</a:t>
                      </a:r>
                      <a:r>
                        <a:rPr sz="1200" b="1" spc="-3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1,5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45085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38100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16</a:t>
                      </a:r>
                      <a:r>
                        <a:rPr sz="1200" b="1" spc="-3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х</a:t>
                      </a:r>
                      <a:r>
                        <a:rPr sz="1200" b="1" spc="-3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1,5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45085" marB="0">
                    <a:lnL w="38100">
                      <a:solidFill>
                        <a:srgbClr val="70A4E1"/>
                      </a:solidFill>
                      <a:prstDash val="solid"/>
                    </a:lnL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</a:tr>
              <a:tr h="393954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Компоновка</a:t>
                      </a:r>
                      <a:r>
                        <a:rPr sz="1200" b="1" spc="-3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трубного</a:t>
                      </a:r>
                      <a:r>
                        <a:rPr sz="1200" b="1" spc="-3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пучка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45085" marB="0"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85"/>
                        </a:spcBef>
                      </a:pP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коридорная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74295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38100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85"/>
                        </a:spcBef>
                      </a:pP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шахматная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74295" marB="0">
                    <a:lnL w="38100">
                      <a:solidFill>
                        <a:srgbClr val="70A4E1"/>
                      </a:solidFill>
                      <a:prstDash val="solid"/>
                    </a:lnL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</a:tr>
              <a:tr h="3619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Внутренний</a:t>
                      </a:r>
                      <a:r>
                        <a:rPr sz="1200" b="1" spc="-2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диаметр</a:t>
                      </a:r>
                      <a:r>
                        <a:rPr sz="1200" b="1" spc="-2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корпуса</a:t>
                      </a:r>
                      <a:r>
                        <a:rPr sz="1200" b="1" spc="-2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парогенератора,</a:t>
                      </a:r>
                      <a:r>
                        <a:rPr sz="1200" b="1" spc="-2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м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43815" marB="0"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1200" b="1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4,2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43815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38100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1200" b="1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4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43815" marB="0">
                    <a:lnL w="38100">
                      <a:solidFill>
                        <a:srgbClr val="70A4E1"/>
                      </a:solidFill>
                      <a:prstDash val="solid"/>
                    </a:lnL>
                    <a:lnT w="28575">
                      <a:solidFill>
                        <a:srgbClr val="70A4E1"/>
                      </a:solidFill>
                      <a:prstDash val="solid"/>
                    </a:lnT>
                    <a:lnB w="28575">
                      <a:solidFill>
                        <a:srgbClr val="70A4E1"/>
                      </a:solidFill>
                      <a:prstDash val="solid"/>
                    </a:lnB>
                  </a:tcPr>
                </a:tc>
              </a:tr>
              <a:tr h="226694">
                <a:tc>
                  <a:txBody>
                    <a:bodyPr/>
                    <a:lstStyle/>
                    <a:p>
                      <a:pPr algn="ctr">
                        <a:lnSpc>
                          <a:spcPts val="1335"/>
                        </a:lnSpc>
                        <a:spcBef>
                          <a:spcPts val="345"/>
                        </a:spcBef>
                      </a:pP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Расход</a:t>
                      </a:r>
                      <a:r>
                        <a:rPr sz="1200" b="1" spc="-20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непрерывной</a:t>
                      </a:r>
                      <a:r>
                        <a:rPr sz="1200" b="1" spc="-1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продувки,</a:t>
                      </a:r>
                      <a:r>
                        <a:rPr sz="1200" b="1" spc="-1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т/ч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43815" marB="0">
                    <a:lnR w="28575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1335"/>
                        </a:lnSpc>
                        <a:spcBef>
                          <a:spcPts val="345"/>
                        </a:spcBef>
                      </a:pP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20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43815" marB="0">
                    <a:lnL w="28575">
                      <a:solidFill>
                        <a:srgbClr val="70A4E1"/>
                      </a:solidFill>
                      <a:prstDash val="solid"/>
                    </a:lnL>
                    <a:lnR w="38100">
                      <a:solidFill>
                        <a:srgbClr val="70A4E1"/>
                      </a:solidFill>
                      <a:prstDash val="solid"/>
                    </a:lnR>
                    <a:lnT w="28575">
                      <a:solidFill>
                        <a:srgbClr val="70A4E1"/>
                      </a:solidFill>
                      <a:prstDash val="solid"/>
                    </a:lnT>
                    <a:lnB w="9525">
                      <a:solidFill>
                        <a:srgbClr val="009A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1335"/>
                        </a:lnSpc>
                        <a:spcBef>
                          <a:spcPts val="345"/>
                        </a:spcBef>
                      </a:pPr>
                      <a:r>
                        <a:rPr sz="1200" b="1" spc="-5" dirty="0">
                          <a:solidFill>
                            <a:srgbClr val="0033CC"/>
                          </a:solidFill>
                          <a:latin typeface="Tahoma"/>
                          <a:cs typeface="Tahoma"/>
                        </a:rPr>
                        <a:t>15</a:t>
                      </a:r>
                      <a:endParaRPr sz="1200">
                        <a:latin typeface="Tahoma"/>
                        <a:cs typeface="Tahoma"/>
                      </a:endParaRPr>
                    </a:p>
                  </a:txBody>
                  <a:tcPr marL="0" marR="0" marT="43815" marB="0">
                    <a:lnL w="38100">
                      <a:solidFill>
                        <a:srgbClr val="70A4E1"/>
                      </a:solidFill>
                      <a:prstDash val="solid"/>
                    </a:lnL>
                    <a:lnT w="28575">
                      <a:solidFill>
                        <a:srgbClr val="70A4E1"/>
                      </a:solidFill>
                      <a:prstDash val="solid"/>
                    </a:lnT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776349" y="5497706"/>
            <a:ext cx="1104900" cy="455295"/>
            <a:chOff x="7776349" y="5497706"/>
            <a:chExt cx="1104900" cy="455295"/>
          </a:xfrm>
        </p:grpSpPr>
        <p:sp>
          <p:nvSpPr>
            <p:cNvPr id="3" name="object 3"/>
            <p:cNvSpPr/>
            <p:nvPr/>
          </p:nvSpPr>
          <p:spPr>
            <a:xfrm>
              <a:off x="7776337" y="5497718"/>
              <a:ext cx="1104900" cy="214629"/>
            </a:xfrm>
            <a:custGeom>
              <a:avLst/>
              <a:gdLst/>
              <a:ahLst/>
              <a:cxnLst/>
              <a:rect l="l" t="t" r="r" b="b"/>
              <a:pathLst>
                <a:path w="1104900" h="214629">
                  <a:moveTo>
                    <a:pt x="110490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104900" y="214122"/>
                  </a:lnTo>
                  <a:lnTo>
                    <a:pt x="1104900" y="213360"/>
                  </a:lnTo>
                  <a:close/>
                </a:path>
                <a:path w="1104900" h="214629">
                  <a:moveTo>
                    <a:pt x="110490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104900" y="211074"/>
                  </a:lnTo>
                  <a:lnTo>
                    <a:pt x="1104900" y="210312"/>
                  </a:lnTo>
                  <a:close/>
                </a:path>
                <a:path w="1104900" h="214629">
                  <a:moveTo>
                    <a:pt x="110490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104900" y="208026"/>
                  </a:lnTo>
                  <a:lnTo>
                    <a:pt x="1104900" y="207264"/>
                  </a:lnTo>
                  <a:close/>
                </a:path>
                <a:path w="1104900" h="214629">
                  <a:moveTo>
                    <a:pt x="110490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104900" y="204978"/>
                  </a:lnTo>
                  <a:lnTo>
                    <a:pt x="1104900" y="204216"/>
                  </a:lnTo>
                  <a:close/>
                </a:path>
                <a:path w="1104900" h="214629">
                  <a:moveTo>
                    <a:pt x="110490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104900" y="201930"/>
                  </a:lnTo>
                  <a:lnTo>
                    <a:pt x="1104900" y="201168"/>
                  </a:lnTo>
                  <a:close/>
                </a:path>
                <a:path w="1104900" h="214629">
                  <a:moveTo>
                    <a:pt x="110490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104900" y="198882"/>
                  </a:lnTo>
                  <a:lnTo>
                    <a:pt x="1104900" y="198120"/>
                  </a:lnTo>
                  <a:close/>
                </a:path>
                <a:path w="1104900" h="214629">
                  <a:moveTo>
                    <a:pt x="110490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104900" y="195834"/>
                  </a:lnTo>
                  <a:lnTo>
                    <a:pt x="1104900" y="195072"/>
                  </a:lnTo>
                  <a:close/>
                </a:path>
                <a:path w="1104900" h="214629">
                  <a:moveTo>
                    <a:pt x="110490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104900" y="192786"/>
                  </a:lnTo>
                  <a:lnTo>
                    <a:pt x="1104900" y="192024"/>
                  </a:lnTo>
                  <a:close/>
                </a:path>
                <a:path w="1104900" h="214629">
                  <a:moveTo>
                    <a:pt x="110490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104900" y="189738"/>
                  </a:lnTo>
                  <a:lnTo>
                    <a:pt x="1104900" y="188976"/>
                  </a:lnTo>
                  <a:close/>
                </a:path>
                <a:path w="1104900" h="214629">
                  <a:moveTo>
                    <a:pt x="110490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104900" y="186690"/>
                  </a:lnTo>
                  <a:lnTo>
                    <a:pt x="1104900" y="185928"/>
                  </a:lnTo>
                  <a:close/>
                </a:path>
                <a:path w="1104900" h="214629">
                  <a:moveTo>
                    <a:pt x="110490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104900" y="183642"/>
                  </a:lnTo>
                  <a:lnTo>
                    <a:pt x="1104900" y="182880"/>
                  </a:lnTo>
                  <a:close/>
                </a:path>
                <a:path w="1104900" h="214629">
                  <a:moveTo>
                    <a:pt x="110490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104900" y="180594"/>
                  </a:lnTo>
                  <a:lnTo>
                    <a:pt x="1104900" y="179832"/>
                  </a:lnTo>
                  <a:close/>
                </a:path>
                <a:path w="1104900" h="214629">
                  <a:moveTo>
                    <a:pt x="110490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104900" y="177546"/>
                  </a:lnTo>
                  <a:lnTo>
                    <a:pt x="1104900" y="176784"/>
                  </a:lnTo>
                  <a:close/>
                </a:path>
                <a:path w="1104900" h="214629">
                  <a:moveTo>
                    <a:pt x="110490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104900" y="174498"/>
                  </a:lnTo>
                  <a:lnTo>
                    <a:pt x="1104900" y="173736"/>
                  </a:lnTo>
                  <a:close/>
                </a:path>
                <a:path w="1104900" h="214629">
                  <a:moveTo>
                    <a:pt x="110490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104900" y="171450"/>
                  </a:lnTo>
                  <a:lnTo>
                    <a:pt x="1104900" y="170688"/>
                  </a:lnTo>
                  <a:close/>
                </a:path>
                <a:path w="1104900" h="214629">
                  <a:moveTo>
                    <a:pt x="110490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104900" y="168402"/>
                  </a:lnTo>
                  <a:lnTo>
                    <a:pt x="1104900" y="167640"/>
                  </a:lnTo>
                  <a:close/>
                </a:path>
                <a:path w="1104900" h="214629">
                  <a:moveTo>
                    <a:pt x="110490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104900" y="165354"/>
                  </a:lnTo>
                  <a:lnTo>
                    <a:pt x="1104900" y="164592"/>
                  </a:lnTo>
                  <a:close/>
                </a:path>
                <a:path w="1104900" h="214629">
                  <a:moveTo>
                    <a:pt x="110490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104900" y="162306"/>
                  </a:lnTo>
                  <a:lnTo>
                    <a:pt x="1104900" y="161544"/>
                  </a:lnTo>
                  <a:close/>
                </a:path>
                <a:path w="1104900" h="214629">
                  <a:moveTo>
                    <a:pt x="110490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104900" y="159258"/>
                  </a:lnTo>
                  <a:lnTo>
                    <a:pt x="1104900" y="158496"/>
                  </a:lnTo>
                  <a:close/>
                </a:path>
                <a:path w="1104900" h="214629">
                  <a:moveTo>
                    <a:pt x="110490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104900" y="156210"/>
                  </a:lnTo>
                  <a:lnTo>
                    <a:pt x="1104900" y="155448"/>
                  </a:lnTo>
                  <a:close/>
                </a:path>
                <a:path w="1104900" h="214629">
                  <a:moveTo>
                    <a:pt x="110490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104900" y="153162"/>
                  </a:lnTo>
                  <a:lnTo>
                    <a:pt x="1104900" y="152400"/>
                  </a:lnTo>
                  <a:close/>
                </a:path>
                <a:path w="1104900" h="214629">
                  <a:moveTo>
                    <a:pt x="110490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104900" y="150114"/>
                  </a:lnTo>
                  <a:lnTo>
                    <a:pt x="1104900" y="149352"/>
                  </a:lnTo>
                  <a:close/>
                </a:path>
                <a:path w="1104900" h="214629">
                  <a:moveTo>
                    <a:pt x="110490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104900" y="147066"/>
                  </a:lnTo>
                  <a:lnTo>
                    <a:pt x="1104900" y="146304"/>
                  </a:lnTo>
                  <a:close/>
                </a:path>
                <a:path w="1104900" h="214629">
                  <a:moveTo>
                    <a:pt x="110490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104900" y="144018"/>
                  </a:lnTo>
                  <a:lnTo>
                    <a:pt x="1104900" y="143256"/>
                  </a:lnTo>
                  <a:close/>
                </a:path>
                <a:path w="1104900" h="214629">
                  <a:moveTo>
                    <a:pt x="110490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104900" y="140970"/>
                  </a:lnTo>
                  <a:lnTo>
                    <a:pt x="1104900" y="140208"/>
                  </a:lnTo>
                  <a:close/>
                </a:path>
                <a:path w="1104900" h="214629">
                  <a:moveTo>
                    <a:pt x="110490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104900" y="137922"/>
                  </a:lnTo>
                  <a:lnTo>
                    <a:pt x="1104900" y="137160"/>
                  </a:lnTo>
                  <a:close/>
                </a:path>
                <a:path w="1104900" h="214629">
                  <a:moveTo>
                    <a:pt x="110490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104900" y="134874"/>
                  </a:lnTo>
                  <a:lnTo>
                    <a:pt x="1104900" y="134112"/>
                  </a:lnTo>
                  <a:close/>
                </a:path>
                <a:path w="1104900" h="214629">
                  <a:moveTo>
                    <a:pt x="110490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104900" y="131826"/>
                  </a:lnTo>
                  <a:lnTo>
                    <a:pt x="1104900" y="131064"/>
                  </a:lnTo>
                  <a:close/>
                </a:path>
                <a:path w="1104900" h="214629">
                  <a:moveTo>
                    <a:pt x="110490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104900" y="128778"/>
                  </a:lnTo>
                  <a:lnTo>
                    <a:pt x="1104900" y="128016"/>
                  </a:lnTo>
                  <a:close/>
                </a:path>
                <a:path w="1104900" h="214629">
                  <a:moveTo>
                    <a:pt x="110490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104900" y="125730"/>
                  </a:lnTo>
                  <a:lnTo>
                    <a:pt x="1104900" y="124968"/>
                  </a:lnTo>
                  <a:close/>
                </a:path>
                <a:path w="1104900" h="214629">
                  <a:moveTo>
                    <a:pt x="110490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104900" y="122682"/>
                  </a:lnTo>
                  <a:lnTo>
                    <a:pt x="1104900" y="121920"/>
                  </a:lnTo>
                  <a:close/>
                </a:path>
                <a:path w="1104900" h="214629">
                  <a:moveTo>
                    <a:pt x="110490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104900" y="119634"/>
                  </a:lnTo>
                  <a:lnTo>
                    <a:pt x="1104900" y="118872"/>
                  </a:lnTo>
                  <a:close/>
                </a:path>
                <a:path w="1104900" h="214629">
                  <a:moveTo>
                    <a:pt x="110490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104900" y="116586"/>
                  </a:lnTo>
                  <a:lnTo>
                    <a:pt x="1104900" y="115824"/>
                  </a:lnTo>
                  <a:close/>
                </a:path>
                <a:path w="1104900" h="214629">
                  <a:moveTo>
                    <a:pt x="110490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104900" y="113538"/>
                  </a:lnTo>
                  <a:lnTo>
                    <a:pt x="1104900" y="112776"/>
                  </a:lnTo>
                  <a:close/>
                </a:path>
                <a:path w="1104900" h="214629">
                  <a:moveTo>
                    <a:pt x="110490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104900" y="110490"/>
                  </a:lnTo>
                  <a:lnTo>
                    <a:pt x="1104900" y="109728"/>
                  </a:lnTo>
                  <a:close/>
                </a:path>
                <a:path w="1104900" h="214629">
                  <a:moveTo>
                    <a:pt x="110490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104900" y="107442"/>
                  </a:lnTo>
                  <a:lnTo>
                    <a:pt x="1104900" y="106680"/>
                  </a:lnTo>
                  <a:close/>
                </a:path>
                <a:path w="1104900" h="214629">
                  <a:moveTo>
                    <a:pt x="110490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104900" y="104394"/>
                  </a:lnTo>
                  <a:lnTo>
                    <a:pt x="1104900" y="103632"/>
                  </a:lnTo>
                  <a:close/>
                </a:path>
                <a:path w="1104900" h="214629">
                  <a:moveTo>
                    <a:pt x="110490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104900" y="101346"/>
                  </a:lnTo>
                  <a:lnTo>
                    <a:pt x="1104900" y="100584"/>
                  </a:lnTo>
                  <a:close/>
                </a:path>
                <a:path w="1104900" h="214629">
                  <a:moveTo>
                    <a:pt x="110490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104900" y="98298"/>
                  </a:lnTo>
                  <a:lnTo>
                    <a:pt x="1104900" y="97536"/>
                  </a:lnTo>
                  <a:close/>
                </a:path>
                <a:path w="1104900" h="214629">
                  <a:moveTo>
                    <a:pt x="110490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104900" y="95250"/>
                  </a:lnTo>
                  <a:lnTo>
                    <a:pt x="1104900" y="94488"/>
                  </a:lnTo>
                  <a:close/>
                </a:path>
                <a:path w="1104900" h="214629">
                  <a:moveTo>
                    <a:pt x="110490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104900" y="92202"/>
                  </a:lnTo>
                  <a:lnTo>
                    <a:pt x="1104900" y="91440"/>
                  </a:lnTo>
                  <a:close/>
                </a:path>
                <a:path w="1104900" h="214629">
                  <a:moveTo>
                    <a:pt x="110490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104900" y="89154"/>
                  </a:lnTo>
                  <a:lnTo>
                    <a:pt x="1104900" y="88392"/>
                  </a:lnTo>
                  <a:close/>
                </a:path>
                <a:path w="1104900" h="214629">
                  <a:moveTo>
                    <a:pt x="110490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104900" y="86106"/>
                  </a:lnTo>
                  <a:lnTo>
                    <a:pt x="1104900" y="85344"/>
                  </a:lnTo>
                  <a:close/>
                </a:path>
                <a:path w="1104900" h="214629">
                  <a:moveTo>
                    <a:pt x="110490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104900" y="83058"/>
                  </a:lnTo>
                  <a:lnTo>
                    <a:pt x="1104900" y="82296"/>
                  </a:lnTo>
                  <a:close/>
                </a:path>
                <a:path w="1104900" h="214629">
                  <a:moveTo>
                    <a:pt x="110490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104900" y="80010"/>
                  </a:lnTo>
                  <a:lnTo>
                    <a:pt x="1104900" y="79248"/>
                  </a:lnTo>
                  <a:close/>
                </a:path>
                <a:path w="1104900" h="214629">
                  <a:moveTo>
                    <a:pt x="110490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104900" y="76962"/>
                  </a:lnTo>
                  <a:lnTo>
                    <a:pt x="1104900" y="76200"/>
                  </a:lnTo>
                  <a:close/>
                </a:path>
                <a:path w="1104900" h="214629">
                  <a:moveTo>
                    <a:pt x="110490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104900" y="73914"/>
                  </a:lnTo>
                  <a:lnTo>
                    <a:pt x="1104900" y="73152"/>
                  </a:lnTo>
                  <a:close/>
                </a:path>
                <a:path w="1104900" h="214629">
                  <a:moveTo>
                    <a:pt x="110490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104900" y="70866"/>
                  </a:lnTo>
                  <a:lnTo>
                    <a:pt x="1104900" y="70104"/>
                  </a:lnTo>
                  <a:close/>
                </a:path>
                <a:path w="1104900" h="214629">
                  <a:moveTo>
                    <a:pt x="110490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104900" y="67818"/>
                  </a:lnTo>
                  <a:lnTo>
                    <a:pt x="1104900" y="67056"/>
                  </a:lnTo>
                  <a:close/>
                </a:path>
                <a:path w="1104900" h="214629">
                  <a:moveTo>
                    <a:pt x="110490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104900" y="64770"/>
                  </a:lnTo>
                  <a:lnTo>
                    <a:pt x="1104900" y="64008"/>
                  </a:lnTo>
                  <a:close/>
                </a:path>
                <a:path w="1104900" h="214629">
                  <a:moveTo>
                    <a:pt x="110490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104900" y="61722"/>
                  </a:lnTo>
                  <a:lnTo>
                    <a:pt x="1104900" y="60960"/>
                  </a:lnTo>
                  <a:close/>
                </a:path>
                <a:path w="1104900" h="214629">
                  <a:moveTo>
                    <a:pt x="110490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104900" y="58674"/>
                  </a:lnTo>
                  <a:lnTo>
                    <a:pt x="1104900" y="57912"/>
                  </a:lnTo>
                  <a:close/>
                </a:path>
                <a:path w="1104900" h="214629">
                  <a:moveTo>
                    <a:pt x="110490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104900" y="55626"/>
                  </a:lnTo>
                  <a:lnTo>
                    <a:pt x="1104900" y="54864"/>
                  </a:lnTo>
                  <a:close/>
                </a:path>
                <a:path w="1104900" h="214629">
                  <a:moveTo>
                    <a:pt x="110490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104900" y="52578"/>
                  </a:lnTo>
                  <a:lnTo>
                    <a:pt x="1104900" y="51816"/>
                  </a:lnTo>
                  <a:close/>
                </a:path>
                <a:path w="1104900" h="214629">
                  <a:moveTo>
                    <a:pt x="110490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104900" y="49530"/>
                  </a:lnTo>
                  <a:lnTo>
                    <a:pt x="1104900" y="48768"/>
                  </a:lnTo>
                  <a:close/>
                </a:path>
                <a:path w="1104900" h="214629">
                  <a:moveTo>
                    <a:pt x="110490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104900" y="46482"/>
                  </a:lnTo>
                  <a:lnTo>
                    <a:pt x="1104900" y="45720"/>
                  </a:lnTo>
                  <a:close/>
                </a:path>
                <a:path w="1104900" h="214629">
                  <a:moveTo>
                    <a:pt x="110490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104900" y="43434"/>
                  </a:lnTo>
                  <a:lnTo>
                    <a:pt x="1104900" y="42672"/>
                  </a:lnTo>
                  <a:close/>
                </a:path>
                <a:path w="1104900" h="214629">
                  <a:moveTo>
                    <a:pt x="110490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104900" y="40386"/>
                  </a:lnTo>
                  <a:lnTo>
                    <a:pt x="1104900" y="39624"/>
                  </a:lnTo>
                  <a:close/>
                </a:path>
                <a:path w="1104900" h="214629">
                  <a:moveTo>
                    <a:pt x="110490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104900" y="37338"/>
                  </a:lnTo>
                  <a:lnTo>
                    <a:pt x="1104900" y="36576"/>
                  </a:lnTo>
                  <a:close/>
                </a:path>
                <a:path w="1104900" h="214629">
                  <a:moveTo>
                    <a:pt x="110490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104900" y="34290"/>
                  </a:lnTo>
                  <a:lnTo>
                    <a:pt x="1104900" y="33528"/>
                  </a:lnTo>
                  <a:close/>
                </a:path>
                <a:path w="1104900" h="214629">
                  <a:moveTo>
                    <a:pt x="110490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104900" y="31242"/>
                  </a:lnTo>
                  <a:lnTo>
                    <a:pt x="1104900" y="30480"/>
                  </a:lnTo>
                  <a:close/>
                </a:path>
                <a:path w="1104900" h="214629">
                  <a:moveTo>
                    <a:pt x="110490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104900" y="28194"/>
                  </a:lnTo>
                  <a:lnTo>
                    <a:pt x="1104900" y="27432"/>
                  </a:lnTo>
                  <a:close/>
                </a:path>
                <a:path w="1104900" h="214629">
                  <a:moveTo>
                    <a:pt x="110490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104900" y="25146"/>
                  </a:lnTo>
                  <a:lnTo>
                    <a:pt x="1104900" y="24384"/>
                  </a:lnTo>
                  <a:close/>
                </a:path>
                <a:path w="1104900" h="214629">
                  <a:moveTo>
                    <a:pt x="110490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104900" y="22098"/>
                  </a:lnTo>
                  <a:lnTo>
                    <a:pt x="1104900" y="21336"/>
                  </a:lnTo>
                  <a:close/>
                </a:path>
                <a:path w="1104900" h="214629">
                  <a:moveTo>
                    <a:pt x="110490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104900" y="19050"/>
                  </a:lnTo>
                  <a:lnTo>
                    <a:pt x="1104900" y="18288"/>
                  </a:lnTo>
                  <a:close/>
                </a:path>
                <a:path w="1104900" h="214629">
                  <a:moveTo>
                    <a:pt x="110490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104900" y="16002"/>
                  </a:lnTo>
                  <a:lnTo>
                    <a:pt x="1104900" y="15240"/>
                  </a:lnTo>
                  <a:close/>
                </a:path>
                <a:path w="1104900" h="214629">
                  <a:moveTo>
                    <a:pt x="110490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104900" y="12954"/>
                  </a:lnTo>
                  <a:lnTo>
                    <a:pt x="1104900" y="12192"/>
                  </a:lnTo>
                  <a:close/>
                </a:path>
                <a:path w="1104900" h="214629">
                  <a:moveTo>
                    <a:pt x="110490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104900" y="9906"/>
                  </a:lnTo>
                  <a:lnTo>
                    <a:pt x="1104900" y="9144"/>
                  </a:lnTo>
                  <a:close/>
                </a:path>
                <a:path w="1104900" h="214629">
                  <a:moveTo>
                    <a:pt x="110490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104900" y="6858"/>
                  </a:lnTo>
                  <a:lnTo>
                    <a:pt x="1104900" y="6096"/>
                  </a:lnTo>
                  <a:close/>
                </a:path>
                <a:path w="1104900" h="214629">
                  <a:moveTo>
                    <a:pt x="110490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104900" y="3810"/>
                  </a:lnTo>
                  <a:lnTo>
                    <a:pt x="1104900" y="3048"/>
                  </a:lnTo>
                  <a:close/>
                </a:path>
                <a:path w="1104900" h="214629">
                  <a:moveTo>
                    <a:pt x="110490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104900" y="762"/>
                  </a:lnTo>
                  <a:lnTo>
                    <a:pt x="11049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7776337" y="5711078"/>
              <a:ext cx="1104900" cy="214629"/>
            </a:xfrm>
            <a:custGeom>
              <a:avLst/>
              <a:gdLst/>
              <a:ahLst/>
              <a:cxnLst/>
              <a:rect l="l" t="t" r="r" b="b"/>
              <a:pathLst>
                <a:path w="1104900" h="214629">
                  <a:moveTo>
                    <a:pt x="110490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104900" y="214122"/>
                  </a:lnTo>
                  <a:lnTo>
                    <a:pt x="1104900" y="213360"/>
                  </a:lnTo>
                  <a:close/>
                </a:path>
                <a:path w="1104900" h="214629">
                  <a:moveTo>
                    <a:pt x="110490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104900" y="211074"/>
                  </a:lnTo>
                  <a:lnTo>
                    <a:pt x="1104900" y="210312"/>
                  </a:lnTo>
                  <a:close/>
                </a:path>
                <a:path w="1104900" h="214629">
                  <a:moveTo>
                    <a:pt x="110490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104900" y="208026"/>
                  </a:lnTo>
                  <a:lnTo>
                    <a:pt x="1104900" y="207264"/>
                  </a:lnTo>
                  <a:close/>
                </a:path>
                <a:path w="1104900" h="214629">
                  <a:moveTo>
                    <a:pt x="110490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104900" y="204978"/>
                  </a:lnTo>
                  <a:lnTo>
                    <a:pt x="1104900" y="204216"/>
                  </a:lnTo>
                  <a:close/>
                </a:path>
                <a:path w="1104900" h="214629">
                  <a:moveTo>
                    <a:pt x="110490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104900" y="201930"/>
                  </a:lnTo>
                  <a:lnTo>
                    <a:pt x="1104900" y="201168"/>
                  </a:lnTo>
                  <a:close/>
                </a:path>
                <a:path w="1104900" h="214629">
                  <a:moveTo>
                    <a:pt x="110490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104900" y="198882"/>
                  </a:lnTo>
                  <a:lnTo>
                    <a:pt x="1104900" y="198120"/>
                  </a:lnTo>
                  <a:close/>
                </a:path>
                <a:path w="1104900" h="214629">
                  <a:moveTo>
                    <a:pt x="110490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104900" y="195834"/>
                  </a:lnTo>
                  <a:lnTo>
                    <a:pt x="1104900" y="195072"/>
                  </a:lnTo>
                  <a:close/>
                </a:path>
                <a:path w="1104900" h="214629">
                  <a:moveTo>
                    <a:pt x="110490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104900" y="192786"/>
                  </a:lnTo>
                  <a:lnTo>
                    <a:pt x="1104900" y="192024"/>
                  </a:lnTo>
                  <a:close/>
                </a:path>
                <a:path w="1104900" h="214629">
                  <a:moveTo>
                    <a:pt x="110490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104900" y="189738"/>
                  </a:lnTo>
                  <a:lnTo>
                    <a:pt x="1104900" y="188976"/>
                  </a:lnTo>
                  <a:close/>
                </a:path>
                <a:path w="1104900" h="214629">
                  <a:moveTo>
                    <a:pt x="110490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104900" y="186690"/>
                  </a:lnTo>
                  <a:lnTo>
                    <a:pt x="1104900" y="185928"/>
                  </a:lnTo>
                  <a:close/>
                </a:path>
                <a:path w="1104900" h="214629">
                  <a:moveTo>
                    <a:pt x="110490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104900" y="183642"/>
                  </a:lnTo>
                  <a:lnTo>
                    <a:pt x="1104900" y="182880"/>
                  </a:lnTo>
                  <a:close/>
                </a:path>
                <a:path w="1104900" h="214629">
                  <a:moveTo>
                    <a:pt x="110490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104900" y="180594"/>
                  </a:lnTo>
                  <a:lnTo>
                    <a:pt x="1104900" y="179832"/>
                  </a:lnTo>
                  <a:close/>
                </a:path>
                <a:path w="1104900" h="214629">
                  <a:moveTo>
                    <a:pt x="110490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104900" y="177546"/>
                  </a:lnTo>
                  <a:lnTo>
                    <a:pt x="1104900" y="176784"/>
                  </a:lnTo>
                  <a:close/>
                </a:path>
                <a:path w="1104900" h="214629">
                  <a:moveTo>
                    <a:pt x="110490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104900" y="174498"/>
                  </a:lnTo>
                  <a:lnTo>
                    <a:pt x="1104900" y="173736"/>
                  </a:lnTo>
                  <a:close/>
                </a:path>
                <a:path w="1104900" h="214629">
                  <a:moveTo>
                    <a:pt x="110490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104900" y="171450"/>
                  </a:lnTo>
                  <a:lnTo>
                    <a:pt x="1104900" y="170688"/>
                  </a:lnTo>
                  <a:close/>
                </a:path>
                <a:path w="1104900" h="214629">
                  <a:moveTo>
                    <a:pt x="110490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104900" y="168402"/>
                  </a:lnTo>
                  <a:lnTo>
                    <a:pt x="1104900" y="167640"/>
                  </a:lnTo>
                  <a:close/>
                </a:path>
                <a:path w="1104900" h="214629">
                  <a:moveTo>
                    <a:pt x="110490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104900" y="165354"/>
                  </a:lnTo>
                  <a:lnTo>
                    <a:pt x="1104900" y="164592"/>
                  </a:lnTo>
                  <a:close/>
                </a:path>
                <a:path w="1104900" h="214629">
                  <a:moveTo>
                    <a:pt x="110490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104900" y="162306"/>
                  </a:lnTo>
                  <a:lnTo>
                    <a:pt x="1104900" y="161544"/>
                  </a:lnTo>
                  <a:close/>
                </a:path>
                <a:path w="1104900" h="214629">
                  <a:moveTo>
                    <a:pt x="110490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104900" y="159258"/>
                  </a:lnTo>
                  <a:lnTo>
                    <a:pt x="1104900" y="158496"/>
                  </a:lnTo>
                  <a:close/>
                </a:path>
                <a:path w="1104900" h="214629">
                  <a:moveTo>
                    <a:pt x="110490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104900" y="156210"/>
                  </a:lnTo>
                  <a:lnTo>
                    <a:pt x="1104900" y="155448"/>
                  </a:lnTo>
                  <a:close/>
                </a:path>
                <a:path w="1104900" h="214629">
                  <a:moveTo>
                    <a:pt x="110490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104900" y="153162"/>
                  </a:lnTo>
                  <a:lnTo>
                    <a:pt x="1104900" y="152400"/>
                  </a:lnTo>
                  <a:close/>
                </a:path>
                <a:path w="1104900" h="214629">
                  <a:moveTo>
                    <a:pt x="110490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104900" y="150114"/>
                  </a:lnTo>
                  <a:lnTo>
                    <a:pt x="1104900" y="149352"/>
                  </a:lnTo>
                  <a:close/>
                </a:path>
                <a:path w="1104900" h="214629">
                  <a:moveTo>
                    <a:pt x="110490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104900" y="147066"/>
                  </a:lnTo>
                  <a:lnTo>
                    <a:pt x="1104900" y="146304"/>
                  </a:lnTo>
                  <a:close/>
                </a:path>
                <a:path w="1104900" h="214629">
                  <a:moveTo>
                    <a:pt x="110490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104900" y="144018"/>
                  </a:lnTo>
                  <a:lnTo>
                    <a:pt x="1104900" y="143256"/>
                  </a:lnTo>
                  <a:close/>
                </a:path>
                <a:path w="1104900" h="214629">
                  <a:moveTo>
                    <a:pt x="110490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104900" y="140970"/>
                  </a:lnTo>
                  <a:lnTo>
                    <a:pt x="1104900" y="140208"/>
                  </a:lnTo>
                  <a:close/>
                </a:path>
                <a:path w="1104900" h="214629">
                  <a:moveTo>
                    <a:pt x="110490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104900" y="137922"/>
                  </a:lnTo>
                  <a:lnTo>
                    <a:pt x="1104900" y="137160"/>
                  </a:lnTo>
                  <a:close/>
                </a:path>
                <a:path w="1104900" h="214629">
                  <a:moveTo>
                    <a:pt x="110490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104900" y="134874"/>
                  </a:lnTo>
                  <a:lnTo>
                    <a:pt x="1104900" y="134112"/>
                  </a:lnTo>
                  <a:close/>
                </a:path>
                <a:path w="1104900" h="214629">
                  <a:moveTo>
                    <a:pt x="110490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104900" y="131826"/>
                  </a:lnTo>
                  <a:lnTo>
                    <a:pt x="1104900" y="131064"/>
                  </a:lnTo>
                  <a:close/>
                </a:path>
                <a:path w="1104900" h="214629">
                  <a:moveTo>
                    <a:pt x="110490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104900" y="128778"/>
                  </a:lnTo>
                  <a:lnTo>
                    <a:pt x="1104900" y="128016"/>
                  </a:lnTo>
                  <a:close/>
                </a:path>
                <a:path w="1104900" h="214629">
                  <a:moveTo>
                    <a:pt x="110490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104900" y="125730"/>
                  </a:lnTo>
                  <a:lnTo>
                    <a:pt x="1104900" y="124968"/>
                  </a:lnTo>
                  <a:close/>
                </a:path>
                <a:path w="1104900" h="214629">
                  <a:moveTo>
                    <a:pt x="110490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104900" y="122682"/>
                  </a:lnTo>
                  <a:lnTo>
                    <a:pt x="1104900" y="121920"/>
                  </a:lnTo>
                  <a:close/>
                </a:path>
                <a:path w="1104900" h="214629">
                  <a:moveTo>
                    <a:pt x="110490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104900" y="119634"/>
                  </a:lnTo>
                  <a:lnTo>
                    <a:pt x="1104900" y="118872"/>
                  </a:lnTo>
                  <a:close/>
                </a:path>
                <a:path w="1104900" h="214629">
                  <a:moveTo>
                    <a:pt x="110490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104900" y="116586"/>
                  </a:lnTo>
                  <a:lnTo>
                    <a:pt x="1104900" y="115824"/>
                  </a:lnTo>
                  <a:close/>
                </a:path>
                <a:path w="1104900" h="214629">
                  <a:moveTo>
                    <a:pt x="110490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104900" y="113538"/>
                  </a:lnTo>
                  <a:lnTo>
                    <a:pt x="1104900" y="112776"/>
                  </a:lnTo>
                  <a:close/>
                </a:path>
                <a:path w="1104900" h="214629">
                  <a:moveTo>
                    <a:pt x="110490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104900" y="110490"/>
                  </a:lnTo>
                  <a:lnTo>
                    <a:pt x="1104900" y="109728"/>
                  </a:lnTo>
                  <a:close/>
                </a:path>
                <a:path w="1104900" h="214629">
                  <a:moveTo>
                    <a:pt x="110490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104900" y="107442"/>
                  </a:lnTo>
                  <a:lnTo>
                    <a:pt x="1104900" y="106680"/>
                  </a:lnTo>
                  <a:close/>
                </a:path>
                <a:path w="1104900" h="214629">
                  <a:moveTo>
                    <a:pt x="110490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104900" y="104394"/>
                  </a:lnTo>
                  <a:lnTo>
                    <a:pt x="1104900" y="103632"/>
                  </a:lnTo>
                  <a:close/>
                </a:path>
                <a:path w="1104900" h="214629">
                  <a:moveTo>
                    <a:pt x="110490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104900" y="101346"/>
                  </a:lnTo>
                  <a:lnTo>
                    <a:pt x="1104900" y="100584"/>
                  </a:lnTo>
                  <a:close/>
                </a:path>
                <a:path w="1104900" h="214629">
                  <a:moveTo>
                    <a:pt x="110490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104900" y="98298"/>
                  </a:lnTo>
                  <a:lnTo>
                    <a:pt x="1104900" y="97536"/>
                  </a:lnTo>
                  <a:close/>
                </a:path>
                <a:path w="1104900" h="214629">
                  <a:moveTo>
                    <a:pt x="110490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104900" y="95250"/>
                  </a:lnTo>
                  <a:lnTo>
                    <a:pt x="1104900" y="94488"/>
                  </a:lnTo>
                  <a:close/>
                </a:path>
                <a:path w="1104900" h="214629">
                  <a:moveTo>
                    <a:pt x="110490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104900" y="92202"/>
                  </a:lnTo>
                  <a:lnTo>
                    <a:pt x="1104900" y="91440"/>
                  </a:lnTo>
                  <a:close/>
                </a:path>
                <a:path w="1104900" h="214629">
                  <a:moveTo>
                    <a:pt x="110490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104900" y="89154"/>
                  </a:lnTo>
                  <a:lnTo>
                    <a:pt x="1104900" y="88392"/>
                  </a:lnTo>
                  <a:close/>
                </a:path>
                <a:path w="1104900" h="214629">
                  <a:moveTo>
                    <a:pt x="110490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104900" y="86106"/>
                  </a:lnTo>
                  <a:lnTo>
                    <a:pt x="1104900" y="85344"/>
                  </a:lnTo>
                  <a:close/>
                </a:path>
                <a:path w="1104900" h="214629">
                  <a:moveTo>
                    <a:pt x="110490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104900" y="83058"/>
                  </a:lnTo>
                  <a:lnTo>
                    <a:pt x="1104900" y="82296"/>
                  </a:lnTo>
                  <a:close/>
                </a:path>
                <a:path w="1104900" h="214629">
                  <a:moveTo>
                    <a:pt x="110490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104900" y="80010"/>
                  </a:lnTo>
                  <a:lnTo>
                    <a:pt x="1104900" y="79248"/>
                  </a:lnTo>
                  <a:close/>
                </a:path>
                <a:path w="1104900" h="214629">
                  <a:moveTo>
                    <a:pt x="110490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104900" y="76962"/>
                  </a:lnTo>
                  <a:lnTo>
                    <a:pt x="1104900" y="76200"/>
                  </a:lnTo>
                  <a:close/>
                </a:path>
                <a:path w="1104900" h="214629">
                  <a:moveTo>
                    <a:pt x="110490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104900" y="73914"/>
                  </a:lnTo>
                  <a:lnTo>
                    <a:pt x="1104900" y="73152"/>
                  </a:lnTo>
                  <a:close/>
                </a:path>
                <a:path w="1104900" h="214629">
                  <a:moveTo>
                    <a:pt x="110490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104900" y="70866"/>
                  </a:lnTo>
                  <a:lnTo>
                    <a:pt x="1104900" y="70104"/>
                  </a:lnTo>
                  <a:close/>
                </a:path>
                <a:path w="1104900" h="214629">
                  <a:moveTo>
                    <a:pt x="110490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104900" y="67818"/>
                  </a:lnTo>
                  <a:lnTo>
                    <a:pt x="1104900" y="67056"/>
                  </a:lnTo>
                  <a:close/>
                </a:path>
                <a:path w="1104900" h="214629">
                  <a:moveTo>
                    <a:pt x="110490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104900" y="64770"/>
                  </a:lnTo>
                  <a:lnTo>
                    <a:pt x="1104900" y="64008"/>
                  </a:lnTo>
                  <a:close/>
                </a:path>
                <a:path w="1104900" h="214629">
                  <a:moveTo>
                    <a:pt x="110490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104900" y="61722"/>
                  </a:lnTo>
                  <a:lnTo>
                    <a:pt x="1104900" y="60960"/>
                  </a:lnTo>
                  <a:close/>
                </a:path>
                <a:path w="1104900" h="214629">
                  <a:moveTo>
                    <a:pt x="110490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104900" y="58674"/>
                  </a:lnTo>
                  <a:lnTo>
                    <a:pt x="1104900" y="57912"/>
                  </a:lnTo>
                  <a:close/>
                </a:path>
                <a:path w="1104900" h="214629">
                  <a:moveTo>
                    <a:pt x="110490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104900" y="55626"/>
                  </a:lnTo>
                  <a:lnTo>
                    <a:pt x="1104900" y="54864"/>
                  </a:lnTo>
                  <a:close/>
                </a:path>
                <a:path w="1104900" h="214629">
                  <a:moveTo>
                    <a:pt x="110490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104900" y="52578"/>
                  </a:lnTo>
                  <a:lnTo>
                    <a:pt x="1104900" y="51816"/>
                  </a:lnTo>
                  <a:close/>
                </a:path>
                <a:path w="1104900" h="214629">
                  <a:moveTo>
                    <a:pt x="110490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104900" y="49530"/>
                  </a:lnTo>
                  <a:lnTo>
                    <a:pt x="1104900" y="48768"/>
                  </a:lnTo>
                  <a:close/>
                </a:path>
                <a:path w="1104900" h="214629">
                  <a:moveTo>
                    <a:pt x="110490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104900" y="46482"/>
                  </a:lnTo>
                  <a:lnTo>
                    <a:pt x="1104900" y="45720"/>
                  </a:lnTo>
                  <a:close/>
                </a:path>
                <a:path w="1104900" h="214629">
                  <a:moveTo>
                    <a:pt x="110490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104900" y="43434"/>
                  </a:lnTo>
                  <a:lnTo>
                    <a:pt x="1104900" y="42672"/>
                  </a:lnTo>
                  <a:close/>
                </a:path>
                <a:path w="1104900" h="214629">
                  <a:moveTo>
                    <a:pt x="110490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104900" y="40386"/>
                  </a:lnTo>
                  <a:lnTo>
                    <a:pt x="1104900" y="39624"/>
                  </a:lnTo>
                  <a:close/>
                </a:path>
                <a:path w="1104900" h="214629">
                  <a:moveTo>
                    <a:pt x="110490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104900" y="37338"/>
                  </a:lnTo>
                  <a:lnTo>
                    <a:pt x="1104900" y="36576"/>
                  </a:lnTo>
                  <a:close/>
                </a:path>
                <a:path w="1104900" h="214629">
                  <a:moveTo>
                    <a:pt x="110490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104900" y="34290"/>
                  </a:lnTo>
                  <a:lnTo>
                    <a:pt x="1104900" y="33528"/>
                  </a:lnTo>
                  <a:close/>
                </a:path>
                <a:path w="1104900" h="214629">
                  <a:moveTo>
                    <a:pt x="110490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104900" y="31242"/>
                  </a:lnTo>
                  <a:lnTo>
                    <a:pt x="1104900" y="30480"/>
                  </a:lnTo>
                  <a:close/>
                </a:path>
                <a:path w="1104900" h="214629">
                  <a:moveTo>
                    <a:pt x="110490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104900" y="28194"/>
                  </a:lnTo>
                  <a:lnTo>
                    <a:pt x="1104900" y="27432"/>
                  </a:lnTo>
                  <a:close/>
                </a:path>
                <a:path w="1104900" h="214629">
                  <a:moveTo>
                    <a:pt x="110490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104900" y="25146"/>
                  </a:lnTo>
                  <a:lnTo>
                    <a:pt x="1104900" y="24384"/>
                  </a:lnTo>
                  <a:close/>
                </a:path>
                <a:path w="1104900" h="214629">
                  <a:moveTo>
                    <a:pt x="110490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104900" y="22098"/>
                  </a:lnTo>
                  <a:lnTo>
                    <a:pt x="1104900" y="21336"/>
                  </a:lnTo>
                  <a:close/>
                </a:path>
                <a:path w="1104900" h="214629">
                  <a:moveTo>
                    <a:pt x="110490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104900" y="19050"/>
                  </a:lnTo>
                  <a:lnTo>
                    <a:pt x="1104900" y="18288"/>
                  </a:lnTo>
                  <a:close/>
                </a:path>
                <a:path w="1104900" h="214629">
                  <a:moveTo>
                    <a:pt x="110490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104900" y="16002"/>
                  </a:lnTo>
                  <a:lnTo>
                    <a:pt x="1104900" y="15240"/>
                  </a:lnTo>
                  <a:close/>
                </a:path>
                <a:path w="1104900" h="214629">
                  <a:moveTo>
                    <a:pt x="110490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104900" y="12954"/>
                  </a:lnTo>
                  <a:lnTo>
                    <a:pt x="1104900" y="12192"/>
                  </a:lnTo>
                  <a:close/>
                </a:path>
                <a:path w="1104900" h="214629">
                  <a:moveTo>
                    <a:pt x="110490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104900" y="9906"/>
                  </a:lnTo>
                  <a:lnTo>
                    <a:pt x="1104900" y="9144"/>
                  </a:lnTo>
                  <a:close/>
                </a:path>
                <a:path w="1104900" h="214629">
                  <a:moveTo>
                    <a:pt x="110490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104900" y="6858"/>
                  </a:lnTo>
                  <a:lnTo>
                    <a:pt x="1104900" y="6096"/>
                  </a:lnTo>
                  <a:close/>
                </a:path>
                <a:path w="1104900" h="214629">
                  <a:moveTo>
                    <a:pt x="110490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104900" y="3810"/>
                  </a:lnTo>
                  <a:lnTo>
                    <a:pt x="1104900" y="3048"/>
                  </a:lnTo>
                  <a:close/>
                </a:path>
                <a:path w="1104900" h="214629">
                  <a:moveTo>
                    <a:pt x="110490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104900" y="762"/>
                  </a:lnTo>
                  <a:lnTo>
                    <a:pt x="11049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7776337" y="5924438"/>
              <a:ext cx="1104900" cy="28575"/>
            </a:xfrm>
            <a:custGeom>
              <a:avLst/>
              <a:gdLst/>
              <a:ahLst/>
              <a:cxnLst/>
              <a:rect l="l" t="t" r="r" b="b"/>
              <a:pathLst>
                <a:path w="1104900" h="28575">
                  <a:moveTo>
                    <a:pt x="110490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104900" y="28194"/>
                  </a:lnTo>
                  <a:lnTo>
                    <a:pt x="1104900" y="27432"/>
                  </a:lnTo>
                  <a:close/>
                </a:path>
                <a:path w="1104900" h="28575">
                  <a:moveTo>
                    <a:pt x="110490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104900" y="25146"/>
                  </a:lnTo>
                  <a:lnTo>
                    <a:pt x="1104900" y="24384"/>
                  </a:lnTo>
                  <a:close/>
                </a:path>
                <a:path w="1104900" h="28575">
                  <a:moveTo>
                    <a:pt x="110490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104900" y="22098"/>
                  </a:lnTo>
                  <a:lnTo>
                    <a:pt x="1104900" y="21336"/>
                  </a:lnTo>
                  <a:close/>
                </a:path>
                <a:path w="1104900" h="28575">
                  <a:moveTo>
                    <a:pt x="110490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104900" y="19050"/>
                  </a:lnTo>
                  <a:lnTo>
                    <a:pt x="1104900" y="18288"/>
                  </a:lnTo>
                  <a:close/>
                </a:path>
                <a:path w="1104900" h="28575">
                  <a:moveTo>
                    <a:pt x="110490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104900" y="16002"/>
                  </a:lnTo>
                  <a:lnTo>
                    <a:pt x="1104900" y="15240"/>
                  </a:lnTo>
                  <a:close/>
                </a:path>
                <a:path w="1104900" h="28575">
                  <a:moveTo>
                    <a:pt x="110490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104900" y="12954"/>
                  </a:lnTo>
                  <a:lnTo>
                    <a:pt x="1104900" y="12192"/>
                  </a:lnTo>
                  <a:close/>
                </a:path>
                <a:path w="1104900" h="28575">
                  <a:moveTo>
                    <a:pt x="110490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104900" y="9906"/>
                  </a:lnTo>
                  <a:lnTo>
                    <a:pt x="1104900" y="9144"/>
                  </a:lnTo>
                  <a:close/>
                </a:path>
                <a:path w="1104900" h="28575">
                  <a:moveTo>
                    <a:pt x="110490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104900" y="6858"/>
                  </a:lnTo>
                  <a:lnTo>
                    <a:pt x="1104900" y="6096"/>
                  </a:lnTo>
                  <a:close/>
                </a:path>
                <a:path w="1104900" h="28575">
                  <a:moveTo>
                    <a:pt x="110490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104900" y="3810"/>
                  </a:lnTo>
                  <a:lnTo>
                    <a:pt x="1104900" y="3048"/>
                  </a:lnTo>
                  <a:close/>
                </a:path>
                <a:path w="1104900" h="28575">
                  <a:moveTo>
                    <a:pt x="110490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104900" y="762"/>
                  </a:lnTo>
                  <a:lnTo>
                    <a:pt x="11049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8675007" y="6439792"/>
            <a:ext cx="307340" cy="330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000" b="1" spc="-10" dirty="0">
                <a:solidFill>
                  <a:srgbClr val="0068B4"/>
                </a:solidFill>
                <a:latin typeface="Arial"/>
                <a:cs typeface="Arial"/>
              </a:rPr>
              <a:t>68</a:t>
            </a:r>
            <a:endParaRPr sz="2000">
              <a:latin typeface="Arial"/>
              <a:cs typeface="Arial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2924955" y="240922"/>
            <a:ext cx="479679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Основное</a:t>
            </a:r>
            <a:r>
              <a:rPr spc="-10" dirty="0"/>
              <a:t> </a:t>
            </a:r>
            <a:r>
              <a:rPr spc="-5" dirty="0"/>
              <a:t>оборудование</a:t>
            </a:r>
            <a:r>
              <a:rPr spc="-10" dirty="0"/>
              <a:t> </a:t>
            </a:r>
            <a:r>
              <a:rPr spc="-5" dirty="0"/>
              <a:t>РУ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616858" y="991492"/>
            <a:ext cx="20008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dirty="0">
                <a:solidFill>
                  <a:srgbClr val="FF0000"/>
                </a:solidFill>
                <a:latin typeface="Calibri"/>
                <a:cs typeface="Calibri"/>
              </a:rPr>
              <a:t>Парогенератор</a:t>
            </a:r>
            <a:endParaRPr sz="24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07514" y="1431928"/>
            <a:ext cx="8338184" cy="5406390"/>
          </a:xfrm>
          <a:prstGeom prst="rect">
            <a:avLst/>
          </a:prstGeom>
        </p:spPr>
        <p:txBody>
          <a:bodyPr vert="horz" wrap="square" lIns="0" tIns="94615" rIns="0" bIns="0" rtlCol="0">
            <a:spAutoFit/>
          </a:bodyPr>
          <a:lstStyle/>
          <a:p>
            <a:pPr marL="298450" indent="-286385">
              <a:lnSpc>
                <a:spcPct val="100000"/>
              </a:lnSpc>
              <a:spcBef>
                <a:spcPts val="745"/>
              </a:spcBef>
              <a:buFont typeface="Microsoft Sans Serif"/>
              <a:buChar char="•"/>
              <a:tabLst>
                <a:tab pos="297815" algn="l"/>
                <a:tab pos="299085" algn="l"/>
              </a:tabLst>
            </a:pPr>
            <a:r>
              <a:rPr sz="1800" spc="5" dirty="0">
                <a:solidFill>
                  <a:srgbClr val="002060"/>
                </a:solidFill>
                <a:latin typeface="Trebuchet MS"/>
                <a:cs typeface="Trebuchet MS"/>
              </a:rPr>
              <a:t>увеличен</a:t>
            </a:r>
            <a:r>
              <a:rPr sz="1800" spc="-13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30" dirty="0">
                <a:solidFill>
                  <a:srgbClr val="002060"/>
                </a:solidFill>
                <a:latin typeface="Trebuchet MS"/>
                <a:cs typeface="Trebuchet MS"/>
              </a:rPr>
              <a:t>запас</a:t>
            </a:r>
            <a:r>
              <a:rPr sz="1800" spc="-13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20" dirty="0">
                <a:solidFill>
                  <a:srgbClr val="002060"/>
                </a:solidFill>
                <a:latin typeface="Trebuchet MS"/>
                <a:cs typeface="Trebuchet MS"/>
              </a:rPr>
              <a:t>в</a:t>
            </a:r>
            <a:r>
              <a:rPr sz="1800" spc="30" dirty="0">
                <a:solidFill>
                  <a:srgbClr val="002060"/>
                </a:solidFill>
                <a:latin typeface="Trebuchet MS"/>
                <a:cs typeface="Trebuchet MS"/>
              </a:rPr>
              <a:t>оды</a:t>
            </a:r>
            <a:r>
              <a:rPr sz="1800" spc="-13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-15" dirty="0">
                <a:solidFill>
                  <a:srgbClr val="002060"/>
                </a:solidFill>
                <a:latin typeface="Trebuchet MS"/>
                <a:cs typeface="Trebuchet MS"/>
              </a:rPr>
              <a:t>п</a:t>
            </a:r>
            <a:r>
              <a:rPr sz="1800" spc="30" dirty="0">
                <a:solidFill>
                  <a:srgbClr val="002060"/>
                </a:solidFill>
                <a:latin typeface="Trebuchet MS"/>
                <a:cs typeface="Trebuchet MS"/>
              </a:rPr>
              <a:t>о</a:t>
            </a:r>
            <a:r>
              <a:rPr sz="1800" spc="-13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25" dirty="0">
                <a:solidFill>
                  <a:srgbClr val="002060"/>
                </a:solidFill>
                <a:latin typeface="Trebuchet MS"/>
                <a:cs typeface="Trebuchet MS"/>
              </a:rPr>
              <a:t>в</a:t>
            </a:r>
            <a:r>
              <a:rPr sz="1800" spc="15" dirty="0">
                <a:solidFill>
                  <a:srgbClr val="002060"/>
                </a:solidFill>
                <a:latin typeface="Trebuchet MS"/>
                <a:cs typeface="Trebuchet MS"/>
              </a:rPr>
              <a:t>торому</a:t>
            </a:r>
            <a:r>
              <a:rPr sz="1800" spc="-13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-150" dirty="0">
                <a:solidFill>
                  <a:srgbClr val="002060"/>
                </a:solidFill>
                <a:latin typeface="Trebuchet MS"/>
                <a:cs typeface="Trebuchet MS"/>
              </a:rPr>
              <a:t>к</a:t>
            </a:r>
            <a:r>
              <a:rPr sz="1800" spc="5" dirty="0">
                <a:solidFill>
                  <a:srgbClr val="002060"/>
                </a:solidFill>
                <a:latin typeface="Trebuchet MS"/>
                <a:cs typeface="Trebuchet MS"/>
              </a:rPr>
              <a:t>онтуру</a:t>
            </a:r>
            <a:r>
              <a:rPr sz="1800" spc="-13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5" dirty="0">
                <a:solidFill>
                  <a:srgbClr val="002060"/>
                </a:solidFill>
                <a:latin typeface="Trebuchet MS"/>
                <a:cs typeface="Trebuchet MS"/>
              </a:rPr>
              <a:t>с</a:t>
            </a:r>
            <a:r>
              <a:rPr sz="1800" spc="-13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-5" dirty="0">
                <a:solidFill>
                  <a:srgbClr val="002060"/>
                </a:solidFill>
                <a:latin typeface="Calibri"/>
                <a:cs typeface="Calibri"/>
              </a:rPr>
              <a:t>5</a:t>
            </a:r>
            <a:r>
              <a:rPr sz="1800" dirty="0">
                <a:solidFill>
                  <a:srgbClr val="002060"/>
                </a:solidFill>
                <a:latin typeface="Calibri"/>
                <a:cs typeface="Calibri"/>
              </a:rPr>
              <a:t>2 </a:t>
            </a:r>
            <a:r>
              <a:rPr sz="1800" spc="20" dirty="0">
                <a:solidFill>
                  <a:srgbClr val="002060"/>
                </a:solidFill>
                <a:latin typeface="Trebuchet MS"/>
                <a:cs typeface="Trebuchet MS"/>
              </a:rPr>
              <a:t>до</a:t>
            </a:r>
            <a:r>
              <a:rPr sz="1800" spc="-13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-5" dirty="0">
                <a:solidFill>
                  <a:srgbClr val="002060"/>
                </a:solidFill>
                <a:latin typeface="Calibri"/>
                <a:cs typeface="Calibri"/>
              </a:rPr>
              <a:t>6</a:t>
            </a:r>
            <a:r>
              <a:rPr sz="1800" dirty="0">
                <a:solidFill>
                  <a:srgbClr val="002060"/>
                </a:solidFill>
                <a:latin typeface="Calibri"/>
                <a:cs typeface="Calibri"/>
              </a:rPr>
              <a:t>3</a:t>
            </a:r>
            <a:r>
              <a:rPr sz="1800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800" spc="5" dirty="0">
                <a:solidFill>
                  <a:srgbClr val="002060"/>
                </a:solidFill>
                <a:latin typeface="Trebuchet MS"/>
                <a:cs typeface="Trebuchet MS"/>
              </a:rPr>
              <a:t>т</a:t>
            </a:r>
            <a:r>
              <a:rPr sz="1800" dirty="0">
                <a:solidFill>
                  <a:srgbClr val="002060"/>
                </a:solidFill>
                <a:latin typeface="Calibri"/>
                <a:cs typeface="Calibri"/>
              </a:rPr>
              <a:t>;</a:t>
            </a:r>
            <a:endParaRPr sz="1800">
              <a:latin typeface="Calibri"/>
              <a:cs typeface="Calibri"/>
            </a:endParaRPr>
          </a:p>
          <a:p>
            <a:pPr marL="298450" marR="318770" indent="-285750">
              <a:lnSpc>
                <a:spcPct val="110000"/>
              </a:lnSpc>
              <a:spcBef>
                <a:spcPts val="434"/>
              </a:spcBef>
              <a:buClr>
                <a:srgbClr val="002060"/>
              </a:buClr>
              <a:buFont typeface="Microsoft Sans Serif"/>
              <a:buChar char="•"/>
              <a:tabLst>
                <a:tab pos="349885" algn="l"/>
                <a:tab pos="350520" algn="l"/>
              </a:tabLst>
            </a:pPr>
            <a:r>
              <a:rPr dirty="0"/>
              <a:t>	</a:t>
            </a:r>
            <a:r>
              <a:rPr sz="1800" spc="5" dirty="0">
                <a:solidFill>
                  <a:srgbClr val="002060"/>
                </a:solidFill>
                <a:latin typeface="Trebuchet MS"/>
                <a:cs typeface="Trebuchet MS"/>
              </a:rPr>
              <a:t>применена</a:t>
            </a:r>
            <a:r>
              <a:rPr sz="1800" spc="-13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dirty="0">
                <a:solidFill>
                  <a:srgbClr val="002060"/>
                </a:solidFill>
                <a:latin typeface="Trebuchet MS"/>
                <a:cs typeface="Trebuchet MS"/>
              </a:rPr>
              <a:t>разреженная</a:t>
            </a:r>
            <a:r>
              <a:rPr sz="1800" spc="-13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-5" dirty="0">
                <a:solidFill>
                  <a:srgbClr val="002060"/>
                </a:solidFill>
                <a:latin typeface="Trebuchet MS"/>
                <a:cs typeface="Trebuchet MS"/>
              </a:rPr>
              <a:t>коридорная</a:t>
            </a:r>
            <a:r>
              <a:rPr sz="1800" spc="-13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-10" dirty="0">
                <a:solidFill>
                  <a:srgbClr val="002060"/>
                </a:solidFill>
                <a:latin typeface="Trebuchet MS"/>
                <a:cs typeface="Trebuchet MS"/>
              </a:rPr>
              <a:t>компоновка</a:t>
            </a:r>
            <a:r>
              <a:rPr sz="1800" spc="-12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10" dirty="0">
                <a:solidFill>
                  <a:srgbClr val="002060"/>
                </a:solidFill>
                <a:latin typeface="Trebuchet MS"/>
                <a:cs typeface="Trebuchet MS"/>
              </a:rPr>
              <a:t>труб</a:t>
            </a:r>
            <a:r>
              <a:rPr sz="1800" spc="-13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25" dirty="0">
                <a:solidFill>
                  <a:srgbClr val="002060"/>
                </a:solidFill>
                <a:latin typeface="Trebuchet MS"/>
                <a:cs typeface="Trebuchet MS"/>
              </a:rPr>
              <a:t>в</a:t>
            </a:r>
            <a:r>
              <a:rPr sz="1800" spc="-13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10" dirty="0">
                <a:solidFill>
                  <a:srgbClr val="002060"/>
                </a:solidFill>
                <a:latin typeface="Trebuchet MS"/>
                <a:cs typeface="Trebuchet MS"/>
              </a:rPr>
              <a:t>теплообменном </a:t>
            </a:r>
            <a:r>
              <a:rPr sz="1800" spc="-53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-30" dirty="0">
                <a:solidFill>
                  <a:srgbClr val="002060"/>
                </a:solidFill>
                <a:latin typeface="Trebuchet MS"/>
                <a:cs typeface="Trebuchet MS"/>
              </a:rPr>
              <a:t>пучке</a:t>
            </a:r>
            <a:r>
              <a:rPr sz="1800" spc="-30" dirty="0">
                <a:solidFill>
                  <a:srgbClr val="002060"/>
                </a:solidFill>
                <a:latin typeface="Calibri"/>
                <a:cs typeface="Calibri"/>
              </a:rPr>
              <a:t>;</a:t>
            </a:r>
            <a:endParaRPr sz="1800">
              <a:latin typeface="Calibri"/>
              <a:cs typeface="Calibri"/>
            </a:endParaRPr>
          </a:p>
          <a:p>
            <a:pPr marL="298450" marR="1571625" indent="-285750">
              <a:lnSpc>
                <a:spcPct val="110000"/>
              </a:lnSpc>
              <a:spcBef>
                <a:spcPts val="434"/>
              </a:spcBef>
              <a:buClr>
                <a:srgbClr val="002060"/>
              </a:buClr>
              <a:buFont typeface="Microsoft Sans Serif"/>
              <a:buChar char="•"/>
              <a:tabLst>
                <a:tab pos="349885" algn="l"/>
                <a:tab pos="350520" algn="l"/>
              </a:tabLst>
            </a:pPr>
            <a:r>
              <a:rPr dirty="0"/>
              <a:t>	</a:t>
            </a:r>
            <a:r>
              <a:rPr sz="1800" spc="10" dirty="0">
                <a:solidFill>
                  <a:srgbClr val="002060"/>
                </a:solidFill>
                <a:latin typeface="Trebuchet MS"/>
                <a:cs typeface="Trebuchet MS"/>
              </a:rPr>
              <a:t>увеличена</a:t>
            </a:r>
            <a:r>
              <a:rPr sz="1800" spc="-12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dirty="0">
                <a:solidFill>
                  <a:srgbClr val="002060"/>
                </a:solidFill>
                <a:latin typeface="Trebuchet MS"/>
                <a:cs typeface="Trebuchet MS"/>
              </a:rPr>
              <a:t>интенсивность</a:t>
            </a:r>
            <a:r>
              <a:rPr sz="1800" spc="-12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-25" dirty="0">
                <a:solidFill>
                  <a:srgbClr val="002060"/>
                </a:solidFill>
                <a:latin typeface="Trebuchet MS"/>
                <a:cs typeface="Trebuchet MS"/>
              </a:rPr>
              <a:t>и</a:t>
            </a:r>
            <a:r>
              <a:rPr sz="1800" spc="-12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25" dirty="0">
                <a:solidFill>
                  <a:srgbClr val="002060"/>
                </a:solidFill>
                <a:latin typeface="Trebuchet MS"/>
                <a:cs typeface="Trebuchet MS"/>
              </a:rPr>
              <a:t>повышен</a:t>
            </a:r>
            <a:r>
              <a:rPr sz="1800" spc="-114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15" dirty="0">
                <a:solidFill>
                  <a:srgbClr val="002060"/>
                </a:solidFill>
                <a:latin typeface="Trebuchet MS"/>
                <a:cs typeface="Trebuchet MS"/>
              </a:rPr>
              <a:t>расход</a:t>
            </a:r>
            <a:r>
              <a:rPr sz="1800" spc="-12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5" dirty="0">
                <a:solidFill>
                  <a:srgbClr val="002060"/>
                </a:solidFill>
                <a:latin typeface="Trebuchet MS"/>
                <a:cs typeface="Trebuchet MS"/>
              </a:rPr>
              <a:t>непрерывной</a:t>
            </a:r>
            <a:r>
              <a:rPr sz="1800" spc="-12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-25" dirty="0">
                <a:solidFill>
                  <a:srgbClr val="002060"/>
                </a:solidFill>
                <a:latin typeface="Trebuchet MS"/>
                <a:cs typeface="Trebuchet MS"/>
              </a:rPr>
              <a:t>и </a:t>
            </a:r>
            <a:r>
              <a:rPr sz="1800" spc="-52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-10" dirty="0">
                <a:solidFill>
                  <a:srgbClr val="002060"/>
                </a:solidFill>
                <a:latin typeface="Trebuchet MS"/>
                <a:cs typeface="Trebuchet MS"/>
              </a:rPr>
              <a:t>периодической</a:t>
            </a:r>
            <a:r>
              <a:rPr sz="1800" spc="-13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-15" dirty="0">
                <a:solidFill>
                  <a:srgbClr val="002060"/>
                </a:solidFill>
                <a:latin typeface="Trebuchet MS"/>
                <a:cs typeface="Trebuchet MS"/>
              </a:rPr>
              <a:t>п</a:t>
            </a:r>
            <a:r>
              <a:rPr sz="1800" spc="-20" dirty="0">
                <a:solidFill>
                  <a:srgbClr val="002060"/>
                </a:solidFill>
                <a:latin typeface="Trebuchet MS"/>
                <a:cs typeface="Trebuchet MS"/>
              </a:rPr>
              <a:t>родувк</a:t>
            </a:r>
            <a:r>
              <a:rPr sz="1800" spc="-25" dirty="0">
                <a:solidFill>
                  <a:srgbClr val="002060"/>
                </a:solidFill>
                <a:latin typeface="Trebuchet MS"/>
                <a:cs typeface="Trebuchet MS"/>
              </a:rPr>
              <a:t>и</a:t>
            </a:r>
            <a:r>
              <a:rPr sz="1800" dirty="0">
                <a:solidFill>
                  <a:srgbClr val="002060"/>
                </a:solidFill>
                <a:latin typeface="Calibri"/>
                <a:cs typeface="Calibri"/>
              </a:rPr>
              <a:t>;</a:t>
            </a:r>
            <a:endParaRPr sz="1800">
              <a:latin typeface="Calibri"/>
              <a:cs typeface="Calibri"/>
            </a:endParaRPr>
          </a:p>
          <a:p>
            <a:pPr marL="297815" marR="5080" indent="-285750">
              <a:lnSpc>
                <a:spcPct val="110000"/>
              </a:lnSpc>
              <a:spcBef>
                <a:spcPts val="434"/>
              </a:spcBef>
              <a:buFont typeface="Microsoft Sans Serif"/>
              <a:buChar char="•"/>
              <a:tabLst>
                <a:tab pos="297815" algn="l"/>
                <a:tab pos="299085" algn="l"/>
              </a:tabLst>
            </a:pPr>
            <a:r>
              <a:rPr sz="1800" spc="20" dirty="0">
                <a:solidFill>
                  <a:srgbClr val="002060"/>
                </a:solidFill>
                <a:latin typeface="Trebuchet MS"/>
                <a:cs typeface="Trebuchet MS"/>
              </a:rPr>
              <a:t>введены</a:t>
            </a:r>
            <a:r>
              <a:rPr sz="1800" spc="-13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20" dirty="0">
                <a:solidFill>
                  <a:srgbClr val="002060"/>
                </a:solidFill>
                <a:latin typeface="Trebuchet MS"/>
                <a:cs typeface="Trebuchet MS"/>
              </a:rPr>
              <a:t>смывные</a:t>
            </a:r>
            <a:r>
              <a:rPr sz="1800" spc="-12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10" dirty="0">
                <a:solidFill>
                  <a:srgbClr val="002060"/>
                </a:solidFill>
                <a:latin typeface="Trebuchet MS"/>
                <a:cs typeface="Trebuchet MS"/>
              </a:rPr>
              <a:t>устройства</a:t>
            </a:r>
            <a:r>
              <a:rPr sz="1800" spc="-114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20" dirty="0">
                <a:solidFill>
                  <a:srgbClr val="002060"/>
                </a:solidFill>
                <a:latin typeface="Calibri"/>
                <a:cs typeface="Calibri"/>
              </a:rPr>
              <a:t>(</a:t>
            </a:r>
            <a:r>
              <a:rPr sz="1800" spc="20" dirty="0">
                <a:solidFill>
                  <a:srgbClr val="002060"/>
                </a:solidFill>
                <a:latin typeface="Trebuchet MS"/>
                <a:cs typeface="Trebuchet MS"/>
              </a:rPr>
              <a:t>разъемные</a:t>
            </a:r>
            <a:r>
              <a:rPr sz="1800" spc="-13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30" dirty="0">
                <a:solidFill>
                  <a:srgbClr val="002060"/>
                </a:solidFill>
                <a:latin typeface="Trebuchet MS"/>
                <a:cs typeface="Trebuchet MS"/>
              </a:rPr>
              <a:t>штуцера</a:t>
            </a:r>
            <a:r>
              <a:rPr sz="1800" spc="-13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30" dirty="0">
                <a:solidFill>
                  <a:srgbClr val="002060"/>
                </a:solidFill>
                <a:latin typeface="Trebuchet MS"/>
                <a:cs typeface="Trebuchet MS"/>
              </a:rPr>
              <a:t>на</a:t>
            </a:r>
            <a:r>
              <a:rPr sz="1800" spc="-12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-30" dirty="0">
                <a:solidFill>
                  <a:srgbClr val="002060"/>
                </a:solidFill>
                <a:latin typeface="Trebuchet MS"/>
                <a:cs typeface="Trebuchet MS"/>
              </a:rPr>
              <a:t>нижней</a:t>
            </a:r>
            <a:r>
              <a:rPr sz="1800" spc="-13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25" dirty="0">
                <a:solidFill>
                  <a:srgbClr val="002060"/>
                </a:solidFill>
                <a:latin typeface="Trebuchet MS"/>
                <a:cs typeface="Trebuchet MS"/>
              </a:rPr>
              <a:t>образующей </a:t>
            </a:r>
            <a:r>
              <a:rPr sz="1800" spc="-52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-5" dirty="0">
                <a:solidFill>
                  <a:srgbClr val="002060"/>
                </a:solidFill>
                <a:latin typeface="Trebuchet MS"/>
                <a:cs typeface="Trebuchet MS"/>
              </a:rPr>
              <a:t>корпуса </a:t>
            </a:r>
            <a:r>
              <a:rPr sz="1800" spc="-25" dirty="0">
                <a:solidFill>
                  <a:srgbClr val="002060"/>
                </a:solidFill>
                <a:latin typeface="Trebuchet MS"/>
                <a:cs typeface="Trebuchet MS"/>
              </a:rPr>
              <a:t>и </a:t>
            </a:r>
            <a:r>
              <a:rPr sz="1800" spc="5" dirty="0">
                <a:solidFill>
                  <a:srgbClr val="002060"/>
                </a:solidFill>
                <a:latin typeface="Trebuchet MS"/>
                <a:cs typeface="Trebuchet MS"/>
              </a:rPr>
              <a:t>переходных кольцах </a:t>
            </a:r>
            <a:r>
              <a:rPr sz="1800" spc="-5" dirty="0">
                <a:solidFill>
                  <a:srgbClr val="002060"/>
                </a:solidFill>
                <a:latin typeface="Trebuchet MS"/>
                <a:cs typeface="Trebuchet MS"/>
              </a:rPr>
              <a:t>коллекторов </a:t>
            </a:r>
            <a:r>
              <a:rPr sz="1800" spc="10" dirty="0">
                <a:solidFill>
                  <a:srgbClr val="002060"/>
                </a:solidFill>
                <a:latin typeface="Trebuchet MS"/>
                <a:cs typeface="Trebuchet MS"/>
              </a:rPr>
              <a:t>теплоносителя</a:t>
            </a:r>
            <a:r>
              <a:rPr sz="1800" spc="10" dirty="0">
                <a:solidFill>
                  <a:srgbClr val="002060"/>
                </a:solidFill>
                <a:latin typeface="Calibri"/>
                <a:cs typeface="Calibri"/>
              </a:rPr>
              <a:t>) </a:t>
            </a:r>
            <a:r>
              <a:rPr sz="1800" spc="25" dirty="0">
                <a:solidFill>
                  <a:srgbClr val="002060"/>
                </a:solidFill>
                <a:latin typeface="Trebuchet MS"/>
                <a:cs typeface="Trebuchet MS"/>
              </a:rPr>
              <a:t>для </a:t>
            </a:r>
            <a:r>
              <a:rPr sz="1800" spc="15" dirty="0">
                <a:solidFill>
                  <a:srgbClr val="002060"/>
                </a:solidFill>
                <a:latin typeface="Trebuchet MS"/>
                <a:cs typeface="Trebuchet MS"/>
              </a:rPr>
              <a:t>удаления </a:t>
            </a:r>
            <a:r>
              <a:rPr sz="1800" spc="-53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55" dirty="0">
                <a:solidFill>
                  <a:srgbClr val="002060"/>
                </a:solidFill>
                <a:latin typeface="Trebuchet MS"/>
                <a:cs typeface="Trebuchet MS"/>
              </a:rPr>
              <a:t>шлама</a:t>
            </a:r>
            <a:r>
              <a:rPr sz="1800" spc="-13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5" dirty="0">
                <a:solidFill>
                  <a:srgbClr val="002060"/>
                </a:solidFill>
                <a:latin typeface="Trebuchet MS"/>
                <a:cs typeface="Trebuchet MS"/>
              </a:rPr>
              <a:t>с</a:t>
            </a:r>
            <a:r>
              <a:rPr sz="1800" spc="-13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-35" dirty="0">
                <a:solidFill>
                  <a:srgbClr val="002060"/>
                </a:solidFill>
                <a:latin typeface="Trebuchet MS"/>
                <a:cs typeface="Trebuchet MS"/>
              </a:rPr>
              <a:t>нижних</a:t>
            </a:r>
            <a:r>
              <a:rPr sz="1800" spc="-13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-5" dirty="0">
                <a:solidFill>
                  <a:srgbClr val="002060"/>
                </a:solidFill>
                <a:latin typeface="Trebuchet MS"/>
                <a:cs typeface="Trebuchet MS"/>
              </a:rPr>
              <a:t>р</a:t>
            </a:r>
            <a:r>
              <a:rPr sz="1800" spc="25" dirty="0">
                <a:solidFill>
                  <a:srgbClr val="002060"/>
                </a:solidFill>
                <a:latin typeface="Trebuchet MS"/>
                <a:cs typeface="Trebuchet MS"/>
              </a:rPr>
              <a:t>ядов</a:t>
            </a:r>
            <a:r>
              <a:rPr sz="1800" spc="-13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15" dirty="0">
                <a:solidFill>
                  <a:srgbClr val="002060"/>
                </a:solidFill>
                <a:latin typeface="Trebuchet MS"/>
                <a:cs typeface="Trebuchet MS"/>
              </a:rPr>
              <a:t>теплообменных</a:t>
            </a:r>
            <a:r>
              <a:rPr sz="1800" spc="-13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dirty="0">
                <a:solidFill>
                  <a:srgbClr val="002060"/>
                </a:solidFill>
                <a:latin typeface="Trebuchet MS"/>
                <a:cs typeface="Trebuchet MS"/>
              </a:rPr>
              <a:t>т</a:t>
            </a:r>
            <a:r>
              <a:rPr sz="1800" spc="10" dirty="0">
                <a:solidFill>
                  <a:srgbClr val="002060"/>
                </a:solidFill>
                <a:latin typeface="Trebuchet MS"/>
                <a:cs typeface="Trebuchet MS"/>
              </a:rPr>
              <a:t>руб</a:t>
            </a:r>
            <a:r>
              <a:rPr sz="1800" spc="-14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-25" dirty="0">
                <a:solidFill>
                  <a:srgbClr val="002060"/>
                </a:solidFill>
                <a:latin typeface="Trebuchet MS"/>
                <a:cs typeface="Trebuchet MS"/>
              </a:rPr>
              <a:t>и</a:t>
            </a:r>
            <a:r>
              <a:rPr sz="1800" spc="-13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-5" dirty="0">
                <a:solidFill>
                  <a:srgbClr val="002060"/>
                </a:solidFill>
                <a:latin typeface="Trebuchet MS"/>
                <a:cs typeface="Trebuchet MS"/>
              </a:rPr>
              <a:t>корпуса</a:t>
            </a:r>
            <a:r>
              <a:rPr sz="1800" spc="-13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90" dirty="0">
                <a:solidFill>
                  <a:srgbClr val="002060"/>
                </a:solidFill>
                <a:latin typeface="Trebuchet MS"/>
                <a:cs typeface="Trebuchet MS"/>
              </a:rPr>
              <a:t>ПГ</a:t>
            </a:r>
            <a:r>
              <a:rPr sz="1800" spc="-13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25" dirty="0">
                <a:solidFill>
                  <a:srgbClr val="002060"/>
                </a:solidFill>
                <a:latin typeface="Trebuchet MS"/>
                <a:cs typeface="Trebuchet MS"/>
              </a:rPr>
              <a:t>в</a:t>
            </a:r>
            <a:r>
              <a:rPr sz="1800" spc="-12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-15" dirty="0">
                <a:solidFill>
                  <a:srgbClr val="002060"/>
                </a:solidFill>
                <a:latin typeface="Trebuchet MS"/>
                <a:cs typeface="Trebuchet MS"/>
              </a:rPr>
              <a:t>п</a:t>
            </a:r>
            <a:r>
              <a:rPr sz="1800" spc="5" dirty="0">
                <a:solidFill>
                  <a:srgbClr val="002060"/>
                </a:solidFill>
                <a:latin typeface="Trebuchet MS"/>
                <a:cs typeface="Trebuchet MS"/>
              </a:rPr>
              <a:t>ериод</a:t>
            </a:r>
            <a:r>
              <a:rPr sz="1800" spc="-14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170" dirty="0">
                <a:solidFill>
                  <a:srgbClr val="002060"/>
                </a:solidFill>
                <a:latin typeface="Trebuchet MS"/>
                <a:cs typeface="Trebuchet MS"/>
              </a:rPr>
              <a:t>ПП</a:t>
            </a:r>
            <a:r>
              <a:rPr sz="1800" spc="130" dirty="0">
                <a:solidFill>
                  <a:srgbClr val="002060"/>
                </a:solidFill>
                <a:latin typeface="Trebuchet MS"/>
                <a:cs typeface="Trebuchet MS"/>
              </a:rPr>
              <a:t>Р</a:t>
            </a:r>
            <a:r>
              <a:rPr sz="1800" dirty="0">
                <a:solidFill>
                  <a:srgbClr val="002060"/>
                </a:solidFill>
                <a:latin typeface="Calibri"/>
                <a:cs typeface="Calibri"/>
              </a:rPr>
              <a:t>;</a:t>
            </a:r>
            <a:endParaRPr sz="1800">
              <a:latin typeface="Calibri"/>
              <a:cs typeface="Calibri"/>
            </a:endParaRPr>
          </a:p>
          <a:p>
            <a:pPr marL="298450" indent="-285750">
              <a:lnSpc>
                <a:spcPct val="100000"/>
              </a:lnSpc>
              <a:spcBef>
                <a:spcPts val="650"/>
              </a:spcBef>
              <a:buFont typeface="Microsoft Sans Serif"/>
              <a:buChar char="•"/>
              <a:tabLst>
                <a:tab pos="297815" algn="l"/>
                <a:tab pos="298450" algn="l"/>
              </a:tabLst>
            </a:pPr>
            <a:r>
              <a:rPr sz="1800" spc="5" dirty="0">
                <a:solidFill>
                  <a:srgbClr val="002060"/>
                </a:solidFill>
                <a:latin typeface="Trebuchet MS"/>
                <a:cs typeface="Trebuchet MS"/>
              </a:rPr>
              <a:t>увеличена</a:t>
            </a:r>
            <a:r>
              <a:rPr sz="1800" spc="-13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-5" dirty="0">
                <a:solidFill>
                  <a:srgbClr val="002060"/>
                </a:solidFill>
                <a:latin typeface="Trebuchet MS"/>
                <a:cs typeface="Trebuchet MS"/>
              </a:rPr>
              <a:t>скорость</a:t>
            </a:r>
            <a:r>
              <a:rPr sz="1800" spc="-13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-15" dirty="0">
                <a:solidFill>
                  <a:srgbClr val="002060"/>
                </a:solidFill>
                <a:latin typeface="Trebuchet MS"/>
                <a:cs typeface="Trebuchet MS"/>
              </a:rPr>
              <a:t>циркуляции</a:t>
            </a:r>
            <a:r>
              <a:rPr sz="1800" spc="-13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25" dirty="0">
                <a:solidFill>
                  <a:srgbClr val="002060"/>
                </a:solidFill>
                <a:latin typeface="Trebuchet MS"/>
                <a:cs typeface="Trebuchet MS"/>
              </a:rPr>
              <a:t>в</a:t>
            </a:r>
            <a:r>
              <a:rPr sz="1800" spc="-13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5" dirty="0">
                <a:solidFill>
                  <a:srgbClr val="002060"/>
                </a:solidFill>
                <a:latin typeface="Trebuchet MS"/>
                <a:cs typeface="Trebuchet MS"/>
              </a:rPr>
              <a:t>трубном</a:t>
            </a:r>
            <a:r>
              <a:rPr sz="1800" spc="-12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-25" dirty="0">
                <a:solidFill>
                  <a:srgbClr val="002060"/>
                </a:solidFill>
                <a:latin typeface="Trebuchet MS"/>
                <a:cs typeface="Trebuchet MS"/>
              </a:rPr>
              <a:t>пучке</a:t>
            </a:r>
            <a:r>
              <a:rPr sz="1800" spc="-25" dirty="0">
                <a:solidFill>
                  <a:srgbClr val="002060"/>
                </a:solidFill>
                <a:latin typeface="Calibri"/>
                <a:cs typeface="Calibri"/>
              </a:rPr>
              <a:t>;</a:t>
            </a:r>
            <a:endParaRPr sz="1800">
              <a:latin typeface="Calibri"/>
              <a:cs typeface="Calibri"/>
            </a:endParaRPr>
          </a:p>
          <a:p>
            <a:pPr marL="298450" marR="1597660" indent="-285750">
              <a:lnSpc>
                <a:spcPct val="109700"/>
              </a:lnSpc>
              <a:spcBef>
                <a:spcPts val="445"/>
              </a:spcBef>
              <a:buFont typeface="Microsoft Sans Serif"/>
              <a:buChar char="•"/>
              <a:tabLst>
                <a:tab pos="297815" algn="l"/>
                <a:tab pos="298450" algn="l"/>
              </a:tabLst>
            </a:pPr>
            <a:r>
              <a:rPr sz="1800" spc="-15" dirty="0">
                <a:solidFill>
                  <a:srgbClr val="002060"/>
                </a:solidFill>
                <a:latin typeface="Trebuchet MS"/>
                <a:cs typeface="Trebuchet MS"/>
              </a:rPr>
              <a:t>снижена</a:t>
            </a:r>
            <a:r>
              <a:rPr sz="1800" spc="-12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dirty="0">
                <a:solidFill>
                  <a:srgbClr val="002060"/>
                </a:solidFill>
                <a:latin typeface="Trebuchet MS"/>
                <a:cs typeface="Trebuchet MS"/>
              </a:rPr>
              <a:t>возможность</a:t>
            </a:r>
            <a:r>
              <a:rPr sz="1800" spc="-12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15" dirty="0">
                <a:solidFill>
                  <a:srgbClr val="002060"/>
                </a:solidFill>
                <a:latin typeface="Trebuchet MS"/>
                <a:cs typeface="Trebuchet MS"/>
              </a:rPr>
              <a:t>забивания</a:t>
            </a:r>
            <a:r>
              <a:rPr sz="1800" spc="-12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-15" dirty="0">
                <a:solidFill>
                  <a:srgbClr val="002060"/>
                </a:solidFill>
                <a:latin typeface="Trebuchet MS"/>
                <a:cs typeface="Trebuchet MS"/>
              </a:rPr>
              <a:t>межтрубного</a:t>
            </a:r>
            <a:r>
              <a:rPr sz="1800" spc="-114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10" dirty="0">
                <a:solidFill>
                  <a:srgbClr val="002060"/>
                </a:solidFill>
                <a:latin typeface="Trebuchet MS"/>
                <a:cs typeface="Trebuchet MS"/>
              </a:rPr>
              <a:t>пространства </a:t>
            </a:r>
            <a:r>
              <a:rPr sz="1800" spc="-52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15" dirty="0">
                <a:solidFill>
                  <a:srgbClr val="002060"/>
                </a:solidFill>
                <a:latin typeface="Trebuchet MS"/>
                <a:cs typeface="Trebuchet MS"/>
              </a:rPr>
              <a:t>отслоившимся</a:t>
            </a:r>
            <a:r>
              <a:rPr sz="1800" spc="-13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40" dirty="0">
                <a:solidFill>
                  <a:srgbClr val="002060"/>
                </a:solidFill>
                <a:latin typeface="Trebuchet MS"/>
                <a:cs typeface="Trebuchet MS"/>
              </a:rPr>
              <a:t>шламом</a:t>
            </a:r>
            <a:r>
              <a:rPr sz="1800" dirty="0">
                <a:solidFill>
                  <a:srgbClr val="002060"/>
                </a:solidFill>
                <a:latin typeface="Calibri"/>
                <a:cs typeface="Calibri"/>
              </a:rPr>
              <a:t>;</a:t>
            </a:r>
            <a:endParaRPr sz="1800">
              <a:latin typeface="Calibri"/>
              <a:cs typeface="Calibri"/>
            </a:endParaRPr>
          </a:p>
          <a:p>
            <a:pPr marL="298450" indent="-285750">
              <a:lnSpc>
                <a:spcPct val="100000"/>
              </a:lnSpc>
              <a:spcBef>
                <a:spcPts val="655"/>
              </a:spcBef>
              <a:buFont typeface="Microsoft Sans Serif"/>
              <a:buChar char="•"/>
              <a:tabLst>
                <a:tab pos="297815" algn="l"/>
                <a:tab pos="298450" algn="l"/>
              </a:tabLst>
            </a:pPr>
            <a:r>
              <a:rPr sz="1800" spc="-10" dirty="0">
                <a:solidFill>
                  <a:srgbClr val="002060"/>
                </a:solidFill>
                <a:latin typeface="Trebuchet MS"/>
                <a:cs typeface="Trebuchet MS"/>
              </a:rPr>
              <a:t>облегче</a:t>
            </a:r>
            <a:r>
              <a:rPr sz="1800" spc="-5" dirty="0">
                <a:solidFill>
                  <a:srgbClr val="002060"/>
                </a:solidFill>
                <a:latin typeface="Trebuchet MS"/>
                <a:cs typeface="Trebuchet MS"/>
              </a:rPr>
              <a:t>н</a:t>
            </a:r>
            <a:r>
              <a:rPr sz="1800" spc="-13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dirty="0">
                <a:solidFill>
                  <a:srgbClr val="002060"/>
                </a:solidFill>
                <a:latin typeface="Trebuchet MS"/>
                <a:cs typeface="Trebuchet MS"/>
              </a:rPr>
              <a:t>досту</a:t>
            </a:r>
            <a:r>
              <a:rPr sz="1800" spc="5" dirty="0">
                <a:solidFill>
                  <a:srgbClr val="002060"/>
                </a:solidFill>
                <a:latin typeface="Trebuchet MS"/>
                <a:cs typeface="Trebuchet MS"/>
              </a:rPr>
              <a:t>п</a:t>
            </a:r>
            <a:r>
              <a:rPr sz="1800" spc="-13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25" dirty="0">
                <a:solidFill>
                  <a:srgbClr val="002060"/>
                </a:solidFill>
                <a:latin typeface="Trebuchet MS"/>
                <a:cs typeface="Trebuchet MS"/>
              </a:rPr>
              <a:t>в</a:t>
            </a:r>
            <a:r>
              <a:rPr sz="1800" spc="-13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10" dirty="0">
                <a:solidFill>
                  <a:srgbClr val="002060"/>
                </a:solidFill>
                <a:latin typeface="Trebuchet MS"/>
                <a:cs typeface="Trebuchet MS"/>
              </a:rPr>
              <a:t>м</a:t>
            </a:r>
            <a:r>
              <a:rPr sz="1800" spc="-10" dirty="0">
                <a:solidFill>
                  <a:srgbClr val="002060"/>
                </a:solidFill>
                <a:latin typeface="Trebuchet MS"/>
                <a:cs typeface="Trebuchet MS"/>
              </a:rPr>
              <a:t>ежтрубно</a:t>
            </a:r>
            <a:r>
              <a:rPr sz="1800" spc="-5" dirty="0">
                <a:solidFill>
                  <a:srgbClr val="002060"/>
                </a:solidFill>
                <a:latin typeface="Trebuchet MS"/>
                <a:cs typeface="Trebuchet MS"/>
              </a:rPr>
              <a:t>е</a:t>
            </a:r>
            <a:r>
              <a:rPr sz="1800" spc="-13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-15" dirty="0">
                <a:solidFill>
                  <a:srgbClr val="002060"/>
                </a:solidFill>
                <a:latin typeface="Trebuchet MS"/>
                <a:cs typeface="Trebuchet MS"/>
              </a:rPr>
              <a:t>п</a:t>
            </a:r>
            <a:r>
              <a:rPr sz="1800" spc="10" dirty="0">
                <a:solidFill>
                  <a:srgbClr val="002060"/>
                </a:solidFill>
                <a:latin typeface="Trebuchet MS"/>
                <a:cs typeface="Trebuchet MS"/>
              </a:rPr>
              <a:t>ространств</a:t>
            </a:r>
            <a:r>
              <a:rPr sz="1800" spc="15" dirty="0">
                <a:solidFill>
                  <a:srgbClr val="002060"/>
                </a:solidFill>
                <a:latin typeface="Trebuchet MS"/>
                <a:cs typeface="Trebuchet MS"/>
              </a:rPr>
              <a:t>о</a:t>
            </a:r>
            <a:r>
              <a:rPr sz="1800" spc="-13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20" dirty="0">
                <a:solidFill>
                  <a:srgbClr val="002060"/>
                </a:solidFill>
                <a:latin typeface="Trebuchet MS"/>
                <a:cs typeface="Trebuchet MS"/>
              </a:rPr>
              <a:t>для</a:t>
            </a:r>
            <a:r>
              <a:rPr sz="1800" spc="-14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-25" dirty="0">
                <a:solidFill>
                  <a:srgbClr val="002060"/>
                </a:solidFill>
                <a:latin typeface="Trebuchet MS"/>
                <a:cs typeface="Trebuchet MS"/>
              </a:rPr>
              <a:t>инспекци</a:t>
            </a:r>
            <a:r>
              <a:rPr sz="1800" spc="-5" dirty="0">
                <a:solidFill>
                  <a:srgbClr val="002060"/>
                </a:solidFill>
                <a:latin typeface="Trebuchet MS"/>
                <a:cs typeface="Trebuchet MS"/>
              </a:rPr>
              <a:t>и</a:t>
            </a:r>
            <a:r>
              <a:rPr sz="1800" dirty="0">
                <a:solidFill>
                  <a:srgbClr val="002060"/>
                </a:solidFill>
                <a:latin typeface="Calibri"/>
                <a:cs typeface="Calibri"/>
              </a:rPr>
              <a:t>;</a:t>
            </a:r>
            <a:endParaRPr sz="1800">
              <a:latin typeface="Calibri"/>
              <a:cs typeface="Calibri"/>
            </a:endParaRPr>
          </a:p>
          <a:p>
            <a:pPr marL="298450" indent="-285750">
              <a:lnSpc>
                <a:spcPct val="100000"/>
              </a:lnSpc>
              <a:spcBef>
                <a:spcPts val="655"/>
              </a:spcBef>
              <a:buFont typeface="Microsoft Sans Serif"/>
              <a:buChar char="•"/>
              <a:tabLst>
                <a:tab pos="297815" algn="l"/>
                <a:tab pos="298450" algn="l"/>
              </a:tabLst>
            </a:pPr>
            <a:r>
              <a:rPr sz="1800" spc="5" dirty="0">
                <a:solidFill>
                  <a:srgbClr val="002060"/>
                </a:solidFill>
                <a:latin typeface="Trebuchet MS"/>
                <a:cs typeface="Trebuchet MS"/>
              </a:rPr>
              <a:t>увеличен</a:t>
            </a:r>
            <a:r>
              <a:rPr sz="1800" spc="-13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30" dirty="0">
                <a:solidFill>
                  <a:srgbClr val="002060"/>
                </a:solidFill>
                <a:latin typeface="Trebuchet MS"/>
                <a:cs typeface="Trebuchet MS"/>
              </a:rPr>
              <a:t>запас</a:t>
            </a:r>
            <a:r>
              <a:rPr sz="1800" spc="-13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20" dirty="0">
                <a:solidFill>
                  <a:srgbClr val="002060"/>
                </a:solidFill>
                <a:latin typeface="Trebuchet MS"/>
                <a:cs typeface="Trebuchet MS"/>
              </a:rPr>
              <a:t>в</a:t>
            </a:r>
            <a:r>
              <a:rPr sz="1800" spc="30" dirty="0">
                <a:solidFill>
                  <a:srgbClr val="002060"/>
                </a:solidFill>
                <a:latin typeface="Trebuchet MS"/>
                <a:cs typeface="Trebuchet MS"/>
              </a:rPr>
              <a:t>оды</a:t>
            </a:r>
            <a:r>
              <a:rPr sz="1800" spc="-13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25" dirty="0">
                <a:solidFill>
                  <a:srgbClr val="002060"/>
                </a:solidFill>
                <a:latin typeface="Trebuchet MS"/>
                <a:cs typeface="Trebuchet MS"/>
              </a:rPr>
              <a:t>в</a:t>
            </a:r>
            <a:r>
              <a:rPr sz="1800" spc="-12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5" dirty="0">
                <a:solidFill>
                  <a:srgbClr val="002060"/>
                </a:solidFill>
                <a:latin typeface="Trebuchet MS"/>
                <a:cs typeface="Trebuchet MS"/>
              </a:rPr>
              <a:t>парогенератор</a:t>
            </a:r>
            <a:r>
              <a:rPr sz="1800" spc="-5" dirty="0">
                <a:solidFill>
                  <a:srgbClr val="002060"/>
                </a:solidFill>
                <a:latin typeface="Trebuchet MS"/>
                <a:cs typeface="Trebuchet MS"/>
              </a:rPr>
              <a:t>е</a:t>
            </a:r>
            <a:r>
              <a:rPr sz="1800" dirty="0">
                <a:solidFill>
                  <a:srgbClr val="002060"/>
                </a:solidFill>
                <a:latin typeface="Calibri"/>
                <a:cs typeface="Calibri"/>
              </a:rPr>
              <a:t>;</a:t>
            </a:r>
            <a:endParaRPr sz="1800">
              <a:latin typeface="Calibri"/>
              <a:cs typeface="Calibri"/>
            </a:endParaRPr>
          </a:p>
          <a:p>
            <a:pPr marL="298450" marR="413384" indent="-285750">
              <a:lnSpc>
                <a:spcPct val="110000"/>
              </a:lnSpc>
              <a:spcBef>
                <a:spcPts val="439"/>
              </a:spcBef>
              <a:buFont typeface="Microsoft Sans Serif"/>
              <a:buChar char="•"/>
              <a:tabLst>
                <a:tab pos="297815" algn="l"/>
                <a:tab pos="298450" algn="l"/>
              </a:tabLst>
            </a:pPr>
            <a:r>
              <a:rPr sz="1800" spc="5" dirty="0">
                <a:solidFill>
                  <a:srgbClr val="002060"/>
                </a:solidFill>
                <a:latin typeface="Trebuchet MS"/>
                <a:cs typeface="Trebuchet MS"/>
              </a:rPr>
              <a:t>увеличено</a:t>
            </a:r>
            <a:r>
              <a:rPr sz="1800" spc="-12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10" dirty="0">
                <a:solidFill>
                  <a:srgbClr val="002060"/>
                </a:solidFill>
                <a:latin typeface="Trebuchet MS"/>
                <a:cs typeface="Trebuchet MS"/>
              </a:rPr>
              <a:t>пространство</a:t>
            </a:r>
            <a:r>
              <a:rPr sz="1800" spc="-12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10" dirty="0">
                <a:solidFill>
                  <a:srgbClr val="002060"/>
                </a:solidFill>
                <a:latin typeface="Trebuchet MS"/>
                <a:cs typeface="Trebuchet MS"/>
              </a:rPr>
              <a:t>под</a:t>
            </a:r>
            <a:r>
              <a:rPr sz="1800" spc="-12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15" dirty="0">
                <a:solidFill>
                  <a:srgbClr val="002060"/>
                </a:solidFill>
                <a:latin typeface="Trebuchet MS"/>
                <a:cs typeface="Trebuchet MS"/>
              </a:rPr>
              <a:t>трубным</a:t>
            </a:r>
            <a:r>
              <a:rPr sz="1800" spc="-12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-20" dirty="0">
                <a:solidFill>
                  <a:srgbClr val="002060"/>
                </a:solidFill>
                <a:latin typeface="Trebuchet MS"/>
                <a:cs typeface="Trebuchet MS"/>
              </a:rPr>
              <a:t>пучком</a:t>
            </a:r>
            <a:r>
              <a:rPr sz="1800" spc="-12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25" dirty="0">
                <a:solidFill>
                  <a:srgbClr val="002060"/>
                </a:solidFill>
                <a:latin typeface="Trebuchet MS"/>
                <a:cs typeface="Trebuchet MS"/>
              </a:rPr>
              <a:t>для</a:t>
            </a:r>
            <a:r>
              <a:rPr sz="1800" spc="-13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-5" dirty="0">
                <a:solidFill>
                  <a:srgbClr val="002060"/>
                </a:solidFill>
                <a:latin typeface="Trebuchet MS"/>
                <a:cs typeface="Trebuchet MS"/>
              </a:rPr>
              <a:t>облегчения</a:t>
            </a:r>
            <a:r>
              <a:rPr sz="1800" spc="-13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15" dirty="0">
                <a:solidFill>
                  <a:srgbClr val="002060"/>
                </a:solidFill>
                <a:latin typeface="Trebuchet MS"/>
                <a:cs typeface="Trebuchet MS"/>
              </a:rPr>
              <a:t>удаления </a:t>
            </a:r>
            <a:r>
              <a:rPr sz="1800" spc="-53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40" dirty="0">
                <a:solidFill>
                  <a:srgbClr val="002060"/>
                </a:solidFill>
                <a:latin typeface="Trebuchet MS"/>
                <a:cs typeface="Trebuchet MS"/>
              </a:rPr>
              <a:t>шлама</a:t>
            </a:r>
            <a:r>
              <a:rPr sz="1800" spc="40" dirty="0">
                <a:solidFill>
                  <a:srgbClr val="002060"/>
                </a:solidFill>
                <a:latin typeface="Calibri"/>
                <a:cs typeface="Calibri"/>
              </a:rPr>
              <a:t>;</a:t>
            </a:r>
            <a:endParaRPr sz="1800">
              <a:latin typeface="Calibri"/>
              <a:cs typeface="Calibri"/>
            </a:endParaRPr>
          </a:p>
          <a:p>
            <a:pPr marL="298450" indent="-285750">
              <a:lnSpc>
                <a:spcPct val="100000"/>
              </a:lnSpc>
              <a:spcBef>
                <a:spcPts val="645"/>
              </a:spcBef>
              <a:buFont typeface="Microsoft Sans Serif"/>
              <a:buChar char="•"/>
              <a:tabLst>
                <a:tab pos="297815" algn="l"/>
                <a:tab pos="298450" algn="l"/>
              </a:tabLst>
            </a:pPr>
            <a:r>
              <a:rPr sz="1800" spc="15" dirty="0">
                <a:solidFill>
                  <a:srgbClr val="002060"/>
                </a:solidFill>
                <a:latin typeface="Trebuchet MS"/>
                <a:cs typeface="Trebuchet MS"/>
              </a:rPr>
              <a:t>улучшено</a:t>
            </a:r>
            <a:r>
              <a:rPr sz="1800" spc="-13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dirty="0">
                <a:solidFill>
                  <a:srgbClr val="002060"/>
                </a:solidFill>
                <a:latin typeface="Trebuchet MS"/>
                <a:cs typeface="Trebuchet MS"/>
              </a:rPr>
              <a:t>напряженное</a:t>
            </a:r>
            <a:r>
              <a:rPr sz="1800" spc="-13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10" dirty="0">
                <a:solidFill>
                  <a:srgbClr val="002060"/>
                </a:solidFill>
                <a:latin typeface="Trebuchet MS"/>
                <a:cs typeface="Trebuchet MS"/>
              </a:rPr>
              <a:t>состояние</a:t>
            </a:r>
            <a:r>
              <a:rPr sz="1800" spc="-13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-5" dirty="0">
                <a:solidFill>
                  <a:srgbClr val="002060"/>
                </a:solidFill>
                <a:latin typeface="Trebuchet MS"/>
                <a:cs typeface="Trebuchet MS"/>
              </a:rPr>
              <a:t>коллектора</a:t>
            </a:r>
            <a:r>
              <a:rPr sz="1800" spc="-13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1800" spc="10" dirty="0">
                <a:solidFill>
                  <a:srgbClr val="002060"/>
                </a:solidFill>
                <a:latin typeface="Trebuchet MS"/>
                <a:cs typeface="Trebuchet MS"/>
              </a:rPr>
              <a:t>теплоноси</a:t>
            </a:r>
            <a:r>
              <a:rPr sz="1800" spc="-5" dirty="0">
                <a:solidFill>
                  <a:srgbClr val="002060"/>
                </a:solidFill>
                <a:latin typeface="Trebuchet MS"/>
                <a:cs typeface="Trebuchet MS"/>
              </a:rPr>
              <a:t>т</a:t>
            </a:r>
            <a:r>
              <a:rPr sz="1800" spc="25" dirty="0">
                <a:solidFill>
                  <a:srgbClr val="002060"/>
                </a:solidFill>
                <a:latin typeface="Trebuchet MS"/>
                <a:cs typeface="Trebuchet MS"/>
              </a:rPr>
              <a:t>ел</a:t>
            </a:r>
            <a:r>
              <a:rPr sz="1800" spc="15" dirty="0">
                <a:solidFill>
                  <a:srgbClr val="002060"/>
                </a:solidFill>
                <a:latin typeface="Trebuchet MS"/>
                <a:cs typeface="Trebuchet MS"/>
              </a:rPr>
              <a:t>я</a:t>
            </a:r>
            <a:r>
              <a:rPr sz="1800" dirty="0">
                <a:solidFill>
                  <a:srgbClr val="002060"/>
                </a:solidFill>
                <a:latin typeface="Calibri"/>
                <a:cs typeface="Calibri"/>
              </a:rPr>
              <a:t>.</a:t>
            </a:r>
            <a:endParaRPr sz="18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46676" y="304168"/>
            <a:ext cx="742569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b="1" spc="-5" dirty="0">
                <a:latin typeface="Arial"/>
                <a:cs typeface="Arial"/>
              </a:rPr>
              <a:t>СИСТЕМА</a:t>
            </a:r>
            <a:r>
              <a:rPr b="1" spc="-10" dirty="0">
                <a:latin typeface="Arial"/>
                <a:cs typeface="Arial"/>
              </a:rPr>
              <a:t> </a:t>
            </a:r>
            <a:r>
              <a:rPr b="1" spc="-5" dirty="0">
                <a:latin typeface="Arial"/>
                <a:cs typeface="Arial"/>
              </a:rPr>
              <a:t>УПРАВЛЕНИЯ</a:t>
            </a:r>
            <a:r>
              <a:rPr b="1" spc="-10" dirty="0">
                <a:latin typeface="Arial"/>
                <a:cs typeface="Arial"/>
              </a:rPr>
              <a:t> </a:t>
            </a:r>
            <a:r>
              <a:rPr b="1" spc="-5" dirty="0">
                <a:latin typeface="Arial"/>
                <a:cs typeface="Arial"/>
              </a:rPr>
              <a:t>И</a:t>
            </a:r>
            <a:r>
              <a:rPr b="1" dirty="0">
                <a:latin typeface="Arial"/>
                <a:cs typeface="Arial"/>
              </a:rPr>
              <a:t> </a:t>
            </a:r>
            <a:r>
              <a:rPr b="1" spc="-5" dirty="0">
                <a:latin typeface="Arial"/>
                <a:cs typeface="Arial"/>
              </a:rPr>
              <a:t>ЗАЩИТЫ</a:t>
            </a:r>
          </a:p>
        </p:txBody>
      </p:sp>
      <p:grpSp>
        <p:nvGrpSpPr>
          <p:cNvPr id="3" name="object 3"/>
          <p:cNvGrpSpPr/>
          <p:nvPr/>
        </p:nvGrpSpPr>
        <p:grpSpPr>
          <a:xfrm>
            <a:off x="163601" y="1449962"/>
            <a:ext cx="8789670" cy="4969510"/>
            <a:chOff x="163601" y="1449962"/>
            <a:chExt cx="8789670" cy="4969510"/>
          </a:xfrm>
        </p:grpSpPr>
        <p:sp>
          <p:nvSpPr>
            <p:cNvPr id="4" name="object 4"/>
            <p:cNvSpPr/>
            <p:nvPr/>
          </p:nvSpPr>
          <p:spPr>
            <a:xfrm>
              <a:off x="4234586" y="5708018"/>
              <a:ext cx="688975" cy="169545"/>
            </a:xfrm>
            <a:custGeom>
              <a:avLst/>
              <a:gdLst/>
              <a:ahLst/>
              <a:cxnLst/>
              <a:rect l="l" t="t" r="r" b="b"/>
              <a:pathLst>
                <a:path w="688975" h="169545">
                  <a:moveTo>
                    <a:pt x="0" y="0"/>
                  </a:moveTo>
                  <a:lnTo>
                    <a:pt x="0" y="169163"/>
                  </a:lnTo>
                  <a:lnTo>
                    <a:pt x="688848" y="169163"/>
                  </a:lnTo>
                  <a:lnTo>
                    <a:pt x="688848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28902" y="3518792"/>
              <a:ext cx="185928" cy="66522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902" y="3518792"/>
              <a:ext cx="186055" cy="665480"/>
            </a:xfrm>
            <a:custGeom>
              <a:avLst/>
              <a:gdLst/>
              <a:ahLst/>
              <a:cxnLst/>
              <a:rect l="l" t="t" r="r" b="b"/>
              <a:pathLst>
                <a:path w="186055" h="665479">
                  <a:moveTo>
                    <a:pt x="0" y="0"/>
                  </a:moveTo>
                  <a:lnTo>
                    <a:pt x="0" y="665226"/>
                  </a:lnTo>
                  <a:lnTo>
                    <a:pt x="185928" y="665226"/>
                  </a:lnTo>
                  <a:lnTo>
                    <a:pt x="18592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93088" y="3556892"/>
              <a:ext cx="185928" cy="665226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1393088" y="3556892"/>
              <a:ext cx="186055" cy="665480"/>
            </a:xfrm>
            <a:custGeom>
              <a:avLst/>
              <a:gdLst/>
              <a:ahLst/>
              <a:cxnLst/>
              <a:rect l="l" t="t" r="r" b="b"/>
              <a:pathLst>
                <a:path w="186055" h="665479">
                  <a:moveTo>
                    <a:pt x="0" y="0"/>
                  </a:moveTo>
                  <a:lnTo>
                    <a:pt x="0" y="665226"/>
                  </a:lnTo>
                  <a:lnTo>
                    <a:pt x="185928" y="665226"/>
                  </a:lnTo>
                  <a:lnTo>
                    <a:pt x="18592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58036" y="3594230"/>
              <a:ext cx="185165" cy="664463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1358036" y="3594230"/>
              <a:ext cx="185420" cy="664845"/>
            </a:xfrm>
            <a:custGeom>
              <a:avLst/>
              <a:gdLst/>
              <a:ahLst/>
              <a:cxnLst/>
              <a:rect l="l" t="t" r="r" b="b"/>
              <a:pathLst>
                <a:path w="185419" h="664845">
                  <a:moveTo>
                    <a:pt x="0" y="0"/>
                  </a:moveTo>
                  <a:lnTo>
                    <a:pt x="0" y="664463"/>
                  </a:lnTo>
                  <a:lnTo>
                    <a:pt x="185166" y="664463"/>
                  </a:lnTo>
                  <a:lnTo>
                    <a:pt x="185165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389016" y="3998852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82"/>
                  </a:moveTo>
                  <a:lnTo>
                    <a:pt x="0" y="0"/>
                  </a:lnTo>
                  <a:lnTo>
                    <a:pt x="0" y="838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389016" y="3998852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-380" y="4190"/>
                  </a:moveTo>
                  <a:lnTo>
                    <a:pt x="380" y="4190"/>
                  </a:lnTo>
                </a:path>
              </a:pathLst>
            </a:custGeom>
            <a:ln w="8381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210708" y="3998852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81"/>
                  </a:moveTo>
                  <a:lnTo>
                    <a:pt x="0" y="0"/>
                  </a:lnTo>
                  <a:lnTo>
                    <a:pt x="0" y="8381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210708" y="3998852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-380" y="4190"/>
                  </a:moveTo>
                  <a:lnTo>
                    <a:pt x="380" y="4190"/>
                  </a:lnTo>
                </a:path>
              </a:pathLst>
            </a:custGeom>
            <a:ln w="8381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210696" y="3998864"/>
              <a:ext cx="178435" cy="8890"/>
            </a:xfrm>
            <a:custGeom>
              <a:avLst/>
              <a:gdLst/>
              <a:ahLst/>
              <a:cxnLst/>
              <a:rect l="l" t="t" r="r" b="b"/>
              <a:pathLst>
                <a:path w="178435" h="8889">
                  <a:moveTo>
                    <a:pt x="178308" y="0"/>
                  </a:moveTo>
                  <a:lnTo>
                    <a:pt x="0" y="0"/>
                  </a:lnTo>
                  <a:lnTo>
                    <a:pt x="0" y="8382"/>
                  </a:lnTo>
                  <a:lnTo>
                    <a:pt x="178308" y="8382"/>
                  </a:lnTo>
                  <a:lnTo>
                    <a:pt x="178308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389016" y="405524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380" y="3810"/>
                  </a:moveTo>
                  <a:lnTo>
                    <a:pt x="380" y="3810"/>
                  </a:lnTo>
                </a:path>
              </a:pathLst>
            </a:custGeom>
            <a:ln w="7619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210708" y="405524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7620"/>
                  </a:moveTo>
                  <a:lnTo>
                    <a:pt x="0" y="0"/>
                  </a:lnTo>
                  <a:lnTo>
                    <a:pt x="0" y="762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210708" y="405524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380" y="3810"/>
                  </a:moveTo>
                  <a:lnTo>
                    <a:pt x="380" y="3810"/>
                  </a:lnTo>
                </a:path>
              </a:pathLst>
            </a:custGeom>
            <a:ln w="7619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210696" y="4055252"/>
              <a:ext cx="178435" cy="7620"/>
            </a:xfrm>
            <a:custGeom>
              <a:avLst/>
              <a:gdLst/>
              <a:ahLst/>
              <a:cxnLst/>
              <a:rect l="l" t="t" r="r" b="b"/>
              <a:pathLst>
                <a:path w="178435" h="7620">
                  <a:moveTo>
                    <a:pt x="178308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178308" y="7620"/>
                  </a:lnTo>
                  <a:lnTo>
                    <a:pt x="178308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389016" y="4110866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-380" y="4190"/>
                  </a:moveTo>
                  <a:lnTo>
                    <a:pt x="380" y="4190"/>
                  </a:lnTo>
                </a:path>
              </a:pathLst>
            </a:custGeom>
            <a:ln w="8381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210708" y="4110866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82"/>
                  </a:moveTo>
                  <a:lnTo>
                    <a:pt x="0" y="0"/>
                  </a:lnTo>
                  <a:lnTo>
                    <a:pt x="0" y="838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210708" y="4110866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-380" y="4191"/>
                  </a:moveTo>
                  <a:lnTo>
                    <a:pt x="380" y="4191"/>
                  </a:lnTo>
                </a:path>
              </a:pathLst>
            </a:custGeom>
            <a:ln w="8381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210696" y="4110879"/>
              <a:ext cx="178435" cy="8890"/>
            </a:xfrm>
            <a:custGeom>
              <a:avLst/>
              <a:gdLst/>
              <a:ahLst/>
              <a:cxnLst/>
              <a:rect l="l" t="t" r="r" b="b"/>
              <a:pathLst>
                <a:path w="178435" h="8889">
                  <a:moveTo>
                    <a:pt x="178308" y="0"/>
                  </a:moveTo>
                  <a:lnTo>
                    <a:pt x="0" y="0"/>
                  </a:lnTo>
                  <a:lnTo>
                    <a:pt x="0" y="8369"/>
                  </a:lnTo>
                  <a:lnTo>
                    <a:pt x="178308" y="8369"/>
                  </a:lnTo>
                  <a:lnTo>
                    <a:pt x="178308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389016" y="3943226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-380" y="4190"/>
                  </a:moveTo>
                  <a:lnTo>
                    <a:pt x="380" y="4190"/>
                  </a:lnTo>
                </a:path>
              </a:pathLst>
            </a:custGeom>
            <a:ln w="8381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210708" y="3943226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81"/>
                  </a:moveTo>
                  <a:lnTo>
                    <a:pt x="0" y="0"/>
                  </a:lnTo>
                  <a:lnTo>
                    <a:pt x="0" y="8381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210708" y="3943226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-380" y="4190"/>
                  </a:moveTo>
                  <a:lnTo>
                    <a:pt x="380" y="4190"/>
                  </a:lnTo>
                </a:path>
              </a:pathLst>
            </a:custGeom>
            <a:ln w="8381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210708" y="3943226"/>
              <a:ext cx="178435" cy="8890"/>
            </a:xfrm>
            <a:custGeom>
              <a:avLst/>
              <a:gdLst/>
              <a:ahLst/>
              <a:cxnLst/>
              <a:rect l="l" t="t" r="r" b="b"/>
              <a:pathLst>
                <a:path w="178435" h="8889">
                  <a:moveTo>
                    <a:pt x="178308" y="8382"/>
                  </a:moveTo>
                  <a:lnTo>
                    <a:pt x="178308" y="0"/>
                  </a:lnTo>
                  <a:lnTo>
                    <a:pt x="0" y="0"/>
                  </a:lnTo>
                  <a:lnTo>
                    <a:pt x="0" y="8382"/>
                  </a:lnTo>
                  <a:lnTo>
                    <a:pt x="178308" y="838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321960" y="4741802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2"/>
                  </a:moveTo>
                  <a:lnTo>
                    <a:pt x="0" y="0"/>
                  </a:lnTo>
                  <a:lnTo>
                    <a:pt x="0" y="1600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321579" y="4741802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219090" y="4741802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218709" y="4741802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5219078" y="4741814"/>
              <a:ext cx="102870" cy="16510"/>
            </a:xfrm>
            <a:custGeom>
              <a:avLst/>
              <a:gdLst/>
              <a:ahLst/>
              <a:cxnLst/>
              <a:rect l="l" t="t" r="r" b="b"/>
              <a:pathLst>
                <a:path w="102870" h="16510">
                  <a:moveTo>
                    <a:pt x="102870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102870" y="16002"/>
                  </a:lnTo>
                  <a:lnTo>
                    <a:pt x="102870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5321579" y="4682366"/>
              <a:ext cx="1270" cy="17145"/>
            </a:xfrm>
            <a:custGeom>
              <a:avLst/>
              <a:gdLst/>
              <a:ahLst/>
              <a:cxnLst/>
              <a:rect l="l" t="t" r="r" b="b"/>
              <a:pathLst>
                <a:path w="1270" h="17145">
                  <a:moveTo>
                    <a:pt x="0" y="16763"/>
                  </a:moveTo>
                  <a:lnTo>
                    <a:pt x="761" y="16763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76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5219090" y="4682366"/>
              <a:ext cx="0" cy="17145"/>
            </a:xfrm>
            <a:custGeom>
              <a:avLst/>
              <a:gdLst/>
              <a:ahLst/>
              <a:cxnLst/>
              <a:rect l="l" t="t" r="r" b="b"/>
              <a:pathLst>
                <a:path h="17145">
                  <a:moveTo>
                    <a:pt x="0" y="16763"/>
                  </a:moveTo>
                  <a:lnTo>
                    <a:pt x="0" y="0"/>
                  </a:lnTo>
                  <a:lnTo>
                    <a:pt x="0" y="1676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5218709" y="4682366"/>
              <a:ext cx="1270" cy="17145"/>
            </a:xfrm>
            <a:custGeom>
              <a:avLst/>
              <a:gdLst/>
              <a:ahLst/>
              <a:cxnLst/>
              <a:rect l="l" t="t" r="r" b="b"/>
              <a:pathLst>
                <a:path w="1270" h="17145">
                  <a:moveTo>
                    <a:pt x="0" y="16763"/>
                  </a:moveTo>
                  <a:lnTo>
                    <a:pt x="761" y="16763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76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5219078" y="4682379"/>
              <a:ext cx="102870" cy="17145"/>
            </a:xfrm>
            <a:custGeom>
              <a:avLst/>
              <a:gdLst/>
              <a:ahLst/>
              <a:cxnLst/>
              <a:rect l="l" t="t" r="r" b="b"/>
              <a:pathLst>
                <a:path w="102870" h="17145">
                  <a:moveTo>
                    <a:pt x="102870" y="0"/>
                  </a:moveTo>
                  <a:lnTo>
                    <a:pt x="0" y="0"/>
                  </a:lnTo>
                  <a:lnTo>
                    <a:pt x="0" y="16764"/>
                  </a:lnTo>
                  <a:lnTo>
                    <a:pt x="102870" y="16764"/>
                  </a:lnTo>
                  <a:lnTo>
                    <a:pt x="102870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5321579" y="4623692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5219090" y="4623692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5218709" y="4623692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219078" y="4623705"/>
              <a:ext cx="102870" cy="16510"/>
            </a:xfrm>
            <a:custGeom>
              <a:avLst/>
              <a:gdLst/>
              <a:ahLst/>
              <a:cxnLst/>
              <a:rect l="l" t="t" r="r" b="b"/>
              <a:pathLst>
                <a:path w="102870" h="16510">
                  <a:moveTo>
                    <a:pt x="102870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102870" y="16002"/>
                  </a:lnTo>
                  <a:lnTo>
                    <a:pt x="102870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321579" y="456501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219090" y="4565018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218709" y="456501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5219078" y="4565030"/>
              <a:ext cx="102870" cy="16510"/>
            </a:xfrm>
            <a:custGeom>
              <a:avLst/>
              <a:gdLst/>
              <a:ahLst/>
              <a:cxnLst/>
              <a:rect l="l" t="t" r="r" b="b"/>
              <a:pathLst>
                <a:path w="102870" h="16510">
                  <a:moveTo>
                    <a:pt x="102870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102870" y="16002"/>
                  </a:lnTo>
                  <a:lnTo>
                    <a:pt x="102870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321579" y="443243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5219090" y="443243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218709" y="443243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219078" y="4432442"/>
              <a:ext cx="102870" cy="16510"/>
            </a:xfrm>
            <a:custGeom>
              <a:avLst/>
              <a:gdLst/>
              <a:ahLst/>
              <a:cxnLst/>
              <a:rect l="l" t="t" r="r" b="b"/>
              <a:pathLst>
                <a:path w="102870" h="16510">
                  <a:moveTo>
                    <a:pt x="102870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102870" y="16002"/>
                  </a:lnTo>
                  <a:lnTo>
                    <a:pt x="102870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5321579" y="4373756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5219090" y="4373756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5218709" y="4373756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5219078" y="4373768"/>
              <a:ext cx="102870" cy="16510"/>
            </a:xfrm>
            <a:custGeom>
              <a:avLst/>
              <a:gdLst/>
              <a:ahLst/>
              <a:cxnLst/>
              <a:rect l="l" t="t" r="r" b="b"/>
              <a:pathLst>
                <a:path w="102870" h="16510">
                  <a:moveTo>
                    <a:pt x="102870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102870" y="16002"/>
                  </a:lnTo>
                  <a:lnTo>
                    <a:pt x="102870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321579" y="4315082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5219090" y="4315082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218709" y="4315082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5219078" y="4315095"/>
              <a:ext cx="102870" cy="16510"/>
            </a:xfrm>
            <a:custGeom>
              <a:avLst/>
              <a:gdLst/>
              <a:ahLst/>
              <a:cxnLst/>
              <a:rect l="l" t="t" r="r" b="b"/>
              <a:pathLst>
                <a:path w="102870" h="16510">
                  <a:moveTo>
                    <a:pt x="102870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102870" y="16002"/>
                  </a:lnTo>
                  <a:lnTo>
                    <a:pt x="102870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5321579" y="4255646"/>
              <a:ext cx="1270" cy="17145"/>
            </a:xfrm>
            <a:custGeom>
              <a:avLst/>
              <a:gdLst/>
              <a:ahLst/>
              <a:cxnLst/>
              <a:rect l="l" t="t" r="r" b="b"/>
              <a:pathLst>
                <a:path w="1270" h="17145">
                  <a:moveTo>
                    <a:pt x="0" y="16763"/>
                  </a:moveTo>
                  <a:lnTo>
                    <a:pt x="761" y="16763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76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5219090" y="4255646"/>
              <a:ext cx="0" cy="17145"/>
            </a:xfrm>
            <a:custGeom>
              <a:avLst/>
              <a:gdLst/>
              <a:ahLst/>
              <a:cxnLst/>
              <a:rect l="l" t="t" r="r" b="b"/>
              <a:pathLst>
                <a:path h="17145">
                  <a:moveTo>
                    <a:pt x="0" y="16763"/>
                  </a:moveTo>
                  <a:lnTo>
                    <a:pt x="0" y="0"/>
                  </a:lnTo>
                  <a:lnTo>
                    <a:pt x="0" y="1676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218709" y="4255646"/>
              <a:ext cx="1270" cy="17145"/>
            </a:xfrm>
            <a:custGeom>
              <a:avLst/>
              <a:gdLst/>
              <a:ahLst/>
              <a:cxnLst/>
              <a:rect l="l" t="t" r="r" b="b"/>
              <a:pathLst>
                <a:path w="1270" h="17145">
                  <a:moveTo>
                    <a:pt x="0" y="16763"/>
                  </a:moveTo>
                  <a:lnTo>
                    <a:pt x="761" y="16763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76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5219090" y="4255646"/>
              <a:ext cx="102870" cy="17145"/>
            </a:xfrm>
            <a:custGeom>
              <a:avLst/>
              <a:gdLst/>
              <a:ahLst/>
              <a:cxnLst/>
              <a:rect l="l" t="t" r="r" b="b"/>
              <a:pathLst>
                <a:path w="102870" h="17145">
                  <a:moveTo>
                    <a:pt x="102870" y="16763"/>
                  </a:moveTo>
                  <a:lnTo>
                    <a:pt x="102870" y="0"/>
                  </a:lnTo>
                  <a:lnTo>
                    <a:pt x="0" y="0"/>
                  </a:lnTo>
                  <a:lnTo>
                    <a:pt x="0" y="16763"/>
                  </a:lnTo>
                  <a:lnTo>
                    <a:pt x="102870" y="1676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393588" y="371234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7620"/>
                  </a:moveTo>
                  <a:lnTo>
                    <a:pt x="0" y="0"/>
                  </a:lnTo>
                  <a:lnTo>
                    <a:pt x="0" y="762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393588" y="371234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380" y="3810"/>
                  </a:moveTo>
                  <a:lnTo>
                    <a:pt x="380" y="3810"/>
                  </a:lnTo>
                </a:path>
              </a:pathLst>
            </a:custGeom>
            <a:ln w="7619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5215280" y="371234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7620"/>
                  </a:moveTo>
                  <a:lnTo>
                    <a:pt x="0" y="0"/>
                  </a:lnTo>
                  <a:lnTo>
                    <a:pt x="0" y="762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215280" y="371234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380" y="3810"/>
                  </a:moveTo>
                  <a:lnTo>
                    <a:pt x="380" y="3810"/>
                  </a:lnTo>
                </a:path>
              </a:pathLst>
            </a:custGeom>
            <a:ln w="7619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215267" y="3712352"/>
              <a:ext cx="178435" cy="7620"/>
            </a:xfrm>
            <a:custGeom>
              <a:avLst/>
              <a:gdLst/>
              <a:ahLst/>
              <a:cxnLst/>
              <a:rect l="l" t="t" r="r" b="b"/>
              <a:pathLst>
                <a:path w="178435" h="7620">
                  <a:moveTo>
                    <a:pt x="178308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178308" y="7620"/>
                  </a:lnTo>
                  <a:lnTo>
                    <a:pt x="178308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5393588" y="376872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380" y="3810"/>
                  </a:moveTo>
                  <a:lnTo>
                    <a:pt x="380" y="3810"/>
                  </a:lnTo>
                </a:path>
              </a:pathLst>
            </a:custGeom>
            <a:ln w="7619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5215280" y="376872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7619"/>
                  </a:moveTo>
                  <a:lnTo>
                    <a:pt x="0" y="0"/>
                  </a:lnTo>
                  <a:lnTo>
                    <a:pt x="0" y="7619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215280" y="376872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380" y="3809"/>
                  </a:moveTo>
                  <a:lnTo>
                    <a:pt x="380" y="3809"/>
                  </a:lnTo>
                </a:path>
              </a:pathLst>
            </a:custGeom>
            <a:ln w="7619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215267" y="3768740"/>
              <a:ext cx="178435" cy="7620"/>
            </a:xfrm>
            <a:custGeom>
              <a:avLst/>
              <a:gdLst/>
              <a:ahLst/>
              <a:cxnLst/>
              <a:rect l="l" t="t" r="r" b="b"/>
              <a:pathLst>
                <a:path w="178435" h="7620">
                  <a:moveTo>
                    <a:pt x="178308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178308" y="7620"/>
                  </a:lnTo>
                  <a:lnTo>
                    <a:pt x="178308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393588" y="382435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380" y="3810"/>
                  </a:moveTo>
                  <a:lnTo>
                    <a:pt x="380" y="3810"/>
                  </a:lnTo>
                </a:path>
              </a:pathLst>
            </a:custGeom>
            <a:ln w="7619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5215280" y="382435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7620"/>
                  </a:moveTo>
                  <a:lnTo>
                    <a:pt x="0" y="0"/>
                  </a:lnTo>
                  <a:lnTo>
                    <a:pt x="0" y="762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5215280" y="382435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380" y="3810"/>
                  </a:moveTo>
                  <a:lnTo>
                    <a:pt x="380" y="3810"/>
                  </a:lnTo>
                </a:path>
              </a:pathLst>
            </a:custGeom>
            <a:ln w="7619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5215267" y="3824367"/>
              <a:ext cx="178435" cy="7620"/>
            </a:xfrm>
            <a:custGeom>
              <a:avLst/>
              <a:gdLst/>
              <a:ahLst/>
              <a:cxnLst/>
              <a:rect l="l" t="t" r="r" b="b"/>
              <a:pathLst>
                <a:path w="178435" h="7620">
                  <a:moveTo>
                    <a:pt x="178308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178308" y="7620"/>
                  </a:lnTo>
                  <a:lnTo>
                    <a:pt x="178308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5393588" y="365671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380" y="3810"/>
                  </a:moveTo>
                  <a:lnTo>
                    <a:pt x="380" y="3810"/>
                  </a:lnTo>
                </a:path>
              </a:pathLst>
            </a:custGeom>
            <a:ln w="7619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5215280" y="365671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7620"/>
                  </a:moveTo>
                  <a:lnTo>
                    <a:pt x="0" y="0"/>
                  </a:lnTo>
                  <a:lnTo>
                    <a:pt x="0" y="762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5215280" y="365671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380" y="3810"/>
                  </a:moveTo>
                  <a:lnTo>
                    <a:pt x="380" y="3810"/>
                  </a:lnTo>
                </a:path>
              </a:pathLst>
            </a:custGeom>
            <a:ln w="7619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215280" y="3656714"/>
              <a:ext cx="178435" cy="7620"/>
            </a:xfrm>
            <a:custGeom>
              <a:avLst/>
              <a:gdLst/>
              <a:ahLst/>
              <a:cxnLst/>
              <a:rect l="l" t="t" r="r" b="b"/>
              <a:pathLst>
                <a:path w="178435" h="7620">
                  <a:moveTo>
                    <a:pt x="178308" y="7620"/>
                  </a:moveTo>
                  <a:lnTo>
                    <a:pt x="178308" y="0"/>
                  </a:lnTo>
                  <a:lnTo>
                    <a:pt x="0" y="0"/>
                  </a:lnTo>
                  <a:lnTo>
                    <a:pt x="0" y="7620"/>
                  </a:lnTo>
                  <a:lnTo>
                    <a:pt x="178308" y="762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231038" y="2949578"/>
              <a:ext cx="6026785" cy="3469640"/>
            </a:xfrm>
            <a:custGeom>
              <a:avLst/>
              <a:gdLst/>
              <a:ahLst/>
              <a:cxnLst/>
              <a:rect l="l" t="t" r="r" b="b"/>
              <a:pathLst>
                <a:path w="6026785" h="3469640">
                  <a:moveTo>
                    <a:pt x="0" y="3048"/>
                  </a:moveTo>
                  <a:lnTo>
                    <a:pt x="762" y="3469386"/>
                  </a:lnTo>
                  <a:lnTo>
                    <a:pt x="6025134" y="3469385"/>
                  </a:lnTo>
                  <a:lnTo>
                    <a:pt x="6026658" y="0"/>
                  </a:lnTo>
                  <a:lnTo>
                    <a:pt x="3774186" y="0"/>
                  </a:lnTo>
                  <a:lnTo>
                    <a:pt x="3788664" y="2285"/>
                  </a:lnTo>
                  <a:lnTo>
                    <a:pt x="0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2577998" y="556019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4572" y="0"/>
                  </a:move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2577998" y="556019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2577998" y="5560190"/>
              <a:ext cx="5080" cy="251460"/>
            </a:xfrm>
            <a:custGeom>
              <a:avLst/>
              <a:gdLst/>
              <a:ahLst/>
              <a:cxnLst/>
              <a:rect l="l" t="t" r="r" b="b"/>
              <a:pathLst>
                <a:path w="5080" h="251460">
                  <a:moveTo>
                    <a:pt x="0" y="251460"/>
                  </a:moveTo>
                  <a:lnTo>
                    <a:pt x="4572" y="251460"/>
                  </a:lnTo>
                  <a:lnTo>
                    <a:pt x="4572" y="0"/>
                  </a:lnTo>
                  <a:lnTo>
                    <a:pt x="0" y="0"/>
                  </a:lnTo>
                  <a:lnTo>
                    <a:pt x="0" y="2514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2580284" y="5559809"/>
              <a:ext cx="0" cy="252095"/>
            </a:xfrm>
            <a:custGeom>
              <a:avLst/>
              <a:gdLst/>
              <a:ahLst/>
              <a:cxnLst/>
              <a:rect l="l" t="t" r="r" b="b"/>
              <a:pathLst>
                <a:path h="252095">
                  <a:moveTo>
                    <a:pt x="0" y="0"/>
                  </a:moveTo>
                  <a:lnTo>
                    <a:pt x="0" y="251840"/>
                  </a:lnTo>
                </a:path>
              </a:pathLst>
            </a:custGeom>
            <a:ln w="533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6162433" y="4197734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162052" y="4197734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6884809" y="4078862"/>
              <a:ext cx="399415" cy="212725"/>
            </a:xfrm>
            <a:custGeom>
              <a:avLst/>
              <a:gdLst/>
              <a:ahLst/>
              <a:cxnLst/>
              <a:rect l="l" t="t" r="r" b="b"/>
              <a:pathLst>
                <a:path w="399415" h="212725">
                  <a:moveTo>
                    <a:pt x="0" y="0"/>
                  </a:moveTo>
                  <a:lnTo>
                    <a:pt x="0" y="212598"/>
                  </a:lnTo>
                  <a:lnTo>
                    <a:pt x="399288" y="212598"/>
                  </a:lnTo>
                  <a:lnTo>
                    <a:pt x="399288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7576718" y="4184018"/>
              <a:ext cx="1339215" cy="1423670"/>
            </a:xfrm>
            <a:custGeom>
              <a:avLst/>
              <a:gdLst/>
              <a:ahLst/>
              <a:cxnLst/>
              <a:rect l="l" t="t" r="r" b="b"/>
              <a:pathLst>
                <a:path w="1339215" h="1423670">
                  <a:moveTo>
                    <a:pt x="0" y="0"/>
                  </a:moveTo>
                  <a:lnTo>
                    <a:pt x="0" y="1423415"/>
                  </a:lnTo>
                  <a:lnTo>
                    <a:pt x="1338833" y="1423415"/>
                  </a:lnTo>
                  <a:lnTo>
                    <a:pt x="133883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8131454" y="4948304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192" y="0"/>
                  </a:moveTo>
                  <a:lnTo>
                    <a:pt x="0" y="0"/>
                  </a:lnTo>
                  <a:lnTo>
                    <a:pt x="1219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8131454" y="4948304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19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8131442" y="4573412"/>
              <a:ext cx="12700" cy="375285"/>
            </a:xfrm>
            <a:custGeom>
              <a:avLst/>
              <a:gdLst/>
              <a:ahLst/>
              <a:cxnLst/>
              <a:rect l="l" t="t" r="r" b="b"/>
              <a:pathLst>
                <a:path w="12700" h="375285">
                  <a:moveTo>
                    <a:pt x="12204" y="317754"/>
                  </a:moveTo>
                  <a:lnTo>
                    <a:pt x="0" y="317754"/>
                  </a:lnTo>
                  <a:lnTo>
                    <a:pt x="0" y="374904"/>
                  </a:lnTo>
                  <a:lnTo>
                    <a:pt x="12204" y="374904"/>
                  </a:lnTo>
                  <a:lnTo>
                    <a:pt x="12204" y="317754"/>
                  </a:lnTo>
                  <a:close/>
                </a:path>
                <a:path w="12700" h="375285">
                  <a:moveTo>
                    <a:pt x="12204" y="0"/>
                  </a:moveTo>
                  <a:lnTo>
                    <a:pt x="0" y="0"/>
                  </a:lnTo>
                  <a:lnTo>
                    <a:pt x="0" y="64008"/>
                  </a:lnTo>
                  <a:lnTo>
                    <a:pt x="12204" y="64008"/>
                  </a:lnTo>
                  <a:lnTo>
                    <a:pt x="12204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8137550" y="4891154"/>
              <a:ext cx="0" cy="57785"/>
            </a:xfrm>
            <a:custGeom>
              <a:avLst/>
              <a:gdLst/>
              <a:ahLst/>
              <a:cxnLst/>
              <a:rect l="l" t="t" r="r" b="b"/>
              <a:pathLst>
                <a:path h="57785">
                  <a:moveTo>
                    <a:pt x="0" y="0"/>
                  </a:moveTo>
                  <a:lnTo>
                    <a:pt x="0" y="57531"/>
                  </a:lnTo>
                </a:path>
              </a:pathLst>
            </a:custGeom>
            <a:ln w="12954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8131073" y="4573400"/>
              <a:ext cx="13335" cy="64135"/>
            </a:xfrm>
            <a:custGeom>
              <a:avLst/>
              <a:gdLst/>
              <a:ahLst/>
              <a:cxnLst/>
              <a:rect l="l" t="t" r="r" b="b"/>
              <a:pathLst>
                <a:path w="13334" h="64135">
                  <a:moveTo>
                    <a:pt x="0" y="64008"/>
                  </a:moveTo>
                  <a:lnTo>
                    <a:pt x="12954" y="64008"/>
                  </a:lnTo>
                  <a:lnTo>
                    <a:pt x="12954" y="0"/>
                  </a:lnTo>
                  <a:lnTo>
                    <a:pt x="0" y="0"/>
                  </a:lnTo>
                  <a:lnTo>
                    <a:pt x="0" y="64008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7841894" y="4637408"/>
              <a:ext cx="523240" cy="212725"/>
            </a:xfrm>
            <a:custGeom>
              <a:avLst/>
              <a:gdLst/>
              <a:ahLst/>
              <a:cxnLst/>
              <a:rect l="l" t="t" r="r" b="b"/>
              <a:pathLst>
                <a:path w="523240" h="212725">
                  <a:moveTo>
                    <a:pt x="522731" y="212598"/>
                  </a:moveTo>
                  <a:lnTo>
                    <a:pt x="522731" y="0"/>
                  </a:lnTo>
                  <a:lnTo>
                    <a:pt x="0" y="0"/>
                  </a:lnTo>
                  <a:lnTo>
                    <a:pt x="0" y="212598"/>
                  </a:lnTo>
                  <a:lnTo>
                    <a:pt x="522731" y="21259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7841894" y="4637408"/>
              <a:ext cx="523240" cy="212725"/>
            </a:xfrm>
            <a:custGeom>
              <a:avLst/>
              <a:gdLst/>
              <a:ahLst/>
              <a:cxnLst/>
              <a:rect l="l" t="t" r="r" b="b"/>
              <a:pathLst>
                <a:path w="523240" h="212725">
                  <a:moveTo>
                    <a:pt x="0" y="0"/>
                  </a:moveTo>
                  <a:lnTo>
                    <a:pt x="0" y="212598"/>
                  </a:lnTo>
                  <a:lnTo>
                    <a:pt x="522731" y="212598"/>
                  </a:lnTo>
                  <a:lnTo>
                    <a:pt x="52273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7665859" y="5042792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2"/>
                  </a:moveTo>
                  <a:lnTo>
                    <a:pt x="0" y="0"/>
                  </a:lnTo>
                  <a:lnTo>
                    <a:pt x="0" y="1600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7665478" y="5042792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7119747" y="5043173"/>
              <a:ext cx="546100" cy="16510"/>
            </a:xfrm>
            <a:custGeom>
              <a:avLst/>
              <a:gdLst/>
              <a:ahLst/>
              <a:cxnLst/>
              <a:rect l="l" t="t" r="r" b="b"/>
              <a:pathLst>
                <a:path w="546100" h="16510">
                  <a:moveTo>
                    <a:pt x="546100" y="0"/>
                  </a:moveTo>
                  <a:lnTo>
                    <a:pt x="17780" y="0"/>
                  </a:lnTo>
                  <a:lnTo>
                    <a:pt x="17780" y="8775"/>
                  </a:lnTo>
                  <a:lnTo>
                    <a:pt x="0" y="8775"/>
                  </a:lnTo>
                  <a:lnTo>
                    <a:pt x="0" y="16383"/>
                  </a:lnTo>
                  <a:lnTo>
                    <a:pt x="17780" y="16383"/>
                  </a:lnTo>
                  <a:lnTo>
                    <a:pt x="17780" y="16002"/>
                  </a:lnTo>
                  <a:lnTo>
                    <a:pt x="546100" y="16002"/>
                  </a:lnTo>
                  <a:lnTo>
                    <a:pt x="546100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7120267" y="5042792"/>
              <a:ext cx="546100" cy="17145"/>
            </a:xfrm>
            <a:custGeom>
              <a:avLst/>
              <a:gdLst/>
              <a:ahLst/>
              <a:cxnLst/>
              <a:rect l="l" t="t" r="r" b="b"/>
              <a:pathLst>
                <a:path w="546100" h="17145">
                  <a:moveTo>
                    <a:pt x="545592" y="0"/>
                  </a:moveTo>
                  <a:lnTo>
                    <a:pt x="545592" y="16002"/>
                  </a:lnTo>
                  <a:lnTo>
                    <a:pt x="0" y="16764"/>
                  </a:lnTo>
                  <a:lnTo>
                    <a:pt x="0" y="9144"/>
                  </a:lnTo>
                  <a:lnTo>
                    <a:pt x="16764" y="9144"/>
                  </a:lnTo>
                  <a:lnTo>
                    <a:pt x="16764" y="762"/>
                  </a:lnTo>
                  <a:lnTo>
                    <a:pt x="545592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7120521" y="4321190"/>
              <a:ext cx="16510" cy="730885"/>
            </a:xfrm>
            <a:custGeom>
              <a:avLst/>
              <a:gdLst/>
              <a:ahLst/>
              <a:cxnLst/>
              <a:rect l="l" t="t" r="r" b="b"/>
              <a:pathLst>
                <a:path w="16509" h="730885">
                  <a:moveTo>
                    <a:pt x="16510" y="0"/>
                  </a:moveTo>
                  <a:lnTo>
                    <a:pt x="7620" y="0"/>
                  </a:lnTo>
                  <a:lnTo>
                    <a:pt x="0" y="0"/>
                  </a:lnTo>
                  <a:lnTo>
                    <a:pt x="0" y="730758"/>
                  </a:lnTo>
                  <a:lnTo>
                    <a:pt x="7620" y="730758"/>
                  </a:lnTo>
                  <a:lnTo>
                    <a:pt x="16510" y="730758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7120280" y="4197734"/>
              <a:ext cx="17145" cy="854710"/>
            </a:xfrm>
            <a:custGeom>
              <a:avLst/>
              <a:gdLst/>
              <a:ahLst/>
              <a:cxnLst/>
              <a:rect l="l" t="t" r="r" b="b"/>
              <a:pathLst>
                <a:path w="17145" h="854710">
                  <a:moveTo>
                    <a:pt x="16764" y="854201"/>
                  </a:moveTo>
                  <a:lnTo>
                    <a:pt x="0" y="854201"/>
                  </a:lnTo>
                  <a:lnTo>
                    <a:pt x="0" y="16001"/>
                  </a:lnTo>
                  <a:lnTo>
                    <a:pt x="8382" y="16001"/>
                  </a:lnTo>
                  <a:lnTo>
                    <a:pt x="8382" y="0"/>
                  </a:lnTo>
                  <a:lnTo>
                    <a:pt x="16764" y="0"/>
                  </a:lnTo>
                  <a:lnTo>
                    <a:pt x="16764" y="854201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6162433" y="4197734"/>
              <a:ext cx="687705" cy="16510"/>
            </a:xfrm>
            <a:custGeom>
              <a:avLst/>
              <a:gdLst/>
              <a:ahLst/>
              <a:cxnLst/>
              <a:rect l="l" t="t" r="r" b="b"/>
              <a:pathLst>
                <a:path w="687704" h="16510">
                  <a:moveTo>
                    <a:pt x="0" y="16001"/>
                  </a:moveTo>
                  <a:lnTo>
                    <a:pt x="687336" y="16001"/>
                  </a:lnTo>
                  <a:lnTo>
                    <a:pt x="687336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6849770" y="4108580"/>
              <a:ext cx="399415" cy="212725"/>
            </a:xfrm>
            <a:custGeom>
              <a:avLst/>
              <a:gdLst/>
              <a:ahLst/>
              <a:cxnLst/>
              <a:rect l="l" t="t" r="r" b="b"/>
              <a:pathLst>
                <a:path w="399415" h="212725">
                  <a:moveTo>
                    <a:pt x="399288" y="212598"/>
                  </a:moveTo>
                  <a:lnTo>
                    <a:pt x="399288" y="0"/>
                  </a:lnTo>
                  <a:lnTo>
                    <a:pt x="0" y="0"/>
                  </a:lnTo>
                  <a:lnTo>
                    <a:pt x="0" y="212598"/>
                  </a:lnTo>
                  <a:lnTo>
                    <a:pt x="399288" y="21259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6849770" y="4108580"/>
              <a:ext cx="399415" cy="212725"/>
            </a:xfrm>
            <a:custGeom>
              <a:avLst/>
              <a:gdLst/>
              <a:ahLst/>
              <a:cxnLst/>
              <a:rect l="l" t="t" r="r" b="b"/>
              <a:pathLst>
                <a:path w="399415" h="212725">
                  <a:moveTo>
                    <a:pt x="0" y="0"/>
                  </a:moveTo>
                  <a:lnTo>
                    <a:pt x="0" y="212598"/>
                  </a:lnTo>
                  <a:lnTo>
                    <a:pt x="399288" y="212598"/>
                  </a:lnTo>
                  <a:lnTo>
                    <a:pt x="399288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7669669" y="512585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2"/>
                  </a:moveTo>
                  <a:lnTo>
                    <a:pt x="0" y="0"/>
                  </a:lnTo>
                  <a:lnTo>
                    <a:pt x="0" y="1600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7669288" y="512585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6148730" y="4600832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6148349" y="4600832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6893687" y="5125863"/>
              <a:ext cx="775970" cy="16510"/>
            </a:xfrm>
            <a:custGeom>
              <a:avLst/>
              <a:gdLst/>
              <a:ahLst/>
              <a:cxnLst/>
              <a:rect l="l" t="t" r="r" b="b"/>
              <a:pathLst>
                <a:path w="775970" h="16510">
                  <a:moveTo>
                    <a:pt x="775970" y="0"/>
                  </a:moveTo>
                  <a:lnTo>
                    <a:pt x="16510" y="0"/>
                  </a:lnTo>
                  <a:lnTo>
                    <a:pt x="16510" y="7620"/>
                  </a:lnTo>
                  <a:lnTo>
                    <a:pt x="0" y="7620"/>
                  </a:lnTo>
                  <a:lnTo>
                    <a:pt x="0" y="16002"/>
                  </a:lnTo>
                  <a:lnTo>
                    <a:pt x="16510" y="16002"/>
                  </a:lnTo>
                  <a:lnTo>
                    <a:pt x="775970" y="16002"/>
                  </a:lnTo>
                  <a:lnTo>
                    <a:pt x="775970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6893953" y="5125850"/>
              <a:ext cx="775970" cy="16510"/>
            </a:xfrm>
            <a:custGeom>
              <a:avLst/>
              <a:gdLst/>
              <a:ahLst/>
              <a:cxnLst/>
              <a:rect l="l" t="t" r="r" b="b"/>
              <a:pathLst>
                <a:path w="775970" h="16510">
                  <a:moveTo>
                    <a:pt x="775716" y="0"/>
                  </a:moveTo>
                  <a:lnTo>
                    <a:pt x="775716" y="16002"/>
                  </a:lnTo>
                  <a:lnTo>
                    <a:pt x="0" y="16002"/>
                  </a:lnTo>
                  <a:lnTo>
                    <a:pt x="0" y="7620"/>
                  </a:lnTo>
                  <a:lnTo>
                    <a:pt x="16002" y="7620"/>
                  </a:lnTo>
                  <a:lnTo>
                    <a:pt x="16002" y="0"/>
                  </a:lnTo>
                  <a:lnTo>
                    <a:pt x="775716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6893445" y="4733432"/>
              <a:ext cx="16510" cy="400050"/>
            </a:xfrm>
            <a:custGeom>
              <a:avLst/>
              <a:gdLst/>
              <a:ahLst/>
              <a:cxnLst/>
              <a:rect l="l" t="t" r="r" b="b"/>
              <a:pathLst>
                <a:path w="16509" h="400050">
                  <a:moveTo>
                    <a:pt x="16510" y="0"/>
                  </a:moveTo>
                  <a:lnTo>
                    <a:pt x="7620" y="0"/>
                  </a:lnTo>
                  <a:lnTo>
                    <a:pt x="0" y="0"/>
                  </a:lnTo>
                  <a:lnTo>
                    <a:pt x="0" y="400050"/>
                  </a:lnTo>
                  <a:lnTo>
                    <a:pt x="7620" y="400050"/>
                  </a:lnTo>
                  <a:lnTo>
                    <a:pt x="16510" y="400050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6672973" y="4475864"/>
              <a:ext cx="399415" cy="212090"/>
            </a:xfrm>
            <a:custGeom>
              <a:avLst/>
              <a:gdLst/>
              <a:ahLst/>
              <a:cxnLst/>
              <a:rect l="l" t="t" r="r" b="b"/>
              <a:pathLst>
                <a:path w="399415" h="212089">
                  <a:moveTo>
                    <a:pt x="0" y="0"/>
                  </a:moveTo>
                  <a:lnTo>
                    <a:pt x="0" y="211836"/>
                  </a:lnTo>
                  <a:lnTo>
                    <a:pt x="399288" y="211836"/>
                  </a:lnTo>
                  <a:lnTo>
                    <a:pt x="399288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6893204" y="4600832"/>
              <a:ext cx="17145" cy="532765"/>
            </a:xfrm>
            <a:custGeom>
              <a:avLst/>
              <a:gdLst/>
              <a:ahLst/>
              <a:cxnLst/>
              <a:rect l="l" t="t" r="r" b="b"/>
              <a:pathLst>
                <a:path w="17145" h="532764">
                  <a:moveTo>
                    <a:pt x="16764" y="532638"/>
                  </a:moveTo>
                  <a:lnTo>
                    <a:pt x="762" y="532638"/>
                  </a:lnTo>
                  <a:lnTo>
                    <a:pt x="0" y="16001"/>
                  </a:lnTo>
                  <a:lnTo>
                    <a:pt x="8382" y="16001"/>
                  </a:lnTo>
                  <a:lnTo>
                    <a:pt x="8382" y="0"/>
                  </a:lnTo>
                  <a:lnTo>
                    <a:pt x="16764" y="0"/>
                  </a:lnTo>
                  <a:lnTo>
                    <a:pt x="16764" y="532638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6148717" y="4600832"/>
              <a:ext cx="483234" cy="16510"/>
            </a:xfrm>
            <a:custGeom>
              <a:avLst/>
              <a:gdLst/>
              <a:ahLst/>
              <a:cxnLst/>
              <a:rect l="l" t="t" r="r" b="b"/>
              <a:pathLst>
                <a:path w="483234" h="16510">
                  <a:moveTo>
                    <a:pt x="0" y="16001"/>
                  </a:moveTo>
                  <a:lnTo>
                    <a:pt x="483120" y="16001"/>
                  </a:lnTo>
                  <a:lnTo>
                    <a:pt x="483120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8102498" y="5459606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192" y="0"/>
                  </a:moveTo>
                  <a:lnTo>
                    <a:pt x="0" y="0"/>
                  </a:lnTo>
                  <a:lnTo>
                    <a:pt x="1219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8102498" y="5459606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19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8102498" y="5240150"/>
              <a:ext cx="12700" cy="219710"/>
            </a:xfrm>
            <a:custGeom>
              <a:avLst/>
              <a:gdLst/>
              <a:ahLst/>
              <a:cxnLst/>
              <a:rect l="l" t="t" r="r" b="b"/>
              <a:pathLst>
                <a:path w="12700" h="219710">
                  <a:moveTo>
                    <a:pt x="0" y="219456"/>
                  </a:moveTo>
                  <a:lnTo>
                    <a:pt x="0" y="0"/>
                  </a:lnTo>
                  <a:lnTo>
                    <a:pt x="12191" y="0"/>
                  </a:lnTo>
                  <a:lnTo>
                    <a:pt x="12191" y="219456"/>
                  </a:lnTo>
                  <a:lnTo>
                    <a:pt x="0" y="219456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8102498" y="5240150"/>
              <a:ext cx="12700" cy="219710"/>
            </a:xfrm>
            <a:custGeom>
              <a:avLst/>
              <a:gdLst/>
              <a:ahLst/>
              <a:cxnLst/>
              <a:rect l="l" t="t" r="r" b="b"/>
              <a:pathLst>
                <a:path w="12700" h="219710">
                  <a:moveTo>
                    <a:pt x="0" y="219456"/>
                  </a:moveTo>
                  <a:lnTo>
                    <a:pt x="0" y="0"/>
                  </a:lnTo>
                  <a:lnTo>
                    <a:pt x="12191" y="0"/>
                  </a:lnTo>
                  <a:lnTo>
                    <a:pt x="12191" y="219456"/>
                  </a:lnTo>
                  <a:lnTo>
                    <a:pt x="0" y="219456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8033131" y="4573412"/>
              <a:ext cx="12700" cy="376555"/>
            </a:xfrm>
            <a:custGeom>
              <a:avLst/>
              <a:gdLst/>
              <a:ahLst/>
              <a:cxnLst/>
              <a:rect l="l" t="t" r="r" b="b"/>
              <a:pathLst>
                <a:path w="12700" h="376554">
                  <a:moveTo>
                    <a:pt x="12204" y="317754"/>
                  </a:moveTo>
                  <a:lnTo>
                    <a:pt x="0" y="317754"/>
                  </a:lnTo>
                  <a:lnTo>
                    <a:pt x="0" y="376428"/>
                  </a:lnTo>
                  <a:lnTo>
                    <a:pt x="12204" y="376428"/>
                  </a:lnTo>
                  <a:lnTo>
                    <a:pt x="12204" y="317754"/>
                  </a:lnTo>
                  <a:close/>
                </a:path>
                <a:path w="12700" h="376554">
                  <a:moveTo>
                    <a:pt x="12204" y="0"/>
                  </a:moveTo>
                  <a:lnTo>
                    <a:pt x="0" y="0"/>
                  </a:lnTo>
                  <a:lnTo>
                    <a:pt x="0" y="105918"/>
                  </a:lnTo>
                  <a:lnTo>
                    <a:pt x="12204" y="105918"/>
                  </a:lnTo>
                  <a:lnTo>
                    <a:pt x="12204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8032750" y="4573412"/>
              <a:ext cx="13335" cy="376555"/>
            </a:xfrm>
            <a:custGeom>
              <a:avLst/>
              <a:gdLst/>
              <a:ahLst/>
              <a:cxnLst/>
              <a:rect l="l" t="t" r="r" b="b"/>
              <a:pathLst>
                <a:path w="13334" h="376554">
                  <a:moveTo>
                    <a:pt x="12966" y="317754"/>
                  </a:moveTo>
                  <a:lnTo>
                    <a:pt x="0" y="317754"/>
                  </a:lnTo>
                  <a:lnTo>
                    <a:pt x="0" y="376428"/>
                  </a:lnTo>
                  <a:lnTo>
                    <a:pt x="12966" y="376428"/>
                  </a:lnTo>
                  <a:lnTo>
                    <a:pt x="12966" y="317754"/>
                  </a:lnTo>
                  <a:close/>
                </a:path>
                <a:path w="13334" h="376554">
                  <a:moveTo>
                    <a:pt x="12966" y="0"/>
                  </a:moveTo>
                  <a:lnTo>
                    <a:pt x="0" y="0"/>
                  </a:lnTo>
                  <a:lnTo>
                    <a:pt x="0" y="105918"/>
                  </a:lnTo>
                  <a:lnTo>
                    <a:pt x="12966" y="105918"/>
                  </a:lnTo>
                  <a:lnTo>
                    <a:pt x="12966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9" name="object 11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297576" y="3247520"/>
              <a:ext cx="537959" cy="1724405"/>
            </a:xfrm>
            <a:prstGeom prst="rect">
              <a:avLst/>
            </a:prstGeom>
          </p:spPr>
        </p:pic>
        <p:sp>
          <p:nvSpPr>
            <p:cNvPr id="120" name="object 120"/>
            <p:cNvSpPr/>
            <p:nvPr/>
          </p:nvSpPr>
          <p:spPr>
            <a:xfrm>
              <a:off x="5880493" y="387998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2"/>
                  </a:moveTo>
                  <a:lnTo>
                    <a:pt x="0" y="0"/>
                  </a:lnTo>
                  <a:lnTo>
                    <a:pt x="0" y="1600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5880112" y="387998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5566549" y="387998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566168" y="387998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5566537" y="3879992"/>
              <a:ext cx="314325" cy="16510"/>
            </a:xfrm>
            <a:custGeom>
              <a:avLst/>
              <a:gdLst/>
              <a:ahLst/>
              <a:cxnLst/>
              <a:rect l="l" t="t" r="r" b="b"/>
              <a:pathLst>
                <a:path w="314325" h="16510">
                  <a:moveTo>
                    <a:pt x="313944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313944" y="16002"/>
                  </a:lnTo>
                  <a:lnTo>
                    <a:pt x="313944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970028" y="3828926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5656478" y="3828926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656097" y="3828926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5656453" y="3828938"/>
              <a:ext cx="314325" cy="16510"/>
            </a:xfrm>
            <a:custGeom>
              <a:avLst/>
              <a:gdLst/>
              <a:ahLst/>
              <a:cxnLst/>
              <a:rect l="l" t="t" r="r" b="b"/>
              <a:pathLst>
                <a:path w="314325" h="16510">
                  <a:moveTo>
                    <a:pt x="313944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313944" y="16002"/>
                  </a:lnTo>
                  <a:lnTo>
                    <a:pt x="313944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6059957" y="378473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745619" y="378473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5745238" y="378473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5745619" y="3784742"/>
              <a:ext cx="314960" cy="16510"/>
            </a:xfrm>
            <a:custGeom>
              <a:avLst/>
              <a:gdLst/>
              <a:ahLst/>
              <a:cxnLst/>
              <a:rect l="l" t="t" r="r" b="b"/>
              <a:pathLst>
                <a:path w="314960" h="16510">
                  <a:moveTo>
                    <a:pt x="314706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314706" y="16002"/>
                  </a:lnTo>
                  <a:lnTo>
                    <a:pt x="314706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6149111" y="3739772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5835535" y="3739772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5835154" y="3739772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5835535" y="3739785"/>
              <a:ext cx="314325" cy="16510"/>
            </a:xfrm>
            <a:custGeom>
              <a:avLst/>
              <a:gdLst/>
              <a:ahLst/>
              <a:cxnLst/>
              <a:rect l="l" t="t" r="r" b="b"/>
              <a:pathLst>
                <a:path w="314325" h="16510">
                  <a:moveTo>
                    <a:pt x="313944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313944" y="16002"/>
                  </a:lnTo>
                  <a:lnTo>
                    <a:pt x="313944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5876696" y="3880742"/>
              <a:ext cx="7620" cy="14604"/>
            </a:xfrm>
            <a:custGeom>
              <a:avLst/>
              <a:gdLst/>
              <a:ahLst/>
              <a:cxnLst/>
              <a:rect l="l" t="t" r="r" b="b"/>
              <a:pathLst>
                <a:path w="7620" h="14604">
                  <a:moveTo>
                    <a:pt x="7620" y="14477"/>
                  </a:moveTo>
                  <a:lnTo>
                    <a:pt x="0" y="0"/>
                  </a:lnTo>
                  <a:lnTo>
                    <a:pt x="7620" y="14477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6157099" y="3736724"/>
              <a:ext cx="7620" cy="14604"/>
            </a:xfrm>
            <a:custGeom>
              <a:avLst/>
              <a:gdLst/>
              <a:ahLst/>
              <a:cxnLst/>
              <a:rect l="l" t="t" r="r" b="b"/>
              <a:pathLst>
                <a:path w="7620" h="14604">
                  <a:moveTo>
                    <a:pt x="7620" y="14478"/>
                  </a:moveTo>
                  <a:lnTo>
                    <a:pt x="0" y="0"/>
                  </a:lnTo>
                  <a:lnTo>
                    <a:pt x="7620" y="14478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6157099" y="3736724"/>
              <a:ext cx="7620" cy="14604"/>
            </a:xfrm>
            <a:custGeom>
              <a:avLst/>
              <a:gdLst/>
              <a:ahLst/>
              <a:cxnLst/>
              <a:rect l="l" t="t" r="r" b="b"/>
              <a:pathLst>
                <a:path w="7620" h="14604">
                  <a:moveTo>
                    <a:pt x="0" y="0"/>
                  </a:moveTo>
                  <a:lnTo>
                    <a:pt x="7620" y="1447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5876696" y="3736724"/>
              <a:ext cx="288290" cy="158750"/>
            </a:xfrm>
            <a:custGeom>
              <a:avLst/>
              <a:gdLst/>
              <a:ahLst/>
              <a:cxnLst/>
              <a:rect l="l" t="t" r="r" b="b"/>
              <a:pathLst>
                <a:path w="288289" h="158750">
                  <a:moveTo>
                    <a:pt x="288036" y="14477"/>
                  </a:moveTo>
                  <a:lnTo>
                    <a:pt x="280416" y="0"/>
                  </a:lnTo>
                  <a:lnTo>
                    <a:pt x="0" y="144017"/>
                  </a:lnTo>
                  <a:lnTo>
                    <a:pt x="7620" y="158495"/>
                  </a:lnTo>
                  <a:lnTo>
                    <a:pt x="288036" y="14477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5876696" y="3736724"/>
              <a:ext cx="288290" cy="158750"/>
            </a:xfrm>
            <a:custGeom>
              <a:avLst/>
              <a:gdLst/>
              <a:ahLst/>
              <a:cxnLst/>
              <a:rect l="l" t="t" r="r" b="b"/>
              <a:pathLst>
                <a:path w="288289" h="158750">
                  <a:moveTo>
                    <a:pt x="7620" y="158495"/>
                  </a:moveTo>
                  <a:lnTo>
                    <a:pt x="0" y="144017"/>
                  </a:lnTo>
                  <a:lnTo>
                    <a:pt x="280416" y="0"/>
                  </a:lnTo>
                  <a:lnTo>
                    <a:pt x="288036" y="14477"/>
                  </a:lnTo>
                  <a:lnTo>
                    <a:pt x="7620" y="158495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869825" y="3867026"/>
              <a:ext cx="44450" cy="45085"/>
            </a:xfrm>
            <a:custGeom>
              <a:avLst/>
              <a:gdLst/>
              <a:ahLst/>
              <a:cxnLst/>
              <a:rect l="l" t="t" r="r" b="b"/>
              <a:pathLst>
                <a:path w="44450" h="45085">
                  <a:moveTo>
                    <a:pt x="44196" y="44958"/>
                  </a:moveTo>
                  <a:lnTo>
                    <a:pt x="44196" y="0"/>
                  </a:lnTo>
                  <a:lnTo>
                    <a:pt x="0" y="0"/>
                  </a:lnTo>
                  <a:lnTo>
                    <a:pt x="0" y="44958"/>
                  </a:lnTo>
                  <a:lnTo>
                    <a:pt x="44196" y="4495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869825" y="3867026"/>
              <a:ext cx="44450" cy="45085"/>
            </a:xfrm>
            <a:custGeom>
              <a:avLst/>
              <a:gdLst/>
              <a:ahLst/>
              <a:cxnLst/>
              <a:rect l="l" t="t" r="r" b="b"/>
              <a:pathLst>
                <a:path w="44450" h="45085">
                  <a:moveTo>
                    <a:pt x="44196" y="0"/>
                  </a:moveTo>
                  <a:lnTo>
                    <a:pt x="44196" y="44958"/>
                  </a:lnTo>
                  <a:lnTo>
                    <a:pt x="0" y="44958"/>
                  </a:lnTo>
                  <a:lnTo>
                    <a:pt x="0" y="0"/>
                  </a:lnTo>
                  <a:lnTo>
                    <a:pt x="44196" y="0"/>
                  </a:lnTo>
                  <a:close/>
                </a:path>
              </a:pathLst>
            </a:custGeom>
            <a:ln w="12293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5907938" y="3867026"/>
              <a:ext cx="12700" cy="51435"/>
            </a:xfrm>
            <a:custGeom>
              <a:avLst/>
              <a:gdLst/>
              <a:ahLst/>
              <a:cxnLst/>
              <a:rect l="l" t="t" r="r" b="b"/>
              <a:pathLst>
                <a:path w="12700" h="51435">
                  <a:moveTo>
                    <a:pt x="12192" y="51053"/>
                  </a:moveTo>
                  <a:lnTo>
                    <a:pt x="12192" y="0"/>
                  </a:lnTo>
                  <a:lnTo>
                    <a:pt x="0" y="0"/>
                  </a:lnTo>
                  <a:lnTo>
                    <a:pt x="0" y="38862"/>
                  </a:lnTo>
                  <a:lnTo>
                    <a:pt x="6096" y="38862"/>
                  </a:lnTo>
                  <a:lnTo>
                    <a:pt x="6096" y="51053"/>
                  </a:lnTo>
                  <a:lnTo>
                    <a:pt x="12192" y="5105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5907938" y="3867026"/>
              <a:ext cx="12700" cy="51435"/>
            </a:xfrm>
            <a:custGeom>
              <a:avLst/>
              <a:gdLst/>
              <a:ahLst/>
              <a:cxnLst/>
              <a:rect l="l" t="t" r="r" b="b"/>
              <a:pathLst>
                <a:path w="12700" h="51435">
                  <a:moveTo>
                    <a:pt x="0" y="0"/>
                  </a:moveTo>
                  <a:lnTo>
                    <a:pt x="12192" y="0"/>
                  </a:lnTo>
                  <a:lnTo>
                    <a:pt x="12192" y="51053"/>
                  </a:lnTo>
                  <a:lnTo>
                    <a:pt x="6096" y="51053"/>
                  </a:lnTo>
                  <a:lnTo>
                    <a:pt x="6096" y="38862"/>
                  </a:lnTo>
                  <a:lnTo>
                    <a:pt x="0" y="3886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5863729" y="3905888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1" y="12192"/>
                  </a:moveTo>
                  <a:lnTo>
                    <a:pt x="50291" y="0"/>
                  </a:lnTo>
                  <a:lnTo>
                    <a:pt x="12191" y="0"/>
                  </a:lnTo>
                  <a:lnTo>
                    <a:pt x="12191" y="6096"/>
                  </a:lnTo>
                  <a:lnTo>
                    <a:pt x="0" y="6096"/>
                  </a:lnTo>
                  <a:lnTo>
                    <a:pt x="0" y="12192"/>
                  </a:lnTo>
                  <a:lnTo>
                    <a:pt x="50291" y="121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863729" y="3905888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1" y="0"/>
                  </a:moveTo>
                  <a:lnTo>
                    <a:pt x="50291" y="12192"/>
                  </a:lnTo>
                  <a:lnTo>
                    <a:pt x="0" y="12192"/>
                  </a:lnTo>
                  <a:lnTo>
                    <a:pt x="0" y="6096"/>
                  </a:lnTo>
                  <a:lnTo>
                    <a:pt x="12191" y="6096"/>
                  </a:lnTo>
                  <a:lnTo>
                    <a:pt x="12191" y="0"/>
                  </a:lnTo>
                  <a:lnTo>
                    <a:pt x="50291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5863729" y="3860930"/>
              <a:ext cx="12700" cy="51435"/>
            </a:xfrm>
            <a:custGeom>
              <a:avLst/>
              <a:gdLst/>
              <a:ahLst/>
              <a:cxnLst/>
              <a:rect l="l" t="t" r="r" b="b"/>
              <a:pathLst>
                <a:path w="12700" h="51435">
                  <a:moveTo>
                    <a:pt x="12191" y="51053"/>
                  </a:moveTo>
                  <a:lnTo>
                    <a:pt x="12191" y="12191"/>
                  </a:lnTo>
                  <a:lnTo>
                    <a:pt x="6095" y="12191"/>
                  </a:lnTo>
                  <a:lnTo>
                    <a:pt x="6095" y="0"/>
                  </a:lnTo>
                  <a:lnTo>
                    <a:pt x="0" y="0"/>
                  </a:lnTo>
                  <a:lnTo>
                    <a:pt x="0" y="51053"/>
                  </a:lnTo>
                  <a:lnTo>
                    <a:pt x="12191" y="5105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5863729" y="3860930"/>
              <a:ext cx="12700" cy="51435"/>
            </a:xfrm>
            <a:custGeom>
              <a:avLst/>
              <a:gdLst/>
              <a:ahLst/>
              <a:cxnLst/>
              <a:rect l="l" t="t" r="r" b="b"/>
              <a:pathLst>
                <a:path w="12700" h="51435">
                  <a:moveTo>
                    <a:pt x="12191" y="51053"/>
                  </a:moveTo>
                  <a:lnTo>
                    <a:pt x="0" y="51053"/>
                  </a:lnTo>
                  <a:lnTo>
                    <a:pt x="0" y="0"/>
                  </a:lnTo>
                  <a:lnTo>
                    <a:pt x="6095" y="0"/>
                  </a:lnTo>
                  <a:lnTo>
                    <a:pt x="6095" y="12191"/>
                  </a:lnTo>
                  <a:lnTo>
                    <a:pt x="12191" y="12191"/>
                  </a:lnTo>
                  <a:lnTo>
                    <a:pt x="12191" y="51053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5869838" y="3860930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2" y="6095"/>
                  </a:moveTo>
                  <a:lnTo>
                    <a:pt x="50292" y="0"/>
                  </a:lnTo>
                  <a:lnTo>
                    <a:pt x="0" y="0"/>
                  </a:lnTo>
                  <a:lnTo>
                    <a:pt x="0" y="12191"/>
                  </a:lnTo>
                  <a:lnTo>
                    <a:pt x="38100" y="12191"/>
                  </a:lnTo>
                  <a:lnTo>
                    <a:pt x="38100" y="6095"/>
                  </a:lnTo>
                  <a:lnTo>
                    <a:pt x="50292" y="6095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5869838" y="3860930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0" y="12191"/>
                  </a:moveTo>
                  <a:lnTo>
                    <a:pt x="0" y="0"/>
                  </a:lnTo>
                  <a:lnTo>
                    <a:pt x="50292" y="0"/>
                  </a:lnTo>
                  <a:lnTo>
                    <a:pt x="50292" y="6095"/>
                  </a:lnTo>
                  <a:lnTo>
                    <a:pt x="38100" y="6095"/>
                  </a:lnTo>
                  <a:lnTo>
                    <a:pt x="38100" y="12191"/>
                  </a:lnTo>
                  <a:lnTo>
                    <a:pt x="0" y="12191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946787" y="3817496"/>
              <a:ext cx="45085" cy="44450"/>
            </a:xfrm>
            <a:custGeom>
              <a:avLst/>
              <a:gdLst/>
              <a:ahLst/>
              <a:cxnLst/>
              <a:rect l="l" t="t" r="r" b="b"/>
              <a:pathLst>
                <a:path w="45085" h="44450">
                  <a:moveTo>
                    <a:pt x="44957" y="44196"/>
                  </a:moveTo>
                  <a:lnTo>
                    <a:pt x="44957" y="0"/>
                  </a:lnTo>
                  <a:lnTo>
                    <a:pt x="0" y="0"/>
                  </a:lnTo>
                  <a:lnTo>
                    <a:pt x="0" y="44196"/>
                  </a:lnTo>
                  <a:lnTo>
                    <a:pt x="44957" y="441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5946787" y="3817496"/>
              <a:ext cx="45085" cy="44450"/>
            </a:xfrm>
            <a:custGeom>
              <a:avLst/>
              <a:gdLst/>
              <a:ahLst/>
              <a:cxnLst/>
              <a:rect l="l" t="t" r="r" b="b"/>
              <a:pathLst>
                <a:path w="45085" h="44450">
                  <a:moveTo>
                    <a:pt x="44957" y="0"/>
                  </a:moveTo>
                  <a:lnTo>
                    <a:pt x="44957" y="44196"/>
                  </a:lnTo>
                  <a:lnTo>
                    <a:pt x="0" y="44196"/>
                  </a:lnTo>
                  <a:lnTo>
                    <a:pt x="0" y="0"/>
                  </a:lnTo>
                  <a:lnTo>
                    <a:pt x="44957" y="0"/>
                  </a:lnTo>
                  <a:close/>
                </a:path>
              </a:pathLst>
            </a:custGeom>
            <a:ln w="12293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5985649" y="3817496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12192" y="50292"/>
                  </a:moveTo>
                  <a:lnTo>
                    <a:pt x="12192" y="0"/>
                  </a:lnTo>
                  <a:lnTo>
                    <a:pt x="0" y="0"/>
                  </a:lnTo>
                  <a:lnTo>
                    <a:pt x="0" y="38100"/>
                  </a:lnTo>
                  <a:lnTo>
                    <a:pt x="6096" y="38100"/>
                  </a:lnTo>
                  <a:lnTo>
                    <a:pt x="6096" y="50292"/>
                  </a:lnTo>
                  <a:lnTo>
                    <a:pt x="12192" y="502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5985649" y="3817496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0" y="0"/>
                  </a:moveTo>
                  <a:lnTo>
                    <a:pt x="12192" y="0"/>
                  </a:lnTo>
                  <a:lnTo>
                    <a:pt x="12192" y="50292"/>
                  </a:lnTo>
                  <a:lnTo>
                    <a:pt x="6096" y="50292"/>
                  </a:lnTo>
                  <a:lnTo>
                    <a:pt x="6096" y="38100"/>
                  </a:lnTo>
                  <a:lnTo>
                    <a:pt x="0" y="3810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940691" y="3855596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51053" y="12192"/>
                  </a:moveTo>
                  <a:lnTo>
                    <a:pt x="51053" y="0"/>
                  </a:lnTo>
                  <a:lnTo>
                    <a:pt x="12953" y="0"/>
                  </a:lnTo>
                  <a:lnTo>
                    <a:pt x="12953" y="6096"/>
                  </a:lnTo>
                  <a:lnTo>
                    <a:pt x="0" y="6096"/>
                  </a:lnTo>
                  <a:lnTo>
                    <a:pt x="0" y="12192"/>
                  </a:lnTo>
                  <a:lnTo>
                    <a:pt x="51053" y="121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940691" y="3855596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51053" y="0"/>
                  </a:moveTo>
                  <a:lnTo>
                    <a:pt x="51053" y="12192"/>
                  </a:lnTo>
                  <a:lnTo>
                    <a:pt x="0" y="12192"/>
                  </a:lnTo>
                  <a:lnTo>
                    <a:pt x="0" y="6096"/>
                  </a:lnTo>
                  <a:lnTo>
                    <a:pt x="12953" y="6096"/>
                  </a:lnTo>
                  <a:lnTo>
                    <a:pt x="12953" y="0"/>
                  </a:lnTo>
                  <a:lnTo>
                    <a:pt x="51053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5940691" y="3811400"/>
              <a:ext cx="13335" cy="50800"/>
            </a:xfrm>
            <a:custGeom>
              <a:avLst/>
              <a:gdLst/>
              <a:ahLst/>
              <a:cxnLst/>
              <a:rect l="l" t="t" r="r" b="b"/>
              <a:pathLst>
                <a:path w="13335" h="50800">
                  <a:moveTo>
                    <a:pt x="12953" y="50291"/>
                  </a:moveTo>
                  <a:lnTo>
                    <a:pt x="12953" y="12191"/>
                  </a:lnTo>
                  <a:lnTo>
                    <a:pt x="6095" y="12191"/>
                  </a:lnTo>
                  <a:lnTo>
                    <a:pt x="6095" y="0"/>
                  </a:lnTo>
                  <a:lnTo>
                    <a:pt x="0" y="0"/>
                  </a:lnTo>
                  <a:lnTo>
                    <a:pt x="0" y="50291"/>
                  </a:lnTo>
                  <a:lnTo>
                    <a:pt x="12953" y="5029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5940691" y="3811400"/>
              <a:ext cx="13335" cy="50800"/>
            </a:xfrm>
            <a:custGeom>
              <a:avLst/>
              <a:gdLst/>
              <a:ahLst/>
              <a:cxnLst/>
              <a:rect l="l" t="t" r="r" b="b"/>
              <a:pathLst>
                <a:path w="13335" h="50800">
                  <a:moveTo>
                    <a:pt x="12953" y="50291"/>
                  </a:moveTo>
                  <a:lnTo>
                    <a:pt x="0" y="50291"/>
                  </a:lnTo>
                  <a:lnTo>
                    <a:pt x="0" y="0"/>
                  </a:lnTo>
                  <a:lnTo>
                    <a:pt x="6095" y="0"/>
                  </a:lnTo>
                  <a:lnTo>
                    <a:pt x="6095" y="12191"/>
                  </a:lnTo>
                  <a:lnTo>
                    <a:pt x="12953" y="12191"/>
                  </a:lnTo>
                  <a:lnTo>
                    <a:pt x="12953" y="50291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946800" y="3811400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51053" y="6095"/>
                  </a:moveTo>
                  <a:lnTo>
                    <a:pt x="51053" y="0"/>
                  </a:lnTo>
                  <a:lnTo>
                    <a:pt x="0" y="0"/>
                  </a:lnTo>
                  <a:lnTo>
                    <a:pt x="0" y="12191"/>
                  </a:lnTo>
                  <a:lnTo>
                    <a:pt x="38862" y="12191"/>
                  </a:lnTo>
                  <a:lnTo>
                    <a:pt x="38862" y="6095"/>
                  </a:lnTo>
                  <a:lnTo>
                    <a:pt x="51053" y="6095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946800" y="3811400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0" y="12191"/>
                  </a:moveTo>
                  <a:lnTo>
                    <a:pt x="0" y="0"/>
                  </a:lnTo>
                  <a:lnTo>
                    <a:pt x="51053" y="0"/>
                  </a:lnTo>
                  <a:lnTo>
                    <a:pt x="51053" y="6095"/>
                  </a:lnTo>
                  <a:lnTo>
                    <a:pt x="38862" y="6095"/>
                  </a:lnTo>
                  <a:lnTo>
                    <a:pt x="38862" y="12191"/>
                  </a:lnTo>
                  <a:lnTo>
                    <a:pt x="0" y="12191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6044336" y="3768728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44957" y="44958"/>
                  </a:moveTo>
                  <a:lnTo>
                    <a:pt x="44957" y="0"/>
                  </a:lnTo>
                  <a:lnTo>
                    <a:pt x="0" y="0"/>
                  </a:lnTo>
                  <a:lnTo>
                    <a:pt x="0" y="44958"/>
                  </a:lnTo>
                  <a:lnTo>
                    <a:pt x="44957" y="4495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6044336" y="3768728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44957" y="0"/>
                  </a:moveTo>
                  <a:lnTo>
                    <a:pt x="44957" y="44958"/>
                  </a:lnTo>
                  <a:lnTo>
                    <a:pt x="0" y="44958"/>
                  </a:lnTo>
                  <a:lnTo>
                    <a:pt x="0" y="0"/>
                  </a:lnTo>
                  <a:lnTo>
                    <a:pt x="44957" y="0"/>
                  </a:lnTo>
                  <a:close/>
                </a:path>
              </a:pathLst>
            </a:custGeom>
            <a:ln w="12293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6083185" y="3768728"/>
              <a:ext cx="12700" cy="51435"/>
            </a:xfrm>
            <a:custGeom>
              <a:avLst/>
              <a:gdLst/>
              <a:ahLst/>
              <a:cxnLst/>
              <a:rect l="l" t="t" r="r" b="b"/>
              <a:pathLst>
                <a:path w="12700" h="51435">
                  <a:moveTo>
                    <a:pt x="12192" y="51053"/>
                  </a:moveTo>
                  <a:lnTo>
                    <a:pt x="12192" y="0"/>
                  </a:lnTo>
                  <a:lnTo>
                    <a:pt x="0" y="0"/>
                  </a:lnTo>
                  <a:lnTo>
                    <a:pt x="0" y="38862"/>
                  </a:lnTo>
                  <a:lnTo>
                    <a:pt x="6096" y="38862"/>
                  </a:lnTo>
                  <a:lnTo>
                    <a:pt x="6096" y="51053"/>
                  </a:lnTo>
                  <a:lnTo>
                    <a:pt x="12192" y="5105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6083185" y="3768728"/>
              <a:ext cx="12700" cy="51435"/>
            </a:xfrm>
            <a:custGeom>
              <a:avLst/>
              <a:gdLst/>
              <a:ahLst/>
              <a:cxnLst/>
              <a:rect l="l" t="t" r="r" b="b"/>
              <a:pathLst>
                <a:path w="12700" h="51435">
                  <a:moveTo>
                    <a:pt x="0" y="0"/>
                  </a:moveTo>
                  <a:lnTo>
                    <a:pt x="12192" y="0"/>
                  </a:lnTo>
                  <a:lnTo>
                    <a:pt x="12192" y="51053"/>
                  </a:lnTo>
                  <a:lnTo>
                    <a:pt x="6096" y="51053"/>
                  </a:lnTo>
                  <a:lnTo>
                    <a:pt x="6096" y="38862"/>
                  </a:lnTo>
                  <a:lnTo>
                    <a:pt x="0" y="3886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6038240" y="3807590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51053" y="12192"/>
                  </a:moveTo>
                  <a:lnTo>
                    <a:pt x="51053" y="0"/>
                  </a:lnTo>
                  <a:lnTo>
                    <a:pt x="12953" y="0"/>
                  </a:lnTo>
                  <a:lnTo>
                    <a:pt x="12953" y="6096"/>
                  </a:lnTo>
                  <a:lnTo>
                    <a:pt x="0" y="6096"/>
                  </a:lnTo>
                  <a:lnTo>
                    <a:pt x="0" y="12192"/>
                  </a:lnTo>
                  <a:lnTo>
                    <a:pt x="51053" y="121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6038240" y="3807590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51053" y="0"/>
                  </a:moveTo>
                  <a:lnTo>
                    <a:pt x="51053" y="12192"/>
                  </a:lnTo>
                  <a:lnTo>
                    <a:pt x="0" y="12192"/>
                  </a:lnTo>
                  <a:lnTo>
                    <a:pt x="0" y="6096"/>
                  </a:lnTo>
                  <a:lnTo>
                    <a:pt x="12953" y="6096"/>
                  </a:lnTo>
                  <a:lnTo>
                    <a:pt x="12953" y="0"/>
                  </a:lnTo>
                  <a:lnTo>
                    <a:pt x="51053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6038240" y="3762632"/>
              <a:ext cx="13335" cy="51435"/>
            </a:xfrm>
            <a:custGeom>
              <a:avLst/>
              <a:gdLst/>
              <a:ahLst/>
              <a:cxnLst/>
              <a:rect l="l" t="t" r="r" b="b"/>
              <a:pathLst>
                <a:path w="13335" h="51435">
                  <a:moveTo>
                    <a:pt x="12953" y="51054"/>
                  </a:moveTo>
                  <a:lnTo>
                    <a:pt x="12953" y="12192"/>
                  </a:lnTo>
                  <a:lnTo>
                    <a:pt x="6095" y="12192"/>
                  </a:lnTo>
                  <a:lnTo>
                    <a:pt x="6095" y="0"/>
                  </a:lnTo>
                  <a:lnTo>
                    <a:pt x="0" y="0"/>
                  </a:lnTo>
                  <a:lnTo>
                    <a:pt x="0" y="51054"/>
                  </a:lnTo>
                  <a:lnTo>
                    <a:pt x="12953" y="51054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6038240" y="3762632"/>
              <a:ext cx="13335" cy="51435"/>
            </a:xfrm>
            <a:custGeom>
              <a:avLst/>
              <a:gdLst/>
              <a:ahLst/>
              <a:cxnLst/>
              <a:rect l="l" t="t" r="r" b="b"/>
              <a:pathLst>
                <a:path w="13335" h="51435">
                  <a:moveTo>
                    <a:pt x="12953" y="51054"/>
                  </a:moveTo>
                  <a:lnTo>
                    <a:pt x="0" y="51054"/>
                  </a:lnTo>
                  <a:lnTo>
                    <a:pt x="0" y="0"/>
                  </a:lnTo>
                  <a:lnTo>
                    <a:pt x="6095" y="0"/>
                  </a:lnTo>
                  <a:lnTo>
                    <a:pt x="6095" y="12192"/>
                  </a:lnTo>
                  <a:lnTo>
                    <a:pt x="12953" y="12192"/>
                  </a:lnTo>
                  <a:lnTo>
                    <a:pt x="12953" y="51054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6044323" y="3762632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51053" y="6096"/>
                  </a:moveTo>
                  <a:lnTo>
                    <a:pt x="51053" y="0"/>
                  </a:lnTo>
                  <a:lnTo>
                    <a:pt x="0" y="0"/>
                  </a:lnTo>
                  <a:lnTo>
                    <a:pt x="0" y="12192"/>
                  </a:lnTo>
                  <a:lnTo>
                    <a:pt x="38862" y="12192"/>
                  </a:lnTo>
                  <a:lnTo>
                    <a:pt x="38862" y="6096"/>
                  </a:lnTo>
                  <a:lnTo>
                    <a:pt x="51053" y="6096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6044323" y="3762632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0" y="12192"/>
                  </a:moveTo>
                  <a:lnTo>
                    <a:pt x="0" y="0"/>
                  </a:lnTo>
                  <a:lnTo>
                    <a:pt x="51053" y="0"/>
                  </a:lnTo>
                  <a:lnTo>
                    <a:pt x="51053" y="6096"/>
                  </a:lnTo>
                  <a:lnTo>
                    <a:pt x="38862" y="6096"/>
                  </a:lnTo>
                  <a:lnTo>
                    <a:pt x="38862" y="12192"/>
                  </a:lnTo>
                  <a:lnTo>
                    <a:pt x="0" y="12192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6128918" y="3728342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44957" y="44958"/>
                  </a:moveTo>
                  <a:lnTo>
                    <a:pt x="44957" y="0"/>
                  </a:lnTo>
                  <a:lnTo>
                    <a:pt x="0" y="0"/>
                  </a:lnTo>
                  <a:lnTo>
                    <a:pt x="0" y="44958"/>
                  </a:lnTo>
                  <a:lnTo>
                    <a:pt x="44957" y="4495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6128918" y="3728342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44957" y="0"/>
                  </a:moveTo>
                  <a:lnTo>
                    <a:pt x="44957" y="44958"/>
                  </a:lnTo>
                  <a:lnTo>
                    <a:pt x="0" y="44958"/>
                  </a:lnTo>
                  <a:lnTo>
                    <a:pt x="0" y="0"/>
                  </a:lnTo>
                  <a:lnTo>
                    <a:pt x="44957" y="0"/>
                  </a:lnTo>
                  <a:close/>
                </a:path>
              </a:pathLst>
            </a:custGeom>
            <a:ln w="12293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6167780" y="3728342"/>
              <a:ext cx="12700" cy="51435"/>
            </a:xfrm>
            <a:custGeom>
              <a:avLst/>
              <a:gdLst/>
              <a:ahLst/>
              <a:cxnLst/>
              <a:rect l="l" t="t" r="r" b="b"/>
              <a:pathLst>
                <a:path w="12700" h="51435">
                  <a:moveTo>
                    <a:pt x="12192" y="51053"/>
                  </a:moveTo>
                  <a:lnTo>
                    <a:pt x="12192" y="0"/>
                  </a:lnTo>
                  <a:lnTo>
                    <a:pt x="0" y="0"/>
                  </a:lnTo>
                  <a:lnTo>
                    <a:pt x="0" y="38862"/>
                  </a:lnTo>
                  <a:lnTo>
                    <a:pt x="6096" y="38862"/>
                  </a:lnTo>
                  <a:lnTo>
                    <a:pt x="6096" y="51053"/>
                  </a:lnTo>
                  <a:lnTo>
                    <a:pt x="12192" y="5105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6167780" y="3728342"/>
              <a:ext cx="12700" cy="51435"/>
            </a:xfrm>
            <a:custGeom>
              <a:avLst/>
              <a:gdLst/>
              <a:ahLst/>
              <a:cxnLst/>
              <a:rect l="l" t="t" r="r" b="b"/>
              <a:pathLst>
                <a:path w="12700" h="51435">
                  <a:moveTo>
                    <a:pt x="0" y="0"/>
                  </a:moveTo>
                  <a:lnTo>
                    <a:pt x="12192" y="0"/>
                  </a:lnTo>
                  <a:lnTo>
                    <a:pt x="12192" y="51053"/>
                  </a:lnTo>
                  <a:lnTo>
                    <a:pt x="6096" y="51053"/>
                  </a:lnTo>
                  <a:lnTo>
                    <a:pt x="6096" y="38862"/>
                  </a:lnTo>
                  <a:lnTo>
                    <a:pt x="0" y="3886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6122822" y="3767204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51053" y="12192"/>
                  </a:moveTo>
                  <a:lnTo>
                    <a:pt x="51053" y="0"/>
                  </a:lnTo>
                  <a:lnTo>
                    <a:pt x="12191" y="0"/>
                  </a:lnTo>
                  <a:lnTo>
                    <a:pt x="12191" y="6096"/>
                  </a:lnTo>
                  <a:lnTo>
                    <a:pt x="0" y="6096"/>
                  </a:lnTo>
                  <a:lnTo>
                    <a:pt x="0" y="12192"/>
                  </a:lnTo>
                  <a:lnTo>
                    <a:pt x="51053" y="121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6122822" y="3767204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51053" y="0"/>
                  </a:moveTo>
                  <a:lnTo>
                    <a:pt x="51053" y="12192"/>
                  </a:lnTo>
                  <a:lnTo>
                    <a:pt x="0" y="12192"/>
                  </a:lnTo>
                  <a:lnTo>
                    <a:pt x="0" y="6096"/>
                  </a:lnTo>
                  <a:lnTo>
                    <a:pt x="12191" y="6096"/>
                  </a:lnTo>
                  <a:lnTo>
                    <a:pt x="12191" y="0"/>
                  </a:lnTo>
                  <a:lnTo>
                    <a:pt x="51053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6122822" y="3722246"/>
              <a:ext cx="12700" cy="51435"/>
            </a:xfrm>
            <a:custGeom>
              <a:avLst/>
              <a:gdLst/>
              <a:ahLst/>
              <a:cxnLst/>
              <a:rect l="l" t="t" r="r" b="b"/>
              <a:pathLst>
                <a:path w="12700" h="51435">
                  <a:moveTo>
                    <a:pt x="12191" y="51053"/>
                  </a:moveTo>
                  <a:lnTo>
                    <a:pt x="12191" y="12191"/>
                  </a:lnTo>
                  <a:lnTo>
                    <a:pt x="6095" y="12191"/>
                  </a:lnTo>
                  <a:lnTo>
                    <a:pt x="6095" y="0"/>
                  </a:lnTo>
                  <a:lnTo>
                    <a:pt x="0" y="0"/>
                  </a:lnTo>
                  <a:lnTo>
                    <a:pt x="0" y="51053"/>
                  </a:lnTo>
                  <a:lnTo>
                    <a:pt x="12191" y="5105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6122822" y="3722246"/>
              <a:ext cx="12700" cy="51435"/>
            </a:xfrm>
            <a:custGeom>
              <a:avLst/>
              <a:gdLst/>
              <a:ahLst/>
              <a:cxnLst/>
              <a:rect l="l" t="t" r="r" b="b"/>
              <a:pathLst>
                <a:path w="12700" h="51435">
                  <a:moveTo>
                    <a:pt x="12191" y="51053"/>
                  </a:moveTo>
                  <a:lnTo>
                    <a:pt x="0" y="51053"/>
                  </a:lnTo>
                  <a:lnTo>
                    <a:pt x="0" y="0"/>
                  </a:lnTo>
                  <a:lnTo>
                    <a:pt x="6095" y="0"/>
                  </a:lnTo>
                  <a:lnTo>
                    <a:pt x="6095" y="12191"/>
                  </a:lnTo>
                  <a:lnTo>
                    <a:pt x="12191" y="12191"/>
                  </a:lnTo>
                  <a:lnTo>
                    <a:pt x="12191" y="51053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6128918" y="3722246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51053" y="6095"/>
                  </a:moveTo>
                  <a:lnTo>
                    <a:pt x="51053" y="0"/>
                  </a:lnTo>
                  <a:lnTo>
                    <a:pt x="0" y="0"/>
                  </a:lnTo>
                  <a:lnTo>
                    <a:pt x="0" y="12191"/>
                  </a:lnTo>
                  <a:lnTo>
                    <a:pt x="38862" y="12191"/>
                  </a:lnTo>
                  <a:lnTo>
                    <a:pt x="38862" y="6095"/>
                  </a:lnTo>
                  <a:lnTo>
                    <a:pt x="51053" y="6095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6128918" y="3722246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0" y="12191"/>
                  </a:moveTo>
                  <a:lnTo>
                    <a:pt x="0" y="0"/>
                  </a:lnTo>
                  <a:lnTo>
                    <a:pt x="51053" y="0"/>
                  </a:lnTo>
                  <a:lnTo>
                    <a:pt x="51053" y="6095"/>
                  </a:lnTo>
                  <a:lnTo>
                    <a:pt x="38862" y="6095"/>
                  </a:lnTo>
                  <a:lnTo>
                    <a:pt x="38862" y="12191"/>
                  </a:lnTo>
                  <a:lnTo>
                    <a:pt x="0" y="12191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6550304" y="1472822"/>
              <a:ext cx="2402840" cy="1151890"/>
            </a:xfrm>
            <a:custGeom>
              <a:avLst/>
              <a:gdLst/>
              <a:ahLst/>
              <a:cxnLst/>
              <a:rect l="l" t="t" r="r" b="b"/>
              <a:pathLst>
                <a:path w="2402840" h="1151889">
                  <a:moveTo>
                    <a:pt x="0" y="0"/>
                  </a:moveTo>
                  <a:lnTo>
                    <a:pt x="0" y="1151382"/>
                  </a:lnTo>
                  <a:lnTo>
                    <a:pt x="2402586" y="1151381"/>
                  </a:lnTo>
                  <a:lnTo>
                    <a:pt x="2402586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8157349" y="2316356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192" y="0"/>
                  </a:moveTo>
                  <a:lnTo>
                    <a:pt x="0" y="0"/>
                  </a:lnTo>
                  <a:lnTo>
                    <a:pt x="1219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8157349" y="2316356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19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8157349" y="2316356"/>
              <a:ext cx="12700" cy="1983105"/>
            </a:xfrm>
            <a:custGeom>
              <a:avLst/>
              <a:gdLst/>
              <a:ahLst/>
              <a:cxnLst/>
              <a:rect l="l" t="t" r="r" b="b"/>
              <a:pathLst>
                <a:path w="12700" h="1983104">
                  <a:moveTo>
                    <a:pt x="0" y="1982724"/>
                  </a:moveTo>
                  <a:lnTo>
                    <a:pt x="0" y="0"/>
                  </a:lnTo>
                  <a:lnTo>
                    <a:pt x="12192" y="0"/>
                  </a:lnTo>
                  <a:lnTo>
                    <a:pt x="12192" y="1982724"/>
                  </a:lnTo>
                  <a:lnTo>
                    <a:pt x="0" y="1982724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8157349" y="2316356"/>
              <a:ext cx="12700" cy="1983105"/>
            </a:xfrm>
            <a:custGeom>
              <a:avLst/>
              <a:gdLst/>
              <a:ahLst/>
              <a:cxnLst/>
              <a:rect l="l" t="t" r="r" b="b"/>
              <a:pathLst>
                <a:path w="12700" h="1983104">
                  <a:moveTo>
                    <a:pt x="0" y="1982724"/>
                  </a:moveTo>
                  <a:lnTo>
                    <a:pt x="0" y="0"/>
                  </a:lnTo>
                  <a:lnTo>
                    <a:pt x="12192" y="0"/>
                  </a:lnTo>
                  <a:lnTo>
                    <a:pt x="12192" y="1982724"/>
                  </a:lnTo>
                  <a:lnTo>
                    <a:pt x="0" y="1982724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8583320" y="2349884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430" y="0"/>
                  </a:moveTo>
                  <a:lnTo>
                    <a:pt x="0" y="0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8583320" y="2349884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42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8583320" y="2349884"/>
              <a:ext cx="11430" cy="1942464"/>
            </a:xfrm>
            <a:custGeom>
              <a:avLst/>
              <a:gdLst/>
              <a:ahLst/>
              <a:cxnLst/>
              <a:rect l="l" t="t" r="r" b="b"/>
              <a:pathLst>
                <a:path w="11429" h="1942464">
                  <a:moveTo>
                    <a:pt x="0" y="1942338"/>
                  </a:moveTo>
                  <a:lnTo>
                    <a:pt x="0" y="0"/>
                  </a:lnTo>
                  <a:lnTo>
                    <a:pt x="11429" y="0"/>
                  </a:lnTo>
                  <a:lnTo>
                    <a:pt x="11429" y="1942338"/>
                  </a:lnTo>
                  <a:lnTo>
                    <a:pt x="0" y="1942338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8583320" y="2349884"/>
              <a:ext cx="11430" cy="1942464"/>
            </a:xfrm>
            <a:custGeom>
              <a:avLst/>
              <a:gdLst/>
              <a:ahLst/>
              <a:cxnLst/>
              <a:rect l="l" t="t" r="r" b="b"/>
              <a:pathLst>
                <a:path w="11429" h="1942464">
                  <a:moveTo>
                    <a:pt x="0" y="1942338"/>
                  </a:moveTo>
                  <a:lnTo>
                    <a:pt x="0" y="0"/>
                  </a:lnTo>
                  <a:lnTo>
                    <a:pt x="11429" y="0"/>
                  </a:lnTo>
                  <a:lnTo>
                    <a:pt x="11429" y="1942338"/>
                  </a:lnTo>
                  <a:lnTo>
                    <a:pt x="0" y="1942338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1" name="object 19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878838" y="4277128"/>
              <a:ext cx="838974" cy="302748"/>
            </a:xfrm>
            <a:prstGeom prst="rect">
              <a:avLst/>
            </a:prstGeom>
          </p:spPr>
        </p:pic>
        <p:pic>
          <p:nvPicPr>
            <p:cNvPr id="192" name="object 19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069719" y="2232536"/>
              <a:ext cx="136398" cy="29717"/>
            </a:xfrm>
            <a:prstGeom prst="rect">
              <a:avLst/>
            </a:prstGeom>
          </p:spPr>
        </p:pic>
        <p:sp>
          <p:nvSpPr>
            <p:cNvPr id="193" name="object 193"/>
            <p:cNvSpPr/>
            <p:nvPr/>
          </p:nvSpPr>
          <p:spPr>
            <a:xfrm>
              <a:off x="8069719" y="2232536"/>
              <a:ext cx="136525" cy="29845"/>
            </a:xfrm>
            <a:custGeom>
              <a:avLst/>
              <a:gdLst/>
              <a:ahLst/>
              <a:cxnLst/>
              <a:rect l="l" t="t" r="r" b="b"/>
              <a:pathLst>
                <a:path w="136525" h="29844">
                  <a:moveTo>
                    <a:pt x="0" y="14477"/>
                  </a:moveTo>
                  <a:lnTo>
                    <a:pt x="9144" y="22097"/>
                  </a:lnTo>
                  <a:lnTo>
                    <a:pt x="33528" y="27431"/>
                  </a:lnTo>
                  <a:lnTo>
                    <a:pt x="68580" y="29717"/>
                  </a:lnTo>
                  <a:lnTo>
                    <a:pt x="102870" y="27431"/>
                  </a:lnTo>
                  <a:lnTo>
                    <a:pt x="127254" y="22097"/>
                  </a:lnTo>
                  <a:lnTo>
                    <a:pt x="136398" y="14477"/>
                  </a:lnTo>
                  <a:lnTo>
                    <a:pt x="127254" y="7619"/>
                  </a:lnTo>
                  <a:lnTo>
                    <a:pt x="102870" y="2285"/>
                  </a:lnTo>
                  <a:lnTo>
                    <a:pt x="68580" y="0"/>
                  </a:lnTo>
                  <a:lnTo>
                    <a:pt x="33528" y="2285"/>
                  </a:lnTo>
                  <a:lnTo>
                    <a:pt x="9144" y="7619"/>
                  </a:lnTo>
                  <a:lnTo>
                    <a:pt x="0" y="144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4" name="object 19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8075066" y="2227964"/>
              <a:ext cx="126492" cy="16002"/>
            </a:xfrm>
            <a:prstGeom prst="rect">
              <a:avLst/>
            </a:prstGeom>
          </p:spPr>
        </p:pic>
        <p:sp>
          <p:nvSpPr>
            <p:cNvPr id="195" name="object 195"/>
            <p:cNvSpPr/>
            <p:nvPr/>
          </p:nvSpPr>
          <p:spPr>
            <a:xfrm>
              <a:off x="8111642" y="2227964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0" y="4572"/>
                  </a:moveTo>
                  <a:lnTo>
                    <a:pt x="0" y="6858"/>
                  </a:lnTo>
                  <a:lnTo>
                    <a:pt x="2286" y="8382"/>
                  </a:lnTo>
                  <a:lnTo>
                    <a:pt x="7391" y="9283"/>
                  </a:lnTo>
                  <a:lnTo>
                    <a:pt x="10553" y="6972"/>
                  </a:lnTo>
                  <a:lnTo>
                    <a:pt x="8382" y="2286"/>
                  </a:lnTo>
                  <a:lnTo>
                    <a:pt x="6858" y="0"/>
                  </a:lnTo>
                  <a:lnTo>
                    <a:pt x="2285" y="0"/>
                  </a:lnTo>
                  <a:lnTo>
                    <a:pt x="0" y="2286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6" name="object 19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8111642" y="2227202"/>
              <a:ext cx="9144" cy="8382"/>
            </a:xfrm>
            <a:prstGeom prst="rect">
              <a:avLst/>
            </a:prstGeom>
          </p:spPr>
        </p:pic>
        <p:sp>
          <p:nvSpPr>
            <p:cNvPr id="197" name="object 197"/>
            <p:cNvSpPr/>
            <p:nvPr/>
          </p:nvSpPr>
          <p:spPr>
            <a:xfrm>
              <a:off x="8111642" y="2227202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4572"/>
                  </a:moveTo>
                  <a:lnTo>
                    <a:pt x="0" y="6096"/>
                  </a:lnTo>
                  <a:lnTo>
                    <a:pt x="2286" y="7620"/>
                  </a:lnTo>
                  <a:lnTo>
                    <a:pt x="4572" y="8382"/>
                  </a:lnTo>
                  <a:lnTo>
                    <a:pt x="6858" y="7620"/>
                  </a:lnTo>
                  <a:lnTo>
                    <a:pt x="8382" y="6096"/>
                  </a:lnTo>
                  <a:lnTo>
                    <a:pt x="9144" y="4572"/>
                  </a:lnTo>
                  <a:lnTo>
                    <a:pt x="8382" y="1524"/>
                  </a:lnTo>
                  <a:lnTo>
                    <a:pt x="6858" y="0"/>
                  </a:lnTo>
                  <a:lnTo>
                    <a:pt x="2285" y="0"/>
                  </a:lnTo>
                  <a:lnTo>
                    <a:pt x="0" y="1524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8" name="object 19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100199" y="2227964"/>
              <a:ext cx="9144" cy="8382"/>
            </a:xfrm>
            <a:prstGeom prst="rect">
              <a:avLst/>
            </a:prstGeom>
          </p:spPr>
        </p:pic>
        <p:sp>
          <p:nvSpPr>
            <p:cNvPr id="199" name="object 199"/>
            <p:cNvSpPr/>
            <p:nvPr/>
          </p:nvSpPr>
          <p:spPr>
            <a:xfrm>
              <a:off x="8100199" y="2227964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4572"/>
                  </a:moveTo>
                  <a:lnTo>
                    <a:pt x="762" y="6858"/>
                  </a:lnTo>
                  <a:lnTo>
                    <a:pt x="2286" y="8382"/>
                  </a:lnTo>
                  <a:lnTo>
                    <a:pt x="6858" y="8382"/>
                  </a:lnTo>
                  <a:lnTo>
                    <a:pt x="8382" y="6858"/>
                  </a:lnTo>
                  <a:lnTo>
                    <a:pt x="9144" y="4572"/>
                  </a:lnTo>
                  <a:lnTo>
                    <a:pt x="8382" y="2286"/>
                  </a:lnTo>
                  <a:lnTo>
                    <a:pt x="6858" y="0"/>
                  </a:lnTo>
                  <a:lnTo>
                    <a:pt x="2285" y="0"/>
                  </a:lnTo>
                  <a:lnTo>
                    <a:pt x="761" y="2286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0" name="object 20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100199" y="2227202"/>
              <a:ext cx="9144" cy="8382"/>
            </a:xfrm>
            <a:prstGeom prst="rect">
              <a:avLst/>
            </a:prstGeom>
          </p:spPr>
        </p:pic>
        <p:sp>
          <p:nvSpPr>
            <p:cNvPr id="201" name="object 201"/>
            <p:cNvSpPr/>
            <p:nvPr/>
          </p:nvSpPr>
          <p:spPr>
            <a:xfrm>
              <a:off x="8100199" y="2227202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4572"/>
                  </a:moveTo>
                  <a:lnTo>
                    <a:pt x="762" y="6096"/>
                  </a:lnTo>
                  <a:lnTo>
                    <a:pt x="2286" y="7620"/>
                  </a:lnTo>
                  <a:lnTo>
                    <a:pt x="4572" y="8382"/>
                  </a:lnTo>
                  <a:lnTo>
                    <a:pt x="6858" y="7620"/>
                  </a:lnTo>
                  <a:lnTo>
                    <a:pt x="8382" y="6096"/>
                  </a:lnTo>
                  <a:lnTo>
                    <a:pt x="9144" y="4572"/>
                  </a:lnTo>
                  <a:lnTo>
                    <a:pt x="8382" y="1524"/>
                  </a:lnTo>
                  <a:lnTo>
                    <a:pt x="6858" y="0"/>
                  </a:lnTo>
                  <a:lnTo>
                    <a:pt x="2285" y="0"/>
                  </a:lnTo>
                  <a:lnTo>
                    <a:pt x="761" y="1524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2" name="object 20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8088769" y="2227964"/>
              <a:ext cx="9484" cy="8702"/>
            </a:xfrm>
            <a:prstGeom prst="rect">
              <a:avLst/>
            </a:prstGeom>
          </p:spPr>
        </p:pic>
        <p:sp>
          <p:nvSpPr>
            <p:cNvPr id="203" name="object 203"/>
            <p:cNvSpPr/>
            <p:nvPr/>
          </p:nvSpPr>
          <p:spPr>
            <a:xfrm>
              <a:off x="8088769" y="2227964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4572"/>
                  </a:moveTo>
                  <a:lnTo>
                    <a:pt x="762" y="6858"/>
                  </a:lnTo>
                  <a:lnTo>
                    <a:pt x="5736" y="8702"/>
                  </a:lnTo>
                  <a:lnTo>
                    <a:pt x="9258" y="6234"/>
                  </a:lnTo>
                  <a:lnTo>
                    <a:pt x="9484" y="2362"/>
                  </a:lnTo>
                  <a:lnTo>
                    <a:pt x="4572" y="0"/>
                  </a:lnTo>
                  <a:lnTo>
                    <a:pt x="2285" y="0"/>
                  </a:lnTo>
                  <a:lnTo>
                    <a:pt x="761" y="2286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4" name="object 20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088769" y="2227202"/>
              <a:ext cx="9905" cy="8382"/>
            </a:xfrm>
            <a:prstGeom prst="rect">
              <a:avLst/>
            </a:prstGeom>
          </p:spPr>
        </p:pic>
        <p:sp>
          <p:nvSpPr>
            <p:cNvPr id="205" name="object 205"/>
            <p:cNvSpPr/>
            <p:nvPr/>
          </p:nvSpPr>
          <p:spPr>
            <a:xfrm>
              <a:off x="8088769" y="2227202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59" h="8889">
                  <a:moveTo>
                    <a:pt x="0" y="4572"/>
                  </a:moveTo>
                  <a:lnTo>
                    <a:pt x="762" y="6096"/>
                  </a:lnTo>
                  <a:lnTo>
                    <a:pt x="2286" y="7620"/>
                  </a:lnTo>
                  <a:lnTo>
                    <a:pt x="4572" y="8382"/>
                  </a:lnTo>
                  <a:lnTo>
                    <a:pt x="6858" y="7620"/>
                  </a:lnTo>
                  <a:lnTo>
                    <a:pt x="9144" y="6096"/>
                  </a:lnTo>
                  <a:lnTo>
                    <a:pt x="9906" y="4572"/>
                  </a:lnTo>
                  <a:lnTo>
                    <a:pt x="9144" y="1524"/>
                  </a:lnTo>
                  <a:lnTo>
                    <a:pt x="6858" y="0"/>
                  </a:lnTo>
                  <a:lnTo>
                    <a:pt x="2285" y="0"/>
                  </a:lnTo>
                  <a:lnTo>
                    <a:pt x="761" y="1524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6" name="object 20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8148967" y="2227964"/>
              <a:ext cx="9905" cy="8382"/>
            </a:xfrm>
            <a:prstGeom prst="rect">
              <a:avLst/>
            </a:prstGeom>
          </p:spPr>
        </p:pic>
        <p:sp>
          <p:nvSpPr>
            <p:cNvPr id="207" name="object 207"/>
            <p:cNvSpPr/>
            <p:nvPr/>
          </p:nvSpPr>
          <p:spPr>
            <a:xfrm>
              <a:off x="8148967" y="2227964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59" h="8889">
                  <a:moveTo>
                    <a:pt x="0" y="4572"/>
                  </a:moveTo>
                  <a:lnTo>
                    <a:pt x="762" y="6858"/>
                  </a:lnTo>
                  <a:lnTo>
                    <a:pt x="3048" y="8382"/>
                  </a:lnTo>
                  <a:lnTo>
                    <a:pt x="7620" y="8382"/>
                  </a:lnTo>
                  <a:lnTo>
                    <a:pt x="9144" y="6858"/>
                  </a:lnTo>
                  <a:lnTo>
                    <a:pt x="9906" y="4572"/>
                  </a:lnTo>
                  <a:lnTo>
                    <a:pt x="9144" y="2286"/>
                  </a:lnTo>
                  <a:lnTo>
                    <a:pt x="7620" y="0"/>
                  </a:lnTo>
                  <a:lnTo>
                    <a:pt x="3047" y="0"/>
                  </a:lnTo>
                  <a:lnTo>
                    <a:pt x="761" y="2286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8" name="object 20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148967" y="2227301"/>
              <a:ext cx="9758" cy="7850"/>
            </a:xfrm>
            <a:prstGeom prst="rect">
              <a:avLst/>
            </a:prstGeom>
          </p:spPr>
        </p:pic>
        <p:sp>
          <p:nvSpPr>
            <p:cNvPr id="209" name="object 209"/>
            <p:cNvSpPr/>
            <p:nvPr/>
          </p:nvSpPr>
          <p:spPr>
            <a:xfrm>
              <a:off x="8148967" y="2227301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59" h="8255">
                  <a:moveTo>
                    <a:pt x="0" y="4473"/>
                  </a:moveTo>
                  <a:lnTo>
                    <a:pt x="762" y="5997"/>
                  </a:lnTo>
                  <a:lnTo>
                    <a:pt x="7314" y="7850"/>
                  </a:lnTo>
                  <a:lnTo>
                    <a:pt x="9758" y="3996"/>
                  </a:lnTo>
                  <a:lnTo>
                    <a:pt x="7703" y="0"/>
                  </a:lnTo>
                  <a:lnTo>
                    <a:pt x="761" y="1425"/>
                  </a:lnTo>
                  <a:lnTo>
                    <a:pt x="0" y="447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0" name="object 21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8069719" y="2247014"/>
              <a:ext cx="136398" cy="22860"/>
            </a:xfrm>
            <a:prstGeom prst="rect">
              <a:avLst/>
            </a:prstGeom>
          </p:spPr>
        </p:pic>
        <p:sp>
          <p:nvSpPr>
            <p:cNvPr id="211" name="object 211"/>
            <p:cNvSpPr/>
            <p:nvPr/>
          </p:nvSpPr>
          <p:spPr>
            <a:xfrm>
              <a:off x="8069719" y="2247014"/>
              <a:ext cx="136525" cy="22860"/>
            </a:xfrm>
            <a:custGeom>
              <a:avLst/>
              <a:gdLst/>
              <a:ahLst/>
              <a:cxnLst/>
              <a:rect l="l" t="t" r="r" b="b"/>
              <a:pathLst>
                <a:path w="136525" h="22860">
                  <a:moveTo>
                    <a:pt x="0" y="0"/>
                  </a:moveTo>
                  <a:lnTo>
                    <a:pt x="0" y="6858"/>
                  </a:lnTo>
                  <a:lnTo>
                    <a:pt x="2286" y="10668"/>
                  </a:lnTo>
                  <a:lnTo>
                    <a:pt x="19812" y="17526"/>
                  </a:lnTo>
                  <a:lnTo>
                    <a:pt x="68580" y="22859"/>
                  </a:lnTo>
                  <a:lnTo>
                    <a:pt x="116586" y="17525"/>
                  </a:lnTo>
                  <a:lnTo>
                    <a:pt x="134112" y="10667"/>
                  </a:lnTo>
                  <a:lnTo>
                    <a:pt x="136398" y="6857"/>
                  </a:lnTo>
                  <a:lnTo>
                    <a:pt x="136398" y="0"/>
                  </a:lnTo>
                  <a:lnTo>
                    <a:pt x="134112" y="3809"/>
                  </a:lnTo>
                  <a:lnTo>
                    <a:pt x="117348" y="10667"/>
                  </a:lnTo>
                  <a:lnTo>
                    <a:pt x="68580" y="15239"/>
                  </a:lnTo>
                  <a:lnTo>
                    <a:pt x="20574" y="10667"/>
                  </a:lnTo>
                  <a:lnTo>
                    <a:pt x="2286" y="381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2" name="object 21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8039252" y="2054228"/>
              <a:ext cx="203453" cy="19050"/>
            </a:xfrm>
            <a:prstGeom prst="rect">
              <a:avLst/>
            </a:prstGeom>
          </p:spPr>
        </p:pic>
        <p:sp>
          <p:nvSpPr>
            <p:cNvPr id="213" name="object 213"/>
            <p:cNvSpPr/>
            <p:nvPr/>
          </p:nvSpPr>
          <p:spPr>
            <a:xfrm>
              <a:off x="8039252" y="2054228"/>
              <a:ext cx="203835" cy="19050"/>
            </a:xfrm>
            <a:custGeom>
              <a:avLst/>
              <a:gdLst/>
              <a:ahLst/>
              <a:cxnLst/>
              <a:rect l="l" t="t" r="r" b="b"/>
              <a:pathLst>
                <a:path w="203834" h="19050">
                  <a:moveTo>
                    <a:pt x="0" y="19050"/>
                  </a:moveTo>
                  <a:lnTo>
                    <a:pt x="10667" y="0"/>
                  </a:lnTo>
                  <a:lnTo>
                    <a:pt x="192024" y="0"/>
                  </a:lnTo>
                  <a:lnTo>
                    <a:pt x="203454" y="19049"/>
                  </a:lnTo>
                  <a:lnTo>
                    <a:pt x="0" y="1905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4" name="object 214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8039493" y="2070992"/>
              <a:ext cx="203200" cy="161544"/>
            </a:xfrm>
            <a:prstGeom prst="rect">
              <a:avLst/>
            </a:prstGeom>
          </p:spPr>
        </p:pic>
        <p:sp>
          <p:nvSpPr>
            <p:cNvPr id="215" name="object 215"/>
            <p:cNvSpPr/>
            <p:nvPr/>
          </p:nvSpPr>
          <p:spPr>
            <a:xfrm>
              <a:off x="8039240" y="2070992"/>
              <a:ext cx="203835" cy="161925"/>
            </a:xfrm>
            <a:custGeom>
              <a:avLst/>
              <a:gdLst/>
              <a:ahLst/>
              <a:cxnLst/>
              <a:rect l="l" t="t" r="r" b="b"/>
              <a:pathLst>
                <a:path w="203834" h="161925">
                  <a:moveTo>
                    <a:pt x="5333" y="0"/>
                  </a:moveTo>
                  <a:lnTo>
                    <a:pt x="3809" y="0"/>
                  </a:lnTo>
                  <a:lnTo>
                    <a:pt x="1523" y="762"/>
                  </a:lnTo>
                  <a:lnTo>
                    <a:pt x="0" y="3048"/>
                  </a:lnTo>
                  <a:lnTo>
                    <a:pt x="0" y="158496"/>
                  </a:lnTo>
                  <a:lnTo>
                    <a:pt x="2285" y="160782"/>
                  </a:lnTo>
                  <a:lnTo>
                    <a:pt x="4571" y="161544"/>
                  </a:lnTo>
                  <a:lnTo>
                    <a:pt x="52768" y="161544"/>
                  </a:lnTo>
                  <a:lnTo>
                    <a:pt x="100964" y="161544"/>
                  </a:lnTo>
                  <a:lnTo>
                    <a:pt x="149161" y="161544"/>
                  </a:lnTo>
                  <a:lnTo>
                    <a:pt x="197357" y="161544"/>
                  </a:lnTo>
                  <a:lnTo>
                    <a:pt x="198881" y="161544"/>
                  </a:lnTo>
                  <a:lnTo>
                    <a:pt x="201929" y="160781"/>
                  </a:lnTo>
                  <a:lnTo>
                    <a:pt x="203453" y="156971"/>
                  </a:lnTo>
                  <a:lnTo>
                    <a:pt x="203453" y="3047"/>
                  </a:lnTo>
                  <a:lnTo>
                    <a:pt x="202691" y="0"/>
                  </a:lnTo>
                  <a:lnTo>
                    <a:pt x="53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6" name="object 21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8043824" y="2074802"/>
              <a:ext cx="195072" cy="153924"/>
            </a:xfrm>
            <a:prstGeom prst="rect">
              <a:avLst/>
            </a:prstGeom>
          </p:spPr>
        </p:pic>
        <p:sp>
          <p:nvSpPr>
            <p:cNvPr id="217" name="object 217"/>
            <p:cNvSpPr/>
            <p:nvPr/>
          </p:nvSpPr>
          <p:spPr>
            <a:xfrm>
              <a:off x="8043824" y="2074040"/>
              <a:ext cx="195580" cy="154940"/>
            </a:xfrm>
            <a:custGeom>
              <a:avLst/>
              <a:gdLst/>
              <a:ahLst/>
              <a:cxnLst/>
              <a:rect l="l" t="t" r="r" b="b"/>
              <a:pathLst>
                <a:path w="195579" h="154939">
                  <a:moveTo>
                    <a:pt x="4572" y="0"/>
                  </a:moveTo>
                  <a:lnTo>
                    <a:pt x="3048" y="0"/>
                  </a:lnTo>
                  <a:lnTo>
                    <a:pt x="762" y="762"/>
                  </a:lnTo>
                  <a:lnTo>
                    <a:pt x="0" y="3810"/>
                  </a:lnTo>
                  <a:lnTo>
                    <a:pt x="0" y="151638"/>
                  </a:lnTo>
                  <a:lnTo>
                    <a:pt x="1524" y="153924"/>
                  </a:lnTo>
                  <a:lnTo>
                    <a:pt x="4572" y="154686"/>
                  </a:lnTo>
                  <a:lnTo>
                    <a:pt x="191262" y="154685"/>
                  </a:lnTo>
                  <a:lnTo>
                    <a:pt x="193548" y="153923"/>
                  </a:lnTo>
                  <a:lnTo>
                    <a:pt x="195072" y="150113"/>
                  </a:lnTo>
                  <a:lnTo>
                    <a:pt x="195072" y="3809"/>
                  </a:lnTo>
                  <a:lnTo>
                    <a:pt x="194310" y="761"/>
                  </a:lnTo>
                  <a:lnTo>
                    <a:pt x="192024" y="0"/>
                  </a:ln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8" name="object 21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8055254" y="2088518"/>
              <a:ext cx="171450" cy="125729"/>
            </a:xfrm>
            <a:prstGeom prst="rect">
              <a:avLst/>
            </a:prstGeom>
          </p:spPr>
        </p:pic>
        <p:sp>
          <p:nvSpPr>
            <p:cNvPr id="219" name="object 219"/>
            <p:cNvSpPr/>
            <p:nvPr/>
          </p:nvSpPr>
          <p:spPr>
            <a:xfrm>
              <a:off x="8055254" y="2088518"/>
              <a:ext cx="171450" cy="125730"/>
            </a:xfrm>
            <a:custGeom>
              <a:avLst/>
              <a:gdLst/>
              <a:ahLst/>
              <a:cxnLst/>
              <a:rect l="l" t="t" r="r" b="b"/>
              <a:pathLst>
                <a:path w="171450" h="125730">
                  <a:moveTo>
                    <a:pt x="4572" y="0"/>
                  </a:moveTo>
                  <a:lnTo>
                    <a:pt x="762" y="0"/>
                  </a:lnTo>
                  <a:lnTo>
                    <a:pt x="0" y="2286"/>
                  </a:lnTo>
                  <a:lnTo>
                    <a:pt x="0" y="123444"/>
                  </a:lnTo>
                  <a:lnTo>
                    <a:pt x="1524" y="124968"/>
                  </a:lnTo>
                  <a:lnTo>
                    <a:pt x="3810" y="125730"/>
                  </a:lnTo>
                  <a:lnTo>
                    <a:pt x="167640" y="125730"/>
                  </a:lnTo>
                  <a:lnTo>
                    <a:pt x="169926" y="124968"/>
                  </a:lnTo>
                  <a:lnTo>
                    <a:pt x="171450" y="121920"/>
                  </a:lnTo>
                  <a:lnTo>
                    <a:pt x="171450" y="2285"/>
                  </a:lnTo>
                  <a:lnTo>
                    <a:pt x="170688" y="0"/>
                  </a:ln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0" name="object 220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8078102" y="2243966"/>
              <a:ext cx="26670" cy="10667"/>
            </a:xfrm>
            <a:prstGeom prst="rect">
              <a:avLst/>
            </a:prstGeom>
          </p:spPr>
        </p:pic>
        <p:pic>
          <p:nvPicPr>
            <p:cNvPr id="221" name="object 221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8159648" y="2232536"/>
              <a:ext cx="39623" cy="22098"/>
            </a:xfrm>
            <a:prstGeom prst="rect">
              <a:avLst/>
            </a:prstGeom>
          </p:spPr>
        </p:pic>
        <p:sp>
          <p:nvSpPr>
            <p:cNvPr id="222" name="object 222"/>
            <p:cNvSpPr/>
            <p:nvPr/>
          </p:nvSpPr>
          <p:spPr>
            <a:xfrm>
              <a:off x="8078114" y="2243966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4" h="10794">
                  <a:moveTo>
                    <a:pt x="6857" y="0"/>
                  </a:moveTo>
                  <a:lnTo>
                    <a:pt x="6857" y="10668"/>
                  </a:lnTo>
                  <a:lnTo>
                    <a:pt x="1523" y="6096"/>
                  </a:lnTo>
                  <a:lnTo>
                    <a:pt x="0" y="2286"/>
                  </a:lnTo>
                  <a:lnTo>
                    <a:pt x="0" y="0"/>
                  </a:lnTo>
                  <a:lnTo>
                    <a:pt x="685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8192414" y="2243966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4" h="10794">
                  <a:moveTo>
                    <a:pt x="0" y="0"/>
                  </a:moveTo>
                  <a:lnTo>
                    <a:pt x="0" y="10668"/>
                  </a:lnTo>
                  <a:lnTo>
                    <a:pt x="5334" y="6096"/>
                  </a:lnTo>
                  <a:lnTo>
                    <a:pt x="6858" y="2285"/>
                  </a:lnTo>
                  <a:lnTo>
                    <a:pt x="6858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4" name="object 224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8001152" y="2257682"/>
              <a:ext cx="51816" cy="20574"/>
            </a:xfrm>
            <a:prstGeom prst="rect">
              <a:avLst/>
            </a:prstGeom>
          </p:spPr>
        </p:pic>
        <p:sp>
          <p:nvSpPr>
            <p:cNvPr id="225" name="object 225"/>
            <p:cNvSpPr/>
            <p:nvPr/>
          </p:nvSpPr>
          <p:spPr>
            <a:xfrm>
              <a:off x="8001152" y="2257682"/>
              <a:ext cx="52069" cy="20955"/>
            </a:xfrm>
            <a:custGeom>
              <a:avLst/>
              <a:gdLst/>
              <a:ahLst/>
              <a:cxnLst/>
              <a:rect l="l" t="t" r="r" b="b"/>
              <a:pathLst>
                <a:path w="52070" h="20955">
                  <a:moveTo>
                    <a:pt x="6096" y="20574"/>
                  </a:moveTo>
                  <a:lnTo>
                    <a:pt x="16764" y="15240"/>
                  </a:lnTo>
                  <a:lnTo>
                    <a:pt x="25908" y="11430"/>
                  </a:lnTo>
                  <a:lnTo>
                    <a:pt x="38100" y="9144"/>
                  </a:lnTo>
                  <a:lnTo>
                    <a:pt x="48006" y="7620"/>
                  </a:lnTo>
                  <a:lnTo>
                    <a:pt x="51816" y="7620"/>
                  </a:lnTo>
                  <a:lnTo>
                    <a:pt x="51816" y="0"/>
                  </a:lnTo>
                  <a:lnTo>
                    <a:pt x="45720" y="1524"/>
                  </a:lnTo>
                  <a:lnTo>
                    <a:pt x="33528" y="3048"/>
                  </a:lnTo>
                  <a:lnTo>
                    <a:pt x="22098" y="6096"/>
                  </a:lnTo>
                  <a:lnTo>
                    <a:pt x="6858" y="12192"/>
                  </a:lnTo>
                  <a:lnTo>
                    <a:pt x="762" y="16002"/>
                  </a:lnTo>
                  <a:lnTo>
                    <a:pt x="0" y="18288"/>
                  </a:lnTo>
                  <a:lnTo>
                    <a:pt x="1524" y="19050"/>
                  </a:lnTo>
                  <a:lnTo>
                    <a:pt x="4572" y="19812"/>
                  </a:lnTo>
                  <a:lnTo>
                    <a:pt x="6096" y="2057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6" name="object 22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7946288" y="2272160"/>
              <a:ext cx="262890" cy="76962"/>
            </a:xfrm>
            <a:prstGeom prst="rect">
              <a:avLst/>
            </a:prstGeom>
          </p:spPr>
        </p:pic>
        <p:sp>
          <p:nvSpPr>
            <p:cNvPr id="227" name="object 227"/>
            <p:cNvSpPr/>
            <p:nvPr/>
          </p:nvSpPr>
          <p:spPr>
            <a:xfrm>
              <a:off x="7946288" y="2272160"/>
              <a:ext cx="262890" cy="77470"/>
            </a:xfrm>
            <a:custGeom>
              <a:avLst/>
              <a:gdLst/>
              <a:ahLst/>
              <a:cxnLst/>
              <a:rect l="l" t="t" r="r" b="b"/>
              <a:pathLst>
                <a:path w="262890" h="77469">
                  <a:moveTo>
                    <a:pt x="36575" y="0"/>
                  </a:moveTo>
                  <a:lnTo>
                    <a:pt x="19811" y="25146"/>
                  </a:lnTo>
                  <a:lnTo>
                    <a:pt x="0" y="48768"/>
                  </a:lnTo>
                  <a:lnTo>
                    <a:pt x="240029" y="76961"/>
                  </a:lnTo>
                  <a:lnTo>
                    <a:pt x="249935" y="54863"/>
                  </a:lnTo>
                  <a:lnTo>
                    <a:pt x="262889" y="23621"/>
                  </a:lnTo>
                  <a:lnTo>
                    <a:pt x="3657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8" name="object 22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7958480" y="2296544"/>
              <a:ext cx="157733" cy="39624"/>
            </a:xfrm>
            <a:prstGeom prst="rect">
              <a:avLst/>
            </a:prstGeom>
          </p:spPr>
        </p:pic>
        <p:sp>
          <p:nvSpPr>
            <p:cNvPr id="229" name="object 229"/>
            <p:cNvSpPr/>
            <p:nvPr/>
          </p:nvSpPr>
          <p:spPr>
            <a:xfrm>
              <a:off x="7958480" y="2296544"/>
              <a:ext cx="158115" cy="40005"/>
            </a:xfrm>
            <a:custGeom>
              <a:avLst/>
              <a:gdLst/>
              <a:ahLst/>
              <a:cxnLst/>
              <a:rect l="l" t="t" r="r" b="b"/>
              <a:pathLst>
                <a:path w="158115" h="40005">
                  <a:moveTo>
                    <a:pt x="157733" y="16001"/>
                  </a:moveTo>
                  <a:lnTo>
                    <a:pt x="143255" y="39623"/>
                  </a:lnTo>
                  <a:lnTo>
                    <a:pt x="129539" y="38099"/>
                  </a:lnTo>
                  <a:lnTo>
                    <a:pt x="131825" y="33527"/>
                  </a:lnTo>
                  <a:lnTo>
                    <a:pt x="121157" y="32765"/>
                  </a:lnTo>
                  <a:lnTo>
                    <a:pt x="119633" y="36575"/>
                  </a:lnTo>
                  <a:lnTo>
                    <a:pt x="25145" y="25907"/>
                  </a:lnTo>
                  <a:lnTo>
                    <a:pt x="27431" y="21335"/>
                  </a:lnTo>
                  <a:lnTo>
                    <a:pt x="17525" y="20573"/>
                  </a:lnTo>
                  <a:lnTo>
                    <a:pt x="14477" y="24383"/>
                  </a:lnTo>
                  <a:lnTo>
                    <a:pt x="0" y="22859"/>
                  </a:lnTo>
                  <a:lnTo>
                    <a:pt x="17525" y="0"/>
                  </a:lnTo>
                  <a:lnTo>
                    <a:pt x="157733" y="1600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8044573" y="2259206"/>
              <a:ext cx="2540" cy="6985"/>
            </a:xfrm>
            <a:custGeom>
              <a:avLst/>
              <a:gdLst/>
              <a:ahLst/>
              <a:cxnLst/>
              <a:rect l="l" t="t" r="r" b="b"/>
              <a:pathLst>
                <a:path w="2540" h="6985">
                  <a:moveTo>
                    <a:pt x="0" y="0"/>
                  </a:moveTo>
                  <a:lnTo>
                    <a:pt x="762" y="0"/>
                  </a:lnTo>
                  <a:lnTo>
                    <a:pt x="1524" y="761"/>
                  </a:lnTo>
                  <a:lnTo>
                    <a:pt x="2286" y="3810"/>
                  </a:lnTo>
                  <a:lnTo>
                    <a:pt x="2286" y="6096"/>
                  </a:lnTo>
                  <a:lnTo>
                    <a:pt x="1524" y="6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8041525" y="2259206"/>
              <a:ext cx="3175" cy="7620"/>
            </a:xfrm>
            <a:custGeom>
              <a:avLst/>
              <a:gdLst/>
              <a:ahLst/>
              <a:cxnLst/>
              <a:rect l="l" t="t" r="r" b="b"/>
              <a:pathLst>
                <a:path w="3175" h="7619">
                  <a:moveTo>
                    <a:pt x="0" y="0"/>
                  </a:moveTo>
                  <a:lnTo>
                    <a:pt x="762" y="0"/>
                  </a:lnTo>
                  <a:lnTo>
                    <a:pt x="2286" y="1523"/>
                  </a:lnTo>
                  <a:lnTo>
                    <a:pt x="3048" y="3810"/>
                  </a:lnTo>
                  <a:lnTo>
                    <a:pt x="2286" y="6096"/>
                  </a:lnTo>
                  <a:lnTo>
                    <a:pt x="2286" y="762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8006473" y="2269874"/>
              <a:ext cx="6985" cy="5715"/>
            </a:xfrm>
            <a:custGeom>
              <a:avLst/>
              <a:gdLst/>
              <a:ahLst/>
              <a:cxnLst/>
              <a:rect l="l" t="t" r="r" b="b"/>
              <a:pathLst>
                <a:path w="6984" h="5714">
                  <a:moveTo>
                    <a:pt x="0" y="762"/>
                  </a:moveTo>
                  <a:lnTo>
                    <a:pt x="761" y="0"/>
                  </a:lnTo>
                  <a:lnTo>
                    <a:pt x="3810" y="0"/>
                  </a:lnTo>
                  <a:lnTo>
                    <a:pt x="6096" y="1524"/>
                  </a:lnTo>
                  <a:lnTo>
                    <a:pt x="6858" y="3810"/>
                  </a:lnTo>
                  <a:lnTo>
                    <a:pt x="6858" y="53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8009521" y="2268350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0" y="762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3048" y="762"/>
                  </a:lnTo>
                  <a:lnTo>
                    <a:pt x="4572" y="2286"/>
                  </a:lnTo>
                  <a:lnTo>
                    <a:pt x="5334" y="4572"/>
                  </a:lnTo>
                  <a:lnTo>
                    <a:pt x="6096" y="53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8022475" y="2263778"/>
              <a:ext cx="3175" cy="6350"/>
            </a:xfrm>
            <a:custGeom>
              <a:avLst/>
              <a:gdLst/>
              <a:ahLst/>
              <a:cxnLst/>
              <a:rect l="l" t="t" r="r" b="b"/>
              <a:pathLst>
                <a:path w="3175" h="6350">
                  <a:moveTo>
                    <a:pt x="0" y="0"/>
                  </a:moveTo>
                  <a:lnTo>
                    <a:pt x="1524" y="0"/>
                  </a:lnTo>
                  <a:lnTo>
                    <a:pt x="2286" y="761"/>
                  </a:lnTo>
                  <a:lnTo>
                    <a:pt x="3048" y="3047"/>
                  </a:lnTo>
                  <a:lnTo>
                    <a:pt x="3048" y="5334"/>
                  </a:lnTo>
                  <a:lnTo>
                    <a:pt x="2286" y="60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8024761" y="2263016"/>
              <a:ext cx="2540" cy="6350"/>
            </a:xfrm>
            <a:custGeom>
              <a:avLst/>
              <a:gdLst/>
              <a:ahLst/>
              <a:cxnLst/>
              <a:rect l="l" t="t" r="r" b="b"/>
              <a:pathLst>
                <a:path w="2540" h="6350">
                  <a:moveTo>
                    <a:pt x="0" y="0"/>
                  </a:moveTo>
                  <a:lnTo>
                    <a:pt x="762" y="761"/>
                  </a:lnTo>
                  <a:lnTo>
                    <a:pt x="1524" y="1523"/>
                  </a:lnTo>
                  <a:lnTo>
                    <a:pt x="2286" y="3048"/>
                  </a:lnTo>
                  <a:lnTo>
                    <a:pt x="2286" y="5334"/>
                  </a:lnTo>
                  <a:lnTo>
                    <a:pt x="1524" y="60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8026285" y="2263016"/>
              <a:ext cx="3175" cy="6350"/>
            </a:xfrm>
            <a:custGeom>
              <a:avLst/>
              <a:gdLst/>
              <a:ahLst/>
              <a:cxnLst/>
              <a:rect l="l" t="t" r="r" b="b"/>
              <a:pathLst>
                <a:path w="3175" h="6350">
                  <a:moveTo>
                    <a:pt x="0" y="0"/>
                  </a:moveTo>
                  <a:lnTo>
                    <a:pt x="1524" y="0"/>
                  </a:lnTo>
                  <a:lnTo>
                    <a:pt x="2286" y="761"/>
                  </a:lnTo>
                  <a:lnTo>
                    <a:pt x="3048" y="2285"/>
                  </a:lnTo>
                  <a:lnTo>
                    <a:pt x="3048" y="4572"/>
                  </a:lnTo>
                  <a:lnTo>
                    <a:pt x="2286" y="60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8031619" y="2261492"/>
              <a:ext cx="3175" cy="6350"/>
            </a:xfrm>
            <a:custGeom>
              <a:avLst/>
              <a:gdLst/>
              <a:ahLst/>
              <a:cxnLst/>
              <a:rect l="l" t="t" r="r" b="b"/>
              <a:pathLst>
                <a:path w="3175" h="6350">
                  <a:moveTo>
                    <a:pt x="0" y="0"/>
                  </a:moveTo>
                  <a:lnTo>
                    <a:pt x="1524" y="0"/>
                  </a:lnTo>
                  <a:lnTo>
                    <a:pt x="2286" y="1523"/>
                  </a:lnTo>
                  <a:lnTo>
                    <a:pt x="3048" y="3047"/>
                  </a:lnTo>
                  <a:lnTo>
                    <a:pt x="3048" y="5334"/>
                  </a:lnTo>
                  <a:lnTo>
                    <a:pt x="2286" y="60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8" name="object 238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7945526" y="2327786"/>
              <a:ext cx="242316" cy="32003"/>
            </a:xfrm>
            <a:prstGeom prst="rect">
              <a:avLst/>
            </a:prstGeom>
          </p:spPr>
        </p:pic>
        <p:sp>
          <p:nvSpPr>
            <p:cNvPr id="239" name="object 239"/>
            <p:cNvSpPr/>
            <p:nvPr/>
          </p:nvSpPr>
          <p:spPr>
            <a:xfrm>
              <a:off x="7945526" y="2327786"/>
              <a:ext cx="242570" cy="31750"/>
            </a:xfrm>
            <a:custGeom>
              <a:avLst/>
              <a:gdLst/>
              <a:ahLst/>
              <a:cxnLst/>
              <a:rect l="l" t="t" r="r" b="b"/>
              <a:pathLst>
                <a:path w="242570" h="31750">
                  <a:moveTo>
                    <a:pt x="0" y="0"/>
                  </a:moveTo>
                  <a:lnTo>
                    <a:pt x="762" y="761"/>
                  </a:lnTo>
                  <a:lnTo>
                    <a:pt x="1524" y="2286"/>
                  </a:lnTo>
                  <a:lnTo>
                    <a:pt x="3810" y="3810"/>
                  </a:lnTo>
                  <a:lnTo>
                    <a:pt x="21336" y="6095"/>
                  </a:lnTo>
                  <a:lnTo>
                    <a:pt x="65532" y="10667"/>
                  </a:lnTo>
                  <a:lnTo>
                    <a:pt x="179832" y="24383"/>
                  </a:lnTo>
                  <a:lnTo>
                    <a:pt x="224028" y="29717"/>
                  </a:lnTo>
                  <a:lnTo>
                    <a:pt x="242315" y="31241"/>
                  </a:lnTo>
                  <a:lnTo>
                    <a:pt x="240792" y="30479"/>
                  </a:lnTo>
                  <a:lnTo>
                    <a:pt x="240029" y="28193"/>
                  </a:lnTo>
                  <a:lnTo>
                    <a:pt x="240029" y="26669"/>
                  </a:lnTo>
                  <a:lnTo>
                    <a:pt x="222504" y="25145"/>
                  </a:lnTo>
                  <a:lnTo>
                    <a:pt x="177546" y="19811"/>
                  </a:lnTo>
                  <a:lnTo>
                    <a:pt x="119634" y="12953"/>
                  </a:lnTo>
                  <a:lnTo>
                    <a:pt x="62484" y="6857"/>
                  </a:lnTo>
                  <a:lnTo>
                    <a:pt x="17526" y="1523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0" name="object 240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8185556" y="2295782"/>
              <a:ext cx="26669" cy="64008"/>
            </a:xfrm>
            <a:prstGeom prst="rect">
              <a:avLst/>
            </a:prstGeom>
          </p:spPr>
        </p:pic>
        <p:sp>
          <p:nvSpPr>
            <p:cNvPr id="241" name="object 241"/>
            <p:cNvSpPr/>
            <p:nvPr/>
          </p:nvSpPr>
          <p:spPr>
            <a:xfrm>
              <a:off x="8185556" y="2295782"/>
              <a:ext cx="26670" cy="63500"/>
            </a:xfrm>
            <a:custGeom>
              <a:avLst/>
              <a:gdLst/>
              <a:ahLst/>
              <a:cxnLst/>
              <a:rect l="l" t="t" r="r" b="b"/>
              <a:pathLst>
                <a:path w="26670" h="63500">
                  <a:moveTo>
                    <a:pt x="2285" y="63246"/>
                  </a:moveTo>
                  <a:lnTo>
                    <a:pt x="20573" y="23622"/>
                  </a:lnTo>
                  <a:lnTo>
                    <a:pt x="25907" y="6858"/>
                  </a:lnTo>
                  <a:lnTo>
                    <a:pt x="26669" y="6096"/>
                  </a:lnTo>
                  <a:lnTo>
                    <a:pt x="26669" y="4572"/>
                  </a:lnTo>
                  <a:lnTo>
                    <a:pt x="25907" y="1524"/>
                  </a:lnTo>
                  <a:lnTo>
                    <a:pt x="24383" y="762"/>
                  </a:lnTo>
                  <a:lnTo>
                    <a:pt x="23621" y="0"/>
                  </a:lnTo>
                  <a:lnTo>
                    <a:pt x="20573" y="8382"/>
                  </a:lnTo>
                  <a:lnTo>
                    <a:pt x="14477" y="23622"/>
                  </a:lnTo>
                  <a:lnTo>
                    <a:pt x="10667" y="31242"/>
                  </a:lnTo>
                  <a:lnTo>
                    <a:pt x="8381" y="37338"/>
                  </a:lnTo>
                  <a:lnTo>
                    <a:pt x="3047" y="48006"/>
                  </a:lnTo>
                  <a:lnTo>
                    <a:pt x="761" y="53340"/>
                  </a:lnTo>
                  <a:lnTo>
                    <a:pt x="0" y="56388"/>
                  </a:lnTo>
                  <a:lnTo>
                    <a:pt x="0" y="58674"/>
                  </a:lnTo>
                  <a:lnTo>
                    <a:pt x="761" y="62484"/>
                  </a:lnTo>
                  <a:lnTo>
                    <a:pt x="1523" y="63246"/>
                  </a:lnTo>
                  <a:lnTo>
                    <a:pt x="2285" y="6324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2" name="object 242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8106308" y="2328548"/>
              <a:ext cx="30479" cy="10667"/>
            </a:xfrm>
            <a:prstGeom prst="rect">
              <a:avLst/>
            </a:prstGeom>
          </p:spPr>
        </p:pic>
        <p:sp>
          <p:nvSpPr>
            <p:cNvPr id="243" name="object 243"/>
            <p:cNvSpPr/>
            <p:nvPr/>
          </p:nvSpPr>
          <p:spPr>
            <a:xfrm>
              <a:off x="8106308" y="2328548"/>
              <a:ext cx="30480" cy="10795"/>
            </a:xfrm>
            <a:custGeom>
              <a:avLst/>
              <a:gdLst/>
              <a:ahLst/>
              <a:cxnLst/>
              <a:rect l="l" t="t" r="r" b="b"/>
              <a:pathLst>
                <a:path w="30479" h="10794">
                  <a:moveTo>
                    <a:pt x="28194" y="10667"/>
                  </a:moveTo>
                  <a:lnTo>
                    <a:pt x="0" y="8381"/>
                  </a:lnTo>
                  <a:lnTo>
                    <a:pt x="3810" y="3047"/>
                  </a:lnTo>
                  <a:lnTo>
                    <a:pt x="11430" y="3809"/>
                  </a:lnTo>
                  <a:lnTo>
                    <a:pt x="13716" y="0"/>
                  </a:lnTo>
                  <a:lnTo>
                    <a:pt x="22860" y="1523"/>
                  </a:lnTo>
                  <a:lnTo>
                    <a:pt x="21336" y="4571"/>
                  </a:lnTo>
                  <a:lnTo>
                    <a:pt x="30480" y="6095"/>
                  </a:lnTo>
                  <a:lnTo>
                    <a:pt x="28194" y="1066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4" name="object 24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981340" y="2285876"/>
              <a:ext cx="12192" cy="6096"/>
            </a:xfrm>
            <a:prstGeom prst="rect">
              <a:avLst/>
            </a:prstGeom>
          </p:spPr>
        </p:pic>
        <p:sp>
          <p:nvSpPr>
            <p:cNvPr id="245" name="object 245"/>
            <p:cNvSpPr/>
            <p:nvPr/>
          </p:nvSpPr>
          <p:spPr>
            <a:xfrm>
              <a:off x="7981340" y="2285876"/>
              <a:ext cx="12700" cy="6350"/>
            </a:xfrm>
            <a:custGeom>
              <a:avLst/>
              <a:gdLst/>
              <a:ahLst/>
              <a:cxnLst/>
              <a:rect l="l" t="t" r="r" b="b"/>
              <a:pathLst>
                <a:path w="12700" h="6350">
                  <a:moveTo>
                    <a:pt x="0" y="4572"/>
                  </a:moveTo>
                  <a:lnTo>
                    <a:pt x="2285" y="0"/>
                  </a:lnTo>
                  <a:lnTo>
                    <a:pt x="12192" y="762"/>
                  </a:lnTo>
                  <a:lnTo>
                    <a:pt x="9906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6" name="object 246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8000390" y="2288162"/>
              <a:ext cx="39624" cy="8382"/>
            </a:xfrm>
            <a:prstGeom prst="rect">
              <a:avLst/>
            </a:prstGeom>
          </p:spPr>
        </p:pic>
        <p:sp>
          <p:nvSpPr>
            <p:cNvPr id="247" name="object 247"/>
            <p:cNvSpPr/>
            <p:nvPr/>
          </p:nvSpPr>
          <p:spPr>
            <a:xfrm>
              <a:off x="8000390" y="2288162"/>
              <a:ext cx="40005" cy="8890"/>
            </a:xfrm>
            <a:custGeom>
              <a:avLst/>
              <a:gdLst/>
              <a:ahLst/>
              <a:cxnLst/>
              <a:rect l="l" t="t" r="r" b="b"/>
              <a:pathLst>
                <a:path w="40004" h="8889">
                  <a:moveTo>
                    <a:pt x="0" y="4572"/>
                  </a:moveTo>
                  <a:lnTo>
                    <a:pt x="2285" y="0"/>
                  </a:lnTo>
                  <a:lnTo>
                    <a:pt x="39624" y="3810"/>
                  </a:lnTo>
                  <a:lnTo>
                    <a:pt x="37338" y="838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8" name="object 248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8040014" y="2291972"/>
              <a:ext cx="38861" cy="9144"/>
            </a:xfrm>
            <a:prstGeom prst="rect">
              <a:avLst/>
            </a:prstGeom>
          </p:spPr>
        </p:pic>
        <p:sp>
          <p:nvSpPr>
            <p:cNvPr id="249" name="object 249"/>
            <p:cNvSpPr/>
            <p:nvPr/>
          </p:nvSpPr>
          <p:spPr>
            <a:xfrm>
              <a:off x="8040014" y="2291972"/>
              <a:ext cx="39370" cy="9525"/>
            </a:xfrm>
            <a:custGeom>
              <a:avLst/>
              <a:gdLst/>
              <a:ahLst/>
              <a:cxnLst/>
              <a:rect l="l" t="t" r="r" b="b"/>
              <a:pathLst>
                <a:path w="39370" h="9525">
                  <a:moveTo>
                    <a:pt x="0" y="5334"/>
                  </a:moveTo>
                  <a:lnTo>
                    <a:pt x="2285" y="0"/>
                  </a:lnTo>
                  <a:lnTo>
                    <a:pt x="38862" y="3810"/>
                  </a:lnTo>
                  <a:lnTo>
                    <a:pt x="36576" y="9144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0" name="object 250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8078876" y="2296544"/>
              <a:ext cx="39624" cy="9144"/>
            </a:xfrm>
            <a:prstGeom prst="rect">
              <a:avLst/>
            </a:prstGeom>
          </p:spPr>
        </p:pic>
        <p:sp>
          <p:nvSpPr>
            <p:cNvPr id="251" name="object 251"/>
            <p:cNvSpPr/>
            <p:nvPr/>
          </p:nvSpPr>
          <p:spPr>
            <a:xfrm>
              <a:off x="8078876" y="2296544"/>
              <a:ext cx="40005" cy="9525"/>
            </a:xfrm>
            <a:custGeom>
              <a:avLst/>
              <a:gdLst/>
              <a:ahLst/>
              <a:cxnLst/>
              <a:rect l="l" t="t" r="r" b="b"/>
              <a:pathLst>
                <a:path w="40004" h="9525">
                  <a:moveTo>
                    <a:pt x="0" y="4572"/>
                  </a:moveTo>
                  <a:lnTo>
                    <a:pt x="2285" y="0"/>
                  </a:lnTo>
                  <a:lnTo>
                    <a:pt x="39624" y="3810"/>
                  </a:lnTo>
                  <a:lnTo>
                    <a:pt x="36576" y="914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2" name="object 252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8121548" y="2301116"/>
              <a:ext cx="31242" cy="8382"/>
            </a:xfrm>
            <a:prstGeom prst="rect">
              <a:avLst/>
            </a:prstGeom>
          </p:spPr>
        </p:pic>
        <p:sp>
          <p:nvSpPr>
            <p:cNvPr id="253" name="object 253"/>
            <p:cNvSpPr/>
            <p:nvPr/>
          </p:nvSpPr>
          <p:spPr>
            <a:xfrm>
              <a:off x="8121548" y="2301116"/>
              <a:ext cx="31750" cy="8890"/>
            </a:xfrm>
            <a:custGeom>
              <a:avLst/>
              <a:gdLst/>
              <a:ahLst/>
              <a:cxnLst/>
              <a:rect l="l" t="t" r="r" b="b"/>
              <a:pathLst>
                <a:path w="31750" h="8889">
                  <a:moveTo>
                    <a:pt x="0" y="5334"/>
                  </a:moveTo>
                  <a:lnTo>
                    <a:pt x="2285" y="0"/>
                  </a:lnTo>
                  <a:lnTo>
                    <a:pt x="31242" y="3048"/>
                  </a:lnTo>
                  <a:lnTo>
                    <a:pt x="28956" y="8382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4" name="object 254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8155838" y="2304926"/>
              <a:ext cx="40385" cy="9906"/>
            </a:xfrm>
            <a:prstGeom prst="rect">
              <a:avLst/>
            </a:prstGeom>
          </p:spPr>
        </p:pic>
        <p:sp>
          <p:nvSpPr>
            <p:cNvPr id="255" name="object 255"/>
            <p:cNvSpPr/>
            <p:nvPr/>
          </p:nvSpPr>
          <p:spPr>
            <a:xfrm>
              <a:off x="8155838" y="2304926"/>
              <a:ext cx="40640" cy="10160"/>
            </a:xfrm>
            <a:custGeom>
              <a:avLst/>
              <a:gdLst/>
              <a:ahLst/>
              <a:cxnLst/>
              <a:rect l="l" t="t" r="r" b="b"/>
              <a:pathLst>
                <a:path w="40640" h="10160">
                  <a:moveTo>
                    <a:pt x="0" y="5334"/>
                  </a:moveTo>
                  <a:lnTo>
                    <a:pt x="2285" y="0"/>
                  </a:lnTo>
                  <a:lnTo>
                    <a:pt x="40386" y="3810"/>
                  </a:lnTo>
                  <a:lnTo>
                    <a:pt x="37338" y="9906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6" name="object 25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981340" y="2285114"/>
              <a:ext cx="12192" cy="6096"/>
            </a:xfrm>
            <a:prstGeom prst="rect">
              <a:avLst/>
            </a:prstGeom>
          </p:spPr>
        </p:pic>
        <p:sp>
          <p:nvSpPr>
            <p:cNvPr id="257" name="object 257"/>
            <p:cNvSpPr/>
            <p:nvPr/>
          </p:nvSpPr>
          <p:spPr>
            <a:xfrm>
              <a:off x="7981340" y="2285114"/>
              <a:ext cx="12700" cy="6350"/>
            </a:xfrm>
            <a:custGeom>
              <a:avLst/>
              <a:gdLst/>
              <a:ahLst/>
              <a:cxnLst/>
              <a:rect l="l" t="t" r="r" b="b"/>
              <a:pathLst>
                <a:path w="12700" h="6350">
                  <a:moveTo>
                    <a:pt x="0" y="5334"/>
                  </a:moveTo>
                  <a:lnTo>
                    <a:pt x="3047" y="0"/>
                  </a:lnTo>
                  <a:lnTo>
                    <a:pt x="12192" y="1524"/>
                  </a:lnTo>
                  <a:lnTo>
                    <a:pt x="9906" y="6096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8" name="object 258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8000390" y="2287400"/>
              <a:ext cx="39624" cy="9144"/>
            </a:xfrm>
            <a:prstGeom prst="rect">
              <a:avLst/>
            </a:prstGeom>
          </p:spPr>
        </p:pic>
        <p:sp>
          <p:nvSpPr>
            <p:cNvPr id="259" name="object 259"/>
            <p:cNvSpPr/>
            <p:nvPr/>
          </p:nvSpPr>
          <p:spPr>
            <a:xfrm>
              <a:off x="8000390" y="2287400"/>
              <a:ext cx="40005" cy="9525"/>
            </a:xfrm>
            <a:custGeom>
              <a:avLst/>
              <a:gdLst/>
              <a:ahLst/>
              <a:cxnLst/>
              <a:rect l="l" t="t" r="r" b="b"/>
              <a:pathLst>
                <a:path w="40004" h="9525">
                  <a:moveTo>
                    <a:pt x="0" y="5334"/>
                  </a:moveTo>
                  <a:lnTo>
                    <a:pt x="3047" y="0"/>
                  </a:lnTo>
                  <a:lnTo>
                    <a:pt x="39624" y="4572"/>
                  </a:lnTo>
                  <a:lnTo>
                    <a:pt x="37338" y="9144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0" name="object 260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8040014" y="2291972"/>
              <a:ext cx="39624" cy="9144"/>
            </a:xfrm>
            <a:prstGeom prst="rect">
              <a:avLst/>
            </a:prstGeom>
          </p:spPr>
        </p:pic>
        <p:sp>
          <p:nvSpPr>
            <p:cNvPr id="261" name="object 261"/>
            <p:cNvSpPr/>
            <p:nvPr/>
          </p:nvSpPr>
          <p:spPr>
            <a:xfrm>
              <a:off x="8040014" y="2291972"/>
              <a:ext cx="40005" cy="9525"/>
            </a:xfrm>
            <a:custGeom>
              <a:avLst/>
              <a:gdLst/>
              <a:ahLst/>
              <a:cxnLst/>
              <a:rect l="l" t="t" r="r" b="b"/>
              <a:pathLst>
                <a:path w="40004" h="9525">
                  <a:moveTo>
                    <a:pt x="0" y="4572"/>
                  </a:moveTo>
                  <a:lnTo>
                    <a:pt x="2285" y="0"/>
                  </a:lnTo>
                  <a:lnTo>
                    <a:pt x="39624" y="3810"/>
                  </a:lnTo>
                  <a:lnTo>
                    <a:pt x="36576" y="914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2" name="object 262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8078876" y="2295782"/>
              <a:ext cx="40385" cy="9144"/>
            </a:xfrm>
            <a:prstGeom prst="rect">
              <a:avLst/>
            </a:prstGeom>
          </p:spPr>
        </p:pic>
        <p:sp>
          <p:nvSpPr>
            <p:cNvPr id="263" name="object 263"/>
            <p:cNvSpPr/>
            <p:nvPr/>
          </p:nvSpPr>
          <p:spPr>
            <a:xfrm>
              <a:off x="8078876" y="2295782"/>
              <a:ext cx="40640" cy="9525"/>
            </a:xfrm>
            <a:custGeom>
              <a:avLst/>
              <a:gdLst/>
              <a:ahLst/>
              <a:cxnLst/>
              <a:rect l="l" t="t" r="r" b="b"/>
              <a:pathLst>
                <a:path w="40640" h="9525">
                  <a:moveTo>
                    <a:pt x="0" y="5334"/>
                  </a:moveTo>
                  <a:lnTo>
                    <a:pt x="3047" y="0"/>
                  </a:lnTo>
                  <a:lnTo>
                    <a:pt x="40386" y="3810"/>
                  </a:lnTo>
                  <a:lnTo>
                    <a:pt x="37338" y="9144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4" name="object 264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8121548" y="2301116"/>
              <a:ext cx="31242" cy="8382"/>
            </a:xfrm>
            <a:prstGeom prst="rect">
              <a:avLst/>
            </a:prstGeom>
          </p:spPr>
        </p:pic>
        <p:sp>
          <p:nvSpPr>
            <p:cNvPr id="265" name="object 265"/>
            <p:cNvSpPr/>
            <p:nvPr/>
          </p:nvSpPr>
          <p:spPr>
            <a:xfrm>
              <a:off x="8121548" y="2301116"/>
              <a:ext cx="31750" cy="8890"/>
            </a:xfrm>
            <a:custGeom>
              <a:avLst/>
              <a:gdLst/>
              <a:ahLst/>
              <a:cxnLst/>
              <a:rect l="l" t="t" r="r" b="b"/>
              <a:pathLst>
                <a:path w="31750" h="8889">
                  <a:moveTo>
                    <a:pt x="0" y="5334"/>
                  </a:moveTo>
                  <a:lnTo>
                    <a:pt x="3047" y="0"/>
                  </a:lnTo>
                  <a:lnTo>
                    <a:pt x="31242" y="3048"/>
                  </a:lnTo>
                  <a:lnTo>
                    <a:pt x="29718" y="8382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6" name="object 266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8114690" y="2313308"/>
              <a:ext cx="32003" cy="12192"/>
            </a:xfrm>
            <a:prstGeom prst="rect">
              <a:avLst/>
            </a:prstGeom>
          </p:spPr>
        </p:pic>
        <p:sp>
          <p:nvSpPr>
            <p:cNvPr id="267" name="object 267"/>
            <p:cNvSpPr/>
            <p:nvPr/>
          </p:nvSpPr>
          <p:spPr>
            <a:xfrm>
              <a:off x="8114690" y="2313308"/>
              <a:ext cx="32384" cy="12700"/>
            </a:xfrm>
            <a:custGeom>
              <a:avLst/>
              <a:gdLst/>
              <a:ahLst/>
              <a:cxnLst/>
              <a:rect l="l" t="t" r="r" b="b"/>
              <a:pathLst>
                <a:path w="32384" h="12700">
                  <a:moveTo>
                    <a:pt x="32003" y="3048"/>
                  </a:moveTo>
                  <a:lnTo>
                    <a:pt x="27431" y="12192"/>
                  </a:lnTo>
                  <a:lnTo>
                    <a:pt x="0" y="8382"/>
                  </a:lnTo>
                  <a:lnTo>
                    <a:pt x="4571" y="0"/>
                  </a:lnTo>
                  <a:lnTo>
                    <a:pt x="32003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8" name="object 268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8107070" y="2330834"/>
              <a:ext cx="30479" cy="8382"/>
            </a:xfrm>
            <a:prstGeom prst="rect">
              <a:avLst/>
            </a:prstGeom>
          </p:spPr>
        </p:pic>
        <p:sp>
          <p:nvSpPr>
            <p:cNvPr id="269" name="object 269"/>
            <p:cNvSpPr/>
            <p:nvPr/>
          </p:nvSpPr>
          <p:spPr>
            <a:xfrm>
              <a:off x="8107070" y="2330834"/>
              <a:ext cx="30480" cy="8890"/>
            </a:xfrm>
            <a:custGeom>
              <a:avLst/>
              <a:gdLst/>
              <a:ahLst/>
              <a:cxnLst/>
              <a:rect l="l" t="t" r="r" b="b"/>
              <a:pathLst>
                <a:path w="30479" h="8889">
                  <a:moveTo>
                    <a:pt x="0" y="5334"/>
                  </a:moveTo>
                  <a:lnTo>
                    <a:pt x="3810" y="0"/>
                  </a:lnTo>
                  <a:lnTo>
                    <a:pt x="30480" y="3810"/>
                  </a:lnTo>
                  <a:lnTo>
                    <a:pt x="28194" y="8382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0" name="object 270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8118500" y="2327786"/>
              <a:ext cx="11429" cy="5334"/>
            </a:xfrm>
            <a:prstGeom prst="rect">
              <a:avLst/>
            </a:prstGeom>
          </p:spPr>
        </p:pic>
        <p:sp>
          <p:nvSpPr>
            <p:cNvPr id="271" name="object 271"/>
            <p:cNvSpPr/>
            <p:nvPr/>
          </p:nvSpPr>
          <p:spPr>
            <a:xfrm>
              <a:off x="8118500" y="2327786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0" y="3810"/>
                  </a:moveTo>
                  <a:lnTo>
                    <a:pt x="2285" y="0"/>
                  </a:lnTo>
                  <a:lnTo>
                    <a:pt x="11430" y="1524"/>
                  </a:lnTo>
                  <a:lnTo>
                    <a:pt x="10668" y="5334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2" name="object 272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8139061" y="2317118"/>
              <a:ext cx="51815" cy="28194"/>
            </a:xfrm>
            <a:prstGeom prst="rect">
              <a:avLst/>
            </a:prstGeom>
          </p:spPr>
        </p:pic>
        <p:sp>
          <p:nvSpPr>
            <p:cNvPr id="273" name="object 273"/>
            <p:cNvSpPr/>
            <p:nvPr/>
          </p:nvSpPr>
          <p:spPr>
            <a:xfrm>
              <a:off x="8139061" y="2317118"/>
              <a:ext cx="52069" cy="28575"/>
            </a:xfrm>
            <a:custGeom>
              <a:avLst/>
              <a:gdLst/>
              <a:ahLst/>
              <a:cxnLst/>
              <a:rect l="l" t="t" r="r" b="b"/>
              <a:pathLst>
                <a:path w="52070" h="28575">
                  <a:moveTo>
                    <a:pt x="40385" y="28194"/>
                  </a:moveTo>
                  <a:lnTo>
                    <a:pt x="0" y="22860"/>
                  </a:lnTo>
                  <a:lnTo>
                    <a:pt x="12953" y="0"/>
                  </a:lnTo>
                  <a:lnTo>
                    <a:pt x="51815" y="3810"/>
                  </a:lnTo>
                  <a:lnTo>
                    <a:pt x="40385" y="2819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4" name="object 274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8150504" y="2317118"/>
              <a:ext cx="40385" cy="8382"/>
            </a:xfrm>
            <a:prstGeom prst="rect">
              <a:avLst/>
            </a:prstGeom>
          </p:spPr>
        </p:pic>
        <p:sp>
          <p:nvSpPr>
            <p:cNvPr id="275" name="object 275"/>
            <p:cNvSpPr/>
            <p:nvPr/>
          </p:nvSpPr>
          <p:spPr>
            <a:xfrm>
              <a:off x="8150504" y="2317118"/>
              <a:ext cx="40640" cy="8890"/>
            </a:xfrm>
            <a:custGeom>
              <a:avLst/>
              <a:gdLst/>
              <a:ahLst/>
              <a:cxnLst/>
              <a:rect l="l" t="t" r="r" b="b"/>
              <a:pathLst>
                <a:path w="40640" h="8889">
                  <a:moveTo>
                    <a:pt x="0" y="3810"/>
                  </a:moveTo>
                  <a:lnTo>
                    <a:pt x="2285" y="0"/>
                  </a:lnTo>
                  <a:lnTo>
                    <a:pt x="40386" y="3810"/>
                  </a:lnTo>
                  <a:lnTo>
                    <a:pt x="38862" y="8382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6" name="object 276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8148218" y="2321690"/>
              <a:ext cx="28955" cy="6858"/>
            </a:xfrm>
            <a:prstGeom prst="rect">
              <a:avLst/>
            </a:prstGeom>
          </p:spPr>
        </p:pic>
        <p:sp>
          <p:nvSpPr>
            <p:cNvPr id="277" name="object 277"/>
            <p:cNvSpPr/>
            <p:nvPr/>
          </p:nvSpPr>
          <p:spPr>
            <a:xfrm>
              <a:off x="8148218" y="2321690"/>
              <a:ext cx="29209" cy="6985"/>
            </a:xfrm>
            <a:custGeom>
              <a:avLst/>
              <a:gdLst/>
              <a:ahLst/>
              <a:cxnLst/>
              <a:rect l="l" t="t" r="r" b="b"/>
              <a:pathLst>
                <a:path w="29209" h="6985">
                  <a:moveTo>
                    <a:pt x="0" y="3810"/>
                  </a:moveTo>
                  <a:lnTo>
                    <a:pt x="2285" y="0"/>
                  </a:lnTo>
                  <a:lnTo>
                    <a:pt x="28956" y="2286"/>
                  </a:lnTo>
                  <a:lnTo>
                    <a:pt x="26670" y="6858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8" name="object 278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8145170" y="2326262"/>
              <a:ext cx="29718" cy="7620"/>
            </a:xfrm>
            <a:prstGeom prst="rect">
              <a:avLst/>
            </a:prstGeom>
          </p:spPr>
        </p:pic>
        <p:sp>
          <p:nvSpPr>
            <p:cNvPr id="279" name="object 279"/>
            <p:cNvSpPr/>
            <p:nvPr/>
          </p:nvSpPr>
          <p:spPr>
            <a:xfrm>
              <a:off x="8145170" y="2326262"/>
              <a:ext cx="29845" cy="7620"/>
            </a:xfrm>
            <a:custGeom>
              <a:avLst/>
              <a:gdLst/>
              <a:ahLst/>
              <a:cxnLst/>
              <a:rect l="l" t="t" r="r" b="b"/>
              <a:pathLst>
                <a:path w="29845" h="7619">
                  <a:moveTo>
                    <a:pt x="0" y="4572"/>
                  </a:moveTo>
                  <a:lnTo>
                    <a:pt x="2285" y="0"/>
                  </a:lnTo>
                  <a:lnTo>
                    <a:pt x="29718" y="3048"/>
                  </a:lnTo>
                  <a:lnTo>
                    <a:pt x="27432" y="7620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0" name="object 280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8142122" y="2330834"/>
              <a:ext cx="30479" cy="7620"/>
            </a:xfrm>
            <a:prstGeom prst="rect">
              <a:avLst/>
            </a:prstGeom>
          </p:spPr>
        </p:pic>
        <p:sp>
          <p:nvSpPr>
            <p:cNvPr id="281" name="object 281"/>
            <p:cNvSpPr/>
            <p:nvPr/>
          </p:nvSpPr>
          <p:spPr>
            <a:xfrm>
              <a:off x="8142122" y="2330834"/>
              <a:ext cx="30480" cy="7620"/>
            </a:xfrm>
            <a:custGeom>
              <a:avLst/>
              <a:gdLst/>
              <a:ahLst/>
              <a:cxnLst/>
              <a:rect l="l" t="t" r="r" b="b"/>
              <a:pathLst>
                <a:path w="30479" h="7619">
                  <a:moveTo>
                    <a:pt x="0" y="4572"/>
                  </a:moveTo>
                  <a:lnTo>
                    <a:pt x="3047" y="0"/>
                  </a:lnTo>
                  <a:lnTo>
                    <a:pt x="30480" y="3048"/>
                  </a:lnTo>
                  <a:lnTo>
                    <a:pt x="28194" y="7620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2" name="object 282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8139823" y="2335406"/>
              <a:ext cx="30479" cy="8382"/>
            </a:xfrm>
            <a:prstGeom prst="rect">
              <a:avLst/>
            </a:prstGeom>
          </p:spPr>
        </p:pic>
        <p:sp>
          <p:nvSpPr>
            <p:cNvPr id="283" name="object 283"/>
            <p:cNvSpPr/>
            <p:nvPr/>
          </p:nvSpPr>
          <p:spPr>
            <a:xfrm>
              <a:off x="8139823" y="2335406"/>
              <a:ext cx="30480" cy="8890"/>
            </a:xfrm>
            <a:custGeom>
              <a:avLst/>
              <a:gdLst/>
              <a:ahLst/>
              <a:cxnLst/>
              <a:rect l="l" t="t" r="r" b="b"/>
              <a:pathLst>
                <a:path w="30479" h="8889">
                  <a:moveTo>
                    <a:pt x="0" y="3810"/>
                  </a:moveTo>
                  <a:lnTo>
                    <a:pt x="2285" y="0"/>
                  </a:lnTo>
                  <a:lnTo>
                    <a:pt x="30480" y="3810"/>
                  </a:lnTo>
                  <a:lnTo>
                    <a:pt x="28194" y="8382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4" name="object 284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8168017" y="2323976"/>
              <a:ext cx="21335" cy="21336"/>
            </a:xfrm>
            <a:prstGeom prst="rect">
              <a:avLst/>
            </a:prstGeom>
          </p:spPr>
        </p:pic>
        <p:sp>
          <p:nvSpPr>
            <p:cNvPr id="285" name="object 285"/>
            <p:cNvSpPr/>
            <p:nvPr/>
          </p:nvSpPr>
          <p:spPr>
            <a:xfrm>
              <a:off x="8168017" y="2323976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89">
                  <a:moveTo>
                    <a:pt x="0" y="19812"/>
                  </a:moveTo>
                  <a:lnTo>
                    <a:pt x="9143" y="0"/>
                  </a:lnTo>
                  <a:lnTo>
                    <a:pt x="21336" y="1524"/>
                  </a:lnTo>
                  <a:lnTo>
                    <a:pt x="12192" y="21336"/>
                  </a:lnTo>
                  <a:lnTo>
                    <a:pt x="0" y="1981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6" name="object 286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8115452" y="2317118"/>
              <a:ext cx="29718" cy="7620"/>
            </a:xfrm>
            <a:prstGeom prst="rect">
              <a:avLst/>
            </a:prstGeom>
          </p:spPr>
        </p:pic>
        <p:sp>
          <p:nvSpPr>
            <p:cNvPr id="287" name="object 287"/>
            <p:cNvSpPr/>
            <p:nvPr/>
          </p:nvSpPr>
          <p:spPr>
            <a:xfrm>
              <a:off x="8115452" y="2317118"/>
              <a:ext cx="29845" cy="7620"/>
            </a:xfrm>
            <a:custGeom>
              <a:avLst/>
              <a:gdLst/>
              <a:ahLst/>
              <a:cxnLst/>
              <a:rect l="l" t="t" r="r" b="b"/>
              <a:pathLst>
                <a:path w="29845" h="7619">
                  <a:moveTo>
                    <a:pt x="0" y="3810"/>
                  </a:moveTo>
                  <a:lnTo>
                    <a:pt x="2285" y="0"/>
                  </a:lnTo>
                  <a:lnTo>
                    <a:pt x="29718" y="3810"/>
                  </a:lnTo>
                  <a:lnTo>
                    <a:pt x="27432" y="7620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8" name="object 288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8117738" y="2312546"/>
              <a:ext cx="29718" cy="7620"/>
            </a:xfrm>
            <a:prstGeom prst="rect">
              <a:avLst/>
            </a:prstGeom>
          </p:spPr>
        </p:pic>
        <p:sp>
          <p:nvSpPr>
            <p:cNvPr id="289" name="object 289"/>
            <p:cNvSpPr/>
            <p:nvPr/>
          </p:nvSpPr>
          <p:spPr>
            <a:xfrm>
              <a:off x="8117738" y="2312546"/>
              <a:ext cx="29845" cy="7620"/>
            </a:xfrm>
            <a:custGeom>
              <a:avLst/>
              <a:gdLst/>
              <a:ahLst/>
              <a:cxnLst/>
              <a:rect l="l" t="t" r="r" b="b"/>
              <a:pathLst>
                <a:path w="29845" h="7619">
                  <a:moveTo>
                    <a:pt x="0" y="4572"/>
                  </a:moveTo>
                  <a:lnTo>
                    <a:pt x="3047" y="0"/>
                  </a:lnTo>
                  <a:lnTo>
                    <a:pt x="29718" y="3810"/>
                  </a:lnTo>
                  <a:lnTo>
                    <a:pt x="27432" y="7620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0" name="object 290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8088769" y="2329310"/>
              <a:ext cx="16764" cy="6096"/>
            </a:xfrm>
            <a:prstGeom prst="rect">
              <a:avLst/>
            </a:prstGeom>
          </p:spPr>
        </p:pic>
        <p:sp>
          <p:nvSpPr>
            <p:cNvPr id="291" name="object 291"/>
            <p:cNvSpPr/>
            <p:nvPr/>
          </p:nvSpPr>
          <p:spPr>
            <a:xfrm>
              <a:off x="8088769" y="2329310"/>
              <a:ext cx="17145" cy="6350"/>
            </a:xfrm>
            <a:custGeom>
              <a:avLst/>
              <a:gdLst/>
              <a:ahLst/>
              <a:cxnLst/>
              <a:rect l="l" t="t" r="r" b="b"/>
              <a:pathLst>
                <a:path w="17145" h="6350">
                  <a:moveTo>
                    <a:pt x="0" y="4572"/>
                  </a:moveTo>
                  <a:lnTo>
                    <a:pt x="3047" y="0"/>
                  </a:lnTo>
                  <a:lnTo>
                    <a:pt x="16764" y="1524"/>
                  </a:lnTo>
                  <a:lnTo>
                    <a:pt x="13716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2" name="object 292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8088769" y="2324738"/>
              <a:ext cx="19050" cy="6096"/>
            </a:xfrm>
            <a:prstGeom prst="rect">
              <a:avLst/>
            </a:prstGeom>
          </p:spPr>
        </p:pic>
        <p:sp>
          <p:nvSpPr>
            <p:cNvPr id="293" name="object 293"/>
            <p:cNvSpPr/>
            <p:nvPr/>
          </p:nvSpPr>
          <p:spPr>
            <a:xfrm>
              <a:off x="8088769" y="2324738"/>
              <a:ext cx="19050" cy="6350"/>
            </a:xfrm>
            <a:custGeom>
              <a:avLst/>
              <a:gdLst/>
              <a:ahLst/>
              <a:cxnLst/>
              <a:rect l="l" t="t" r="r" b="b"/>
              <a:pathLst>
                <a:path w="19050" h="6350">
                  <a:moveTo>
                    <a:pt x="0" y="3810"/>
                  </a:moveTo>
                  <a:lnTo>
                    <a:pt x="3047" y="0"/>
                  </a:lnTo>
                  <a:lnTo>
                    <a:pt x="19050" y="1524"/>
                  </a:lnTo>
                  <a:lnTo>
                    <a:pt x="16764" y="6096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4" name="object 294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8097164" y="2315594"/>
              <a:ext cx="16764" cy="10668"/>
            </a:xfrm>
            <a:prstGeom prst="rect">
              <a:avLst/>
            </a:prstGeom>
          </p:spPr>
        </p:pic>
        <p:sp>
          <p:nvSpPr>
            <p:cNvPr id="295" name="object 295"/>
            <p:cNvSpPr/>
            <p:nvPr/>
          </p:nvSpPr>
          <p:spPr>
            <a:xfrm>
              <a:off x="8097164" y="2315594"/>
              <a:ext cx="17145" cy="10795"/>
            </a:xfrm>
            <a:custGeom>
              <a:avLst/>
              <a:gdLst/>
              <a:ahLst/>
              <a:cxnLst/>
              <a:rect l="l" t="t" r="r" b="b"/>
              <a:pathLst>
                <a:path w="17145" h="10794">
                  <a:moveTo>
                    <a:pt x="0" y="9144"/>
                  </a:moveTo>
                  <a:lnTo>
                    <a:pt x="3810" y="3810"/>
                  </a:lnTo>
                  <a:lnTo>
                    <a:pt x="1523" y="3810"/>
                  </a:lnTo>
                  <a:lnTo>
                    <a:pt x="3809" y="0"/>
                  </a:lnTo>
                  <a:lnTo>
                    <a:pt x="16764" y="1524"/>
                  </a:lnTo>
                  <a:lnTo>
                    <a:pt x="11430" y="10668"/>
                  </a:lnTo>
                  <a:lnTo>
                    <a:pt x="0" y="914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6" name="object 296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8061350" y="2326262"/>
              <a:ext cx="19811" cy="6858"/>
            </a:xfrm>
            <a:prstGeom prst="rect">
              <a:avLst/>
            </a:prstGeom>
          </p:spPr>
        </p:pic>
        <p:sp>
          <p:nvSpPr>
            <p:cNvPr id="297" name="object 297"/>
            <p:cNvSpPr/>
            <p:nvPr/>
          </p:nvSpPr>
          <p:spPr>
            <a:xfrm>
              <a:off x="8061350" y="2326262"/>
              <a:ext cx="20320" cy="6985"/>
            </a:xfrm>
            <a:custGeom>
              <a:avLst/>
              <a:gdLst/>
              <a:ahLst/>
              <a:cxnLst/>
              <a:rect l="l" t="t" r="r" b="b"/>
              <a:pathLst>
                <a:path w="20320" h="6985">
                  <a:moveTo>
                    <a:pt x="0" y="4572"/>
                  </a:moveTo>
                  <a:lnTo>
                    <a:pt x="2285" y="0"/>
                  </a:lnTo>
                  <a:lnTo>
                    <a:pt x="19812" y="1524"/>
                  </a:lnTo>
                  <a:lnTo>
                    <a:pt x="16764" y="6858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8" name="object 298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8032394" y="2322452"/>
              <a:ext cx="30479" cy="8382"/>
            </a:xfrm>
            <a:prstGeom prst="rect">
              <a:avLst/>
            </a:prstGeom>
          </p:spPr>
        </p:pic>
        <p:sp>
          <p:nvSpPr>
            <p:cNvPr id="299" name="object 299"/>
            <p:cNvSpPr/>
            <p:nvPr/>
          </p:nvSpPr>
          <p:spPr>
            <a:xfrm>
              <a:off x="8032394" y="2322452"/>
              <a:ext cx="30480" cy="8890"/>
            </a:xfrm>
            <a:custGeom>
              <a:avLst/>
              <a:gdLst/>
              <a:ahLst/>
              <a:cxnLst/>
              <a:rect l="l" t="t" r="r" b="b"/>
              <a:pathLst>
                <a:path w="30479" h="8889">
                  <a:moveTo>
                    <a:pt x="0" y="5334"/>
                  </a:moveTo>
                  <a:lnTo>
                    <a:pt x="2285" y="0"/>
                  </a:lnTo>
                  <a:lnTo>
                    <a:pt x="30480" y="3810"/>
                  </a:lnTo>
                  <a:lnTo>
                    <a:pt x="28194" y="8382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0" name="object 300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8009521" y="2320166"/>
              <a:ext cx="24383" cy="6858"/>
            </a:xfrm>
            <a:prstGeom prst="rect">
              <a:avLst/>
            </a:prstGeom>
          </p:spPr>
        </p:pic>
        <p:sp>
          <p:nvSpPr>
            <p:cNvPr id="301" name="object 301"/>
            <p:cNvSpPr/>
            <p:nvPr/>
          </p:nvSpPr>
          <p:spPr>
            <a:xfrm>
              <a:off x="8009521" y="2320166"/>
              <a:ext cx="24765" cy="6985"/>
            </a:xfrm>
            <a:custGeom>
              <a:avLst/>
              <a:gdLst/>
              <a:ahLst/>
              <a:cxnLst/>
              <a:rect l="l" t="t" r="r" b="b"/>
              <a:pathLst>
                <a:path w="24765" h="6985">
                  <a:moveTo>
                    <a:pt x="0" y="4572"/>
                  </a:moveTo>
                  <a:lnTo>
                    <a:pt x="2285" y="0"/>
                  </a:lnTo>
                  <a:lnTo>
                    <a:pt x="24384" y="2286"/>
                  </a:lnTo>
                  <a:lnTo>
                    <a:pt x="22860" y="6858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2" name="object 302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7994294" y="2318642"/>
              <a:ext cx="17525" cy="6096"/>
            </a:xfrm>
            <a:prstGeom prst="rect">
              <a:avLst/>
            </a:prstGeom>
          </p:spPr>
        </p:pic>
        <p:sp>
          <p:nvSpPr>
            <p:cNvPr id="303" name="object 303"/>
            <p:cNvSpPr/>
            <p:nvPr/>
          </p:nvSpPr>
          <p:spPr>
            <a:xfrm>
              <a:off x="7994294" y="2318642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4572"/>
                  </a:moveTo>
                  <a:lnTo>
                    <a:pt x="2285" y="0"/>
                  </a:lnTo>
                  <a:lnTo>
                    <a:pt x="17526" y="1524"/>
                  </a:lnTo>
                  <a:lnTo>
                    <a:pt x="15240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4" name="object 30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984388" y="2317118"/>
              <a:ext cx="12192" cy="6096"/>
            </a:xfrm>
            <a:prstGeom prst="rect">
              <a:avLst/>
            </a:prstGeom>
          </p:spPr>
        </p:pic>
        <p:sp>
          <p:nvSpPr>
            <p:cNvPr id="305" name="object 305"/>
            <p:cNvSpPr/>
            <p:nvPr/>
          </p:nvSpPr>
          <p:spPr>
            <a:xfrm>
              <a:off x="7984388" y="2317118"/>
              <a:ext cx="12700" cy="6350"/>
            </a:xfrm>
            <a:custGeom>
              <a:avLst/>
              <a:gdLst/>
              <a:ahLst/>
              <a:cxnLst/>
              <a:rect l="l" t="t" r="r" b="b"/>
              <a:pathLst>
                <a:path w="12700" h="6350">
                  <a:moveTo>
                    <a:pt x="0" y="4572"/>
                  </a:moveTo>
                  <a:lnTo>
                    <a:pt x="2285" y="0"/>
                  </a:lnTo>
                  <a:lnTo>
                    <a:pt x="12192" y="1524"/>
                  </a:lnTo>
                  <a:lnTo>
                    <a:pt x="9906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6" name="object 306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7959242" y="2314832"/>
              <a:ext cx="17525" cy="6096"/>
            </a:xfrm>
            <a:prstGeom prst="rect">
              <a:avLst/>
            </a:prstGeom>
          </p:spPr>
        </p:pic>
        <p:sp>
          <p:nvSpPr>
            <p:cNvPr id="307" name="object 307"/>
            <p:cNvSpPr/>
            <p:nvPr/>
          </p:nvSpPr>
          <p:spPr>
            <a:xfrm>
              <a:off x="7959242" y="2314832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4572"/>
                  </a:moveTo>
                  <a:lnTo>
                    <a:pt x="3810" y="0"/>
                  </a:lnTo>
                  <a:lnTo>
                    <a:pt x="17526" y="1524"/>
                  </a:lnTo>
                  <a:lnTo>
                    <a:pt x="14478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8" name="object 308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7963052" y="2309498"/>
              <a:ext cx="24383" cy="6858"/>
            </a:xfrm>
            <a:prstGeom prst="rect">
              <a:avLst/>
            </a:prstGeom>
          </p:spPr>
        </p:pic>
        <p:sp>
          <p:nvSpPr>
            <p:cNvPr id="309" name="object 309"/>
            <p:cNvSpPr/>
            <p:nvPr/>
          </p:nvSpPr>
          <p:spPr>
            <a:xfrm>
              <a:off x="7963052" y="2309498"/>
              <a:ext cx="24765" cy="6985"/>
            </a:xfrm>
            <a:custGeom>
              <a:avLst/>
              <a:gdLst/>
              <a:ahLst/>
              <a:cxnLst/>
              <a:rect l="l" t="t" r="r" b="b"/>
              <a:pathLst>
                <a:path w="24765" h="6985">
                  <a:moveTo>
                    <a:pt x="0" y="4572"/>
                  </a:moveTo>
                  <a:lnTo>
                    <a:pt x="3047" y="0"/>
                  </a:lnTo>
                  <a:lnTo>
                    <a:pt x="24384" y="3048"/>
                  </a:lnTo>
                  <a:lnTo>
                    <a:pt x="22098" y="6858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0" name="object 310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7966849" y="2304926"/>
              <a:ext cx="16001" cy="6096"/>
            </a:xfrm>
            <a:prstGeom prst="rect">
              <a:avLst/>
            </a:prstGeom>
          </p:spPr>
        </p:pic>
        <p:sp>
          <p:nvSpPr>
            <p:cNvPr id="311" name="object 311"/>
            <p:cNvSpPr/>
            <p:nvPr/>
          </p:nvSpPr>
          <p:spPr>
            <a:xfrm>
              <a:off x="7966849" y="2304926"/>
              <a:ext cx="16510" cy="6350"/>
            </a:xfrm>
            <a:custGeom>
              <a:avLst/>
              <a:gdLst/>
              <a:ahLst/>
              <a:cxnLst/>
              <a:rect l="l" t="t" r="r" b="b"/>
              <a:pathLst>
                <a:path w="16509" h="6350">
                  <a:moveTo>
                    <a:pt x="0" y="4572"/>
                  </a:moveTo>
                  <a:lnTo>
                    <a:pt x="3047" y="0"/>
                  </a:lnTo>
                  <a:lnTo>
                    <a:pt x="16002" y="1524"/>
                  </a:lnTo>
                  <a:lnTo>
                    <a:pt x="13716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2" name="object 312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7969897" y="2300354"/>
              <a:ext cx="12953" cy="6096"/>
            </a:xfrm>
            <a:prstGeom prst="rect">
              <a:avLst/>
            </a:prstGeom>
          </p:spPr>
        </p:pic>
        <p:sp>
          <p:nvSpPr>
            <p:cNvPr id="313" name="object 313"/>
            <p:cNvSpPr/>
            <p:nvPr/>
          </p:nvSpPr>
          <p:spPr>
            <a:xfrm>
              <a:off x="7969897" y="2300354"/>
              <a:ext cx="13335" cy="6350"/>
            </a:xfrm>
            <a:custGeom>
              <a:avLst/>
              <a:gdLst/>
              <a:ahLst/>
              <a:cxnLst/>
              <a:rect l="l" t="t" r="r" b="b"/>
              <a:pathLst>
                <a:path w="13334" h="6350">
                  <a:moveTo>
                    <a:pt x="0" y="4572"/>
                  </a:moveTo>
                  <a:lnTo>
                    <a:pt x="3810" y="0"/>
                  </a:lnTo>
                  <a:lnTo>
                    <a:pt x="12954" y="1524"/>
                  </a:lnTo>
                  <a:lnTo>
                    <a:pt x="10668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4" name="object 314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7973720" y="2295782"/>
              <a:ext cx="9144" cy="5334"/>
            </a:xfrm>
            <a:prstGeom prst="rect">
              <a:avLst/>
            </a:prstGeom>
          </p:spPr>
        </p:pic>
        <p:sp>
          <p:nvSpPr>
            <p:cNvPr id="315" name="object 315"/>
            <p:cNvSpPr/>
            <p:nvPr/>
          </p:nvSpPr>
          <p:spPr>
            <a:xfrm>
              <a:off x="7973720" y="2295782"/>
              <a:ext cx="9525" cy="5715"/>
            </a:xfrm>
            <a:custGeom>
              <a:avLst/>
              <a:gdLst/>
              <a:ahLst/>
              <a:cxnLst/>
              <a:rect l="l" t="t" r="r" b="b"/>
              <a:pathLst>
                <a:path w="9525" h="5714">
                  <a:moveTo>
                    <a:pt x="0" y="4572"/>
                  </a:moveTo>
                  <a:lnTo>
                    <a:pt x="3047" y="0"/>
                  </a:lnTo>
                  <a:lnTo>
                    <a:pt x="9144" y="762"/>
                  </a:lnTo>
                  <a:lnTo>
                    <a:pt x="6096" y="533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6" name="object 316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7985899" y="2312546"/>
              <a:ext cx="105155" cy="16001"/>
            </a:xfrm>
            <a:prstGeom prst="rect">
              <a:avLst/>
            </a:prstGeom>
          </p:spPr>
        </p:pic>
        <p:sp>
          <p:nvSpPr>
            <p:cNvPr id="317" name="object 317"/>
            <p:cNvSpPr/>
            <p:nvPr/>
          </p:nvSpPr>
          <p:spPr>
            <a:xfrm>
              <a:off x="7985899" y="2312546"/>
              <a:ext cx="105410" cy="16510"/>
            </a:xfrm>
            <a:custGeom>
              <a:avLst/>
              <a:gdLst/>
              <a:ahLst/>
              <a:cxnLst/>
              <a:rect l="l" t="t" r="r" b="b"/>
              <a:pathLst>
                <a:path w="105409" h="16510">
                  <a:moveTo>
                    <a:pt x="0" y="3810"/>
                  </a:moveTo>
                  <a:lnTo>
                    <a:pt x="1523" y="0"/>
                  </a:lnTo>
                  <a:lnTo>
                    <a:pt x="105155" y="12192"/>
                  </a:lnTo>
                  <a:lnTo>
                    <a:pt x="102870" y="16002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8" name="object 318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7981340" y="2306450"/>
              <a:ext cx="118109" cy="18287"/>
            </a:xfrm>
            <a:prstGeom prst="rect">
              <a:avLst/>
            </a:prstGeom>
          </p:spPr>
        </p:pic>
        <p:sp>
          <p:nvSpPr>
            <p:cNvPr id="319" name="object 319"/>
            <p:cNvSpPr/>
            <p:nvPr/>
          </p:nvSpPr>
          <p:spPr>
            <a:xfrm>
              <a:off x="7981340" y="2306450"/>
              <a:ext cx="118110" cy="18415"/>
            </a:xfrm>
            <a:custGeom>
              <a:avLst/>
              <a:gdLst/>
              <a:ahLst/>
              <a:cxnLst/>
              <a:rect l="l" t="t" r="r" b="b"/>
              <a:pathLst>
                <a:path w="118109" h="18414">
                  <a:moveTo>
                    <a:pt x="0" y="4572"/>
                  </a:moveTo>
                  <a:lnTo>
                    <a:pt x="2285" y="0"/>
                  </a:lnTo>
                  <a:lnTo>
                    <a:pt x="118110" y="13716"/>
                  </a:lnTo>
                  <a:lnTo>
                    <a:pt x="115823" y="18288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0" name="object 320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7981340" y="2301878"/>
              <a:ext cx="118872" cy="18287"/>
            </a:xfrm>
            <a:prstGeom prst="rect">
              <a:avLst/>
            </a:prstGeom>
          </p:spPr>
        </p:pic>
        <p:sp>
          <p:nvSpPr>
            <p:cNvPr id="321" name="object 321"/>
            <p:cNvSpPr/>
            <p:nvPr/>
          </p:nvSpPr>
          <p:spPr>
            <a:xfrm>
              <a:off x="7981340" y="2301878"/>
              <a:ext cx="119380" cy="18415"/>
            </a:xfrm>
            <a:custGeom>
              <a:avLst/>
              <a:gdLst/>
              <a:ahLst/>
              <a:cxnLst/>
              <a:rect l="l" t="t" r="r" b="b"/>
              <a:pathLst>
                <a:path w="119379" h="18414">
                  <a:moveTo>
                    <a:pt x="0" y="4572"/>
                  </a:moveTo>
                  <a:lnTo>
                    <a:pt x="2285" y="0"/>
                  </a:lnTo>
                  <a:lnTo>
                    <a:pt x="118872" y="13716"/>
                  </a:lnTo>
                  <a:lnTo>
                    <a:pt x="116586" y="18288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2" name="object 322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7980578" y="2296544"/>
              <a:ext cx="127253" cy="19050"/>
            </a:xfrm>
            <a:prstGeom prst="rect">
              <a:avLst/>
            </a:prstGeom>
          </p:spPr>
        </p:pic>
        <p:sp>
          <p:nvSpPr>
            <p:cNvPr id="323" name="object 323"/>
            <p:cNvSpPr/>
            <p:nvPr/>
          </p:nvSpPr>
          <p:spPr>
            <a:xfrm>
              <a:off x="7980578" y="2296544"/>
              <a:ext cx="127635" cy="19050"/>
            </a:xfrm>
            <a:custGeom>
              <a:avLst/>
              <a:gdLst/>
              <a:ahLst/>
              <a:cxnLst/>
              <a:rect l="l" t="t" r="r" b="b"/>
              <a:pathLst>
                <a:path w="127634" h="19050">
                  <a:moveTo>
                    <a:pt x="0" y="4572"/>
                  </a:moveTo>
                  <a:lnTo>
                    <a:pt x="3047" y="0"/>
                  </a:lnTo>
                  <a:lnTo>
                    <a:pt x="127254" y="14478"/>
                  </a:lnTo>
                  <a:lnTo>
                    <a:pt x="124968" y="19050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4" name="object 32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8106295" y="2311022"/>
              <a:ext cx="9905" cy="6096"/>
            </a:xfrm>
            <a:prstGeom prst="rect">
              <a:avLst/>
            </a:prstGeom>
          </p:spPr>
        </p:pic>
        <p:sp>
          <p:nvSpPr>
            <p:cNvPr id="325" name="object 325"/>
            <p:cNvSpPr/>
            <p:nvPr/>
          </p:nvSpPr>
          <p:spPr>
            <a:xfrm>
              <a:off x="8106295" y="2311022"/>
              <a:ext cx="10160" cy="6350"/>
            </a:xfrm>
            <a:custGeom>
              <a:avLst/>
              <a:gdLst/>
              <a:ahLst/>
              <a:cxnLst/>
              <a:rect l="l" t="t" r="r" b="b"/>
              <a:pathLst>
                <a:path w="10159" h="6350">
                  <a:moveTo>
                    <a:pt x="0" y="4572"/>
                  </a:moveTo>
                  <a:lnTo>
                    <a:pt x="2285" y="0"/>
                  </a:lnTo>
                  <a:lnTo>
                    <a:pt x="9906" y="1524"/>
                  </a:lnTo>
                  <a:lnTo>
                    <a:pt x="7620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6" name="object 326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7945526" y="2320928"/>
              <a:ext cx="240791" cy="35051"/>
            </a:xfrm>
            <a:prstGeom prst="rect">
              <a:avLst/>
            </a:prstGeom>
          </p:spPr>
        </p:pic>
        <p:sp>
          <p:nvSpPr>
            <p:cNvPr id="327" name="object 327"/>
            <p:cNvSpPr/>
            <p:nvPr/>
          </p:nvSpPr>
          <p:spPr>
            <a:xfrm>
              <a:off x="7944764" y="2320928"/>
              <a:ext cx="241935" cy="35560"/>
            </a:xfrm>
            <a:custGeom>
              <a:avLst/>
              <a:gdLst/>
              <a:ahLst/>
              <a:cxnLst/>
              <a:rect l="l" t="t" r="r" b="b"/>
              <a:pathLst>
                <a:path w="241934" h="35560">
                  <a:moveTo>
                    <a:pt x="1524" y="0"/>
                  </a:moveTo>
                  <a:lnTo>
                    <a:pt x="1524" y="762"/>
                  </a:lnTo>
                  <a:lnTo>
                    <a:pt x="0" y="3048"/>
                  </a:lnTo>
                  <a:lnTo>
                    <a:pt x="762" y="6858"/>
                  </a:lnTo>
                  <a:lnTo>
                    <a:pt x="18288" y="8381"/>
                  </a:lnTo>
                  <a:lnTo>
                    <a:pt x="63246" y="13715"/>
                  </a:lnTo>
                  <a:lnTo>
                    <a:pt x="120396" y="20573"/>
                  </a:lnTo>
                  <a:lnTo>
                    <a:pt x="178308" y="27431"/>
                  </a:lnTo>
                  <a:lnTo>
                    <a:pt x="223266" y="32765"/>
                  </a:lnTo>
                  <a:lnTo>
                    <a:pt x="240792" y="35051"/>
                  </a:lnTo>
                  <a:lnTo>
                    <a:pt x="240792" y="32003"/>
                  </a:lnTo>
                  <a:lnTo>
                    <a:pt x="241554" y="29717"/>
                  </a:lnTo>
                  <a:lnTo>
                    <a:pt x="241554" y="28193"/>
                  </a:lnTo>
                  <a:lnTo>
                    <a:pt x="223266" y="26669"/>
                  </a:lnTo>
                  <a:lnTo>
                    <a:pt x="179070" y="21335"/>
                  </a:lnTo>
                  <a:lnTo>
                    <a:pt x="121158" y="14477"/>
                  </a:lnTo>
                  <a:lnTo>
                    <a:pt x="64008" y="7619"/>
                  </a:lnTo>
                  <a:lnTo>
                    <a:pt x="19050" y="2285"/>
                  </a:ln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8" name="object 328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8178698" y="2264540"/>
              <a:ext cx="86105" cy="37337"/>
            </a:xfrm>
            <a:prstGeom prst="rect">
              <a:avLst/>
            </a:prstGeom>
          </p:spPr>
        </p:pic>
        <p:sp>
          <p:nvSpPr>
            <p:cNvPr id="329" name="object 329"/>
            <p:cNvSpPr/>
            <p:nvPr/>
          </p:nvSpPr>
          <p:spPr>
            <a:xfrm>
              <a:off x="8178698" y="2263778"/>
              <a:ext cx="86360" cy="38100"/>
            </a:xfrm>
            <a:custGeom>
              <a:avLst/>
              <a:gdLst/>
              <a:ahLst/>
              <a:cxnLst/>
              <a:rect l="l" t="t" r="r" b="b"/>
              <a:pathLst>
                <a:path w="86359" h="38100">
                  <a:moveTo>
                    <a:pt x="83820" y="38100"/>
                  </a:moveTo>
                  <a:lnTo>
                    <a:pt x="35814" y="3810"/>
                  </a:lnTo>
                  <a:lnTo>
                    <a:pt x="11430" y="3048"/>
                  </a:lnTo>
                  <a:lnTo>
                    <a:pt x="0" y="3048"/>
                  </a:lnTo>
                  <a:lnTo>
                    <a:pt x="762" y="1524"/>
                  </a:lnTo>
                  <a:lnTo>
                    <a:pt x="1524" y="0"/>
                  </a:lnTo>
                  <a:lnTo>
                    <a:pt x="12954" y="0"/>
                  </a:lnTo>
                  <a:lnTo>
                    <a:pt x="37338" y="1524"/>
                  </a:lnTo>
                  <a:lnTo>
                    <a:pt x="62484" y="6096"/>
                  </a:lnTo>
                  <a:lnTo>
                    <a:pt x="82296" y="18288"/>
                  </a:lnTo>
                  <a:lnTo>
                    <a:pt x="86106" y="30480"/>
                  </a:lnTo>
                  <a:lnTo>
                    <a:pt x="85344" y="35814"/>
                  </a:lnTo>
                  <a:lnTo>
                    <a:pt x="83820" y="3810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0" name="object 330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8214512" y="2292734"/>
              <a:ext cx="73151" cy="21336"/>
            </a:xfrm>
            <a:prstGeom prst="rect">
              <a:avLst/>
            </a:prstGeom>
          </p:spPr>
        </p:pic>
        <p:sp>
          <p:nvSpPr>
            <p:cNvPr id="331" name="object 331"/>
            <p:cNvSpPr/>
            <p:nvPr/>
          </p:nvSpPr>
          <p:spPr>
            <a:xfrm>
              <a:off x="8214512" y="2292734"/>
              <a:ext cx="73660" cy="21590"/>
            </a:xfrm>
            <a:custGeom>
              <a:avLst/>
              <a:gdLst/>
              <a:ahLst/>
              <a:cxnLst/>
              <a:rect l="l" t="t" r="r" b="b"/>
              <a:pathLst>
                <a:path w="73659" h="21589">
                  <a:moveTo>
                    <a:pt x="73151" y="1524"/>
                  </a:moveTo>
                  <a:lnTo>
                    <a:pt x="44195" y="21336"/>
                  </a:lnTo>
                  <a:lnTo>
                    <a:pt x="0" y="18288"/>
                  </a:lnTo>
                  <a:lnTo>
                    <a:pt x="36575" y="0"/>
                  </a:lnTo>
                  <a:lnTo>
                    <a:pt x="73151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2" name="object 332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8206892" y="2300354"/>
              <a:ext cx="86868" cy="37337"/>
            </a:xfrm>
            <a:prstGeom prst="rect">
              <a:avLst/>
            </a:prstGeom>
          </p:spPr>
        </p:pic>
        <p:sp>
          <p:nvSpPr>
            <p:cNvPr id="333" name="object 333"/>
            <p:cNvSpPr/>
            <p:nvPr/>
          </p:nvSpPr>
          <p:spPr>
            <a:xfrm>
              <a:off x="8206892" y="2300354"/>
              <a:ext cx="86995" cy="37465"/>
            </a:xfrm>
            <a:custGeom>
              <a:avLst/>
              <a:gdLst/>
              <a:ahLst/>
              <a:cxnLst/>
              <a:rect l="l" t="t" r="r" b="b"/>
              <a:pathLst>
                <a:path w="86995" h="37464">
                  <a:moveTo>
                    <a:pt x="0" y="17525"/>
                  </a:moveTo>
                  <a:lnTo>
                    <a:pt x="52577" y="22097"/>
                  </a:lnTo>
                  <a:lnTo>
                    <a:pt x="86868" y="0"/>
                  </a:lnTo>
                  <a:lnTo>
                    <a:pt x="86868" y="14477"/>
                  </a:lnTo>
                  <a:lnTo>
                    <a:pt x="53340" y="36575"/>
                  </a:lnTo>
                  <a:lnTo>
                    <a:pt x="51053" y="37337"/>
                  </a:lnTo>
                  <a:lnTo>
                    <a:pt x="0" y="31241"/>
                  </a:lnTo>
                  <a:lnTo>
                    <a:pt x="0" y="1752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4" name="object 334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8206879" y="2294258"/>
              <a:ext cx="86868" cy="28193"/>
            </a:xfrm>
            <a:prstGeom prst="rect">
              <a:avLst/>
            </a:prstGeom>
          </p:spPr>
        </p:pic>
        <p:sp>
          <p:nvSpPr>
            <p:cNvPr id="335" name="object 335"/>
            <p:cNvSpPr/>
            <p:nvPr/>
          </p:nvSpPr>
          <p:spPr>
            <a:xfrm>
              <a:off x="8206879" y="2294258"/>
              <a:ext cx="86995" cy="28575"/>
            </a:xfrm>
            <a:custGeom>
              <a:avLst/>
              <a:gdLst/>
              <a:ahLst/>
              <a:cxnLst/>
              <a:rect l="l" t="t" r="r" b="b"/>
              <a:pathLst>
                <a:path w="86995" h="28575">
                  <a:moveTo>
                    <a:pt x="7620" y="16763"/>
                  </a:moveTo>
                  <a:lnTo>
                    <a:pt x="51054" y="19811"/>
                  </a:lnTo>
                  <a:lnTo>
                    <a:pt x="80772" y="0"/>
                  </a:lnTo>
                  <a:lnTo>
                    <a:pt x="86868" y="6857"/>
                  </a:lnTo>
                  <a:lnTo>
                    <a:pt x="52578" y="28193"/>
                  </a:lnTo>
                  <a:lnTo>
                    <a:pt x="0" y="24383"/>
                  </a:lnTo>
                  <a:lnTo>
                    <a:pt x="7620" y="1676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6" name="object 336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8245754" y="2292734"/>
              <a:ext cx="36575" cy="6858"/>
            </a:xfrm>
            <a:prstGeom prst="rect">
              <a:avLst/>
            </a:prstGeom>
          </p:spPr>
        </p:pic>
        <p:sp>
          <p:nvSpPr>
            <p:cNvPr id="337" name="object 337"/>
            <p:cNvSpPr/>
            <p:nvPr/>
          </p:nvSpPr>
          <p:spPr>
            <a:xfrm>
              <a:off x="8245754" y="2292734"/>
              <a:ext cx="36830" cy="6985"/>
            </a:xfrm>
            <a:custGeom>
              <a:avLst/>
              <a:gdLst/>
              <a:ahLst/>
              <a:cxnLst/>
              <a:rect l="l" t="t" r="r" b="b"/>
              <a:pathLst>
                <a:path w="36829" h="6985">
                  <a:moveTo>
                    <a:pt x="10668" y="0"/>
                  </a:moveTo>
                  <a:lnTo>
                    <a:pt x="0" y="6096"/>
                  </a:lnTo>
                  <a:lnTo>
                    <a:pt x="27432" y="6857"/>
                  </a:lnTo>
                  <a:lnTo>
                    <a:pt x="36576" y="1523"/>
                  </a:lnTo>
                  <a:lnTo>
                    <a:pt x="1066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8" name="object 338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8206892" y="2314832"/>
              <a:ext cx="86868" cy="24384"/>
            </a:xfrm>
            <a:prstGeom prst="rect">
              <a:avLst/>
            </a:prstGeom>
          </p:spPr>
        </p:pic>
        <p:sp>
          <p:nvSpPr>
            <p:cNvPr id="339" name="object 339"/>
            <p:cNvSpPr/>
            <p:nvPr/>
          </p:nvSpPr>
          <p:spPr>
            <a:xfrm>
              <a:off x="8206892" y="2314832"/>
              <a:ext cx="86995" cy="24765"/>
            </a:xfrm>
            <a:custGeom>
              <a:avLst/>
              <a:gdLst/>
              <a:ahLst/>
              <a:cxnLst/>
              <a:rect l="l" t="t" r="r" b="b"/>
              <a:pathLst>
                <a:path w="86995" h="24764">
                  <a:moveTo>
                    <a:pt x="0" y="16763"/>
                  </a:moveTo>
                  <a:lnTo>
                    <a:pt x="0" y="19811"/>
                  </a:lnTo>
                  <a:lnTo>
                    <a:pt x="51816" y="24383"/>
                  </a:lnTo>
                  <a:lnTo>
                    <a:pt x="86868" y="3047"/>
                  </a:lnTo>
                  <a:lnTo>
                    <a:pt x="86868" y="0"/>
                  </a:lnTo>
                  <a:lnTo>
                    <a:pt x="51053" y="22859"/>
                  </a:lnTo>
                  <a:lnTo>
                    <a:pt x="0" y="1676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0" name="object 340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8058683" y="2094995"/>
              <a:ext cx="163829" cy="112775"/>
            </a:xfrm>
            <a:prstGeom prst="rect">
              <a:avLst/>
            </a:prstGeom>
          </p:spPr>
        </p:pic>
        <p:pic>
          <p:nvPicPr>
            <p:cNvPr id="341" name="object 341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8483498" y="2235584"/>
              <a:ext cx="139446" cy="31241"/>
            </a:xfrm>
            <a:prstGeom prst="rect">
              <a:avLst/>
            </a:prstGeom>
          </p:spPr>
        </p:pic>
        <p:sp>
          <p:nvSpPr>
            <p:cNvPr id="342" name="object 342"/>
            <p:cNvSpPr/>
            <p:nvPr/>
          </p:nvSpPr>
          <p:spPr>
            <a:xfrm>
              <a:off x="8483498" y="2235584"/>
              <a:ext cx="139700" cy="31750"/>
            </a:xfrm>
            <a:custGeom>
              <a:avLst/>
              <a:gdLst/>
              <a:ahLst/>
              <a:cxnLst/>
              <a:rect l="l" t="t" r="r" b="b"/>
              <a:pathLst>
                <a:path w="139700" h="31750">
                  <a:moveTo>
                    <a:pt x="0" y="16001"/>
                  </a:moveTo>
                  <a:lnTo>
                    <a:pt x="9144" y="23621"/>
                  </a:lnTo>
                  <a:lnTo>
                    <a:pt x="34290" y="28955"/>
                  </a:lnTo>
                  <a:lnTo>
                    <a:pt x="69342" y="31241"/>
                  </a:lnTo>
                  <a:lnTo>
                    <a:pt x="104394" y="28955"/>
                  </a:lnTo>
                  <a:lnTo>
                    <a:pt x="129539" y="23621"/>
                  </a:lnTo>
                  <a:lnTo>
                    <a:pt x="139446" y="16001"/>
                  </a:lnTo>
                  <a:lnTo>
                    <a:pt x="129539" y="8381"/>
                  </a:lnTo>
                  <a:lnTo>
                    <a:pt x="104394" y="2285"/>
                  </a:lnTo>
                  <a:lnTo>
                    <a:pt x="69342" y="0"/>
                  </a:lnTo>
                  <a:lnTo>
                    <a:pt x="34290" y="2285"/>
                  </a:lnTo>
                  <a:lnTo>
                    <a:pt x="9144" y="8381"/>
                  </a:lnTo>
                  <a:lnTo>
                    <a:pt x="0" y="160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3" name="object 343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8488819" y="2231774"/>
              <a:ext cx="128777" cy="16764"/>
            </a:xfrm>
            <a:prstGeom prst="rect">
              <a:avLst/>
            </a:prstGeom>
          </p:spPr>
        </p:pic>
        <p:sp>
          <p:nvSpPr>
            <p:cNvPr id="344" name="object 344"/>
            <p:cNvSpPr/>
            <p:nvPr/>
          </p:nvSpPr>
          <p:spPr>
            <a:xfrm>
              <a:off x="8525395" y="2231774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59" h="8889">
                  <a:moveTo>
                    <a:pt x="0" y="3810"/>
                  </a:moveTo>
                  <a:lnTo>
                    <a:pt x="762" y="6858"/>
                  </a:lnTo>
                  <a:lnTo>
                    <a:pt x="2286" y="8382"/>
                  </a:lnTo>
                  <a:lnTo>
                    <a:pt x="7620" y="8382"/>
                  </a:lnTo>
                  <a:lnTo>
                    <a:pt x="9144" y="6858"/>
                  </a:lnTo>
                  <a:lnTo>
                    <a:pt x="9906" y="3810"/>
                  </a:lnTo>
                  <a:lnTo>
                    <a:pt x="9144" y="1524"/>
                  </a:lnTo>
                  <a:lnTo>
                    <a:pt x="7620" y="0"/>
                  </a:lnTo>
                  <a:lnTo>
                    <a:pt x="2285" y="0"/>
                  </a:lnTo>
                  <a:lnTo>
                    <a:pt x="761" y="1524"/>
                  </a:lnTo>
                  <a:lnTo>
                    <a:pt x="0" y="381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5" name="object 34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8525395" y="2230250"/>
              <a:ext cx="9905" cy="9144"/>
            </a:xfrm>
            <a:prstGeom prst="rect">
              <a:avLst/>
            </a:prstGeom>
          </p:spPr>
        </p:pic>
        <p:sp>
          <p:nvSpPr>
            <p:cNvPr id="346" name="object 346"/>
            <p:cNvSpPr/>
            <p:nvPr/>
          </p:nvSpPr>
          <p:spPr>
            <a:xfrm>
              <a:off x="8525395" y="2230250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59" h="9525">
                  <a:moveTo>
                    <a:pt x="0" y="4572"/>
                  </a:moveTo>
                  <a:lnTo>
                    <a:pt x="762" y="6858"/>
                  </a:lnTo>
                  <a:lnTo>
                    <a:pt x="2286" y="8382"/>
                  </a:lnTo>
                  <a:lnTo>
                    <a:pt x="4572" y="9144"/>
                  </a:lnTo>
                  <a:lnTo>
                    <a:pt x="7620" y="8382"/>
                  </a:lnTo>
                  <a:lnTo>
                    <a:pt x="9144" y="6858"/>
                  </a:lnTo>
                  <a:lnTo>
                    <a:pt x="9906" y="4572"/>
                  </a:lnTo>
                  <a:lnTo>
                    <a:pt x="9144" y="2286"/>
                  </a:lnTo>
                  <a:lnTo>
                    <a:pt x="7620" y="762"/>
                  </a:lnTo>
                  <a:lnTo>
                    <a:pt x="4572" y="0"/>
                  </a:lnTo>
                  <a:lnTo>
                    <a:pt x="2285" y="762"/>
                  </a:lnTo>
                  <a:lnTo>
                    <a:pt x="761" y="2286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7" name="object 34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8513978" y="2231774"/>
              <a:ext cx="9905" cy="8382"/>
            </a:xfrm>
            <a:prstGeom prst="rect">
              <a:avLst/>
            </a:prstGeom>
          </p:spPr>
        </p:pic>
        <p:sp>
          <p:nvSpPr>
            <p:cNvPr id="348" name="object 348"/>
            <p:cNvSpPr/>
            <p:nvPr/>
          </p:nvSpPr>
          <p:spPr>
            <a:xfrm>
              <a:off x="8513978" y="2231774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59" h="8889">
                  <a:moveTo>
                    <a:pt x="0" y="3810"/>
                  </a:moveTo>
                  <a:lnTo>
                    <a:pt x="762" y="6858"/>
                  </a:lnTo>
                  <a:lnTo>
                    <a:pt x="2286" y="8382"/>
                  </a:lnTo>
                  <a:lnTo>
                    <a:pt x="7620" y="8382"/>
                  </a:lnTo>
                  <a:lnTo>
                    <a:pt x="9144" y="6858"/>
                  </a:lnTo>
                  <a:lnTo>
                    <a:pt x="9906" y="3810"/>
                  </a:lnTo>
                  <a:lnTo>
                    <a:pt x="9144" y="1524"/>
                  </a:lnTo>
                  <a:lnTo>
                    <a:pt x="7620" y="0"/>
                  </a:lnTo>
                  <a:lnTo>
                    <a:pt x="2285" y="0"/>
                  </a:lnTo>
                  <a:lnTo>
                    <a:pt x="761" y="1524"/>
                  </a:lnTo>
                  <a:lnTo>
                    <a:pt x="0" y="381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9" name="object 34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513978" y="2230590"/>
              <a:ext cx="9582" cy="8465"/>
            </a:xfrm>
            <a:prstGeom prst="rect">
              <a:avLst/>
            </a:prstGeom>
          </p:spPr>
        </p:pic>
        <p:sp>
          <p:nvSpPr>
            <p:cNvPr id="350" name="object 350"/>
            <p:cNvSpPr/>
            <p:nvPr/>
          </p:nvSpPr>
          <p:spPr>
            <a:xfrm>
              <a:off x="8513978" y="2230590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59" h="8889">
                  <a:moveTo>
                    <a:pt x="0" y="4232"/>
                  </a:moveTo>
                  <a:lnTo>
                    <a:pt x="762" y="6518"/>
                  </a:lnTo>
                  <a:lnTo>
                    <a:pt x="7377" y="8465"/>
                  </a:lnTo>
                  <a:lnTo>
                    <a:pt x="9582" y="4232"/>
                  </a:lnTo>
                  <a:lnTo>
                    <a:pt x="7377" y="0"/>
                  </a:lnTo>
                  <a:lnTo>
                    <a:pt x="761" y="1946"/>
                  </a:lnTo>
                  <a:lnTo>
                    <a:pt x="0" y="423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1" name="object 35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8502548" y="2231774"/>
              <a:ext cx="9905" cy="8382"/>
            </a:xfrm>
            <a:prstGeom prst="rect">
              <a:avLst/>
            </a:prstGeom>
          </p:spPr>
        </p:pic>
        <p:sp>
          <p:nvSpPr>
            <p:cNvPr id="352" name="object 352"/>
            <p:cNvSpPr/>
            <p:nvPr/>
          </p:nvSpPr>
          <p:spPr>
            <a:xfrm>
              <a:off x="8502548" y="2231774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59" h="8889">
                  <a:moveTo>
                    <a:pt x="0" y="3810"/>
                  </a:moveTo>
                  <a:lnTo>
                    <a:pt x="0" y="6858"/>
                  </a:lnTo>
                  <a:lnTo>
                    <a:pt x="2286" y="8382"/>
                  </a:lnTo>
                  <a:lnTo>
                    <a:pt x="6858" y="8382"/>
                  </a:lnTo>
                  <a:lnTo>
                    <a:pt x="9144" y="6858"/>
                  </a:lnTo>
                  <a:lnTo>
                    <a:pt x="9906" y="3810"/>
                  </a:lnTo>
                  <a:lnTo>
                    <a:pt x="9144" y="1524"/>
                  </a:lnTo>
                  <a:lnTo>
                    <a:pt x="6858" y="0"/>
                  </a:lnTo>
                  <a:lnTo>
                    <a:pt x="2285" y="0"/>
                  </a:lnTo>
                  <a:lnTo>
                    <a:pt x="0" y="1524"/>
                  </a:lnTo>
                  <a:lnTo>
                    <a:pt x="0" y="381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3" name="object 35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502548" y="2231012"/>
              <a:ext cx="9744" cy="7620"/>
            </a:xfrm>
            <a:prstGeom prst="rect">
              <a:avLst/>
            </a:prstGeom>
          </p:spPr>
        </p:pic>
        <p:sp>
          <p:nvSpPr>
            <p:cNvPr id="354" name="object 354"/>
            <p:cNvSpPr/>
            <p:nvPr/>
          </p:nvSpPr>
          <p:spPr>
            <a:xfrm>
              <a:off x="8502548" y="2231012"/>
              <a:ext cx="10160" cy="7620"/>
            </a:xfrm>
            <a:custGeom>
              <a:avLst/>
              <a:gdLst/>
              <a:ahLst/>
              <a:cxnLst/>
              <a:rect l="l" t="t" r="r" b="b"/>
              <a:pathLst>
                <a:path w="10159" h="7619">
                  <a:moveTo>
                    <a:pt x="0" y="3810"/>
                  </a:moveTo>
                  <a:lnTo>
                    <a:pt x="0" y="6096"/>
                  </a:lnTo>
                  <a:lnTo>
                    <a:pt x="2286" y="7620"/>
                  </a:lnTo>
                  <a:lnTo>
                    <a:pt x="7879" y="7375"/>
                  </a:lnTo>
                  <a:lnTo>
                    <a:pt x="9744" y="3810"/>
                  </a:lnTo>
                  <a:lnTo>
                    <a:pt x="7879" y="244"/>
                  </a:lnTo>
                  <a:lnTo>
                    <a:pt x="2285" y="0"/>
                  </a:lnTo>
                  <a:lnTo>
                    <a:pt x="0" y="1524"/>
                  </a:lnTo>
                  <a:lnTo>
                    <a:pt x="0" y="381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5" name="object 35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8564270" y="2231774"/>
              <a:ext cx="9905" cy="8382"/>
            </a:xfrm>
            <a:prstGeom prst="rect">
              <a:avLst/>
            </a:prstGeom>
          </p:spPr>
        </p:pic>
        <p:sp>
          <p:nvSpPr>
            <p:cNvPr id="356" name="object 356"/>
            <p:cNvSpPr/>
            <p:nvPr/>
          </p:nvSpPr>
          <p:spPr>
            <a:xfrm>
              <a:off x="8564270" y="2231774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59" h="8889">
                  <a:moveTo>
                    <a:pt x="0" y="3810"/>
                  </a:moveTo>
                  <a:lnTo>
                    <a:pt x="762" y="6858"/>
                  </a:lnTo>
                  <a:lnTo>
                    <a:pt x="2286" y="8382"/>
                  </a:lnTo>
                  <a:lnTo>
                    <a:pt x="7620" y="8382"/>
                  </a:lnTo>
                  <a:lnTo>
                    <a:pt x="9144" y="6858"/>
                  </a:lnTo>
                  <a:lnTo>
                    <a:pt x="9906" y="3810"/>
                  </a:lnTo>
                  <a:lnTo>
                    <a:pt x="9144" y="1524"/>
                  </a:lnTo>
                  <a:lnTo>
                    <a:pt x="7620" y="0"/>
                  </a:lnTo>
                  <a:lnTo>
                    <a:pt x="2285" y="0"/>
                  </a:lnTo>
                  <a:lnTo>
                    <a:pt x="761" y="1524"/>
                  </a:lnTo>
                  <a:lnTo>
                    <a:pt x="0" y="381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7" name="object 35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564270" y="2230590"/>
              <a:ext cx="9582" cy="8465"/>
            </a:xfrm>
            <a:prstGeom prst="rect">
              <a:avLst/>
            </a:prstGeom>
          </p:spPr>
        </p:pic>
        <p:sp>
          <p:nvSpPr>
            <p:cNvPr id="358" name="object 358"/>
            <p:cNvSpPr/>
            <p:nvPr/>
          </p:nvSpPr>
          <p:spPr>
            <a:xfrm>
              <a:off x="8564270" y="2230590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59" h="8889">
                  <a:moveTo>
                    <a:pt x="0" y="4232"/>
                  </a:moveTo>
                  <a:lnTo>
                    <a:pt x="762" y="6518"/>
                  </a:lnTo>
                  <a:lnTo>
                    <a:pt x="7377" y="8465"/>
                  </a:lnTo>
                  <a:lnTo>
                    <a:pt x="9582" y="4232"/>
                  </a:lnTo>
                  <a:lnTo>
                    <a:pt x="7377" y="0"/>
                  </a:lnTo>
                  <a:lnTo>
                    <a:pt x="761" y="1946"/>
                  </a:lnTo>
                  <a:lnTo>
                    <a:pt x="0" y="423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9" name="object 359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8483498" y="2251586"/>
              <a:ext cx="139446" cy="22860"/>
            </a:xfrm>
            <a:prstGeom prst="rect">
              <a:avLst/>
            </a:prstGeom>
          </p:spPr>
        </p:pic>
        <p:sp>
          <p:nvSpPr>
            <p:cNvPr id="360" name="object 360"/>
            <p:cNvSpPr/>
            <p:nvPr/>
          </p:nvSpPr>
          <p:spPr>
            <a:xfrm>
              <a:off x="8483498" y="2251586"/>
              <a:ext cx="139700" cy="22860"/>
            </a:xfrm>
            <a:custGeom>
              <a:avLst/>
              <a:gdLst/>
              <a:ahLst/>
              <a:cxnLst/>
              <a:rect l="l" t="t" r="r" b="b"/>
              <a:pathLst>
                <a:path w="139700" h="22860">
                  <a:moveTo>
                    <a:pt x="0" y="0"/>
                  </a:moveTo>
                  <a:lnTo>
                    <a:pt x="0" y="6858"/>
                  </a:lnTo>
                  <a:lnTo>
                    <a:pt x="1524" y="10668"/>
                  </a:lnTo>
                  <a:lnTo>
                    <a:pt x="19050" y="17526"/>
                  </a:lnTo>
                  <a:lnTo>
                    <a:pt x="68580" y="22859"/>
                  </a:lnTo>
                  <a:lnTo>
                    <a:pt x="118110" y="18287"/>
                  </a:lnTo>
                  <a:lnTo>
                    <a:pt x="136398" y="10667"/>
                  </a:lnTo>
                  <a:lnTo>
                    <a:pt x="139446" y="6857"/>
                  </a:lnTo>
                  <a:lnTo>
                    <a:pt x="139446" y="0"/>
                  </a:lnTo>
                  <a:lnTo>
                    <a:pt x="137160" y="3809"/>
                  </a:lnTo>
                  <a:lnTo>
                    <a:pt x="118872" y="10667"/>
                  </a:lnTo>
                  <a:lnTo>
                    <a:pt x="68580" y="15239"/>
                  </a:lnTo>
                  <a:lnTo>
                    <a:pt x="20574" y="10667"/>
                  </a:lnTo>
                  <a:lnTo>
                    <a:pt x="2286" y="381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1" name="object 361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8452243" y="2054228"/>
              <a:ext cx="207264" cy="19812"/>
            </a:xfrm>
            <a:prstGeom prst="rect">
              <a:avLst/>
            </a:prstGeom>
          </p:spPr>
        </p:pic>
        <p:sp>
          <p:nvSpPr>
            <p:cNvPr id="362" name="object 362"/>
            <p:cNvSpPr/>
            <p:nvPr/>
          </p:nvSpPr>
          <p:spPr>
            <a:xfrm>
              <a:off x="8452243" y="2054228"/>
              <a:ext cx="207645" cy="20320"/>
            </a:xfrm>
            <a:custGeom>
              <a:avLst/>
              <a:gdLst/>
              <a:ahLst/>
              <a:cxnLst/>
              <a:rect l="l" t="t" r="r" b="b"/>
              <a:pathLst>
                <a:path w="207645" h="20319">
                  <a:moveTo>
                    <a:pt x="0" y="19812"/>
                  </a:moveTo>
                  <a:lnTo>
                    <a:pt x="10667" y="0"/>
                  </a:lnTo>
                  <a:lnTo>
                    <a:pt x="195834" y="0"/>
                  </a:lnTo>
                  <a:lnTo>
                    <a:pt x="207264" y="19812"/>
                  </a:lnTo>
                  <a:lnTo>
                    <a:pt x="0" y="1981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3" name="object 363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8452256" y="2070992"/>
              <a:ext cx="207264" cy="165353"/>
            </a:xfrm>
            <a:prstGeom prst="rect">
              <a:avLst/>
            </a:prstGeom>
          </p:spPr>
        </p:pic>
        <p:sp>
          <p:nvSpPr>
            <p:cNvPr id="364" name="object 364"/>
            <p:cNvSpPr/>
            <p:nvPr/>
          </p:nvSpPr>
          <p:spPr>
            <a:xfrm>
              <a:off x="8452256" y="2070992"/>
              <a:ext cx="207645" cy="165735"/>
            </a:xfrm>
            <a:custGeom>
              <a:avLst/>
              <a:gdLst/>
              <a:ahLst/>
              <a:cxnLst/>
              <a:rect l="l" t="t" r="r" b="b"/>
              <a:pathLst>
                <a:path w="207645" h="165735">
                  <a:moveTo>
                    <a:pt x="4572" y="0"/>
                  </a:moveTo>
                  <a:lnTo>
                    <a:pt x="3048" y="0"/>
                  </a:lnTo>
                  <a:lnTo>
                    <a:pt x="762" y="762"/>
                  </a:lnTo>
                  <a:lnTo>
                    <a:pt x="0" y="3810"/>
                  </a:lnTo>
                  <a:lnTo>
                    <a:pt x="0" y="161544"/>
                  </a:lnTo>
                  <a:lnTo>
                    <a:pt x="1524" y="164592"/>
                  </a:lnTo>
                  <a:lnTo>
                    <a:pt x="4572" y="165354"/>
                  </a:lnTo>
                  <a:lnTo>
                    <a:pt x="6096" y="164592"/>
                  </a:lnTo>
                  <a:lnTo>
                    <a:pt x="201168" y="164592"/>
                  </a:lnTo>
                  <a:lnTo>
                    <a:pt x="202692" y="165353"/>
                  </a:lnTo>
                  <a:lnTo>
                    <a:pt x="205740" y="163829"/>
                  </a:lnTo>
                  <a:lnTo>
                    <a:pt x="207264" y="160019"/>
                  </a:lnTo>
                  <a:lnTo>
                    <a:pt x="207264" y="3809"/>
                  </a:lnTo>
                  <a:lnTo>
                    <a:pt x="206502" y="761"/>
                  </a:lnTo>
                  <a:lnTo>
                    <a:pt x="204216" y="0"/>
                  </a:ln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5" name="object 365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8456320" y="2074802"/>
              <a:ext cx="199389" cy="157734"/>
            </a:xfrm>
            <a:prstGeom prst="rect">
              <a:avLst/>
            </a:prstGeom>
          </p:spPr>
        </p:pic>
        <p:sp>
          <p:nvSpPr>
            <p:cNvPr id="366" name="object 366"/>
            <p:cNvSpPr/>
            <p:nvPr/>
          </p:nvSpPr>
          <p:spPr>
            <a:xfrm>
              <a:off x="8456066" y="2074802"/>
              <a:ext cx="200025" cy="158115"/>
            </a:xfrm>
            <a:custGeom>
              <a:avLst/>
              <a:gdLst/>
              <a:ahLst/>
              <a:cxnLst/>
              <a:rect l="l" t="t" r="r" b="b"/>
              <a:pathLst>
                <a:path w="200025" h="158114">
                  <a:moveTo>
                    <a:pt x="5333" y="0"/>
                  </a:moveTo>
                  <a:lnTo>
                    <a:pt x="3809" y="0"/>
                  </a:lnTo>
                  <a:lnTo>
                    <a:pt x="1523" y="762"/>
                  </a:lnTo>
                  <a:lnTo>
                    <a:pt x="0" y="3810"/>
                  </a:lnTo>
                  <a:lnTo>
                    <a:pt x="0" y="154686"/>
                  </a:lnTo>
                  <a:lnTo>
                    <a:pt x="2285" y="156972"/>
                  </a:lnTo>
                  <a:lnTo>
                    <a:pt x="4571" y="157734"/>
                  </a:lnTo>
                  <a:lnTo>
                    <a:pt x="51815" y="157734"/>
                  </a:lnTo>
                  <a:lnTo>
                    <a:pt x="99059" y="157734"/>
                  </a:lnTo>
                  <a:lnTo>
                    <a:pt x="146303" y="157734"/>
                  </a:lnTo>
                  <a:lnTo>
                    <a:pt x="193547" y="157733"/>
                  </a:lnTo>
                  <a:lnTo>
                    <a:pt x="195071" y="157733"/>
                  </a:lnTo>
                  <a:lnTo>
                    <a:pt x="198119" y="156971"/>
                  </a:lnTo>
                  <a:lnTo>
                    <a:pt x="199643" y="153161"/>
                  </a:lnTo>
                  <a:lnTo>
                    <a:pt x="199643" y="3809"/>
                  </a:lnTo>
                  <a:lnTo>
                    <a:pt x="198881" y="0"/>
                  </a:lnTo>
                  <a:lnTo>
                    <a:pt x="53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7" name="object 367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8468258" y="2089280"/>
              <a:ext cx="175260" cy="128777"/>
            </a:xfrm>
            <a:prstGeom prst="rect">
              <a:avLst/>
            </a:prstGeom>
          </p:spPr>
        </p:pic>
        <p:sp>
          <p:nvSpPr>
            <p:cNvPr id="368" name="object 368"/>
            <p:cNvSpPr/>
            <p:nvPr/>
          </p:nvSpPr>
          <p:spPr>
            <a:xfrm>
              <a:off x="8468258" y="2089280"/>
              <a:ext cx="175260" cy="128270"/>
            </a:xfrm>
            <a:custGeom>
              <a:avLst/>
              <a:gdLst/>
              <a:ahLst/>
              <a:cxnLst/>
              <a:rect l="l" t="t" r="r" b="b"/>
              <a:pathLst>
                <a:path w="175259" h="128269">
                  <a:moveTo>
                    <a:pt x="4572" y="0"/>
                  </a:moveTo>
                  <a:lnTo>
                    <a:pt x="762" y="0"/>
                  </a:lnTo>
                  <a:lnTo>
                    <a:pt x="0" y="2286"/>
                  </a:lnTo>
                  <a:lnTo>
                    <a:pt x="0" y="125730"/>
                  </a:lnTo>
                  <a:lnTo>
                    <a:pt x="1524" y="128016"/>
                  </a:lnTo>
                  <a:lnTo>
                    <a:pt x="171450" y="128016"/>
                  </a:lnTo>
                  <a:lnTo>
                    <a:pt x="173736" y="127254"/>
                  </a:lnTo>
                  <a:lnTo>
                    <a:pt x="175260" y="124205"/>
                  </a:lnTo>
                  <a:lnTo>
                    <a:pt x="175260" y="2285"/>
                  </a:lnTo>
                  <a:lnTo>
                    <a:pt x="174498" y="0"/>
                  </a:ln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9" name="object 369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8491880" y="2248538"/>
              <a:ext cx="27431" cy="10668"/>
            </a:xfrm>
            <a:prstGeom prst="rect">
              <a:avLst/>
            </a:prstGeom>
          </p:spPr>
        </p:pic>
        <p:pic>
          <p:nvPicPr>
            <p:cNvPr id="370" name="object 370"/>
            <p:cNvPicPr/>
            <p:nvPr/>
          </p:nvPicPr>
          <p:blipFill>
            <a:blip r:embed="rId77" cstate="print"/>
            <a:stretch>
              <a:fillRect/>
            </a:stretch>
          </p:blipFill>
          <p:spPr>
            <a:xfrm>
              <a:off x="8574938" y="2235584"/>
              <a:ext cx="41148" cy="23622"/>
            </a:xfrm>
            <a:prstGeom prst="rect">
              <a:avLst/>
            </a:prstGeom>
          </p:spPr>
        </p:pic>
        <p:sp>
          <p:nvSpPr>
            <p:cNvPr id="371" name="object 371"/>
            <p:cNvSpPr/>
            <p:nvPr/>
          </p:nvSpPr>
          <p:spPr>
            <a:xfrm>
              <a:off x="8491880" y="2248538"/>
              <a:ext cx="7620" cy="10795"/>
            </a:xfrm>
            <a:custGeom>
              <a:avLst/>
              <a:gdLst/>
              <a:ahLst/>
              <a:cxnLst/>
              <a:rect l="l" t="t" r="r" b="b"/>
              <a:pathLst>
                <a:path w="7620" h="10794">
                  <a:moveTo>
                    <a:pt x="7620" y="0"/>
                  </a:moveTo>
                  <a:lnTo>
                    <a:pt x="7620" y="10668"/>
                  </a:lnTo>
                  <a:lnTo>
                    <a:pt x="1524" y="5334"/>
                  </a:lnTo>
                  <a:lnTo>
                    <a:pt x="0" y="1524"/>
                  </a:lnTo>
                  <a:lnTo>
                    <a:pt x="0" y="0"/>
                  </a:lnTo>
                  <a:lnTo>
                    <a:pt x="762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8607704" y="2248538"/>
              <a:ext cx="8890" cy="10795"/>
            </a:xfrm>
            <a:custGeom>
              <a:avLst/>
              <a:gdLst/>
              <a:ahLst/>
              <a:cxnLst/>
              <a:rect l="l" t="t" r="r" b="b"/>
              <a:pathLst>
                <a:path w="8890" h="10794">
                  <a:moveTo>
                    <a:pt x="0" y="0"/>
                  </a:moveTo>
                  <a:lnTo>
                    <a:pt x="0" y="10668"/>
                  </a:lnTo>
                  <a:lnTo>
                    <a:pt x="6096" y="5333"/>
                  </a:lnTo>
                  <a:lnTo>
                    <a:pt x="8382" y="1523"/>
                  </a:lnTo>
                  <a:lnTo>
                    <a:pt x="8382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3" name="object 373"/>
            <p:cNvPicPr/>
            <p:nvPr/>
          </p:nvPicPr>
          <p:blipFill>
            <a:blip r:embed="rId78" cstate="print"/>
            <a:stretch>
              <a:fillRect/>
            </a:stretch>
          </p:blipFill>
          <p:spPr>
            <a:xfrm>
              <a:off x="8412632" y="2262254"/>
              <a:ext cx="53339" cy="21336"/>
            </a:xfrm>
            <a:prstGeom prst="rect">
              <a:avLst/>
            </a:prstGeom>
          </p:spPr>
        </p:pic>
        <p:sp>
          <p:nvSpPr>
            <p:cNvPr id="374" name="object 374"/>
            <p:cNvSpPr/>
            <p:nvPr/>
          </p:nvSpPr>
          <p:spPr>
            <a:xfrm>
              <a:off x="8412632" y="2262254"/>
              <a:ext cx="53340" cy="21590"/>
            </a:xfrm>
            <a:custGeom>
              <a:avLst/>
              <a:gdLst/>
              <a:ahLst/>
              <a:cxnLst/>
              <a:rect l="l" t="t" r="r" b="b"/>
              <a:pathLst>
                <a:path w="53340" h="21589">
                  <a:moveTo>
                    <a:pt x="6857" y="21336"/>
                  </a:moveTo>
                  <a:lnTo>
                    <a:pt x="48767" y="7620"/>
                  </a:lnTo>
                  <a:lnTo>
                    <a:pt x="53339" y="7620"/>
                  </a:lnTo>
                  <a:lnTo>
                    <a:pt x="53339" y="0"/>
                  </a:lnTo>
                  <a:lnTo>
                    <a:pt x="7619" y="11430"/>
                  </a:lnTo>
                  <a:lnTo>
                    <a:pt x="0" y="18288"/>
                  </a:lnTo>
                  <a:lnTo>
                    <a:pt x="1523" y="19050"/>
                  </a:lnTo>
                  <a:lnTo>
                    <a:pt x="4571" y="20574"/>
                  </a:lnTo>
                  <a:lnTo>
                    <a:pt x="6857" y="2133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5" name="object 375"/>
            <p:cNvPicPr/>
            <p:nvPr/>
          </p:nvPicPr>
          <p:blipFill>
            <a:blip r:embed="rId79" cstate="print"/>
            <a:stretch>
              <a:fillRect/>
            </a:stretch>
          </p:blipFill>
          <p:spPr>
            <a:xfrm>
              <a:off x="8357006" y="2276732"/>
              <a:ext cx="268224" cy="78486"/>
            </a:xfrm>
            <a:prstGeom prst="rect">
              <a:avLst/>
            </a:prstGeom>
          </p:spPr>
        </p:pic>
        <p:sp>
          <p:nvSpPr>
            <p:cNvPr id="376" name="object 376"/>
            <p:cNvSpPr/>
            <p:nvPr/>
          </p:nvSpPr>
          <p:spPr>
            <a:xfrm>
              <a:off x="8357006" y="2276732"/>
              <a:ext cx="268605" cy="78740"/>
            </a:xfrm>
            <a:custGeom>
              <a:avLst/>
              <a:gdLst/>
              <a:ahLst/>
              <a:cxnLst/>
              <a:rect l="l" t="t" r="r" b="b"/>
              <a:pathLst>
                <a:path w="268604" h="78739">
                  <a:moveTo>
                    <a:pt x="37338" y="0"/>
                  </a:moveTo>
                  <a:lnTo>
                    <a:pt x="20574" y="25908"/>
                  </a:lnTo>
                  <a:lnTo>
                    <a:pt x="0" y="50292"/>
                  </a:lnTo>
                  <a:lnTo>
                    <a:pt x="244602" y="78485"/>
                  </a:lnTo>
                  <a:lnTo>
                    <a:pt x="256032" y="56387"/>
                  </a:lnTo>
                  <a:lnTo>
                    <a:pt x="268224" y="24383"/>
                  </a:lnTo>
                  <a:lnTo>
                    <a:pt x="3733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7" name="object 377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8369960" y="2301116"/>
              <a:ext cx="160020" cy="40386"/>
            </a:xfrm>
            <a:prstGeom prst="rect">
              <a:avLst/>
            </a:prstGeom>
          </p:spPr>
        </p:pic>
        <p:sp>
          <p:nvSpPr>
            <p:cNvPr id="378" name="object 378"/>
            <p:cNvSpPr/>
            <p:nvPr/>
          </p:nvSpPr>
          <p:spPr>
            <a:xfrm>
              <a:off x="8369960" y="2301116"/>
              <a:ext cx="160020" cy="40640"/>
            </a:xfrm>
            <a:custGeom>
              <a:avLst/>
              <a:gdLst/>
              <a:ahLst/>
              <a:cxnLst/>
              <a:rect l="l" t="t" r="r" b="b"/>
              <a:pathLst>
                <a:path w="160020" h="40639">
                  <a:moveTo>
                    <a:pt x="160020" y="16763"/>
                  </a:moveTo>
                  <a:lnTo>
                    <a:pt x="146304" y="40385"/>
                  </a:lnTo>
                  <a:lnTo>
                    <a:pt x="131826" y="38861"/>
                  </a:lnTo>
                  <a:lnTo>
                    <a:pt x="134112" y="35051"/>
                  </a:lnTo>
                  <a:lnTo>
                    <a:pt x="123444" y="34289"/>
                  </a:lnTo>
                  <a:lnTo>
                    <a:pt x="121920" y="38099"/>
                  </a:lnTo>
                  <a:lnTo>
                    <a:pt x="25146" y="26669"/>
                  </a:lnTo>
                  <a:lnTo>
                    <a:pt x="28194" y="22097"/>
                  </a:lnTo>
                  <a:lnTo>
                    <a:pt x="17526" y="21335"/>
                  </a:lnTo>
                  <a:lnTo>
                    <a:pt x="14478" y="25145"/>
                  </a:lnTo>
                  <a:lnTo>
                    <a:pt x="0" y="23621"/>
                  </a:lnTo>
                  <a:lnTo>
                    <a:pt x="18288" y="0"/>
                  </a:lnTo>
                  <a:lnTo>
                    <a:pt x="160020" y="1676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8456828" y="2263778"/>
              <a:ext cx="3175" cy="6985"/>
            </a:xfrm>
            <a:custGeom>
              <a:avLst/>
              <a:gdLst/>
              <a:ahLst/>
              <a:cxnLst/>
              <a:rect l="l" t="t" r="r" b="b"/>
              <a:pathLst>
                <a:path w="3175" h="6985">
                  <a:moveTo>
                    <a:pt x="0" y="0"/>
                  </a:moveTo>
                  <a:lnTo>
                    <a:pt x="1524" y="0"/>
                  </a:lnTo>
                  <a:lnTo>
                    <a:pt x="2286" y="761"/>
                  </a:lnTo>
                  <a:lnTo>
                    <a:pt x="3048" y="3810"/>
                  </a:lnTo>
                  <a:lnTo>
                    <a:pt x="2286" y="6096"/>
                  </a:lnTo>
                  <a:lnTo>
                    <a:pt x="2286" y="6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8454542" y="2263778"/>
              <a:ext cx="2540" cy="6985"/>
            </a:xfrm>
            <a:custGeom>
              <a:avLst/>
              <a:gdLst/>
              <a:ahLst/>
              <a:cxnLst/>
              <a:rect l="l" t="t" r="r" b="b"/>
              <a:pathLst>
                <a:path w="2540" h="6985">
                  <a:moveTo>
                    <a:pt x="0" y="0"/>
                  </a:moveTo>
                  <a:lnTo>
                    <a:pt x="762" y="0"/>
                  </a:lnTo>
                  <a:lnTo>
                    <a:pt x="1524" y="761"/>
                  </a:lnTo>
                  <a:lnTo>
                    <a:pt x="2286" y="3810"/>
                  </a:lnTo>
                  <a:lnTo>
                    <a:pt x="2286" y="6096"/>
                  </a:lnTo>
                  <a:lnTo>
                    <a:pt x="1524" y="6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8418728" y="2274446"/>
              <a:ext cx="6985" cy="5715"/>
            </a:xfrm>
            <a:custGeom>
              <a:avLst/>
              <a:gdLst/>
              <a:ahLst/>
              <a:cxnLst/>
              <a:rect l="l" t="t" r="r" b="b"/>
              <a:pathLst>
                <a:path w="6984" h="5714">
                  <a:moveTo>
                    <a:pt x="0" y="762"/>
                  </a:moveTo>
                  <a:lnTo>
                    <a:pt x="761" y="0"/>
                  </a:lnTo>
                  <a:lnTo>
                    <a:pt x="4572" y="0"/>
                  </a:lnTo>
                  <a:lnTo>
                    <a:pt x="6096" y="1524"/>
                  </a:lnTo>
                  <a:lnTo>
                    <a:pt x="6858" y="3810"/>
                  </a:lnTo>
                  <a:lnTo>
                    <a:pt x="6858" y="53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8421776" y="2272922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0" y="0"/>
                  </a:moveTo>
                  <a:lnTo>
                    <a:pt x="3048" y="0"/>
                  </a:lnTo>
                  <a:lnTo>
                    <a:pt x="4572" y="2285"/>
                  </a:lnTo>
                  <a:lnTo>
                    <a:pt x="5334" y="4572"/>
                  </a:lnTo>
                  <a:lnTo>
                    <a:pt x="6096" y="533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8435492" y="2268350"/>
              <a:ext cx="3175" cy="6350"/>
            </a:xfrm>
            <a:custGeom>
              <a:avLst/>
              <a:gdLst/>
              <a:ahLst/>
              <a:cxnLst/>
              <a:rect l="l" t="t" r="r" b="b"/>
              <a:pathLst>
                <a:path w="3175" h="6350">
                  <a:moveTo>
                    <a:pt x="0" y="0"/>
                  </a:moveTo>
                  <a:lnTo>
                    <a:pt x="1524" y="761"/>
                  </a:lnTo>
                  <a:lnTo>
                    <a:pt x="2286" y="1523"/>
                  </a:lnTo>
                  <a:lnTo>
                    <a:pt x="3048" y="3047"/>
                  </a:lnTo>
                  <a:lnTo>
                    <a:pt x="2286" y="5334"/>
                  </a:lnTo>
                  <a:lnTo>
                    <a:pt x="2286" y="60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8437016" y="2267588"/>
              <a:ext cx="3175" cy="6350"/>
            </a:xfrm>
            <a:custGeom>
              <a:avLst/>
              <a:gdLst/>
              <a:ahLst/>
              <a:cxnLst/>
              <a:rect l="l" t="t" r="r" b="b"/>
              <a:pathLst>
                <a:path w="3175" h="6350">
                  <a:moveTo>
                    <a:pt x="0" y="0"/>
                  </a:moveTo>
                  <a:lnTo>
                    <a:pt x="1524" y="761"/>
                  </a:lnTo>
                  <a:lnTo>
                    <a:pt x="2286" y="1523"/>
                  </a:lnTo>
                  <a:lnTo>
                    <a:pt x="3048" y="3047"/>
                  </a:lnTo>
                  <a:lnTo>
                    <a:pt x="2286" y="5334"/>
                  </a:lnTo>
                  <a:lnTo>
                    <a:pt x="2286" y="60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8439302" y="2267588"/>
              <a:ext cx="2540" cy="6350"/>
            </a:xfrm>
            <a:custGeom>
              <a:avLst/>
              <a:gdLst/>
              <a:ahLst/>
              <a:cxnLst/>
              <a:rect l="l" t="t" r="r" b="b"/>
              <a:pathLst>
                <a:path w="2540" h="6350">
                  <a:moveTo>
                    <a:pt x="0" y="0"/>
                  </a:moveTo>
                  <a:lnTo>
                    <a:pt x="762" y="0"/>
                  </a:lnTo>
                  <a:lnTo>
                    <a:pt x="2286" y="761"/>
                  </a:lnTo>
                  <a:lnTo>
                    <a:pt x="2286" y="60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8443874" y="2265302"/>
              <a:ext cx="3810" cy="6985"/>
            </a:xfrm>
            <a:custGeom>
              <a:avLst/>
              <a:gdLst/>
              <a:ahLst/>
              <a:cxnLst/>
              <a:rect l="l" t="t" r="r" b="b"/>
              <a:pathLst>
                <a:path w="3809" h="6985">
                  <a:moveTo>
                    <a:pt x="0" y="0"/>
                  </a:moveTo>
                  <a:lnTo>
                    <a:pt x="762" y="761"/>
                  </a:lnTo>
                  <a:lnTo>
                    <a:pt x="2286" y="1523"/>
                  </a:lnTo>
                  <a:lnTo>
                    <a:pt x="3048" y="2285"/>
                  </a:lnTo>
                  <a:lnTo>
                    <a:pt x="3810" y="3810"/>
                  </a:lnTo>
                  <a:lnTo>
                    <a:pt x="3048" y="6096"/>
                  </a:lnTo>
                  <a:lnTo>
                    <a:pt x="3048" y="6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7" name="object 387"/>
            <p:cNvPicPr/>
            <p:nvPr/>
          </p:nvPicPr>
          <p:blipFill>
            <a:blip r:embed="rId81" cstate="print"/>
            <a:stretch>
              <a:fillRect/>
            </a:stretch>
          </p:blipFill>
          <p:spPr>
            <a:xfrm>
              <a:off x="8355469" y="2333120"/>
              <a:ext cx="247650" cy="32765"/>
            </a:xfrm>
            <a:prstGeom prst="rect">
              <a:avLst/>
            </a:prstGeom>
          </p:spPr>
        </p:pic>
        <p:sp>
          <p:nvSpPr>
            <p:cNvPr id="388" name="object 388"/>
            <p:cNvSpPr/>
            <p:nvPr/>
          </p:nvSpPr>
          <p:spPr>
            <a:xfrm>
              <a:off x="8355469" y="2333120"/>
              <a:ext cx="247650" cy="33020"/>
            </a:xfrm>
            <a:custGeom>
              <a:avLst/>
              <a:gdLst/>
              <a:ahLst/>
              <a:cxnLst/>
              <a:rect l="l" t="t" r="r" b="b"/>
              <a:pathLst>
                <a:path w="247650" h="33019">
                  <a:moveTo>
                    <a:pt x="0" y="0"/>
                  </a:moveTo>
                  <a:lnTo>
                    <a:pt x="762" y="761"/>
                  </a:lnTo>
                  <a:lnTo>
                    <a:pt x="2286" y="3048"/>
                  </a:lnTo>
                  <a:lnTo>
                    <a:pt x="3810" y="4572"/>
                  </a:lnTo>
                  <a:lnTo>
                    <a:pt x="22098" y="6095"/>
                  </a:lnTo>
                  <a:lnTo>
                    <a:pt x="67818" y="11429"/>
                  </a:lnTo>
                  <a:lnTo>
                    <a:pt x="185166" y="25145"/>
                  </a:lnTo>
                  <a:lnTo>
                    <a:pt x="230124" y="31241"/>
                  </a:lnTo>
                  <a:lnTo>
                    <a:pt x="247650" y="32765"/>
                  </a:lnTo>
                  <a:lnTo>
                    <a:pt x="246126" y="32003"/>
                  </a:lnTo>
                  <a:lnTo>
                    <a:pt x="245364" y="29717"/>
                  </a:lnTo>
                  <a:lnTo>
                    <a:pt x="245364" y="28193"/>
                  </a:lnTo>
                  <a:lnTo>
                    <a:pt x="227838" y="25907"/>
                  </a:lnTo>
                  <a:lnTo>
                    <a:pt x="182118" y="20573"/>
                  </a:lnTo>
                  <a:lnTo>
                    <a:pt x="123444" y="13715"/>
                  </a:lnTo>
                  <a:lnTo>
                    <a:pt x="64008" y="6857"/>
                  </a:lnTo>
                  <a:lnTo>
                    <a:pt x="19050" y="228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9" name="object 389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8600833" y="2301116"/>
              <a:ext cx="27431" cy="64770"/>
            </a:xfrm>
            <a:prstGeom prst="rect">
              <a:avLst/>
            </a:prstGeom>
          </p:spPr>
        </p:pic>
        <p:sp>
          <p:nvSpPr>
            <p:cNvPr id="390" name="object 390"/>
            <p:cNvSpPr/>
            <p:nvPr/>
          </p:nvSpPr>
          <p:spPr>
            <a:xfrm>
              <a:off x="8600833" y="2301116"/>
              <a:ext cx="27940" cy="64769"/>
            </a:xfrm>
            <a:custGeom>
              <a:avLst/>
              <a:gdLst/>
              <a:ahLst/>
              <a:cxnLst/>
              <a:rect l="l" t="t" r="r" b="b"/>
              <a:pathLst>
                <a:path w="27940" h="64769">
                  <a:moveTo>
                    <a:pt x="2285" y="64770"/>
                  </a:moveTo>
                  <a:lnTo>
                    <a:pt x="5333" y="58674"/>
                  </a:lnTo>
                  <a:lnTo>
                    <a:pt x="12191" y="45720"/>
                  </a:lnTo>
                  <a:lnTo>
                    <a:pt x="16763" y="35052"/>
                  </a:lnTo>
                  <a:lnTo>
                    <a:pt x="21335" y="23622"/>
                  </a:lnTo>
                  <a:lnTo>
                    <a:pt x="25145" y="12192"/>
                  </a:lnTo>
                  <a:lnTo>
                    <a:pt x="27431" y="6858"/>
                  </a:lnTo>
                  <a:lnTo>
                    <a:pt x="27431" y="4572"/>
                  </a:lnTo>
                  <a:lnTo>
                    <a:pt x="26669" y="1524"/>
                  </a:lnTo>
                  <a:lnTo>
                    <a:pt x="25145" y="0"/>
                  </a:lnTo>
                  <a:lnTo>
                    <a:pt x="24383" y="0"/>
                  </a:lnTo>
                  <a:lnTo>
                    <a:pt x="21335" y="8382"/>
                  </a:lnTo>
                  <a:lnTo>
                    <a:pt x="15239" y="23622"/>
                  </a:lnTo>
                  <a:lnTo>
                    <a:pt x="12191" y="32004"/>
                  </a:lnTo>
                  <a:lnTo>
                    <a:pt x="9143" y="37338"/>
                  </a:lnTo>
                  <a:lnTo>
                    <a:pt x="3809" y="48768"/>
                  </a:lnTo>
                  <a:lnTo>
                    <a:pt x="761" y="54102"/>
                  </a:lnTo>
                  <a:lnTo>
                    <a:pt x="0" y="57150"/>
                  </a:lnTo>
                  <a:lnTo>
                    <a:pt x="0" y="60198"/>
                  </a:lnTo>
                  <a:lnTo>
                    <a:pt x="2285" y="6477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1" name="object 391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8520074" y="2334644"/>
              <a:ext cx="31242" cy="10667"/>
            </a:xfrm>
            <a:prstGeom prst="rect">
              <a:avLst/>
            </a:prstGeom>
          </p:spPr>
        </p:pic>
        <p:sp>
          <p:nvSpPr>
            <p:cNvPr id="392" name="object 392"/>
            <p:cNvSpPr/>
            <p:nvPr/>
          </p:nvSpPr>
          <p:spPr>
            <a:xfrm>
              <a:off x="8520074" y="2334644"/>
              <a:ext cx="31750" cy="10795"/>
            </a:xfrm>
            <a:custGeom>
              <a:avLst/>
              <a:gdLst/>
              <a:ahLst/>
              <a:cxnLst/>
              <a:rect l="l" t="t" r="r" b="b"/>
              <a:pathLst>
                <a:path w="31750" h="10794">
                  <a:moveTo>
                    <a:pt x="28194" y="10667"/>
                  </a:moveTo>
                  <a:lnTo>
                    <a:pt x="0" y="7619"/>
                  </a:lnTo>
                  <a:lnTo>
                    <a:pt x="3810" y="2285"/>
                  </a:lnTo>
                  <a:lnTo>
                    <a:pt x="12192" y="3047"/>
                  </a:lnTo>
                  <a:lnTo>
                    <a:pt x="13716" y="0"/>
                  </a:lnTo>
                  <a:lnTo>
                    <a:pt x="23622" y="761"/>
                  </a:lnTo>
                  <a:lnTo>
                    <a:pt x="22098" y="4571"/>
                  </a:lnTo>
                  <a:lnTo>
                    <a:pt x="31242" y="5333"/>
                  </a:lnTo>
                  <a:lnTo>
                    <a:pt x="28194" y="1066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3" name="object 393"/>
            <p:cNvPicPr/>
            <p:nvPr/>
          </p:nvPicPr>
          <p:blipFill>
            <a:blip r:embed="rId84" cstate="print"/>
            <a:stretch>
              <a:fillRect/>
            </a:stretch>
          </p:blipFill>
          <p:spPr>
            <a:xfrm>
              <a:off x="8392820" y="2290448"/>
              <a:ext cx="12192" cy="6096"/>
            </a:xfrm>
            <a:prstGeom prst="rect">
              <a:avLst/>
            </a:prstGeom>
          </p:spPr>
        </p:pic>
        <p:sp>
          <p:nvSpPr>
            <p:cNvPr id="394" name="object 394"/>
            <p:cNvSpPr/>
            <p:nvPr/>
          </p:nvSpPr>
          <p:spPr>
            <a:xfrm>
              <a:off x="8392820" y="2290448"/>
              <a:ext cx="12700" cy="6350"/>
            </a:xfrm>
            <a:custGeom>
              <a:avLst/>
              <a:gdLst/>
              <a:ahLst/>
              <a:cxnLst/>
              <a:rect l="l" t="t" r="r" b="b"/>
              <a:pathLst>
                <a:path w="12700" h="6350">
                  <a:moveTo>
                    <a:pt x="0" y="5334"/>
                  </a:moveTo>
                  <a:lnTo>
                    <a:pt x="3047" y="0"/>
                  </a:lnTo>
                  <a:lnTo>
                    <a:pt x="12192" y="1524"/>
                  </a:lnTo>
                  <a:lnTo>
                    <a:pt x="9906" y="6096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5" name="object 395"/>
            <p:cNvPicPr/>
            <p:nvPr/>
          </p:nvPicPr>
          <p:blipFill>
            <a:blip r:embed="rId85" cstate="print"/>
            <a:stretch>
              <a:fillRect/>
            </a:stretch>
          </p:blipFill>
          <p:spPr>
            <a:xfrm>
              <a:off x="8411870" y="2292734"/>
              <a:ext cx="40385" cy="9144"/>
            </a:xfrm>
            <a:prstGeom prst="rect">
              <a:avLst/>
            </a:prstGeom>
          </p:spPr>
        </p:pic>
        <p:sp>
          <p:nvSpPr>
            <p:cNvPr id="396" name="object 396"/>
            <p:cNvSpPr/>
            <p:nvPr/>
          </p:nvSpPr>
          <p:spPr>
            <a:xfrm>
              <a:off x="8411870" y="2292734"/>
              <a:ext cx="40640" cy="9525"/>
            </a:xfrm>
            <a:custGeom>
              <a:avLst/>
              <a:gdLst/>
              <a:ahLst/>
              <a:cxnLst/>
              <a:rect l="l" t="t" r="r" b="b"/>
              <a:pathLst>
                <a:path w="40640" h="9525">
                  <a:moveTo>
                    <a:pt x="0" y="4572"/>
                  </a:moveTo>
                  <a:lnTo>
                    <a:pt x="3047" y="0"/>
                  </a:lnTo>
                  <a:lnTo>
                    <a:pt x="40386" y="4572"/>
                  </a:lnTo>
                  <a:lnTo>
                    <a:pt x="38100" y="914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7" name="object 397"/>
            <p:cNvPicPr/>
            <p:nvPr/>
          </p:nvPicPr>
          <p:blipFill>
            <a:blip r:embed="rId86" cstate="print"/>
            <a:stretch>
              <a:fillRect/>
            </a:stretch>
          </p:blipFill>
          <p:spPr>
            <a:xfrm>
              <a:off x="8452243" y="2297306"/>
              <a:ext cx="40385" cy="9144"/>
            </a:xfrm>
            <a:prstGeom prst="rect">
              <a:avLst/>
            </a:prstGeom>
          </p:spPr>
        </p:pic>
        <p:sp>
          <p:nvSpPr>
            <p:cNvPr id="398" name="object 398"/>
            <p:cNvSpPr/>
            <p:nvPr/>
          </p:nvSpPr>
          <p:spPr>
            <a:xfrm>
              <a:off x="8452243" y="2297306"/>
              <a:ext cx="40640" cy="9525"/>
            </a:xfrm>
            <a:custGeom>
              <a:avLst/>
              <a:gdLst/>
              <a:ahLst/>
              <a:cxnLst/>
              <a:rect l="l" t="t" r="r" b="b"/>
              <a:pathLst>
                <a:path w="40640" h="9525">
                  <a:moveTo>
                    <a:pt x="0" y="4572"/>
                  </a:moveTo>
                  <a:lnTo>
                    <a:pt x="2285" y="0"/>
                  </a:lnTo>
                  <a:lnTo>
                    <a:pt x="40386" y="3810"/>
                  </a:lnTo>
                  <a:lnTo>
                    <a:pt x="38100" y="914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9" name="object 399"/>
            <p:cNvPicPr/>
            <p:nvPr/>
          </p:nvPicPr>
          <p:blipFill>
            <a:blip r:embed="rId87" cstate="print"/>
            <a:stretch>
              <a:fillRect/>
            </a:stretch>
          </p:blipFill>
          <p:spPr>
            <a:xfrm>
              <a:off x="8492642" y="2301116"/>
              <a:ext cx="39624" cy="9906"/>
            </a:xfrm>
            <a:prstGeom prst="rect">
              <a:avLst/>
            </a:prstGeom>
          </p:spPr>
        </p:pic>
        <p:sp>
          <p:nvSpPr>
            <p:cNvPr id="400" name="object 400"/>
            <p:cNvSpPr/>
            <p:nvPr/>
          </p:nvSpPr>
          <p:spPr>
            <a:xfrm>
              <a:off x="8492642" y="2301116"/>
              <a:ext cx="40005" cy="10160"/>
            </a:xfrm>
            <a:custGeom>
              <a:avLst/>
              <a:gdLst/>
              <a:ahLst/>
              <a:cxnLst/>
              <a:rect l="l" t="t" r="r" b="b"/>
              <a:pathLst>
                <a:path w="40004" h="10160">
                  <a:moveTo>
                    <a:pt x="0" y="5334"/>
                  </a:moveTo>
                  <a:lnTo>
                    <a:pt x="2285" y="0"/>
                  </a:lnTo>
                  <a:lnTo>
                    <a:pt x="39624" y="4572"/>
                  </a:lnTo>
                  <a:lnTo>
                    <a:pt x="37338" y="9906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1" name="object 401"/>
            <p:cNvPicPr/>
            <p:nvPr/>
          </p:nvPicPr>
          <p:blipFill>
            <a:blip r:embed="rId88" cstate="print"/>
            <a:stretch>
              <a:fillRect/>
            </a:stretch>
          </p:blipFill>
          <p:spPr>
            <a:xfrm>
              <a:off x="8535314" y="2306450"/>
              <a:ext cx="32766" cy="9144"/>
            </a:xfrm>
            <a:prstGeom prst="rect">
              <a:avLst/>
            </a:prstGeom>
          </p:spPr>
        </p:pic>
        <p:sp>
          <p:nvSpPr>
            <p:cNvPr id="402" name="object 402"/>
            <p:cNvSpPr/>
            <p:nvPr/>
          </p:nvSpPr>
          <p:spPr>
            <a:xfrm>
              <a:off x="8535314" y="2306450"/>
              <a:ext cx="33020" cy="9525"/>
            </a:xfrm>
            <a:custGeom>
              <a:avLst/>
              <a:gdLst/>
              <a:ahLst/>
              <a:cxnLst/>
              <a:rect l="l" t="t" r="r" b="b"/>
              <a:pathLst>
                <a:path w="33020" h="9525">
                  <a:moveTo>
                    <a:pt x="0" y="5334"/>
                  </a:moveTo>
                  <a:lnTo>
                    <a:pt x="3047" y="0"/>
                  </a:lnTo>
                  <a:lnTo>
                    <a:pt x="32766" y="3048"/>
                  </a:lnTo>
                  <a:lnTo>
                    <a:pt x="30480" y="9144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3" name="object 403"/>
            <p:cNvPicPr/>
            <p:nvPr/>
          </p:nvPicPr>
          <p:blipFill>
            <a:blip r:embed="rId89" cstate="print"/>
            <a:stretch>
              <a:fillRect/>
            </a:stretch>
          </p:blipFill>
          <p:spPr>
            <a:xfrm>
              <a:off x="8571128" y="2310260"/>
              <a:ext cx="41148" cy="9906"/>
            </a:xfrm>
            <a:prstGeom prst="rect">
              <a:avLst/>
            </a:prstGeom>
          </p:spPr>
        </p:pic>
        <p:sp>
          <p:nvSpPr>
            <p:cNvPr id="404" name="object 404"/>
            <p:cNvSpPr/>
            <p:nvPr/>
          </p:nvSpPr>
          <p:spPr>
            <a:xfrm>
              <a:off x="8571128" y="2310260"/>
              <a:ext cx="41275" cy="10160"/>
            </a:xfrm>
            <a:custGeom>
              <a:avLst/>
              <a:gdLst/>
              <a:ahLst/>
              <a:cxnLst/>
              <a:rect l="l" t="t" r="r" b="b"/>
              <a:pathLst>
                <a:path w="41275" h="10160">
                  <a:moveTo>
                    <a:pt x="0" y="5334"/>
                  </a:moveTo>
                  <a:lnTo>
                    <a:pt x="3047" y="0"/>
                  </a:lnTo>
                  <a:lnTo>
                    <a:pt x="41148" y="4572"/>
                  </a:lnTo>
                  <a:lnTo>
                    <a:pt x="38100" y="9906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5" name="object 405"/>
            <p:cNvPicPr/>
            <p:nvPr/>
          </p:nvPicPr>
          <p:blipFill>
            <a:blip r:embed="rId90" cstate="print"/>
            <a:stretch>
              <a:fillRect/>
            </a:stretch>
          </p:blipFill>
          <p:spPr>
            <a:xfrm>
              <a:off x="8393569" y="2290448"/>
              <a:ext cx="11429" cy="6096"/>
            </a:xfrm>
            <a:prstGeom prst="rect">
              <a:avLst/>
            </a:prstGeom>
          </p:spPr>
        </p:pic>
        <p:sp>
          <p:nvSpPr>
            <p:cNvPr id="406" name="object 406"/>
            <p:cNvSpPr/>
            <p:nvPr/>
          </p:nvSpPr>
          <p:spPr>
            <a:xfrm>
              <a:off x="8393569" y="2290448"/>
              <a:ext cx="11430" cy="6350"/>
            </a:xfrm>
            <a:custGeom>
              <a:avLst/>
              <a:gdLst/>
              <a:ahLst/>
              <a:cxnLst/>
              <a:rect l="l" t="t" r="r" b="b"/>
              <a:pathLst>
                <a:path w="11429" h="6350">
                  <a:moveTo>
                    <a:pt x="0" y="4572"/>
                  </a:moveTo>
                  <a:lnTo>
                    <a:pt x="2285" y="0"/>
                  </a:lnTo>
                  <a:lnTo>
                    <a:pt x="11430" y="762"/>
                  </a:lnTo>
                  <a:lnTo>
                    <a:pt x="9144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7" name="object 407"/>
            <p:cNvPicPr/>
            <p:nvPr/>
          </p:nvPicPr>
          <p:blipFill>
            <a:blip r:embed="rId91" cstate="print"/>
            <a:stretch>
              <a:fillRect/>
            </a:stretch>
          </p:blipFill>
          <p:spPr>
            <a:xfrm>
              <a:off x="8412619" y="2292734"/>
              <a:ext cx="40385" cy="9144"/>
            </a:xfrm>
            <a:prstGeom prst="rect">
              <a:avLst/>
            </a:prstGeom>
          </p:spPr>
        </p:pic>
        <p:sp>
          <p:nvSpPr>
            <p:cNvPr id="408" name="object 408"/>
            <p:cNvSpPr/>
            <p:nvPr/>
          </p:nvSpPr>
          <p:spPr>
            <a:xfrm>
              <a:off x="8412619" y="2292734"/>
              <a:ext cx="40640" cy="9525"/>
            </a:xfrm>
            <a:custGeom>
              <a:avLst/>
              <a:gdLst/>
              <a:ahLst/>
              <a:cxnLst/>
              <a:rect l="l" t="t" r="r" b="b"/>
              <a:pathLst>
                <a:path w="40640" h="9525">
                  <a:moveTo>
                    <a:pt x="0" y="4572"/>
                  </a:moveTo>
                  <a:lnTo>
                    <a:pt x="2285" y="0"/>
                  </a:lnTo>
                  <a:lnTo>
                    <a:pt x="40386" y="3810"/>
                  </a:lnTo>
                  <a:lnTo>
                    <a:pt x="38100" y="914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9" name="object 409"/>
            <p:cNvPicPr/>
            <p:nvPr/>
          </p:nvPicPr>
          <p:blipFill>
            <a:blip r:embed="rId92" cstate="print"/>
            <a:stretch>
              <a:fillRect/>
            </a:stretch>
          </p:blipFill>
          <p:spPr>
            <a:xfrm>
              <a:off x="8453018" y="2296544"/>
              <a:ext cx="40385" cy="9906"/>
            </a:xfrm>
            <a:prstGeom prst="rect">
              <a:avLst/>
            </a:prstGeom>
          </p:spPr>
        </p:pic>
        <p:sp>
          <p:nvSpPr>
            <p:cNvPr id="410" name="object 410"/>
            <p:cNvSpPr/>
            <p:nvPr/>
          </p:nvSpPr>
          <p:spPr>
            <a:xfrm>
              <a:off x="8453018" y="2296544"/>
              <a:ext cx="40640" cy="10160"/>
            </a:xfrm>
            <a:custGeom>
              <a:avLst/>
              <a:gdLst/>
              <a:ahLst/>
              <a:cxnLst/>
              <a:rect l="l" t="t" r="r" b="b"/>
              <a:pathLst>
                <a:path w="40640" h="10160">
                  <a:moveTo>
                    <a:pt x="0" y="5334"/>
                  </a:moveTo>
                  <a:lnTo>
                    <a:pt x="2285" y="0"/>
                  </a:lnTo>
                  <a:lnTo>
                    <a:pt x="40386" y="3810"/>
                  </a:lnTo>
                  <a:lnTo>
                    <a:pt x="37338" y="9906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1" name="object 411"/>
            <p:cNvPicPr/>
            <p:nvPr/>
          </p:nvPicPr>
          <p:blipFill>
            <a:blip r:embed="rId87" cstate="print"/>
            <a:stretch>
              <a:fillRect/>
            </a:stretch>
          </p:blipFill>
          <p:spPr>
            <a:xfrm>
              <a:off x="8492642" y="2301116"/>
              <a:ext cx="40385" cy="9906"/>
            </a:xfrm>
            <a:prstGeom prst="rect">
              <a:avLst/>
            </a:prstGeom>
          </p:spPr>
        </p:pic>
        <p:sp>
          <p:nvSpPr>
            <p:cNvPr id="412" name="object 412"/>
            <p:cNvSpPr/>
            <p:nvPr/>
          </p:nvSpPr>
          <p:spPr>
            <a:xfrm>
              <a:off x="8492642" y="2301116"/>
              <a:ext cx="40640" cy="10160"/>
            </a:xfrm>
            <a:custGeom>
              <a:avLst/>
              <a:gdLst/>
              <a:ahLst/>
              <a:cxnLst/>
              <a:rect l="l" t="t" r="r" b="b"/>
              <a:pathLst>
                <a:path w="40640" h="10160">
                  <a:moveTo>
                    <a:pt x="0" y="5334"/>
                  </a:moveTo>
                  <a:lnTo>
                    <a:pt x="3047" y="0"/>
                  </a:lnTo>
                  <a:lnTo>
                    <a:pt x="40386" y="3810"/>
                  </a:lnTo>
                  <a:lnTo>
                    <a:pt x="37338" y="9906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3" name="object 413"/>
            <p:cNvPicPr/>
            <p:nvPr/>
          </p:nvPicPr>
          <p:blipFill>
            <a:blip r:embed="rId93" cstate="print"/>
            <a:stretch>
              <a:fillRect/>
            </a:stretch>
          </p:blipFill>
          <p:spPr>
            <a:xfrm>
              <a:off x="8536076" y="2306450"/>
              <a:ext cx="32003" cy="8382"/>
            </a:xfrm>
            <a:prstGeom prst="rect">
              <a:avLst/>
            </a:prstGeom>
          </p:spPr>
        </p:pic>
        <p:sp>
          <p:nvSpPr>
            <p:cNvPr id="414" name="object 414"/>
            <p:cNvSpPr/>
            <p:nvPr/>
          </p:nvSpPr>
          <p:spPr>
            <a:xfrm>
              <a:off x="8536076" y="2306450"/>
              <a:ext cx="32384" cy="8890"/>
            </a:xfrm>
            <a:custGeom>
              <a:avLst/>
              <a:gdLst/>
              <a:ahLst/>
              <a:cxnLst/>
              <a:rect l="l" t="t" r="r" b="b"/>
              <a:pathLst>
                <a:path w="32384" h="8889">
                  <a:moveTo>
                    <a:pt x="0" y="5334"/>
                  </a:moveTo>
                  <a:lnTo>
                    <a:pt x="2285" y="0"/>
                  </a:lnTo>
                  <a:lnTo>
                    <a:pt x="32004" y="3048"/>
                  </a:lnTo>
                  <a:lnTo>
                    <a:pt x="30480" y="8382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5" name="object 415"/>
            <p:cNvPicPr/>
            <p:nvPr/>
          </p:nvPicPr>
          <p:blipFill>
            <a:blip r:embed="rId94" cstate="print"/>
            <a:stretch>
              <a:fillRect/>
            </a:stretch>
          </p:blipFill>
          <p:spPr>
            <a:xfrm>
              <a:off x="8528443" y="2318642"/>
              <a:ext cx="33527" cy="12192"/>
            </a:xfrm>
            <a:prstGeom prst="rect">
              <a:avLst/>
            </a:prstGeom>
          </p:spPr>
        </p:pic>
        <p:sp>
          <p:nvSpPr>
            <p:cNvPr id="416" name="object 416"/>
            <p:cNvSpPr/>
            <p:nvPr/>
          </p:nvSpPr>
          <p:spPr>
            <a:xfrm>
              <a:off x="8528443" y="2318642"/>
              <a:ext cx="33655" cy="12700"/>
            </a:xfrm>
            <a:custGeom>
              <a:avLst/>
              <a:gdLst/>
              <a:ahLst/>
              <a:cxnLst/>
              <a:rect l="l" t="t" r="r" b="b"/>
              <a:pathLst>
                <a:path w="33654" h="12700">
                  <a:moveTo>
                    <a:pt x="33527" y="3810"/>
                  </a:moveTo>
                  <a:lnTo>
                    <a:pt x="28193" y="12192"/>
                  </a:lnTo>
                  <a:lnTo>
                    <a:pt x="0" y="8382"/>
                  </a:lnTo>
                  <a:lnTo>
                    <a:pt x="5333" y="0"/>
                  </a:lnTo>
                  <a:lnTo>
                    <a:pt x="33527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7" name="object 417"/>
            <p:cNvPicPr/>
            <p:nvPr/>
          </p:nvPicPr>
          <p:blipFill>
            <a:blip r:embed="rId95" cstate="print"/>
            <a:stretch>
              <a:fillRect/>
            </a:stretch>
          </p:blipFill>
          <p:spPr>
            <a:xfrm>
              <a:off x="8520823" y="2336930"/>
              <a:ext cx="30479" cy="8382"/>
            </a:xfrm>
            <a:prstGeom prst="rect">
              <a:avLst/>
            </a:prstGeom>
          </p:spPr>
        </p:pic>
        <p:sp>
          <p:nvSpPr>
            <p:cNvPr id="418" name="object 418"/>
            <p:cNvSpPr/>
            <p:nvPr/>
          </p:nvSpPr>
          <p:spPr>
            <a:xfrm>
              <a:off x="8520823" y="2336930"/>
              <a:ext cx="30480" cy="8890"/>
            </a:xfrm>
            <a:custGeom>
              <a:avLst/>
              <a:gdLst/>
              <a:ahLst/>
              <a:cxnLst/>
              <a:rect l="l" t="t" r="r" b="b"/>
              <a:pathLst>
                <a:path w="30479" h="8889">
                  <a:moveTo>
                    <a:pt x="0" y="4572"/>
                  </a:moveTo>
                  <a:lnTo>
                    <a:pt x="3810" y="0"/>
                  </a:lnTo>
                  <a:lnTo>
                    <a:pt x="30480" y="3048"/>
                  </a:lnTo>
                  <a:lnTo>
                    <a:pt x="28194" y="838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9" name="object 419"/>
            <p:cNvPicPr/>
            <p:nvPr/>
          </p:nvPicPr>
          <p:blipFill>
            <a:blip r:embed="rId96" cstate="print"/>
            <a:stretch>
              <a:fillRect/>
            </a:stretch>
          </p:blipFill>
          <p:spPr>
            <a:xfrm>
              <a:off x="8533028" y="2333120"/>
              <a:ext cx="11429" cy="6096"/>
            </a:xfrm>
            <a:prstGeom prst="rect">
              <a:avLst/>
            </a:prstGeom>
          </p:spPr>
        </p:pic>
        <p:sp>
          <p:nvSpPr>
            <p:cNvPr id="420" name="object 420"/>
            <p:cNvSpPr/>
            <p:nvPr/>
          </p:nvSpPr>
          <p:spPr>
            <a:xfrm>
              <a:off x="8533028" y="2333120"/>
              <a:ext cx="11430" cy="6350"/>
            </a:xfrm>
            <a:custGeom>
              <a:avLst/>
              <a:gdLst/>
              <a:ahLst/>
              <a:cxnLst/>
              <a:rect l="l" t="t" r="r" b="b"/>
              <a:pathLst>
                <a:path w="11429" h="6350">
                  <a:moveTo>
                    <a:pt x="0" y="4572"/>
                  </a:moveTo>
                  <a:lnTo>
                    <a:pt x="1523" y="0"/>
                  </a:lnTo>
                  <a:lnTo>
                    <a:pt x="11430" y="1524"/>
                  </a:lnTo>
                  <a:lnTo>
                    <a:pt x="9906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1" name="object 421"/>
            <p:cNvPicPr/>
            <p:nvPr/>
          </p:nvPicPr>
          <p:blipFill>
            <a:blip r:embed="rId97" cstate="print"/>
            <a:stretch>
              <a:fillRect/>
            </a:stretch>
          </p:blipFill>
          <p:spPr>
            <a:xfrm>
              <a:off x="8553602" y="2322452"/>
              <a:ext cx="53340" cy="28955"/>
            </a:xfrm>
            <a:prstGeom prst="rect">
              <a:avLst/>
            </a:prstGeom>
          </p:spPr>
        </p:pic>
        <p:sp>
          <p:nvSpPr>
            <p:cNvPr id="422" name="object 422"/>
            <p:cNvSpPr/>
            <p:nvPr/>
          </p:nvSpPr>
          <p:spPr>
            <a:xfrm>
              <a:off x="8553602" y="2322452"/>
              <a:ext cx="53340" cy="29209"/>
            </a:xfrm>
            <a:custGeom>
              <a:avLst/>
              <a:gdLst/>
              <a:ahLst/>
              <a:cxnLst/>
              <a:rect l="l" t="t" r="r" b="b"/>
              <a:pathLst>
                <a:path w="53340" h="29210">
                  <a:moveTo>
                    <a:pt x="41148" y="28955"/>
                  </a:moveTo>
                  <a:lnTo>
                    <a:pt x="0" y="23621"/>
                  </a:lnTo>
                  <a:lnTo>
                    <a:pt x="13716" y="0"/>
                  </a:lnTo>
                  <a:lnTo>
                    <a:pt x="53340" y="4571"/>
                  </a:lnTo>
                  <a:lnTo>
                    <a:pt x="41148" y="2895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3" name="object 423"/>
            <p:cNvPicPr/>
            <p:nvPr/>
          </p:nvPicPr>
          <p:blipFill>
            <a:blip r:embed="rId89" cstate="print"/>
            <a:stretch>
              <a:fillRect/>
            </a:stretch>
          </p:blipFill>
          <p:spPr>
            <a:xfrm>
              <a:off x="8565794" y="2322452"/>
              <a:ext cx="41148" cy="8382"/>
            </a:xfrm>
            <a:prstGeom prst="rect">
              <a:avLst/>
            </a:prstGeom>
          </p:spPr>
        </p:pic>
        <p:sp>
          <p:nvSpPr>
            <p:cNvPr id="424" name="object 424"/>
            <p:cNvSpPr/>
            <p:nvPr/>
          </p:nvSpPr>
          <p:spPr>
            <a:xfrm>
              <a:off x="8565794" y="2322452"/>
              <a:ext cx="41275" cy="8890"/>
            </a:xfrm>
            <a:custGeom>
              <a:avLst/>
              <a:gdLst/>
              <a:ahLst/>
              <a:cxnLst/>
              <a:rect l="l" t="t" r="r" b="b"/>
              <a:pathLst>
                <a:path w="41275" h="8889">
                  <a:moveTo>
                    <a:pt x="0" y="4572"/>
                  </a:moveTo>
                  <a:lnTo>
                    <a:pt x="2285" y="0"/>
                  </a:lnTo>
                  <a:lnTo>
                    <a:pt x="41148" y="4572"/>
                  </a:lnTo>
                  <a:lnTo>
                    <a:pt x="39624" y="838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5" name="object 425"/>
            <p:cNvPicPr/>
            <p:nvPr/>
          </p:nvPicPr>
          <p:blipFill>
            <a:blip r:embed="rId98" cstate="print"/>
            <a:stretch>
              <a:fillRect/>
            </a:stretch>
          </p:blipFill>
          <p:spPr>
            <a:xfrm>
              <a:off x="8563495" y="2327024"/>
              <a:ext cx="28955" cy="7620"/>
            </a:xfrm>
            <a:prstGeom prst="rect">
              <a:avLst/>
            </a:prstGeom>
          </p:spPr>
        </p:pic>
        <p:sp>
          <p:nvSpPr>
            <p:cNvPr id="426" name="object 426"/>
            <p:cNvSpPr/>
            <p:nvPr/>
          </p:nvSpPr>
          <p:spPr>
            <a:xfrm>
              <a:off x="8563495" y="2327024"/>
              <a:ext cx="29209" cy="7620"/>
            </a:xfrm>
            <a:custGeom>
              <a:avLst/>
              <a:gdLst/>
              <a:ahLst/>
              <a:cxnLst/>
              <a:rect l="l" t="t" r="r" b="b"/>
              <a:pathLst>
                <a:path w="29209" h="7619">
                  <a:moveTo>
                    <a:pt x="0" y="4572"/>
                  </a:moveTo>
                  <a:lnTo>
                    <a:pt x="2285" y="0"/>
                  </a:lnTo>
                  <a:lnTo>
                    <a:pt x="28956" y="3048"/>
                  </a:lnTo>
                  <a:lnTo>
                    <a:pt x="27432" y="7620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7" name="object 427"/>
            <p:cNvPicPr/>
            <p:nvPr/>
          </p:nvPicPr>
          <p:blipFill>
            <a:blip r:embed="rId99" cstate="print"/>
            <a:stretch>
              <a:fillRect/>
            </a:stretch>
          </p:blipFill>
          <p:spPr>
            <a:xfrm>
              <a:off x="8560447" y="2331596"/>
              <a:ext cx="29718" cy="7620"/>
            </a:xfrm>
            <a:prstGeom prst="rect">
              <a:avLst/>
            </a:prstGeom>
          </p:spPr>
        </p:pic>
        <p:sp>
          <p:nvSpPr>
            <p:cNvPr id="428" name="object 428"/>
            <p:cNvSpPr/>
            <p:nvPr/>
          </p:nvSpPr>
          <p:spPr>
            <a:xfrm>
              <a:off x="8560447" y="2331596"/>
              <a:ext cx="29845" cy="7620"/>
            </a:xfrm>
            <a:custGeom>
              <a:avLst/>
              <a:gdLst/>
              <a:ahLst/>
              <a:cxnLst/>
              <a:rect l="l" t="t" r="r" b="b"/>
              <a:pathLst>
                <a:path w="29845" h="7619">
                  <a:moveTo>
                    <a:pt x="0" y="4572"/>
                  </a:moveTo>
                  <a:lnTo>
                    <a:pt x="2285" y="0"/>
                  </a:lnTo>
                  <a:lnTo>
                    <a:pt x="29718" y="3810"/>
                  </a:lnTo>
                  <a:lnTo>
                    <a:pt x="27432" y="7620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9" name="object 429"/>
            <p:cNvPicPr/>
            <p:nvPr/>
          </p:nvPicPr>
          <p:blipFill>
            <a:blip r:embed="rId100" cstate="print"/>
            <a:stretch>
              <a:fillRect/>
            </a:stretch>
          </p:blipFill>
          <p:spPr>
            <a:xfrm>
              <a:off x="8556650" y="2336930"/>
              <a:ext cx="31242" cy="7620"/>
            </a:xfrm>
            <a:prstGeom prst="rect">
              <a:avLst/>
            </a:prstGeom>
          </p:spPr>
        </p:pic>
        <p:sp>
          <p:nvSpPr>
            <p:cNvPr id="430" name="object 430"/>
            <p:cNvSpPr/>
            <p:nvPr/>
          </p:nvSpPr>
          <p:spPr>
            <a:xfrm>
              <a:off x="8556650" y="2336930"/>
              <a:ext cx="31750" cy="7620"/>
            </a:xfrm>
            <a:custGeom>
              <a:avLst/>
              <a:gdLst/>
              <a:ahLst/>
              <a:cxnLst/>
              <a:rect l="l" t="t" r="r" b="b"/>
              <a:pathLst>
                <a:path w="31750" h="7619">
                  <a:moveTo>
                    <a:pt x="0" y="3810"/>
                  </a:moveTo>
                  <a:lnTo>
                    <a:pt x="3810" y="0"/>
                  </a:lnTo>
                  <a:lnTo>
                    <a:pt x="31242" y="3048"/>
                  </a:lnTo>
                  <a:lnTo>
                    <a:pt x="28956" y="7620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1" name="object 431"/>
            <p:cNvPicPr/>
            <p:nvPr/>
          </p:nvPicPr>
          <p:blipFill>
            <a:blip r:embed="rId101" cstate="print"/>
            <a:stretch>
              <a:fillRect/>
            </a:stretch>
          </p:blipFill>
          <p:spPr>
            <a:xfrm>
              <a:off x="8554364" y="2340740"/>
              <a:ext cx="31242" cy="9144"/>
            </a:xfrm>
            <a:prstGeom prst="rect">
              <a:avLst/>
            </a:prstGeom>
          </p:spPr>
        </p:pic>
        <p:sp>
          <p:nvSpPr>
            <p:cNvPr id="432" name="object 432"/>
            <p:cNvSpPr/>
            <p:nvPr/>
          </p:nvSpPr>
          <p:spPr>
            <a:xfrm>
              <a:off x="8554364" y="2340740"/>
              <a:ext cx="31750" cy="9525"/>
            </a:xfrm>
            <a:custGeom>
              <a:avLst/>
              <a:gdLst/>
              <a:ahLst/>
              <a:cxnLst/>
              <a:rect l="l" t="t" r="r" b="b"/>
              <a:pathLst>
                <a:path w="31750" h="9525">
                  <a:moveTo>
                    <a:pt x="0" y="4572"/>
                  </a:moveTo>
                  <a:lnTo>
                    <a:pt x="2285" y="0"/>
                  </a:lnTo>
                  <a:lnTo>
                    <a:pt x="31242" y="3810"/>
                  </a:lnTo>
                  <a:lnTo>
                    <a:pt x="28956" y="914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3" name="object 433"/>
            <p:cNvPicPr/>
            <p:nvPr/>
          </p:nvPicPr>
          <p:blipFill>
            <a:blip r:embed="rId102" cstate="print"/>
            <a:stretch>
              <a:fillRect/>
            </a:stretch>
          </p:blipFill>
          <p:spPr>
            <a:xfrm>
              <a:off x="8584069" y="2330072"/>
              <a:ext cx="20574" cy="21336"/>
            </a:xfrm>
            <a:prstGeom prst="rect">
              <a:avLst/>
            </a:prstGeom>
          </p:spPr>
        </p:pic>
        <p:sp>
          <p:nvSpPr>
            <p:cNvPr id="434" name="object 434"/>
            <p:cNvSpPr/>
            <p:nvPr/>
          </p:nvSpPr>
          <p:spPr>
            <a:xfrm>
              <a:off x="8584069" y="2330072"/>
              <a:ext cx="20955" cy="21590"/>
            </a:xfrm>
            <a:custGeom>
              <a:avLst/>
              <a:gdLst/>
              <a:ahLst/>
              <a:cxnLst/>
              <a:rect l="l" t="t" r="r" b="b"/>
              <a:pathLst>
                <a:path w="20954" h="21589">
                  <a:moveTo>
                    <a:pt x="0" y="19812"/>
                  </a:moveTo>
                  <a:lnTo>
                    <a:pt x="9143" y="0"/>
                  </a:lnTo>
                  <a:lnTo>
                    <a:pt x="20574" y="1524"/>
                  </a:lnTo>
                  <a:lnTo>
                    <a:pt x="11430" y="21336"/>
                  </a:lnTo>
                  <a:lnTo>
                    <a:pt x="0" y="1981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5" name="object 435"/>
            <p:cNvPicPr/>
            <p:nvPr/>
          </p:nvPicPr>
          <p:blipFill>
            <a:blip r:embed="rId103" cstate="print"/>
            <a:stretch>
              <a:fillRect/>
            </a:stretch>
          </p:blipFill>
          <p:spPr>
            <a:xfrm>
              <a:off x="8529218" y="2323214"/>
              <a:ext cx="31242" cy="7620"/>
            </a:xfrm>
            <a:prstGeom prst="rect">
              <a:avLst/>
            </a:prstGeom>
          </p:spPr>
        </p:pic>
        <p:sp>
          <p:nvSpPr>
            <p:cNvPr id="436" name="object 436"/>
            <p:cNvSpPr/>
            <p:nvPr/>
          </p:nvSpPr>
          <p:spPr>
            <a:xfrm>
              <a:off x="8529218" y="2323214"/>
              <a:ext cx="31750" cy="7620"/>
            </a:xfrm>
            <a:custGeom>
              <a:avLst/>
              <a:gdLst/>
              <a:ahLst/>
              <a:cxnLst/>
              <a:rect l="l" t="t" r="r" b="b"/>
              <a:pathLst>
                <a:path w="31750" h="7619">
                  <a:moveTo>
                    <a:pt x="0" y="3810"/>
                  </a:moveTo>
                  <a:lnTo>
                    <a:pt x="3047" y="0"/>
                  </a:lnTo>
                  <a:lnTo>
                    <a:pt x="31242" y="3048"/>
                  </a:lnTo>
                  <a:lnTo>
                    <a:pt x="28194" y="7620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7" name="object 437"/>
            <p:cNvPicPr/>
            <p:nvPr/>
          </p:nvPicPr>
          <p:blipFill>
            <a:blip r:embed="rId104" cstate="print"/>
            <a:stretch>
              <a:fillRect/>
            </a:stretch>
          </p:blipFill>
          <p:spPr>
            <a:xfrm>
              <a:off x="8532266" y="2318642"/>
              <a:ext cx="30479" cy="7620"/>
            </a:xfrm>
            <a:prstGeom prst="rect">
              <a:avLst/>
            </a:prstGeom>
          </p:spPr>
        </p:pic>
        <p:sp>
          <p:nvSpPr>
            <p:cNvPr id="438" name="object 438"/>
            <p:cNvSpPr/>
            <p:nvPr/>
          </p:nvSpPr>
          <p:spPr>
            <a:xfrm>
              <a:off x="8532266" y="2318642"/>
              <a:ext cx="30480" cy="7620"/>
            </a:xfrm>
            <a:custGeom>
              <a:avLst/>
              <a:gdLst/>
              <a:ahLst/>
              <a:cxnLst/>
              <a:rect l="l" t="t" r="r" b="b"/>
              <a:pathLst>
                <a:path w="30479" h="7619">
                  <a:moveTo>
                    <a:pt x="0" y="3810"/>
                  </a:moveTo>
                  <a:lnTo>
                    <a:pt x="2285" y="0"/>
                  </a:lnTo>
                  <a:lnTo>
                    <a:pt x="30480" y="3810"/>
                  </a:lnTo>
                  <a:lnTo>
                    <a:pt x="28194" y="7620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9" name="object 439"/>
            <p:cNvPicPr/>
            <p:nvPr/>
          </p:nvPicPr>
          <p:blipFill>
            <a:blip r:embed="rId105" cstate="print"/>
            <a:stretch>
              <a:fillRect/>
            </a:stretch>
          </p:blipFill>
          <p:spPr>
            <a:xfrm>
              <a:off x="8501773" y="2335406"/>
              <a:ext cx="17525" cy="6096"/>
            </a:xfrm>
            <a:prstGeom prst="rect">
              <a:avLst/>
            </a:prstGeom>
          </p:spPr>
        </p:pic>
        <p:sp>
          <p:nvSpPr>
            <p:cNvPr id="440" name="object 440"/>
            <p:cNvSpPr/>
            <p:nvPr/>
          </p:nvSpPr>
          <p:spPr>
            <a:xfrm>
              <a:off x="8501773" y="2335406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3810"/>
                  </a:moveTo>
                  <a:lnTo>
                    <a:pt x="3047" y="0"/>
                  </a:lnTo>
                  <a:lnTo>
                    <a:pt x="17526" y="1524"/>
                  </a:lnTo>
                  <a:lnTo>
                    <a:pt x="15240" y="6096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1" name="object 441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8502548" y="2330072"/>
              <a:ext cx="19811" cy="6096"/>
            </a:xfrm>
            <a:prstGeom prst="rect">
              <a:avLst/>
            </a:prstGeom>
          </p:spPr>
        </p:pic>
        <p:sp>
          <p:nvSpPr>
            <p:cNvPr id="442" name="object 442"/>
            <p:cNvSpPr/>
            <p:nvPr/>
          </p:nvSpPr>
          <p:spPr>
            <a:xfrm>
              <a:off x="8502548" y="2330072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20" h="6350">
                  <a:moveTo>
                    <a:pt x="0" y="4572"/>
                  </a:moveTo>
                  <a:lnTo>
                    <a:pt x="3047" y="0"/>
                  </a:lnTo>
                  <a:lnTo>
                    <a:pt x="19812" y="2286"/>
                  </a:lnTo>
                  <a:lnTo>
                    <a:pt x="16764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3" name="object 443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8511692" y="2320928"/>
              <a:ext cx="16001" cy="10667"/>
            </a:xfrm>
            <a:prstGeom prst="rect">
              <a:avLst/>
            </a:prstGeom>
          </p:spPr>
        </p:pic>
        <p:sp>
          <p:nvSpPr>
            <p:cNvPr id="444" name="object 444"/>
            <p:cNvSpPr/>
            <p:nvPr/>
          </p:nvSpPr>
          <p:spPr>
            <a:xfrm>
              <a:off x="8511692" y="2320928"/>
              <a:ext cx="16510" cy="10795"/>
            </a:xfrm>
            <a:custGeom>
              <a:avLst/>
              <a:gdLst/>
              <a:ahLst/>
              <a:cxnLst/>
              <a:rect l="l" t="t" r="r" b="b"/>
              <a:pathLst>
                <a:path w="16509" h="10794">
                  <a:moveTo>
                    <a:pt x="0" y="9905"/>
                  </a:moveTo>
                  <a:lnTo>
                    <a:pt x="3047" y="3809"/>
                  </a:lnTo>
                  <a:lnTo>
                    <a:pt x="761" y="3809"/>
                  </a:lnTo>
                  <a:lnTo>
                    <a:pt x="3809" y="0"/>
                  </a:lnTo>
                  <a:lnTo>
                    <a:pt x="16002" y="1523"/>
                  </a:lnTo>
                  <a:lnTo>
                    <a:pt x="10668" y="10667"/>
                  </a:lnTo>
                  <a:lnTo>
                    <a:pt x="0" y="990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5" name="object 445"/>
            <p:cNvPicPr/>
            <p:nvPr/>
          </p:nvPicPr>
          <p:blipFill>
            <a:blip r:embed="rId106" cstate="print"/>
            <a:stretch>
              <a:fillRect/>
            </a:stretch>
          </p:blipFill>
          <p:spPr>
            <a:xfrm>
              <a:off x="8474354" y="2331596"/>
              <a:ext cx="20574" cy="7620"/>
            </a:xfrm>
            <a:prstGeom prst="rect">
              <a:avLst/>
            </a:prstGeom>
          </p:spPr>
        </p:pic>
        <p:sp>
          <p:nvSpPr>
            <p:cNvPr id="446" name="object 446"/>
            <p:cNvSpPr/>
            <p:nvPr/>
          </p:nvSpPr>
          <p:spPr>
            <a:xfrm>
              <a:off x="8474354" y="2331596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4" h="7619">
                  <a:moveTo>
                    <a:pt x="0" y="5334"/>
                  </a:moveTo>
                  <a:lnTo>
                    <a:pt x="2285" y="0"/>
                  </a:lnTo>
                  <a:lnTo>
                    <a:pt x="20574" y="2286"/>
                  </a:lnTo>
                  <a:lnTo>
                    <a:pt x="17526" y="7620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7" name="object 447"/>
            <p:cNvPicPr/>
            <p:nvPr/>
          </p:nvPicPr>
          <p:blipFill>
            <a:blip r:embed="rId107" cstate="print"/>
            <a:stretch>
              <a:fillRect/>
            </a:stretch>
          </p:blipFill>
          <p:spPr>
            <a:xfrm>
              <a:off x="8445398" y="2328548"/>
              <a:ext cx="30479" cy="8382"/>
            </a:xfrm>
            <a:prstGeom prst="rect">
              <a:avLst/>
            </a:prstGeom>
          </p:spPr>
        </p:pic>
        <p:sp>
          <p:nvSpPr>
            <p:cNvPr id="448" name="object 448"/>
            <p:cNvSpPr/>
            <p:nvPr/>
          </p:nvSpPr>
          <p:spPr>
            <a:xfrm>
              <a:off x="8445398" y="2328548"/>
              <a:ext cx="30480" cy="8890"/>
            </a:xfrm>
            <a:custGeom>
              <a:avLst/>
              <a:gdLst/>
              <a:ahLst/>
              <a:cxnLst/>
              <a:rect l="l" t="t" r="r" b="b"/>
              <a:pathLst>
                <a:path w="30479" h="8889">
                  <a:moveTo>
                    <a:pt x="0" y="4572"/>
                  </a:moveTo>
                  <a:lnTo>
                    <a:pt x="2285" y="0"/>
                  </a:lnTo>
                  <a:lnTo>
                    <a:pt x="30480" y="3048"/>
                  </a:lnTo>
                  <a:lnTo>
                    <a:pt x="28956" y="838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9" name="object 449"/>
            <p:cNvPicPr/>
            <p:nvPr/>
          </p:nvPicPr>
          <p:blipFill>
            <a:blip r:embed="rId108" cstate="print"/>
            <a:stretch>
              <a:fillRect/>
            </a:stretch>
          </p:blipFill>
          <p:spPr>
            <a:xfrm>
              <a:off x="8421776" y="2325500"/>
              <a:ext cx="25146" cy="7620"/>
            </a:xfrm>
            <a:prstGeom prst="rect">
              <a:avLst/>
            </a:prstGeom>
          </p:spPr>
        </p:pic>
        <p:sp>
          <p:nvSpPr>
            <p:cNvPr id="450" name="object 450"/>
            <p:cNvSpPr/>
            <p:nvPr/>
          </p:nvSpPr>
          <p:spPr>
            <a:xfrm>
              <a:off x="8421776" y="2325500"/>
              <a:ext cx="25400" cy="7620"/>
            </a:xfrm>
            <a:custGeom>
              <a:avLst/>
              <a:gdLst/>
              <a:ahLst/>
              <a:cxnLst/>
              <a:rect l="l" t="t" r="r" b="b"/>
              <a:pathLst>
                <a:path w="25400" h="7619">
                  <a:moveTo>
                    <a:pt x="0" y="4572"/>
                  </a:moveTo>
                  <a:lnTo>
                    <a:pt x="2285" y="0"/>
                  </a:lnTo>
                  <a:lnTo>
                    <a:pt x="25146" y="3048"/>
                  </a:lnTo>
                  <a:lnTo>
                    <a:pt x="23622" y="7620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1" name="object 451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8405761" y="2323976"/>
              <a:ext cx="18288" cy="6096"/>
            </a:xfrm>
            <a:prstGeom prst="rect">
              <a:avLst/>
            </a:prstGeom>
          </p:spPr>
        </p:pic>
        <p:sp>
          <p:nvSpPr>
            <p:cNvPr id="452" name="object 452"/>
            <p:cNvSpPr/>
            <p:nvPr/>
          </p:nvSpPr>
          <p:spPr>
            <a:xfrm>
              <a:off x="8405761" y="2323976"/>
              <a:ext cx="18415" cy="6350"/>
            </a:xfrm>
            <a:custGeom>
              <a:avLst/>
              <a:gdLst/>
              <a:ahLst/>
              <a:cxnLst/>
              <a:rect l="l" t="t" r="r" b="b"/>
              <a:pathLst>
                <a:path w="18415" h="6350">
                  <a:moveTo>
                    <a:pt x="0" y="4572"/>
                  </a:moveTo>
                  <a:lnTo>
                    <a:pt x="3047" y="0"/>
                  </a:lnTo>
                  <a:lnTo>
                    <a:pt x="18288" y="1524"/>
                  </a:lnTo>
                  <a:lnTo>
                    <a:pt x="16002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3" name="object 45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395868" y="2322452"/>
              <a:ext cx="12192" cy="6096"/>
            </a:xfrm>
            <a:prstGeom prst="rect">
              <a:avLst/>
            </a:prstGeom>
          </p:spPr>
        </p:pic>
        <p:sp>
          <p:nvSpPr>
            <p:cNvPr id="454" name="object 454"/>
            <p:cNvSpPr/>
            <p:nvPr/>
          </p:nvSpPr>
          <p:spPr>
            <a:xfrm>
              <a:off x="8395868" y="2322452"/>
              <a:ext cx="12700" cy="6350"/>
            </a:xfrm>
            <a:custGeom>
              <a:avLst/>
              <a:gdLst/>
              <a:ahLst/>
              <a:cxnLst/>
              <a:rect l="l" t="t" r="r" b="b"/>
              <a:pathLst>
                <a:path w="12700" h="6350">
                  <a:moveTo>
                    <a:pt x="0" y="5334"/>
                  </a:moveTo>
                  <a:lnTo>
                    <a:pt x="3047" y="0"/>
                  </a:lnTo>
                  <a:lnTo>
                    <a:pt x="12192" y="1524"/>
                  </a:lnTo>
                  <a:lnTo>
                    <a:pt x="9906" y="6096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5" name="object 455"/>
            <p:cNvPicPr/>
            <p:nvPr/>
          </p:nvPicPr>
          <p:blipFill>
            <a:blip r:embed="rId109" cstate="print"/>
            <a:stretch>
              <a:fillRect/>
            </a:stretch>
          </p:blipFill>
          <p:spPr>
            <a:xfrm>
              <a:off x="8370722" y="2320166"/>
              <a:ext cx="17525" cy="6096"/>
            </a:xfrm>
            <a:prstGeom prst="rect">
              <a:avLst/>
            </a:prstGeom>
          </p:spPr>
        </p:pic>
        <p:sp>
          <p:nvSpPr>
            <p:cNvPr id="456" name="object 456"/>
            <p:cNvSpPr/>
            <p:nvPr/>
          </p:nvSpPr>
          <p:spPr>
            <a:xfrm>
              <a:off x="8370722" y="2320166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4572"/>
                  </a:moveTo>
                  <a:lnTo>
                    <a:pt x="3810" y="0"/>
                  </a:lnTo>
                  <a:lnTo>
                    <a:pt x="17526" y="1524"/>
                  </a:lnTo>
                  <a:lnTo>
                    <a:pt x="14478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7" name="object 457"/>
            <p:cNvPicPr/>
            <p:nvPr/>
          </p:nvPicPr>
          <p:blipFill>
            <a:blip r:embed="rId108" cstate="print"/>
            <a:stretch>
              <a:fillRect/>
            </a:stretch>
          </p:blipFill>
          <p:spPr>
            <a:xfrm>
              <a:off x="8374519" y="2315594"/>
              <a:ext cx="24383" cy="6858"/>
            </a:xfrm>
            <a:prstGeom prst="rect">
              <a:avLst/>
            </a:prstGeom>
          </p:spPr>
        </p:pic>
        <p:sp>
          <p:nvSpPr>
            <p:cNvPr id="458" name="object 458"/>
            <p:cNvSpPr/>
            <p:nvPr/>
          </p:nvSpPr>
          <p:spPr>
            <a:xfrm>
              <a:off x="8374519" y="2315594"/>
              <a:ext cx="24765" cy="6985"/>
            </a:xfrm>
            <a:custGeom>
              <a:avLst/>
              <a:gdLst/>
              <a:ahLst/>
              <a:cxnLst/>
              <a:rect l="l" t="t" r="r" b="b"/>
              <a:pathLst>
                <a:path w="24765" h="6985">
                  <a:moveTo>
                    <a:pt x="0" y="3810"/>
                  </a:moveTo>
                  <a:lnTo>
                    <a:pt x="3047" y="0"/>
                  </a:lnTo>
                  <a:lnTo>
                    <a:pt x="24384" y="2286"/>
                  </a:lnTo>
                  <a:lnTo>
                    <a:pt x="22098" y="6858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9" name="object 459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8377580" y="2311022"/>
              <a:ext cx="17525" cy="5334"/>
            </a:xfrm>
            <a:prstGeom prst="rect">
              <a:avLst/>
            </a:prstGeom>
          </p:spPr>
        </p:pic>
        <p:sp>
          <p:nvSpPr>
            <p:cNvPr id="460" name="object 460"/>
            <p:cNvSpPr/>
            <p:nvPr/>
          </p:nvSpPr>
          <p:spPr>
            <a:xfrm>
              <a:off x="8377580" y="2311022"/>
              <a:ext cx="17780" cy="5715"/>
            </a:xfrm>
            <a:custGeom>
              <a:avLst/>
              <a:gdLst/>
              <a:ahLst/>
              <a:cxnLst/>
              <a:rect l="l" t="t" r="r" b="b"/>
              <a:pathLst>
                <a:path w="17779" h="5714">
                  <a:moveTo>
                    <a:pt x="0" y="3810"/>
                  </a:moveTo>
                  <a:lnTo>
                    <a:pt x="3810" y="0"/>
                  </a:lnTo>
                  <a:lnTo>
                    <a:pt x="17526" y="1524"/>
                  </a:lnTo>
                  <a:lnTo>
                    <a:pt x="14478" y="5334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1" name="object 461"/>
            <p:cNvPicPr/>
            <p:nvPr/>
          </p:nvPicPr>
          <p:blipFill>
            <a:blip r:embed="rId110" cstate="print"/>
            <a:stretch>
              <a:fillRect/>
            </a:stretch>
          </p:blipFill>
          <p:spPr>
            <a:xfrm>
              <a:off x="8381390" y="2305688"/>
              <a:ext cx="13716" cy="6096"/>
            </a:xfrm>
            <a:prstGeom prst="rect">
              <a:avLst/>
            </a:prstGeom>
          </p:spPr>
        </p:pic>
        <p:sp>
          <p:nvSpPr>
            <p:cNvPr id="462" name="object 462"/>
            <p:cNvSpPr/>
            <p:nvPr/>
          </p:nvSpPr>
          <p:spPr>
            <a:xfrm>
              <a:off x="8381390" y="2305688"/>
              <a:ext cx="13970" cy="6350"/>
            </a:xfrm>
            <a:custGeom>
              <a:avLst/>
              <a:gdLst/>
              <a:ahLst/>
              <a:cxnLst/>
              <a:rect l="l" t="t" r="r" b="b"/>
              <a:pathLst>
                <a:path w="13970" h="6350">
                  <a:moveTo>
                    <a:pt x="0" y="4572"/>
                  </a:moveTo>
                  <a:lnTo>
                    <a:pt x="3810" y="0"/>
                  </a:lnTo>
                  <a:lnTo>
                    <a:pt x="13716" y="762"/>
                  </a:lnTo>
                  <a:lnTo>
                    <a:pt x="10668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3" name="object 46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385200" y="2301116"/>
              <a:ext cx="9905" cy="5334"/>
            </a:xfrm>
            <a:prstGeom prst="rect">
              <a:avLst/>
            </a:prstGeom>
          </p:spPr>
        </p:pic>
        <p:sp>
          <p:nvSpPr>
            <p:cNvPr id="464" name="object 464"/>
            <p:cNvSpPr/>
            <p:nvPr/>
          </p:nvSpPr>
          <p:spPr>
            <a:xfrm>
              <a:off x="8385200" y="2301116"/>
              <a:ext cx="10160" cy="5715"/>
            </a:xfrm>
            <a:custGeom>
              <a:avLst/>
              <a:gdLst/>
              <a:ahLst/>
              <a:cxnLst/>
              <a:rect l="l" t="t" r="r" b="b"/>
              <a:pathLst>
                <a:path w="10159" h="5714">
                  <a:moveTo>
                    <a:pt x="0" y="4572"/>
                  </a:moveTo>
                  <a:lnTo>
                    <a:pt x="3810" y="0"/>
                  </a:lnTo>
                  <a:lnTo>
                    <a:pt x="9906" y="762"/>
                  </a:lnTo>
                  <a:lnTo>
                    <a:pt x="6858" y="533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5" name="object 465"/>
            <p:cNvPicPr/>
            <p:nvPr/>
          </p:nvPicPr>
          <p:blipFill>
            <a:blip r:embed="rId111" cstate="print"/>
            <a:stretch>
              <a:fillRect/>
            </a:stretch>
          </p:blipFill>
          <p:spPr>
            <a:xfrm>
              <a:off x="8397392" y="2317880"/>
              <a:ext cx="107442" cy="16763"/>
            </a:xfrm>
            <a:prstGeom prst="rect">
              <a:avLst/>
            </a:prstGeom>
          </p:spPr>
        </p:pic>
        <p:sp>
          <p:nvSpPr>
            <p:cNvPr id="466" name="object 466"/>
            <p:cNvSpPr/>
            <p:nvPr/>
          </p:nvSpPr>
          <p:spPr>
            <a:xfrm>
              <a:off x="8397392" y="2317880"/>
              <a:ext cx="107950" cy="17145"/>
            </a:xfrm>
            <a:custGeom>
              <a:avLst/>
              <a:gdLst/>
              <a:ahLst/>
              <a:cxnLst/>
              <a:rect l="l" t="t" r="r" b="b"/>
              <a:pathLst>
                <a:path w="107950" h="17144">
                  <a:moveTo>
                    <a:pt x="0" y="4572"/>
                  </a:moveTo>
                  <a:lnTo>
                    <a:pt x="2285" y="0"/>
                  </a:lnTo>
                  <a:lnTo>
                    <a:pt x="107442" y="12192"/>
                  </a:lnTo>
                  <a:lnTo>
                    <a:pt x="104394" y="1676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7" name="object 467"/>
            <p:cNvPicPr/>
            <p:nvPr/>
          </p:nvPicPr>
          <p:blipFill>
            <a:blip r:embed="rId112" cstate="print"/>
            <a:stretch>
              <a:fillRect/>
            </a:stretch>
          </p:blipFill>
          <p:spPr>
            <a:xfrm>
              <a:off x="8392820" y="2312546"/>
              <a:ext cx="120396" cy="17525"/>
            </a:xfrm>
            <a:prstGeom prst="rect">
              <a:avLst/>
            </a:prstGeom>
          </p:spPr>
        </p:pic>
        <p:sp>
          <p:nvSpPr>
            <p:cNvPr id="468" name="object 468"/>
            <p:cNvSpPr/>
            <p:nvPr/>
          </p:nvSpPr>
          <p:spPr>
            <a:xfrm>
              <a:off x="8392820" y="2312546"/>
              <a:ext cx="120650" cy="17780"/>
            </a:xfrm>
            <a:custGeom>
              <a:avLst/>
              <a:gdLst/>
              <a:ahLst/>
              <a:cxnLst/>
              <a:rect l="l" t="t" r="r" b="b"/>
              <a:pathLst>
                <a:path w="120650" h="17780">
                  <a:moveTo>
                    <a:pt x="0" y="3810"/>
                  </a:moveTo>
                  <a:lnTo>
                    <a:pt x="2285" y="0"/>
                  </a:lnTo>
                  <a:lnTo>
                    <a:pt x="120396" y="13716"/>
                  </a:lnTo>
                  <a:lnTo>
                    <a:pt x="117348" y="17526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9" name="object 469"/>
            <p:cNvPicPr/>
            <p:nvPr/>
          </p:nvPicPr>
          <p:blipFill>
            <a:blip r:embed="rId113" cstate="print"/>
            <a:stretch>
              <a:fillRect/>
            </a:stretch>
          </p:blipFill>
          <p:spPr>
            <a:xfrm>
              <a:off x="8392820" y="2306450"/>
              <a:ext cx="121920" cy="19050"/>
            </a:xfrm>
            <a:prstGeom prst="rect">
              <a:avLst/>
            </a:prstGeom>
          </p:spPr>
        </p:pic>
        <p:sp>
          <p:nvSpPr>
            <p:cNvPr id="470" name="object 470"/>
            <p:cNvSpPr/>
            <p:nvPr/>
          </p:nvSpPr>
          <p:spPr>
            <a:xfrm>
              <a:off x="8392820" y="2306450"/>
              <a:ext cx="121920" cy="19050"/>
            </a:xfrm>
            <a:custGeom>
              <a:avLst/>
              <a:gdLst/>
              <a:ahLst/>
              <a:cxnLst/>
              <a:rect l="l" t="t" r="r" b="b"/>
              <a:pathLst>
                <a:path w="121920" h="19050">
                  <a:moveTo>
                    <a:pt x="0" y="5334"/>
                  </a:moveTo>
                  <a:lnTo>
                    <a:pt x="2285" y="0"/>
                  </a:lnTo>
                  <a:lnTo>
                    <a:pt x="121920" y="14478"/>
                  </a:lnTo>
                  <a:lnTo>
                    <a:pt x="118872" y="19050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1" name="object 471"/>
            <p:cNvPicPr/>
            <p:nvPr/>
          </p:nvPicPr>
          <p:blipFill>
            <a:blip r:embed="rId114" cstate="print"/>
            <a:stretch>
              <a:fillRect/>
            </a:stretch>
          </p:blipFill>
          <p:spPr>
            <a:xfrm>
              <a:off x="8392045" y="2301878"/>
              <a:ext cx="129540" cy="19050"/>
            </a:xfrm>
            <a:prstGeom prst="rect">
              <a:avLst/>
            </a:prstGeom>
          </p:spPr>
        </p:pic>
        <p:sp>
          <p:nvSpPr>
            <p:cNvPr id="472" name="object 472"/>
            <p:cNvSpPr/>
            <p:nvPr/>
          </p:nvSpPr>
          <p:spPr>
            <a:xfrm>
              <a:off x="8392045" y="2301878"/>
              <a:ext cx="129539" cy="19050"/>
            </a:xfrm>
            <a:custGeom>
              <a:avLst/>
              <a:gdLst/>
              <a:ahLst/>
              <a:cxnLst/>
              <a:rect l="l" t="t" r="r" b="b"/>
              <a:pathLst>
                <a:path w="129540" h="19050">
                  <a:moveTo>
                    <a:pt x="0" y="4572"/>
                  </a:moveTo>
                  <a:lnTo>
                    <a:pt x="3047" y="0"/>
                  </a:lnTo>
                  <a:lnTo>
                    <a:pt x="129539" y="14478"/>
                  </a:lnTo>
                  <a:lnTo>
                    <a:pt x="127254" y="19050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3" name="object 473"/>
            <p:cNvPicPr/>
            <p:nvPr/>
          </p:nvPicPr>
          <p:blipFill>
            <a:blip r:embed="rId115" cstate="print"/>
            <a:stretch>
              <a:fillRect/>
            </a:stretch>
          </p:blipFill>
          <p:spPr>
            <a:xfrm>
              <a:off x="8520061" y="2316356"/>
              <a:ext cx="10668" cy="6096"/>
            </a:xfrm>
            <a:prstGeom prst="rect">
              <a:avLst/>
            </a:prstGeom>
          </p:spPr>
        </p:pic>
        <p:sp>
          <p:nvSpPr>
            <p:cNvPr id="474" name="object 474"/>
            <p:cNvSpPr/>
            <p:nvPr/>
          </p:nvSpPr>
          <p:spPr>
            <a:xfrm>
              <a:off x="8520061" y="2316356"/>
              <a:ext cx="10795" cy="6350"/>
            </a:xfrm>
            <a:custGeom>
              <a:avLst/>
              <a:gdLst/>
              <a:ahLst/>
              <a:cxnLst/>
              <a:rect l="l" t="t" r="r" b="b"/>
              <a:pathLst>
                <a:path w="10795" h="6350">
                  <a:moveTo>
                    <a:pt x="0" y="4572"/>
                  </a:moveTo>
                  <a:lnTo>
                    <a:pt x="2285" y="0"/>
                  </a:lnTo>
                  <a:lnTo>
                    <a:pt x="10668" y="1524"/>
                  </a:lnTo>
                  <a:lnTo>
                    <a:pt x="7620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5" name="object 475"/>
            <p:cNvPicPr/>
            <p:nvPr/>
          </p:nvPicPr>
          <p:blipFill>
            <a:blip r:embed="rId116" cstate="print"/>
            <a:stretch>
              <a:fillRect/>
            </a:stretch>
          </p:blipFill>
          <p:spPr>
            <a:xfrm>
              <a:off x="8355469" y="2327024"/>
              <a:ext cx="246125" cy="35813"/>
            </a:xfrm>
            <a:prstGeom prst="rect">
              <a:avLst/>
            </a:prstGeom>
          </p:spPr>
        </p:pic>
        <p:sp>
          <p:nvSpPr>
            <p:cNvPr id="476" name="object 476"/>
            <p:cNvSpPr/>
            <p:nvPr/>
          </p:nvSpPr>
          <p:spPr>
            <a:xfrm>
              <a:off x="8355469" y="2327024"/>
              <a:ext cx="246379" cy="36195"/>
            </a:xfrm>
            <a:custGeom>
              <a:avLst/>
              <a:gdLst/>
              <a:ahLst/>
              <a:cxnLst/>
              <a:rect l="l" t="t" r="r" b="b"/>
              <a:pathLst>
                <a:path w="246379" h="36194">
                  <a:moveTo>
                    <a:pt x="1524" y="0"/>
                  </a:moveTo>
                  <a:lnTo>
                    <a:pt x="762" y="762"/>
                  </a:lnTo>
                  <a:lnTo>
                    <a:pt x="762" y="3048"/>
                  </a:lnTo>
                  <a:lnTo>
                    <a:pt x="0" y="6096"/>
                  </a:lnTo>
                  <a:lnTo>
                    <a:pt x="19050" y="8381"/>
                  </a:lnTo>
                  <a:lnTo>
                    <a:pt x="64008" y="13715"/>
                  </a:lnTo>
                  <a:lnTo>
                    <a:pt x="123444" y="20573"/>
                  </a:lnTo>
                  <a:lnTo>
                    <a:pt x="182118" y="27431"/>
                  </a:lnTo>
                  <a:lnTo>
                    <a:pt x="227838" y="33527"/>
                  </a:lnTo>
                  <a:lnTo>
                    <a:pt x="245364" y="35813"/>
                  </a:lnTo>
                  <a:lnTo>
                    <a:pt x="245364" y="32003"/>
                  </a:lnTo>
                  <a:lnTo>
                    <a:pt x="246126" y="29717"/>
                  </a:lnTo>
                  <a:lnTo>
                    <a:pt x="246126" y="28193"/>
                  </a:lnTo>
                  <a:lnTo>
                    <a:pt x="228600" y="26669"/>
                  </a:lnTo>
                  <a:lnTo>
                    <a:pt x="182880" y="21335"/>
                  </a:lnTo>
                  <a:lnTo>
                    <a:pt x="124206" y="13715"/>
                  </a:lnTo>
                  <a:lnTo>
                    <a:pt x="65532" y="6857"/>
                  </a:lnTo>
                  <a:lnTo>
                    <a:pt x="19812" y="1523"/>
                  </a:ln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7" name="object 477"/>
            <p:cNvPicPr/>
            <p:nvPr/>
          </p:nvPicPr>
          <p:blipFill>
            <a:blip r:embed="rId117" cstate="print"/>
            <a:stretch>
              <a:fillRect/>
            </a:stretch>
          </p:blipFill>
          <p:spPr>
            <a:xfrm>
              <a:off x="8594750" y="2268350"/>
              <a:ext cx="87629" cy="38862"/>
            </a:xfrm>
            <a:prstGeom prst="rect">
              <a:avLst/>
            </a:prstGeom>
          </p:spPr>
        </p:pic>
        <p:sp>
          <p:nvSpPr>
            <p:cNvPr id="478" name="object 478"/>
            <p:cNvSpPr/>
            <p:nvPr/>
          </p:nvSpPr>
          <p:spPr>
            <a:xfrm>
              <a:off x="8594750" y="2268350"/>
              <a:ext cx="87630" cy="39370"/>
            </a:xfrm>
            <a:custGeom>
              <a:avLst/>
              <a:gdLst/>
              <a:ahLst/>
              <a:cxnLst/>
              <a:rect l="l" t="t" r="r" b="b"/>
              <a:pathLst>
                <a:path w="87629" h="39369">
                  <a:moveTo>
                    <a:pt x="85344" y="38862"/>
                  </a:moveTo>
                  <a:lnTo>
                    <a:pt x="62484" y="8382"/>
                  </a:lnTo>
                  <a:lnTo>
                    <a:pt x="11430" y="3048"/>
                  </a:lnTo>
                  <a:lnTo>
                    <a:pt x="0" y="3048"/>
                  </a:lnTo>
                  <a:lnTo>
                    <a:pt x="0" y="2286"/>
                  </a:lnTo>
                  <a:lnTo>
                    <a:pt x="1524" y="0"/>
                  </a:lnTo>
                  <a:lnTo>
                    <a:pt x="12954" y="0"/>
                  </a:lnTo>
                  <a:lnTo>
                    <a:pt x="38100" y="1524"/>
                  </a:lnTo>
                  <a:lnTo>
                    <a:pt x="64008" y="6096"/>
                  </a:lnTo>
                  <a:lnTo>
                    <a:pt x="83820" y="18288"/>
                  </a:lnTo>
                  <a:lnTo>
                    <a:pt x="87630" y="30480"/>
                  </a:lnTo>
                  <a:lnTo>
                    <a:pt x="86868" y="36576"/>
                  </a:lnTo>
                  <a:lnTo>
                    <a:pt x="85344" y="388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9" name="object 479"/>
            <p:cNvPicPr/>
            <p:nvPr/>
          </p:nvPicPr>
          <p:blipFill>
            <a:blip r:embed="rId118" cstate="print"/>
            <a:stretch>
              <a:fillRect/>
            </a:stretch>
          </p:blipFill>
          <p:spPr>
            <a:xfrm>
              <a:off x="8631326" y="2297306"/>
              <a:ext cx="74675" cy="22098"/>
            </a:xfrm>
            <a:prstGeom prst="rect">
              <a:avLst/>
            </a:prstGeom>
          </p:spPr>
        </p:pic>
        <p:sp>
          <p:nvSpPr>
            <p:cNvPr id="480" name="object 480"/>
            <p:cNvSpPr/>
            <p:nvPr/>
          </p:nvSpPr>
          <p:spPr>
            <a:xfrm>
              <a:off x="8631326" y="2297306"/>
              <a:ext cx="74930" cy="22225"/>
            </a:xfrm>
            <a:custGeom>
              <a:avLst/>
              <a:gdLst/>
              <a:ahLst/>
              <a:cxnLst/>
              <a:rect l="l" t="t" r="r" b="b"/>
              <a:pathLst>
                <a:path w="74929" h="22225">
                  <a:moveTo>
                    <a:pt x="74675" y="2286"/>
                  </a:moveTo>
                  <a:lnTo>
                    <a:pt x="44957" y="22098"/>
                  </a:lnTo>
                  <a:lnTo>
                    <a:pt x="0" y="19050"/>
                  </a:lnTo>
                  <a:lnTo>
                    <a:pt x="36575" y="0"/>
                  </a:lnTo>
                  <a:lnTo>
                    <a:pt x="74675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1" name="object 481"/>
            <p:cNvPicPr/>
            <p:nvPr/>
          </p:nvPicPr>
          <p:blipFill>
            <a:blip r:embed="rId119" cstate="print"/>
            <a:stretch>
              <a:fillRect/>
            </a:stretch>
          </p:blipFill>
          <p:spPr>
            <a:xfrm>
              <a:off x="8622944" y="2305688"/>
              <a:ext cx="89153" cy="37337"/>
            </a:xfrm>
            <a:prstGeom prst="rect">
              <a:avLst/>
            </a:prstGeom>
          </p:spPr>
        </p:pic>
        <p:sp>
          <p:nvSpPr>
            <p:cNvPr id="482" name="object 482"/>
            <p:cNvSpPr/>
            <p:nvPr/>
          </p:nvSpPr>
          <p:spPr>
            <a:xfrm>
              <a:off x="8622944" y="2305688"/>
              <a:ext cx="89535" cy="37465"/>
            </a:xfrm>
            <a:custGeom>
              <a:avLst/>
              <a:gdLst/>
              <a:ahLst/>
              <a:cxnLst/>
              <a:rect l="l" t="t" r="r" b="b"/>
              <a:pathLst>
                <a:path w="89534" h="37464">
                  <a:moveTo>
                    <a:pt x="0" y="18287"/>
                  </a:moveTo>
                  <a:lnTo>
                    <a:pt x="53340" y="22097"/>
                  </a:lnTo>
                  <a:lnTo>
                    <a:pt x="89154" y="0"/>
                  </a:lnTo>
                  <a:lnTo>
                    <a:pt x="89154" y="15239"/>
                  </a:lnTo>
                  <a:lnTo>
                    <a:pt x="54864" y="37337"/>
                  </a:lnTo>
                  <a:lnTo>
                    <a:pt x="51816" y="37337"/>
                  </a:lnTo>
                  <a:lnTo>
                    <a:pt x="0" y="32003"/>
                  </a:lnTo>
                  <a:lnTo>
                    <a:pt x="0" y="1828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3" name="object 483"/>
            <p:cNvPicPr/>
            <p:nvPr/>
          </p:nvPicPr>
          <p:blipFill>
            <a:blip r:embed="rId120" cstate="print"/>
            <a:stretch>
              <a:fillRect/>
            </a:stretch>
          </p:blipFill>
          <p:spPr>
            <a:xfrm>
              <a:off x="8622944" y="2299592"/>
              <a:ext cx="89153" cy="28955"/>
            </a:xfrm>
            <a:prstGeom prst="rect">
              <a:avLst/>
            </a:prstGeom>
          </p:spPr>
        </p:pic>
        <p:sp>
          <p:nvSpPr>
            <p:cNvPr id="484" name="object 484"/>
            <p:cNvSpPr/>
            <p:nvPr/>
          </p:nvSpPr>
          <p:spPr>
            <a:xfrm>
              <a:off x="8622944" y="2299592"/>
              <a:ext cx="89535" cy="29209"/>
            </a:xfrm>
            <a:custGeom>
              <a:avLst/>
              <a:gdLst/>
              <a:ahLst/>
              <a:cxnLst/>
              <a:rect l="l" t="t" r="r" b="b"/>
              <a:pathLst>
                <a:path w="89534" h="29210">
                  <a:moveTo>
                    <a:pt x="8381" y="16763"/>
                  </a:moveTo>
                  <a:lnTo>
                    <a:pt x="52577" y="19811"/>
                  </a:lnTo>
                  <a:lnTo>
                    <a:pt x="83057" y="0"/>
                  </a:lnTo>
                  <a:lnTo>
                    <a:pt x="89153" y="6857"/>
                  </a:lnTo>
                  <a:lnTo>
                    <a:pt x="54101" y="28955"/>
                  </a:lnTo>
                  <a:lnTo>
                    <a:pt x="0" y="24383"/>
                  </a:lnTo>
                  <a:lnTo>
                    <a:pt x="8381" y="1676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5" name="object 485"/>
            <p:cNvPicPr/>
            <p:nvPr/>
          </p:nvPicPr>
          <p:blipFill>
            <a:blip r:embed="rId121" cstate="print"/>
            <a:stretch>
              <a:fillRect/>
            </a:stretch>
          </p:blipFill>
          <p:spPr>
            <a:xfrm>
              <a:off x="8663330" y="2298068"/>
              <a:ext cx="36575" cy="6858"/>
            </a:xfrm>
            <a:prstGeom prst="rect">
              <a:avLst/>
            </a:prstGeom>
          </p:spPr>
        </p:pic>
        <p:sp>
          <p:nvSpPr>
            <p:cNvPr id="486" name="object 486"/>
            <p:cNvSpPr/>
            <p:nvPr/>
          </p:nvSpPr>
          <p:spPr>
            <a:xfrm>
              <a:off x="8663330" y="2298068"/>
              <a:ext cx="36830" cy="6985"/>
            </a:xfrm>
            <a:custGeom>
              <a:avLst/>
              <a:gdLst/>
              <a:ahLst/>
              <a:cxnLst/>
              <a:rect l="l" t="t" r="r" b="b"/>
              <a:pathLst>
                <a:path w="36829" h="6985">
                  <a:moveTo>
                    <a:pt x="10668" y="0"/>
                  </a:moveTo>
                  <a:lnTo>
                    <a:pt x="0" y="5334"/>
                  </a:lnTo>
                  <a:lnTo>
                    <a:pt x="27432" y="6857"/>
                  </a:lnTo>
                  <a:lnTo>
                    <a:pt x="36576" y="1523"/>
                  </a:lnTo>
                  <a:lnTo>
                    <a:pt x="1066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7" name="object 487"/>
            <p:cNvPicPr/>
            <p:nvPr/>
          </p:nvPicPr>
          <p:blipFill>
            <a:blip r:embed="rId122" cstate="print"/>
            <a:stretch>
              <a:fillRect/>
            </a:stretch>
          </p:blipFill>
          <p:spPr>
            <a:xfrm>
              <a:off x="8622944" y="2320166"/>
              <a:ext cx="89153" cy="25146"/>
            </a:xfrm>
            <a:prstGeom prst="rect">
              <a:avLst/>
            </a:prstGeom>
          </p:spPr>
        </p:pic>
        <p:sp>
          <p:nvSpPr>
            <p:cNvPr id="488" name="object 488"/>
            <p:cNvSpPr/>
            <p:nvPr/>
          </p:nvSpPr>
          <p:spPr>
            <a:xfrm>
              <a:off x="8622944" y="2320166"/>
              <a:ext cx="89535" cy="25400"/>
            </a:xfrm>
            <a:custGeom>
              <a:avLst/>
              <a:gdLst/>
              <a:ahLst/>
              <a:cxnLst/>
              <a:rect l="l" t="t" r="r" b="b"/>
              <a:pathLst>
                <a:path w="89534" h="25400">
                  <a:moveTo>
                    <a:pt x="0" y="17525"/>
                  </a:moveTo>
                  <a:lnTo>
                    <a:pt x="0" y="19811"/>
                  </a:lnTo>
                  <a:lnTo>
                    <a:pt x="53340" y="25145"/>
                  </a:lnTo>
                  <a:lnTo>
                    <a:pt x="89154" y="3047"/>
                  </a:lnTo>
                  <a:lnTo>
                    <a:pt x="89154" y="0"/>
                  </a:lnTo>
                  <a:lnTo>
                    <a:pt x="51816" y="22859"/>
                  </a:lnTo>
                  <a:lnTo>
                    <a:pt x="0" y="1752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9" name="object 489"/>
            <p:cNvPicPr/>
            <p:nvPr/>
          </p:nvPicPr>
          <p:blipFill>
            <a:blip r:embed="rId123" cstate="print"/>
            <a:stretch>
              <a:fillRect/>
            </a:stretch>
          </p:blipFill>
          <p:spPr>
            <a:xfrm>
              <a:off x="8472449" y="2095757"/>
              <a:ext cx="166877" cy="115061"/>
            </a:xfrm>
            <a:prstGeom prst="rect">
              <a:avLst/>
            </a:prstGeom>
          </p:spPr>
        </p:pic>
        <p:sp>
          <p:nvSpPr>
            <p:cNvPr id="490" name="object 490"/>
            <p:cNvSpPr/>
            <p:nvPr/>
          </p:nvSpPr>
          <p:spPr>
            <a:xfrm>
              <a:off x="6631838" y="4520822"/>
              <a:ext cx="398780" cy="212725"/>
            </a:xfrm>
            <a:custGeom>
              <a:avLst/>
              <a:gdLst/>
              <a:ahLst/>
              <a:cxnLst/>
              <a:rect l="l" t="t" r="r" b="b"/>
              <a:pathLst>
                <a:path w="398779" h="212725">
                  <a:moveTo>
                    <a:pt x="398525" y="212598"/>
                  </a:moveTo>
                  <a:lnTo>
                    <a:pt x="398525" y="0"/>
                  </a:lnTo>
                  <a:lnTo>
                    <a:pt x="0" y="0"/>
                  </a:lnTo>
                  <a:lnTo>
                    <a:pt x="0" y="212598"/>
                  </a:lnTo>
                  <a:lnTo>
                    <a:pt x="398525" y="21259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6631838" y="4520822"/>
              <a:ext cx="398780" cy="212725"/>
            </a:xfrm>
            <a:custGeom>
              <a:avLst/>
              <a:gdLst/>
              <a:ahLst/>
              <a:cxnLst/>
              <a:rect l="l" t="t" r="r" b="b"/>
              <a:pathLst>
                <a:path w="398779" h="212725">
                  <a:moveTo>
                    <a:pt x="0" y="0"/>
                  </a:moveTo>
                  <a:lnTo>
                    <a:pt x="0" y="212598"/>
                  </a:lnTo>
                  <a:lnTo>
                    <a:pt x="398525" y="212598"/>
                  </a:lnTo>
                  <a:lnTo>
                    <a:pt x="398525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6908432" y="4193174"/>
              <a:ext cx="253365" cy="58419"/>
            </a:xfrm>
            <a:custGeom>
              <a:avLst/>
              <a:gdLst/>
              <a:ahLst/>
              <a:cxnLst/>
              <a:rect l="l" t="t" r="r" b="b"/>
              <a:pathLst>
                <a:path w="253365" h="58420">
                  <a:moveTo>
                    <a:pt x="60198" y="0"/>
                  </a:moveTo>
                  <a:lnTo>
                    <a:pt x="52578" y="0"/>
                  </a:lnTo>
                  <a:lnTo>
                    <a:pt x="52578" y="50292"/>
                  </a:lnTo>
                  <a:lnTo>
                    <a:pt x="33528" y="50292"/>
                  </a:lnTo>
                  <a:lnTo>
                    <a:pt x="33528" y="0"/>
                  </a:lnTo>
                  <a:lnTo>
                    <a:pt x="25908" y="0"/>
                  </a:lnTo>
                  <a:lnTo>
                    <a:pt x="25908" y="50292"/>
                  </a:lnTo>
                  <a:lnTo>
                    <a:pt x="7620" y="50292"/>
                  </a:lnTo>
                  <a:lnTo>
                    <a:pt x="7620" y="0"/>
                  </a:lnTo>
                  <a:lnTo>
                    <a:pt x="0" y="0"/>
                  </a:lnTo>
                  <a:lnTo>
                    <a:pt x="0" y="56388"/>
                  </a:lnTo>
                  <a:lnTo>
                    <a:pt x="60198" y="56388"/>
                  </a:lnTo>
                  <a:lnTo>
                    <a:pt x="60198" y="0"/>
                  </a:lnTo>
                  <a:close/>
                </a:path>
                <a:path w="253365" h="58420">
                  <a:moveTo>
                    <a:pt x="106680" y="15240"/>
                  </a:moveTo>
                  <a:lnTo>
                    <a:pt x="74676" y="15240"/>
                  </a:lnTo>
                  <a:lnTo>
                    <a:pt x="74676" y="48768"/>
                  </a:lnTo>
                  <a:lnTo>
                    <a:pt x="73914" y="49530"/>
                  </a:lnTo>
                  <a:lnTo>
                    <a:pt x="73914" y="50292"/>
                  </a:lnTo>
                  <a:lnTo>
                    <a:pt x="72390" y="50292"/>
                  </a:lnTo>
                  <a:lnTo>
                    <a:pt x="71628" y="51054"/>
                  </a:lnTo>
                  <a:lnTo>
                    <a:pt x="67056" y="51054"/>
                  </a:lnTo>
                  <a:lnTo>
                    <a:pt x="67056" y="56388"/>
                  </a:lnTo>
                  <a:lnTo>
                    <a:pt x="70866" y="56388"/>
                  </a:lnTo>
                  <a:lnTo>
                    <a:pt x="72390" y="57150"/>
                  </a:lnTo>
                  <a:lnTo>
                    <a:pt x="76962" y="55626"/>
                  </a:lnTo>
                  <a:lnTo>
                    <a:pt x="80010" y="54102"/>
                  </a:lnTo>
                  <a:lnTo>
                    <a:pt x="80772" y="52578"/>
                  </a:lnTo>
                  <a:lnTo>
                    <a:pt x="80772" y="51054"/>
                  </a:lnTo>
                  <a:lnTo>
                    <a:pt x="81534" y="48768"/>
                  </a:lnTo>
                  <a:lnTo>
                    <a:pt x="81534" y="21336"/>
                  </a:lnTo>
                  <a:lnTo>
                    <a:pt x="100584" y="21336"/>
                  </a:lnTo>
                  <a:lnTo>
                    <a:pt x="100584" y="56388"/>
                  </a:lnTo>
                  <a:lnTo>
                    <a:pt x="106680" y="56388"/>
                  </a:lnTo>
                  <a:lnTo>
                    <a:pt x="106680" y="15240"/>
                  </a:lnTo>
                  <a:close/>
                </a:path>
                <a:path w="253365" h="58420">
                  <a:moveTo>
                    <a:pt x="167640" y="31242"/>
                  </a:moveTo>
                  <a:lnTo>
                    <a:pt x="166878" y="27432"/>
                  </a:lnTo>
                  <a:lnTo>
                    <a:pt x="163830" y="21336"/>
                  </a:lnTo>
                  <a:lnTo>
                    <a:pt x="162306" y="19050"/>
                  </a:lnTo>
                  <a:lnTo>
                    <a:pt x="160782" y="17526"/>
                  </a:lnTo>
                  <a:lnTo>
                    <a:pt x="160782" y="32004"/>
                  </a:lnTo>
                  <a:lnTo>
                    <a:pt x="160782" y="41148"/>
                  </a:lnTo>
                  <a:lnTo>
                    <a:pt x="159258" y="44958"/>
                  </a:lnTo>
                  <a:lnTo>
                    <a:pt x="157734" y="48006"/>
                  </a:lnTo>
                  <a:lnTo>
                    <a:pt x="156210" y="50292"/>
                  </a:lnTo>
                  <a:lnTo>
                    <a:pt x="153162" y="51816"/>
                  </a:lnTo>
                  <a:lnTo>
                    <a:pt x="150114" y="51816"/>
                  </a:lnTo>
                  <a:lnTo>
                    <a:pt x="139446" y="35814"/>
                  </a:lnTo>
                  <a:lnTo>
                    <a:pt x="140208" y="31242"/>
                  </a:lnTo>
                  <a:lnTo>
                    <a:pt x="140970" y="27432"/>
                  </a:lnTo>
                  <a:lnTo>
                    <a:pt x="142494" y="24384"/>
                  </a:lnTo>
                  <a:lnTo>
                    <a:pt x="144780" y="22860"/>
                  </a:lnTo>
                  <a:lnTo>
                    <a:pt x="147066" y="20574"/>
                  </a:lnTo>
                  <a:lnTo>
                    <a:pt x="153924" y="20574"/>
                  </a:lnTo>
                  <a:lnTo>
                    <a:pt x="158496" y="25146"/>
                  </a:lnTo>
                  <a:lnTo>
                    <a:pt x="160020" y="27432"/>
                  </a:lnTo>
                  <a:lnTo>
                    <a:pt x="160782" y="32004"/>
                  </a:lnTo>
                  <a:lnTo>
                    <a:pt x="160782" y="17526"/>
                  </a:lnTo>
                  <a:lnTo>
                    <a:pt x="160020" y="16764"/>
                  </a:lnTo>
                  <a:lnTo>
                    <a:pt x="153924" y="15240"/>
                  </a:lnTo>
                  <a:lnTo>
                    <a:pt x="150114" y="14478"/>
                  </a:lnTo>
                  <a:lnTo>
                    <a:pt x="145542" y="15240"/>
                  </a:lnTo>
                  <a:lnTo>
                    <a:pt x="132588" y="32766"/>
                  </a:lnTo>
                  <a:lnTo>
                    <a:pt x="124206" y="32766"/>
                  </a:lnTo>
                  <a:lnTo>
                    <a:pt x="124206" y="15240"/>
                  </a:lnTo>
                  <a:lnTo>
                    <a:pt x="117348" y="15240"/>
                  </a:lnTo>
                  <a:lnTo>
                    <a:pt x="117348" y="56388"/>
                  </a:lnTo>
                  <a:lnTo>
                    <a:pt x="124206" y="56388"/>
                  </a:lnTo>
                  <a:lnTo>
                    <a:pt x="124206" y="38862"/>
                  </a:lnTo>
                  <a:lnTo>
                    <a:pt x="132588" y="38862"/>
                  </a:lnTo>
                  <a:lnTo>
                    <a:pt x="134112" y="44196"/>
                  </a:lnTo>
                  <a:lnTo>
                    <a:pt x="135636" y="48768"/>
                  </a:lnTo>
                  <a:lnTo>
                    <a:pt x="137922" y="52578"/>
                  </a:lnTo>
                  <a:lnTo>
                    <a:pt x="139446" y="53492"/>
                  </a:lnTo>
                  <a:lnTo>
                    <a:pt x="145542" y="57150"/>
                  </a:lnTo>
                  <a:lnTo>
                    <a:pt x="150114" y="57912"/>
                  </a:lnTo>
                  <a:lnTo>
                    <a:pt x="155448" y="57150"/>
                  </a:lnTo>
                  <a:lnTo>
                    <a:pt x="159258" y="54864"/>
                  </a:lnTo>
                  <a:lnTo>
                    <a:pt x="160782" y="53644"/>
                  </a:lnTo>
                  <a:lnTo>
                    <a:pt x="163068" y="51816"/>
                  </a:lnTo>
                  <a:lnTo>
                    <a:pt x="166116" y="48006"/>
                  </a:lnTo>
                  <a:lnTo>
                    <a:pt x="167640" y="42672"/>
                  </a:lnTo>
                  <a:lnTo>
                    <a:pt x="167640" y="31242"/>
                  </a:lnTo>
                  <a:close/>
                </a:path>
                <a:path w="253365" h="58420">
                  <a:moveTo>
                    <a:pt x="204203" y="44958"/>
                  </a:moveTo>
                  <a:lnTo>
                    <a:pt x="202679" y="38862"/>
                  </a:lnTo>
                  <a:lnTo>
                    <a:pt x="198107" y="35052"/>
                  </a:lnTo>
                  <a:lnTo>
                    <a:pt x="200393" y="33528"/>
                  </a:lnTo>
                  <a:lnTo>
                    <a:pt x="202679" y="28956"/>
                  </a:lnTo>
                  <a:lnTo>
                    <a:pt x="202679" y="22098"/>
                  </a:lnTo>
                  <a:lnTo>
                    <a:pt x="197345" y="16764"/>
                  </a:lnTo>
                  <a:lnTo>
                    <a:pt x="188963" y="14478"/>
                  </a:lnTo>
                  <a:lnTo>
                    <a:pt x="183629" y="15240"/>
                  </a:lnTo>
                  <a:lnTo>
                    <a:pt x="179057" y="17526"/>
                  </a:lnTo>
                  <a:lnTo>
                    <a:pt x="176009" y="21336"/>
                  </a:lnTo>
                  <a:lnTo>
                    <a:pt x="174485" y="26670"/>
                  </a:lnTo>
                  <a:lnTo>
                    <a:pt x="181343" y="27432"/>
                  </a:lnTo>
                  <a:lnTo>
                    <a:pt x="186677" y="20574"/>
                  </a:lnTo>
                  <a:lnTo>
                    <a:pt x="192011" y="20574"/>
                  </a:lnTo>
                  <a:lnTo>
                    <a:pt x="195821" y="24384"/>
                  </a:lnTo>
                  <a:lnTo>
                    <a:pt x="195821" y="28956"/>
                  </a:lnTo>
                  <a:lnTo>
                    <a:pt x="191249" y="32766"/>
                  </a:lnTo>
                  <a:lnTo>
                    <a:pt x="185915" y="32766"/>
                  </a:lnTo>
                  <a:lnTo>
                    <a:pt x="185915" y="38100"/>
                  </a:lnTo>
                  <a:lnTo>
                    <a:pt x="192773" y="38862"/>
                  </a:lnTo>
                  <a:lnTo>
                    <a:pt x="197345" y="42672"/>
                  </a:lnTo>
                  <a:lnTo>
                    <a:pt x="197345" y="48006"/>
                  </a:lnTo>
                  <a:lnTo>
                    <a:pt x="195059" y="50292"/>
                  </a:lnTo>
                  <a:lnTo>
                    <a:pt x="189725" y="51816"/>
                  </a:lnTo>
                  <a:lnTo>
                    <a:pt x="183629" y="49530"/>
                  </a:lnTo>
                  <a:lnTo>
                    <a:pt x="179057" y="43434"/>
                  </a:lnTo>
                  <a:lnTo>
                    <a:pt x="172961" y="44958"/>
                  </a:lnTo>
                  <a:lnTo>
                    <a:pt x="174485" y="50292"/>
                  </a:lnTo>
                  <a:lnTo>
                    <a:pt x="178295" y="54864"/>
                  </a:lnTo>
                  <a:lnTo>
                    <a:pt x="182867" y="57150"/>
                  </a:lnTo>
                  <a:lnTo>
                    <a:pt x="189725" y="57912"/>
                  </a:lnTo>
                  <a:lnTo>
                    <a:pt x="195821" y="57150"/>
                  </a:lnTo>
                  <a:lnTo>
                    <a:pt x="202679" y="52578"/>
                  </a:lnTo>
                  <a:lnTo>
                    <a:pt x="204203" y="44958"/>
                  </a:lnTo>
                  <a:close/>
                </a:path>
                <a:path w="253365" h="58420">
                  <a:moveTo>
                    <a:pt x="252984" y="11430"/>
                  </a:moveTo>
                  <a:lnTo>
                    <a:pt x="249174" y="11430"/>
                  </a:lnTo>
                  <a:lnTo>
                    <a:pt x="247650" y="12954"/>
                  </a:lnTo>
                  <a:lnTo>
                    <a:pt x="244602" y="17526"/>
                  </a:lnTo>
                  <a:lnTo>
                    <a:pt x="241554" y="19050"/>
                  </a:lnTo>
                  <a:lnTo>
                    <a:pt x="239268" y="20574"/>
                  </a:lnTo>
                  <a:lnTo>
                    <a:pt x="236220" y="22860"/>
                  </a:lnTo>
                  <a:lnTo>
                    <a:pt x="236220" y="28194"/>
                  </a:lnTo>
                  <a:lnTo>
                    <a:pt x="237744" y="27432"/>
                  </a:lnTo>
                  <a:lnTo>
                    <a:pt x="240030" y="26670"/>
                  </a:lnTo>
                  <a:lnTo>
                    <a:pt x="242316" y="25146"/>
                  </a:lnTo>
                  <a:lnTo>
                    <a:pt x="243840" y="24384"/>
                  </a:lnTo>
                  <a:lnTo>
                    <a:pt x="246888" y="21336"/>
                  </a:lnTo>
                  <a:lnTo>
                    <a:pt x="246888" y="56388"/>
                  </a:lnTo>
                  <a:lnTo>
                    <a:pt x="252984" y="56388"/>
                  </a:lnTo>
                  <a:lnTo>
                    <a:pt x="252984" y="114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7710068" y="5736974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82"/>
                  </a:moveTo>
                  <a:lnTo>
                    <a:pt x="0" y="0"/>
                  </a:lnTo>
                  <a:lnTo>
                    <a:pt x="0" y="838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7710068" y="5736974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-380" y="4190"/>
                  </a:moveTo>
                  <a:lnTo>
                    <a:pt x="380" y="4190"/>
                  </a:lnTo>
                </a:path>
              </a:pathLst>
            </a:custGeom>
            <a:ln w="8381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7405268" y="5736974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81"/>
                  </a:moveTo>
                  <a:lnTo>
                    <a:pt x="0" y="0"/>
                  </a:lnTo>
                  <a:lnTo>
                    <a:pt x="0" y="8381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7405268" y="5736974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-380" y="4190"/>
                  </a:moveTo>
                  <a:lnTo>
                    <a:pt x="380" y="4190"/>
                  </a:lnTo>
                </a:path>
              </a:pathLst>
            </a:custGeom>
            <a:ln w="8381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7405268" y="5736974"/>
              <a:ext cx="304800" cy="8890"/>
            </a:xfrm>
            <a:custGeom>
              <a:avLst/>
              <a:gdLst/>
              <a:ahLst/>
              <a:cxnLst/>
              <a:rect l="l" t="t" r="r" b="b"/>
              <a:pathLst>
                <a:path w="304800" h="8889">
                  <a:moveTo>
                    <a:pt x="304800" y="8382"/>
                  </a:moveTo>
                  <a:lnTo>
                    <a:pt x="304800" y="0"/>
                  </a:lnTo>
                  <a:lnTo>
                    <a:pt x="0" y="0"/>
                  </a:lnTo>
                  <a:lnTo>
                    <a:pt x="0" y="8382"/>
                  </a:lnTo>
                  <a:lnTo>
                    <a:pt x="304800" y="838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7719199" y="5851274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2"/>
                  </a:moveTo>
                  <a:lnTo>
                    <a:pt x="0" y="0"/>
                  </a:lnTo>
                  <a:lnTo>
                    <a:pt x="0" y="1600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7718818" y="5851274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7405268" y="5851274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7404887" y="5851274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7405255" y="5851274"/>
              <a:ext cx="314325" cy="16510"/>
            </a:xfrm>
            <a:custGeom>
              <a:avLst/>
              <a:gdLst/>
              <a:ahLst/>
              <a:cxnLst/>
              <a:rect l="l" t="t" r="r" b="b"/>
              <a:pathLst>
                <a:path w="314325" h="16510">
                  <a:moveTo>
                    <a:pt x="313944" y="16001"/>
                  </a:moveTo>
                  <a:lnTo>
                    <a:pt x="313944" y="0"/>
                  </a:lnTo>
                  <a:lnTo>
                    <a:pt x="0" y="0"/>
                  </a:lnTo>
                  <a:lnTo>
                    <a:pt x="0" y="16001"/>
                  </a:lnTo>
                  <a:lnTo>
                    <a:pt x="313944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7405268" y="597929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3810"/>
                  </a:moveTo>
                  <a:lnTo>
                    <a:pt x="0" y="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4" name="object 504"/>
            <p:cNvPicPr/>
            <p:nvPr/>
          </p:nvPicPr>
          <p:blipFill>
            <a:blip r:embed="rId124" cstate="print"/>
            <a:stretch>
              <a:fillRect/>
            </a:stretch>
          </p:blipFill>
          <p:spPr>
            <a:xfrm>
              <a:off x="7663954" y="4678937"/>
              <a:ext cx="851928" cy="568452"/>
            </a:xfrm>
            <a:prstGeom prst="rect">
              <a:avLst/>
            </a:prstGeom>
          </p:spPr>
        </p:pic>
        <p:sp>
          <p:nvSpPr>
            <p:cNvPr id="505" name="object 505"/>
            <p:cNvSpPr/>
            <p:nvPr/>
          </p:nvSpPr>
          <p:spPr>
            <a:xfrm>
              <a:off x="7405268" y="597929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0" y="1905"/>
                  </a:moveTo>
                  <a:lnTo>
                    <a:pt x="380" y="1905"/>
                  </a:lnTo>
                </a:path>
              </a:pathLst>
            </a:custGeom>
            <a:ln w="380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7712354" y="597929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3810"/>
                  </a:moveTo>
                  <a:lnTo>
                    <a:pt x="0" y="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7712354" y="597929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0" y="1905"/>
                  </a:moveTo>
                  <a:lnTo>
                    <a:pt x="380" y="1905"/>
                  </a:lnTo>
                </a:path>
              </a:pathLst>
            </a:custGeom>
            <a:ln w="380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7405268" y="5979290"/>
              <a:ext cx="307340" cy="3810"/>
            </a:xfrm>
            <a:custGeom>
              <a:avLst/>
              <a:gdLst/>
              <a:ahLst/>
              <a:cxnLst/>
              <a:rect l="l" t="t" r="r" b="b"/>
              <a:pathLst>
                <a:path w="307340" h="3810">
                  <a:moveTo>
                    <a:pt x="307085" y="3810"/>
                  </a:moveTo>
                  <a:lnTo>
                    <a:pt x="307085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307085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4774844" y="1464440"/>
              <a:ext cx="1725295" cy="1161415"/>
            </a:xfrm>
            <a:custGeom>
              <a:avLst/>
              <a:gdLst/>
              <a:ahLst/>
              <a:cxnLst/>
              <a:rect l="l" t="t" r="r" b="b"/>
              <a:pathLst>
                <a:path w="1725295" h="1161414">
                  <a:moveTo>
                    <a:pt x="0" y="0"/>
                  </a:moveTo>
                  <a:lnTo>
                    <a:pt x="0" y="1161287"/>
                  </a:lnTo>
                  <a:lnTo>
                    <a:pt x="1725167" y="1161287"/>
                  </a:lnTo>
                  <a:lnTo>
                    <a:pt x="172516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0" name="object 510"/>
            <p:cNvPicPr/>
            <p:nvPr/>
          </p:nvPicPr>
          <p:blipFill>
            <a:blip r:embed="rId125" cstate="print"/>
            <a:stretch>
              <a:fillRect/>
            </a:stretch>
          </p:blipFill>
          <p:spPr>
            <a:xfrm>
              <a:off x="8108200" y="4514345"/>
              <a:ext cx="66306" cy="65532"/>
            </a:xfrm>
            <a:prstGeom prst="rect">
              <a:avLst/>
            </a:prstGeom>
          </p:spPr>
        </p:pic>
        <p:sp>
          <p:nvSpPr>
            <p:cNvPr id="511" name="object 511"/>
            <p:cNvSpPr/>
            <p:nvPr/>
          </p:nvSpPr>
          <p:spPr>
            <a:xfrm>
              <a:off x="644804" y="6105782"/>
              <a:ext cx="613410" cy="205740"/>
            </a:xfrm>
            <a:custGeom>
              <a:avLst/>
              <a:gdLst/>
              <a:ahLst/>
              <a:cxnLst/>
              <a:rect l="l" t="t" r="r" b="b"/>
              <a:pathLst>
                <a:path w="613410" h="205739">
                  <a:moveTo>
                    <a:pt x="0" y="0"/>
                  </a:moveTo>
                  <a:lnTo>
                    <a:pt x="0" y="205739"/>
                  </a:lnTo>
                  <a:lnTo>
                    <a:pt x="613410" y="205739"/>
                  </a:lnTo>
                  <a:lnTo>
                    <a:pt x="61341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2283866" y="425412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2283866" y="425412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2283866" y="4254122"/>
              <a:ext cx="3810" cy="1050925"/>
            </a:xfrm>
            <a:custGeom>
              <a:avLst/>
              <a:gdLst/>
              <a:ahLst/>
              <a:cxnLst/>
              <a:rect l="l" t="t" r="r" b="b"/>
              <a:pathLst>
                <a:path w="3810" h="1050925">
                  <a:moveTo>
                    <a:pt x="3810" y="0"/>
                  </a:moveTo>
                  <a:lnTo>
                    <a:pt x="3810" y="1050798"/>
                  </a:lnTo>
                  <a:lnTo>
                    <a:pt x="0" y="1050798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2283866" y="4254122"/>
              <a:ext cx="3810" cy="1050925"/>
            </a:xfrm>
            <a:custGeom>
              <a:avLst/>
              <a:gdLst/>
              <a:ahLst/>
              <a:cxnLst/>
              <a:rect l="l" t="t" r="r" b="b"/>
              <a:pathLst>
                <a:path w="3810" h="1050925">
                  <a:moveTo>
                    <a:pt x="3810" y="0"/>
                  </a:moveTo>
                  <a:lnTo>
                    <a:pt x="3810" y="1050798"/>
                  </a:lnTo>
                  <a:lnTo>
                    <a:pt x="0" y="1050798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2270150" y="5272154"/>
              <a:ext cx="31750" cy="32384"/>
            </a:xfrm>
            <a:custGeom>
              <a:avLst/>
              <a:gdLst/>
              <a:ahLst/>
              <a:cxnLst/>
              <a:rect l="l" t="t" r="r" b="b"/>
              <a:pathLst>
                <a:path w="31750" h="32385">
                  <a:moveTo>
                    <a:pt x="31242" y="0"/>
                  </a:moveTo>
                  <a:lnTo>
                    <a:pt x="0" y="0"/>
                  </a:lnTo>
                  <a:lnTo>
                    <a:pt x="15240" y="32004"/>
                  </a:lnTo>
                  <a:lnTo>
                    <a:pt x="312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2270150" y="5272154"/>
              <a:ext cx="31750" cy="32384"/>
            </a:xfrm>
            <a:custGeom>
              <a:avLst/>
              <a:gdLst/>
              <a:ahLst/>
              <a:cxnLst/>
              <a:rect l="l" t="t" r="r" b="b"/>
              <a:pathLst>
                <a:path w="31750" h="32385">
                  <a:moveTo>
                    <a:pt x="0" y="0"/>
                  </a:moveTo>
                  <a:lnTo>
                    <a:pt x="15240" y="32004"/>
                  </a:lnTo>
                  <a:lnTo>
                    <a:pt x="31242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2267864" y="5271392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19050" y="33528"/>
                  </a:moveTo>
                  <a:lnTo>
                    <a:pt x="16002" y="32004"/>
                  </a:lnTo>
                  <a:lnTo>
                    <a:pt x="17526" y="28194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17526" y="37338"/>
                  </a:lnTo>
                  <a:lnTo>
                    <a:pt x="19050" y="335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2267864" y="5271392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0" y="1524"/>
                  </a:moveTo>
                  <a:lnTo>
                    <a:pt x="3810" y="0"/>
                  </a:lnTo>
                  <a:lnTo>
                    <a:pt x="17526" y="28194"/>
                  </a:lnTo>
                  <a:lnTo>
                    <a:pt x="16002" y="32004"/>
                  </a:lnTo>
                  <a:lnTo>
                    <a:pt x="19050" y="33528"/>
                  </a:lnTo>
                  <a:lnTo>
                    <a:pt x="17526" y="37338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2283866" y="5270630"/>
              <a:ext cx="21590" cy="34290"/>
            </a:xfrm>
            <a:custGeom>
              <a:avLst/>
              <a:gdLst/>
              <a:ahLst/>
              <a:cxnLst/>
              <a:rect l="l" t="t" r="r" b="b"/>
              <a:pathLst>
                <a:path w="21589" h="34289">
                  <a:moveTo>
                    <a:pt x="21336" y="0"/>
                  </a:moveTo>
                  <a:lnTo>
                    <a:pt x="17526" y="0"/>
                  </a:lnTo>
                  <a:lnTo>
                    <a:pt x="17526" y="3809"/>
                  </a:lnTo>
                  <a:lnTo>
                    <a:pt x="14478" y="3809"/>
                  </a:lnTo>
                  <a:lnTo>
                    <a:pt x="0" y="32765"/>
                  </a:lnTo>
                  <a:lnTo>
                    <a:pt x="3048" y="34289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2283866" y="5270630"/>
              <a:ext cx="21590" cy="34290"/>
            </a:xfrm>
            <a:custGeom>
              <a:avLst/>
              <a:gdLst/>
              <a:ahLst/>
              <a:cxnLst/>
              <a:rect l="l" t="t" r="r" b="b"/>
              <a:pathLst>
                <a:path w="21589" h="34289">
                  <a:moveTo>
                    <a:pt x="3048" y="34289"/>
                  </a:moveTo>
                  <a:lnTo>
                    <a:pt x="0" y="32765"/>
                  </a:lnTo>
                  <a:lnTo>
                    <a:pt x="14478" y="3809"/>
                  </a:lnTo>
                  <a:lnTo>
                    <a:pt x="17526" y="3809"/>
                  </a:lnTo>
                  <a:lnTo>
                    <a:pt x="17526" y="0"/>
                  </a:lnTo>
                  <a:lnTo>
                    <a:pt x="21336" y="0"/>
                  </a:lnTo>
                  <a:lnTo>
                    <a:pt x="3048" y="3428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2267102" y="5270630"/>
              <a:ext cx="34290" cy="3810"/>
            </a:xfrm>
            <a:custGeom>
              <a:avLst/>
              <a:gdLst/>
              <a:ahLst/>
              <a:cxnLst/>
              <a:rect l="l" t="t" r="r" b="b"/>
              <a:pathLst>
                <a:path w="34289" h="3810">
                  <a:moveTo>
                    <a:pt x="34289" y="3810"/>
                  </a:moveTo>
                  <a:lnTo>
                    <a:pt x="34289" y="0"/>
                  </a:lnTo>
                  <a:lnTo>
                    <a:pt x="0" y="0"/>
                  </a:lnTo>
                  <a:lnTo>
                    <a:pt x="761" y="2286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3428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2267102" y="5270630"/>
              <a:ext cx="34290" cy="3810"/>
            </a:xfrm>
            <a:custGeom>
              <a:avLst/>
              <a:gdLst/>
              <a:ahLst/>
              <a:cxnLst/>
              <a:rect l="l" t="t" r="r" b="b"/>
              <a:pathLst>
                <a:path w="34289" h="3810">
                  <a:moveTo>
                    <a:pt x="34289" y="0"/>
                  </a:moveTo>
                  <a:lnTo>
                    <a:pt x="34289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761" y="2286"/>
                  </a:lnTo>
                  <a:lnTo>
                    <a:pt x="0" y="0"/>
                  </a:lnTo>
                  <a:lnTo>
                    <a:pt x="3428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5875921" y="4742564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2"/>
                  </a:moveTo>
                  <a:lnTo>
                    <a:pt x="0" y="0"/>
                  </a:lnTo>
                  <a:lnTo>
                    <a:pt x="0" y="1600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5875540" y="4742564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5561228" y="4742564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5560847" y="4742564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5561203" y="4742576"/>
              <a:ext cx="314960" cy="16510"/>
            </a:xfrm>
            <a:custGeom>
              <a:avLst/>
              <a:gdLst/>
              <a:ahLst/>
              <a:cxnLst/>
              <a:rect l="l" t="t" r="r" b="b"/>
              <a:pathLst>
                <a:path w="314960" h="16510">
                  <a:moveTo>
                    <a:pt x="314706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314706" y="16002"/>
                  </a:lnTo>
                  <a:lnTo>
                    <a:pt x="314706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5964707" y="469151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5651144" y="469151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5650763" y="469151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5651131" y="4691523"/>
              <a:ext cx="314325" cy="16510"/>
            </a:xfrm>
            <a:custGeom>
              <a:avLst/>
              <a:gdLst/>
              <a:ahLst/>
              <a:cxnLst/>
              <a:rect l="l" t="t" r="r" b="b"/>
              <a:pathLst>
                <a:path w="314325" h="16510">
                  <a:moveTo>
                    <a:pt x="313944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313944" y="16002"/>
                  </a:lnTo>
                  <a:lnTo>
                    <a:pt x="313944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6054623" y="4647314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5741047" y="4647314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5740666" y="4647314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5741048" y="4647327"/>
              <a:ext cx="314325" cy="16510"/>
            </a:xfrm>
            <a:custGeom>
              <a:avLst/>
              <a:gdLst/>
              <a:ahLst/>
              <a:cxnLst/>
              <a:rect l="l" t="t" r="r" b="b"/>
              <a:pathLst>
                <a:path w="314325" h="16510">
                  <a:moveTo>
                    <a:pt x="313944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313944" y="16002"/>
                  </a:lnTo>
                  <a:lnTo>
                    <a:pt x="313944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6143764" y="4602356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5830976" y="4602356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5830595" y="4602356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5830951" y="4602368"/>
              <a:ext cx="313690" cy="16510"/>
            </a:xfrm>
            <a:custGeom>
              <a:avLst/>
              <a:gdLst/>
              <a:ahLst/>
              <a:cxnLst/>
              <a:rect l="l" t="t" r="r" b="b"/>
              <a:pathLst>
                <a:path w="313689" h="16510">
                  <a:moveTo>
                    <a:pt x="313182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313182" y="16002"/>
                  </a:lnTo>
                  <a:lnTo>
                    <a:pt x="31318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5872111" y="4743326"/>
              <a:ext cx="6985" cy="14604"/>
            </a:xfrm>
            <a:custGeom>
              <a:avLst/>
              <a:gdLst/>
              <a:ahLst/>
              <a:cxnLst/>
              <a:rect l="l" t="t" r="r" b="b"/>
              <a:pathLst>
                <a:path w="6985" h="14604">
                  <a:moveTo>
                    <a:pt x="6858" y="14477"/>
                  </a:moveTo>
                  <a:lnTo>
                    <a:pt x="0" y="0"/>
                  </a:lnTo>
                  <a:lnTo>
                    <a:pt x="6858" y="14477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6151778" y="4599308"/>
              <a:ext cx="7620" cy="14604"/>
            </a:xfrm>
            <a:custGeom>
              <a:avLst/>
              <a:gdLst/>
              <a:ahLst/>
              <a:cxnLst/>
              <a:rect l="l" t="t" r="r" b="b"/>
              <a:pathLst>
                <a:path w="7620" h="14604">
                  <a:moveTo>
                    <a:pt x="7620" y="14478"/>
                  </a:moveTo>
                  <a:lnTo>
                    <a:pt x="0" y="0"/>
                  </a:lnTo>
                  <a:lnTo>
                    <a:pt x="7620" y="14478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6151778" y="4599308"/>
              <a:ext cx="7620" cy="14604"/>
            </a:xfrm>
            <a:custGeom>
              <a:avLst/>
              <a:gdLst/>
              <a:ahLst/>
              <a:cxnLst/>
              <a:rect l="l" t="t" r="r" b="b"/>
              <a:pathLst>
                <a:path w="7620" h="14604">
                  <a:moveTo>
                    <a:pt x="0" y="0"/>
                  </a:moveTo>
                  <a:lnTo>
                    <a:pt x="7620" y="1447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5872111" y="4599308"/>
              <a:ext cx="287655" cy="158750"/>
            </a:xfrm>
            <a:custGeom>
              <a:avLst/>
              <a:gdLst/>
              <a:ahLst/>
              <a:cxnLst/>
              <a:rect l="l" t="t" r="r" b="b"/>
              <a:pathLst>
                <a:path w="287654" h="158750">
                  <a:moveTo>
                    <a:pt x="287274" y="14478"/>
                  </a:moveTo>
                  <a:lnTo>
                    <a:pt x="279654" y="0"/>
                  </a:lnTo>
                  <a:lnTo>
                    <a:pt x="0" y="144018"/>
                  </a:lnTo>
                  <a:lnTo>
                    <a:pt x="6858" y="158496"/>
                  </a:lnTo>
                  <a:lnTo>
                    <a:pt x="287274" y="14478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5872111" y="4599308"/>
              <a:ext cx="287655" cy="158750"/>
            </a:xfrm>
            <a:custGeom>
              <a:avLst/>
              <a:gdLst/>
              <a:ahLst/>
              <a:cxnLst/>
              <a:rect l="l" t="t" r="r" b="b"/>
              <a:pathLst>
                <a:path w="287654" h="158750">
                  <a:moveTo>
                    <a:pt x="6858" y="158496"/>
                  </a:moveTo>
                  <a:lnTo>
                    <a:pt x="0" y="144018"/>
                  </a:lnTo>
                  <a:lnTo>
                    <a:pt x="279654" y="0"/>
                  </a:lnTo>
                  <a:lnTo>
                    <a:pt x="287274" y="14478"/>
                  </a:lnTo>
                  <a:lnTo>
                    <a:pt x="6858" y="158496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5864491" y="4729610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44957" y="44958"/>
                  </a:moveTo>
                  <a:lnTo>
                    <a:pt x="44957" y="0"/>
                  </a:lnTo>
                  <a:lnTo>
                    <a:pt x="0" y="0"/>
                  </a:lnTo>
                  <a:lnTo>
                    <a:pt x="0" y="44958"/>
                  </a:lnTo>
                  <a:lnTo>
                    <a:pt x="44957" y="4495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5864491" y="4729610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44957" y="0"/>
                  </a:moveTo>
                  <a:lnTo>
                    <a:pt x="44957" y="44958"/>
                  </a:lnTo>
                  <a:lnTo>
                    <a:pt x="0" y="44958"/>
                  </a:lnTo>
                  <a:lnTo>
                    <a:pt x="0" y="0"/>
                  </a:lnTo>
                  <a:lnTo>
                    <a:pt x="44957" y="0"/>
                  </a:lnTo>
                  <a:close/>
                </a:path>
              </a:pathLst>
            </a:custGeom>
            <a:ln w="12293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5902604" y="4729610"/>
              <a:ext cx="13335" cy="51435"/>
            </a:xfrm>
            <a:custGeom>
              <a:avLst/>
              <a:gdLst/>
              <a:ahLst/>
              <a:cxnLst/>
              <a:rect l="l" t="t" r="r" b="b"/>
              <a:pathLst>
                <a:path w="13335" h="51435">
                  <a:moveTo>
                    <a:pt x="12954" y="51053"/>
                  </a:moveTo>
                  <a:lnTo>
                    <a:pt x="12954" y="0"/>
                  </a:lnTo>
                  <a:lnTo>
                    <a:pt x="0" y="0"/>
                  </a:lnTo>
                  <a:lnTo>
                    <a:pt x="0" y="38862"/>
                  </a:lnTo>
                  <a:lnTo>
                    <a:pt x="6858" y="38862"/>
                  </a:lnTo>
                  <a:lnTo>
                    <a:pt x="6858" y="51053"/>
                  </a:lnTo>
                  <a:lnTo>
                    <a:pt x="12954" y="5105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9" name="object 549"/>
            <p:cNvPicPr/>
            <p:nvPr/>
          </p:nvPicPr>
          <p:blipFill>
            <a:blip r:embed="rId126" cstate="print"/>
            <a:stretch>
              <a:fillRect/>
            </a:stretch>
          </p:blipFill>
          <p:spPr>
            <a:xfrm>
              <a:off x="1944395" y="5811269"/>
              <a:ext cx="791718" cy="205739"/>
            </a:xfrm>
            <a:prstGeom prst="rect">
              <a:avLst/>
            </a:prstGeom>
          </p:spPr>
        </p:pic>
        <p:sp>
          <p:nvSpPr>
            <p:cNvPr id="550" name="object 550"/>
            <p:cNvSpPr/>
            <p:nvPr/>
          </p:nvSpPr>
          <p:spPr>
            <a:xfrm>
              <a:off x="5902604" y="4729610"/>
              <a:ext cx="13335" cy="51435"/>
            </a:xfrm>
            <a:custGeom>
              <a:avLst/>
              <a:gdLst/>
              <a:ahLst/>
              <a:cxnLst/>
              <a:rect l="l" t="t" r="r" b="b"/>
              <a:pathLst>
                <a:path w="13335" h="51435">
                  <a:moveTo>
                    <a:pt x="0" y="0"/>
                  </a:moveTo>
                  <a:lnTo>
                    <a:pt x="12954" y="0"/>
                  </a:lnTo>
                  <a:lnTo>
                    <a:pt x="12954" y="51053"/>
                  </a:lnTo>
                  <a:lnTo>
                    <a:pt x="6858" y="51053"/>
                  </a:lnTo>
                  <a:lnTo>
                    <a:pt x="6858" y="38862"/>
                  </a:lnTo>
                  <a:lnTo>
                    <a:pt x="0" y="3886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5858395" y="4768472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51053" y="12192"/>
                  </a:moveTo>
                  <a:lnTo>
                    <a:pt x="51053" y="0"/>
                  </a:lnTo>
                  <a:lnTo>
                    <a:pt x="12191" y="0"/>
                  </a:lnTo>
                  <a:lnTo>
                    <a:pt x="12191" y="6096"/>
                  </a:lnTo>
                  <a:lnTo>
                    <a:pt x="0" y="6096"/>
                  </a:lnTo>
                  <a:lnTo>
                    <a:pt x="0" y="12192"/>
                  </a:lnTo>
                  <a:lnTo>
                    <a:pt x="51053" y="121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5858395" y="4768472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51053" y="0"/>
                  </a:moveTo>
                  <a:lnTo>
                    <a:pt x="51053" y="12192"/>
                  </a:lnTo>
                  <a:lnTo>
                    <a:pt x="0" y="12192"/>
                  </a:lnTo>
                  <a:lnTo>
                    <a:pt x="0" y="6096"/>
                  </a:lnTo>
                  <a:lnTo>
                    <a:pt x="12191" y="6096"/>
                  </a:lnTo>
                  <a:lnTo>
                    <a:pt x="12191" y="0"/>
                  </a:lnTo>
                  <a:lnTo>
                    <a:pt x="51053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5858408" y="4723514"/>
              <a:ext cx="12700" cy="51435"/>
            </a:xfrm>
            <a:custGeom>
              <a:avLst/>
              <a:gdLst/>
              <a:ahLst/>
              <a:cxnLst/>
              <a:rect l="l" t="t" r="r" b="b"/>
              <a:pathLst>
                <a:path w="12700" h="51435">
                  <a:moveTo>
                    <a:pt x="12191" y="51054"/>
                  </a:moveTo>
                  <a:lnTo>
                    <a:pt x="12191" y="12192"/>
                  </a:lnTo>
                  <a:lnTo>
                    <a:pt x="6095" y="12192"/>
                  </a:lnTo>
                  <a:lnTo>
                    <a:pt x="6095" y="0"/>
                  </a:lnTo>
                  <a:lnTo>
                    <a:pt x="0" y="0"/>
                  </a:lnTo>
                  <a:lnTo>
                    <a:pt x="0" y="51054"/>
                  </a:lnTo>
                  <a:lnTo>
                    <a:pt x="12191" y="51054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5858408" y="4723514"/>
              <a:ext cx="12700" cy="51435"/>
            </a:xfrm>
            <a:custGeom>
              <a:avLst/>
              <a:gdLst/>
              <a:ahLst/>
              <a:cxnLst/>
              <a:rect l="l" t="t" r="r" b="b"/>
              <a:pathLst>
                <a:path w="12700" h="51435">
                  <a:moveTo>
                    <a:pt x="12191" y="51054"/>
                  </a:moveTo>
                  <a:lnTo>
                    <a:pt x="0" y="51054"/>
                  </a:lnTo>
                  <a:lnTo>
                    <a:pt x="0" y="0"/>
                  </a:lnTo>
                  <a:lnTo>
                    <a:pt x="6095" y="0"/>
                  </a:lnTo>
                  <a:lnTo>
                    <a:pt x="6095" y="12192"/>
                  </a:lnTo>
                  <a:lnTo>
                    <a:pt x="12191" y="12192"/>
                  </a:lnTo>
                  <a:lnTo>
                    <a:pt x="12191" y="51054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5864504" y="4723514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51053" y="6096"/>
                  </a:moveTo>
                  <a:lnTo>
                    <a:pt x="51053" y="0"/>
                  </a:lnTo>
                  <a:lnTo>
                    <a:pt x="0" y="0"/>
                  </a:lnTo>
                  <a:lnTo>
                    <a:pt x="0" y="12192"/>
                  </a:lnTo>
                  <a:lnTo>
                    <a:pt x="38100" y="12192"/>
                  </a:lnTo>
                  <a:lnTo>
                    <a:pt x="38100" y="6096"/>
                  </a:lnTo>
                  <a:lnTo>
                    <a:pt x="51053" y="6096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5864504" y="4723514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0" y="12192"/>
                  </a:moveTo>
                  <a:lnTo>
                    <a:pt x="0" y="0"/>
                  </a:lnTo>
                  <a:lnTo>
                    <a:pt x="51053" y="0"/>
                  </a:lnTo>
                  <a:lnTo>
                    <a:pt x="51053" y="6096"/>
                  </a:lnTo>
                  <a:lnTo>
                    <a:pt x="38100" y="6096"/>
                  </a:lnTo>
                  <a:lnTo>
                    <a:pt x="38100" y="12192"/>
                  </a:lnTo>
                  <a:lnTo>
                    <a:pt x="0" y="12192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5942215" y="4679318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44957" y="44958"/>
                  </a:moveTo>
                  <a:lnTo>
                    <a:pt x="44957" y="0"/>
                  </a:lnTo>
                  <a:lnTo>
                    <a:pt x="0" y="0"/>
                  </a:lnTo>
                  <a:lnTo>
                    <a:pt x="0" y="44958"/>
                  </a:lnTo>
                  <a:lnTo>
                    <a:pt x="44957" y="4495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5942215" y="4679318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44957" y="0"/>
                  </a:moveTo>
                  <a:lnTo>
                    <a:pt x="44957" y="44958"/>
                  </a:lnTo>
                  <a:lnTo>
                    <a:pt x="0" y="44958"/>
                  </a:lnTo>
                  <a:lnTo>
                    <a:pt x="0" y="0"/>
                  </a:lnTo>
                  <a:lnTo>
                    <a:pt x="44957" y="0"/>
                  </a:lnTo>
                  <a:close/>
                </a:path>
              </a:pathLst>
            </a:custGeom>
            <a:ln w="12293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5981090" y="4679318"/>
              <a:ext cx="12700" cy="51435"/>
            </a:xfrm>
            <a:custGeom>
              <a:avLst/>
              <a:gdLst/>
              <a:ahLst/>
              <a:cxnLst/>
              <a:rect l="l" t="t" r="r" b="b"/>
              <a:pathLst>
                <a:path w="12700" h="51435">
                  <a:moveTo>
                    <a:pt x="12192" y="51053"/>
                  </a:moveTo>
                  <a:lnTo>
                    <a:pt x="12192" y="0"/>
                  </a:lnTo>
                  <a:lnTo>
                    <a:pt x="0" y="0"/>
                  </a:lnTo>
                  <a:lnTo>
                    <a:pt x="0" y="38862"/>
                  </a:lnTo>
                  <a:lnTo>
                    <a:pt x="6096" y="38862"/>
                  </a:lnTo>
                  <a:lnTo>
                    <a:pt x="6096" y="51053"/>
                  </a:lnTo>
                  <a:lnTo>
                    <a:pt x="12192" y="5105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5981090" y="4679318"/>
              <a:ext cx="12700" cy="51435"/>
            </a:xfrm>
            <a:custGeom>
              <a:avLst/>
              <a:gdLst/>
              <a:ahLst/>
              <a:cxnLst/>
              <a:rect l="l" t="t" r="r" b="b"/>
              <a:pathLst>
                <a:path w="12700" h="51435">
                  <a:moveTo>
                    <a:pt x="0" y="0"/>
                  </a:moveTo>
                  <a:lnTo>
                    <a:pt x="12192" y="0"/>
                  </a:lnTo>
                  <a:lnTo>
                    <a:pt x="12192" y="51053"/>
                  </a:lnTo>
                  <a:lnTo>
                    <a:pt x="6096" y="51053"/>
                  </a:lnTo>
                  <a:lnTo>
                    <a:pt x="6096" y="38862"/>
                  </a:lnTo>
                  <a:lnTo>
                    <a:pt x="0" y="3886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5936119" y="4718180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51053" y="12192"/>
                  </a:moveTo>
                  <a:lnTo>
                    <a:pt x="51053" y="0"/>
                  </a:lnTo>
                  <a:lnTo>
                    <a:pt x="12191" y="0"/>
                  </a:lnTo>
                  <a:lnTo>
                    <a:pt x="12191" y="6096"/>
                  </a:lnTo>
                  <a:lnTo>
                    <a:pt x="0" y="6096"/>
                  </a:lnTo>
                  <a:lnTo>
                    <a:pt x="0" y="12192"/>
                  </a:lnTo>
                  <a:lnTo>
                    <a:pt x="51053" y="121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5936119" y="4718180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51053" y="0"/>
                  </a:moveTo>
                  <a:lnTo>
                    <a:pt x="51053" y="12192"/>
                  </a:lnTo>
                  <a:lnTo>
                    <a:pt x="0" y="12192"/>
                  </a:lnTo>
                  <a:lnTo>
                    <a:pt x="0" y="6096"/>
                  </a:lnTo>
                  <a:lnTo>
                    <a:pt x="12191" y="6096"/>
                  </a:lnTo>
                  <a:lnTo>
                    <a:pt x="12191" y="0"/>
                  </a:lnTo>
                  <a:lnTo>
                    <a:pt x="51053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5936119" y="4673222"/>
              <a:ext cx="12700" cy="51435"/>
            </a:xfrm>
            <a:custGeom>
              <a:avLst/>
              <a:gdLst/>
              <a:ahLst/>
              <a:cxnLst/>
              <a:rect l="l" t="t" r="r" b="b"/>
              <a:pathLst>
                <a:path w="12700" h="51435">
                  <a:moveTo>
                    <a:pt x="12191" y="51053"/>
                  </a:moveTo>
                  <a:lnTo>
                    <a:pt x="12191" y="12191"/>
                  </a:lnTo>
                  <a:lnTo>
                    <a:pt x="6095" y="12191"/>
                  </a:lnTo>
                  <a:lnTo>
                    <a:pt x="6095" y="0"/>
                  </a:lnTo>
                  <a:lnTo>
                    <a:pt x="0" y="0"/>
                  </a:lnTo>
                  <a:lnTo>
                    <a:pt x="0" y="51053"/>
                  </a:lnTo>
                  <a:lnTo>
                    <a:pt x="12191" y="5105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5936119" y="4673222"/>
              <a:ext cx="12700" cy="51435"/>
            </a:xfrm>
            <a:custGeom>
              <a:avLst/>
              <a:gdLst/>
              <a:ahLst/>
              <a:cxnLst/>
              <a:rect l="l" t="t" r="r" b="b"/>
              <a:pathLst>
                <a:path w="12700" h="51435">
                  <a:moveTo>
                    <a:pt x="12191" y="51053"/>
                  </a:moveTo>
                  <a:lnTo>
                    <a:pt x="0" y="51053"/>
                  </a:lnTo>
                  <a:lnTo>
                    <a:pt x="0" y="0"/>
                  </a:lnTo>
                  <a:lnTo>
                    <a:pt x="6095" y="0"/>
                  </a:lnTo>
                  <a:lnTo>
                    <a:pt x="6095" y="12191"/>
                  </a:lnTo>
                  <a:lnTo>
                    <a:pt x="12191" y="12191"/>
                  </a:lnTo>
                  <a:lnTo>
                    <a:pt x="12191" y="51053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5942228" y="4673222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51053" y="6095"/>
                  </a:moveTo>
                  <a:lnTo>
                    <a:pt x="51053" y="0"/>
                  </a:lnTo>
                  <a:lnTo>
                    <a:pt x="0" y="0"/>
                  </a:lnTo>
                  <a:lnTo>
                    <a:pt x="0" y="12191"/>
                  </a:lnTo>
                  <a:lnTo>
                    <a:pt x="38862" y="12191"/>
                  </a:lnTo>
                  <a:lnTo>
                    <a:pt x="38862" y="6095"/>
                  </a:lnTo>
                  <a:lnTo>
                    <a:pt x="51053" y="6095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5942228" y="4673222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0" y="12191"/>
                  </a:moveTo>
                  <a:lnTo>
                    <a:pt x="0" y="0"/>
                  </a:lnTo>
                  <a:lnTo>
                    <a:pt x="51053" y="0"/>
                  </a:lnTo>
                  <a:lnTo>
                    <a:pt x="51053" y="6095"/>
                  </a:lnTo>
                  <a:lnTo>
                    <a:pt x="38862" y="6095"/>
                  </a:lnTo>
                  <a:lnTo>
                    <a:pt x="38862" y="12191"/>
                  </a:lnTo>
                  <a:lnTo>
                    <a:pt x="0" y="12191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6039751" y="4631312"/>
              <a:ext cx="44450" cy="45085"/>
            </a:xfrm>
            <a:custGeom>
              <a:avLst/>
              <a:gdLst/>
              <a:ahLst/>
              <a:cxnLst/>
              <a:rect l="l" t="t" r="r" b="b"/>
              <a:pathLst>
                <a:path w="44450" h="45085">
                  <a:moveTo>
                    <a:pt x="44196" y="44958"/>
                  </a:moveTo>
                  <a:lnTo>
                    <a:pt x="44196" y="0"/>
                  </a:lnTo>
                  <a:lnTo>
                    <a:pt x="0" y="0"/>
                  </a:lnTo>
                  <a:lnTo>
                    <a:pt x="0" y="44958"/>
                  </a:lnTo>
                  <a:lnTo>
                    <a:pt x="44196" y="4495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6039751" y="4631312"/>
              <a:ext cx="44450" cy="45085"/>
            </a:xfrm>
            <a:custGeom>
              <a:avLst/>
              <a:gdLst/>
              <a:ahLst/>
              <a:cxnLst/>
              <a:rect l="l" t="t" r="r" b="b"/>
              <a:pathLst>
                <a:path w="44450" h="45085">
                  <a:moveTo>
                    <a:pt x="44196" y="0"/>
                  </a:moveTo>
                  <a:lnTo>
                    <a:pt x="44196" y="44958"/>
                  </a:lnTo>
                  <a:lnTo>
                    <a:pt x="0" y="44958"/>
                  </a:lnTo>
                  <a:lnTo>
                    <a:pt x="0" y="0"/>
                  </a:lnTo>
                  <a:lnTo>
                    <a:pt x="44196" y="0"/>
                  </a:lnTo>
                  <a:close/>
                </a:path>
              </a:pathLst>
            </a:custGeom>
            <a:ln w="12293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6077864" y="4631312"/>
              <a:ext cx="12700" cy="51435"/>
            </a:xfrm>
            <a:custGeom>
              <a:avLst/>
              <a:gdLst/>
              <a:ahLst/>
              <a:cxnLst/>
              <a:rect l="l" t="t" r="r" b="b"/>
              <a:pathLst>
                <a:path w="12700" h="51435">
                  <a:moveTo>
                    <a:pt x="12192" y="51053"/>
                  </a:moveTo>
                  <a:lnTo>
                    <a:pt x="12192" y="0"/>
                  </a:lnTo>
                  <a:lnTo>
                    <a:pt x="0" y="0"/>
                  </a:lnTo>
                  <a:lnTo>
                    <a:pt x="0" y="38862"/>
                  </a:lnTo>
                  <a:lnTo>
                    <a:pt x="6096" y="38862"/>
                  </a:lnTo>
                  <a:lnTo>
                    <a:pt x="6096" y="51053"/>
                  </a:lnTo>
                  <a:lnTo>
                    <a:pt x="12192" y="5105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6077864" y="4631312"/>
              <a:ext cx="12700" cy="51435"/>
            </a:xfrm>
            <a:custGeom>
              <a:avLst/>
              <a:gdLst/>
              <a:ahLst/>
              <a:cxnLst/>
              <a:rect l="l" t="t" r="r" b="b"/>
              <a:pathLst>
                <a:path w="12700" h="51435">
                  <a:moveTo>
                    <a:pt x="0" y="0"/>
                  </a:moveTo>
                  <a:lnTo>
                    <a:pt x="12192" y="0"/>
                  </a:lnTo>
                  <a:lnTo>
                    <a:pt x="12192" y="51053"/>
                  </a:lnTo>
                  <a:lnTo>
                    <a:pt x="6096" y="51053"/>
                  </a:lnTo>
                  <a:lnTo>
                    <a:pt x="6096" y="38862"/>
                  </a:lnTo>
                  <a:lnTo>
                    <a:pt x="0" y="3886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6033655" y="4670174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1" y="12192"/>
                  </a:moveTo>
                  <a:lnTo>
                    <a:pt x="50291" y="0"/>
                  </a:lnTo>
                  <a:lnTo>
                    <a:pt x="12191" y="0"/>
                  </a:lnTo>
                  <a:lnTo>
                    <a:pt x="12191" y="6096"/>
                  </a:lnTo>
                  <a:lnTo>
                    <a:pt x="0" y="6096"/>
                  </a:lnTo>
                  <a:lnTo>
                    <a:pt x="0" y="12192"/>
                  </a:lnTo>
                  <a:lnTo>
                    <a:pt x="50291" y="121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6033655" y="4670174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1" y="0"/>
                  </a:moveTo>
                  <a:lnTo>
                    <a:pt x="50291" y="12192"/>
                  </a:lnTo>
                  <a:lnTo>
                    <a:pt x="0" y="12192"/>
                  </a:lnTo>
                  <a:lnTo>
                    <a:pt x="0" y="6096"/>
                  </a:lnTo>
                  <a:lnTo>
                    <a:pt x="12191" y="6096"/>
                  </a:lnTo>
                  <a:lnTo>
                    <a:pt x="12191" y="0"/>
                  </a:lnTo>
                  <a:lnTo>
                    <a:pt x="50291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6033655" y="4625216"/>
              <a:ext cx="12700" cy="51435"/>
            </a:xfrm>
            <a:custGeom>
              <a:avLst/>
              <a:gdLst/>
              <a:ahLst/>
              <a:cxnLst/>
              <a:rect l="l" t="t" r="r" b="b"/>
              <a:pathLst>
                <a:path w="12700" h="51435">
                  <a:moveTo>
                    <a:pt x="12191" y="51054"/>
                  </a:moveTo>
                  <a:lnTo>
                    <a:pt x="12191" y="12192"/>
                  </a:lnTo>
                  <a:lnTo>
                    <a:pt x="6095" y="12192"/>
                  </a:lnTo>
                  <a:lnTo>
                    <a:pt x="6095" y="0"/>
                  </a:lnTo>
                  <a:lnTo>
                    <a:pt x="0" y="0"/>
                  </a:lnTo>
                  <a:lnTo>
                    <a:pt x="0" y="51054"/>
                  </a:lnTo>
                  <a:lnTo>
                    <a:pt x="12191" y="51054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6033655" y="4625216"/>
              <a:ext cx="12700" cy="51435"/>
            </a:xfrm>
            <a:custGeom>
              <a:avLst/>
              <a:gdLst/>
              <a:ahLst/>
              <a:cxnLst/>
              <a:rect l="l" t="t" r="r" b="b"/>
              <a:pathLst>
                <a:path w="12700" h="51435">
                  <a:moveTo>
                    <a:pt x="12191" y="51054"/>
                  </a:moveTo>
                  <a:lnTo>
                    <a:pt x="0" y="51054"/>
                  </a:lnTo>
                  <a:lnTo>
                    <a:pt x="0" y="0"/>
                  </a:lnTo>
                  <a:lnTo>
                    <a:pt x="6095" y="0"/>
                  </a:lnTo>
                  <a:lnTo>
                    <a:pt x="6095" y="12192"/>
                  </a:lnTo>
                  <a:lnTo>
                    <a:pt x="12191" y="12192"/>
                  </a:lnTo>
                  <a:lnTo>
                    <a:pt x="12191" y="51054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6039764" y="4625216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2" y="6096"/>
                  </a:moveTo>
                  <a:lnTo>
                    <a:pt x="50292" y="0"/>
                  </a:lnTo>
                  <a:lnTo>
                    <a:pt x="0" y="0"/>
                  </a:lnTo>
                  <a:lnTo>
                    <a:pt x="0" y="12192"/>
                  </a:lnTo>
                  <a:lnTo>
                    <a:pt x="38100" y="12192"/>
                  </a:lnTo>
                  <a:lnTo>
                    <a:pt x="38100" y="6096"/>
                  </a:lnTo>
                  <a:lnTo>
                    <a:pt x="50292" y="6096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6039764" y="4625216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0" y="12192"/>
                  </a:moveTo>
                  <a:lnTo>
                    <a:pt x="0" y="0"/>
                  </a:lnTo>
                  <a:lnTo>
                    <a:pt x="50292" y="0"/>
                  </a:lnTo>
                  <a:lnTo>
                    <a:pt x="50292" y="6096"/>
                  </a:lnTo>
                  <a:lnTo>
                    <a:pt x="38100" y="6096"/>
                  </a:lnTo>
                  <a:lnTo>
                    <a:pt x="38100" y="12192"/>
                  </a:lnTo>
                  <a:lnTo>
                    <a:pt x="0" y="12192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6124346" y="4590926"/>
              <a:ext cx="45085" cy="44450"/>
            </a:xfrm>
            <a:custGeom>
              <a:avLst/>
              <a:gdLst/>
              <a:ahLst/>
              <a:cxnLst/>
              <a:rect l="l" t="t" r="r" b="b"/>
              <a:pathLst>
                <a:path w="45085" h="44450">
                  <a:moveTo>
                    <a:pt x="44957" y="44196"/>
                  </a:moveTo>
                  <a:lnTo>
                    <a:pt x="44957" y="0"/>
                  </a:lnTo>
                  <a:lnTo>
                    <a:pt x="0" y="0"/>
                  </a:lnTo>
                  <a:lnTo>
                    <a:pt x="0" y="44196"/>
                  </a:lnTo>
                  <a:lnTo>
                    <a:pt x="44957" y="441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6124346" y="4590926"/>
              <a:ext cx="45085" cy="44450"/>
            </a:xfrm>
            <a:custGeom>
              <a:avLst/>
              <a:gdLst/>
              <a:ahLst/>
              <a:cxnLst/>
              <a:rect l="l" t="t" r="r" b="b"/>
              <a:pathLst>
                <a:path w="45085" h="44450">
                  <a:moveTo>
                    <a:pt x="44957" y="0"/>
                  </a:moveTo>
                  <a:lnTo>
                    <a:pt x="44957" y="44196"/>
                  </a:lnTo>
                  <a:lnTo>
                    <a:pt x="0" y="44196"/>
                  </a:lnTo>
                  <a:lnTo>
                    <a:pt x="0" y="0"/>
                  </a:lnTo>
                  <a:lnTo>
                    <a:pt x="44957" y="0"/>
                  </a:lnTo>
                  <a:close/>
                </a:path>
              </a:pathLst>
            </a:custGeom>
            <a:ln w="12293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6163195" y="4590926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12192" y="50292"/>
                  </a:moveTo>
                  <a:lnTo>
                    <a:pt x="12192" y="0"/>
                  </a:lnTo>
                  <a:lnTo>
                    <a:pt x="0" y="0"/>
                  </a:lnTo>
                  <a:lnTo>
                    <a:pt x="0" y="38100"/>
                  </a:lnTo>
                  <a:lnTo>
                    <a:pt x="6096" y="38100"/>
                  </a:lnTo>
                  <a:lnTo>
                    <a:pt x="6096" y="50292"/>
                  </a:lnTo>
                  <a:lnTo>
                    <a:pt x="12192" y="502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6163195" y="4590926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0" y="0"/>
                  </a:moveTo>
                  <a:lnTo>
                    <a:pt x="12192" y="0"/>
                  </a:lnTo>
                  <a:lnTo>
                    <a:pt x="12192" y="50292"/>
                  </a:lnTo>
                  <a:lnTo>
                    <a:pt x="6096" y="50292"/>
                  </a:lnTo>
                  <a:lnTo>
                    <a:pt x="6096" y="38100"/>
                  </a:lnTo>
                  <a:lnTo>
                    <a:pt x="0" y="3810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6118250" y="4629026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51053" y="12192"/>
                  </a:moveTo>
                  <a:lnTo>
                    <a:pt x="51053" y="0"/>
                  </a:lnTo>
                  <a:lnTo>
                    <a:pt x="12191" y="0"/>
                  </a:lnTo>
                  <a:lnTo>
                    <a:pt x="12191" y="6096"/>
                  </a:lnTo>
                  <a:lnTo>
                    <a:pt x="0" y="6096"/>
                  </a:lnTo>
                  <a:lnTo>
                    <a:pt x="0" y="12192"/>
                  </a:lnTo>
                  <a:lnTo>
                    <a:pt x="51053" y="121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6118250" y="4629026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51053" y="0"/>
                  </a:moveTo>
                  <a:lnTo>
                    <a:pt x="51053" y="12192"/>
                  </a:lnTo>
                  <a:lnTo>
                    <a:pt x="0" y="12192"/>
                  </a:lnTo>
                  <a:lnTo>
                    <a:pt x="0" y="6096"/>
                  </a:lnTo>
                  <a:lnTo>
                    <a:pt x="12191" y="6096"/>
                  </a:lnTo>
                  <a:lnTo>
                    <a:pt x="12191" y="0"/>
                  </a:lnTo>
                  <a:lnTo>
                    <a:pt x="51053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6118250" y="4584830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12191" y="50291"/>
                  </a:moveTo>
                  <a:lnTo>
                    <a:pt x="12191" y="12191"/>
                  </a:lnTo>
                  <a:lnTo>
                    <a:pt x="6095" y="12191"/>
                  </a:lnTo>
                  <a:lnTo>
                    <a:pt x="6095" y="0"/>
                  </a:lnTo>
                  <a:lnTo>
                    <a:pt x="0" y="0"/>
                  </a:lnTo>
                  <a:lnTo>
                    <a:pt x="0" y="50291"/>
                  </a:lnTo>
                  <a:lnTo>
                    <a:pt x="12191" y="5029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6118250" y="4584830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12191" y="50291"/>
                  </a:moveTo>
                  <a:lnTo>
                    <a:pt x="0" y="50291"/>
                  </a:lnTo>
                  <a:lnTo>
                    <a:pt x="0" y="0"/>
                  </a:lnTo>
                  <a:lnTo>
                    <a:pt x="6095" y="0"/>
                  </a:lnTo>
                  <a:lnTo>
                    <a:pt x="6095" y="12191"/>
                  </a:lnTo>
                  <a:lnTo>
                    <a:pt x="12191" y="12191"/>
                  </a:lnTo>
                  <a:lnTo>
                    <a:pt x="12191" y="50291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6124333" y="4584830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51053" y="6095"/>
                  </a:moveTo>
                  <a:lnTo>
                    <a:pt x="51053" y="0"/>
                  </a:lnTo>
                  <a:lnTo>
                    <a:pt x="0" y="0"/>
                  </a:lnTo>
                  <a:lnTo>
                    <a:pt x="0" y="12191"/>
                  </a:lnTo>
                  <a:lnTo>
                    <a:pt x="38862" y="12191"/>
                  </a:lnTo>
                  <a:lnTo>
                    <a:pt x="38862" y="6095"/>
                  </a:lnTo>
                  <a:lnTo>
                    <a:pt x="51053" y="6095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6124333" y="4584830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0" y="12191"/>
                  </a:moveTo>
                  <a:lnTo>
                    <a:pt x="0" y="0"/>
                  </a:lnTo>
                  <a:lnTo>
                    <a:pt x="51053" y="0"/>
                  </a:lnTo>
                  <a:lnTo>
                    <a:pt x="51053" y="6095"/>
                  </a:lnTo>
                  <a:lnTo>
                    <a:pt x="38862" y="6095"/>
                  </a:lnTo>
                  <a:lnTo>
                    <a:pt x="38862" y="12191"/>
                  </a:lnTo>
                  <a:lnTo>
                    <a:pt x="0" y="12191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5880493" y="4340990"/>
              <a:ext cx="0" cy="17145"/>
            </a:xfrm>
            <a:custGeom>
              <a:avLst/>
              <a:gdLst/>
              <a:ahLst/>
              <a:cxnLst/>
              <a:rect l="l" t="t" r="r" b="b"/>
              <a:pathLst>
                <a:path h="17145">
                  <a:moveTo>
                    <a:pt x="0" y="16764"/>
                  </a:moveTo>
                  <a:lnTo>
                    <a:pt x="0" y="0"/>
                  </a:lnTo>
                  <a:lnTo>
                    <a:pt x="0" y="16764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5880112" y="4340990"/>
              <a:ext cx="1270" cy="17145"/>
            </a:xfrm>
            <a:custGeom>
              <a:avLst/>
              <a:gdLst/>
              <a:ahLst/>
              <a:cxnLst/>
              <a:rect l="l" t="t" r="r" b="b"/>
              <a:pathLst>
                <a:path w="1270" h="17145">
                  <a:moveTo>
                    <a:pt x="0" y="16763"/>
                  </a:moveTo>
                  <a:lnTo>
                    <a:pt x="761" y="16763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76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5566549" y="4340990"/>
              <a:ext cx="0" cy="17145"/>
            </a:xfrm>
            <a:custGeom>
              <a:avLst/>
              <a:gdLst/>
              <a:ahLst/>
              <a:cxnLst/>
              <a:rect l="l" t="t" r="r" b="b"/>
              <a:pathLst>
                <a:path h="17145">
                  <a:moveTo>
                    <a:pt x="0" y="16763"/>
                  </a:moveTo>
                  <a:lnTo>
                    <a:pt x="0" y="0"/>
                  </a:lnTo>
                  <a:lnTo>
                    <a:pt x="0" y="1676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5566168" y="4340990"/>
              <a:ext cx="1270" cy="17145"/>
            </a:xfrm>
            <a:custGeom>
              <a:avLst/>
              <a:gdLst/>
              <a:ahLst/>
              <a:cxnLst/>
              <a:rect l="l" t="t" r="r" b="b"/>
              <a:pathLst>
                <a:path w="1270" h="17145">
                  <a:moveTo>
                    <a:pt x="0" y="16763"/>
                  </a:moveTo>
                  <a:lnTo>
                    <a:pt x="761" y="16763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76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5566537" y="4341002"/>
              <a:ext cx="314325" cy="17145"/>
            </a:xfrm>
            <a:custGeom>
              <a:avLst/>
              <a:gdLst/>
              <a:ahLst/>
              <a:cxnLst/>
              <a:rect l="l" t="t" r="r" b="b"/>
              <a:pathLst>
                <a:path w="314325" h="17145">
                  <a:moveTo>
                    <a:pt x="313944" y="0"/>
                  </a:moveTo>
                  <a:lnTo>
                    <a:pt x="0" y="0"/>
                  </a:lnTo>
                  <a:lnTo>
                    <a:pt x="0" y="16764"/>
                  </a:lnTo>
                  <a:lnTo>
                    <a:pt x="313944" y="16764"/>
                  </a:lnTo>
                  <a:lnTo>
                    <a:pt x="313944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5970028" y="429069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5656478" y="4290698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5656097" y="429069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5656453" y="4290711"/>
              <a:ext cx="314325" cy="16510"/>
            </a:xfrm>
            <a:custGeom>
              <a:avLst/>
              <a:gdLst/>
              <a:ahLst/>
              <a:cxnLst/>
              <a:rect l="l" t="t" r="r" b="b"/>
              <a:pathLst>
                <a:path w="314325" h="16510">
                  <a:moveTo>
                    <a:pt x="313944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313944" y="16002"/>
                  </a:lnTo>
                  <a:lnTo>
                    <a:pt x="313944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6059957" y="424574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5745619" y="424574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5745238" y="424574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5745619" y="4245752"/>
              <a:ext cx="314960" cy="16510"/>
            </a:xfrm>
            <a:custGeom>
              <a:avLst/>
              <a:gdLst/>
              <a:ahLst/>
              <a:cxnLst/>
              <a:rect l="l" t="t" r="r" b="b"/>
              <a:pathLst>
                <a:path w="314960" h="16510">
                  <a:moveTo>
                    <a:pt x="314706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314706" y="16002"/>
                  </a:lnTo>
                  <a:lnTo>
                    <a:pt x="314706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6149111" y="4200782"/>
              <a:ext cx="1270" cy="17145"/>
            </a:xfrm>
            <a:custGeom>
              <a:avLst/>
              <a:gdLst/>
              <a:ahLst/>
              <a:cxnLst/>
              <a:rect l="l" t="t" r="r" b="b"/>
              <a:pathLst>
                <a:path w="1270" h="17145">
                  <a:moveTo>
                    <a:pt x="0" y="16763"/>
                  </a:moveTo>
                  <a:lnTo>
                    <a:pt x="761" y="16763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76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5835535" y="4200782"/>
              <a:ext cx="0" cy="17145"/>
            </a:xfrm>
            <a:custGeom>
              <a:avLst/>
              <a:gdLst/>
              <a:ahLst/>
              <a:cxnLst/>
              <a:rect l="l" t="t" r="r" b="b"/>
              <a:pathLst>
                <a:path h="17145">
                  <a:moveTo>
                    <a:pt x="0" y="16763"/>
                  </a:moveTo>
                  <a:lnTo>
                    <a:pt x="0" y="0"/>
                  </a:lnTo>
                  <a:lnTo>
                    <a:pt x="0" y="1676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5835154" y="4200782"/>
              <a:ext cx="1270" cy="17145"/>
            </a:xfrm>
            <a:custGeom>
              <a:avLst/>
              <a:gdLst/>
              <a:ahLst/>
              <a:cxnLst/>
              <a:rect l="l" t="t" r="r" b="b"/>
              <a:pathLst>
                <a:path w="1270" h="17145">
                  <a:moveTo>
                    <a:pt x="0" y="16763"/>
                  </a:moveTo>
                  <a:lnTo>
                    <a:pt x="761" y="16763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76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5835535" y="4200795"/>
              <a:ext cx="314325" cy="17145"/>
            </a:xfrm>
            <a:custGeom>
              <a:avLst/>
              <a:gdLst/>
              <a:ahLst/>
              <a:cxnLst/>
              <a:rect l="l" t="t" r="r" b="b"/>
              <a:pathLst>
                <a:path w="314325" h="17145">
                  <a:moveTo>
                    <a:pt x="313944" y="0"/>
                  </a:moveTo>
                  <a:lnTo>
                    <a:pt x="0" y="0"/>
                  </a:lnTo>
                  <a:lnTo>
                    <a:pt x="0" y="16764"/>
                  </a:lnTo>
                  <a:lnTo>
                    <a:pt x="313944" y="16764"/>
                  </a:lnTo>
                  <a:lnTo>
                    <a:pt x="313944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5876696" y="4341752"/>
              <a:ext cx="7620" cy="14604"/>
            </a:xfrm>
            <a:custGeom>
              <a:avLst/>
              <a:gdLst/>
              <a:ahLst/>
              <a:cxnLst/>
              <a:rect l="l" t="t" r="r" b="b"/>
              <a:pathLst>
                <a:path w="7620" h="14604">
                  <a:moveTo>
                    <a:pt x="7620" y="14477"/>
                  </a:moveTo>
                  <a:lnTo>
                    <a:pt x="0" y="0"/>
                  </a:lnTo>
                  <a:lnTo>
                    <a:pt x="7620" y="14477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6157099" y="4197734"/>
              <a:ext cx="7620" cy="14604"/>
            </a:xfrm>
            <a:custGeom>
              <a:avLst/>
              <a:gdLst/>
              <a:ahLst/>
              <a:cxnLst/>
              <a:rect l="l" t="t" r="r" b="b"/>
              <a:pathLst>
                <a:path w="7620" h="14604">
                  <a:moveTo>
                    <a:pt x="7620" y="14478"/>
                  </a:moveTo>
                  <a:lnTo>
                    <a:pt x="0" y="0"/>
                  </a:lnTo>
                  <a:lnTo>
                    <a:pt x="7620" y="14478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6157099" y="4197734"/>
              <a:ext cx="7620" cy="14604"/>
            </a:xfrm>
            <a:custGeom>
              <a:avLst/>
              <a:gdLst/>
              <a:ahLst/>
              <a:cxnLst/>
              <a:rect l="l" t="t" r="r" b="b"/>
              <a:pathLst>
                <a:path w="7620" h="14604">
                  <a:moveTo>
                    <a:pt x="0" y="0"/>
                  </a:moveTo>
                  <a:lnTo>
                    <a:pt x="7620" y="1447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5876696" y="4197734"/>
              <a:ext cx="288290" cy="158750"/>
            </a:xfrm>
            <a:custGeom>
              <a:avLst/>
              <a:gdLst/>
              <a:ahLst/>
              <a:cxnLst/>
              <a:rect l="l" t="t" r="r" b="b"/>
              <a:pathLst>
                <a:path w="288289" h="158750">
                  <a:moveTo>
                    <a:pt x="288036" y="14478"/>
                  </a:moveTo>
                  <a:lnTo>
                    <a:pt x="280416" y="0"/>
                  </a:lnTo>
                  <a:lnTo>
                    <a:pt x="0" y="144018"/>
                  </a:lnTo>
                  <a:lnTo>
                    <a:pt x="7620" y="158496"/>
                  </a:lnTo>
                  <a:lnTo>
                    <a:pt x="288036" y="14478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5876696" y="4197734"/>
              <a:ext cx="288290" cy="158750"/>
            </a:xfrm>
            <a:custGeom>
              <a:avLst/>
              <a:gdLst/>
              <a:ahLst/>
              <a:cxnLst/>
              <a:rect l="l" t="t" r="r" b="b"/>
              <a:pathLst>
                <a:path w="288289" h="158750">
                  <a:moveTo>
                    <a:pt x="7620" y="158496"/>
                  </a:moveTo>
                  <a:lnTo>
                    <a:pt x="0" y="144018"/>
                  </a:lnTo>
                  <a:lnTo>
                    <a:pt x="280416" y="0"/>
                  </a:lnTo>
                  <a:lnTo>
                    <a:pt x="288036" y="14478"/>
                  </a:lnTo>
                  <a:lnTo>
                    <a:pt x="7620" y="158496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5869825" y="4328798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44196" y="44196"/>
                  </a:moveTo>
                  <a:lnTo>
                    <a:pt x="44196" y="0"/>
                  </a:lnTo>
                  <a:lnTo>
                    <a:pt x="0" y="0"/>
                  </a:lnTo>
                  <a:lnTo>
                    <a:pt x="0" y="44196"/>
                  </a:lnTo>
                  <a:lnTo>
                    <a:pt x="44196" y="441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5869825" y="4328798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44196" y="0"/>
                  </a:moveTo>
                  <a:lnTo>
                    <a:pt x="44196" y="44196"/>
                  </a:lnTo>
                  <a:lnTo>
                    <a:pt x="0" y="44196"/>
                  </a:lnTo>
                  <a:lnTo>
                    <a:pt x="0" y="0"/>
                  </a:lnTo>
                  <a:lnTo>
                    <a:pt x="44196" y="0"/>
                  </a:lnTo>
                  <a:close/>
                </a:path>
              </a:pathLst>
            </a:custGeom>
            <a:ln w="12293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5907938" y="4328798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12192" y="50292"/>
                  </a:moveTo>
                  <a:lnTo>
                    <a:pt x="12192" y="0"/>
                  </a:lnTo>
                  <a:lnTo>
                    <a:pt x="0" y="0"/>
                  </a:lnTo>
                  <a:lnTo>
                    <a:pt x="0" y="38100"/>
                  </a:lnTo>
                  <a:lnTo>
                    <a:pt x="6096" y="38100"/>
                  </a:lnTo>
                  <a:lnTo>
                    <a:pt x="6096" y="50292"/>
                  </a:lnTo>
                  <a:lnTo>
                    <a:pt x="12192" y="502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5907938" y="4328798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0" y="0"/>
                  </a:moveTo>
                  <a:lnTo>
                    <a:pt x="12192" y="0"/>
                  </a:lnTo>
                  <a:lnTo>
                    <a:pt x="12192" y="50292"/>
                  </a:lnTo>
                  <a:lnTo>
                    <a:pt x="6096" y="50292"/>
                  </a:lnTo>
                  <a:lnTo>
                    <a:pt x="6096" y="38100"/>
                  </a:lnTo>
                  <a:lnTo>
                    <a:pt x="0" y="3810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5863729" y="4366898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1" y="12192"/>
                  </a:moveTo>
                  <a:lnTo>
                    <a:pt x="50291" y="0"/>
                  </a:lnTo>
                  <a:lnTo>
                    <a:pt x="12191" y="0"/>
                  </a:lnTo>
                  <a:lnTo>
                    <a:pt x="12191" y="6096"/>
                  </a:lnTo>
                  <a:lnTo>
                    <a:pt x="0" y="6096"/>
                  </a:lnTo>
                  <a:lnTo>
                    <a:pt x="0" y="12192"/>
                  </a:lnTo>
                  <a:lnTo>
                    <a:pt x="50291" y="121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5863729" y="4366898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1" y="0"/>
                  </a:moveTo>
                  <a:lnTo>
                    <a:pt x="50291" y="12192"/>
                  </a:lnTo>
                  <a:lnTo>
                    <a:pt x="0" y="12192"/>
                  </a:lnTo>
                  <a:lnTo>
                    <a:pt x="0" y="6096"/>
                  </a:lnTo>
                  <a:lnTo>
                    <a:pt x="12191" y="6096"/>
                  </a:lnTo>
                  <a:lnTo>
                    <a:pt x="12191" y="0"/>
                  </a:lnTo>
                  <a:lnTo>
                    <a:pt x="50291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5863729" y="4322702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12191" y="50291"/>
                  </a:moveTo>
                  <a:lnTo>
                    <a:pt x="12191" y="12191"/>
                  </a:lnTo>
                  <a:lnTo>
                    <a:pt x="6095" y="12191"/>
                  </a:lnTo>
                  <a:lnTo>
                    <a:pt x="6095" y="0"/>
                  </a:lnTo>
                  <a:lnTo>
                    <a:pt x="0" y="0"/>
                  </a:lnTo>
                  <a:lnTo>
                    <a:pt x="0" y="50291"/>
                  </a:lnTo>
                  <a:lnTo>
                    <a:pt x="12191" y="5029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5863729" y="4322702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12191" y="50291"/>
                  </a:moveTo>
                  <a:lnTo>
                    <a:pt x="0" y="50291"/>
                  </a:lnTo>
                  <a:lnTo>
                    <a:pt x="0" y="0"/>
                  </a:lnTo>
                  <a:lnTo>
                    <a:pt x="6095" y="0"/>
                  </a:lnTo>
                  <a:lnTo>
                    <a:pt x="6095" y="12191"/>
                  </a:lnTo>
                  <a:lnTo>
                    <a:pt x="12191" y="12191"/>
                  </a:lnTo>
                  <a:lnTo>
                    <a:pt x="12191" y="50291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5869838" y="4322702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92" y="6095"/>
                  </a:moveTo>
                  <a:lnTo>
                    <a:pt x="50292" y="0"/>
                  </a:lnTo>
                  <a:lnTo>
                    <a:pt x="0" y="0"/>
                  </a:lnTo>
                  <a:lnTo>
                    <a:pt x="0" y="12191"/>
                  </a:lnTo>
                  <a:lnTo>
                    <a:pt x="38100" y="12191"/>
                  </a:lnTo>
                  <a:lnTo>
                    <a:pt x="38100" y="6095"/>
                  </a:lnTo>
                  <a:lnTo>
                    <a:pt x="50292" y="6095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5869838" y="4322702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0" y="12191"/>
                  </a:moveTo>
                  <a:lnTo>
                    <a:pt x="0" y="0"/>
                  </a:lnTo>
                  <a:lnTo>
                    <a:pt x="50292" y="0"/>
                  </a:lnTo>
                  <a:lnTo>
                    <a:pt x="50292" y="6095"/>
                  </a:lnTo>
                  <a:lnTo>
                    <a:pt x="38100" y="6095"/>
                  </a:lnTo>
                  <a:lnTo>
                    <a:pt x="38100" y="12191"/>
                  </a:lnTo>
                  <a:lnTo>
                    <a:pt x="0" y="12191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5946787" y="4278506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44957" y="44958"/>
                  </a:moveTo>
                  <a:lnTo>
                    <a:pt x="44957" y="0"/>
                  </a:lnTo>
                  <a:lnTo>
                    <a:pt x="0" y="0"/>
                  </a:lnTo>
                  <a:lnTo>
                    <a:pt x="0" y="44958"/>
                  </a:lnTo>
                  <a:lnTo>
                    <a:pt x="44957" y="4495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5946787" y="4278506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44957" y="0"/>
                  </a:moveTo>
                  <a:lnTo>
                    <a:pt x="44957" y="44958"/>
                  </a:lnTo>
                  <a:lnTo>
                    <a:pt x="0" y="44958"/>
                  </a:lnTo>
                  <a:lnTo>
                    <a:pt x="0" y="0"/>
                  </a:lnTo>
                  <a:lnTo>
                    <a:pt x="44957" y="0"/>
                  </a:lnTo>
                  <a:close/>
                </a:path>
              </a:pathLst>
            </a:custGeom>
            <a:ln w="12293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5985649" y="4278506"/>
              <a:ext cx="12700" cy="51435"/>
            </a:xfrm>
            <a:custGeom>
              <a:avLst/>
              <a:gdLst/>
              <a:ahLst/>
              <a:cxnLst/>
              <a:rect l="l" t="t" r="r" b="b"/>
              <a:pathLst>
                <a:path w="12700" h="51435">
                  <a:moveTo>
                    <a:pt x="12192" y="51053"/>
                  </a:moveTo>
                  <a:lnTo>
                    <a:pt x="12192" y="0"/>
                  </a:lnTo>
                  <a:lnTo>
                    <a:pt x="0" y="0"/>
                  </a:lnTo>
                  <a:lnTo>
                    <a:pt x="0" y="38862"/>
                  </a:lnTo>
                  <a:lnTo>
                    <a:pt x="6096" y="38862"/>
                  </a:lnTo>
                  <a:lnTo>
                    <a:pt x="6096" y="51053"/>
                  </a:lnTo>
                  <a:lnTo>
                    <a:pt x="12192" y="5105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5985649" y="4278506"/>
              <a:ext cx="12700" cy="51435"/>
            </a:xfrm>
            <a:custGeom>
              <a:avLst/>
              <a:gdLst/>
              <a:ahLst/>
              <a:cxnLst/>
              <a:rect l="l" t="t" r="r" b="b"/>
              <a:pathLst>
                <a:path w="12700" h="51435">
                  <a:moveTo>
                    <a:pt x="0" y="0"/>
                  </a:moveTo>
                  <a:lnTo>
                    <a:pt x="12192" y="0"/>
                  </a:lnTo>
                  <a:lnTo>
                    <a:pt x="12192" y="51053"/>
                  </a:lnTo>
                  <a:lnTo>
                    <a:pt x="6096" y="51053"/>
                  </a:lnTo>
                  <a:lnTo>
                    <a:pt x="6096" y="38862"/>
                  </a:lnTo>
                  <a:lnTo>
                    <a:pt x="0" y="3886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5940691" y="4317368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51053" y="12192"/>
                  </a:moveTo>
                  <a:lnTo>
                    <a:pt x="51053" y="0"/>
                  </a:lnTo>
                  <a:lnTo>
                    <a:pt x="12953" y="0"/>
                  </a:lnTo>
                  <a:lnTo>
                    <a:pt x="12953" y="6096"/>
                  </a:lnTo>
                  <a:lnTo>
                    <a:pt x="0" y="6096"/>
                  </a:lnTo>
                  <a:lnTo>
                    <a:pt x="0" y="12192"/>
                  </a:lnTo>
                  <a:lnTo>
                    <a:pt x="51053" y="121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5940691" y="4317368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51053" y="0"/>
                  </a:moveTo>
                  <a:lnTo>
                    <a:pt x="51053" y="12192"/>
                  </a:lnTo>
                  <a:lnTo>
                    <a:pt x="0" y="12192"/>
                  </a:lnTo>
                  <a:lnTo>
                    <a:pt x="0" y="6096"/>
                  </a:lnTo>
                  <a:lnTo>
                    <a:pt x="12953" y="6096"/>
                  </a:lnTo>
                  <a:lnTo>
                    <a:pt x="12953" y="0"/>
                  </a:lnTo>
                  <a:lnTo>
                    <a:pt x="51053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5940691" y="4272410"/>
              <a:ext cx="13335" cy="51435"/>
            </a:xfrm>
            <a:custGeom>
              <a:avLst/>
              <a:gdLst/>
              <a:ahLst/>
              <a:cxnLst/>
              <a:rect l="l" t="t" r="r" b="b"/>
              <a:pathLst>
                <a:path w="13335" h="51435">
                  <a:moveTo>
                    <a:pt x="12953" y="51054"/>
                  </a:moveTo>
                  <a:lnTo>
                    <a:pt x="12953" y="12192"/>
                  </a:lnTo>
                  <a:lnTo>
                    <a:pt x="6095" y="12192"/>
                  </a:lnTo>
                  <a:lnTo>
                    <a:pt x="6095" y="0"/>
                  </a:lnTo>
                  <a:lnTo>
                    <a:pt x="0" y="0"/>
                  </a:lnTo>
                  <a:lnTo>
                    <a:pt x="0" y="51054"/>
                  </a:lnTo>
                  <a:lnTo>
                    <a:pt x="12953" y="51054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5940691" y="4272410"/>
              <a:ext cx="13335" cy="51435"/>
            </a:xfrm>
            <a:custGeom>
              <a:avLst/>
              <a:gdLst/>
              <a:ahLst/>
              <a:cxnLst/>
              <a:rect l="l" t="t" r="r" b="b"/>
              <a:pathLst>
                <a:path w="13335" h="51435">
                  <a:moveTo>
                    <a:pt x="12953" y="51054"/>
                  </a:moveTo>
                  <a:lnTo>
                    <a:pt x="0" y="51054"/>
                  </a:lnTo>
                  <a:lnTo>
                    <a:pt x="0" y="0"/>
                  </a:lnTo>
                  <a:lnTo>
                    <a:pt x="6095" y="0"/>
                  </a:lnTo>
                  <a:lnTo>
                    <a:pt x="6095" y="12192"/>
                  </a:lnTo>
                  <a:lnTo>
                    <a:pt x="12953" y="12192"/>
                  </a:lnTo>
                  <a:lnTo>
                    <a:pt x="12953" y="51054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5946800" y="4272410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51053" y="6096"/>
                  </a:moveTo>
                  <a:lnTo>
                    <a:pt x="51053" y="0"/>
                  </a:lnTo>
                  <a:lnTo>
                    <a:pt x="0" y="0"/>
                  </a:lnTo>
                  <a:lnTo>
                    <a:pt x="0" y="12192"/>
                  </a:lnTo>
                  <a:lnTo>
                    <a:pt x="38862" y="12192"/>
                  </a:lnTo>
                  <a:lnTo>
                    <a:pt x="38862" y="6096"/>
                  </a:lnTo>
                  <a:lnTo>
                    <a:pt x="51053" y="6096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5946800" y="4272410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0" y="12192"/>
                  </a:moveTo>
                  <a:lnTo>
                    <a:pt x="0" y="0"/>
                  </a:lnTo>
                  <a:lnTo>
                    <a:pt x="51053" y="0"/>
                  </a:lnTo>
                  <a:lnTo>
                    <a:pt x="51053" y="6096"/>
                  </a:lnTo>
                  <a:lnTo>
                    <a:pt x="38862" y="6096"/>
                  </a:lnTo>
                  <a:lnTo>
                    <a:pt x="38862" y="12192"/>
                  </a:lnTo>
                  <a:lnTo>
                    <a:pt x="0" y="12192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6044336" y="4230500"/>
              <a:ext cx="45085" cy="44450"/>
            </a:xfrm>
            <a:custGeom>
              <a:avLst/>
              <a:gdLst/>
              <a:ahLst/>
              <a:cxnLst/>
              <a:rect l="l" t="t" r="r" b="b"/>
              <a:pathLst>
                <a:path w="45085" h="44450">
                  <a:moveTo>
                    <a:pt x="44957" y="44196"/>
                  </a:moveTo>
                  <a:lnTo>
                    <a:pt x="44957" y="0"/>
                  </a:lnTo>
                  <a:lnTo>
                    <a:pt x="0" y="0"/>
                  </a:lnTo>
                  <a:lnTo>
                    <a:pt x="0" y="44196"/>
                  </a:lnTo>
                  <a:lnTo>
                    <a:pt x="44957" y="441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6044336" y="4230500"/>
              <a:ext cx="45085" cy="44450"/>
            </a:xfrm>
            <a:custGeom>
              <a:avLst/>
              <a:gdLst/>
              <a:ahLst/>
              <a:cxnLst/>
              <a:rect l="l" t="t" r="r" b="b"/>
              <a:pathLst>
                <a:path w="45085" h="44450">
                  <a:moveTo>
                    <a:pt x="44957" y="0"/>
                  </a:moveTo>
                  <a:lnTo>
                    <a:pt x="44957" y="44196"/>
                  </a:lnTo>
                  <a:lnTo>
                    <a:pt x="0" y="44196"/>
                  </a:lnTo>
                  <a:lnTo>
                    <a:pt x="0" y="0"/>
                  </a:lnTo>
                  <a:lnTo>
                    <a:pt x="44957" y="0"/>
                  </a:lnTo>
                  <a:close/>
                </a:path>
              </a:pathLst>
            </a:custGeom>
            <a:ln w="12293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6083185" y="4230500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12192" y="50292"/>
                  </a:moveTo>
                  <a:lnTo>
                    <a:pt x="12192" y="0"/>
                  </a:lnTo>
                  <a:lnTo>
                    <a:pt x="0" y="0"/>
                  </a:lnTo>
                  <a:lnTo>
                    <a:pt x="0" y="38100"/>
                  </a:lnTo>
                  <a:lnTo>
                    <a:pt x="6096" y="38100"/>
                  </a:lnTo>
                  <a:lnTo>
                    <a:pt x="6096" y="50292"/>
                  </a:lnTo>
                  <a:lnTo>
                    <a:pt x="12192" y="502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6083185" y="4230500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0" y="0"/>
                  </a:moveTo>
                  <a:lnTo>
                    <a:pt x="12192" y="0"/>
                  </a:lnTo>
                  <a:lnTo>
                    <a:pt x="12192" y="50292"/>
                  </a:lnTo>
                  <a:lnTo>
                    <a:pt x="6096" y="50292"/>
                  </a:lnTo>
                  <a:lnTo>
                    <a:pt x="6096" y="38100"/>
                  </a:lnTo>
                  <a:lnTo>
                    <a:pt x="0" y="3810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6038240" y="4268600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51053" y="12192"/>
                  </a:moveTo>
                  <a:lnTo>
                    <a:pt x="51053" y="0"/>
                  </a:lnTo>
                  <a:lnTo>
                    <a:pt x="12953" y="0"/>
                  </a:lnTo>
                  <a:lnTo>
                    <a:pt x="12953" y="6096"/>
                  </a:lnTo>
                  <a:lnTo>
                    <a:pt x="0" y="6096"/>
                  </a:lnTo>
                  <a:lnTo>
                    <a:pt x="0" y="12192"/>
                  </a:lnTo>
                  <a:lnTo>
                    <a:pt x="51053" y="121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6038240" y="4268600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51053" y="0"/>
                  </a:moveTo>
                  <a:lnTo>
                    <a:pt x="51053" y="12192"/>
                  </a:lnTo>
                  <a:lnTo>
                    <a:pt x="0" y="12192"/>
                  </a:lnTo>
                  <a:lnTo>
                    <a:pt x="0" y="6096"/>
                  </a:lnTo>
                  <a:lnTo>
                    <a:pt x="12953" y="6096"/>
                  </a:lnTo>
                  <a:lnTo>
                    <a:pt x="12953" y="0"/>
                  </a:lnTo>
                  <a:lnTo>
                    <a:pt x="51053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6038240" y="4224404"/>
              <a:ext cx="13335" cy="50800"/>
            </a:xfrm>
            <a:custGeom>
              <a:avLst/>
              <a:gdLst/>
              <a:ahLst/>
              <a:cxnLst/>
              <a:rect l="l" t="t" r="r" b="b"/>
              <a:pathLst>
                <a:path w="13335" h="50800">
                  <a:moveTo>
                    <a:pt x="12953" y="50291"/>
                  </a:moveTo>
                  <a:lnTo>
                    <a:pt x="12953" y="12191"/>
                  </a:lnTo>
                  <a:lnTo>
                    <a:pt x="6095" y="12191"/>
                  </a:lnTo>
                  <a:lnTo>
                    <a:pt x="6095" y="0"/>
                  </a:lnTo>
                  <a:lnTo>
                    <a:pt x="0" y="0"/>
                  </a:lnTo>
                  <a:lnTo>
                    <a:pt x="0" y="50291"/>
                  </a:lnTo>
                  <a:lnTo>
                    <a:pt x="12953" y="5029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6038240" y="4224404"/>
              <a:ext cx="13335" cy="50800"/>
            </a:xfrm>
            <a:custGeom>
              <a:avLst/>
              <a:gdLst/>
              <a:ahLst/>
              <a:cxnLst/>
              <a:rect l="l" t="t" r="r" b="b"/>
              <a:pathLst>
                <a:path w="13335" h="50800">
                  <a:moveTo>
                    <a:pt x="12953" y="50291"/>
                  </a:moveTo>
                  <a:lnTo>
                    <a:pt x="0" y="50291"/>
                  </a:lnTo>
                  <a:lnTo>
                    <a:pt x="0" y="0"/>
                  </a:lnTo>
                  <a:lnTo>
                    <a:pt x="6095" y="0"/>
                  </a:lnTo>
                  <a:lnTo>
                    <a:pt x="6095" y="12191"/>
                  </a:lnTo>
                  <a:lnTo>
                    <a:pt x="12953" y="12191"/>
                  </a:lnTo>
                  <a:lnTo>
                    <a:pt x="12953" y="50291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6044323" y="4224404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51053" y="6095"/>
                  </a:moveTo>
                  <a:lnTo>
                    <a:pt x="51053" y="0"/>
                  </a:lnTo>
                  <a:lnTo>
                    <a:pt x="0" y="0"/>
                  </a:lnTo>
                  <a:lnTo>
                    <a:pt x="0" y="12191"/>
                  </a:lnTo>
                  <a:lnTo>
                    <a:pt x="38862" y="12191"/>
                  </a:lnTo>
                  <a:lnTo>
                    <a:pt x="38862" y="6095"/>
                  </a:lnTo>
                  <a:lnTo>
                    <a:pt x="51053" y="6095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6044323" y="4224404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0" y="12191"/>
                  </a:moveTo>
                  <a:lnTo>
                    <a:pt x="0" y="0"/>
                  </a:lnTo>
                  <a:lnTo>
                    <a:pt x="51053" y="0"/>
                  </a:lnTo>
                  <a:lnTo>
                    <a:pt x="51053" y="6095"/>
                  </a:lnTo>
                  <a:lnTo>
                    <a:pt x="38862" y="6095"/>
                  </a:lnTo>
                  <a:lnTo>
                    <a:pt x="38862" y="12191"/>
                  </a:lnTo>
                  <a:lnTo>
                    <a:pt x="0" y="12191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6128918" y="4189352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44957" y="44958"/>
                  </a:moveTo>
                  <a:lnTo>
                    <a:pt x="44957" y="0"/>
                  </a:lnTo>
                  <a:lnTo>
                    <a:pt x="0" y="0"/>
                  </a:lnTo>
                  <a:lnTo>
                    <a:pt x="0" y="44958"/>
                  </a:lnTo>
                  <a:lnTo>
                    <a:pt x="44957" y="4495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6128918" y="4189352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44957" y="0"/>
                  </a:moveTo>
                  <a:lnTo>
                    <a:pt x="44957" y="44958"/>
                  </a:lnTo>
                  <a:lnTo>
                    <a:pt x="0" y="44958"/>
                  </a:lnTo>
                  <a:lnTo>
                    <a:pt x="0" y="0"/>
                  </a:lnTo>
                  <a:lnTo>
                    <a:pt x="44957" y="0"/>
                  </a:lnTo>
                  <a:close/>
                </a:path>
              </a:pathLst>
            </a:custGeom>
            <a:ln w="12293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6167780" y="4189352"/>
              <a:ext cx="12700" cy="51435"/>
            </a:xfrm>
            <a:custGeom>
              <a:avLst/>
              <a:gdLst/>
              <a:ahLst/>
              <a:cxnLst/>
              <a:rect l="l" t="t" r="r" b="b"/>
              <a:pathLst>
                <a:path w="12700" h="51435">
                  <a:moveTo>
                    <a:pt x="12192" y="51053"/>
                  </a:moveTo>
                  <a:lnTo>
                    <a:pt x="12192" y="0"/>
                  </a:lnTo>
                  <a:lnTo>
                    <a:pt x="0" y="0"/>
                  </a:lnTo>
                  <a:lnTo>
                    <a:pt x="0" y="38862"/>
                  </a:lnTo>
                  <a:lnTo>
                    <a:pt x="6096" y="38862"/>
                  </a:lnTo>
                  <a:lnTo>
                    <a:pt x="6096" y="51053"/>
                  </a:lnTo>
                  <a:lnTo>
                    <a:pt x="12192" y="5105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6167780" y="4189352"/>
              <a:ext cx="12700" cy="51435"/>
            </a:xfrm>
            <a:custGeom>
              <a:avLst/>
              <a:gdLst/>
              <a:ahLst/>
              <a:cxnLst/>
              <a:rect l="l" t="t" r="r" b="b"/>
              <a:pathLst>
                <a:path w="12700" h="51435">
                  <a:moveTo>
                    <a:pt x="0" y="0"/>
                  </a:moveTo>
                  <a:lnTo>
                    <a:pt x="12192" y="0"/>
                  </a:lnTo>
                  <a:lnTo>
                    <a:pt x="12192" y="51053"/>
                  </a:lnTo>
                  <a:lnTo>
                    <a:pt x="6096" y="51053"/>
                  </a:lnTo>
                  <a:lnTo>
                    <a:pt x="6096" y="38862"/>
                  </a:lnTo>
                  <a:lnTo>
                    <a:pt x="0" y="3886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6122822" y="4228214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51053" y="12192"/>
                  </a:moveTo>
                  <a:lnTo>
                    <a:pt x="51053" y="0"/>
                  </a:lnTo>
                  <a:lnTo>
                    <a:pt x="12191" y="0"/>
                  </a:lnTo>
                  <a:lnTo>
                    <a:pt x="12191" y="6096"/>
                  </a:lnTo>
                  <a:lnTo>
                    <a:pt x="0" y="6096"/>
                  </a:lnTo>
                  <a:lnTo>
                    <a:pt x="0" y="12192"/>
                  </a:lnTo>
                  <a:lnTo>
                    <a:pt x="51053" y="1219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6122822" y="4228214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51053" y="0"/>
                  </a:moveTo>
                  <a:lnTo>
                    <a:pt x="51053" y="12192"/>
                  </a:lnTo>
                  <a:lnTo>
                    <a:pt x="0" y="12192"/>
                  </a:lnTo>
                  <a:lnTo>
                    <a:pt x="0" y="6096"/>
                  </a:lnTo>
                  <a:lnTo>
                    <a:pt x="12191" y="6096"/>
                  </a:lnTo>
                  <a:lnTo>
                    <a:pt x="12191" y="0"/>
                  </a:lnTo>
                  <a:lnTo>
                    <a:pt x="51053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6122822" y="4183256"/>
              <a:ext cx="12700" cy="51435"/>
            </a:xfrm>
            <a:custGeom>
              <a:avLst/>
              <a:gdLst/>
              <a:ahLst/>
              <a:cxnLst/>
              <a:rect l="l" t="t" r="r" b="b"/>
              <a:pathLst>
                <a:path w="12700" h="51435">
                  <a:moveTo>
                    <a:pt x="12191" y="51053"/>
                  </a:moveTo>
                  <a:lnTo>
                    <a:pt x="12191" y="12191"/>
                  </a:lnTo>
                  <a:lnTo>
                    <a:pt x="6095" y="12191"/>
                  </a:lnTo>
                  <a:lnTo>
                    <a:pt x="6095" y="0"/>
                  </a:lnTo>
                  <a:lnTo>
                    <a:pt x="0" y="0"/>
                  </a:lnTo>
                  <a:lnTo>
                    <a:pt x="0" y="51053"/>
                  </a:lnTo>
                  <a:lnTo>
                    <a:pt x="12191" y="5105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6122822" y="4183256"/>
              <a:ext cx="12700" cy="51435"/>
            </a:xfrm>
            <a:custGeom>
              <a:avLst/>
              <a:gdLst/>
              <a:ahLst/>
              <a:cxnLst/>
              <a:rect l="l" t="t" r="r" b="b"/>
              <a:pathLst>
                <a:path w="12700" h="51435">
                  <a:moveTo>
                    <a:pt x="12191" y="51053"/>
                  </a:moveTo>
                  <a:lnTo>
                    <a:pt x="0" y="51053"/>
                  </a:lnTo>
                  <a:lnTo>
                    <a:pt x="0" y="0"/>
                  </a:lnTo>
                  <a:lnTo>
                    <a:pt x="6095" y="0"/>
                  </a:lnTo>
                  <a:lnTo>
                    <a:pt x="6095" y="12191"/>
                  </a:lnTo>
                  <a:lnTo>
                    <a:pt x="12191" y="12191"/>
                  </a:lnTo>
                  <a:lnTo>
                    <a:pt x="12191" y="51053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6128918" y="4183256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51053" y="6095"/>
                  </a:moveTo>
                  <a:lnTo>
                    <a:pt x="51053" y="0"/>
                  </a:lnTo>
                  <a:lnTo>
                    <a:pt x="0" y="0"/>
                  </a:lnTo>
                  <a:lnTo>
                    <a:pt x="0" y="12191"/>
                  </a:lnTo>
                  <a:lnTo>
                    <a:pt x="38862" y="12191"/>
                  </a:lnTo>
                  <a:lnTo>
                    <a:pt x="38862" y="6095"/>
                  </a:lnTo>
                  <a:lnTo>
                    <a:pt x="51053" y="6095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6128918" y="4183256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0" y="12191"/>
                  </a:moveTo>
                  <a:lnTo>
                    <a:pt x="0" y="0"/>
                  </a:lnTo>
                  <a:lnTo>
                    <a:pt x="51053" y="0"/>
                  </a:lnTo>
                  <a:lnTo>
                    <a:pt x="51053" y="6095"/>
                  </a:lnTo>
                  <a:lnTo>
                    <a:pt x="38862" y="6095"/>
                  </a:lnTo>
                  <a:lnTo>
                    <a:pt x="38862" y="12191"/>
                  </a:lnTo>
                  <a:lnTo>
                    <a:pt x="0" y="12191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6175387" y="3742058"/>
              <a:ext cx="8890" cy="16510"/>
            </a:xfrm>
            <a:custGeom>
              <a:avLst/>
              <a:gdLst/>
              <a:ahLst/>
              <a:cxnLst/>
              <a:rect l="l" t="t" r="r" b="b"/>
              <a:pathLst>
                <a:path w="8889" h="16510">
                  <a:moveTo>
                    <a:pt x="8381" y="0"/>
                  </a:moveTo>
                  <a:lnTo>
                    <a:pt x="8381" y="16001"/>
                  </a:lnTo>
                  <a:lnTo>
                    <a:pt x="0" y="16001"/>
                  </a:ln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6175387" y="3742058"/>
              <a:ext cx="8890" cy="16510"/>
            </a:xfrm>
            <a:custGeom>
              <a:avLst/>
              <a:gdLst/>
              <a:ahLst/>
              <a:cxnLst/>
              <a:rect l="l" t="t" r="r" b="b"/>
              <a:pathLst>
                <a:path w="8889" h="16510">
                  <a:moveTo>
                    <a:pt x="8381" y="0"/>
                  </a:moveTo>
                  <a:lnTo>
                    <a:pt x="8381" y="16001"/>
                  </a:lnTo>
                  <a:lnTo>
                    <a:pt x="0" y="16001"/>
                  </a:ln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6183757" y="2355992"/>
              <a:ext cx="1526540" cy="1402080"/>
            </a:xfrm>
            <a:custGeom>
              <a:avLst/>
              <a:gdLst/>
              <a:ahLst/>
              <a:cxnLst/>
              <a:rect l="l" t="t" r="r" b="b"/>
              <a:pathLst>
                <a:path w="1526540" h="1402079">
                  <a:moveTo>
                    <a:pt x="1526298" y="0"/>
                  </a:moveTo>
                  <a:lnTo>
                    <a:pt x="1510296" y="0"/>
                  </a:lnTo>
                  <a:lnTo>
                    <a:pt x="1510296" y="8382"/>
                  </a:lnTo>
                  <a:lnTo>
                    <a:pt x="1526298" y="8382"/>
                  </a:lnTo>
                  <a:lnTo>
                    <a:pt x="1526298" y="0"/>
                  </a:lnTo>
                  <a:close/>
                </a:path>
                <a:path w="1526540" h="1402079">
                  <a:moveTo>
                    <a:pt x="1526540" y="1394460"/>
                  </a:moveTo>
                  <a:lnTo>
                    <a:pt x="1510030" y="1394460"/>
                  </a:lnTo>
                  <a:lnTo>
                    <a:pt x="1510030" y="1386078"/>
                  </a:lnTo>
                  <a:lnTo>
                    <a:pt x="0" y="1386078"/>
                  </a:lnTo>
                  <a:lnTo>
                    <a:pt x="0" y="1402080"/>
                  </a:lnTo>
                  <a:lnTo>
                    <a:pt x="1510030" y="1402080"/>
                  </a:lnTo>
                  <a:lnTo>
                    <a:pt x="1526540" y="1402080"/>
                  </a:lnTo>
                  <a:lnTo>
                    <a:pt x="1526540" y="139446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6183769" y="3742058"/>
              <a:ext cx="1526540" cy="16510"/>
            </a:xfrm>
            <a:custGeom>
              <a:avLst/>
              <a:gdLst/>
              <a:ahLst/>
              <a:cxnLst/>
              <a:rect l="l" t="t" r="r" b="b"/>
              <a:pathLst>
                <a:path w="1526540" h="16510">
                  <a:moveTo>
                    <a:pt x="0" y="16001"/>
                  </a:moveTo>
                  <a:lnTo>
                    <a:pt x="0" y="0"/>
                  </a:lnTo>
                  <a:lnTo>
                    <a:pt x="1510284" y="0"/>
                  </a:lnTo>
                  <a:lnTo>
                    <a:pt x="1510284" y="8381"/>
                  </a:lnTo>
                  <a:lnTo>
                    <a:pt x="1526286" y="8381"/>
                  </a:lnTo>
                  <a:lnTo>
                    <a:pt x="1526286" y="16001"/>
                  </a:lnTo>
                  <a:lnTo>
                    <a:pt x="0" y="16001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7694066" y="2364362"/>
              <a:ext cx="16510" cy="1386205"/>
            </a:xfrm>
            <a:custGeom>
              <a:avLst/>
              <a:gdLst/>
              <a:ahLst/>
              <a:cxnLst/>
              <a:rect l="l" t="t" r="r" b="b"/>
              <a:pathLst>
                <a:path w="16509" h="1386204">
                  <a:moveTo>
                    <a:pt x="16001" y="0"/>
                  </a:moveTo>
                  <a:lnTo>
                    <a:pt x="16001" y="1386077"/>
                  </a:lnTo>
                  <a:lnTo>
                    <a:pt x="0" y="1386077"/>
                  </a:lnTo>
                  <a:lnTo>
                    <a:pt x="0" y="0"/>
                  </a:lnTo>
                  <a:lnTo>
                    <a:pt x="16001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7694066" y="2364362"/>
              <a:ext cx="16510" cy="1386205"/>
            </a:xfrm>
            <a:custGeom>
              <a:avLst/>
              <a:gdLst/>
              <a:ahLst/>
              <a:cxnLst/>
              <a:rect l="l" t="t" r="r" b="b"/>
              <a:pathLst>
                <a:path w="16509" h="1386204">
                  <a:moveTo>
                    <a:pt x="16001" y="0"/>
                  </a:moveTo>
                  <a:lnTo>
                    <a:pt x="16001" y="1386077"/>
                  </a:lnTo>
                  <a:lnTo>
                    <a:pt x="0" y="1386077"/>
                  </a:lnTo>
                  <a:lnTo>
                    <a:pt x="0" y="0"/>
                  </a:lnTo>
                  <a:lnTo>
                    <a:pt x="16001" y="0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6701168" y="4597796"/>
              <a:ext cx="257175" cy="57150"/>
            </a:xfrm>
            <a:custGeom>
              <a:avLst/>
              <a:gdLst/>
              <a:ahLst/>
              <a:cxnLst/>
              <a:rect l="l" t="t" r="r" b="b"/>
              <a:pathLst>
                <a:path w="257175" h="57150">
                  <a:moveTo>
                    <a:pt x="60960" y="0"/>
                  </a:moveTo>
                  <a:lnTo>
                    <a:pt x="52578" y="0"/>
                  </a:lnTo>
                  <a:lnTo>
                    <a:pt x="52578" y="49530"/>
                  </a:lnTo>
                  <a:lnTo>
                    <a:pt x="34290" y="49530"/>
                  </a:lnTo>
                  <a:lnTo>
                    <a:pt x="34290" y="0"/>
                  </a:lnTo>
                  <a:lnTo>
                    <a:pt x="26670" y="0"/>
                  </a:lnTo>
                  <a:lnTo>
                    <a:pt x="26670" y="49530"/>
                  </a:lnTo>
                  <a:lnTo>
                    <a:pt x="7620" y="49530"/>
                  </a:lnTo>
                  <a:lnTo>
                    <a:pt x="7620" y="0"/>
                  </a:lnTo>
                  <a:lnTo>
                    <a:pt x="0" y="0"/>
                  </a:lnTo>
                  <a:lnTo>
                    <a:pt x="0" y="56388"/>
                  </a:lnTo>
                  <a:lnTo>
                    <a:pt x="60960" y="56388"/>
                  </a:lnTo>
                  <a:lnTo>
                    <a:pt x="60960" y="0"/>
                  </a:lnTo>
                  <a:close/>
                </a:path>
                <a:path w="257175" h="57150">
                  <a:moveTo>
                    <a:pt x="107442" y="15240"/>
                  </a:moveTo>
                  <a:lnTo>
                    <a:pt x="75438" y="15240"/>
                  </a:lnTo>
                  <a:lnTo>
                    <a:pt x="75438" y="45720"/>
                  </a:lnTo>
                  <a:lnTo>
                    <a:pt x="74676" y="48006"/>
                  </a:lnTo>
                  <a:lnTo>
                    <a:pt x="74676" y="49530"/>
                  </a:lnTo>
                  <a:lnTo>
                    <a:pt x="73914" y="49530"/>
                  </a:lnTo>
                  <a:lnTo>
                    <a:pt x="73914" y="50292"/>
                  </a:lnTo>
                  <a:lnTo>
                    <a:pt x="67818" y="50292"/>
                  </a:lnTo>
                  <a:lnTo>
                    <a:pt x="67818" y="56388"/>
                  </a:lnTo>
                  <a:lnTo>
                    <a:pt x="71628" y="56388"/>
                  </a:lnTo>
                  <a:lnTo>
                    <a:pt x="73152" y="57150"/>
                  </a:lnTo>
                  <a:lnTo>
                    <a:pt x="77724" y="55626"/>
                  </a:lnTo>
                  <a:lnTo>
                    <a:pt x="79248" y="54864"/>
                  </a:lnTo>
                  <a:lnTo>
                    <a:pt x="80010" y="54102"/>
                  </a:lnTo>
                  <a:lnTo>
                    <a:pt x="81534" y="51054"/>
                  </a:lnTo>
                  <a:lnTo>
                    <a:pt x="81534" y="48768"/>
                  </a:lnTo>
                  <a:lnTo>
                    <a:pt x="82296" y="45720"/>
                  </a:lnTo>
                  <a:lnTo>
                    <a:pt x="82296" y="21336"/>
                  </a:lnTo>
                  <a:lnTo>
                    <a:pt x="100584" y="21336"/>
                  </a:lnTo>
                  <a:lnTo>
                    <a:pt x="100584" y="56388"/>
                  </a:lnTo>
                  <a:lnTo>
                    <a:pt x="107442" y="56388"/>
                  </a:lnTo>
                  <a:lnTo>
                    <a:pt x="107442" y="15240"/>
                  </a:lnTo>
                  <a:close/>
                </a:path>
                <a:path w="257175" h="57150">
                  <a:moveTo>
                    <a:pt x="168402" y="31242"/>
                  </a:moveTo>
                  <a:lnTo>
                    <a:pt x="167640" y="27432"/>
                  </a:lnTo>
                  <a:lnTo>
                    <a:pt x="166116" y="23622"/>
                  </a:lnTo>
                  <a:lnTo>
                    <a:pt x="163068" y="19050"/>
                  </a:lnTo>
                  <a:lnTo>
                    <a:pt x="161544" y="17907"/>
                  </a:lnTo>
                  <a:lnTo>
                    <a:pt x="161544" y="31242"/>
                  </a:lnTo>
                  <a:lnTo>
                    <a:pt x="161544" y="41148"/>
                  </a:lnTo>
                  <a:lnTo>
                    <a:pt x="150114" y="51816"/>
                  </a:lnTo>
                  <a:lnTo>
                    <a:pt x="147828" y="51054"/>
                  </a:lnTo>
                  <a:lnTo>
                    <a:pt x="144780" y="50292"/>
                  </a:lnTo>
                  <a:lnTo>
                    <a:pt x="142494" y="48006"/>
                  </a:lnTo>
                  <a:lnTo>
                    <a:pt x="140970" y="44196"/>
                  </a:lnTo>
                  <a:lnTo>
                    <a:pt x="140208" y="40386"/>
                  </a:lnTo>
                  <a:lnTo>
                    <a:pt x="140208" y="31242"/>
                  </a:lnTo>
                  <a:lnTo>
                    <a:pt x="140970" y="27432"/>
                  </a:lnTo>
                  <a:lnTo>
                    <a:pt x="142494" y="24384"/>
                  </a:lnTo>
                  <a:lnTo>
                    <a:pt x="144780" y="22098"/>
                  </a:lnTo>
                  <a:lnTo>
                    <a:pt x="147828" y="20574"/>
                  </a:lnTo>
                  <a:lnTo>
                    <a:pt x="154686" y="20574"/>
                  </a:lnTo>
                  <a:lnTo>
                    <a:pt x="156972" y="22098"/>
                  </a:lnTo>
                  <a:lnTo>
                    <a:pt x="159258" y="24384"/>
                  </a:lnTo>
                  <a:lnTo>
                    <a:pt x="160782" y="27432"/>
                  </a:lnTo>
                  <a:lnTo>
                    <a:pt x="161544" y="31242"/>
                  </a:lnTo>
                  <a:lnTo>
                    <a:pt x="161544" y="17907"/>
                  </a:lnTo>
                  <a:lnTo>
                    <a:pt x="160020" y="16764"/>
                  </a:lnTo>
                  <a:lnTo>
                    <a:pt x="157734" y="16002"/>
                  </a:lnTo>
                  <a:lnTo>
                    <a:pt x="154686" y="14478"/>
                  </a:lnTo>
                  <a:lnTo>
                    <a:pt x="145542" y="14478"/>
                  </a:lnTo>
                  <a:lnTo>
                    <a:pt x="141732" y="16002"/>
                  </a:lnTo>
                  <a:lnTo>
                    <a:pt x="135636" y="22098"/>
                  </a:lnTo>
                  <a:lnTo>
                    <a:pt x="134112" y="26670"/>
                  </a:lnTo>
                  <a:lnTo>
                    <a:pt x="133350" y="32004"/>
                  </a:lnTo>
                  <a:lnTo>
                    <a:pt x="124206" y="32004"/>
                  </a:lnTo>
                  <a:lnTo>
                    <a:pt x="124206" y="15240"/>
                  </a:lnTo>
                  <a:lnTo>
                    <a:pt x="118110" y="15240"/>
                  </a:lnTo>
                  <a:lnTo>
                    <a:pt x="118110" y="56388"/>
                  </a:lnTo>
                  <a:lnTo>
                    <a:pt x="124206" y="56388"/>
                  </a:lnTo>
                  <a:lnTo>
                    <a:pt x="124206" y="38100"/>
                  </a:lnTo>
                  <a:lnTo>
                    <a:pt x="133350" y="38100"/>
                  </a:lnTo>
                  <a:lnTo>
                    <a:pt x="134112" y="43434"/>
                  </a:lnTo>
                  <a:lnTo>
                    <a:pt x="135636" y="48768"/>
                  </a:lnTo>
                  <a:lnTo>
                    <a:pt x="137922" y="52578"/>
                  </a:lnTo>
                  <a:lnTo>
                    <a:pt x="140208" y="53949"/>
                  </a:lnTo>
                  <a:lnTo>
                    <a:pt x="141732" y="54864"/>
                  </a:lnTo>
                  <a:lnTo>
                    <a:pt x="145542" y="56388"/>
                  </a:lnTo>
                  <a:lnTo>
                    <a:pt x="150114" y="57150"/>
                  </a:lnTo>
                  <a:lnTo>
                    <a:pt x="156210" y="56388"/>
                  </a:lnTo>
                  <a:lnTo>
                    <a:pt x="160020" y="54864"/>
                  </a:lnTo>
                  <a:lnTo>
                    <a:pt x="161544" y="53644"/>
                  </a:lnTo>
                  <a:lnTo>
                    <a:pt x="163830" y="51816"/>
                  </a:lnTo>
                  <a:lnTo>
                    <a:pt x="166878" y="47244"/>
                  </a:lnTo>
                  <a:lnTo>
                    <a:pt x="168402" y="41910"/>
                  </a:lnTo>
                  <a:lnTo>
                    <a:pt x="168402" y="31242"/>
                  </a:lnTo>
                  <a:close/>
                </a:path>
                <a:path w="257175" h="57150">
                  <a:moveTo>
                    <a:pt x="204965" y="44958"/>
                  </a:moveTo>
                  <a:lnTo>
                    <a:pt x="203441" y="38862"/>
                  </a:lnTo>
                  <a:lnTo>
                    <a:pt x="198869" y="34290"/>
                  </a:lnTo>
                  <a:lnTo>
                    <a:pt x="203441" y="28956"/>
                  </a:lnTo>
                  <a:lnTo>
                    <a:pt x="202679" y="22098"/>
                  </a:lnTo>
                  <a:lnTo>
                    <a:pt x="200393" y="18288"/>
                  </a:lnTo>
                  <a:lnTo>
                    <a:pt x="192773" y="14478"/>
                  </a:lnTo>
                  <a:lnTo>
                    <a:pt x="184391" y="15240"/>
                  </a:lnTo>
                  <a:lnTo>
                    <a:pt x="176771" y="20574"/>
                  </a:lnTo>
                  <a:lnTo>
                    <a:pt x="174485" y="25908"/>
                  </a:lnTo>
                  <a:lnTo>
                    <a:pt x="181343" y="26670"/>
                  </a:lnTo>
                  <a:lnTo>
                    <a:pt x="184391" y="22098"/>
                  </a:lnTo>
                  <a:lnTo>
                    <a:pt x="189725" y="19812"/>
                  </a:lnTo>
                  <a:lnTo>
                    <a:pt x="194297" y="22098"/>
                  </a:lnTo>
                  <a:lnTo>
                    <a:pt x="195821" y="25908"/>
                  </a:lnTo>
                  <a:lnTo>
                    <a:pt x="193535" y="31242"/>
                  </a:lnTo>
                  <a:lnTo>
                    <a:pt x="185915" y="32004"/>
                  </a:lnTo>
                  <a:lnTo>
                    <a:pt x="185915" y="37338"/>
                  </a:lnTo>
                  <a:lnTo>
                    <a:pt x="193535" y="38100"/>
                  </a:lnTo>
                  <a:lnTo>
                    <a:pt x="197345" y="41910"/>
                  </a:lnTo>
                  <a:lnTo>
                    <a:pt x="197345" y="47244"/>
                  </a:lnTo>
                  <a:lnTo>
                    <a:pt x="195821" y="49530"/>
                  </a:lnTo>
                  <a:lnTo>
                    <a:pt x="189725" y="51816"/>
                  </a:lnTo>
                  <a:lnTo>
                    <a:pt x="183629" y="49530"/>
                  </a:lnTo>
                  <a:lnTo>
                    <a:pt x="179819" y="43434"/>
                  </a:lnTo>
                  <a:lnTo>
                    <a:pt x="173723" y="44958"/>
                  </a:lnTo>
                  <a:lnTo>
                    <a:pt x="175247" y="50292"/>
                  </a:lnTo>
                  <a:lnTo>
                    <a:pt x="179057" y="54102"/>
                  </a:lnTo>
                  <a:lnTo>
                    <a:pt x="183629" y="56388"/>
                  </a:lnTo>
                  <a:lnTo>
                    <a:pt x="189725" y="57150"/>
                  </a:lnTo>
                  <a:lnTo>
                    <a:pt x="195821" y="56388"/>
                  </a:lnTo>
                  <a:lnTo>
                    <a:pt x="202679" y="51816"/>
                  </a:lnTo>
                  <a:lnTo>
                    <a:pt x="204965" y="44958"/>
                  </a:lnTo>
                  <a:close/>
                </a:path>
                <a:path w="257175" h="57150">
                  <a:moveTo>
                    <a:pt x="256781" y="25908"/>
                  </a:moveTo>
                  <a:lnTo>
                    <a:pt x="256019" y="18288"/>
                  </a:lnTo>
                  <a:lnTo>
                    <a:pt x="251447" y="12954"/>
                  </a:lnTo>
                  <a:lnTo>
                    <a:pt x="242303" y="10668"/>
                  </a:lnTo>
                  <a:lnTo>
                    <a:pt x="234683" y="12954"/>
                  </a:lnTo>
                  <a:lnTo>
                    <a:pt x="229349" y="18288"/>
                  </a:lnTo>
                  <a:lnTo>
                    <a:pt x="227825" y="23622"/>
                  </a:lnTo>
                  <a:lnTo>
                    <a:pt x="233921" y="24384"/>
                  </a:lnTo>
                  <a:lnTo>
                    <a:pt x="236207" y="18288"/>
                  </a:lnTo>
                  <a:lnTo>
                    <a:pt x="242303" y="15240"/>
                  </a:lnTo>
                  <a:lnTo>
                    <a:pt x="246113" y="16002"/>
                  </a:lnTo>
                  <a:lnTo>
                    <a:pt x="250685" y="20574"/>
                  </a:lnTo>
                  <a:lnTo>
                    <a:pt x="251447" y="23622"/>
                  </a:lnTo>
                  <a:lnTo>
                    <a:pt x="249161" y="29718"/>
                  </a:lnTo>
                  <a:lnTo>
                    <a:pt x="229349" y="49530"/>
                  </a:lnTo>
                  <a:lnTo>
                    <a:pt x="227063" y="56388"/>
                  </a:lnTo>
                  <a:lnTo>
                    <a:pt x="256781" y="56388"/>
                  </a:lnTo>
                  <a:lnTo>
                    <a:pt x="256781" y="51054"/>
                  </a:lnTo>
                  <a:lnTo>
                    <a:pt x="234683" y="51054"/>
                  </a:lnTo>
                  <a:lnTo>
                    <a:pt x="252209" y="34290"/>
                  </a:lnTo>
                  <a:lnTo>
                    <a:pt x="256781" y="2590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7610246" y="2240156"/>
              <a:ext cx="143510" cy="32384"/>
            </a:xfrm>
            <a:custGeom>
              <a:avLst/>
              <a:gdLst/>
              <a:ahLst/>
              <a:cxnLst/>
              <a:rect l="l" t="t" r="r" b="b"/>
              <a:pathLst>
                <a:path w="143509" h="32385">
                  <a:moveTo>
                    <a:pt x="143256" y="16001"/>
                  </a:moveTo>
                  <a:lnTo>
                    <a:pt x="133350" y="8381"/>
                  </a:lnTo>
                  <a:lnTo>
                    <a:pt x="107442" y="2285"/>
                  </a:lnTo>
                  <a:lnTo>
                    <a:pt x="71628" y="0"/>
                  </a:lnTo>
                  <a:lnTo>
                    <a:pt x="35052" y="2285"/>
                  </a:lnTo>
                  <a:lnTo>
                    <a:pt x="9906" y="8381"/>
                  </a:lnTo>
                  <a:lnTo>
                    <a:pt x="0" y="16001"/>
                  </a:lnTo>
                  <a:lnTo>
                    <a:pt x="9906" y="24383"/>
                  </a:lnTo>
                  <a:lnTo>
                    <a:pt x="35052" y="29717"/>
                  </a:lnTo>
                  <a:lnTo>
                    <a:pt x="71628" y="32003"/>
                  </a:lnTo>
                  <a:lnTo>
                    <a:pt x="107442" y="29717"/>
                  </a:lnTo>
                  <a:lnTo>
                    <a:pt x="133350" y="24383"/>
                  </a:lnTo>
                  <a:lnTo>
                    <a:pt x="143256" y="1600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7610246" y="2240156"/>
              <a:ext cx="143510" cy="32384"/>
            </a:xfrm>
            <a:custGeom>
              <a:avLst/>
              <a:gdLst/>
              <a:ahLst/>
              <a:cxnLst/>
              <a:rect l="l" t="t" r="r" b="b"/>
              <a:pathLst>
                <a:path w="143509" h="32385">
                  <a:moveTo>
                    <a:pt x="0" y="16001"/>
                  </a:moveTo>
                  <a:lnTo>
                    <a:pt x="9906" y="24383"/>
                  </a:lnTo>
                  <a:lnTo>
                    <a:pt x="35052" y="29717"/>
                  </a:lnTo>
                  <a:lnTo>
                    <a:pt x="71628" y="32003"/>
                  </a:lnTo>
                  <a:lnTo>
                    <a:pt x="107442" y="29717"/>
                  </a:lnTo>
                  <a:lnTo>
                    <a:pt x="133350" y="24383"/>
                  </a:lnTo>
                  <a:lnTo>
                    <a:pt x="143256" y="16001"/>
                  </a:lnTo>
                  <a:lnTo>
                    <a:pt x="133350" y="8381"/>
                  </a:lnTo>
                  <a:lnTo>
                    <a:pt x="107442" y="2285"/>
                  </a:lnTo>
                  <a:lnTo>
                    <a:pt x="71628" y="0"/>
                  </a:lnTo>
                  <a:lnTo>
                    <a:pt x="35052" y="2285"/>
                  </a:lnTo>
                  <a:lnTo>
                    <a:pt x="9906" y="8381"/>
                  </a:lnTo>
                  <a:lnTo>
                    <a:pt x="0" y="160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7615580" y="2240156"/>
              <a:ext cx="132715" cy="13335"/>
            </a:xfrm>
            <a:custGeom>
              <a:avLst/>
              <a:gdLst/>
              <a:ahLst/>
              <a:cxnLst/>
              <a:rect l="l" t="t" r="r" b="b"/>
              <a:pathLst>
                <a:path w="132715" h="13335">
                  <a:moveTo>
                    <a:pt x="132588" y="12954"/>
                  </a:moveTo>
                  <a:lnTo>
                    <a:pt x="132588" y="0"/>
                  </a:lnTo>
                  <a:lnTo>
                    <a:pt x="0" y="0"/>
                  </a:lnTo>
                  <a:lnTo>
                    <a:pt x="0" y="12954"/>
                  </a:lnTo>
                  <a:lnTo>
                    <a:pt x="132588" y="1295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7615199" y="2240156"/>
              <a:ext cx="133350" cy="13335"/>
            </a:xfrm>
            <a:custGeom>
              <a:avLst/>
              <a:gdLst/>
              <a:ahLst/>
              <a:cxnLst/>
              <a:rect l="l" t="t" r="r" b="b"/>
              <a:pathLst>
                <a:path w="133350" h="13335">
                  <a:moveTo>
                    <a:pt x="0" y="13334"/>
                  </a:moveTo>
                  <a:lnTo>
                    <a:pt x="133350" y="13334"/>
                  </a:lnTo>
                  <a:lnTo>
                    <a:pt x="133350" y="0"/>
                  </a:lnTo>
                  <a:lnTo>
                    <a:pt x="0" y="0"/>
                  </a:lnTo>
                  <a:lnTo>
                    <a:pt x="0" y="13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7653680" y="2235584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10668" y="4572"/>
                  </a:moveTo>
                  <a:lnTo>
                    <a:pt x="9906" y="2286"/>
                  </a:lnTo>
                  <a:lnTo>
                    <a:pt x="8382" y="762"/>
                  </a:lnTo>
                  <a:lnTo>
                    <a:pt x="5334" y="0"/>
                  </a:lnTo>
                  <a:lnTo>
                    <a:pt x="2285" y="762"/>
                  </a:lnTo>
                  <a:lnTo>
                    <a:pt x="761" y="2286"/>
                  </a:lnTo>
                  <a:lnTo>
                    <a:pt x="0" y="4572"/>
                  </a:lnTo>
                  <a:lnTo>
                    <a:pt x="762" y="7620"/>
                  </a:lnTo>
                  <a:lnTo>
                    <a:pt x="2286" y="9144"/>
                  </a:lnTo>
                  <a:lnTo>
                    <a:pt x="8382" y="9144"/>
                  </a:lnTo>
                  <a:lnTo>
                    <a:pt x="9906" y="7620"/>
                  </a:lnTo>
                  <a:lnTo>
                    <a:pt x="10668" y="45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7653680" y="2235584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0" y="4572"/>
                  </a:moveTo>
                  <a:lnTo>
                    <a:pt x="762" y="7620"/>
                  </a:lnTo>
                  <a:lnTo>
                    <a:pt x="2286" y="9144"/>
                  </a:lnTo>
                  <a:lnTo>
                    <a:pt x="8382" y="9144"/>
                  </a:lnTo>
                  <a:lnTo>
                    <a:pt x="9906" y="7620"/>
                  </a:lnTo>
                  <a:lnTo>
                    <a:pt x="10668" y="4572"/>
                  </a:lnTo>
                  <a:lnTo>
                    <a:pt x="9906" y="2286"/>
                  </a:lnTo>
                  <a:lnTo>
                    <a:pt x="8382" y="762"/>
                  </a:lnTo>
                  <a:lnTo>
                    <a:pt x="5334" y="0"/>
                  </a:lnTo>
                  <a:lnTo>
                    <a:pt x="2285" y="762"/>
                  </a:lnTo>
                  <a:lnTo>
                    <a:pt x="761" y="2286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7653680" y="2234822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10668" y="4572"/>
                  </a:moveTo>
                  <a:lnTo>
                    <a:pt x="9906" y="2286"/>
                  </a:lnTo>
                  <a:lnTo>
                    <a:pt x="8382" y="762"/>
                  </a:lnTo>
                  <a:lnTo>
                    <a:pt x="5334" y="0"/>
                  </a:lnTo>
                  <a:lnTo>
                    <a:pt x="2285" y="762"/>
                  </a:lnTo>
                  <a:lnTo>
                    <a:pt x="761" y="2286"/>
                  </a:lnTo>
                  <a:lnTo>
                    <a:pt x="0" y="4572"/>
                  </a:lnTo>
                  <a:lnTo>
                    <a:pt x="762" y="6858"/>
                  </a:lnTo>
                  <a:lnTo>
                    <a:pt x="2286" y="9144"/>
                  </a:lnTo>
                  <a:lnTo>
                    <a:pt x="8382" y="9144"/>
                  </a:lnTo>
                  <a:lnTo>
                    <a:pt x="9906" y="6858"/>
                  </a:lnTo>
                  <a:lnTo>
                    <a:pt x="10668" y="45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7653680" y="2234822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0" y="4572"/>
                  </a:moveTo>
                  <a:lnTo>
                    <a:pt x="762" y="6858"/>
                  </a:lnTo>
                  <a:lnTo>
                    <a:pt x="2286" y="9144"/>
                  </a:lnTo>
                  <a:lnTo>
                    <a:pt x="8382" y="9144"/>
                  </a:lnTo>
                  <a:lnTo>
                    <a:pt x="9906" y="6858"/>
                  </a:lnTo>
                  <a:lnTo>
                    <a:pt x="10668" y="4572"/>
                  </a:lnTo>
                  <a:lnTo>
                    <a:pt x="9906" y="2286"/>
                  </a:lnTo>
                  <a:lnTo>
                    <a:pt x="8382" y="762"/>
                  </a:lnTo>
                  <a:lnTo>
                    <a:pt x="5334" y="0"/>
                  </a:lnTo>
                  <a:lnTo>
                    <a:pt x="2285" y="762"/>
                  </a:lnTo>
                  <a:lnTo>
                    <a:pt x="761" y="2286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7641488" y="2236132"/>
              <a:ext cx="10795" cy="8890"/>
            </a:xfrm>
            <a:custGeom>
              <a:avLst/>
              <a:gdLst/>
              <a:ahLst/>
              <a:cxnLst/>
              <a:rect l="l" t="t" r="r" b="b"/>
              <a:pathLst>
                <a:path w="10795" h="8889">
                  <a:moveTo>
                    <a:pt x="10520" y="4167"/>
                  </a:moveTo>
                  <a:lnTo>
                    <a:pt x="7907" y="0"/>
                  </a:lnTo>
                  <a:lnTo>
                    <a:pt x="761" y="1738"/>
                  </a:lnTo>
                  <a:lnTo>
                    <a:pt x="0" y="4024"/>
                  </a:lnTo>
                  <a:lnTo>
                    <a:pt x="762" y="7072"/>
                  </a:lnTo>
                  <a:lnTo>
                    <a:pt x="8254" y="8453"/>
                  </a:lnTo>
                  <a:lnTo>
                    <a:pt x="10520" y="416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7641488" y="2236132"/>
              <a:ext cx="10795" cy="8890"/>
            </a:xfrm>
            <a:custGeom>
              <a:avLst/>
              <a:gdLst/>
              <a:ahLst/>
              <a:cxnLst/>
              <a:rect l="l" t="t" r="r" b="b"/>
              <a:pathLst>
                <a:path w="10795" h="8889">
                  <a:moveTo>
                    <a:pt x="0" y="4024"/>
                  </a:moveTo>
                  <a:lnTo>
                    <a:pt x="762" y="7072"/>
                  </a:lnTo>
                  <a:lnTo>
                    <a:pt x="8254" y="8453"/>
                  </a:lnTo>
                  <a:lnTo>
                    <a:pt x="10520" y="4167"/>
                  </a:lnTo>
                  <a:lnTo>
                    <a:pt x="7907" y="0"/>
                  </a:lnTo>
                  <a:lnTo>
                    <a:pt x="761" y="1738"/>
                  </a:lnTo>
                  <a:lnTo>
                    <a:pt x="0" y="40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7641488" y="2234822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10668" y="4572"/>
                  </a:moveTo>
                  <a:lnTo>
                    <a:pt x="9906" y="2286"/>
                  </a:lnTo>
                  <a:lnTo>
                    <a:pt x="7620" y="762"/>
                  </a:lnTo>
                  <a:lnTo>
                    <a:pt x="5334" y="0"/>
                  </a:lnTo>
                  <a:lnTo>
                    <a:pt x="3047" y="762"/>
                  </a:lnTo>
                  <a:lnTo>
                    <a:pt x="761" y="2286"/>
                  </a:lnTo>
                  <a:lnTo>
                    <a:pt x="0" y="4572"/>
                  </a:lnTo>
                  <a:lnTo>
                    <a:pt x="762" y="6858"/>
                  </a:lnTo>
                  <a:lnTo>
                    <a:pt x="3048" y="9144"/>
                  </a:lnTo>
                  <a:lnTo>
                    <a:pt x="7620" y="9144"/>
                  </a:lnTo>
                  <a:lnTo>
                    <a:pt x="9906" y="6858"/>
                  </a:lnTo>
                  <a:lnTo>
                    <a:pt x="10668" y="45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7641488" y="2234822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0" y="4572"/>
                  </a:moveTo>
                  <a:lnTo>
                    <a:pt x="762" y="6858"/>
                  </a:lnTo>
                  <a:lnTo>
                    <a:pt x="3048" y="9144"/>
                  </a:lnTo>
                  <a:lnTo>
                    <a:pt x="7620" y="9144"/>
                  </a:lnTo>
                  <a:lnTo>
                    <a:pt x="9906" y="6858"/>
                  </a:lnTo>
                  <a:lnTo>
                    <a:pt x="10668" y="4572"/>
                  </a:lnTo>
                  <a:lnTo>
                    <a:pt x="9906" y="2286"/>
                  </a:lnTo>
                  <a:lnTo>
                    <a:pt x="7620" y="762"/>
                  </a:lnTo>
                  <a:lnTo>
                    <a:pt x="5334" y="0"/>
                  </a:lnTo>
                  <a:lnTo>
                    <a:pt x="3047" y="762"/>
                  </a:lnTo>
                  <a:lnTo>
                    <a:pt x="761" y="2286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7630045" y="2235584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59" h="9525">
                  <a:moveTo>
                    <a:pt x="9906" y="4572"/>
                  </a:moveTo>
                  <a:lnTo>
                    <a:pt x="9144" y="2286"/>
                  </a:lnTo>
                  <a:lnTo>
                    <a:pt x="7620" y="762"/>
                  </a:lnTo>
                  <a:lnTo>
                    <a:pt x="4572" y="0"/>
                  </a:lnTo>
                  <a:lnTo>
                    <a:pt x="2285" y="762"/>
                  </a:lnTo>
                  <a:lnTo>
                    <a:pt x="761" y="2286"/>
                  </a:lnTo>
                  <a:lnTo>
                    <a:pt x="0" y="4572"/>
                  </a:lnTo>
                  <a:lnTo>
                    <a:pt x="762" y="7620"/>
                  </a:lnTo>
                  <a:lnTo>
                    <a:pt x="2286" y="9144"/>
                  </a:lnTo>
                  <a:lnTo>
                    <a:pt x="7620" y="9144"/>
                  </a:lnTo>
                  <a:lnTo>
                    <a:pt x="9144" y="7620"/>
                  </a:lnTo>
                  <a:lnTo>
                    <a:pt x="9906" y="45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7630045" y="2235584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59" h="9525">
                  <a:moveTo>
                    <a:pt x="0" y="4572"/>
                  </a:moveTo>
                  <a:lnTo>
                    <a:pt x="762" y="7620"/>
                  </a:lnTo>
                  <a:lnTo>
                    <a:pt x="2286" y="9144"/>
                  </a:lnTo>
                  <a:lnTo>
                    <a:pt x="7620" y="9144"/>
                  </a:lnTo>
                  <a:lnTo>
                    <a:pt x="9144" y="7620"/>
                  </a:lnTo>
                  <a:lnTo>
                    <a:pt x="9906" y="4572"/>
                  </a:lnTo>
                  <a:lnTo>
                    <a:pt x="9144" y="2286"/>
                  </a:lnTo>
                  <a:lnTo>
                    <a:pt x="7620" y="762"/>
                  </a:lnTo>
                  <a:lnTo>
                    <a:pt x="4572" y="0"/>
                  </a:lnTo>
                  <a:lnTo>
                    <a:pt x="2285" y="762"/>
                  </a:lnTo>
                  <a:lnTo>
                    <a:pt x="761" y="2286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7630045" y="2234822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59" h="9525">
                  <a:moveTo>
                    <a:pt x="9906" y="4572"/>
                  </a:moveTo>
                  <a:lnTo>
                    <a:pt x="9144" y="2286"/>
                  </a:lnTo>
                  <a:lnTo>
                    <a:pt x="7620" y="762"/>
                  </a:lnTo>
                  <a:lnTo>
                    <a:pt x="4572" y="0"/>
                  </a:lnTo>
                  <a:lnTo>
                    <a:pt x="2285" y="762"/>
                  </a:lnTo>
                  <a:lnTo>
                    <a:pt x="761" y="2286"/>
                  </a:lnTo>
                  <a:lnTo>
                    <a:pt x="0" y="4572"/>
                  </a:lnTo>
                  <a:lnTo>
                    <a:pt x="762" y="6858"/>
                  </a:lnTo>
                  <a:lnTo>
                    <a:pt x="2286" y="9144"/>
                  </a:lnTo>
                  <a:lnTo>
                    <a:pt x="7620" y="9144"/>
                  </a:lnTo>
                  <a:lnTo>
                    <a:pt x="9144" y="6858"/>
                  </a:lnTo>
                  <a:lnTo>
                    <a:pt x="9906" y="45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7630045" y="2234822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59" h="9525">
                  <a:moveTo>
                    <a:pt x="0" y="4572"/>
                  </a:moveTo>
                  <a:lnTo>
                    <a:pt x="762" y="6858"/>
                  </a:lnTo>
                  <a:lnTo>
                    <a:pt x="2286" y="9144"/>
                  </a:lnTo>
                  <a:lnTo>
                    <a:pt x="7620" y="9144"/>
                  </a:lnTo>
                  <a:lnTo>
                    <a:pt x="9144" y="6858"/>
                  </a:lnTo>
                  <a:lnTo>
                    <a:pt x="9906" y="4572"/>
                  </a:lnTo>
                  <a:lnTo>
                    <a:pt x="9144" y="2286"/>
                  </a:lnTo>
                  <a:lnTo>
                    <a:pt x="7620" y="762"/>
                  </a:lnTo>
                  <a:lnTo>
                    <a:pt x="4572" y="0"/>
                  </a:lnTo>
                  <a:lnTo>
                    <a:pt x="2285" y="762"/>
                  </a:lnTo>
                  <a:lnTo>
                    <a:pt x="761" y="2286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7693304" y="2235584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10668" y="4572"/>
                  </a:moveTo>
                  <a:lnTo>
                    <a:pt x="9906" y="2286"/>
                  </a:lnTo>
                  <a:lnTo>
                    <a:pt x="7620" y="762"/>
                  </a:lnTo>
                  <a:lnTo>
                    <a:pt x="5334" y="0"/>
                  </a:lnTo>
                  <a:lnTo>
                    <a:pt x="2285" y="762"/>
                  </a:lnTo>
                  <a:lnTo>
                    <a:pt x="761" y="2286"/>
                  </a:lnTo>
                  <a:lnTo>
                    <a:pt x="0" y="4572"/>
                  </a:lnTo>
                  <a:lnTo>
                    <a:pt x="762" y="7620"/>
                  </a:lnTo>
                  <a:lnTo>
                    <a:pt x="2286" y="9144"/>
                  </a:lnTo>
                  <a:lnTo>
                    <a:pt x="7620" y="9144"/>
                  </a:lnTo>
                  <a:lnTo>
                    <a:pt x="9906" y="7620"/>
                  </a:lnTo>
                  <a:lnTo>
                    <a:pt x="10668" y="45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7693304" y="2235584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0" y="4572"/>
                  </a:moveTo>
                  <a:lnTo>
                    <a:pt x="762" y="7620"/>
                  </a:lnTo>
                  <a:lnTo>
                    <a:pt x="2286" y="9144"/>
                  </a:lnTo>
                  <a:lnTo>
                    <a:pt x="7620" y="9144"/>
                  </a:lnTo>
                  <a:lnTo>
                    <a:pt x="9906" y="7620"/>
                  </a:lnTo>
                  <a:lnTo>
                    <a:pt x="10668" y="4572"/>
                  </a:lnTo>
                  <a:lnTo>
                    <a:pt x="9906" y="2286"/>
                  </a:lnTo>
                  <a:lnTo>
                    <a:pt x="7620" y="762"/>
                  </a:lnTo>
                  <a:lnTo>
                    <a:pt x="5334" y="0"/>
                  </a:lnTo>
                  <a:lnTo>
                    <a:pt x="2285" y="762"/>
                  </a:lnTo>
                  <a:lnTo>
                    <a:pt x="761" y="2286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7693304" y="2234822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10668" y="4572"/>
                  </a:moveTo>
                  <a:lnTo>
                    <a:pt x="9906" y="2286"/>
                  </a:lnTo>
                  <a:lnTo>
                    <a:pt x="7620" y="762"/>
                  </a:lnTo>
                  <a:lnTo>
                    <a:pt x="5334" y="0"/>
                  </a:lnTo>
                  <a:lnTo>
                    <a:pt x="2285" y="762"/>
                  </a:lnTo>
                  <a:lnTo>
                    <a:pt x="761" y="2286"/>
                  </a:lnTo>
                  <a:lnTo>
                    <a:pt x="0" y="4572"/>
                  </a:lnTo>
                  <a:lnTo>
                    <a:pt x="762" y="6858"/>
                  </a:lnTo>
                  <a:lnTo>
                    <a:pt x="2286" y="9144"/>
                  </a:lnTo>
                  <a:lnTo>
                    <a:pt x="7620" y="9144"/>
                  </a:lnTo>
                  <a:lnTo>
                    <a:pt x="9906" y="6858"/>
                  </a:lnTo>
                  <a:lnTo>
                    <a:pt x="10668" y="45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7693304" y="2234822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0" y="4572"/>
                  </a:moveTo>
                  <a:lnTo>
                    <a:pt x="762" y="6858"/>
                  </a:lnTo>
                  <a:lnTo>
                    <a:pt x="2286" y="9144"/>
                  </a:lnTo>
                  <a:lnTo>
                    <a:pt x="7620" y="9144"/>
                  </a:lnTo>
                  <a:lnTo>
                    <a:pt x="9906" y="6858"/>
                  </a:lnTo>
                  <a:lnTo>
                    <a:pt x="10668" y="4572"/>
                  </a:lnTo>
                  <a:lnTo>
                    <a:pt x="9906" y="2286"/>
                  </a:lnTo>
                  <a:lnTo>
                    <a:pt x="7620" y="762"/>
                  </a:lnTo>
                  <a:lnTo>
                    <a:pt x="5334" y="0"/>
                  </a:lnTo>
                  <a:lnTo>
                    <a:pt x="2285" y="762"/>
                  </a:lnTo>
                  <a:lnTo>
                    <a:pt x="761" y="2286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7610246" y="2256158"/>
              <a:ext cx="143510" cy="24130"/>
            </a:xfrm>
            <a:custGeom>
              <a:avLst/>
              <a:gdLst/>
              <a:ahLst/>
              <a:cxnLst/>
              <a:rect l="l" t="t" r="r" b="b"/>
              <a:pathLst>
                <a:path w="143509" h="24130">
                  <a:moveTo>
                    <a:pt x="143256" y="7619"/>
                  </a:moveTo>
                  <a:lnTo>
                    <a:pt x="143256" y="0"/>
                  </a:lnTo>
                  <a:lnTo>
                    <a:pt x="140970" y="3809"/>
                  </a:lnTo>
                  <a:lnTo>
                    <a:pt x="122682" y="11429"/>
                  </a:lnTo>
                  <a:lnTo>
                    <a:pt x="71628" y="16001"/>
                  </a:lnTo>
                  <a:lnTo>
                    <a:pt x="21336" y="11429"/>
                  </a:lnTo>
                  <a:lnTo>
                    <a:pt x="3048" y="3810"/>
                  </a:lnTo>
                  <a:lnTo>
                    <a:pt x="0" y="0"/>
                  </a:lnTo>
                  <a:lnTo>
                    <a:pt x="0" y="7620"/>
                  </a:lnTo>
                  <a:lnTo>
                    <a:pt x="2286" y="11430"/>
                  </a:lnTo>
                  <a:lnTo>
                    <a:pt x="20574" y="19050"/>
                  </a:lnTo>
                  <a:lnTo>
                    <a:pt x="71628" y="23621"/>
                  </a:lnTo>
                  <a:lnTo>
                    <a:pt x="121920" y="19049"/>
                  </a:lnTo>
                  <a:lnTo>
                    <a:pt x="140208" y="11429"/>
                  </a:lnTo>
                  <a:lnTo>
                    <a:pt x="143256" y="76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7610246" y="2256158"/>
              <a:ext cx="143510" cy="24130"/>
            </a:xfrm>
            <a:custGeom>
              <a:avLst/>
              <a:gdLst/>
              <a:ahLst/>
              <a:cxnLst/>
              <a:rect l="l" t="t" r="r" b="b"/>
              <a:pathLst>
                <a:path w="143509" h="24130">
                  <a:moveTo>
                    <a:pt x="0" y="0"/>
                  </a:moveTo>
                  <a:lnTo>
                    <a:pt x="0" y="7620"/>
                  </a:lnTo>
                  <a:lnTo>
                    <a:pt x="2286" y="11430"/>
                  </a:lnTo>
                  <a:lnTo>
                    <a:pt x="20574" y="19050"/>
                  </a:lnTo>
                  <a:lnTo>
                    <a:pt x="71628" y="23621"/>
                  </a:lnTo>
                  <a:lnTo>
                    <a:pt x="121920" y="19049"/>
                  </a:lnTo>
                  <a:lnTo>
                    <a:pt x="140208" y="11429"/>
                  </a:lnTo>
                  <a:lnTo>
                    <a:pt x="143256" y="7619"/>
                  </a:lnTo>
                  <a:lnTo>
                    <a:pt x="143256" y="0"/>
                  </a:lnTo>
                  <a:lnTo>
                    <a:pt x="140970" y="3809"/>
                  </a:lnTo>
                  <a:lnTo>
                    <a:pt x="122682" y="11429"/>
                  </a:lnTo>
                  <a:lnTo>
                    <a:pt x="71628" y="16001"/>
                  </a:lnTo>
                  <a:lnTo>
                    <a:pt x="21336" y="11429"/>
                  </a:lnTo>
                  <a:lnTo>
                    <a:pt x="3048" y="381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7578242" y="2054228"/>
              <a:ext cx="212725" cy="20955"/>
            </a:xfrm>
            <a:custGeom>
              <a:avLst/>
              <a:gdLst/>
              <a:ahLst/>
              <a:cxnLst/>
              <a:rect l="l" t="t" r="r" b="b"/>
              <a:pathLst>
                <a:path w="212725" h="20955">
                  <a:moveTo>
                    <a:pt x="212597" y="20574"/>
                  </a:moveTo>
                  <a:lnTo>
                    <a:pt x="201168" y="0"/>
                  </a:lnTo>
                  <a:lnTo>
                    <a:pt x="11429" y="0"/>
                  </a:lnTo>
                  <a:lnTo>
                    <a:pt x="0" y="20574"/>
                  </a:lnTo>
                  <a:lnTo>
                    <a:pt x="212597" y="2057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7578242" y="2054228"/>
              <a:ext cx="212725" cy="20955"/>
            </a:xfrm>
            <a:custGeom>
              <a:avLst/>
              <a:gdLst/>
              <a:ahLst/>
              <a:cxnLst/>
              <a:rect l="l" t="t" r="r" b="b"/>
              <a:pathLst>
                <a:path w="212725" h="20955">
                  <a:moveTo>
                    <a:pt x="0" y="20574"/>
                  </a:moveTo>
                  <a:lnTo>
                    <a:pt x="11429" y="0"/>
                  </a:lnTo>
                  <a:lnTo>
                    <a:pt x="201168" y="0"/>
                  </a:lnTo>
                  <a:lnTo>
                    <a:pt x="212597" y="20574"/>
                  </a:lnTo>
                  <a:lnTo>
                    <a:pt x="0" y="2057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7578484" y="2071766"/>
              <a:ext cx="212090" cy="168910"/>
            </a:xfrm>
            <a:custGeom>
              <a:avLst/>
              <a:gdLst/>
              <a:ahLst/>
              <a:cxnLst/>
              <a:rect l="l" t="t" r="r" b="b"/>
              <a:pathLst>
                <a:path w="212090" h="168910">
                  <a:moveTo>
                    <a:pt x="212090" y="0"/>
                  </a:moveTo>
                  <a:lnTo>
                    <a:pt x="210820" y="0"/>
                  </a:lnTo>
                  <a:lnTo>
                    <a:pt x="208280" y="0"/>
                  </a:lnTo>
                  <a:lnTo>
                    <a:pt x="5080" y="0"/>
                  </a:lnTo>
                  <a:lnTo>
                    <a:pt x="3810" y="0"/>
                  </a:lnTo>
                  <a:lnTo>
                    <a:pt x="3810" y="279"/>
                  </a:lnTo>
                  <a:lnTo>
                    <a:pt x="2540" y="279"/>
                  </a:lnTo>
                  <a:lnTo>
                    <a:pt x="2540" y="596"/>
                  </a:lnTo>
                  <a:lnTo>
                    <a:pt x="1270" y="596"/>
                  </a:lnTo>
                  <a:lnTo>
                    <a:pt x="1270" y="2032"/>
                  </a:lnTo>
                  <a:lnTo>
                    <a:pt x="0" y="2032"/>
                  </a:lnTo>
                  <a:lnTo>
                    <a:pt x="0" y="166535"/>
                  </a:lnTo>
                  <a:lnTo>
                    <a:pt x="1270" y="166535"/>
                  </a:lnTo>
                  <a:lnTo>
                    <a:pt x="1270" y="168224"/>
                  </a:lnTo>
                  <a:lnTo>
                    <a:pt x="2540" y="168224"/>
                  </a:lnTo>
                  <a:lnTo>
                    <a:pt x="2540" y="168402"/>
                  </a:lnTo>
                  <a:lnTo>
                    <a:pt x="3810" y="168402"/>
                  </a:lnTo>
                  <a:lnTo>
                    <a:pt x="5080" y="168402"/>
                  </a:lnTo>
                  <a:lnTo>
                    <a:pt x="208280" y="168402"/>
                  </a:lnTo>
                  <a:lnTo>
                    <a:pt x="208280" y="168059"/>
                  </a:lnTo>
                  <a:lnTo>
                    <a:pt x="210820" y="168059"/>
                  </a:lnTo>
                  <a:lnTo>
                    <a:pt x="210820" y="166052"/>
                  </a:lnTo>
                  <a:lnTo>
                    <a:pt x="212090" y="166052"/>
                  </a:lnTo>
                  <a:lnTo>
                    <a:pt x="2120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7578242" y="2071754"/>
              <a:ext cx="212725" cy="168910"/>
            </a:xfrm>
            <a:custGeom>
              <a:avLst/>
              <a:gdLst/>
              <a:ahLst/>
              <a:cxnLst/>
              <a:rect l="l" t="t" r="r" b="b"/>
              <a:pathLst>
                <a:path w="212725" h="168910">
                  <a:moveTo>
                    <a:pt x="5333" y="0"/>
                  </a:moveTo>
                  <a:lnTo>
                    <a:pt x="4571" y="0"/>
                  </a:lnTo>
                  <a:lnTo>
                    <a:pt x="1523" y="762"/>
                  </a:lnTo>
                  <a:lnTo>
                    <a:pt x="0" y="3048"/>
                  </a:lnTo>
                  <a:lnTo>
                    <a:pt x="0" y="165354"/>
                  </a:lnTo>
                  <a:lnTo>
                    <a:pt x="2285" y="168402"/>
                  </a:lnTo>
                  <a:lnTo>
                    <a:pt x="208787" y="168401"/>
                  </a:lnTo>
                  <a:lnTo>
                    <a:pt x="211073" y="167639"/>
                  </a:lnTo>
                  <a:lnTo>
                    <a:pt x="212597" y="163829"/>
                  </a:lnTo>
                  <a:lnTo>
                    <a:pt x="212597" y="0"/>
                  </a:lnTo>
                  <a:lnTo>
                    <a:pt x="53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7582802" y="2074802"/>
              <a:ext cx="204470" cy="161925"/>
            </a:xfrm>
            <a:custGeom>
              <a:avLst/>
              <a:gdLst/>
              <a:ahLst/>
              <a:cxnLst/>
              <a:rect l="l" t="t" r="r" b="b"/>
              <a:pathLst>
                <a:path w="204470" h="161925">
                  <a:moveTo>
                    <a:pt x="4572" y="0"/>
                  </a:moveTo>
                  <a:lnTo>
                    <a:pt x="3810" y="0"/>
                  </a:lnTo>
                  <a:lnTo>
                    <a:pt x="762" y="1524"/>
                  </a:lnTo>
                  <a:lnTo>
                    <a:pt x="0" y="3810"/>
                  </a:lnTo>
                  <a:lnTo>
                    <a:pt x="0" y="158496"/>
                  </a:lnTo>
                  <a:lnTo>
                    <a:pt x="1524" y="161544"/>
                  </a:lnTo>
                  <a:lnTo>
                    <a:pt x="4572" y="161544"/>
                  </a:lnTo>
                  <a:lnTo>
                    <a:pt x="53340" y="161544"/>
                  </a:lnTo>
                  <a:lnTo>
                    <a:pt x="102108" y="161544"/>
                  </a:lnTo>
                  <a:lnTo>
                    <a:pt x="150876" y="161544"/>
                  </a:lnTo>
                  <a:lnTo>
                    <a:pt x="199644" y="161544"/>
                  </a:lnTo>
                  <a:lnTo>
                    <a:pt x="202692" y="160781"/>
                  </a:lnTo>
                  <a:lnTo>
                    <a:pt x="204216" y="156971"/>
                  </a:lnTo>
                  <a:lnTo>
                    <a:pt x="204216" y="3809"/>
                  </a:lnTo>
                  <a:lnTo>
                    <a:pt x="203454" y="761"/>
                  </a:lnTo>
                  <a:lnTo>
                    <a:pt x="201168" y="0"/>
                  </a:ln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7595006" y="2090042"/>
              <a:ext cx="180340" cy="132080"/>
            </a:xfrm>
            <a:custGeom>
              <a:avLst/>
              <a:gdLst/>
              <a:ahLst/>
              <a:cxnLst/>
              <a:rect l="l" t="t" r="r" b="b"/>
              <a:pathLst>
                <a:path w="180340" h="132080">
                  <a:moveTo>
                    <a:pt x="4572" y="0"/>
                  </a:moveTo>
                  <a:lnTo>
                    <a:pt x="3048" y="0"/>
                  </a:lnTo>
                  <a:lnTo>
                    <a:pt x="762" y="762"/>
                  </a:lnTo>
                  <a:lnTo>
                    <a:pt x="0" y="3048"/>
                  </a:lnTo>
                  <a:lnTo>
                    <a:pt x="0" y="129539"/>
                  </a:lnTo>
                  <a:lnTo>
                    <a:pt x="1524" y="131826"/>
                  </a:lnTo>
                  <a:lnTo>
                    <a:pt x="176022" y="131826"/>
                  </a:lnTo>
                  <a:lnTo>
                    <a:pt x="178308" y="131064"/>
                  </a:lnTo>
                  <a:lnTo>
                    <a:pt x="179832" y="128016"/>
                  </a:lnTo>
                  <a:lnTo>
                    <a:pt x="179832" y="3047"/>
                  </a:lnTo>
                  <a:lnTo>
                    <a:pt x="179070" y="761"/>
                  </a:lnTo>
                  <a:lnTo>
                    <a:pt x="176784" y="0"/>
                  </a:ln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7704721" y="2248538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4572" y="1524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1524"/>
                  </a:lnTo>
                  <a:lnTo>
                    <a:pt x="4572" y="152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7704721" y="2248538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0" y="0"/>
                  </a:moveTo>
                  <a:lnTo>
                    <a:pt x="0" y="1524"/>
                  </a:lnTo>
                  <a:lnTo>
                    <a:pt x="4572" y="1524"/>
                  </a:lnTo>
                  <a:lnTo>
                    <a:pt x="4572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7713878" y="2240156"/>
              <a:ext cx="17780" cy="10795"/>
            </a:xfrm>
            <a:custGeom>
              <a:avLst/>
              <a:gdLst/>
              <a:ahLst/>
              <a:cxnLst/>
              <a:rect l="l" t="t" r="r" b="b"/>
              <a:pathLst>
                <a:path w="17779" h="10794">
                  <a:moveTo>
                    <a:pt x="17525" y="10668"/>
                  </a:moveTo>
                  <a:lnTo>
                    <a:pt x="17525" y="0"/>
                  </a:lnTo>
                  <a:lnTo>
                    <a:pt x="0" y="0"/>
                  </a:lnTo>
                  <a:lnTo>
                    <a:pt x="0" y="10668"/>
                  </a:lnTo>
                  <a:lnTo>
                    <a:pt x="17525" y="1066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7713878" y="2240156"/>
              <a:ext cx="17780" cy="10795"/>
            </a:xfrm>
            <a:custGeom>
              <a:avLst/>
              <a:gdLst/>
              <a:ahLst/>
              <a:cxnLst/>
              <a:rect l="l" t="t" r="r" b="b"/>
              <a:pathLst>
                <a:path w="17779" h="10794">
                  <a:moveTo>
                    <a:pt x="0" y="0"/>
                  </a:moveTo>
                  <a:lnTo>
                    <a:pt x="0" y="10668"/>
                  </a:lnTo>
                  <a:lnTo>
                    <a:pt x="17525" y="10668"/>
                  </a:lnTo>
                  <a:lnTo>
                    <a:pt x="17525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7713878" y="2240156"/>
              <a:ext cx="3810" cy="10795"/>
            </a:xfrm>
            <a:custGeom>
              <a:avLst/>
              <a:gdLst/>
              <a:ahLst/>
              <a:cxnLst/>
              <a:rect l="l" t="t" r="r" b="b"/>
              <a:pathLst>
                <a:path w="3809" h="10794">
                  <a:moveTo>
                    <a:pt x="3809" y="10668"/>
                  </a:moveTo>
                  <a:lnTo>
                    <a:pt x="3809" y="0"/>
                  </a:lnTo>
                  <a:lnTo>
                    <a:pt x="0" y="0"/>
                  </a:lnTo>
                  <a:lnTo>
                    <a:pt x="0" y="10668"/>
                  </a:lnTo>
                  <a:lnTo>
                    <a:pt x="3809" y="1066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7713878" y="2240156"/>
              <a:ext cx="3810" cy="10795"/>
            </a:xfrm>
            <a:custGeom>
              <a:avLst/>
              <a:gdLst/>
              <a:ahLst/>
              <a:cxnLst/>
              <a:rect l="l" t="t" r="r" b="b"/>
              <a:pathLst>
                <a:path w="3809" h="10794">
                  <a:moveTo>
                    <a:pt x="0" y="0"/>
                  </a:moveTo>
                  <a:lnTo>
                    <a:pt x="0" y="10668"/>
                  </a:lnTo>
                  <a:lnTo>
                    <a:pt x="3809" y="10668"/>
                  </a:lnTo>
                  <a:lnTo>
                    <a:pt x="3809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7626985" y="2240168"/>
              <a:ext cx="97790" cy="24765"/>
            </a:xfrm>
            <a:custGeom>
              <a:avLst/>
              <a:gdLst/>
              <a:ahLst/>
              <a:cxnLst/>
              <a:rect l="l" t="t" r="r" b="b"/>
              <a:pathLst>
                <a:path w="97790" h="24764">
                  <a:moveTo>
                    <a:pt x="19812" y="12954"/>
                  </a:moveTo>
                  <a:lnTo>
                    <a:pt x="0" y="12954"/>
                  </a:lnTo>
                  <a:lnTo>
                    <a:pt x="0" y="24384"/>
                  </a:lnTo>
                  <a:lnTo>
                    <a:pt x="19812" y="24384"/>
                  </a:lnTo>
                  <a:lnTo>
                    <a:pt x="19812" y="12954"/>
                  </a:lnTo>
                  <a:close/>
                </a:path>
                <a:path w="97790" h="24764">
                  <a:moveTo>
                    <a:pt x="97561" y="0"/>
                  </a:moveTo>
                  <a:lnTo>
                    <a:pt x="91452" y="0"/>
                  </a:lnTo>
                  <a:lnTo>
                    <a:pt x="91452" y="10668"/>
                  </a:lnTo>
                  <a:lnTo>
                    <a:pt x="97561" y="10668"/>
                  </a:lnTo>
                  <a:lnTo>
                    <a:pt x="975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7626997" y="2253110"/>
              <a:ext cx="20320" cy="11430"/>
            </a:xfrm>
            <a:custGeom>
              <a:avLst/>
              <a:gdLst/>
              <a:ahLst/>
              <a:cxnLst/>
              <a:rect l="l" t="t" r="r" b="b"/>
              <a:pathLst>
                <a:path w="20320" h="11430">
                  <a:moveTo>
                    <a:pt x="0" y="0"/>
                  </a:moveTo>
                  <a:lnTo>
                    <a:pt x="0" y="11429"/>
                  </a:lnTo>
                  <a:lnTo>
                    <a:pt x="19811" y="11429"/>
                  </a:lnTo>
                  <a:lnTo>
                    <a:pt x="1981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7619377" y="2253110"/>
              <a:ext cx="7620" cy="11430"/>
            </a:xfrm>
            <a:custGeom>
              <a:avLst/>
              <a:gdLst/>
              <a:ahLst/>
              <a:cxnLst/>
              <a:rect l="l" t="t" r="r" b="b"/>
              <a:pathLst>
                <a:path w="7620" h="11430">
                  <a:moveTo>
                    <a:pt x="7620" y="11430"/>
                  </a:moveTo>
                  <a:lnTo>
                    <a:pt x="7620" y="0"/>
                  </a:lnTo>
                  <a:lnTo>
                    <a:pt x="0" y="0"/>
                  </a:lnTo>
                  <a:lnTo>
                    <a:pt x="0" y="1524"/>
                  </a:lnTo>
                  <a:lnTo>
                    <a:pt x="1524" y="6096"/>
                  </a:lnTo>
                  <a:lnTo>
                    <a:pt x="7620" y="1143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7619377" y="2253110"/>
              <a:ext cx="7620" cy="11430"/>
            </a:xfrm>
            <a:custGeom>
              <a:avLst/>
              <a:gdLst/>
              <a:ahLst/>
              <a:cxnLst/>
              <a:rect l="l" t="t" r="r" b="b"/>
              <a:pathLst>
                <a:path w="7620" h="11430">
                  <a:moveTo>
                    <a:pt x="7620" y="0"/>
                  </a:moveTo>
                  <a:lnTo>
                    <a:pt x="7620" y="11430"/>
                  </a:lnTo>
                  <a:lnTo>
                    <a:pt x="1524" y="6096"/>
                  </a:lnTo>
                  <a:lnTo>
                    <a:pt x="0" y="1524"/>
                  </a:lnTo>
                  <a:lnTo>
                    <a:pt x="0" y="0"/>
                  </a:lnTo>
                  <a:lnTo>
                    <a:pt x="762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7718450" y="2253110"/>
              <a:ext cx="20320" cy="11430"/>
            </a:xfrm>
            <a:custGeom>
              <a:avLst/>
              <a:gdLst/>
              <a:ahLst/>
              <a:cxnLst/>
              <a:rect l="l" t="t" r="r" b="b"/>
              <a:pathLst>
                <a:path w="20320" h="11430">
                  <a:moveTo>
                    <a:pt x="19811" y="11429"/>
                  </a:moveTo>
                  <a:lnTo>
                    <a:pt x="19811" y="0"/>
                  </a:lnTo>
                  <a:lnTo>
                    <a:pt x="0" y="0"/>
                  </a:lnTo>
                  <a:lnTo>
                    <a:pt x="0" y="11429"/>
                  </a:lnTo>
                  <a:lnTo>
                    <a:pt x="19811" y="1142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7718450" y="2253110"/>
              <a:ext cx="20320" cy="11430"/>
            </a:xfrm>
            <a:custGeom>
              <a:avLst/>
              <a:gdLst/>
              <a:ahLst/>
              <a:cxnLst/>
              <a:rect l="l" t="t" r="r" b="b"/>
              <a:pathLst>
                <a:path w="20320" h="11430">
                  <a:moveTo>
                    <a:pt x="0" y="0"/>
                  </a:moveTo>
                  <a:lnTo>
                    <a:pt x="0" y="11429"/>
                  </a:lnTo>
                  <a:lnTo>
                    <a:pt x="19811" y="11429"/>
                  </a:lnTo>
                  <a:lnTo>
                    <a:pt x="1981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7738249" y="2253110"/>
              <a:ext cx="8890" cy="11430"/>
            </a:xfrm>
            <a:custGeom>
              <a:avLst/>
              <a:gdLst/>
              <a:ahLst/>
              <a:cxnLst/>
              <a:rect l="l" t="t" r="r" b="b"/>
              <a:pathLst>
                <a:path w="8890" h="11430">
                  <a:moveTo>
                    <a:pt x="8382" y="0"/>
                  </a:moveTo>
                  <a:lnTo>
                    <a:pt x="0" y="0"/>
                  </a:lnTo>
                  <a:lnTo>
                    <a:pt x="0" y="11430"/>
                  </a:lnTo>
                  <a:lnTo>
                    <a:pt x="6096" y="6095"/>
                  </a:lnTo>
                  <a:lnTo>
                    <a:pt x="7620" y="1523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7738249" y="2253110"/>
              <a:ext cx="8890" cy="11430"/>
            </a:xfrm>
            <a:custGeom>
              <a:avLst/>
              <a:gdLst/>
              <a:ahLst/>
              <a:cxnLst/>
              <a:rect l="l" t="t" r="r" b="b"/>
              <a:pathLst>
                <a:path w="8890" h="11430">
                  <a:moveTo>
                    <a:pt x="0" y="0"/>
                  </a:moveTo>
                  <a:lnTo>
                    <a:pt x="0" y="11430"/>
                  </a:lnTo>
                  <a:lnTo>
                    <a:pt x="6096" y="6095"/>
                  </a:lnTo>
                  <a:lnTo>
                    <a:pt x="7620" y="1523"/>
                  </a:lnTo>
                  <a:lnTo>
                    <a:pt x="8382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7538618" y="2267588"/>
              <a:ext cx="54610" cy="21590"/>
            </a:xfrm>
            <a:custGeom>
              <a:avLst/>
              <a:gdLst/>
              <a:ahLst/>
              <a:cxnLst/>
              <a:rect l="l" t="t" r="r" b="b"/>
              <a:pathLst>
                <a:path w="54609" h="21589">
                  <a:moveTo>
                    <a:pt x="54101" y="7620"/>
                  </a:moveTo>
                  <a:lnTo>
                    <a:pt x="54101" y="0"/>
                  </a:lnTo>
                  <a:lnTo>
                    <a:pt x="48005" y="762"/>
                  </a:lnTo>
                  <a:lnTo>
                    <a:pt x="7619" y="12192"/>
                  </a:lnTo>
                  <a:lnTo>
                    <a:pt x="0" y="18288"/>
                  </a:lnTo>
                  <a:lnTo>
                    <a:pt x="4571" y="20574"/>
                  </a:lnTo>
                  <a:lnTo>
                    <a:pt x="6857" y="21336"/>
                  </a:lnTo>
                  <a:lnTo>
                    <a:pt x="9905" y="19812"/>
                  </a:lnTo>
                  <a:lnTo>
                    <a:pt x="17525" y="15240"/>
                  </a:lnTo>
                  <a:lnTo>
                    <a:pt x="27431" y="11430"/>
                  </a:lnTo>
                  <a:lnTo>
                    <a:pt x="39623" y="9144"/>
                  </a:lnTo>
                  <a:lnTo>
                    <a:pt x="49529" y="7620"/>
                  </a:lnTo>
                  <a:lnTo>
                    <a:pt x="54101" y="762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7538618" y="2267588"/>
              <a:ext cx="54610" cy="21590"/>
            </a:xfrm>
            <a:custGeom>
              <a:avLst/>
              <a:gdLst/>
              <a:ahLst/>
              <a:cxnLst/>
              <a:rect l="l" t="t" r="r" b="b"/>
              <a:pathLst>
                <a:path w="54609" h="21589">
                  <a:moveTo>
                    <a:pt x="6857" y="21336"/>
                  </a:moveTo>
                  <a:lnTo>
                    <a:pt x="9905" y="19812"/>
                  </a:lnTo>
                  <a:lnTo>
                    <a:pt x="17525" y="15240"/>
                  </a:lnTo>
                  <a:lnTo>
                    <a:pt x="27431" y="11430"/>
                  </a:lnTo>
                  <a:lnTo>
                    <a:pt x="39623" y="9144"/>
                  </a:lnTo>
                  <a:lnTo>
                    <a:pt x="49529" y="7620"/>
                  </a:lnTo>
                  <a:lnTo>
                    <a:pt x="54101" y="7620"/>
                  </a:lnTo>
                  <a:lnTo>
                    <a:pt x="54101" y="0"/>
                  </a:lnTo>
                  <a:lnTo>
                    <a:pt x="7619" y="12192"/>
                  </a:lnTo>
                  <a:lnTo>
                    <a:pt x="0" y="18288"/>
                  </a:lnTo>
                  <a:lnTo>
                    <a:pt x="4571" y="20574"/>
                  </a:lnTo>
                  <a:lnTo>
                    <a:pt x="6857" y="2133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7481468" y="2282828"/>
              <a:ext cx="275590" cy="81280"/>
            </a:xfrm>
            <a:custGeom>
              <a:avLst/>
              <a:gdLst/>
              <a:ahLst/>
              <a:cxnLst/>
              <a:rect l="l" t="t" r="r" b="b"/>
              <a:pathLst>
                <a:path w="275590" h="81280">
                  <a:moveTo>
                    <a:pt x="275081" y="24383"/>
                  </a:moveTo>
                  <a:lnTo>
                    <a:pt x="38861" y="0"/>
                  </a:lnTo>
                  <a:lnTo>
                    <a:pt x="20573" y="25908"/>
                  </a:lnTo>
                  <a:lnTo>
                    <a:pt x="0" y="51053"/>
                  </a:lnTo>
                  <a:lnTo>
                    <a:pt x="250697" y="80772"/>
                  </a:lnTo>
                  <a:lnTo>
                    <a:pt x="275081" y="2438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7481468" y="2282828"/>
              <a:ext cx="275590" cy="81280"/>
            </a:xfrm>
            <a:custGeom>
              <a:avLst/>
              <a:gdLst/>
              <a:ahLst/>
              <a:cxnLst/>
              <a:rect l="l" t="t" r="r" b="b"/>
              <a:pathLst>
                <a:path w="275590" h="81280">
                  <a:moveTo>
                    <a:pt x="38861" y="0"/>
                  </a:moveTo>
                  <a:lnTo>
                    <a:pt x="20573" y="25908"/>
                  </a:lnTo>
                  <a:lnTo>
                    <a:pt x="0" y="51053"/>
                  </a:lnTo>
                  <a:lnTo>
                    <a:pt x="250697" y="80772"/>
                  </a:lnTo>
                  <a:lnTo>
                    <a:pt x="261365" y="56387"/>
                  </a:lnTo>
                  <a:lnTo>
                    <a:pt x="275081" y="24383"/>
                  </a:lnTo>
                  <a:lnTo>
                    <a:pt x="3886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7494422" y="2307212"/>
              <a:ext cx="165100" cy="41910"/>
            </a:xfrm>
            <a:custGeom>
              <a:avLst/>
              <a:gdLst/>
              <a:ahLst/>
              <a:cxnLst/>
              <a:rect l="l" t="t" r="r" b="b"/>
              <a:pathLst>
                <a:path w="165100" h="41910">
                  <a:moveTo>
                    <a:pt x="164592" y="17525"/>
                  </a:moveTo>
                  <a:lnTo>
                    <a:pt x="18288" y="0"/>
                  </a:lnTo>
                  <a:lnTo>
                    <a:pt x="0" y="24383"/>
                  </a:lnTo>
                  <a:lnTo>
                    <a:pt x="15240" y="25907"/>
                  </a:lnTo>
                  <a:lnTo>
                    <a:pt x="17526" y="22097"/>
                  </a:lnTo>
                  <a:lnTo>
                    <a:pt x="28956" y="22859"/>
                  </a:lnTo>
                  <a:lnTo>
                    <a:pt x="25908" y="27431"/>
                  </a:lnTo>
                  <a:lnTo>
                    <a:pt x="124206" y="38861"/>
                  </a:lnTo>
                  <a:lnTo>
                    <a:pt x="126492" y="34289"/>
                  </a:lnTo>
                  <a:lnTo>
                    <a:pt x="137160" y="35813"/>
                  </a:lnTo>
                  <a:lnTo>
                    <a:pt x="134874" y="39623"/>
                  </a:lnTo>
                  <a:lnTo>
                    <a:pt x="149352" y="41909"/>
                  </a:lnTo>
                  <a:lnTo>
                    <a:pt x="164592" y="1752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7494422" y="2307212"/>
              <a:ext cx="165100" cy="41910"/>
            </a:xfrm>
            <a:custGeom>
              <a:avLst/>
              <a:gdLst/>
              <a:ahLst/>
              <a:cxnLst/>
              <a:rect l="l" t="t" r="r" b="b"/>
              <a:pathLst>
                <a:path w="165100" h="41910">
                  <a:moveTo>
                    <a:pt x="164592" y="17525"/>
                  </a:moveTo>
                  <a:lnTo>
                    <a:pt x="149352" y="41909"/>
                  </a:lnTo>
                  <a:lnTo>
                    <a:pt x="134874" y="39623"/>
                  </a:lnTo>
                  <a:lnTo>
                    <a:pt x="137160" y="35813"/>
                  </a:lnTo>
                  <a:lnTo>
                    <a:pt x="126492" y="34289"/>
                  </a:lnTo>
                  <a:lnTo>
                    <a:pt x="124206" y="38861"/>
                  </a:lnTo>
                  <a:lnTo>
                    <a:pt x="25908" y="27431"/>
                  </a:lnTo>
                  <a:lnTo>
                    <a:pt x="28956" y="22859"/>
                  </a:lnTo>
                  <a:lnTo>
                    <a:pt x="17526" y="22097"/>
                  </a:lnTo>
                  <a:lnTo>
                    <a:pt x="15240" y="25907"/>
                  </a:lnTo>
                  <a:lnTo>
                    <a:pt x="0" y="24383"/>
                  </a:lnTo>
                  <a:lnTo>
                    <a:pt x="18288" y="0"/>
                  </a:lnTo>
                  <a:lnTo>
                    <a:pt x="164592" y="1752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7583576" y="2269112"/>
              <a:ext cx="3175" cy="6985"/>
            </a:xfrm>
            <a:custGeom>
              <a:avLst/>
              <a:gdLst/>
              <a:ahLst/>
              <a:cxnLst/>
              <a:rect l="l" t="t" r="r" b="b"/>
              <a:pathLst>
                <a:path w="3175" h="6985">
                  <a:moveTo>
                    <a:pt x="0" y="0"/>
                  </a:moveTo>
                  <a:lnTo>
                    <a:pt x="1524" y="0"/>
                  </a:lnTo>
                  <a:lnTo>
                    <a:pt x="2286" y="761"/>
                  </a:lnTo>
                  <a:lnTo>
                    <a:pt x="3048" y="3810"/>
                  </a:lnTo>
                  <a:lnTo>
                    <a:pt x="2286" y="6096"/>
                  </a:lnTo>
                  <a:lnTo>
                    <a:pt x="2286" y="6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7580528" y="2269874"/>
              <a:ext cx="3175" cy="6985"/>
            </a:xfrm>
            <a:custGeom>
              <a:avLst/>
              <a:gdLst/>
              <a:ahLst/>
              <a:cxnLst/>
              <a:rect l="l" t="t" r="r" b="b"/>
              <a:pathLst>
                <a:path w="3175" h="6985">
                  <a:moveTo>
                    <a:pt x="0" y="0"/>
                  </a:moveTo>
                  <a:lnTo>
                    <a:pt x="1524" y="0"/>
                  </a:lnTo>
                  <a:lnTo>
                    <a:pt x="2286" y="761"/>
                  </a:lnTo>
                  <a:lnTo>
                    <a:pt x="3048" y="3047"/>
                  </a:lnTo>
                  <a:lnTo>
                    <a:pt x="2286" y="5334"/>
                  </a:lnTo>
                  <a:lnTo>
                    <a:pt x="2286" y="6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7544714" y="2279780"/>
              <a:ext cx="6985" cy="5715"/>
            </a:xfrm>
            <a:custGeom>
              <a:avLst/>
              <a:gdLst/>
              <a:ahLst/>
              <a:cxnLst/>
              <a:rect l="l" t="t" r="r" b="b"/>
              <a:pathLst>
                <a:path w="6984" h="5714">
                  <a:moveTo>
                    <a:pt x="0" y="762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6858" y="4572"/>
                  </a:lnTo>
                  <a:lnTo>
                    <a:pt x="6858" y="53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7547000" y="2278256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4" h="6350">
                  <a:moveTo>
                    <a:pt x="0" y="762"/>
                  </a:moveTo>
                  <a:lnTo>
                    <a:pt x="761" y="0"/>
                  </a:lnTo>
                  <a:lnTo>
                    <a:pt x="1524" y="0"/>
                  </a:lnTo>
                  <a:lnTo>
                    <a:pt x="3810" y="762"/>
                  </a:lnTo>
                  <a:lnTo>
                    <a:pt x="5334" y="2286"/>
                  </a:lnTo>
                  <a:lnTo>
                    <a:pt x="6096" y="4572"/>
                  </a:lnTo>
                  <a:lnTo>
                    <a:pt x="6858" y="60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7561478" y="2273684"/>
              <a:ext cx="2540" cy="6350"/>
            </a:xfrm>
            <a:custGeom>
              <a:avLst/>
              <a:gdLst/>
              <a:ahLst/>
              <a:cxnLst/>
              <a:rect l="l" t="t" r="r" b="b"/>
              <a:pathLst>
                <a:path w="2540" h="6350">
                  <a:moveTo>
                    <a:pt x="0" y="0"/>
                  </a:moveTo>
                  <a:lnTo>
                    <a:pt x="1524" y="761"/>
                  </a:lnTo>
                  <a:lnTo>
                    <a:pt x="2286" y="1523"/>
                  </a:lnTo>
                  <a:lnTo>
                    <a:pt x="2286" y="60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7563002" y="2272922"/>
              <a:ext cx="3175" cy="6985"/>
            </a:xfrm>
            <a:custGeom>
              <a:avLst/>
              <a:gdLst/>
              <a:ahLst/>
              <a:cxnLst/>
              <a:rect l="l" t="t" r="r" b="b"/>
              <a:pathLst>
                <a:path w="3175" h="6985">
                  <a:moveTo>
                    <a:pt x="0" y="0"/>
                  </a:moveTo>
                  <a:lnTo>
                    <a:pt x="1524" y="761"/>
                  </a:lnTo>
                  <a:lnTo>
                    <a:pt x="2286" y="1523"/>
                  </a:lnTo>
                  <a:lnTo>
                    <a:pt x="3048" y="3047"/>
                  </a:lnTo>
                  <a:lnTo>
                    <a:pt x="2286" y="5334"/>
                  </a:lnTo>
                  <a:lnTo>
                    <a:pt x="2286" y="6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7565288" y="2272922"/>
              <a:ext cx="3175" cy="6350"/>
            </a:xfrm>
            <a:custGeom>
              <a:avLst/>
              <a:gdLst/>
              <a:ahLst/>
              <a:cxnLst/>
              <a:rect l="l" t="t" r="r" b="b"/>
              <a:pathLst>
                <a:path w="3175" h="6350">
                  <a:moveTo>
                    <a:pt x="0" y="0"/>
                  </a:moveTo>
                  <a:lnTo>
                    <a:pt x="1524" y="0"/>
                  </a:lnTo>
                  <a:lnTo>
                    <a:pt x="2286" y="761"/>
                  </a:lnTo>
                  <a:lnTo>
                    <a:pt x="3048" y="3047"/>
                  </a:lnTo>
                  <a:lnTo>
                    <a:pt x="2286" y="5334"/>
                  </a:lnTo>
                  <a:lnTo>
                    <a:pt x="2286" y="60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7570622" y="2271398"/>
              <a:ext cx="3175" cy="6350"/>
            </a:xfrm>
            <a:custGeom>
              <a:avLst/>
              <a:gdLst/>
              <a:ahLst/>
              <a:cxnLst/>
              <a:rect l="l" t="t" r="r" b="b"/>
              <a:pathLst>
                <a:path w="3175" h="6350">
                  <a:moveTo>
                    <a:pt x="0" y="0"/>
                  </a:moveTo>
                  <a:lnTo>
                    <a:pt x="762" y="0"/>
                  </a:lnTo>
                  <a:lnTo>
                    <a:pt x="1524" y="761"/>
                  </a:lnTo>
                  <a:lnTo>
                    <a:pt x="3048" y="1523"/>
                  </a:lnTo>
                  <a:lnTo>
                    <a:pt x="3048" y="60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7479944" y="2339978"/>
              <a:ext cx="254000" cy="33655"/>
            </a:xfrm>
            <a:custGeom>
              <a:avLst/>
              <a:gdLst/>
              <a:ahLst/>
              <a:cxnLst/>
              <a:rect l="l" t="t" r="r" b="b"/>
              <a:pathLst>
                <a:path w="254000" h="33655">
                  <a:moveTo>
                    <a:pt x="253746" y="33527"/>
                  </a:moveTo>
                  <a:lnTo>
                    <a:pt x="252222" y="32765"/>
                  </a:lnTo>
                  <a:lnTo>
                    <a:pt x="251460" y="30479"/>
                  </a:lnTo>
                  <a:lnTo>
                    <a:pt x="251460" y="28955"/>
                  </a:lnTo>
                  <a:lnTo>
                    <a:pt x="233172" y="27431"/>
                  </a:lnTo>
                  <a:lnTo>
                    <a:pt x="186690" y="22097"/>
                  </a:lnTo>
                  <a:lnTo>
                    <a:pt x="125730" y="14477"/>
                  </a:lnTo>
                  <a:lnTo>
                    <a:pt x="0" y="0"/>
                  </a:lnTo>
                  <a:lnTo>
                    <a:pt x="1524" y="3048"/>
                  </a:lnTo>
                  <a:lnTo>
                    <a:pt x="3810" y="4572"/>
                  </a:lnTo>
                  <a:lnTo>
                    <a:pt x="22098" y="6857"/>
                  </a:lnTo>
                  <a:lnTo>
                    <a:pt x="128778" y="19049"/>
                  </a:lnTo>
                  <a:lnTo>
                    <a:pt x="188976" y="26669"/>
                  </a:lnTo>
                  <a:lnTo>
                    <a:pt x="235458" y="32003"/>
                  </a:lnTo>
                  <a:lnTo>
                    <a:pt x="253746" y="3352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7479944" y="2339978"/>
              <a:ext cx="254000" cy="33655"/>
            </a:xfrm>
            <a:custGeom>
              <a:avLst/>
              <a:gdLst/>
              <a:ahLst/>
              <a:cxnLst/>
              <a:rect l="l" t="t" r="r" b="b"/>
              <a:pathLst>
                <a:path w="254000" h="33655">
                  <a:moveTo>
                    <a:pt x="0" y="0"/>
                  </a:moveTo>
                  <a:lnTo>
                    <a:pt x="68580" y="12191"/>
                  </a:lnTo>
                  <a:lnTo>
                    <a:pt x="128778" y="19049"/>
                  </a:lnTo>
                  <a:lnTo>
                    <a:pt x="188976" y="26669"/>
                  </a:lnTo>
                  <a:lnTo>
                    <a:pt x="235458" y="32003"/>
                  </a:lnTo>
                  <a:lnTo>
                    <a:pt x="253746" y="33527"/>
                  </a:lnTo>
                  <a:lnTo>
                    <a:pt x="252222" y="32765"/>
                  </a:lnTo>
                  <a:lnTo>
                    <a:pt x="251460" y="30479"/>
                  </a:lnTo>
                  <a:lnTo>
                    <a:pt x="251460" y="28955"/>
                  </a:lnTo>
                  <a:lnTo>
                    <a:pt x="233172" y="27431"/>
                  </a:lnTo>
                  <a:lnTo>
                    <a:pt x="186690" y="22097"/>
                  </a:lnTo>
                  <a:lnTo>
                    <a:pt x="125730" y="14477"/>
                  </a:lnTo>
                  <a:lnTo>
                    <a:pt x="65532" y="7619"/>
                  </a:lnTo>
                  <a:lnTo>
                    <a:pt x="19050" y="228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4" name="object 714"/>
            <p:cNvPicPr/>
            <p:nvPr/>
          </p:nvPicPr>
          <p:blipFill>
            <a:blip r:embed="rId127" cstate="print"/>
            <a:stretch>
              <a:fillRect/>
            </a:stretch>
          </p:blipFill>
          <p:spPr>
            <a:xfrm>
              <a:off x="7479563" y="2273303"/>
              <a:ext cx="365759" cy="100583"/>
            </a:xfrm>
            <a:prstGeom prst="rect">
              <a:avLst/>
            </a:prstGeom>
          </p:spPr>
        </p:pic>
        <p:pic>
          <p:nvPicPr>
            <p:cNvPr id="715" name="object 715"/>
            <p:cNvPicPr/>
            <p:nvPr/>
          </p:nvPicPr>
          <p:blipFill>
            <a:blip r:embed="rId128" cstate="print"/>
            <a:stretch>
              <a:fillRect/>
            </a:stretch>
          </p:blipFill>
          <p:spPr>
            <a:xfrm>
              <a:off x="7598435" y="2096519"/>
              <a:ext cx="172211" cy="118109"/>
            </a:xfrm>
            <a:prstGeom prst="rect">
              <a:avLst/>
            </a:prstGeom>
          </p:spPr>
        </p:pic>
        <p:sp>
          <p:nvSpPr>
            <p:cNvPr id="716" name="object 716"/>
            <p:cNvSpPr/>
            <p:nvPr/>
          </p:nvSpPr>
          <p:spPr>
            <a:xfrm>
              <a:off x="8009509" y="4423298"/>
              <a:ext cx="608330" cy="62230"/>
            </a:xfrm>
            <a:custGeom>
              <a:avLst/>
              <a:gdLst/>
              <a:ahLst/>
              <a:cxnLst/>
              <a:rect l="l" t="t" r="r" b="b"/>
              <a:pathLst>
                <a:path w="608329" h="62229">
                  <a:moveTo>
                    <a:pt x="57912" y="0"/>
                  </a:moveTo>
                  <a:lnTo>
                    <a:pt x="48006" y="0"/>
                  </a:lnTo>
                  <a:lnTo>
                    <a:pt x="48006" y="41148"/>
                  </a:lnTo>
                  <a:lnTo>
                    <a:pt x="33528" y="41148"/>
                  </a:lnTo>
                  <a:lnTo>
                    <a:pt x="33528" y="0"/>
                  </a:lnTo>
                  <a:lnTo>
                    <a:pt x="23622" y="0"/>
                  </a:lnTo>
                  <a:lnTo>
                    <a:pt x="23622" y="41148"/>
                  </a:lnTo>
                  <a:lnTo>
                    <a:pt x="9906" y="41148"/>
                  </a:lnTo>
                  <a:lnTo>
                    <a:pt x="9906" y="0"/>
                  </a:lnTo>
                  <a:lnTo>
                    <a:pt x="0" y="0"/>
                  </a:lnTo>
                  <a:lnTo>
                    <a:pt x="0" y="48768"/>
                  </a:lnTo>
                  <a:lnTo>
                    <a:pt x="57912" y="48768"/>
                  </a:lnTo>
                  <a:lnTo>
                    <a:pt x="57912" y="0"/>
                  </a:lnTo>
                  <a:close/>
                </a:path>
                <a:path w="608329" h="62229">
                  <a:moveTo>
                    <a:pt x="100596" y="13716"/>
                  </a:moveTo>
                  <a:lnTo>
                    <a:pt x="91452" y="13716"/>
                  </a:lnTo>
                  <a:lnTo>
                    <a:pt x="87642" y="19050"/>
                  </a:lnTo>
                  <a:lnTo>
                    <a:pt x="80784" y="30480"/>
                  </a:lnTo>
                  <a:lnTo>
                    <a:pt x="76974" y="35814"/>
                  </a:lnTo>
                  <a:lnTo>
                    <a:pt x="76974" y="13716"/>
                  </a:lnTo>
                  <a:lnTo>
                    <a:pt x="67830" y="13716"/>
                  </a:lnTo>
                  <a:lnTo>
                    <a:pt x="67830" y="48768"/>
                  </a:lnTo>
                  <a:lnTo>
                    <a:pt x="76974" y="48768"/>
                  </a:lnTo>
                  <a:lnTo>
                    <a:pt x="80784" y="42672"/>
                  </a:lnTo>
                  <a:lnTo>
                    <a:pt x="87642" y="32766"/>
                  </a:lnTo>
                  <a:lnTo>
                    <a:pt x="91452" y="26670"/>
                  </a:lnTo>
                  <a:lnTo>
                    <a:pt x="91452" y="48768"/>
                  </a:lnTo>
                  <a:lnTo>
                    <a:pt x="100596" y="48768"/>
                  </a:lnTo>
                  <a:lnTo>
                    <a:pt x="100596" y="13716"/>
                  </a:lnTo>
                  <a:close/>
                </a:path>
                <a:path w="608329" h="62229">
                  <a:moveTo>
                    <a:pt x="140982" y="13716"/>
                  </a:moveTo>
                  <a:lnTo>
                    <a:pt x="131838" y="13716"/>
                  </a:lnTo>
                  <a:lnTo>
                    <a:pt x="131838" y="26670"/>
                  </a:lnTo>
                  <a:lnTo>
                    <a:pt x="118122" y="26670"/>
                  </a:lnTo>
                  <a:lnTo>
                    <a:pt x="118122" y="13716"/>
                  </a:lnTo>
                  <a:lnTo>
                    <a:pt x="108978" y="13716"/>
                  </a:lnTo>
                  <a:lnTo>
                    <a:pt x="108978" y="48768"/>
                  </a:lnTo>
                  <a:lnTo>
                    <a:pt x="118122" y="48768"/>
                  </a:lnTo>
                  <a:lnTo>
                    <a:pt x="118122" y="34290"/>
                  </a:lnTo>
                  <a:lnTo>
                    <a:pt x="131838" y="34290"/>
                  </a:lnTo>
                  <a:lnTo>
                    <a:pt x="131838" y="48768"/>
                  </a:lnTo>
                  <a:lnTo>
                    <a:pt x="140982" y="48768"/>
                  </a:lnTo>
                  <a:lnTo>
                    <a:pt x="140982" y="13716"/>
                  </a:lnTo>
                  <a:close/>
                </a:path>
                <a:path w="608329" h="62229">
                  <a:moveTo>
                    <a:pt x="180594" y="48768"/>
                  </a:moveTo>
                  <a:lnTo>
                    <a:pt x="179070" y="44196"/>
                  </a:lnTo>
                  <a:lnTo>
                    <a:pt x="179070" y="26670"/>
                  </a:lnTo>
                  <a:lnTo>
                    <a:pt x="177546" y="18288"/>
                  </a:lnTo>
                  <a:lnTo>
                    <a:pt x="173736" y="14478"/>
                  </a:lnTo>
                  <a:lnTo>
                    <a:pt x="163830" y="12954"/>
                  </a:lnTo>
                  <a:lnTo>
                    <a:pt x="155448" y="14478"/>
                  </a:lnTo>
                  <a:lnTo>
                    <a:pt x="150876" y="18288"/>
                  </a:lnTo>
                  <a:lnTo>
                    <a:pt x="148590" y="22860"/>
                  </a:lnTo>
                  <a:lnTo>
                    <a:pt x="156972" y="24384"/>
                  </a:lnTo>
                  <a:lnTo>
                    <a:pt x="157734" y="22098"/>
                  </a:lnTo>
                  <a:lnTo>
                    <a:pt x="160782" y="20574"/>
                  </a:lnTo>
                  <a:lnTo>
                    <a:pt x="168402" y="21336"/>
                  </a:lnTo>
                  <a:lnTo>
                    <a:pt x="169164" y="25908"/>
                  </a:lnTo>
                  <a:lnTo>
                    <a:pt x="169164" y="32004"/>
                  </a:lnTo>
                  <a:lnTo>
                    <a:pt x="169164" y="39624"/>
                  </a:lnTo>
                  <a:lnTo>
                    <a:pt x="166878" y="41910"/>
                  </a:lnTo>
                  <a:lnTo>
                    <a:pt x="165354" y="42672"/>
                  </a:lnTo>
                  <a:lnTo>
                    <a:pt x="163830" y="42672"/>
                  </a:lnTo>
                  <a:lnTo>
                    <a:pt x="162306" y="43434"/>
                  </a:lnTo>
                  <a:lnTo>
                    <a:pt x="160782" y="42672"/>
                  </a:lnTo>
                  <a:lnTo>
                    <a:pt x="159258" y="42672"/>
                  </a:lnTo>
                  <a:lnTo>
                    <a:pt x="157734" y="41148"/>
                  </a:lnTo>
                  <a:lnTo>
                    <a:pt x="157734" y="39624"/>
                  </a:lnTo>
                  <a:lnTo>
                    <a:pt x="156972" y="38862"/>
                  </a:lnTo>
                  <a:lnTo>
                    <a:pt x="157734" y="37338"/>
                  </a:lnTo>
                  <a:lnTo>
                    <a:pt x="157734" y="35814"/>
                  </a:lnTo>
                  <a:lnTo>
                    <a:pt x="159258" y="35052"/>
                  </a:lnTo>
                  <a:lnTo>
                    <a:pt x="160020" y="34290"/>
                  </a:lnTo>
                  <a:lnTo>
                    <a:pt x="161544" y="34290"/>
                  </a:lnTo>
                  <a:lnTo>
                    <a:pt x="166116" y="32766"/>
                  </a:lnTo>
                  <a:lnTo>
                    <a:pt x="168402" y="32766"/>
                  </a:lnTo>
                  <a:lnTo>
                    <a:pt x="169164" y="32004"/>
                  </a:lnTo>
                  <a:lnTo>
                    <a:pt x="169164" y="25908"/>
                  </a:lnTo>
                  <a:lnTo>
                    <a:pt x="160782" y="28194"/>
                  </a:lnTo>
                  <a:lnTo>
                    <a:pt x="150876" y="32004"/>
                  </a:lnTo>
                  <a:lnTo>
                    <a:pt x="147828" y="36576"/>
                  </a:lnTo>
                  <a:lnTo>
                    <a:pt x="148590" y="43434"/>
                  </a:lnTo>
                  <a:lnTo>
                    <a:pt x="150876" y="46482"/>
                  </a:lnTo>
                  <a:lnTo>
                    <a:pt x="154686" y="48768"/>
                  </a:lnTo>
                  <a:lnTo>
                    <a:pt x="156972" y="49149"/>
                  </a:lnTo>
                  <a:lnTo>
                    <a:pt x="159258" y="49530"/>
                  </a:lnTo>
                  <a:lnTo>
                    <a:pt x="165354" y="48006"/>
                  </a:lnTo>
                  <a:lnTo>
                    <a:pt x="169164" y="45821"/>
                  </a:lnTo>
                  <a:lnTo>
                    <a:pt x="170688" y="44958"/>
                  </a:lnTo>
                  <a:lnTo>
                    <a:pt x="171450" y="48768"/>
                  </a:lnTo>
                  <a:lnTo>
                    <a:pt x="180594" y="48768"/>
                  </a:lnTo>
                  <a:close/>
                </a:path>
                <a:path w="608329" h="62229">
                  <a:moveTo>
                    <a:pt x="234708" y="13716"/>
                  </a:moveTo>
                  <a:lnTo>
                    <a:pt x="202704" y="13716"/>
                  </a:lnTo>
                  <a:lnTo>
                    <a:pt x="202704" y="21336"/>
                  </a:lnTo>
                  <a:lnTo>
                    <a:pt x="214134" y="21336"/>
                  </a:lnTo>
                  <a:lnTo>
                    <a:pt x="214134" y="48768"/>
                  </a:lnTo>
                  <a:lnTo>
                    <a:pt x="223278" y="48768"/>
                  </a:lnTo>
                  <a:lnTo>
                    <a:pt x="223278" y="21336"/>
                  </a:lnTo>
                  <a:lnTo>
                    <a:pt x="234708" y="21336"/>
                  </a:lnTo>
                  <a:lnTo>
                    <a:pt x="234708" y="13716"/>
                  </a:lnTo>
                  <a:close/>
                </a:path>
                <a:path w="608329" h="62229">
                  <a:moveTo>
                    <a:pt x="270522" y="34290"/>
                  </a:moveTo>
                  <a:lnTo>
                    <a:pt x="269760" y="27432"/>
                  </a:lnTo>
                  <a:lnTo>
                    <a:pt x="268236" y="22098"/>
                  </a:lnTo>
                  <a:lnTo>
                    <a:pt x="261175" y="14427"/>
                  </a:lnTo>
                  <a:lnTo>
                    <a:pt x="260616" y="14338"/>
                  </a:lnTo>
                  <a:lnTo>
                    <a:pt x="260616" y="25908"/>
                  </a:lnTo>
                  <a:lnTo>
                    <a:pt x="260616" y="28194"/>
                  </a:lnTo>
                  <a:lnTo>
                    <a:pt x="246900" y="28194"/>
                  </a:lnTo>
                  <a:lnTo>
                    <a:pt x="247662" y="25908"/>
                  </a:lnTo>
                  <a:lnTo>
                    <a:pt x="247662" y="23622"/>
                  </a:lnTo>
                  <a:lnTo>
                    <a:pt x="250710" y="20574"/>
                  </a:lnTo>
                  <a:lnTo>
                    <a:pt x="252234" y="19812"/>
                  </a:lnTo>
                  <a:lnTo>
                    <a:pt x="256044" y="19812"/>
                  </a:lnTo>
                  <a:lnTo>
                    <a:pt x="257568" y="20574"/>
                  </a:lnTo>
                  <a:lnTo>
                    <a:pt x="259092" y="22098"/>
                  </a:lnTo>
                  <a:lnTo>
                    <a:pt x="259854" y="23622"/>
                  </a:lnTo>
                  <a:lnTo>
                    <a:pt x="260616" y="25908"/>
                  </a:lnTo>
                  <a:lnTo>
                    <a:pt x="260616" y="14338"/>
                  </a:lnTo>
                  <a:lnTo>
                    <a:pt x="251561" y="12801"/>
                  </a:lnTo>
                  <a:lnTo>
                    <a:pt x="242684" y="16776"/>
                  </a:lnTo>
                  <a:lnTo>
                    <a:pt x="237756" y="25908"/>
                  </a:lnTo>
                  <a:lnTo>
                    <a:pt x="237756" y="36576"/>
                  </a:lnTo>
                  <a:lnTo>
                    <a:pt x="239280" y="40386"/>
                  </a:lnTo>
                  <a:lnTo>
                    <a:pt x="240804" y="43434"/>
                  </a:lnTo>
                  <a:lnTo>
                    <a:pt x="244614" y="47244"/>
                  </a:lnTo>
                  <a:lnTo>
                    <a:pt x="246900" y="48615"/>
                  </a:lnTo>
                  <a:lnTo>
                    <a:pt x="248424" y="49530"/>
                  </a:lnTo>
                  <a:lnTo>
                    <a:pt x="257568" y="49530"/>
                  </a:lnTo>
                  <a:lnTo>
                    <a:pt x="261378" y="48768"/>
                  </a:lnTo>
                  <a:lnTo>
                    <a:pt x="263664" y="46482"/>
                  </a:lnTo>
                  <a:lnTo>
                    <a:pt x="266712" y="44958"/>
                  </a:lnTo>
                  <a:lnTo>
                    <a:pt x="268236" y="42672"/>
                  </a:lnTo>
                  <a:lnTo>
                    <a:pt x="269760" y="39624"/>
                  </a:lnTo>
                  <a:lnTo>
                    <a:pt x="267474" y="38862"/>
                  </a:lnTo>
                  <a:lnTo>
                    <a:pt x="263664" y="38227"/>
                  </a:lnTo>
                  <a:lnTo>
                    <a:pt x="260616" y="38100"/>
                  </a:lnTo>
                  <a:lnTo>
                    <a:pt x="259854" y="39624"/>
                  </a:lnTo>
                  <a:lnTo>
                    <a:pt x="259092" y="40386"/>
                  </a:lnTo>
                  <a:lnTo>
                    <a:pt x="258330" y="41910"/>
                  </a:lnTo>
                  <a:lnTo>
                    <a:pt x="256806" y="41910"/>
                  </a:lnTo>
                  <a:lnTo>
                    <a:pt x="256044" y="42672"/>
                  </a:lnTo>
                  <a:lnTo>
                    <a:pt x="252234" y="42672"/>
                  </a:lnTo>
                  <a:lnTo>
                    <a:pt x="250710" y="41910"/>
                  </a:lnTo>
                  <a:lnTo>
                    <a:pt x="247662" y="38862"/>
                  </a:lnTo>
                  <a:lnTo>
                    <a:pt x="247662" y="36576"/>
                  </a:lnTo>
                  <a:lnTo>
                    <a:pt x="246900" y="34290"/>
                  </a:lnTo>
                  <a:lnTo>
                    <a:pt x="260616" y="34290"/>
                  </a:lnTo>
                  <a:lnTo>
                    <a:pt x="270522" y="34290"/>
                  </a:lnTo>
                  <a:close/>
                </a:path>
                <a:path w="608329" h="62229">
                  <a:moveTo>
                    <a:pt x="312432" y="31242"/>
                  </a:moveTo>
                  <a:lnTo>
                    <a:pt x="310908" y="25908"/>
                  </a:lnTo>
                  <a:lnTo>
                    <a:pt x="310146" y="21336"/>
                  </a:lnTo>
                  <a:lnTo>
                    <a:pt x="307860" y="17526"/>
                  </a:lnTo>
                  <a:lnTo>
                    <a:pt x="304050" y="15240"/>
                  </a:lnTo>
                  <a:lnTo>
                    <a:pt x="302526" y="14097"/>
                  </a:lnTo>
                  <a:lnTo>
                    <a:pt x="302526" y="31242"/>
                  </a:lnTo>
                  <a:lnTo>
                    <a:pt x="301764" y="35052"/>
                  </a:lnTo>
                  <a:lnTo>
                    <a:pt x="300240" y="39624"/>
                  </a:lnTo>
                  <a:lnTo>
                    <a:pt x="298716" y="41148"/>
                  </a:lnTo>
                  <a:lnTo>
                    <a:pt x="296430" y="41910"/>
                  </a:lnTo>
                  <a:lnTo>
                    <a:pt x="294906" y="42672"/>
                  </a:lnTo>
                  <a:lnTo>
                    <a:pt x="290334" y="41148"/>
                  </a:lnTo>
                  <a:lnTo>
                    <a:pt x="288810" y="39624"/>
                  </a:lnTo>
                  <a:lnTo>
                    <a:pt x="287286" y="37338"/>
                  </a:lnTo>
                  <a:lnTo>
                    <a:pt x="286524" y="34290"/>
                  </a:lnTo>
                  <a:lnTo>
                    <a:pt x="286524" y="27432"/>
                  </a:lnTo>
                  <a:lnTo>
                    <a:pt x="287286" y="24384"/>
                  </a:lnTo>
                  <a:lnTo>
                    <a:pt x="290334" y="21336"/>
                  </a:lnTo>
                  <a:lnTo>
                    <a:pt x="292620" y="20574"/>
                  </a:lnTo>
                  <a:lnTo>
                    <a:pt x="296430" y="20574"/>
                  </a:lnTo>
                  <a:lnTo>
                    <a:pt x="297954" y="21336"/>
                  </a:lnTo>
                  <a:lnTo>
                    <a:pt x="300240" y="22860"/>
                  </a:lnTo>
                  <a:lnTo>
                    <a:pt x="301764" y="27432"/>
                  </a:lnTo>
                  <a:lnTo>
                    <a:pt x="302526" y="31242"/>
                  </a:lnTo>
                  <a:lnTo>
                    <a:pt x="302526" y="14097"/>
                  </a:lnTo>
                  <a:lnTo>
                    <a:pt x="301002" y="12954"/>
                  </a:lnTo>
                  <a:lnTo>
                    <a:pt x="294906" y="12954"/>
                  </a:lnTo>
                  <a:lnTo>
                    <a:pt x="292620" y="13716"/>
                  </a:lnTo>
                  <a:lnTo>
                    <a:pt x="291096" y="14478"/>
                  </a:lnTo>
                  <a:lnTo>
                    <a:pt x="288810" y="15240"/>
                  </a:lnTo>
                  <a:lnTo>
                    <a:pt x="287286" y="16764"/>
                  </a:lnTo>
                  <a:lnTo>
                    <a:pt x="286524" y="19050"/>
                  </a:lnTo>
                  <a:lnTo>
                    <a:pt x="286524" y="13716"/>
                  </a:lnTo>
                  <a:lnTo>
                    <a:pt x="277380" y="13716"/>
                  </a:lnTo>
                  <a:lnTo>
                    <a:pt x="277380" y="61722"/>
                  </a:lnTo>
                  <a:lnTo>
                    <a:pt x="287286" y="61722"/>
                  </a:lnTo>
                  <a:lnTo>
                    <a:pt x="287286" y="44196"/>
                  </a:lnTo>
                  <a:lnTo>
                    <a:pt x="288810" y="46482"/>
                  </a:lnTo>
                  <a:lnTo>
                    <a:pt x="290334" y="47244"/>
                  </a:lnTo>
                  <a:lnTo>
                    <a:pt x="297268" y="49707"/>
                  </a:lnTo>
                  <a:lnTo>
                    <a:pt x="302526" y="48310"/>
                  </a:lnTo>
                  <a:lnTo>
                    <a:pt x="303364" y="48094"/>
                  </a:lnTo>
                  <a:lnTo>
                    <a:pt x="308102" y="43395"/>
                  </a:lnTo>
                  <a:lnTo>
                    <a:pt x="310908" y="36576"/>
                  </a:lnTo>
                  <a:lnTo>
                    <a:pt x="312432" y="31242"/>
                  </a:lnTo>
                  <a:close/>
                </a:path>
                <a:path w="608329" h="62229">
                  <a:moveTo>
                    <a:pt x="359664" y="13716"/>
                  </a:moveTo>
                  <a:lnTo>
                    <a:pt x="348234" y="13716"/>
                  </a:lnTo>
                  <a:lnTo>
                    <a:pt x="339090" y="38100"/>
                  </a:lnTo>
                  <a:lnTo>
                    <a:pt x="337566" y="32004"/>
                  </a:lnTo>
                  <a:lnTo>
                    <a:pt x="330708" y="13716"/>
                  </a:lnTo>
                  <a:lnTo>
                    <a:pt x="319278" y="13716"/>
                  </a:lnTo>
                  <a:lnTo>
                    <a:pt x="319278" y="48768"/>
                  </a:lnTo>
                  <a:lnTo>
                    <a:pt x="326898" y="48768"/>
                  </a:lnTo>
                  <a:lnTo>
                    <a:pt x="326898" y="25908"/>
                  </a:lnTo>
                  <a:lnTo>
                    <a:pt x="329184" y="32004"/>
                  </a:lnTo>
                  <a:lnTo>
                    <a:pt x="332994" y="42672"/>
                  </a:lnTo>
                  <a:lnTo>
                    <a:pt x="335280" y="48768"/>
                  </a:lnTo>
                  <a:lnTo>
                    <a:pt x="342900" y="48768"/>
                  </a:lnTo>
                  <a:lnTo>
                    <a:pt x="345186" y="42672"/>
                  </a:lnTo>
                  <a:lnTo>
                    <a:pt x="349758" y="32004"/>
                  </a:lnTo>
                  <a:lnTo>
                    <a:pt x="352044" y="25908"/>
                  </a:lnTo>
                  <a:lnTo>
                    <a:pt x="352044" y="48768"/>
                  </a:lnTo>
                  <a:lnTo>
                    <a:pt x="359664" y="48768"/>
                  </a:lnTo>
                  <a:lnTo>
                    <a:pt x="359664" y="13716"/>
                  </a:lnTo>
                  <a:close/>
                </a:path>
                <a:path w="608329" h="62229">
                  <a:moveTo>
                    <a:pt x="400824" y="13716"/>
                  </a:moveTo>
                  <a:lnTo>
                    <a:pt x="391680" y="13716"/>
                  </a:lnTo>
                  <a:lnTo>
                    <a:pt x="388632" y="19050"/>
                  </a:lnTo>
                  <a:lnTo>
                    <a:pt x="381774" y="30480"/>
                  </a:lnTo>
                  <a:lnTo>
                    <a:pt x="377964" y="35814"/>
                  </a:lnTo>
                  <a:lnTo>
                    <a:pt x="377964" y="13716"/>
                  </a:lnTo>
                  <a:lnTo>
                    <a:pt x="368820" y="13716"/>
                  </a:lnTo>
                  <a:lnTo>
                    <a:pt x="368820" y="48768"/>
                  </a:lnTo>
                  <a:lnTo>
                    <a:pt x="377964" y="48768"/>
                  </a:lnTo>
                  <a:lnTo>
                    <a:pt x="381774" y="42672"/>
                  </a:lnTo>
                  <a:lnTo>
                    <a:pt x="388632" y="32766"/>
                  </a:lnTo>
                  <a:lnTo>
                    <a:pt x="392442" y="26670"/>
                  </a:lnTo>
                  <a:lnTo>
                    <a:pt x="392442" y="48768"/>
                  </a:lnTo>
                  <a:lnTo>
                    <a:pt x="400824" y="48768"/>
                  </a:lnTo>
                  <a:lnTo>
                    <a:pt x="400824" y="13716"/>
                  </a:lnTo>
                  <a:close/>
                </a:path>
                <a:path w="608329" h="62229">
                  <a:moveTo>
                    <a:pt x="441972" y="13716"/>
                  </a:moveTo>
                  <a:lnTo>
                    <a:pt x="432828" y="13716"/>
                  </a:lnTo>
                  <a:lnTo>
                    <a:pt x="432828" y="26670"/>
                  </a:lnTo>
                  <a:lnTo>
                    <a:pt x="419874" y="26670"/>
                  </a:lnTo>
                  <a:lnTo>
                    <a:pt x="419874" y="13716"/>
                  </a:lnTo>
                  <a:lnTo>
                    <a:pt x="410730" y="13716"/>
                  </a:lnTo>
                  <a:lnTo>
                    <a:pt x="410730" y="48768"/>
                  </a:lnTo>
                  <a:lnTo>
                    <a:pt x="419874" y="48768"/>
                  </a:lnTo>
                  <a:lnTo>
                    <a:pt x="419874" y="34290"/>
                  </a:lnTo>
                  <a:lnTo>
                    <a:pt x="432828" y="34290"/>
                  </a:lnTo>
                  <a:lnTo>
                    <a:pt x="432828" y="48768"/>
                  </a:lnTo>
                  <a:lnTo>
                    <a:pt x="441972" y="48768"/>
                  </a:lnTo>
                  <a:lnTo>
                    <a:pt x="441972" y="13716"/>
                  </a:lnTo>
                  <a:close/>
                </a:path>
                <a:path w="608329" h="62229">
                  <a:moveTo>
                    <a:pt x="482346" y="48768"/>
                  </a:moveTo>
                  <a:lnTo>
                    <a:pt x="480822" y="44196"/>
                  </a:lnTo>
                  <a:lnTo>
                    <a:pt x="480987" y="28181"/>
                  </a:lnTo>
                  <a:lnTo>
                    <a:pt x="478624" y="17399"/>
                  </a:lnTo>
                  <a:lnTo>
                    <a:pt x="470916" y="12801"/>
                  </a:lnTo>
                  <a:lnTo>
                    <a:pt x="470154" y="12890"/>
                  </a:lnTo>
                  <a:lnTo>
                    <a:pt x="454914" y="15240"/>
                  </a:lnTo>
                  <a:lnTo>
                    <a:pt x="450342" y="22860"/>
                  </a:lnTo>
                  <a:lnTo>
                    <a:pt x="458724" y="24384"/>
                  </a:lnTo>
                  <a:lnTo>
                    <a:pt x="459486" y="22098"/>
                  </a:lnTo>
                  <a:lnTo>
                    <a:pt x="462534" y="20574"/>
                  </a:lnTo>
                  <a:lnTo>
                    <a:pt x="470154" y="21336"/>
                  </a:lnTo>
                  <a:lnTo>
                    <a:pt x="470916" y="25908"/>
                  </a:lnTo>
                  <a:lnTo>
                    <a:pt x="470916" y="32004"/>
                  </a:lnTo>
                  <a:lnTo>
                    <a:pt x="470916" y="38862"/>
                  </a:lnTo>
                  <a:lnTo>
                    <a:pt x="469392" y="40386"/>
                  </a:lnTo>
                  <a:lnTo>
                    <a:pt x="468630" y="41910"/>
                  </a:lnTo>
                  <a:lnTo>
                    <a:pt x="467106" y="42672"/>
                  </a:lnTo>
                  <a:lnTo>
                    <a:pt x="465582" y="42672"/>
                  </a:lnTo>
                  <a:lnTo>
                    <a:pt x="464058" y="43434"/>
                  </a:lnTo>
                  <a:lnTo>
                    <a:pt x="462534" y="42672"/>
                  </a:lnTo>
                  <a:lnTo>
                    <a:pt x="461010" y="42672"/>
                  </a:lnTo>
                  <a:lnTo>
                    <a:pt x="458965" y="40805"/>
                  </a:lnTo>
                  <a:lnTo>
                    <a:pt x="458482" y="40170"/>
                  </a:lnTo>
                  <a:lnTo>
                    <a:pt x="458724" y="37338"/>
                  </a:lnTo>
                  <a:lnTo>
                    <a:pt x="459486" y="35814"/>
                  </a:lnTo>
                  <a:lnTo>
                    <a:pt x="460248" y="35052"/>
                  </a:lnTo>
                  <a:lnTo>
                    <a:pt x="461772" y="34290"/>
                  </a:lnTo>
                  <a:lnTo>
                    <a:pt x="463296" y="34290"/>
                  </a:lnTo>
                  <a:lnTo>
                    <a:pt x="467868" y="32766"/>
                  </a:lnTo>
                  <a:lnTo>
                    <a:pt x="469392" y="32766"/>
                  </a:lnTo>
                  <a:lnTo>
                    <a:pt x="470916" y="32004"/>
                  </a:lnTo>
                  <a:lnTo>
                    <a:pt x="470916" y="25908"/>
                  </a:lnTo>
                  <a:lnTo>
                    <a:pt x="462534" y="28194"/>
                  </a:lnTo>
                  <a:lnTo>
                    <a:pt x="451866" y="32004"/>
                  </a:lnTo>
                  <a:lnTo>
                    <a:pt x="449580" y="36576"/>
                  </a:lnTo>
                  <a:lnTo>
                    <a:pt x="449580" y="43434"/>
                  </a:lnTo>
                  <a:lnTo>
                    <a:pt x="451866" y="46482"/>
                  </a:lnTo>
                  <a:lnTo>
                    <a:pt x="456438" y="48768"/>
                  </a:lnTo>
                  <a:lnTo>
                    <a:pt x="458482" y="49098"/>
                  </a:lnTo>
                  <a:lnTo>
                    <a:pt x="461010" y="49530"/>
                  </a:lnTo>
                  <a:lnTo>
                    <a:pt x="467106" y="48006"/>
                  </a:lnTo>
                  <a:lnTo>
                    <a:pt x="470916" y="45466"/>
                  </a:lnTo>
                  <a:lnTo>
                    <a:pt x="471678" y="44958"/>
                  </a:lnTo>
                  <a:lnTo>
                    <a:pt x="473202" y="48768"/>
                  </a:lnTo>
                  <a:lnTo>
                    <a:pt x="480822" y="48768"/>
                  </a:lnTo>
                  <a:lnTo>
                    <a:pt x="482346" y="48768"/>
                  </a:lnTo>
                  <a:close/>
                </a:path>
                <a:path w="608329" h="62229">
                  <a:moveTo>
                    <a:pt x="522732" y="13716"/>
                  </a:moveTo>
                  <a:lnTo>
                    <a:pt x="491490" y="13716"/>
                  </a:lnTo>
                  <a:lnTo>
                    <a:pt x="491490" y="41148"/>
                  </a:lnTo>
                  <a:lnTo>
                    <a:pt x="490728" y="41910"/>
                  </a:lnTo>
                  <a:lnTo>
                    <a:pt x="489966" y="41910"/>
                  </a:lnTo>
                  <a:lnTo>
                    <a:pt x="489204" y="42672"/>
                  </a:lnTo>
                  <a:lnTo>
                    <a:pt x="486918" y="42672"/>
                  </a:lnTo>
                  <a:lnTo>
                    <a:pt x="486156" y="41910"/>
                  </a:lnTo>
                  <a:lnTo>
                    <a:pt x="485394" y="41910"/>
                  </a:lnTo>
                  <a:lnTo>
                    <a:pt x="485394" y="48768"/>
                  </a:lnTo>
                  <a:lnTo>
                    <a:pt x="487680" y="48768"/>
                  </a:lnTo>
                  <a:lnTo>
                    <a:pt x="489204" y="49530"/>
                  </a:lnTo>
                  <a:lnTo>
                    <a:pt x="493014" y="49530"/>
                  </a:lnTo>
                  <a:lnTo>
                    <a:pt x="495300" y="48768"/>
                  </a:lnTo>
                  <a:lnTo>
                    <a:pt x="496824" y="48768"/>
                  </a:lnTo>
                  <a:lnTo>
                    <a:pt x="497586" y="48006"/>
                  </a:lnTo>
                  <a:lnTo>
                    <a:pt x="498348" y="46482"/>
                  </a:lnTo>
                  <a:lnTo>
                    <a:pt x="499872" y="44958"/>
                  </a:lnTo>
                  <a:lnTo>
                    <a:pt x="499872" y="43434"/>
                  </a:lnTo>
                  <a:lnTo>
                    <a:pt x="500634" y="40386"/>
                  </a:lnTo>
                  <a:lnTo>
                    <a:pt x="500634" y="21336"/>
                  </a:lnTo>
                  <a:lnTo>
                    <a:pt x="513588" y="21336"/>
                  </a:lnTo>
                  <a:lnTo>
                    <a:pt x="513588" y="48768"/>
                  </a:lnTo>
                  <a:lnTo>
                    <a:pt x="522732" y="48768"/>
                  </a:lnTo>
                  <a:lnTo>
                    <a:pt x="522732" y="13716"/>
                  </a:lnTo>
                  <a:close/>
                </a:path>
                <a:path w="608329" h="62229">
                  <a:moveTo>
                    <a:pt x="566166" y="25908"/>
                  </a:moveTo>
                  <a:lnTo>
                    <a:pt x="559676" y="16281"/>
                  </a:lnTo>
                  <a:lnTo>
                    <a:pt x="557022" y="15392"/>
                  </a:lnTo>
                  <a:lnTo>
                    <a:pt x="557022" y="27432"/>
                  </a:lnTo>
                  <a:lnTo>
                    <a:pt x="557022" y="34290"/>
                  </a:lnTo>
                  <a:lnTo>
                    <a:pt x="554723" y="39547"/>
                  </a:lnTo>
                  <a:lnTo>
                    <a:pt x="550087" y="42189"/>
                  </a:lnTo>
                  <a:lnTo>
                    <a:pt x="544741" y="41656"/>
                  </a:lnTo>
                  <a:lnTo>
                    <a:pt x="540258" y="37338"/>
                  </a:lnTo>
                  <a:lnTo>
                    <a:pt x="539496" y="34290"/>
                  </a:lnTo>
                  <a:lnTo>
                    <a:pt x="539496" y="27432"/>
                  </a:lnTo>
                  <a:lnTo>
                    <a:pt x="540258" y="25146"/>
                  </a:lnTo>
                  <a:lnTo>
                    <a:pt x="541782" y="22860"/>
                  </a:lnTo>
                  <a:lnTo>
                    <a:pt x="544068" y="21336"/>
                  </a:lnTo>
                  <a:lnTo>
                    <a:pt x="545592" y="20574"/>
                  </a:lnTo>
                  <a:lnTo>
                    <a:pt x="550926" y="20574"/>
                  </a:lnTo>
                  <a:lnTo>
                    <a:pt x="552450" y="21336"/>
                  </a:lnTo>
                  <a:lnTo>
                    <a:pt x="554736" y="22860"/>
                  </a:lnTo>
                  <a:lnTo>
                    <a:pt x="556260" y="25146"/>
                  </a:lnTo>
                  <a:lnTo>
                    <a:pt x="557022" y="27432"/>
                  </a:lnTo>
                  <a:lnTo>
                    <a:pt x="557022" y="15392"/>
                  </a:lnTo>
                  <a:lnTo>
                    <a:pt x="549148" y="12725"/>
                  </a:lnTo>
                  <a:lnTo>
                    <a:pt x="538378" y="15379"/>
                  </a:lnTo>
                  <a:lnTo>
                    <a:pt x="531114" y="24384"/>
                  </a:lnTo>
                  <a:lnTo>
                    <a:pt x="530352" y="27432"/>
                  </a:lnTo>
                  <a:lnTo>
                    <a:pt x="529590" y="31242"/>
                  </a:lnTo>
                  <a:lnTo>
                    <a:pt x="530352" y="35052"/>
                  </a:lnTo>
                  <a:lnTo>
                    <a:pt x="531114" y="38100"/>
                  </a:lnTo>
                  <a:lnTo>
                    <a:pt x="538111" y="47002"/>
                  </a:lnTo>
                  <a:lnTo>
                    <a:pt x="539496" y="47345"/>
                  </a:lnTo>
                  <a:lnTo>
                    <a:pt x="549059" y="49657"/>
                  </a:lnTo>
                  <a:lnTo>
                    <a:pt x="557022" y="47053"/>
                  </a:lnTo>
                  <a:lnTo>
                    <a:pt x="559803" y="46151"/>
                  </a:lnTo>
                  <a:lnTo>
                    <a:pt x="566166" y="36576"/>
                  </a:lnTo>
                  <a:lnTo>
                    <a:pt x="566166" y="25908"/>
                  </a:lnTo>
                  <a:close/>
                </a:path>
                <a:path w="608329" h="62229">
                  <a:moveTo>
                    <a:pt x="608088" y="38100"/>
                  </a:moveTo>
                  <a:lnTo>
                    <a:pt x="607326" y="35814"/>
                  </a:lnTo>
                  <a:lnTo>
                    <a:pt x="605802" y="34290"/>
                  </a:lnTo>
                  <a:lnTo>
                    <a:pt x="605040" y="32766"/>
                  </a:lnTo>
                  <a:lnTo>
                    <a:pt x="600468" y="31242"/>
                  </a:lnTo>
                  <a:lnTo>
                    <a:pt x="603516" y="29718"/>
                  </a:lnTo>
                  <a:lnTo>
                    <a:pt x="605040" y="28194"/>
                  </a:lnTo>
                  <a:lnTo>
                    <a:pt x="605802" y="25908"/>
                  </a:lnTo>
                  <a:lnTo>
                    <a:pt x="606564" y="24384"/>
                  </a:lnTo>
                  <a:lnTo>
                    <a:pt x="606564" y="19812"/>
                  </a:lnTo>
                  <a:lnTo>
                    <a:pt x="605040" y="17526"/>
                  </a:lnTo>
                  <a:lnTo>
                    <a:pt x="603516" y="16002"/>
                  </a:lnTo>
                  <a:lnTo>
                    <a:pt x="601230" y="14478"/>
                  </a:lnTo>
                  <a:lnTo>
                    <a:pt x="598182" y="13716"/>
                  </a:lnTo>
                  <a:lnTo>
                    <a:pt x="598182" y="37338"/>
                  </a:lnTo>
                  <a:lnTo>
                    <a:pt x="598182" y="39624"/>
                  </a:lnTo>
                  <a:lnTo>
                    <a:pt x="597420" y="41148"/>
                  </a:lnTo>
                  <a:lnTo>
                    <a:pt x="594372" y="42672"/>
                  </a:lnTo>
                  <a:lnTo>
                    <a:pt x="592848" y="42672"/>
                  </a:lnTo>
                  <a:lnTo>
                    <a:pt x="590562" y="43434"/>
                  </a:lnTo>
                  <a:lnTo>
                    <a:pt x="582942" y="43434"/>
                  </a:lnTo>
                  <a:lnTo>
                    <a:pt x="582942" y="34290"/>
                  </a:lnTo>
                  <a:lnTo>
                    <a:pt x="593610" y="34290"/>
                  </a:lnTo>
                  <a:lnTo>
                    <a:pt x="595896" y="35052"/>
                  </a:lnTo>
                  <a:lnTo>
                    <a:pt x="597420" y="35814"/>
                  </a:lnTo>
                  <a:lnTo>
                    <a:pt x="598182" y="37338"/>
                  </a:lnTo>
                  <a:lnTo>
                    <a:pt x="598182" y="13716"/>
                  </a:lnTo>
                  <a:lnTo>
                    <a:pt x="597420" y="13716"/>
                  </a:lnTo>
                  <a:lnTo>
                    <a:pt x="597420" y="22098"/>
                  </a:lnTo>
                  <a:lnTo>
                    <a:pt x="597420" y="25146"/>
                  </a:lnTo>
                  <a:lnTo>
                    <a:pt x="595134" y="27432"/>
                  </a:lnTo>
                  <a:lnTo>
                    <a:pt x="593471" y="27470"/>
                  </a:lnTo>
                  <a:lnTo>
                    <a:pt x="591324" y="28194"/>
                  </a:lnTo>
                  <a:lnTo>
                    <a:pt x="582942" y="28194"/>
                  </a:lnTo>
                  <a:lnTo>
                    <a:pt x="582942" y="19812"/>
                  </a:lnTo>
                  <a:lnTo>
                    <a:pt x="587514" y="19812"/>
                  </a:lnTo>
                  <a:lnTo>
                    <a:pt x="592302" y="20091"/>
                  </a:lnTo>
                  <a:lnTo>
                    <a:pt x="593471" y="18656"/>
                  </a:lnTo>
                  <a:lnTo>
                    <a:pt x="597420" y="22098"/>
                  </a:lnTo>
                  <a:lnTo>
                    <a:pt x="597420" y="13716"/>
                  </a:lnTo>
                  <a:lnTo>
                    <a:pt x="573798" y="13716"/>
                  </a:lnTo>
                  <a:lnTo>
                    <a:pt x="573798" y="48768"/>
                  </a:lnTo>
                  <a:lnTo>
                    <a:pt x="582942" y="48768"/>
                  </a:lnTo>
                  <a:lnTo>
                    <a:pt x="591324" y="48666"/>
                  </a:lnTo>
                  <a:lnTo>
                    <a:pt x="598182" y="48209"/>
                  </a:lnTo>
                  <a:lnTo>
                    <a:pt x="599046" y="48158"/>
                  </a:lnTo>
                  <a:lnTo>
                    <a:pt x="599325" y="51054"/>
                  </a:lnTo>
                  <a:lnTo>
                    <a:pt x="600468" y="49961"/>
                  </a:lnTo>
                  <a:lnTo>
                    <a:pt x="606564" y="44196"/>
                  </a:lnTo>
                  <a:lnTo>
                    <a:pt x="608088" y="39624"/>
                  </a:lnTo>
                  <a:lnTo>
                    <a:pt x="6080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7" name="object 717"/>
            <p:cNvPicPr/>
            <p:nvPr/>
          </p:nvPicPr>
          <p:blipFill>
            <a:blip r:embed="rId129" cstate="print"/>
            <a:stretch>
              <a:fillRect/>
            </a:stretch>
          </p:blipFill>
          <p:spPr>
            <a:xfrm>
              <a:off x="5411876" y="3781682"/>
              <a:ext cx="57912" cy="913637"/>
            </a:xfrm>
            <a:prstGeom prst="rect">
              <a:avLst/>
            </a:prstGeom>
          </p:spPr>
        </p:pic>
        <p:pic>
          <p:nvPicPr>
            <p:cNvPr id="718" name="object 718"/>
            <p:cNvPicPr/>
            <p:nvPr/>
          </p:nvPicPr>
          <p:blipFill>
            <a:blip r:embed="rId130" cstate="print"/>
            <a:stretch>
              <a:fillRect/>
            </a:stretch>
          </p:blipFill>
          <p:spPr>
            <a:xfrm>
              <a:off x="7793126" y="5726306"/>
              <a:ext cx="625022" cy="52578"/>
            </a:xfrm>
            <a:prstGeom prst="rect">
              <a:avLst/>
            </a:prstGeom>
          </p:spPr>
        </p:pic>
        <p:pic>
          <p:nvPicPr>
            <p:cNvPr id="719" name="object 719"/>
            <p:cNvPicPr/>
            <p:nvPr/>
          </p:nvPicPr>
          <p:blipFill>
            <a:blip r:embed="rId131" cstate="print"/>
            <a:stretch>
              <a:fillRect/>
            </a:stretch>
          </p:blipFill>
          <p:spPr>
            <a:xfrm>
              <a:off x="7793126" y="5848226"/>
              <a:ext cx="1145420" cy="52578"/>
            </a:xfrm>
            <a:prstGeom prst="rect">
              <a:avLst/>
            </a:prstGeom>
          </p:spPr>
        </p:pic>
        <p:sp>
          <p:nvSpPr>
            <p:cNvPr id="720" name="object 720"/>
            <p:cNvSpPr/>
            <p:nvPr/>
          </p:nvSpPr>
          <p:spPr>
            <a:xfrm>
              <a:off x="692035" y="6174311"/>
              <a:ext cx="543560" cy="61594"/>
            </a:xfrm>
            <a:custGeom>
              <a:avLst/>
              <a:gdLst/>
              <a:ahLst/>
              <a:cxnLst/>
              <a:rect l="l" t="t" r="r" b="b"/>
              <a:pathLst>
                <a:path w="543560" h="61595">
                  <a:moveTo>
                    <a:pt x="36576" y="825"/>
                  </a:moveTo>
                  <a:lnTo>
                    <a:pt x="0" y="825"/>
                  </a:lnTo>
                  <a:lnTo>
                    <a:pt x="0" y="48069"/>
                  </a:lnTo>
                  <a:lnTo>
                    <a:pt x="6096" y="48069"/>
                  </a:lnTo>
                  <a:lnTo>
                    <a:pt x="6096" y="6921"/>
                  </a:lnTo>
                  <a:lnTo>
                    <a:pt x="30480" y="6921"/>
                  </a:lnTo>
                  <a:lnTo>
                    <a:pt x="30480" y="48069"/>
                  </a:lnTo>
                  <a:lnTo>
                    <a:pt x="36576" y="48069"/>
                  </a:lnTo>
                  <a:lnTo>
                    <a:pt x="36576" y="825"/>
                  </a:lnTo>
                  <a:close/>
                </a:path>
                <a:path w="543560" h="61595">
                  <a:moveTo>
                    <a:pt x="75438" y="27495"/>
                  </a:moveTo>
                  <a:lnTo>
                    <a:pt x="73914" y="21399"/>
                  </a:lnTo>
                  <a:lnTo>
                    <a:pt x="72390" y="19113"/>
                  </a:lnTo>
                  <a:lnTo>
                    <a:pt x="69342" y="16065"/>
                  </a:lnTo>
                  <a:lnTo>
                    <a:pt x="69342" y="26733"/>
                  </a:lnTo>
                  <a:lnTo>
                    <a:pt x="69342" y="34353"/>
                  </a:lnTo>
                  <a:lnTo>
                    <a:pt x="68580" y="38163"/>
                  </a:lnTo>
                  <a:lnTo>
                    <a:pt x="67056" y="41211"/>
                  </a:lnTo>
                  <a:lnTo>
                    <a:pt x="64770" y="42735"/>
                  </a:lnTo>
                  <a:lnTo>
                    <a:pt x="60198" y="44259"/>
                  </a:lnTo>
                  <a:lnTo>
                    <a:pt x="55626" y="42735"/>
                  </a:lnTo>
                  <a:lnTo>
                    <a:pt x="54102" y="41211"/>
                  </a:lnTo>
                  <a:lnTo>
                    <a:pt x="52578" y="38163"/>
                  </a:lnTo>
                  <a:lnTo>
                    <a:pt x="51816" y="35115"/>
                  </a:lnTo>
                  <a:lnTo>
                    <a:pt x="51054" y="31305"/>
                  </a:lnTo>
                  <a:lnTo>
                    <a:pt x="51816" y="26733"/>
                  </a:lnTo>
                  <a:lnTo>
                    <a:pt x="52578" y="23685"/>
                  </a:lnTo>
                  <a:lnTo>
                    <a:pt x="57010" y="18745"/>
                  </a:lnTo>
                  <a:lnTo>
                    <a:pt x="62293" y="17932"/>
                  </a:lnTo>
                  <a:lnTo>
                    <a:pt x="66916" y="20764"/>
                  </a:lnTo>
                  <a:lnTo>
                    <a:pt x="69342" y="26733"/>
                  </a:lnTo>
                  <a:lnTo>
                    <a:pt x="69342" y="16065"/>
                  </a:lnTo>
                  <a:lnTo>
                    <a:pt x="68580" y="15303"/>
                  </a:lnTo>
                  <a:lnTo>
                    <a:pt x="64008" y="13779"/>
                  </a:lnTo>
                  <a:lnTo>
                    <a:pt x="60960" y="13017"/>
                  </a:lnTo>
                  <a:lnTo>
                    <a:pt x="58674" y="13779"/>
                  </a:lnTo>
                  <a:lnTo>
                    <a:pt x="57010" y="13843"/>
                  </a:lnTo>
                  <a:lnTo>
                    <a:pt x="54102" y="15303"/>
                  </a:lnTo>
                  <a:lnTo>
                    <a:pt x="51054" y="18351"/>
                  </a:lnTo>
                  <a:lnTo>
                    <a:pt x="51054" y="13779"/>
                  </a:lnTo>
                  <a:lnTo>
                    <a:pt x="46482" y="13779"/>
                  </a:lnTo>
                  <a:lnTo>
                    <a:pt x="46482" y="61023"/>
                  </a:lnTo>
                  <a:lnTo>
                    <a:pt x="51816" y="61023"/>
                  </a:lnTo>
                  <a:lnTo>
                    <a:pt x="51816" y="44259"/>
                  </a:lnTo>
                  <a:lnTo>
                    <a:pt x="52578" y="45783"/>
                  </a:lnTo>
                  <a:lnTo>
                    <a:pt x="54102" y="46545"/>
                  </a:lnTo>
                  <a:lnTo>
                    <a:pt x="61341" y="48920"/>
                  </a:lnTo>
                  <a:lnTo>
                    <a:pt x="68021" y="46863"/>
                  </a:lnTo>
                  <a:lnTo>
                    <a:pt x="69342" y="45478"/>
                  </a:lnTo>
                  <a:lnTo>
                    <a:pt x="73075" y="41592"/>
                  </a:lnTo>
                  <a:lnTo>
                    <a:pt x="75438" y="34353"/>
                  </a:lnTo>
                  <a:lnTo>
                    <a:pt x="75438" y="27495"/>
                  </a:lnTo>
                  <a:close/>
                </a:path>
                <a:path w="543560" h="61595">
                  <a:moveTo>
                    <a:pt x="109728" y="13779"/>
                  </a:moveTo>
                  <a:lnTo>
                    <a:pt x="103632" y="13779"/>
                  </a:lnTo>
                  <a:lnTo>
                    <a:pt x="99822" y="20637"/>
                  </a:lnTo>
                  <a:lnTo>
                    <a:pt x="92202" y="32829"/>
                  </a:lnTo>
                  <a:lnTo>
                    <a:pt x="87630" y="40449"/>
                  </a:lnTo>
                  <a:lnTo>
                    <a:pt x="87630" y="13779"/>
                  </a:lnTo>
                  <a:lnTo>
                    <a:pt x="82296" y="13779"/>
                  </a:lnTo>
                  <a:lnTo>
                    <a:pt x="82296" y="48069"/>
                  </a:lnTo>
                  <a:lnTo>
                    <a:pt x="88392" y="48069"/>
                  </a:lnTo>
                  <a:lnTo>
                    <a:pt x="92964" y="41211"/>
                  </a:lnTo>
                  <a:lnTo>
                    <a:pt x="100584" y="29019"/>
                  </a:lnTo>
                  <a:lnTo>
                    <a:pt x="104394" y="22161"/>
                  </a:lnTo>
                  <a:lnTo>
                    <a:pt x="104394" y="48069"/>
                  </a:lnTo>
                  <a:lnTo>
                    <a:pt x="109728" y="48069"/>
                  </a:lnTo>
                  <a:lnTo>
                    <a:pt x="109728" y="13779"/>
                  </a:lnTo>
                  <a:close/>
                </a:path>
                <a:path w="543560" h="61595">
                  <a:moveTo>
                    <a:pt x="146304" y="34353"/>
                  </a:moveTo>
                  <a:lnTo>
                    <a:pt x="142494" y="30543"/>
                  </a:lnTo>
                  <a:lnTo>
                    <a:pt x="140970" y="29781"/>
                  </a:lnTo>
                  <a:lnTo>
                    <a:pt x="140970" y="36639"/>
                  </a:lnTo>
                  <a:lnTo>
                    <a:pt x="140970" y="38163"/>
                  </a:lnTo>
                  <a:lnTo>
                    <a:pt x="140208" y="39687"/>
                  </a:lnTo>
                  <a:lnTo>
                    <a:pt x="140208" y="41211"/>
                  </a:lnTo>
                  <a:lnTo>
                    <a:pt x="138684" y="41973"/>
                  </a:lnTo>
                  <a:lnTo>
                    <a:pt x="134607" y="44615"/>
                  </a:lnTo>
                  <a:lnTo>
                    <a:pt x="131013" y="43103"/>
                  </a:lnTo>
                  <a:lnTo>
                    <a:pt x="126492" y="43497"/>
                  </a:lnTo>
                  <a:lnTo>
                    <a:pt x="124206" y="43497"/>
                  </a:lnTo>
                  <a:lnTo>
                    <a:pt x="124206" y="32829"/>
                  </a:lnTo>
                  <a:lnTo>
                    <a:pt x="135636" y="32829"/>
                  </a:lnTo>
                  <a:lnTo>
                    <a:pt x="136398" y="33591"/>
                  </a:lnTo>
                  <a:lnTo>
                    <a:pt x="137922" y="33591"/>
                  </a:lnTo>
                  <a:lnTo>
                    <a:pt x="138684" y="34353"/>
                  </a:lnTo>
                  <a:lnTo>
                    <a:pt x="140970" y="36639"/>
                  </a:lnTo>
                  <a:lnTo>
                    <a:pt x="140970" y="29781"/>
                  </a:lnTo>
                  <a:lnTo>
                    <a:pt x="142494" y="29019"/>
                  </a:lnTo>
                  <a:lnTo>
                    <a:pt x="144018" y="27495"/>
                  </a:lnTo>
                  <a:lnTo>
                    <a:pt x="144780" y="25971"/>
                  </a:lnTo>
                  <a:lnTo>
                    <a:pt x="144780" y="21399"/>
                  </a:lnTo>
                  <a:lnTo>
                    <a:pt x="144018" y="19113"/>
                  </a:lnTo>
                  <a:lnTo>
                    <a:pt x="143256" y="17589"/>
                  </a:lnTo>
                  <a:lnTo>
                    <a:pt x="141732" y="16827"/>
                  </a:lnTo>
                  <a:lnTo>
                    <a:pt x="140970" y="15303"/>
                  </a:lnTo>
                  <a:lnTo>
                    <a:pt x="138684" y="14541"/>
                  </a:lnTo>
                  <a:lnTo>
                    <a:pt x="138684" y="22161"/>
                  </a:lnTo>
                  <a:lnTo>
                    <a:pt x="138684" y="25209"/>
                  </a:lnTo>
                  <a:lnTo>
                    <a:pt x="136398" y="27495"/>
                  </a:lnTo>
                  <a:lnTo>
                    <a:pt x="134874" y="27495"/>
                  </a:lnTo>
                  <a:lnTo>
                    <a:pt x="134112" y="28257"/>
                  </a:lnTo>
                  <a:lnTo>
                    <a:pt x="124206" y="28257"/>
                  </a:lnTo>
                  <a:lnTo>
                    <a:pt x="124206" y="18351"/>
                  </a:lnTo>
                  <a:lnTo>
                    <a:pt x="130302" y="18351"/>
                  </a:lnTo>
                  <a:lnTo>
                    <a:pt x="133350" y="19113"/>
                  </a:lnTo>
                  <a:lnTo>
                    <a:pt x="135636" y="19113"/>
                  </a:lnTo>
                  <a:lnTo>
                    <a:pt x="137160" y="19875"/>
                  </a:lnTo>
                  <a:lnTo>
                    <a:pt x="137922" y="20637"/>
                  </a:lnTo>
                  <a:lnTo>
                    <a:pt x="138684" y="22161"/>
                  </a:lnTo>
                  <a:lnTo>
                    <a:pt x="138684" y="14541"/>
                  </a:lnTo>
                  <a:lnTo>
                    <a:pt x="134607" y="14465"/>
                  </a:lnTo>
                  <a:lnTo>
                    <a:pt x="131826" y="13779"/>
                  </a:lnTo>
                  <a:lnTo>
                    <a:pt x="118110" y="13779"/>
                  </a:lnTo>
                  <a:lnTo>
                    <a:pt x="118110" y="48069"/>
                  </a:lnTo>
                  <a:lnTo>
                    <a:pt x="124206" y="48069"/>
                  </a:lnTo>
                  <a:lnTo>
                    <a:pt x="133350" y="48069"/>
                  </a:lnTo>
                  <a:lnTo>
                    <a:pt x="140970" y="46545"/>
                  </a:lnTo>
                  <a:lnTo>
                    <a:pt x="143256" y="45783"/>
                  </a:lnTo>
                  <a:lnTo>
                    <a:pt x="146304" y="41211"/>
                  </a:lnTo>
                  <a:lnTo>
                    <a:pt x="146304" y="34353"/>
                  </a:lnTo>
                  <a:close/>
                </a:path>
                <a:path w="543560" h="61595">
                  <a:moveTo>
                    <a:pt x="182880" y="30543"/>
                  </a:moveTo>
                  <a:lnTo>
                    <a:pt x="182118" y="25209"/>
                  </a:lnTo>
                  <a:lnTo>
                    <a:pt x="180594" y="21399"/>
                  </a:lnTo>
                  <a:lnTo>
                    <a:pt x="178308" y="17589"/>
                  </a:lnTo>
                  <a:lnTo>
                    <a:pt x="176784" y="16446"/>
                  </a:lnTo>
                  <a:lnTo>
                    <a:pt x="176784" y="26733"/>
                  </a:lnTo>
                  <a:lnTo>
                    <a:pt x="176784" y="34353"/>
                  </a:lnTo>
                  <a:lnTo>
                    <a:pt x="166878" y="44259"/>
                  </a:lnTo>
                  <a:lnTo>
                    <a:pt x="162306" y="42735"/>
                  </a:lnTo>
                  <a:lnTo>
                    <a:pt x="160020" y="41211"/>
                  </a:lnTo>
                  <a:lnTo>
                    <a:pt x="156972" y="35115"/>
                  </a:lnTo>
                  <a:lnTo>
                    <a:pt x="156972" y="26733"/>
                  </a:lnTo>
                  <a:lnTo>
                    <a:pt x="158496" y="23685"/>
                  </a:lnTo>
                  <a:lnTo>
                    <a:pt x="163156" y="18783"/>
                  </a:lnTo>
                  <a:lnTo>
                    <a:pt x="168287" y="17729"/>
                  </a:lnTo>
                  <a:lnTo>
                    <a:pt x="173101" y="20408"/>
                  </a:lnTo>
                  <a:lnTo>
                    <a:pt x="176784" y="26733"/>
                  </a:lnTo>
                  <a:lnTo>
                    <a:pt x="176784" y="16446"/>
                  </a:lnTo>
                  <a:lnTo>
                    <a:pt x="175260" y="15303"/>
                  </a:lnTo>
                  <a:lnTo>
                    <a:pt x="171450" y="13779"/>
                  </a:lnTo>
                  <a:lnTo>
                    <a:pt x="166878" y="13017"/>
                  </a:lnTo>
                  <a:lnTo>
                    <a:pt x="163068" y="13779"/>
                  </a:lnTo>
                  <a:lnTo>
                    <a:pt x="150876" y="30543"/>
                  </a:lnTo>
                  <a:lnTo>
                    <a:pt x="151638" y="35877"/>
                  </a:lnTo>
                  <a:lnTo>
                    <a:pt x="153162" y="40449"/>
                  </a:lnTo>
                  <a:lnTo>
                    <a:pt x="156972" y="44475"/>
                  </a:lnTo>
                  <a:lnTo>
                    <a:pt x="159448" y="47091"/>
                  </a:lnTo>
                  <a:lnTo>
                    <a:pt x="168325" y="48818"/>
                  </a:lnTo>
                  <a:lnTo>
                    <a:pt x="176784" y="45618"/>
                  </a:lnTo>
                  <a:lnTo>
                    <a:pt x="182118" y="37401"/>
                  </a:lnTo>
                  <a:lnTo>
                    <a:pt x="182118" y="34353"/>
                  </a:lnTo>
                  <a:lnTo>
                    <a:pt x="182880" y="30543"/>
                  </a:lnTo>
                  <a:close/>
                </a:path>
                <a:path w="543560" h="61595">
                  <a:moveTo>
                    <a:pt x="220980" y="43497"/>
                  </a:moveTo>
                  <a:lnTo>
                    <a:pt x="217932" y="43497"/>
                  </a:lnTo>
                  <a:lnTo>
                    <a:pt x="217932" y="13779"/>
                  </a:lnTo>
                  <a:lnTo>
                    <a:pt x="211836" y="13779"/>
                  </a:lnTo>
                  <a:lnTo>
                    <a:pt x="211836" y="18351"/>
                  </a:lnTo>
                  <a:lnTo>
                    <a:pt x="211836" y="43497"/>
                  </a:lnTo>
                  <a:lnTo>
                    <a:pt x="193548" y="43497"/>
                  </a:lnTo>
                  <a:lnTo>
                    <a:pt x="196596" y="36639"/>
                  </a:lnTo>
                  <a:lnTo>
                    <a:pt x="198120" y="29019"/>
                  </a:lnTo>
                  <a:lnTo>
                    <a:pt x="198882" y="18351"/>
                  </a:lnTo>
                  <a:lnTo>
                    <a:pt x="211836" y="18351"/>
                  </a:lnTo>
                  <a:lnTo>
                    <a:pt x="211836" y="13779"/>
                  </a:lnTo>
                  <a:lnTo>
                    <a:pt x="194310" y="13779"/>
                  </a:lnTo>
                  <a:lnTo>
                    <a:pt x="193548" y="26733"/>
                  </a:lnTo>
                  <a:lnTo>
                    <a:pt x="192024" y="35877"/>
                  </a:lnTo>
                  <a:lnTo>
                    <a:pt x="188214" y="43497"/>
                  </a:lnTo>
                  <a:lnTo>
                    <a:pt x="185166" y="43497"/>
                  </a:lnTo>
                  <a:lnTo>
                    <a:pt x="185166" y="57975"/>
                  </a:lnTo>
                  <a:lnTo>
                    <a:pt x="189738" y="57975"/>
                  </a:lnTo>
                  <a:lnTo>
                    <a:pt x="189738" y="48069"/>
                  </a:lnTo>
                  <a:lnTo>
                    <a:pt x="193548" y="48069"/>
                  </a:lnTo>
                  <a:lnTo>
                    <a:pt x="211836" y="48069"/>
                  </a:lnTo>
                  <a:lnTo>
                    <a:pt x="216408" y="48069"/>
                  </a:lnTo>
                  <a:lnTo>
                    <a:pt x="216408" y="57975"/>
                  </a:lnTo>
                  <a:lnTo>
                    <a:pt x="220980" y="57975"/>
                  </a:lnTo>
                  <a:lnTo>
                    <a:pt x="220980" y="43497"/>
                  </a:lnTo>
                  <a:close/>
                </a:path>
                <a:path w="543560" h="61595">
                  <a:moveTo>
                    <a:pt x="256146" y="37884"/>
                  </a:moveTo>
                  <a:lnTo>
                    <a:pt x="251002" y="29552"/>
                  </a:lnTo>
                  <a:lnTo>
                    <a:pt x="249936" y="29413"/>
                  </a:lnTo>
                  <a:lnTo>
                    <a:pt x="249936" y="37401"/>
                  </a:lnTo>
                  <a:lnTo>
                    <a:pt x="249174" y="39687"/>
                  </a:lnTo>
                  <a:lnTo>
                    <a:pt x="248412" y="41211"/>
                  </a:lnTo>
                  <a:lnTo>
                    <a:pt x="247650" y="41973"/>
                  </a:lnTo>
                  <a:lnTo>
                    <a:pt x="243078" y="43497"/>
                  </a:lnTo>
                  <a:lnTo>
                    <a:pt x="233172" y="43497"/>
                  </a:lnTo>
                  <a:lnTo>
                    <a:pt x="233172" y="32067"/>
                  </a:lnTo>
                  <a:lnTo>
                    <a:pt x="243840" y="32067"/>
                  </a:lnTo>
                  <a:lnTo>
                    <a:pt x="248412" y="33591"/>
                  </a:lnTo>
                  <a:lnTo>
                    <a:pt x="249174" y="35115"/>
                  </a:lnTo>
                  <a:lnTo>
                    <a:pt x="249174" y="35877"/>
                  </a:lnTo>
                  <a:lnTo>
                    <a:pt x="249936" y="37401"/>
                  </a:lnTo>
                  <a:lnTo>
                    <a:pt x="249936" y="29413"/>
                  </a:lnTo>
                  <a:lnTo>
                    <a:pt x="235458" y="27495"/>
                  </a:lnTo>
                  <a:lnTo>
                    <a:pt x="233172" y="27495"/>
                  </a:lnTo>
                  <a:lnTo>
                    <a:pt x="233172" y="13779"/>
                  </a:lnTo>
                  <a:lnTo>
                    <a:pt x="227838" y="13779"/>
                  </a:lnTo>
                  <a:lnTo>
                    <a:pt x="227838" y="48069"/>
                  </a:lnTo>
                  <a:lnTo>
                    <a:pt x="230886" y="48069"/>
                  </a:lnTo>
                  <a:lnTo>
                    <a:pt x="249796" y="46164"/>
                  </a:lnTo>
                  <a:lnTo>
                    <a:pt x="249936" y="45974"/>
                  </a:lnTo>
                  <a:lnTo>
                    <a:pt x="256146" y="37884"/>
                  </a:lnTo>
                  <a:close/>
                </a:path>
                <a:path w="543560" h="61595">
                  <a:moveTo>
                    <a:pt x="265950" y="13779"/>
                  </a:moveTo>
                  <a:lnTo>
                    <a:pt x="259842" y="13779"/>
                  </a:lnTo>
                  <a:lnTo>
                    <a:pt x="259842" y="48069"/>
                  </a:lnTo>
                  <a:lnTo>
                    <a:pt x="265950" y="48069"/>
                  </a:lnTo>
                  <a:lnTo>
                    <a:pt x="265950" y="13779"/>
                  </a:lnTo>
                  <a:close/>
                </a:path>
                <a:path w="543560" h="61595">
                  <a:moveTo>
                    <a:pt x="354330" y="24447"/>
                  </a:moveTo>
                  <a:lnTo>
                    <a:pt x="348780" y="8280"/>
                  </a:lnTo>
                  <a:lnTo>
                    <a:pt x="347472" y="7467"/>
                  </a:lnTo>
                  <a:lnTo>
                    <a:pt x="347472" y="21399"/>
                  </a:lnTo>
                  <a:lnTo>
                    <a:pt x="347472" y="24447"/>
                  </a:lnTo>
                  <a:lnTo>
                    <a:pt x="344995" y="36449"/>
                  </a:lnTo>
                  <a:lnTo>
                    <a:pt x="336994" y="42735"/>
                  </a:lnTo>
                  <a:lnTo>
                    <a:pt x="326796" y="42545"/>
                  </a:lnTo>
                  <a:lnTo>
                    <a:pt x="317754" y="35115"/>
                  </a:lnTo>
                  <a:lnTo>
                    <a:pt x="316230" y="30543"/>
                  </a:lnTo>
                  <a:lnTo>
                    <a:pt x="315468" y="25209"/>
                  </a:lnTo>
                  <a:lnTo>
                    <a:pt x="316230" y="19113"/>
                  </a:lnTo>
                  <a:lnTo>
                    <a:pt x="317754" y="13779"/>
                  </a:lnTo>
                  <a:lnTo>
                    <a:pt x="324040" y="7378"/>
                  </a:lnTo>
                  <a:lnTo>
                    <a:pt x="333184" y="5702"/>
                  </a:lnTo>
                  <a:lnTo>
                    <a:pt x="341858" y="9017"/>
                  </a:lnTo>
                  <a:lnTo>
                    <a:pt x="346710" y="17589"/>
                  </a:lnTo>
                  <a:lnTo>
                    <a:pt x="347472" y="21399"/>
                  </a:lnTo>
                  <a:lnTo>
                    <a:pt x="347472" y="7467"/>
                  </a:lnTo>
                  <a:lnTo>
                    <a:pt x="336524" y="584"/>
                  </a:lnTo>
                  <a:lnTo>
                    <a:pt x="322707" y="1765"/>
                  </a:lnTo>
                  <a:lnTo>
                    <a:pt x="312420" y="12255"/>
                  </a:lnTo>
                  <a:lnTo>
                    <a:pt x="310134" y="18351"/>
                  </a:lnTo>
                  <a:lnTo>
                    <a:pt x="309372" y="25209"/>
                  </a:lnTo>
                  <a:lnTo>
                    <a:pt x="309372" y="29019"/>
                  </a:lnTo>
                  <a:lnTo>
                    <a:pt x="310896" y="32829"/>
                  </a:lnTo>
                  <a:lnTo>
                    <a:pt x="315468" y="40271"/>
                  </a:lnTo>
                  <a:lnTo>
                    <a:pt x="318109" y="44564"/>
                  </a:lnTo>
                  <a:lnTo>
                    <a:pt x="330923" y="48856"/>
                  </a:lnTo>
                  <a:lnTo>
                    <a:pt x="344195" y="45326"/>
                  </a:lnTo>
                  <a:lnTo>
                    <a:pt x="347472" y="40855"/>
                  </a:lnTo>
                  <a:lnTo>
                    <a:pt x="352806" y="33591"/>
                  </a:lnTo>
                  <a:lnTo>
                    <a:pt x="354330" y="24447"/>
                  </a:lnTo>
                  <a:close/>
                </a:path>
                <a:path w="543560" h="61595">
                  <a:moveTo>
                    <a:pt x="397560" y="19011"/>
                  </a:moveTo>
                  <a:lnTo>
                    <a:pt x="397002" y="9969"/>
                  </a:lnTo>
                  <a:lnTo>
                    <a:pt x="395478" y="6921"/>
                  </a:lnTo>
                  <a:lnTo>
                    <a:pt x="391668" y="1905"/>
                  </a:lnTo>
                  <a:lnTo>
                    <a:pt x="391668" y="13017"/>
                  </a:lnTo>
                  <a:lnTo>
                    <a:pt x="391668" y="14541"/>
                  </a:lnTo>
                  <a:lnTo>
                    <a:pt x="390232" y="23012"/>
                  </a:lnTo>
                  <a:lnTo>
                    <a:pt x="386168" y="23355"/>
                  </a:lnTo>
                  <a:lnTo>
                    <a:pt x="383933" y="23418"/>
                  </a:lnTo>
                  <a:lnTo>
                    <a:pt x="377190" y="22923"/>
                  </a:lnTo>
                  <a:lnTo>
                    <a:pt x="368046" y="22923"/>
                  </a:lnTo>
                  <a:lnTo>
                    <a:pt x="368046" y="6921"/>
                  </a:lnTo>
                  <a:lnTo>
                    <a:pt x="377190" y="6921"/>
                  </a:lnTo>
                  <a:lnTo>
                    <a:pt x="383933" y="7531"/>
                  </a:lnTo>
                  <a:lnTo>
                    <a:pt x="387400" y="4635"/>
                  </a:lnTo>
                  <a:lnTo>
                    <a:pt x="391668" y="13017"/>
                  </a:lnTo>
                  <a:lnTo>
                    <a:pt x="391668" y="1905"/>
                  </a:lnTo>
                  <a:lnTo>
                    <a:pt x="390232" y="0"/>
                  </a:lnTo>
                  <a:lnTo>
                    <a:pt x="382651" y="1727"/>
                  </a:lnTo>
                  <a:lnTo>
                    <a:pt x="374904" y="825"/>
                  </a:lnTo>
                  <a:lnTo>
                    <a:pt x="361950" y="825"/>
                  </a:lnTo>
                  <a:lnTo>
                    <a:pt x="361950" y="48069"/>
                  </a:lnTo>
                  <a:lnTo>
                    <a:pt x="368046" y="48069"/>
                  </a:lnTo>
                  <a:lnTo>
                    <a:pt x="368046" y="29019"/>
                  </a:lnTo>
                  <a:lnTo>
                    <a:pt x="377190" y="29019"/>
                  </a:lnTo>
                  <a:lnTo>
                    <a:pt x="386168" y="28295"/>
                  </a:lnTo>
                  <a:lnTo>
                    <a:pt x="391668" y="25844"/>
                  </a:lnTo>
                  <a:lnTo>
                    <a:pt x="393446" y="25044"/>
                  </a:lnTo>
                  <a:lnTo>
                    <a:pt x="397560" y="19011"/>
                  </a:lnTo>
                  <a:close/>
                </a:path>
                <a:path w="543560" h="61595">
                  <a:moveTo>
                    <a:pt x="463296" y="32829"/>
                  </a:moveTo>
                  <a:lnTo>
                    <a:pt x="457200" y="31305"/>
                  </a:lnTo>
                  <a:lnTo>
                    <a:pt x="455676" y="36639"/>
                  </a:lnTo>
                  <a:lnTo>
                    <a:pt x="438048" y="42773"/>
                  </a:lnTo>
                  <a:lnTo>
                    <a:pt x="429044" y="27990"/>
                  </a:lnTo>
                  <a:lnTo>
                    <a:pt x="432396" y="10287"/>
                  </a:lnTo>
                  <a:lnTo>
                    <a:pt x="451866" y="7683"/>
                  </a:lnTo>
                  <a:lnTo>
                    <a:pt x="456438" y="15303"/>
                  </a:lnTo>
                  <a:lnTo>
                    <a:pt x="462534" y="13779"/>
                  </a:lnTo>
                  <a:lnTo>
                    <a:pt x="461010" y="10731"/>
                  </a:lnTo>
                  <a:lnTo>
                    <a:pt x="453390" y="2349"/>
                  </a:lnTo>
                  <a:lnTo>
                    <a:pt x="444246" y="63"/>
                  </a:lnTo>
                  <a:lnTo>
                    <a:pt x="438150" y="825"/>
                  </a:lnTo>
                  <a:lnTo>
                    <a:pt x="430530" y="4635"/>
                  </a:lnTo>
                  <a:lnTo>
                    <a:pt x="425196" y="11493"/>
                  </a:lnTo>
                  <a:lnTo>
                    <a:pt x="422148" y="24447"/>
                  </a:lnTo>
                  <a:lnTo>
                    <a:pt x="424434" y="36639"/>
                  </a:lnTo>
                  <a:lnTo>
                    <a:pt x="427482" y="41973"/>
                  </a:lnTo>
                  <a:lnTo>
                    <a:pt x="432054" y="45783"/>
                  </a:lnTo>
                  <a:lnTo>
                    <a:pt x="437388" y="48069"/>
                  </a:lnTo>
                  <a:lnTo>
                    <a:pt x="444246" y="48831"/>
                  </a:lnTo>
                  <a:lnTo>
                    <a:pt x="450342" y="48069"/>
                  </a:lnTo>
                  <a:lnTo>
                    <a:pt x="458724" y="42735"/>
                  </a:lnTo>
                  <a:lnTo>
                    <a:pt x="463296" y="32829"/>
                  </a:lnTo>
                  <a:close/>
                </a:path>
                <a:path w="543560" h="61595">
                  <a:moveTo>
                    <a:pt x="506730" y="825"/>
                  </a:moveTo>
                  <a:lnTo>
                    <a:pt x="500634" y="825"/>
                  </a:lnTo>
                  <a:lnTo>
                    <a:pt x="497586" y="8445"/>
                  </a:lnTo>
                  <a:lnTo>
                    <a:pt x="490728" y="22161"/>
                  </a:lnTo>
                  <a:lnTo>
                    <a:pt x="487680" y="29781"/>
                  </a:lnTo>
                  <a:lnTo>
                    <a:pt x="483870" y="22161"/>
                  </a:lnTo>
                  <a:lnTo>
                    <a:pt x="476250" y="8445"/>
                  </a:lnTo>
                  <a:lnTo>
                    <a:pt x="472440" y="825"/>
                  </a:lnTo>
                  <a:lnTo>
                    <a:pt x="466344" y="825"/>
                  </a:lnTo>
                  <a:lnTo>
                    <a:pt x="470916" y="9969"/>
                  </a:lnTo>
                  <a:lnTo>
                    <a:pt x="484632" y="35115"/>
                  </a:lnTo>
                  <a:lnTo>
                    <a:pt x="483870" y="38163"/>
                  </a:lnTo>
                  <a:lnTo>
                    <a:pt x="482346" y="41211"/>
                  </a:lnTo>
                  <a:lnTo>
                    <a:pt x="481584" y="41973"/>
                  </a:lnTo>
                  <a:lnTo>
                    <a:pt x="478536" y="43497"/>
                  </a:lnTo>
                  <a:lnTo>
                    <a:pt x="475488" y="43497"/>
                  </a:lnTo>
                  <a:lnTo>
                    <a:pt x="472440" y="41973"/>
                  </a:lnTo>
                  <a:lnTo>
                    <a:pt x="472440" y="47307"/>
                  </a:lnTo>
                  <a:lnTo>
                    <a:pt x="474726" y="48069"/>
                  </a:lnTo>
                  <a:lnTo>
                    <a:pt x="476250" y="48831"/>
                  </a:lnTo>
                  <a:lnTo>
                    <a:pt x="477774" y="48831"/>
                  </a:lnTo>
                  <a:lnTo>
                    <a:pt x="480822" y="48069"/>
                  </a:lnTo>
                  <a:lnTo>
                    <a:pt x="482346" y="48069"/>
                  </a:lnTo>
                  <a:lnTo>
                    <a:pt x="485394" y="45021"/>
                  </a:lnTo>
                  <a:lnTo>
                    <a:pt x="487680" y="41973"/>
                  </a:lnTo>
                  <a:lnTo>
                    <a:pt x="489204" y="37401"/>
                  </a:lnTo>
                  <a:lnTo>
                    <a:pt x="493776" y="28257"/>
                  </a:lnTo>
                  <a:lnTo>
                    <a:pt x="502158" y="10731"/>
                  </a:lnTo>
                  <a:lnTo>
                    <a:pt x="506730" y="825"/>
                  </a:lnTo>
                  <a:close/>
                </a:path>
                <a:path w="543560" h="61595">
                  <a:moveTo>
                    <a:pt x="543306" y="30543"/>
                  </a:moveTo>
                  <a:lnTo>
                    <a:pt x="541782" y="26733"/>
                  </a:lnTo>
                  <a:lnTo>
                    <a:pt x="535686" y="22923"/>
                  </a:lnTo>
                  <a:lnTo>
                    <a:pt x="537972" y="21399"/>
                  </a:lnTo>
                  <a:lnTo>
                    <a:pt x="541020" y="16065"/>
                  </a:lnTo>
                  <a:lnTo>
                    <a:pt x="541020" y="8445"/>
                  </a:lnTo>
                  <a:lnTo>
                    <a:pt x="535686" y="2349"/>
                  </a:lnTo>
                  <a:lnTo>
                    <a:pt x="530352" y="825"/>
                  </a:lnTo>
                  <a:lnTo>
                    <a:pt x="520446" y="825"/>
                  </a:lnTo>
                  <a:lnTo>
                    <a:pt x="513588" y="6159"/>
                  </a:lnTo>
                  <a:lnTo>
                    <a:pt x="510540" y="15303"/>
                  </a:lnTo>
                  <a:lnTo>
                    <a:pt x="515874" y="16827"/>
                  </a:lnTo>
                  <a:lnTo>
                    <a:pt x="518922" y="9207"/>
                  </a:lnTo>
                  <a:lnTo>
                    <a:pt x="523494" y="6159"/>
                  </a:lnTo>
                  <a:lnTo>
                    <a:pt x="530352" y="6159"/>
                  </a:lnTo>
                  <a:lnTo>
                    <a:pt x="534924" y="10731"/>
                  </a:lnTo>
                  <a:lnTo>
                    <a:pt x="534924" y="16065"/>
                  </a:lnTo>
                  <a:lnTo>
                    <a:pt x="531876" y="19875"/>
                  </a:lnTo>
                  <a:lnTo>
                    <a:pt x="523494" y="20637"/>
                  </a:lnTo>
                  <a:lnTo>
                    <a:pt x="523494" y="25971"/>
                  </a:lnTo>
                  <a:lnTo>
                    <a:pt x="531114" y="26733"/>
                  </a:lnTo>
                  <a:lnTo>
                    <a:pt x="536448" y="31305"/>
                  </a:lnTo>
                  <a:lnTo>
                    <a:pt x="537210" y="34353"/>
                  </a:lnTo>
                  <a:lnTo>
                    <a:pt x="536448" y="38163"/>
                  </a:lnTo>
                  <a:lnTo>
                    <a:pt x="531114" y="42735"/>
                  </a:lnTo>
                  <a:lnTo>
                    <a:pt x="526542" y="43497"/>
                  </a:lnTo>
                  <a:lnTo>
                    <a:pt x="522732" y="42735"/>
                  </a:lnTo>
                  <a:lnTo>
                    <a:pt x="518922" y="40449"/>
                  </a:lnTo>
                  <a:lnTo>
                    <a:pt x="515112" y="32829"/>
                  </a:lnTo>
                  <a:lnTo>
                    <a:pt x="509016" y="34353"/>
                  </a:lnTo>
                  <a:lnTo>
                    <a:pt x="512064" y="41211"/>
                  </a:lnTo>
                  <a:lnTo>
                    <a:pt x="515874" y="45783"/>
                  </a:lnTo>
                  <a:lnTo>
                    <a:pt x="520446" y="48069"/>
                  </a:lnTo>
                  <a:lnTo>
                    <a:pt x="530352" y="48831"/>
                  </a:lnTo>
                  <a:lnTo>
                    <a:pt x="539496" y="45021"/>
                  </a:lnTo>
                  <a:lnTo>
                    <a:pt x="543306" y="37401"/>
                  </a:lnTo>
                  <a:lnTo>
                    <a:pt x="543306" y="3054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21" name="object 721"/>
            <p:cNvPicPr/>
            <p:nvPr/>
          </p:nvPicPr>
          <p:blipFill>
            <a:blip r:embed="rId132" cstate="print"/>
            <a:stretch>
              <a:fillRect/>
            </a:stretch>
          </p:blipFill>
          <p:spPr>
            <a:xfrm>
              <a:off x="7511573" y="1872792"/>
              <a:ext cx="394328" cy="67898"/>
            </a:xfrm>
            <a:prstGeom prst="rect">
              <a:avLst/>
            </a:prstGeom>
          </p:spPr>
        </p:pic>
        <p:sp>
          <p:nvSpPr>
            <p:cNvPr id="722" name="object 722"/>
            <p:cNvSpPr/>
            <p:nvPr/>
          </p:nvSpPr>
          <p:spPr>
            <a:xfrm>
              <a:off x="7561466" y="1972706"/>
              <a:ext cx="292735" cy="48895"/>
            </a:xfrm>
            <a:custGeom>
              <a:avLst/>
              <a:gdLst/>
              <a:ahLst/>
              <a:cxnLst/>
              <a:rect l="l" t="t" r="r" b="b"/>
              <a:pathLst>
                <a:path w="292734" h="48894">
                  <a:moveTo>
                    <a:pt x="36576" y="25908"/>
                  </a:moveTo>
                  <a:lnTo>
                    <a:pt x="26670" y="24384"/>
                  </a:lnTo>
                  <a:lnTo>
                    <a:pt x="23622" y="30480"/>
                  </a:lnTo>
                  <a:lnTo>
                    <a:pt x="19050" y="32004"/>
                  </a:lnTo>
                  <a:lnTo>
                    <a:pt x="12954" y="28956"/>
                  </a:lnTo>
                  <a:lnTo>
                    <a:pt x="11430" y="25146"/>
                  </a:lnTo>
                  <a:lnTo>
                    <a:pt x="10668" y="16002"/>
                  </a:lnTo>
                  <a:lnTo>
                    <a:pt x="12954" y="10668"/>
                  </a:lnTo>
                  <a:lnTo>
                    <a:pt x="19050" y="7620"/>
                  </a:lnTo>
                  <a:lnTo>
                    <a:pt x="23622" y="9144"/>
                  </a:lnTo>
                  <a:lnTo>
                    <a:pt x="25908" y="13716"/>
                  </a:lnTo>
                  <a:lnTo>
                    <a:pt x="35814" y="12192"/>
                  </a:lnTo>
                  <a:lnTo>
                    <a:pt x="29718" y="2286"/>
                  </a:lnTo>
                  <a:lnTo>
                    <a:pt x="25146" y="0"/>
                  </a:lnTo>
                  <a:lnTo>
                    <a:pt x="14478" y="0"/>
                  </a:lnTo>
                  <a:lnTo>
                    <a:pt x="5334" y="5334"/>
                  </a:lnTo>
                  <a:lnTo>
                    <a:pt x="1524" y="11430"/>
                  </a:lnTo>
                  <a:lnTo>
                    <a:pt x="0" y="19812"/>
                  </a:lnTo>
                  <a:lnTo>
                    <a:pt x="1524" y="28956"/>
                  </a:lnTo>
                  <a:lnTo>
                    <a:pt x="5334" y="35052"/>
                  </a:lnTo>
                  <a:lnTo>
                    <a:pt x="14478" y="39624"/>
                  </a:lnTo>
                  <a:lnTo>
                    <a:pt x="25146" y="39624"/>
                  </a:lnTo>
                  <a:lnTo>
                    <a:pt x="32004" y="35052"/>
                  </a:lnTo>
                  <a:lnTo>
                    <a:pt x="36576" y="25908"/>
                  </a:lnTo>
                  <a:close/>
                </a:path>
                <a:path w="292734" h="48894">
                  <a:moveTo>
                    <a:pt x="73914" y="0"/>
                  </a:moveTo>
                  <a:lnTo>
                    <a:pt x="38862" y="0"/>
                  </a:lnTo>
                  <a:lnTo>
                    <a:pt x="38862" y="9144"/>
                  </a:lnTo>
                  <a:lnTo>
                    <a:pt x="51816" y="9144"/>
                  </a:lnTo>
                  <a:lnTo>
                    <a:pt x="51816" y="39624"/>
                  </a:lnTo>
                  <a:lnTo>
                    <a:pt x="61722" y="39624"/>
                  </a:lnTo>
                  <a:lnTo>
                    <a:pt x="61722" y="9144"/>
                  </a:lnTo>
                  <a:lnTo>
                    <a:pt x="73914" y="9144"/>
                  </a:lnTo>
                  <a:lnTo>
                    <a:pt x="73914" y="0"/>
                  </a:lnTo>
                  <a:close/>
                </a:path>
                <a:path w="292734" h="48894">
                  <a:moveTo>
                    <a:pt x="114287" y="39624"/>
                  </a:moveTo>
                  <a:lnTo>
                    <a:pt x="112001" y="34290"/>
                  </a:lnTo>
                  <a:lnTo>
                    <a:pt x="111239" y="6858"/>
                  </a:lnTo>
                  <a:lnTo>
                    <a:pt x="108953" y="3048"/>
                  </a:lnTo>
                  <a:lnTo>
                    <a:pt x="101333" y="0"/>
                  </a:lnTo>
                  <a:lnTo>
                    <a:pt x="88900" y="101"/>
                  </a:lnTo>
                  <a:lnTo>
                    <a:pt x="83807" y="2286"/>
                  </a:lnTo>
                  <a:lnTo>
                    <a:pt x="78473" y="10668"/>
                  </a:lnTo>
                  <a:lnTo>
                    <a:pt x="87617" y="12192"/>
                  </a:lnTo>
                  <a:lnTo>
                    <a:pt x="89141" y="9906"/>
                  </a:lnTo>
                  <a:lnTo>
                    <a:pt x="94475" y="7620"/>
                  </a:lnTo>
                  <a:lnTo>
                    <a:pt x="100571" y="9144"/>
                  </a:lnTo>
                  <a:lnTo>
                    <a:pt x="102095" y="14478"/>
                  </a:lnTo>
                  <a:lnTo>
                    <a:pt x="102095" y="20574"/>
                  </a:lnTo>
                  <a:lnTo>
                    <a:pt x="102095" y="21336"/>
                  </a:lnTo>
                  <a:lnTo>
                    <a:pt x="100431" y="29921"/>
                  </a:lnTo>
                  <a:lnTo>
                    <a:pt x="94462" y="32778"/>
                  </a:lnTo>
                  <a:lnTo>
                    <a:pt x="88900" y="31038"/>
                  </a:lnTo>
                  <a:lnTo>
                    <a:pt x="88379" y="25908"/>
                  </a:lnTo>
                  <a:lnTo>
                    <a:pt x="88379" y="25146"/>
                  </a:lnTo>
                  <a:lnTo>
                    <a:pt x="89903" y="24384"/>
                  </a:lnTo>
                  <a:lnTo>
                    <a:pt x="90665" y="23622"/>
                  </a:lnTo>
                  <a:lnTo>
                    <a:pt x="95237" y="22098"/>
                  </a:lnTo>
                  <a:lnTo>
                    <a:pt x="98285" y="21336"/>
                  </a:lnTo>
                  <a:lnTo>
                    <a:pt x="100571" y="21336"/>
                  </a:lnTo>
                  <a:lnTo>
                    <a:pt x="102095" y="20574"/>
                  </a:lnTo>
                  <a:lnTo>
                    <a:pt x="102095" y="14478"/>
                  </a:lnTo>
                  <a:lnTo>
                    <a:pt x="91427" y="16764"/>
                  </a:lnTo>
                  <a:lnTo>
                    <a:pt x="80759" y="20574"/>
                  </a:lnTo>
                  <a:lnTo>
                    <a:pt x="77711" y="25908"/>
                  </a:lnTo>
                  <a:lnTo>
                    <a:pt x="78473" y="33528"/>
                  </a:lnTo>
                  <a:lnTo>
                    <a:pt x="80759" y="37338"/>
                  </a:lnTo>
                  <a:lnTo>
                    <a:pt x="85331" y="39624"/>
                  </a:lnTo>
                  <a:lnTo>
                    <a:pt x="88379" y="39624"/>
                  </a:lnTo>
                  <a:lnTo>
                    <a:pt x="93713" y="39624"/>
                  </a:lnTo>
                  <a:lnTo>
                    <a:pt x="102095" y="35433"/>
                  </a:lnTo>
                  <a:lnTo>
                    <a:pt x="102857" y="35052"/>
                  </a:lnTo>
                  <a:lnTo>
                    <a:pt x="103619" y="39624"/>
                  </a:lnTo>
                  <a:lnTo>
                    <a:pt x="114287" y="39624"/>
                  </a:lnTo>
                  <a:close/>
                </a:path>
                <a:path w="292734" h="48894">
                  <a:moveTo>
                    <a:pt x="156959" y="0"/>
                  </a:moveTo>
                  <a:lnTo>
                    <a:pt x="147053" y="0"/>
                  </a:lnTo>
                  <a:lnTo>
                    <a:pt x="147053" y="14478"/>
                  </a:lnTo>
                  <a:lnTo>
                    <a:pt x="131813" y="14478"/>
                  </a:lnTo>
                  <a:lnTo>
                    <a:pt x="131813" y="0"/>
                  </a:lnTo>
                  <a:lnTo>
                    <a:pt x="121145" y="0"/>
                  </a:lnTo>
                  <a:lnTo>
                    <a:pt x="121145" y="39624"/>
                  </a:lnTo>
                  <a:lnTo>
                    <a:pt x="131813" y="39624"/>
                  </a:lnTo>
                  <a:lnTo>
                    <a:pt x="131813" y="22860"/>
                  </a:lnTo>
                  <a:lnTo>
                    <a:pt x="147053" y="22860"/>
                  </a:lnTo>
                  <a:lnTo>
                    <a:pt x="147053" y="39624"/>
                  </a:lnTo>
                  <a:lnTo>
                    <a:pt x="156959" y="39624"/>
                  </a:lnTo>
                  <a:lnTo>
                    <a:pt x="156959" y="0"/>
                  </a:lnTo>
                  <a:close/>
                </a:path>
                <a:path w="292734" h="48894">
                  <a:moveTo>
                    <a:pt x="205740" y="31242"/>
                  </a:moveTo>
                  <a:lnTo>
                    <a:pt x="201930" y="31242"/>
                  </a:lnTo>
                  <a:lnTo>
                    <a:pt x="201930" y="0"/>
                  </a:lnTo>
                  <a:lnTo>
                    <a:pt x="192024" y="0"/>
                  </a:lnTo>
                  <a:lnTo>
                    <a:pt x="192024" y="31242"/>
                  </a:lnTo>
                  <a:lnTo>
                    <a:pt x="176784" y="31242"/>
                  </a:lnTo>
                  <a:lnTo>
                    <a:pt x="176784" y="0"/>
                  </a:lnTo>
                  <a:lnTo>
                    <a:pt x="166878" y="0"/>
                  </a:lnTo>
                  <a:lnTo>
                    <a:pt x="166878" y="39624"/>
                  </a:lnTo>
                  <a:lnTo>
                    <a:pt x="198120" y="39624"/>
                  </a:lnTo>
                  <a:lnTo>
                    <a:pt x="198120" y="48768"/>
                  </a:lnTo>
                  <a:lnTo>
                    <a:pt x="205740" y="48768"/>
                  </a:lnTo>
                  <a:lnTo>
                    <a:pt x="205740" y="31242"/>
                  </a:lnTo>
                  <a:close/>
                </a:path>
                <a:path w="292734" h="48894">
                  <a:moveTo>
                    <a:pt x="248412" y="0"/>
                  </a:moveTo>
                  <a:lnTo>
                    <a:pt x="237744" y="0"/>
                  </a:lnTo>
                  <a:lnTo>
                    <a:pt x="233934" y="6858"/>
                  </a:lnTo>
                  <a:lnTo>
                    <a:pt x="226314" y="18288"/>
                  </a:lnTo>
                  <a:lnTo>
                    <a:pt x="222504" y="25146"/>
                  </a:lnTo>
                  <a:lnTo>
                    <a:pt x="222504" y="0"/>
                  </a:lnTo>
                  <a:lnTo>
                    <a:pt x="212598" y="0"/>
                  </a:lnTo>
                  <a:lnTo>
                    <a:pt x="212598" y="39624"/>
                  </a:lnTo>
                  <a:lnTo>
                    <a:pt x="222504" y="39624"/>
                  </a:lnTo>
                  <a:lnTo>
                    <a:pt x="226314" y="32766"/>
                  </a:lnTo>
                  <a:lnTo>
                    <a:pt x="238506" y="14478"/>
                  </a:lnTo>
                  <a:lnTo>
                    <a:pt x="238506" y="39624"/>
                  </a:lnTo>
                  <a:lnTo>
                    <a:pt x="248412" y="39624"/>
                  </a:lnTo>
                  <a:lnTo>
                    <a:pt x="248412" y="0"/>
                  </a:lnTo>
                  <a:close/>
                </a:path>
                <a:path w="292734" h="48894">
                  <a:moveTo>
                    <a:pt x="292595" y="0"/>
                  </a:moveTo>
                  <a:lnTo>
                    <a:pt x="281927" y="0"/>
                  </a:lnTo>
                  <a:lnTo>
                    <a:pt x="281927" y="6858"/>
                  </a:lnTo>
                  <a:lnTo>
                    <a:pt x="281927" y="17526"/>
                  </a:lnTo>
                  <a:lnTo>
                    <a:pt x="275069" y="17526"/>
                  </a:lnTo>
                  <a:lnTo>
                    <a:pt x="272783" y="16764"/>
                  </a:lnTo>
                  <a:lnTo>
                    <a:pt x="270497" y="16764"/>
                  </a:lnTo>
                  <a:lnTo>
                    <a:pt x="268973" y="16002"/>
                  </a:lnTo>
                  <a:lnTo>
                    <a:pt x="268211" y="14478"/>
                  </a:lnTo>
                  <a:lnTo>
                    <a:pt x="267449" y="13716"/>
                  </a:lnTo>
                  <a:lnTo>
                    <a:pt x="267449" y="10668"/>
                  </a:lnTo>
                  <a:lnTo>
                    <a:pt x="268668" y="6896"/>
                  </a:lnTo>
                  <a:lnTo>
                    <a:pt x="273278" y="6527"/>
                  </a:lnTo>
                  <a:lnTo>
                    <a:pt x="275831" y="6781"/>
                  </a:lnTo>
                  <a:lnTo>
                    <a:pt x="281927" y="6858"/>
                  </a:lnTo>
                  <a:lnTo>
                    <a:pt x="281927" y="0"/>
                  </a:lnTo>
                  <a:lnTo>
                    <a:pt x="272021" y="0"/>
                  </a:lnTo>
                  <a:lnTo>
                    <a:pt x="262877" y="1524"/>
                  </a:lnTo>
                  <a:lnTo>
                    <a:pt x="258305" y="5334"/>
                  </a:lnTo>
                  <a:lnTo>
                    <a:pt x="256781" y="11430"/>
                  </a:lnTo>
                  <a:lnTo>
                    <a:pt x="259067" y="19050"/>
                  </a:lnTo>
                  <a:lnTo>
                    <a:pt x="265925" y="22860"/>
                  </a:lnTo>
                  <a:lnTo>
                    <a:pt x="263639" y="24384"/>
                  </a:lnTo>
                  <a:lnTo>
                    <a:pt x="252971" y="39624"/>
                  </a:lnTo>
                  <a:lnTo>
                    <a:pt x="265163" y="39624"/>
                  </a:lnTo>
                  <a:lnTo>
                    <a:pt x="265925" y="38354"/>
                  </a:lnTo>
                  <a:lnTo>
                    <a:pt x="267449" y="35814"/>
                  </a:lnTo>
                  <a:lnTo>
                    <a:pt x="272021" y="28194"/>
                  </a:lnTo>
                  <a:lnTo>
                    <a:pt x="275831" y="24384"/>
                  </a:lnTo>
                  <a:lnTo>
                    <a:pt x="281927" y="23622"/>
                  </a:lnTo>
                  <a:lnTo>
                    <a:pt x="281927" y="39624"/>
                  </a:lnTo>
                  <a:lnTo>
                    <a:pt x="292595" y="39624"/>
                  </a:lnTo>
                  <a:lnTo>
                    <a:pt x="2925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6336169" y="2374268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430" y="0"/>
                  </a:moveTo>
                  <a:lnTo>
                    <a:pt x="0" y="0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6336169" y="2374268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42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6336157" y="2374280"/>
              <a:ext cx="11430" cy="1549400"/>
            </a:xfrm>
            <a:custGeom>
              <a:avLst/>
              <a:gdLst/>
              <a:ahLst/>
              <a:cxnLst/>
              <a:rect l="l" t="t" r="r" b="b"/>
              <a:pathLst>
                <a:path w="11429" h="1549400">
                  <a:moveTo>
                    <a:pt x="11430" y="0"/>
                  </a:moveTo>
                  <a:lnTo>
                    <a:pt x="5080" y="0"/>
                  </a:lnTo>
                  <a:lnTo>
                    <a:pt x="0" y="0"/>
                  </a:lnTo>
                  <a:lnTo>
                    <a:pt x="0" y="1549146"/>
                  </a:lnTo>
                  <a:lnTo>
                    <a:pt x="5080" y="1549146"/>
                  </a:lnTo>
                  <a:lnTo>
                    <a:pt x="5080" y="1536954"/>
                  </a:lnTo>
                  <a:lnTo>
                    <a:pt x="11430" y="1536954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6336169" y="2374268"/>
              <a:ext cx="11430" cy="1549400"/>
            </a:xfrm>
            <a:custGeom>
              <a:avLst/>
              <a:gdLst/>
              <a:ahLst/>
              <a:cxnLst/>
              <a:rect l="l" t="t" r="r" b="b"/>
              <a:pathLst>
                <a:path w="11429" h="1549400">
                  <a:moveTo>
                    <a:pt x="5715" y="-380"/>
                  </a:moveTo>
                  <a:lnTo>
                    <a:pt x="5715" y="1549527"/>
                  </a:lnTo>
                </a:path>
              </a:pathLst>
            </a:custGeom>
            <a:ln w="12191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6341504" y="3911235"/>
              <a:ext cx="1689100" cy="12700"/>
            </a:xfrm>
            <a:custGeom>
              <a:avLst/>
              <a:gdLst/>
              <a:ahLst/>
              <a:cxnLst/>
              <a:rect l="l" t="t" r="r" b="b"/>
              <a:pathLst>
                <a:path w="1689100" h="12700">
                  <a:moveTo>
                    <a:pt x="1689100" y="0"/>
                  </a:moveTo>
                  <a:lnTo>
                    <a:pt x="1677670" y="0"/>
                  </a:lnTo>
                  <a:lnTo>
                    <a:pt x="0" y="0"/>
                  </a:lnTo>
                  <a:lnTo>
                    <a:pt x="0" y="12192"/>
                  </a:lnTo>
                  <a:lnTo>
                    <a:pt x="1677670" y="12192"/>
                  </a:lnTo>
                  <a:lnTo>
                    <a:pt x="1677670" y="6096"/>
                  </a:lnTo>
                  <a:lnTo>
                    <a:pt x="1689100" y="6096"/>
                  </a:lnTo>
                  <a:lnTo>
                    <a:pt x="168910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6341135" y="3910841"/>
              <a:ext cx="1689735" cy="13335"/>
            </a:xfrm>
            <a:custGeom>
              <a:avLst/>
              <a:gdLst/>
              <a:ahLst/>
              <a:cxnLst/>
              <a:rect l="l" t="t" r="r" b="b"/>
              <a:pathLst>
                <a:path w="1689734" h="13335">
                  <a:moveTo>
                    <a:pt x="0" y="12953"/>
                  </a:moveTo>
                  <a:lnTo>
                    <a:pt x="1689353" y="12953"/>
                  </a:lnTo>
                  <a:lnTo>
                    <a:pt x="1689353" y="0"/>
                  </a:lnTo>
                  <a:lnTo>
                    <a:pt x="0" y="0"/>
                  </a:lnTo>
                  <a:lnTo>
                    <a:pt x="0" y="12953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8018678" y="3917318"/>
              <a:ext cx="11430" cy="368300"/>
            </a:xfrm>
            <a:custGeom>
              <a:avLst/>
              <a:gdLst/>
              <a:ahLst/>
              <a:cxnLst/>
              <a:rect l="l" t="t" r="r" b="b"/>
              <a:pathLst>
                <a:path w="11429" h="368300">
                  <a:moveTo>
                    <a:pt x="0" y="368046"/>
                  </a:moveTo>
                  <a:lnTo>
                    <a:pt x="11429" y="368046"/>
                  </a:lnTo>
                  <a:lnTo>
                    <a:pt x="11429" y="0"/>
                  </a:lnTo>
                  <a:lnTo>
                    <a:pt x="0" y="0"/>
                  </a:lnTo>
                  <a:lnTo>
                    <a:pt x="0" y="368046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8024392" y="3916937"/>
              <a:ext cx="0" cy="368935"/>
            </a:xfrm>
            <a:custGeom>
              <a:avLst/>
              <a:gdLst/>
              <a:ahLst/>
              <a:cxnLst/>
              <a:rect l="l" t="t" r="r" b="b"/>
              <a:pathLst>
                <a:path h="368935">
                  <a:moveTo>
                    <a:pt x="0" y="0"/>
                  </a:moveTo>
                  <a:lnTo>
                    <a:pt x="0" y="368427"/>
                  </a:lnTo>
                </a:path>
              </a:pathLst>
            </a:custGeom>
            <a:ln w="12191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31" name="object 731"/>
            <p:cNvPicPr/>
            <p:nvPr/>
          </p:nvPicPr>
          <p:blipFill>
            <a:blip r:embed="rId133" cstate="print"/>
            <a:stretch>
              <a:fillRect/>
            </a:stretch>
          </p:blipFill>
          <p:spPr>
            <a:xfrm>
              <a:off x="7984756" y="4279414"/>
              <a:ext cx="65544" cy="65239"/>
            </a:xfrm>
            <a:prstGeom prst="rect">
              <a:avLst/>
            </a:prstGeom>
          </p:spPr>
        </p:pic>
        <p:sp>
          <p:nvSpPr>
            <p:cNvPr id="732" name="object 732"/>
            <p:cNvSpPr/>
            <p:nvPr/>
          </p:nvSpPr>
          <p:spPr>
            <a:xfrm>
              <a:off x="3124352" y="367119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3124352" y="367119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3124352" y="167627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3124352" y="167627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3124352" y="1676276"/>
              <a:ext cx="3810" cy="1995170"/>
            </a:xfrm>
            <a:custGeom>
              <a:avLst/>
              <a:gdLst/>
              <a:ahLst/>
              <a:cxnLst/>
              <a:rect l="l" t="t" r="r" b="b"/>
              <a:pathLst>
                <a:path w="3810" h="1995170">
                  <a:moveTo>
                    <a:pt x="3810" y="0"/>
                  </a:moveTo>
                  <a:lnTo>
                    <a:pt x="3810" y="1994916"/>
                  </a:lnTo>
                  <a:lnTo>
                    <a:pt x="0" y="1994916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3124352" y="1676276"/>
              <a:ext cx="3810" cy="1995170"/>
            </a:xfrm>
            <a:custGeom>
              <a:avLst/>
              <a:gdLst/>
              <a:ahLst/>
              <a:cxnLst/>
              <a:rect l="l" t="t" r="r" b="b"/>
              <a:pathLst>
                <a:path w="3810" h="1995170">
                  <a:moveTo>
                    <a:pt x="3810" y="0"/>
                  </a:moveTo>
                  <a:lnTo>
                    <a:pt x="3810" y="1994916"/>
                  </a:lnTo>
                  <a:lnTo>
                    <a:pt x="0" y="1994916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3103778" y="3627758"/>
              <a:ext cx="44450" cy="43815"/>
            </a:xfrm>
            <a:custGeom>
              <a:avLst/>
              <a:gdLst/>
              <a:ahLst/>
              <a:cxnLst/>
              <a:rect l="l" t="t" r="r" b="b"/>
              <a:pathLst>
                <a:path w="44450" h="43814">
                  <a:moveTo>
                    <a:pt x="44196" y="0"/>
                  </a:moveTo>
                  <a:lnTo>
                    <a:pt x="0" y="0"/>
                  </a:lnTo>
                  <a:lnTo>
                    <a:pt x="22098" y="43434"/>
                  </a:lnTo>
                  <a:lnTo>
                    <a:pt x="4419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3103778" y="3627758"/>
              <a:ext cx="44450" cy="43815"/>
            </a:xfrm>
            <a:custGeom>
              <a:avLst/>
              <a:gdLst/>
              <a:ahLst/>
              <a:cxnLst/>
              <a:rect l="l" t="t" r="r" b="b"/>
              <a:pathLst>
                <a:path w="44450" h="43814">
                  <a:moveTo>
                    <a:pt x="0" y="0"/>
                  </a:moveTo>
                  <a:lnTo>
                    <a:pt x="22098" y="43434"/>
                  </a:lnTo>
                  <a:lnTo>
                    <a:pt x="44196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3102254" y="3626996"/>
              <a:ext cx="26034" cy="48895"/>
            </a:xfrm>
            <a:custGeom>
              <a:avLst/>
              <a:gdLst/>
              <a:ahLst/>
              <a:cxnLst/>
              <a:rect l="l" t="t" r="r" b="b"/>
              <a:pathLst>
                <a:path w="26035" h="48895">
                  <a:moveTo>
                    <a:pt x="25908" y="44958"/>
                  </a:moveTo>
                  <a:lnTo>
                    <a:pt x="22098" y="43434"/>
                  </a:lnTo>
                  <a:lnTo>
                    <a:pt x="23622" y="40386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23622" y="48768"/>
                  </a:lnTo>
                  <a:lnTo>
                    <a:pt x="25908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3102254" y="3626996"/>
              <a:ext cx="26034" cy="48895"/>
            </a:xfrm>
            <a:custGeom>
              <a:avLst/>
              <a:gdLst/>
              <a:ahLst/>
              <a:cxnLst/>
              <a:rect l="l" t="t" r="r" b="b"/>
              <a:pathLst>
                <a:path w="26035" h="48895">
                  <a:moveTo>
                    <a:pt x="0" y="1524"/>
                  </a:moveTo>
                  <a:lnTo>
                    <a:pt x="3810" y="0"/>
                  </a:lnTo>
                  <a:lnTo>
                    <a:pt x="23622" y="40386"/>
                  </a:lnTo>
                  <a:lnTo>
                    <a:pt x="22098" y="43434"/>
                  </a:lnTo>
                  <a:lnTo>
                    <a:pt x="25908" y="44958"/>
                  </a:lnTo>
                  <a:lnTo>
                    <a:pt x="23622" y="48768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3124352" y="3625472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69" h="46989">
                  <a:moveTo>
                    <a:pt x="26670" y="0"/>
                  </a:moveTo>
                  <a:lnTo>
                    <a:pt x="23622" y="0"/>
                  </a:lnTo>
                  <a:lnTo>
                    <a:pt x="23622" y="3810"/>
                  </a:lnTo>
                  <a:lnTo>
                    <a:pt x="20574" y="3810"/>
                  </a:lnTo>
                  <a:lnTo>
                    <a:pt x="0" y="44958"/>
                  </a:lnTo>
                  <a:lnTo>
                    <a:pt x="3810" y="46482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3124352" y="3625472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69" h="46989">
                  <a:moveTo>
                    <a:pt x="3810" y="46482"/>
                  </a:moveTo>
                  <a:lnTo>
                    <a:pt x="0" y="44958"/>
                  </a:lnTo>
                  <a:lnTo>
                    <a:pt x="20574" y="3810"/>
                  </a:lnTo>
                  <a:lnTo>
                    <a:pt x="23622" y="3810"/>
                  </a:lnTo>
                  <a:lnTo>
                    <a:pt x="23622" y="0"/>
                  </a:lnTo>
                  <a:lnTo>
                    <a:pt x="26670" y="0"/>
                  </a:lnTo>
                  <a:lnTo>
                    <a:pt x="3810" y="46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3100730" y="3625472"/>
              <a:ext cx="47625" cy="3810"/>
            </a:xfrm>
            <a:custGeom>
              <a:avLst/>
              <a:gdLst/>
              <a:ahLst/>
              <a:cxnLst/>
              <a:rect l="l" t="t" r="r" b="b"/>
              <a:pathLst>
                <a:path w="47625" h="3810">
                  <a:moveTo>
                    <a:pt x="47243" y="3810"/>
                  </a:moveTo>
                  <a:lnTo>
                    <a:pt x="47243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5333" y="1524"/>
                  </a:lnTo>
                  <a:lnTo>
                    <a:pt x="6857" y="3810"/>
                  </a:lnTo>
                  <a:lnTo>
                    <a:pt x="47243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3100730" y="3625472"/>
              <a:ext cx="47625" cy="3810"/>
            </a:xfrm>
            <a:custGeom>
              <a:avLst/>
              <a:gdLst/>
              <a:ahLst/>
              <a:cxnLst/>
              <a:rect l="l" t="t" r="r" b="b"/>
              <a:pathLst>
                <a:path w="47625" h="3810">
                  <a:moveTo>
                    <a:pt x="47243" y="0"/>
                  </a:moveTo>
                  <a:lnTo>
                    <a:pt x="47243" y="3810"/>
                  </a:lnTo>
                  <a:lnTo>
                    <a:pt x="6857" y="3810"/>
                  </a:lnTo>
                  <a:lnTo>
                    <a:pt x="5333" y="1524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4724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3356000" y="360413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3356000" y="360413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3356000" y="166789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3356000" y="166789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3356000" y="1667894"/>
              <a:ext cx="3810" cy="1936750"/>
            </a:xfrm>
            <a:custGeom>
              <a:avLst/>
              <a:gdLst/>
              <a:ahLst/>
              <a:cxnLst/>
              <a:rect l="l" t="t" r="r" b="b"/>
              <a:pathLst>
                <a:path w="3810" h="1936750">
                  <a:moveTo>
                    <a:pt x="3809" y="0"/>
                  </a:moveTo>
                  <a:lnTo>
                    <a:pt x="3809" y="1936242"/>
                  </a:lnTo>
                  <a:lnTo>
                    <a:pt x="0" y="1936242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3356000" y="1667894"/>
              <a:ext cx="3810" cy="1936750"/>
            </a:xfrm>
            <a:custGeom>
              <a:avLst/>
              <a:gdLst/>
              <a:ahLst/>
              <a:cxnLst/>
              <a:rect l="l" t="t" r="r" b="b"/>
              <a:pathLst>
                <a:path w="3810" h="1936750">
                  <a:moveTo>
                    <a:pt x="3809" y="0"/>
                  </a:moveTo>
                  <a:lnTo>
                    <a:pt x="3809" y="1936242"/>
                  </a:lnTo>
                  <a:lnTo>
                    <a:pt x="0" y="1936242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3335426" y="3560702"/>
              <a:ext cx="44450" cy="43815"/>
            </a:xfrm>
            <a:custGeom>
              <a:avLst/>
              <a:gdLst/>
              <a:ahLst/>
              <a:cxnLst/>
              <a:rect l="l" t="t" r="r" b="b"/>
              <a:pathLst>
                <a:path w="44450" h="43814">
                  <a:moveTo>
                    <a:pt x="44196" y="0"/>
                  </a:moveTo>
                  <a:lnTo>
                    <a:pt x="0" y="0"/>
                  </a:lnTo>
                  <a:lnTo>
                    <a:pt x="22098" y="43434"/>
                  </a:lnTo>
                  <a:lnTo>
                    <a:pt x="4419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3335426" y="3560702"/>
              <a:ext cx="44450" cy="43815"/>
            </a:xfrm>
            <a:custGeom>
              <a:avLst/>
              <a:gdLst/>
              <a:ahLst/>
              <a:cxnLst/>
              <a:rect l="l" t="t" r="r" b="b"/>
              <a:pathLst>
                <a:path w="44450" h="43814">
                  <a:moveTo>
                    <a:pt x="0" y="0"/>
                  </a:moveTo>
                  <a:lnTo>
                    <a:pt x="22098" y="43434"/>
                  </a:lnTo>
                  <a:lnTo>
                    <a:pt x="44196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3333902" y="3559940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25146" y="44958"/>
                  </a:moveTo>
                  <a:lnTo>
                    <a:pt x="22098" y="42672"/>
                  </a:lnTo>
                  <a:lnTo>
                    <a:pt x="23622" y="3962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3622" y="48006"/>
                  </a:lnTo>
                  <a:lnTo>
                    <a:pt x="25146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3333902" y="3559940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0" y="1524"/>
                  </a:moveTo>
                  <a:lnTo>
                    <a:pt x="3048" y="0"/>
                  </a:lnTo>
                  <a:lnTo>
                    <a:pt x="23622" y="39624"/>
                  </a:lnTo>
                  <a:lnTo>
                    <a:pt x="22098" y="42672"/>
                  </a:lnTo>
                  <a:lnTo>
                    <a:pt x="25146" y="44958"/>
                  </a:lnTo>
                  <a:lnTo>
                    <a:pt x="23622" y="4800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3356000" y="3558416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70" h="46989">
                  <a:moveTo>
                    <a:pt x="26670" y="0"/>
                  </a:moveTo>
                  <a:lnTo>
                    <a:pt x="23622" y="0"/>
                  </a:lnTo>
                  <a:lnTo>
                    <a:pt x="23622" y="3810"/>
                  </a:lnTo>
                  <a:lnTo>
                    <a:pt x="20574" y="3810"/>
                  </a:lnTo>
                  <a:lnTo>
                    <a:pt x="0" y="44196"/>
                  </a:lnTo>
                  <a:lnTo>
                    <a:pt x="3048" y="46482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3356000" y="3558416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70" h="46989">
                  <a:moveTo>
                    <a:pt x="3048" y="46482"/>
                  </a:moveTo>
                  <a:lnTo>
                    <a:pt x="0" y="44196"/>
                  </a:lnTo>
                  <a:lnTo>
                    <a:pt x="20574" y="3810"/>
                  </a:lnTo>
                  <a:lnTo>
                    <a:pt x="23622" y="3810"/>
                  </a:lnTo>
                  <a:lnTo>
                    <a:pt x="23622" y="0"/>
                  </a:lnTo>
                  <a:lnTo>
                    <a:pt x="26670" y="0"/>
                  </a:lnTo>
                  <a:lnTo>
                    <a:pt x="3048" y="46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3332378" y="3558416"/>
              <a:ext cx="47625" cy="3810"/>
            </a:xfrm>
            <a:custGeom>
              <a:avLst/>
              <a:gdLst/>
              <a:ahLst/>
              <a:cxnLst/>
              <a:rect l="l" t="t" r="r" b="b"/>
              <a:pathLst>
                <a:path w="47625" h="3810">
                  <a:moveTo>
                    <a:pt x="47244" y="3810"/>
                  </a:moveTo>
                  <a:lnTo>
                    <a:pt x="47244" y="0"/>
                  </a:lnTo>
                  <a:lnTo>
                    <a:pt x="0" y="0"/>
                  </a:lnTo>
                  <a:lnTo>
                    <a:pt x="1524" y="3048"/>
                  </a:lnTo>
                  <a:lnTo>
                    <a:pt x="4572" y="1524"/>
                  </a:lnTo>
                  <a:lnTo>
                    <a:pt x="6096" y="3810"/>
                  </a:lnTo>
                  <a:lnTo>
                    <a:pt x="47244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3332378" y="3558416"/>
              <a:ext cx="47625" cy="3810"/>
            </a:xfrm>
            <a:custGeom>
              <a:avLst/>
              <a:gdLst/>
              <a:ahLst/>
              <a:cxnLst/>
              <a:rect l="l" t="t" r="r" b="b"/>
              <a:pathLst>
                <a:path w="47625" h="3810">
                  <a:moveTo>
                    <a:pt x="47244" y="0"/>
                  </a:moveTo>
                  <a:lnTo>
                    <a:pt x="47244" y="3810"/>
                  </a:lnTo>
                  <a:lnTo>
                    <a:pt x="6096" y="3810"/>
                  </a:lnTo>
                  <a:lnTo>
                    <a:pt x="4572" y="1524"/>
                  </a:lnTo>
                  <a:lnTo>
                    <a:pt x="1524" y="3048"/>
                  </a:lnTo>
                  <a:lnTo>
                    <a:pt x="0" y="0"/>
                  </a:lnTo>
                  <a:lnTo>
                    <a:pt x="4724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3478682" y="356070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3478682" y="356070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3478682" y="167246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3478682" y="167246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3478682" y="1672466"/>
              <a:ext cx="3810" cy="1888489"/>
            </a:xfrm>
            <a:custGeom>
              <a:avLst/>
              <a:gdLst/>
              <a:ahLst/>
              <a:cxnLst/>
              <a:rect l="l" t="t" r="r" b="b"/>
              <a:pathLst>
                <a:path w="3810" h="1888489">
                  <a:moveTo>
                    <a:pt x="3809" y="0"/>
                  </a:moveTo>
                  <a:lnTo>
                    <a:pt x="3809" y="1888236"/>
                  </a:lnTo>
                  <a:lnTo>
                    <a:pt x="0" y="1888236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3478682" y="1672466"/>
              <a:ext cx="3810" cy="1888489"/>
            </a:xfrm>
            <a:custGeom>
              <a:avLst/>
              <a:gdLst/>
              <a:ahLst/>
              <a:cxnLst/>
              <a:rect l="l" t="t" r="r" b="b"/>
              <a:pathLst>
                <a:path w="3810" h="1888489">
                  <a:moveTo>
                    <a:pt x="3809" y="0"/>
                  </a:moveTo>
                  <a:lnTo>
                    <a:pt x="3809" y="1888236"/>
                  </a:lnTo>
                  <a:lnTo>
                    <a:pt x="0" y="1888236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3459632" y="3517268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43434" y="0"/>
                  </a:moveTo>
                  <a:lnTo>
                    <a:pt x="0" y="0"/>
                  </a:lnTo>
                  <a:lnTo>
                    <a:pt x="21336" y="43434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3459632" y="3517268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0" y="0"/>
                  </a:moveTo>
                  <a:lnTo>
                    <a:pt x="21336" y="43434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3458108" y="3516506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4" h="48260">
                  <a:moveTo>
                    <a:pt x="24384" y="44958"/>
                  </a:moveTo>
                  <a:lnTo>
                    <a:pt x="21336" y="43434"/>
                  </a:lnTo>
                  <a:lnTo>
                    <a:pt x="22860" y="3962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2860" y="48006"/>
                  </a:lnTo>
                  <a:lnTo>
                    <a:pt x="24384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3458108" y="3516506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4" h="48260">
                  <a:moveTo>
                    <a:pt x="0" y="1524"/>
                  </a:moveTo>
                  <a:lnTo>
                    <a:pt x="3048" y="0"/>
                  </a:lnTo>
                  <a:lnTo>
                    <a:pt x="22860" y="39624"/>
                  </a:lnTo>
                  <a:lnTo>
                    <a:pt x="21336" y="43434"/>
                  </a:lnTo>
                  <a:lnTo>
                    <a:pt x="24384" y="44958"/>
                  </a:lnTo>
                  <a:lnTo>
                    <a:pt x="22860" y="4800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3479444" y="3514982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70" h="46989">
                  <a:moveTo>
                    <a:pt x="26670" y="0"/>
                  </a:moveTo>
                  <a:lnTo>
                    <a:pt x="23622" y="0"/>
                  </a:lnTo>
                  <a:lnTo>
                    <a:pt x="23622" y="3810"/>
                  </a:lnTo>
                  <a:lnTo>
                    <a:pt x="20574" y="3810"/>
                  </a:lnTo>
                  <a:lnTo>
                    <a:pt x="0" y="44958"/>
                  </a:lnTo>
                  <a:lnTo>
                    <a:pt x="3048" y="46482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3479444" y="3514982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70" h="46989">
                  <a:moveTo>
                    <a:pt x="3048" y="46482"/>
                  </a:moveTo>
                  <a:lnTo>
                    <a:pt x="0" y="44958"/>
                  </a:lnTo>
                  <a:lnTo>
                    <a:pt x="20574" y="3810"/>
                  </a:lnTo>
                  <a:lnTo>
                    <a:pt x="23622" y="3810"/>
                  </a:lnTo>
                  <a:lnTo>
                    <a:pt x="23622" y="0"/>
                  </a:lnTo>
                  <a:lnTo>
                    <a:pt x="26670" y="0"/>
                  </a:lnTo>
                  <a:lnTo>
                    <a:pt x="3048" y="46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3456584" y="3514982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2" y="3810"/>
                  </a:moveTo>
                  <a:lnTo>
                    <a:pt x="46482" y="0"/>
                  </a:lnTo>
                  <a:lnTo>
                    <a:pt x="0" y="0"/>
                  </a:lnTo>
                  <a:lnTo>
                    <a:pt x="1524" y="3048"/>
                  </a:lnTo>
                  <a:lnTo>
                    <a:pt x="4572" y="1524"/>
                  </a:lnTo>
                  <a:lnTo>
                    <a:pt x="6096" y="3810"/>
                  </a:lnTo>
                  <a:lnTo>
                    <a:pt x="4648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3456584" y="3514982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2" y="0"/>
                  </a:moveTo>
                  <a:lnTo>
                    <a:pt x="46482" y="3810"/>
                  </a:lnTo>
                  <a:lnTo>
                    <a:pt x="6096" y="3810"/>
                  </a:lnTo>
                  <a:lnTo>
                    <a:pt x="4572" y="1524"/>
                  </a:lnTo>
                  <a:lnTo>
                    <a:pt x="1524" y="3048"/>
                  </a:lnTo>
                  <a:lnTo>
                    <a:pt x="0" y="0"/>
                  </a:lnTo>
                  <a:lnTo>
                    <a:pt x="4648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3240176" y="363690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3240176" y="363690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3240176" y="167246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3240176" y="167246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3240176" y="1672466"/>
              <a:ext cx="3810" cy="1964689"/>
            </a:xfrm>
            <a:custGeom>
              <a:avLst/>
              <a:gdLst/>
              <a:ahLst/>
              <a:cxnLst/>
              <a:rect l="l" t="t" r="r" b="b"/>
              <a:pathLst>
                <a:path w="3810" h="1964689">
                  <a:moveTo>
                    <a:pt x="3810" y="0"/>
                  </a:moveTo>
                  <a:lnTo>
                    <a:pt x="3810" y="1964436"/>
                  </a:lnTo>
                  <a:lnTo>
                    <a:pt x="0" y="1964436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3240176" y="1672466"/>
              <a:ext cx="3810" cy="1964689"/>
            </a:xfrm>
            <a:custGeom>
              <a:avLst/>
              <a:gdLst/>
              <a:ahLst/>
              <a:cxnLst/>
              <a:rect l="l" t="t" r="r" b="b"/>
              <a:pathLst>
                <a:path w="3810" h="1964689">
                  <a:moveTo>
                    <a:pt x="3810" y="0"/>
                  </a:moveTo>
                  <a:lnTo>
                    <a:pt x="3810" y="1964436"/>
                  </a:lnTo>
                  <a:lnTo>
                    <a:pt x="0" y="1964436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3221126" y="3594230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79">
                  <a:moveTo>
                    <a:pt x="43434" y="0"/>
                  </a:moveTo>
                  <a:lnTo>
                    <a:pt x="0" y="0"/>
                  </a:lnTo>
                  <a:lnTo>
                    <a:pt x="21336" y="42672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3221126" y="3594230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79">
                  <a:moveTo>
                    <a:pt x="0" y="0"/>
                  </a:moveTo>
                  <a:lnTo>
                    <a:pt x="21336" y="42672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3219602" y="3592706"/>
              <a:ext cx="24765" cy="48895"/>
            </a:xfrm>
            <a:custGeom>
              <a:avLst/>
              <a:gdLst/>
              <a:ahLst/>
              <a:cxnLst/>
              <a:rect l="l" t="t" r="r" b="b"/>
              <a:pathLst>
                <a:path w="24764" h="48895">
                  <a:moveTo>
                    <a:pt x="24384" y="45720"/>
                  </a:moveTo>
                  <a:lnTo>
                    <a:pt x="21336" y="43434"/>
                  </a:lnTo>
                  <a:lnTo>
                    <a:pt x="22860" y="40386"/>
                  </a:lnTo>
                  <a:lnTo>
                    <a:pt x="3048" y="0"/>
                  </a:lnTo>
                  <a:lnTo>
                    <a:pt x="0" y="2286"/>
                  </a:lnTo>
                  <a:lnTo>
                    <a:pt x="22860" y="48768"/>
                  </a:lnTo>
                  <a:lnTo>
                    <a:pt x="24384" y="457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3219602" y="3592706"/>
              <a:ext cx="24765" cy="48895"/>
            </a:xfrm>
            <a:custGeom>
              <a:avLst/>
              <a:gdLst/>
              <a:ahLst/>
              <a:cxnLst/>
              <a:rect l="l" t="t" r="r" b="b"/>
              <a:pathLst>
                <a:path w="24764" h="48895">
                  <a:moveTo>
                    <a:pt x="0" y="2286"/>
                  </a:moveTo>
                  <a:lnTo>
                    <a:pt x="3048" y="0"/>
                  </a:lnTo>
                  <a:lnTo>
                    <a:pt x="22860" y="40386"/>
                  </a:lnTo>
                  <a:lnTo>
                    <a:pt x="21336" y="43434"/>
                  </a:lnTo>
                  <a:lnTo>
                    <a:pt x="24384" y="45720"/>
                  </a:lnTo>
                  <a:lnTo>
                    <a:pt x="22860" y="48768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3240938" y="3591944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70" h="46989">
                  <a:moveTo>
                    <a:pt x="26670" y="0"/>
                  </a:moveTo>
                  <a:lnTo>
                    <a:pt x="23622" y="0"/>
                  </a:lnTo>
                  <a:lnTo>
                    <a:pt x="23622" y="4572"/>
                  </a:lnTo>
                  <a:lnTo>
                    <a:pt x="20574" y="4572"/>
                  </a:lnTo>
                  <a:lnTo>
                    <a:pt x="0" y="44196"/>
                  </a:lnTo>
                  <a:lnTo>
                    <a:pt x="3048" y="46482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3240938" y="3591944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70" h="46989">
                  <a:moveTo>
                    <a:pt x="3048" y="46482"/>
                  </a:moveTo>
                  <a:lnTo>
                    <a:pt x="0" y="44196"/>
                  </a:lnTo>
                  <a:lnTo>
                    <a:pt x="20574" y="4572"/>
                  </a:lnTo>
                  <a:lnTo>
                    <a:pt x="23622" y="4572"/>
                  </a:lnTo>
                  <a:lnTo>
                    <a:pt x="23622" y="0"/>
                  </a:lnTo>
                  <a:lnTo>
                    <a:pt x="26670" y="0"/>
                  </a:lnTo>
                  <a:lnTo>
                    <a:pt x="3048" y="46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3218078" y="3591944"/>
              <a:ext cx="46990" cy="5080"/>
            </a:xfrm>
            <a:custGeom>
              <a:avLst/>
              <a:gdLst/>
              <a:ahLst/>
              <a:cxnLst/>
              <a:rect l="l" t="t" r="r" b="b"/>
              <a:pathLst>
                <a:path w="46989" h="5079">
                  <a:moveTo>
                    <a:pt x="46481" y="4572"/>
                  </a:moveTo>
                  <a:lnTo>
                    <a:pt x="46481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4571" y="762"/>
                  </a:lnTo>
                  <a:lnTo>
                    <a:pt x="6095" y="4572"/>
                  </a:lnTo>
                  <a:lnTo>
                    <a:pt x="46481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3218078" y="3591944"/>
              <a:ext cx="46990" cy="5080"/>
            </a:xfrm>
            <a:custGeom>
              <a:avLst/>
              <a:gdLst/>
              <a:ahLst/>
              <a:cxnLst/>
              <a:rect l="l" t="t" r="r" b="b"/>
              <a:pathLst>
                <a:path w="46989" h="5079">
                  <a:moveTo>
                    <a:pt x="46481" y="0"/>
                  </a:moveTo>
                  <a:lnTo>
                    <a:pt x="46481" y="4572"/>
                  </a:lnTo>
                  <a:lnTo>
                    <a:pt x="6095" y="4572"/>
                  </a:lnTo>
                  <a:lnTo>
                    <a:pt x="4571" y="762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4648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2706014" y="440423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7619" y="0"/>
                  </a:moveTo>
                  <a:lnTo>
                    <a:pt x="0" y="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9"/>
            <p:cNvSpPr/>
            <p:nvPr/>
          </p:nvSpPr>
          <p:spPr>
            <a:xfrm>
              <a:off x="2706014" y="440423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0" y="0"/>
                  </a:moveTo>
                  <a:lnTo>
                    <a:pt x="761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90"/>
            <p:cNvSpPr/>
            <p:nvPr/>
          </p:nvSpPr>
          <p:spPr>
            <a:xfrm>
              <a:off x="2706014" y="422592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91"/>
            <p:cNvSpPr/>
            <p:nvPr/>
          </p:nvSpPr>
          <p:spPr>
            <a:xfrm>
              <a:off x="2706014" y="422592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92"/>
            <p:cNvSpPr/>
            <p:nvPr/>
          </p:nvSpPr>
          <p:spPr>
            <a:xfrm>
              <a:off x="2706013" y="4225928"/>
              <a:ext cx="7620" cy="178435"/>
            </a:xfrm>
            <a:custGeom>
              <a:avLst/>
              <a:gdLst/>
              <a:ahLst/>
              <a:cxnLst/>
              <a:rect l="l" t="t" r="r" b="b"/>
              <a:pathLst>
                <a:path w="7619" h="178435">
                  <a:moveTo>
                    <a:pt x="7620" y="0"/>
                  </a:moveTo>
                  <a:lnTo>
                    <a:pt x="7620" y="178307"/>
                  </a:lnTo>
                  <a:lnTo>
                    <a:pt x="0" y="178307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3"/>
            <p:cNvSpPr/>
            <p:nvPr/>
          </p:nvSpPr>
          <p:spPr>
            <a:xfrm>
              <a:off x="2706013" y="4225928"/>
              <a:ext cx="7620" cy="178435"/>
            </a:xfrm>
            <a:custGeom>
              <a:avLst/>
              <a:gdLst/>
              <a:ahLst/>
              <a:cxnLst/>
              <a:rect l="l" t="t" r="r" b="b"/>
              <a:pathLst>
                <a:path w="7619" h="178435">
                  <a:moveTo>
                    <a:pt x="7620" y="0"/>
                  </a:moveTo>
                  <a:lnTo>
                    <a:pt x="7620" y="178307"/>
                  </a:lnTo>
                  <a:lnTo>
                    <a:pt x="0" y="178307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4"/>
            <p:cNvSpPr/>
            <p:nvPr/>
          </p:nvSpPr>
          <p:spPr>
            <a:xfrm>
              <a:off x="2613812" y="444690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1" y="0"/>
                  </a:move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795"/>
            <p:cNvSpPr/>
            <p:nvPr/>
          </p:nvSpPr>
          <p:spPr>
            <a:xfrm>
              <a:off x="2613812" y="444690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796"/>
            <p:cNvSpPr/>
            <p:nvPr/>
          </p:nvSpPr>
          <p:spPr>
            <a:xfrm>
              <a:off x="2613812" y="428993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797"/>
            <p:cNvSpPr/>
            <p:nvPr/>
          </p:nvSpPr>
          <p:spPr>
            <a:xfrm>
              <a:off x="2613812" y="428993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8"/>
            <p:cNvSpPr/>
            <p:nvPr/>
          </p:nvSpPr>
          <p:spPr>
            <a:xfrm>
              <a:off x="2613812" y="4289936"/>
              <a:ext cx="8890" cy="157480"/>
            </a:xfrm>
            <a:custGeom>
              <a:avLst/>
              <a:gdLst/>
              <a:ahLst/>
              <a:cxnLst/>
              <a:rect l="l" t="t" r="r" b="b"/>
              <a:pathLst>
                <a:path w="8889" h="157479">
                  <a:moveTo>
                    <a:pt x="8381" y="0"/>
                  </a:moveTo>
                  <a:lnTo>
                    <a:pt x="8381" y="156972"/>
                  </a:lnTo>
                  <a:lnTo>
                    <a:pt x="0" y="156972"/>
                  </a:ln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9"/>
            <p:cNvSpPr/>
            <p:nvPr/>
          </p:nvSpPr>
          <p:spPr>
            <a:xfrm>
              <a:off x="2613812" y="4289936"/>
              <a:ext cx="8890" cy="157480"/>
            </a:xfrm>
            <a:custGeom>
              <a:avLst/>
              <a:gdLst/>
              <a:ahLst/>
              <a:cxnLst/>
              <a:rect l="l" t="t" r="r" b="b"/>
              <a:pathLst>
                <a:path w="8889" h="157479">
                  <a:moveTo>
                    <a:pt x="8381" y="0"/>
                  </a:moveTo>
                  <a:lnTo>
                    <a:pt x="8381" y="156972"/>
                  </a:lnTo>
                  <a:lnTo>
                    <a:pt x="0" y="156972"/>
                  </a:ln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800"/>
            <p:cNvSpPr/>
            <p:nvPr/>
          </p:nvSpPr>
          <p:spPr>
            <a:xfrm>
              <a:off x="2801264" y="436689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1" y="0"/>
                  </a:move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801"/>
            <p:cNvSpPr/>
            <p:nvPr/>
          </p:nvSpPr>
          <p:spPr>
            <a:xfrm>
              <a:off x="2801264" y="436689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802"/>
            <p:cNvSpPr/>
            <p:nvPr/>
          </p:nvSpPr>
          <p:spPr>
            <a:xfrm>
              <a:off x="2801264" y="4188590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803"/>
            <p:cNvSpPr/>
            <p:nvPr/>
          </p:nvSpPr>
          <p:spPr>
            <a:xfrm>
              <a:off x="2801264" y="4188590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4"/>
            <p:cNvSpPr/>
            <p:nvPr/>
          </p:nvSpPr>
          <p:spPr>
            <a:xfrm>
              <a:off x="2801264" y="4188590"/>
              <a:ext cx="8890" cy="178435"/>
            </a:xfrm>
            <a:custGeom>
              <a:avLst/>
              <a:gdLst/>
              <a:ahLst/>
              <a:cxnLst/>
              <a:rect l="l" t="t" r="r" b="b"/>
              <a:pathLst>
                <a:path w="8889" h="178435">
                  <a:moveTo>
                    <a:pt x="8382" y="0"/>
                  </a:moveTo>
                  <a:lnTo>
                    <a:pt x="8382" y="178307"/>
                  </a:lnTo>
                  <a:lnTo>
                    <a:pt x="0" y="178307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5"/>
            <p:cNvSpPr/>
            <p:nvPr/>
          </p:nvSpPr>
          <p:spPr>
            <a:xfrm>
              <a:off x="2801264" y="4188590"/>
              <a:ext cx="8890" cy="178435"/>
            </a:xfrm>
            <a:custGeom>
              <a:avLst/>
              <a:gdLst/>
              <a:ahLst/>
              <a:cxnLst/>
              <a:rect l="l" t="t" r="r" b="b"/>
              <a:pathLst>
                <a:path w="8889" h="178435">
                  <a:moveTo>
                    <a:pt x="8382" y="0"/>
                  </a:moveTo>
                  <a:lnTo>
                    <a:pt x="8382" y="178307"/>
                  </a:lnTo>
                  <a:lnTo>
                    <a:pt x="0" y="178307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06" name="object 806"/>
            <p:cNvPicPr/>
            <p:nvPr/>
          </p:nvPicPr>
          <p:blipFill>
            <a:blip r:embed="rId134" cstate="print"/>
            <a:stretch>
              <a:fillRect/>
            </a:stretch>
          </p:blipFill>
          <p:spPr>
            <a:xfrm>
              <a:off x="1985162" y="4026284"/>
              <a:ext cx="874776" cy="390144"/>
            </a:xfrm>
            <a:prstGeom prst="rect">
              <a:avLst/>
            </a:prstGeom>
          </p:spPr>
        </p:pic>
        <p:sp>
          <p:nvSpPr>
            <p:cNvPr id="807" name="object 807"/>
            <p:cNvSpPr/>
            <p:nvPr/>
          </p:nvSpPr>
          <p:spPr>
            <a:xfrm>
              <a:off x="2882798" y="4204592"/>
              <a:ext cx="0" cy="17145"/>
            </a:xfrm>
            <a:custGeom>
              <a:avLst/>
              <a:gdLst/>
              <a:ahLst/>
              <a:cxnLst/>
              <a:rect l="l" t="t" r="r" b="b"/>
              <a:pathLst>
                <a:path h="17145">
                  <a:moveTo>
                    <a:pt x="0" y="16764"/>
                  </a:moveTo>
                  <a:lnTo>
                    <a:pt x="0" y="0"/>
                  </a:lnTo>
                  <a:lnTo>
                    <a:pt x="0" y="16764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8"/>
            <p:cNvSpPr/>
            <p:nvPr/>
          </p:nvSpPr>
          <p:spPr>
            <a:xfrm>
              <a:off x="2882417" y="4204592"/>
              <a:ext cx="1270" cy="17145"/>
            </a:xfrm>
            <a:custGeom>
              <a:avLst/>
              <a:gdLst/>
              <a:ahLst/>
              <a:cxnLst/>
              <a:rect l="l" t="t" r="r" b="b"/>
              <a:pathLst>
                <a:path w="1269" h="17145">
                  <a:moveTo>
                    <a:pt x="0" y="16763"/>
                  </a:moveTo>
                  <a:lnTo>
                    <a:pt x="762" y="16763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76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9"/>
            <p:cNvSpPr/>
            <p:nvPr/>
          </p:nvSpPr>
          <p:spPr>
            <a:xfrm>
              <a:off x="2571902" y="4204592"/>
              <a:ext cx="0" cy="17145"/>
            </a:xfrm>
            <a:custGeom>
              <a:avLst/>
              <a:gdLst/>
              <a:ahLst/>
              <a:cxnLst/>
              <a:rect l="l" t="t" r="r" b="b"/>
              <a:pathLst>
                <a:path h="17145">
                  <a:moveTo>
                    <a:pt x="0" y="16763"/>
                  </a:moveTo>
                  <a:lnTo>
                    <a:pt x="0" y="0"/>
                  </a:lnTo>
                  <a:lnTo>
                    <a:pt x="0" y="1676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10"/>
            <p:cNvSpPr/>
            <p:nvPr/>
          </p:nvSpPr>
          <p:spPr>
            <a:xfrm>
              <a:off x="2571521" y="4204592"/>
              <a:ext cx="1270" cy="17145"/>
            </a:xfrm>
            <a:custGeom>
              <a:avLst/>
              <a:gdLst/>
              <a:ahLst/>
              <a:cxnLst/>
              <a:rect l="l" t="t" r="r" b="b"/>
              <a:pathLst>
                <a:path w="1269" h="17145">
                  <a:moveTo>
                    <a:pt x="0" y="16763"/>
                  </a:moveTo>
                  <a:lnTo>
                    <a:pt x="762" y="16763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76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11"/>
            <p:cNvSpPr/>
            <p:nvPr/>
          </p:nvSpPr>
          <p:spPr>
            <a:xfrm>
              <a:off x="2571889" y="4204604"/>
              <a:ext cx="311150" cy="17145"/>
            </a:xfrm>
            <a:custGeom>
              <a:avLst/>
              <a:gdLst/>
              <a:ahLst/>
              <a:cxnLst/>
              <a:rect l="l" t="t" r="r" b="b"/>
              <a:pathLst>
                <a:path w="311150" h="17145">
                  <a:moveTo>
                    <a:pt x="310896" y="0"/>
                  </a:moveTo>
                  <a:lnTo>
                    <a:pt x="0" y="0"/>
                  </a:lnTo>
                  <a:lnTo>
                    <a:pt x="0" y="16764"/>
                  </a:lnTo>
                  <a:lnTo>
                    <a:pt x="310896" y="16764"/>
                  </a:lnTo>
                  <a:lnTo>
                    <a:pt x="310896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12"/>
            <p:cNvSpPr/>
            <p:nvPr/>
          </p:nvSpPr>
          <p:spPr>
            <a:xfrm>
              <a:off x="2929661" y="4161158"/>
              <a:ext cx="1270" cy="17145"/>
            </a:xfrm>
            <a:custGeom>
              <a:avLst/>
              <a:gdLst/>
              <a:ahLst/>
              <a:cxnLst/>
              <a:rect l="l" t="t" r="r" b="b"/>
              <a:pathLst>
                <a:path w="1269" h="17145">
                  <a:moveTo>
                    <a:pt x="0" y="16763"/>
                  </a:moveTo>
                  <a:lnTo>
                    <a:pt x="762" y="16763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76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" name="object 813"/>
            <p:cNvSpPr/>
            <p:nvPr/>
          </p:nvSpPr>
          <p:spPr>
            <a:xfrm>
              <a:off x="2668676" y="4161158"/>
              <a:ext cx="0" cy="17145"/>
            </a:xfrm>
            <a:custGeom>
              <a:avLst/>
              <a:gdLst/>
              <a:ahLst/>
              <a:cxnLst/>
              <a:rect l="l" t="t" r="r" b="b"/>
              <a:pathLst>
                <a:path h="17145">
                  <a:moveTo>
                    <a:pt x="0" y="16763"/>
                  </a:moveTo>
                  <a:lnTo>
                    <a:pt x="0" y="0"/>
                  </a:lnTo>
                  <a:lnTo>
                    <a:pt x="0" y="1676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" name="object 814"/>
            <p:cNvSpPr/>
            <p:nvPr/>
          </p:nvSpPr>
          <p:spPr>
            <a:xfrm>
              <a:off x="2668295" y="4161158"/>
              <a:ext cx="1270" cy="17145"/>
            </a:xfrm>
            <a:custGeom>
              <a:avLst/>
              <a:gdLst/>
              <a:ahLst/>
              <a:cxnLst/>
              <a:rect l="l" t="t" r="r" b="b"/>
              <a:pathLst>
                <a:path w="1269" h="17145">
                  <a:moveTo>
                    <a:pt x="0" y="16763"/>
                  </a:moveTo>
                  <a:lnTo>
                    <a:pt x="762" y="16763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76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" name="object 815"/>
            <p:cNvSpPr/>
            <p:nvPr/>
          </p:nvSpPr>
          <p:spPr>
            <a:xfrm>
              <a:off x="2668663" y="4161170"/>
              <a:ext cx="261620" cy="17145"/>
            </a:xfrm>
            <a:custGeom>
              <a:avLst/>
              <a:gdLst/>
              <a:ahLst/>
              <a:cxnLst/>
              <a:rect l="l" t="t" r="r" b="b"/>
              <a:pathLst>
                <a:path w="261619" h="17145">
                  <a:moveTo>
                    <a:pt x="261366" y="0"/>
                  </a:moveTo>
                  <a:lnTo>
                    <a:pt x="0" y="0"/>
                  </a:lnTo>
                  <a:lnTo>
                    <a:pt x="0" y="16764"/>
                  </a:lnTo>
                  <a:lnTo>
                    <a:pt x="261366" y="16764"/>
                  </a:lnTo>
                  <a:lnTo>
                    <a:pt x="261366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" name="object 816"/>
            <p:cNvSpPr/>
            <p:nvPr/>
          </p:nvSpPr>
          <p:spPr>
            <a:xfrm>
              <a:off x="2975381" y="411620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" name="object 817"/>
            <p:cNvSpPr/>
            <p:nvPr/>
          </p:nvSpPr>
          <p:spPr>
            <a:xfrm>
              <a:off x="2764688" y="411620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" name="object 818"/>
            <p:cNvSpPr/>
            <p:nvPr/>
          </p:nvSpPr>
          <p:spPr>
            <a:xfrm>
              <a:off x="2764307" y="411620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" name="object 819"/>
            <p:cNvSpPr/>
            <p:nvPr/>
          </p:nvSpPr>
          <p:spPr>
            <a:xfrm>
              <a:off x="2764675" y="4116212"/>
              <a:ext cx="211454" cy="16510"/>
            </a:xfrm>
            <a:custGeom>
              <a:avLst/>
              <a:gdLst/>
              <a:ahLst/>
              <a:cxnLst/>
              <a:rect l="l" t="t" r="r" b="b"/>
              <a:pathLst>
                <a:path w="211455" h="16510">
                  <a:moveTo>
                    <a:pt x="211074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211074" y="16002"/>
                  </a:lnTo>
                  <a:lnTo>
                    <a:pt x="211074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" name="object 820"/>
            <p:cNvSpPr/>
            <p:nvPr/>
          </p:nvSpPr>
          <p:spPr>
            <a:xfrm>
              <a:off x="3039389" y="4075052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" name="object 821"/>
            <p:cNvSpPr/>
            <p:nvPr/>
          </p:nvSpPr>
          <p:spPr>
            <a:xfrm>
              <a:off x="2859176" y="4075052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" name="object 822"/>
            <p:cNvSpPr/>
            <p:nvPr/>
          </p:nvSpPr>
          <p:spPr>
            <a:xfrm>
              <a:off x="2858795" y="4075052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" name="object 823"/>
            <p:cNvSpPr/>
            <p:nvPr/>
          </p:nvSpPr>
          <p:spPr>
            <a:xfrm>
              <a:off x="2859176" y="4075052"/>
              <a:ext cx="180975" cy="16510"/>
            </a:xfrm>
            <a:custGeom>
              <a:avLst/>
              <a:gdLst/>
              <a:ahLst/>
              <a:cxnLst/>
              <a:rect l="l" t="t" r="r" b="b"/>
              <a:pathLst>
                <a:path w="180975" h="16510">
                  <a:moveTo>
                    <a:pt x="180594" y="16001"/>
                  </a:moveTo>
                  <a:lnTo>
                    <a:pt x="180594" y="0"/>
                  </a:lnTo>
                  <a:lnTo>
                    <a:pt x="0" y="0"/>
                  </a:lnTo>
                  <a:lnTo>
                    <a:pt x="0" y="16001"/>
                  </a:lnTo>
                  <a:lnTo>
                    <a:pt x="180594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24" name="object 824"/>
            <p:cNvPicPr/>
            <p:nvPr/>
          </p:nvPicPr>
          <p:blipFill>
            <a:blip r:embed="rId135" cstate="print"/>
            <a:stretch>
              <a:fillRect/>
            </a:stretch>
          </p:blipFill>
          <p:spPr>
            <a:xfrm>
              <a:off x="2079269" y="3996185"/>
              <a:ext cx="108204" cy="159258"/>
            </a:xfrm>
            <a:prstGeom prst="rect">
              <a:avLst/>
            </a:prstGeom>
          </p:spPr>
        </p:pic>
        <p:pic>
          <p:nvPicPr>
            <p:cNvPr id="825" name="object 825"/>
            <p:cNvPicPr/>
            <p:nvPr/>
          </p:nvPicPr>
          <p:blipFill>
            <a:blip r:embed="rId136" cstate="print"/>
            <a:stretch>
              <a:fillRect/>
            </a:stretch>
          </p:blipFill>
          <p:spPr>
            <a:xfrm>
              <a:off x="2562377" y="3915413"/>
              <a:ext cx="185928" cy="196596"/>
            </a:xfrm>
            <a:prstGeom prst="rect">
              <a:avLst/>
            </a:prstGeom>
          </p:spPr>
        </p:pic>
        <p:sp>
          <p:nvSpPr>
            <p:cNvPr id="826" name="object 826"/>
            <p:cNvSpPr/>
            <p:nvPr/>
          </p:nvSpPr>
          <p:spPr>
            <a:xfrm>
              <a:off x="2269388" y="4155062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7619" y="0"/>
                  </a:moveTo>
                  <a:lnTo>
                    <a:pt x="0" y="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" name="object 827"/>
            <p:cNvSpPr/>
            <p:nvPr/>
          </p:nvSpPr>
          <p:spPr>
            <a:xfrm>
              <a:off x="2269388" y="4155062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0" y="0"/>
                  </a:moveTo>
                  <a:lnTo>
                    <a:pt x="761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" name="object 828"/>
            <p:cNvSpPr/>
            <p:nvPr/>
          </p:nvSpPr>
          <p:spPr>
            <a:xfrm>
              <a:off x="2269388" y="405143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" name="object 829"/>
            <p:cNvSpPr/>
            <p:nvPr/>
          </p:nvSpPr>
          <p:spPr>
            <a:xfrm>
              <a:off x="2269388" y="405143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" name="object 830"/>
            <p:cNvSpPr/>
            <p:nvPr/>
          </p:nvSpPr>
          <p:spPr>
            <a:xfrm>
              <a:off x="2269388" y="4051430"/>
              <a:ext cx="7620" cy="104139"/>
            </a:xfrm>
            <a:custGeom>
              <a:avLst/>
              <a:gdLst/>
              <a:ahLst/>
              <a:cxnLst/>
              <a:rect l="l" t="t" r="r" b="b"/>
              <a:pathLst>
                <a:path w="7619" h="104139">
                  <a:moveTo>
                    <a:pt x="7620" y="0"/>
                  </a:moveTo>
                  <a:lnTo>
                    <a:pt x="7620" y="103631"/>
                  </a:lnTo>
                  <a:lnTo>
                    <a:pt x="0" y="103631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" name="object 831"/>
            <p:cNvSpPr/>
            <p:nvPr/>
          </p:nvSpPr>
          <p:spPr>
            <a:xfrm>
              <a:off x="2269388" y="4051430"/>
              <a:ext cx="7620" cy="104139"/>
            </a:xfrm>
            <a:custGeom>
              <a:avLst/>
              <a:gdLst/>
              <a:ahLst/>
              <a:cxnLst/>
              <a:rect l="l" t="t" r="r" b="b"/>
              <a:pathLst>
                <a:path w="7619" h="104139">
                  <a:moveTo>
                    <a:pt x="7620" y="0"/>
                  </a:moveTo>
                  <a:lnTo>
                    <a:pt x="7620" y="103631"/>
                  </a:lnTo>
                  <a:lnTo>
                    <a:pt x="0" y="103631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" name="object 832"/>
            <p:cNvSpPr/>
            <p:nvPr/>
          </p:nvSpPr>
          <p:spPr>
            <a:xfrm>
              <a:off x="2529992" y="402323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1" y="0"/>
                  </a:move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" name="object 833"/>
            <p:cNvSpPr/>
            <p:nvPr/>
          </p:nvSpPr>
          <p:spPr>
            <a:xfrm>
              <a:off x="2529992" y="402323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" name="object 834"/>
            <p:cNvSpPr/>
            <p:nvPr/>
          </p:nvSpPr>
          <p:spPr>
            <a:xfrm>
              <a:off x="2529992" y="390969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" name="object 835"/>
            <p:cNvSpPr/>
            <p:nvPr/>
          </p:nvSpPr>
          <p:spPr>
            <a:xfrm>
              <a:off x="2529992" y="390969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" name="object 836"/>
            <p:cNvSpPr/>
            <p:nvPr/>
          </p:nvSpPr>
          <p:spPr>
            <a:xfrm>
              <a:off x="2529992" y="3909698"/>
              <a:ext cx="8890" cy="113664"/>
            </a:xfrm>
            <a:custGeom>
              <a:avLst/>
              <a:gdLst/>
              <a:ahLst/>
              <a:cxnLst/>
              <a:rect l="l" t="t" r="r" b="b"/>
              <a:pathLst>
                <a:path w="8889" h="113664">
                  <a:moveTo>
                    <a:pt x="8381" y="0"/>
                  </a:moveTo>
                  <a:lnTo>
                    <a:pt x="8381" y="113537"/>
                  </a:lnTo>
                  <a:lnTo>
                    <a:pt x="0" y="113537"/>
                  </a:ln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" name="object 837"/>
            <p:cNvSpPr/>
            <p:nvPr/>
          </p:nvSpPr>
          <p:spPr>
            <a:xfrm>
              <a:off x="2529992" y="3909698"/>
              <a:ext cx="8890" cy="113664"/>
            </a:xfrm>
            <a:custGeom>
              <a:avLst/>
              <a:gdLst/>
              <a:ahLst/>
              <a:cxnLst/>
              <a:rect l="l" t="t" r="r" b="b"/>
              <a:pathLst>
                <a:path w="8889" h="113664">
                  <a:moveTo>
                    <a:pt x="8381" y="0"/>
                  </a:moveTo>
                  <a:lnTo>
                    <a:pt x="8381" y="113537"/>
                  </a:lnTo>
                  <a:lnTo>
                    <a:pt x="0" y="113537"/>
                  </a:ln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" name="object 838"/>
            <p:cNvSpPr/>
            <p:nvPr/>
          </p:nvSpPr>
          <p:spPr>
            <a:xfrm>
              <a:off x="2267102" y="4053716"/>
              <a:ext cx="3810" cy="7620"/>
            </a:xfrm>
            <a:custGeom>
              <a:avLst/>
              <a:gdLst/>
              <a:ahLst/>
              <a:cxnLst/>
              <a:rect l="l" t="t" r="r" b="b"/>
              <a:pathLst>
                <a:path w="3810" h="7620">
                  <a:moveTo>
                    <a:pt x="3810" y="7620"/>
                  </a:moveTo>
                  <a:lnTo>
                    <a:pt x="0" y="0"/>
                  </a:lnTo>
                  <a:lnTo>
                    <a:pt x="3810" y="762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" name="object 839"/>
            <p:cNvSpPr/>
            <p:nvPr/>
          </p:nvSpPr>
          <p:spPr>
            <a:xfrm>
              <a:off x="2267102" y="4053716"/>
              <a:ext cx="3810" cy="7620"/>
            </a:xfrm>
            <a:custGeom>
              <a:avLst/>
              <a:gdLst/>
              <a:ahLst/>
              <a:cxnLst/>
              <a:rect l="l" t="t" r="r" b="b"/>
              <a:pathLst>
                <a:path w="3810" h="7620">
                  <a:moveTo>
                    <a:pt x="3810" y="7620"/>
                  </a:moveTo>
                  <a:lnTo>
                    <a:pt x="0" y="0"/>
                  </a:lnTo>
                  <a:lnTo>
                    <a:pt x="3810" y="762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" name="object 840"/>
            <p:cNvSpPr/>
            <p:nvPr/>
          </p:nvSpPr>
          <p:spPr>
            <a:xfrm>
              <a:off x="2529230" y="3913508"/>
              <a:ext cx="3810" cy="7620"/>
            </a:xfrm>
            <a:custGeom>
              <a:avLst/>
              <a:gdLst/>
              <a:ahLst/>
              <a:cxnLst/>
              <a:rect l="l" t="t" r="r" b="b"/>
              <a:pathLst>
                <a:path w="3810" h="7620">
                  <a:moveTo>
                    <a:pt x="3810" y="7620"/>
                  </a:moveTo>
                  <a:lnTo>
                    <a:pt x="0" y="0"/>
                  </a:lnTo>
                  <a:lnTo>
                    <a:pt x="3810" y="762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" name="object 841"/>
            <p:cNvSpPr/>
            <p:nvPr/>
          </p:nvSpPr>
          <p:spPr>
            <a:xfrm>
              <a:off x="2529230" y="3913508"/>
              <a:ext cx="3810" cy="7620"/>
            </a:xfrm>
            <a:custGeom>
              <a:avLst/>
              <a:gdLst/>
              <a:ahLst/>
              <a:cxnLst/>
              <a:rect l="l" t="t" r="r" b="b"/>
              <a:pathLst>
                <a:path w="3810" h="7620">
                  <a:moveTo>
                    <a:pt x="0" y="0"/>
                  </a:moveTo>
                  <a:lnTo>
                    <a:pt x="3810" y="762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" name="object 842"/>
            <p:cNvSpPr/>
            <p:nvPr/>
          </p:nvSpPr>
          <p:spPr>
            <a:xfrm>
              <a:off x="2267102" y="3913508"/>
              <a:ext cx="266065" cy="147955"/>
            </a:xfrm>
            <a:custGeom>
              <a:avLst/>
              <a:gdLst/>
              <a:ahLst/>
              <a:cxnLst/>
              <a:rect l="l" t="t" r="r" b="b"/>
              <a:pathLst>
                <a:path w="266064" h="147954">
                  <a:moveTo>
                    <a:pt x="265938" y="7619"/>
                  </a:moveTo>
                  <a:lnTo>
                    <a:pt x="262128" y="0"/>
                  </a:lnTo>
                  <a:lnTo>
                    <a:pt x="0" y="140207"/>
                  </a:lnTo>
                  <a:lnTo>
                    <a:pt x="3810" y="147827"/>
                  </a:lnTo>
                  <a:lnTo>
                    <a:pt x="265938" y="7619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" name="object 843"/>
            <p:cNvSpPr/>
            <p:nvPr/>
          </p:nvSpPr>
          <p:spPr>
            <a:xfrm>
              <a:off x="2267102" y="3913508"/>
              <a:ext cx="266065" cy="147955"/>
            </a:xfrm>
            <a:custGeom>
              <a:avLst/>
              <a:gdLst/>
              <a:ahLst/>
              <a:cxnLst/>
              <a:rect l="l" t="t" r="r" b="b"/>
              <a:pathLst>
                <a:path w="266064" h="147954">
                  <a:moveTo>
                    <a:pt x="3810" y="147827"/>
                  </a:moveTo>
                  <a:lnTo>
                    <a:pt x="0" y="140207"/>
                  </a:lnTo>
                  <a:lnTo>
                    <a:pt x="262128" y="0"/>
                  </a:lnTo>
                  <a:lnTo>
                    <a:pt x="265938" y="7619"/>
                  </a:lnTo>
                  <a:lnTo>
                    <a:pt x="3810" y="147827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44" name="object 844"/>
            <p:cNvPicPr/>
            <p:nvPr/>
          </p:nvPicPr>
          <p:blipFill>
            <a:blip r:embed="rId137" cstate="print"/>
            <a:stretch>
              <a:fillRect/>
            </a:stretch>
          </p:blipFill>
          <p:spPr>
            <a:xfrm>
              <a:off x="2208809" y="3953513"/>
              <a:ext cx="108204" cy="159258"/>
            </a:xfrm>
            <a:prstGeom prst="rect">
              <a:avLst/>
            </a:prstGeom>
          </p:spPr>
        </p:pic>
        <p:pic>
          <p:nvPicPr>
            <p:cNvPr id="845" name="object 845"/>
            <p:cNvPicPr/>
            <p:nvPr/>
          </p:nvPicPr>
          <p:blipFill>
            <a:blip r:embed="rId138" cstate="print"/>
            <a:stretch>
              <a:fillRect/>
            </a:stretch>
          </p:blipFill>
          <p:spPr>
            <a:xfrm>
              <a:off x="2364257" y="3912365"/>
              <a:ext cx="240792" cy="243840"/>
            </a:xfrm>
            <a:prstGeom prst="rect">
              <a:avLst/>
            </a:prstGeom>
          </p:spPr>
        </p:pic>
        <p:sp>
          <p:nvSpPr>
            <p:cNvPr id="846" name="object 846"/>
            <p:cNvSpPr/>
            <p:nvPr/>
          </p:nvSpPr>
          <p:spPr>
            <a:xfrm>
              <a:off x="2174887" y="4486545"/>
              <a:ext cx="182245" cy="48895"/>
            </a:xfrm>
            <a:custGeom>
              <a:avLst/>
              <a:gdLst/>
              <a:ahLst/>
              <a:cxnLst/>
              <a:rect l="l" t="t" r="r" b="b"/>
              <a:pathLst>
                <a:path w="182244" h="48895">
                  <a:moveTo>
                    <a:pt x="28194" y="15240"/>
                  </a:moveTo>
                  <a:lnTo>
                    <a:pt x="27432" y="7620"/>
                  </a:lnTo>
                  <a:lnTo>
                    <a:pt x="25146" y="3810"/>
                  </a:lnTo>
                  <a:lnTo>
                    <a:pt x="18288" y="0"/>
                  </a:lnTo>
                  <a:lnTo>
                    <a:pt x="9144" y="762"/>
                  </a:lnTo>
                  <a:lnTo>
                    <a:pt x="3810" y="4572"/>
                  </a:lnTo>
                  <a:lnTo>
                    <a:pt x="762" y="12192"/>
                  </a:lnTo>
                  <a:lnTo>
                    <a:pt x="6096" y="13716"/>
                  </a:lnTo>
                  <a:lnTo>
                    <a:pt x="8382" y="6858"/>
                  </a:lnTo>
                  <a:lnTo>
                    <a:pt x="15240" y="4572"/>
                  </a:lnTo>
                  <a:lnTo>
                    <a:pt x="18288" y="5334"/>
                  </a:lnTo>
                  <a:lnTo>
                    <a:pt x="22860" y="9144"/>
                  </a:lnTo>
                  <a:lnTo>
                    <a:pt x="22860" y="12192"/>
                  </a:lnTo>
                  <a:lnTo>
                    <a:pt x="20574" y="19050"/>
                  </a:lnTo>
                  <a:lnTo>
                    <a:pt x="3810" y="34290"/>
                  </a:lnTo>
                  <a:lnTo>
                    <a:pt x="0" y="43434"/>
                  </a:lnTo>
                  <a:lnTo>
                    <a:pt x="28194" y="43434"/>
                  </a:lnTo>
                  <a:lnTo>
                    <a:pt x="28194" y="38862"/>
                  </a:lnTo>
                  <a:lnTo>
                    <a:pt x="7620" y="38862"/>
                  </a:lnTo>
                  <a:lnTo>
                    <a:pt x="23622" y="22860"/>
                  </a:lnTo>
                  <a:lnTo>
                    <a:pt x="28194" y="15240"/>
                  </a:lnTo>
                  <a:close/>
                </a:path>
                <a:path w="182244" h="48895">
                  <a:moveTo>
                    <a:pt x="61722" y="43434"/>
                  </a:moveTo>
                  <a:lnTo>
                    <a:pt x="58674" y="39624"/>
                  </a:lnTo>
                  <a:lnTo>
                    <a:pt x="53340" y="32004"/>
                  </a:lnTo>
                  <a:lnTo>
                    <a:pt x="50292" y="27432"/>
                  </a:lnTo>
                  <a:lnTo>
                    <a:pt x="53340" y="23622"/>
                  </a:lnTo>
                  <a:lnTo>
                    <a:pt x="60960" y="12192"/>
                  </a:lnTo>
                  <a:lnTo>
                    <a:pt x="54102" y="12192"/>
                  </a:lnTo>
                  <a:lnTo>
                    <a:pt x="52578" y="14478"/>
                  </a:lnTo>
                  <a:lnTo>
                    <a:pt x="50292" y="17526"/>
                  </a:lnTo>
                  <a:lnTo>
                    <a:pt x="49530" y="19812"/>
                  </a:lnTo>
                  <a:lnTo>
                    <a:pt x="48768" y="20574"/>
                  </a:lnTo>
                  <a:lnTo>
                    <a:pt x="47244" y="23622"/>
                  </a:lnTo>
                  <a:lnTo>
                    <a:pt x="46482" y="22098"/>
                  </a:lnTo>
                  <a:lnTo>
                    <a:pt x="45720" y="21336"/>
                  </a:lnTo>
                  <a:lnTo>
                    <a:pt x="44958" y="19812"/>
                  </a:lnTo>
                  <a:lnTo>
                    <a:pt x="43434" y="18288"/>
                  </a:lnTo>
                  <a:lnTo>
                    <a:pt x="41148" y="14478"/>
                  </a:lnTo>
                  <a:lnTo>
                    <a:pt x="39624" y="12192"/>
                  </a:lnTo>
                  <a:lnTo>
                    <a:pt x="33528" y="12192"/>
                  </a:lnTo>
                  <a:lnTo>
                    <a:pt x="35814" y="16764"/>
                  </a:lnTo>
                  <a:lnTo>
                    <a:pt x="41148" y="23622"/>
                  </a:lnTo>
                  <a:lnTo>
                    <a:pt x="44196" y="27432"/>
                  </a:lnTo>
                  <a:lnTo>
                    <a:pt x="41148" y="32004"/>
                  </a:lnTo>
                  <a:lnTo>
                    <a:pt x="32004" y="43434"/>
                  </a:lnTo>
                  <a:lnTo>
                    <a:pt x="38862" y="43434"/>
                  </a:lnTo>
                  <a:lnTo>
                    <a:pt x="41148" y="40386"/>
                  </a:lnTo>
                  <a:lnTo>
                    <a:pt x="44958" y="35052"/>
                  </a:lnTo>
                  <a:lnTo>
                    <a:pt x="47244" y="32004"/>
                  </a:lnTo>
                  <a:lnTo>
                    <a:pt x="47244" y="32766"/>
                  </a:lnTo>
                  <a:lnTo>
                    <a:pt x="48768" y="34290"/>
                  </a:lnTo>
                  <a:lnTo>
                    <a:pt x="54864" y="43434"/>
                  </a:lnTo>
                  <a:lnTo>
                    <a:pt x="61722" y="43434"/>
                  </a:lnTo>
                  <a:close/>
                </a:path>
                <a:path w="182244" h="48895">
                  <a:moveTo>
                    <a:pt x="148590" y="17526"/>
                  </a:moveTo>
                  <a:lnTo>
                    <a:pt x="147066" y="10668"/>
                  </a:lnTo>
                  <a:lnTo>
                    <a:pt x="137922" y="5334"/>
                  </a:lnTo>
                  <a:lnTo>
                    <a:pt x="129540" y="6096"/>
                  </a:lnTo>
                  <a:lnTo>
                    <a:pt x="123444" y="9906"/>
                  </a:lnTo>
                  <a:lnTo>
                    <a:pt x="120396" y="18288"/>
                  </a:lnTo>
                  <a:lnTo>
                    <a:pt x="126492" y="19050"/>
                  </a:lnTo>
                  <a:lnTo>
                    <a:pt x="128778" y="12192"/>
                  </a:lnTo>
                  <a:lnTo>
                    <a:pt x="134874" y="9906"/>
                  </a:lnTo>
                  <a:lnTo>
                    <a:pt x="140970" y="12192"/>
                  </a:lnTo>
                  <a:lnTo>
                    <a:pt x="143256" y="17526"/>
                  </a:lnTo>
                  <a:lnTo>
                    <a:pt x="140970" y="24384"/>
                  </a:lnTo>
                  <a:lnTo>
                    <a:pt x="121920" y="42672"/>
                  </a:lnTo>
                  <a:lnTo>
                    <a:pt x="119634" y="48768"/>
                  </a:lnTo>
                  <a:lnTo>
                    <a:pt x="148590" y="48768"/>
                  </a:lnTo>
                  <a:lnTo>
                    <a:pt x="148590" y="44196"/>
                  </a:lnTo>
                  <a:lnTo>
                    <a:pt x="127254" y="44196"/>
                  </a:lnTo>
                  <a:lnTo>
                    <a:pt x="140970" y="31242"/>
                  </a:lnTo>
                  <a:lnTo>
                    <a:pt x="147828" y="22860"/>
                  </a:lnTo>
                  <a:lnTo>
                    <a:pt x="148590" y="17526"/>
                  </a:lnTo>
                  <a:close/>
                </a:path>
                <a:path w="182244" h="48895">
                  <a:moveTo>
                    <a:pt x="182118" y="48768"/>
                  </a:moveTo>
                  <a:lnTo>
                    <a:pt x="179070" y="44958"/>
                  </a:lnTo>
                  <a:lnTo>
                    <a:pt x="173736" y="37338"/>
                  </a:lnTo>
                  <a:lnTo>
                    <a:pt x="169926" y="32766"/>
                  </a:lnTo>
                  <a:lnTo>
                    <a:pt x="172974" y="28956"/>
                  </a:lnTo>
                  <a:lnTo>
                    <a:pt x="178308" y="21336"/>
                  </a:lnTo>
                  <a:lnTo>
                    <a:pt x="181356" y="17526"/>
                  </a:lnTo>
                  <a:lnTo>
                    <a:pt x="174498" y="17526"/>
                  </a:lnTo>
                  <a:lnTo>
                    <a:pt x="173736" y="19812"/>
                  </a:lnTo>
                  <a:lnTo>
                    <a:pt x="170688" y="23622"/>
                  </a:lnTo>
                  <a:lnTo>
                    <a:pt x="168402" y="25908"/>
                  </a:lnTo>
                  <a:lnTo>
                    <a:pt x="166878" y="28956"/>
                  </a:lnTo>
                  <a:lnTo>
                    <a:pt x="166116" y="27432"/>
                  </a:lnTo>
                  <a:lnTo>
                    <a:pt x="165354" y="26670"/>
                  </a:lnTo>
                  <a:lnTo>
                    <a:pt x="164592" y="25146"/>
                  </a:lnTo>
                  <a:lnTo>
                    <a:pt x="163068" y="23622"/>
                  </a:lnTo>
                  <a:lnTo>
                    <a:pt x="160782" y="19812"/>
                  </a:lnTo>
                  <a:lnTo>
                    <a:pt x="159258" y="17526"/>
                  </a:lnTo>
                  <a:lnTo>
                    <a:pt x="153162" y="17526"/>
                  </a:lnTo>
                  <a:lnTo>
                    <a:pt x="156210" y="21336"/>
                  </a:lnTo>
                  <a:lnTo>
                    <a:pt x="160782" y="28956"/>
                  </a:lnTo>
                  <a:lnTo>
                    <a:pt x="163830" y="32766"/>
                  </a:lnTo>
                  <a:lnTo>
                    <a:pt x="160782" y="37338"/>
                  </a:lnTo>
                  <a:lnTo>
                    <a:pt x="155448" y="44958"/>
                  </a:lnTo>
                  <a:lnTo>
                    <a:pt x="152400" y="48768"/>
                  </a:lnTo>
                  <a:lnTo>
                    <a:pt x="158496" y="48768"/>
                  </a:lnTo>
                  <a:lnTo>
                    <a:pt x="160782" y="45720"/>
                  </a:lnTo>
                  <a:lnTo>
                    <a:pt x="165354" y="40386"/>
                  </a:lnTo>
                  <a:lnTo>
                    <a:pt x="166878" y="37338"/>
                  </a:lnTo>
                  <a:lnTo>
                    <a:pt x="168402" y="38862"/>
                  </a:lnTo>
                  <a:lnTo>
                    <a:pt x="168402" y="39624"/>
                  </a:lnTo>
                  <a:lnTo>
                    <a:pt x="170688" y="41910"/>
                  </a:lnTo>
                  <a:lnTo>
                    <a:pt x="175260" y="48768"/>
                  </a:lnTo>
                  <a:lnTo>
                    <a:pt x="182118" y="487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47" name="object 847"/>
            <p:cNvPicPr/>
            <p:nvPr/>
          </p:nvPicPr>
          <p:blipFill>
            <a:blip r:embed="rId139" cstate="print"/>
            <a:stretch>
              <a:fillRect/>
            </a:stretch>
          </p:blipFill>
          <p:spPr>
            <a:xfrm>
              <a:off x="2031644" y="4241168"/>
              <a:ext cx="473201" cy="125729"/>
            </a:xfrm>
            <a:prstGeom prst="rect">
              <a:avLst/>
            </a:prstGeom>
          </p:spPr>
        </p:pic>
        <p:sp>
          <p:nvSpPr>
            <p:cNvPr id="848" name="object 848"/>
            <p:cNvSpPr/>
            <p:nvPr/>
          </p:nvSpPr>
          <p:spPr>
            <a:xfrm>
              <a:off x="3784244" y="440728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" name="object 849"/>
            <p:cNvSpPr/>
            <p:nvPr/>
          </p:nvSpPr>
          <p:spPr>
            <a:xfrm>
              <a:off x="3784244" y="440728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" name="object 850"/>
            <p:cNvSpPr/>
            <p:nvPr/>
          </p:nvSpPr>
          <p:spPr>
            <a:xfrm>
              <a:off x="3784244" y="422897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" name="object 851"/>
            <p:cNvSpPr/>
            <p:nvPr/>
          </p:nvSpPr>
          <p:spPr>
            <a:xfrm>
              <a:off x="3784244" y="422897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" name="object 852"/>
            <p:cNvSpPr/>
            <p:nvPr/>
          </p:nvSpPr>
          <p:spPr>
            <a:xfrm>
              <a:off x="3784244" y="4228976"/>
              <a:ext cx="7620" cy="178435"/>
            </a:xfrm>
            <a:custGeom>
              <a:avLst/>
              <a:gdLst/>
              <a:ahLst/>
              <a:cxnLst/>
              <a:rect l="l" t="t" r="r" b="b"/>
              <a:pathLst>
                <a:path w="7620" h="178435">
                  <a:moveTo>
                    <a:pt x="7619" y="0"/>
                  </a:moveTo>
                  <a:lnTo>
                    <a:pt x="7619" y="178308"/>
                  </a:lnTo>
                  <a:lnTo>
                    <a:pt x="0" y="178308"/>
                  </a:lnTo>
                  <a:lnTo>
                    <a:pt x="0" y="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" name="object 853"/>
            <p:cNvSpPr/>
            <p:nvPr/>
          </p:nvSpPr>
          <p:spPr>
            <a:xfrm>
              <a:off x="3784244" y="4228976"/>
              <a:ext cx="7620" cy="178435"/>
            </a:xfrm>
            <a:custGeom>
              <a:avLst/>
              <a:gdLst/>
              <a:ahLst/>
              <a:cxnLst/>
              <a:rect l="l" t="t" r="r" b="b"/>
              <a:pathLst>
                <a:path w="7620" h="178435">
                  <a:moveTo>
                    <a:pt x="7619" y="0"/>
                  </a:moveTo>
                  <a:lnTo>
                    <a:pt x="7619" y="178308"/>
                  </a:lnTo>
                  <a:lnTo>
                    <a:pt x="0" y="178308"/>
                  </a:lnTo>
                  <a:lnTo>
                    <a:pt x="0" y="0"/>
                  </a:lnTo>
                  <a:lnTo>
                    <a:pt x="7619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" name="object 854"/>
            <p:cNvSpPr/>
            <p:nvPr/>
          </p:nvSpPr>
          <p:spPr>
            <a:xfrm>
              <a:off x="3692804" y="444995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" name="object 855"/>
            <p:cNvSpPr/>
            <p:nvPr/>
          </p:nvSpPr>
          <p:spPr>
            <a:xfrm>
              <a:off x="3692804" y="444995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" name="object 856"/>
            <p:cNvSpPr/>
            <p:nvPr/>
          </p:nvSpPr>
          <p:spPr>
            <a:xfrm>
              <a:off x="3692804" y="429298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" name="object 857"/>
            <p:cNvSpPr/>
            <p:nvPr/>
          </p:nvSpPr>
          <p:spPr>
            <a:xfrm>
              <a:off x="3692804" y="429298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" name="object 858"/>
            <p:cNvSpPr/>
            <p:nvPr/>
          </p:nvSpPr>
          <p:spPr>
            <a:xfrm>
              <a:off x="3692804" y="4292984"/>
              <a:ext cx="7620" cy="157480"/>
            </a:xfrm>
            <a:custGeom>
              <a:avLst/>
              <a:gdLst/>
              <a:ahLst/>
              <a:cxnLst/>
              <a:rect l="l" t="t" r="r" b="b"/>
              <a:pathLst>
                <a:path w="7620" h="157479">
                  <a:moveTo>
                    <a:pt x="7620" y="0"/>
                  </a:moveTo>
                  <a:lnTo>
                    <a:pt x="7620" y="156972"/>
                  </a:lnTo>
                  <a:lnTo>
                    <a:pt x="0" y="156972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" name="object 859"/>
            <p:cNvSpPr/>
            <p:nvPr/>
          </p:nvSpPr>
          <p:spPr>
            <a:xfrm>
              <a:off x="3692804" y="4292984"/>
              <a:ext cx="7620" cy="157480"/>
            </a:xfrm>
            <a:custGeom>
              <a:avLst/>
              <a:gdLst/>
              <a:ahLst/>
              <a:cxnLst/>
              <a:rect l="l" t="t" r="r" b="b"/>
              <a:pathLst>
                <a:path w="7620" h="157479">
                  <a:moveTo>
                    <a:pt x="7620" y="0"/>
                  </a:moveTo>
                  <a:lnTo>
                    <a:pt x="7620" y="156972"/>
                  </a:lnTo>
                  <a:lnTo>
                    <a:pt x="0" y="156972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" name="object 860"/>
            <p:cNvSpPr/>
            <p:nvPr/>
          </p:nvSpPr>
          <p:spPr>
            <a:xfrm>
              <a:off x="3880256" y="436994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" name="object 861"/>
            <p:cNvSpPr/>
            <p:nvPr/>
          </p:nvSpPr>
          <p:spPr>
            <a:xfrm>
              <a:off x="3880256" y="436994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" name="object 862"/>
            <p:cNvSpPr/>
            <p:nvPr/>
          </p:nvSpPr>
          <p:spPr>
            <a:xfrm>
              <a:off x="3880256" y="419163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" name="object 863"/>
            <p:cNvSpPr/>
            <p:nvPr/>
          </p:nvSpPr>
          <p:spPr>
            <a:xfrm>
              <a:off x="3880256" y="419163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" name="object 864"/>
            <p:cNvSpPr/>
            <p:nvPr/>
          </p:nvSpPr>
          <p:spPr>
            <a:xfrm>
              <a:off x="3880256" y="4191638"/>
              <a:ext cx="8890" cy="178435"/>
            </a:xfrm>
            <a:custGeom>
              <a:avLst/>
              <a:gdLst/>
              <a:ahLst/>
              <a:cxnLst/>
              <a:rect l="l" t="t" r="r" b="b"/>
              <a:pathLst>
                <a:path w="8889" h="178435">
                  <a:moveTo>
                    <a:pt x="8382" y="0"/>
                  </a:moveTo>
                  <a:lnTo>
                    <a:pt x="8382" y="178307"/>
                  </a:lnTo>
                  <a:lnTo>
                    <a:pt x="0" y="178307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" name="object 865"/>
            <p:cNvSpPr/>
            <p:nvPr/>
          </p:nvSpPr>
          <p:spPr>
            <a:xfrm>
              <a:off x="3880256" y="4191638"/>
              <a:ext cx="8890" cy="178435"/>
            </a:xfrm>
            <a:custGeom>
              <a:avLst/>
              <a:gdLst/>
              <a:ahLst/>
              <a:cxnLst/>
              <a:rect l="l" t="t" r="r" b="b"/>
              <a:pathLst>
                <a:path w="8889" h="178435">
                  <a:moveTo>
                    <a:pt x="8382" y="0"/>
                  </a:moveTo>
                  <a:lnTo>
                    <a:pt x="8382" y="178307"/>
                  </a:lnTo>
                  <a:lnTo>
                    <a:pt x="0" y="178307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6" name="object 866"/>
            <p:cNvPicPr/>
            <p:nvPr/>
          </p:nvPicPr>
          <p:blipFill>
            <a:blip r:embed="rId140" cstate="print"/>
            <a:stretch>
              <a:fillRect/>
            </a:stretch>
          </p:blipFill>
          <p:spPr>
            <a:xfrm>
              <a:off x="3062630" y="4025522"/>
              <a:ext cx="871727" cy="390144"/>
            </a:xfrm>
            <a:prstGeom prst="rect">
              <a:avLst/>
            </a:prstGeom>
          </p:spPr>
        </p:pic>
        <p:pic>
          <p:nvPicPr>
            <p:cNvPr id="867" name="object 867"/>
            <p:cNvPicPr/>
            <p:nvPr/>
          </p:nvPicPr>
          <p:blipFill>
            <a:blip r:embed="rId141" cstate="print"/>
            <a:stretch>
              <a:fillRect/>
            </a:stretch>
          </p:blipFill>
          <p:spPr>
            <a:xfrm>
              <a:off x="3162071" y="3999233"/>
              <a:ext cx="108204" cy="158495"/>
            </a:xfrm>
            <a:prstGeom prst="rect">
              <a:avLst/>
            </a:prstGeom>
          </p:spPr>
        </p:pic>
        <p:pic>
          <p:nvPicPr>
            <p:cNvPr id="868" name="object 868"/>
            <p:cNvPicPr/>
            <p:nvPr/>
          </p:nvPicPr>
          <p:blipFill>
            <a:blip r:embed="rId142" cstate="print"/>
            <a:stretch>
              <a:fillRect/>
            </a:stretch>
          </p:blipFill>
          <p:spPr>
            <a:xfrm>
              <a:off x="3645179" y="3917699"/>
              <a:ext cx="185927" cy="196596"/>
            </a:xfrm>
            <a:prstGeom prst="rect">
              <a:avLst/>
            </a:prstGeom>
          </p:spPr>
        </p:pic>
        <p:sp>
          <p:nvSpPr>
            <p:cNvPr id="869" name="object 869"/>
            <p:cNvSpPr/>
            <p:nvPr/>
          </p:nvSpPr>
          <p:spPr>
            <a:xfrm>
              <a:off x="3352190" y="415734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" name="object 870"/>
            <p:cNvSpPr/>
            <p:nvPr/>
          </p:nvSpPr>
          <p:spPr>
            <a:xfrm>
              <a:off x="3352190" y="415734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" name="object 871"/>
            <p:cNvSpPr/>
            <p:nvPr/>
          </p:nvSpPr>
          <p:spPr>
            <a:xfrm>
              <a:off x="3352190" y="405371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" name="object 872"/>
            <p:cNvSpPr/>
            <p:nvPr/>
          </p:nvSpPr>
          <p:spPr>
            <a:xfrm>
              <a:off x="3352190" y="405371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" name="object 873"/>
            <p:cNvSpPr/>
            <p:nvPr/>
          </p:nvSpPr>
          <p:spPr>
            <a:xfrm>
              <a:off x="3352190" y="4053716"/>
              <a:ext cx="7620" cy="104139"/>
            </a:xfrm>
            <a:custGeom>
              <a:avLst/>
              <a:gdLst/>
              <a:ahLst/>
              <a:cxnLst/>
              <a:rect l="l" t="t" r="r" b="b"/>
              <a:pathLst>
                <a:path w="7620" h="104139">
                  <a:moveTo>
                    <a:pt x="7620" y="0"/>
                  </a:moveTo>
                  <a:lnTo>
                    <a:pt x="7620" y="103631"/>
                  </a:lnTo>
                  <a:lnTo>
                    <a:pt x="0" y="103631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" name="object 874"/>
            <p:cNvSpPr/>
            <p:nvPr/>
          </p:nvSpPr>
          <p:spPr>
            <a:xfrm>
              <a:off x="3352190" y="4053716"/>
              <a:ext cx="7620" cy="104139"/>
            </a:xfrm>
            <a:custGeom>
              <a:avLst/>
              <a:gdLst/>
              <a:ahLst/>
              <a:cxnLst/>
              <a:rect l="l" t="t" r="r" b="b"/>
              <a:pathLst>
                <a:path w="7620" h="104139">
                  <a:moveTo>
                    <a:pt x="7620" y="0"/>
                  </a:moveTo>
                  <a:lnTo>
                    <a:pt x="7620" y="103631"/>
                  </a:lnTo>
                  <a:lnTo>
                    <a:pt x="0" y="103631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" name="object 875"/>
            <p:cNvSpPr/>
            <p:nvPr/>
          </p:nvSpPr>
          <p:spPr>
            <a:xfrm>
              <a:off x="3612794" y="4025522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" name="object 876"/>
            <p:cNvSpPr/>
            <p:nvPr/>
          </p:nvSpPr>
          <p:spPr>
            <a:xfrm>
              <a:off x="3612794" y="4025522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" name="object 877"/>
            <p:cNvSpPr/>
            <p:nvPr/>
          </p:nvSpPr>
          <p:spPr>
            <a:xfrm>
              <a:off x="3612794" y="391198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" name="object 878"/>
            <p:cNvSpPr/>
            <p:nvPr/>
          </p:nvSpPr>
          <p:spPr>
            <a:xfrm>
              <a:off x="3612794" y="391198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" name="object 879"/>
            <p:cNvSpPr/>
            <p:nvPr/>
          </p:nvSpPr>
          <p:spPr>
            <a:xfrm>
              <a:off x="3612794" y="3911984"/>
              <a:ext cx="8890" cy="113664"/>
            </a:xfrm>
            <a:custGeom>
              <a:avLst/>
              <a:gdLst/>
              <a:ahLst/>
              <a:cxnLst/>
              <a:rect l="l" t="t" r="r" b="b"/>
              <a:pathLst>
                <a:path w="8889" h="113664">
                  <a:moveTo>
                    <a:pt x="8381" y="0"/>
                  </a:moveTo>
                  <a:lnTo>
                    <a:pt x="8381" y="113537"/>
                  </a:lnTo>
                  <a:lnTo>
                    <a:pt x="0" y="113537"/>
                  </a:ln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" name="object 880"/>
            <p:cNvSpPr/>
            <p:nvPr/>
          </p:nvSpPr>
          <p:spPr>
            <a:xfrm>
              <a:off x="3612794" y="3911984"/>
              <a:ext cx="8890" cy="113664"/>
            </a:xfrm>
            <a:custGeom>
              <a:avLst/>
              <a:gdLst/>
              <a:ahLst/>
              <a:cxnLst/>
              <a:rect l="l" t="t" r="r" b="b"/>
              <a:pathLst>
                <a:path w="8889" h="113664">
                  <a:moveTo>
                    <a:pt x="8381" y="0"/>
                  </a:moveTo>
                  <a:lnTo>
                    <a:pt x="8381" y="113537"/>
                  </a:lnTo>
                  <a:lnTo>
                    <a:pt x="0" y="113537"/>
                  </a:ln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" name="object 881"/>
            <p:cNvSpPr/>
            <p:nvPr/>
          </p:nvSpPr>
          <p:spPr>
            <a:xfrm>
              <a:off x="3349904" y="4056002"/>
              <a:ext cx="3810" cy="7620"/>
            </a:xfrm>
            <a:custGeom>
              <a:avLst/>
              <a:gdLst/>
              <a:ahLst/>
              <a:cxnLst/>
              <a:rect l="l" t="t" r="r" b="b"/>
              <a:pathLst>
                <a:path w="3810" h="7620">
                  <a:moveTo>
                    <a:pt x="3810" y="7620"/>
                  </a:moveTo>
                  <a:lnTo>
                    <a:pt x="0" y="0"/>
                  </a:lnTo>
                  <a:lnTo>
                    <a:pt x="3810" y="762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" name="object 882"/>
            <p:cNvSpPr/>
            <p:nvPr/>
          </p:nvSpPr>
          <p:spPr>
            <a:xfrm>
              <a:off x="3349904" y="4056002"/>
              <a:ext cx="3810" cy="7620"/>
            </a:xfrm>
            <a:custGeom>
              <a:avLst/>
              <a:gdLst/>
              <a:ahLst/>
              <a:cxnLst/>
              <a:rect l="l" t="t" r="r" b="b"/>
              <a:pathLst>
                <a:path w="3810" h="7620">
                  <a:moveTo>
                    <a:pt x="3810" y="7620"/>
                  </a:moveTo>
                  <a:lnTo>
                    <a:pt x="0" y="0"/>
                  </a:lnTo>
                  <a:lnTo>
                    <a:pt x="3810" y="762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" name="object 883"/>
            <p:cNvSpPr/>
            <p:nvPr/>
          </p:nvSpPr>
          <p:spPr>
            <a:xfrm>
              <a:off x="3612032" y="3915794"/>
              <a:ext cx="3810" cy="7620"/>
            </a:xfrm>
            <a:custGeom>
              <a:avLst/>
              <a:gdLst/>
              <a:ahLst/>
              <a:cxnLst/>
              <a:rect l="l" t="t" r="r" b="b"/>
              <a:pathLst>
                <a:path w="3810" h="7620">
                  <a:moveTo>
                    <a:pt x="3810" y="7620"/>
                  </a:moveTo>
                  <a:lnTo>
                    <a:pt x="0" y="0"/>
                  </a:lnTo>
                  <a:lnTo>
                    <a:pt x="3810" y="762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" name="object 884"/>
            <p:cNvSpPr/>
            <p:nvPr/>
          </p:nvSpPr>
          <p:spPr>
            <a:xfrm>
              <a:off x="3612032" y="3915794"/>
              <a:ext cx="3810" cy="7620"/>
            </a:xfrm>
            <a:custGeom>
              <a:avLst/>
              <a:gdLst/>
              <a:ahLst/>
              <a:cxnLst/>
              <a:rect l="l" t="t" r="r" b="b"/>
              <a:pathLst>
                <a:path w="3810" h="7620">
                  <a:moveTo>
                    <a:pt x="0" y="0"/>
                  </a:moveTo>
                  <a:lnTo>
                    <a:pt x="3810" y="762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" name="object 885"/>
            <p:cNvSpPr/>
            <p:nvPr/>
          </p:nvSpPr>
          <p:spPr>
            <a:xfrm>
              <a:off x="3349904" y="3915794"/>
              <a:ext cx="266065" cy="147955"/>
            </a:xfrm>
            <a:custGeom>
              <a:avLst/>
              <a:gdLst/>
              <a:ahLst/>
              <a:cxnLst/>
              <a:rect l="l" t="t" r="r" b="b"/>
              <a:pathLst>
                <a:path w="266064" h="147954">
                  <a:moveTo>
                    <a:pt x="265938" y="7619"/>
                  </a:moveTo>
                  <a:lnTo>
                    <a:pt x="262128" y="0"/>
                  </a:lnTo>
                  <a:lnTo>
                    <a:pt x="0" y="140207"/>
                  </a:lnTo>
                  <a:lnTo>
                    <a:pt x="3810" y="147827"/>
                  </a:lnTo>
                  <a:lnTo>
                    <a:pt x="265938" y="7619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" name="object 886"/>
            <p:cNvSpPr/>
            <p:nvPr/>
          </p:nvSpPr>
          <p:spPr>
            <a:xfrm>
              <a:off x="3349904" y="3915794"/>
              <a:ext cx="266065" cy="147955"/>
            </a:xfrm>
            <a:custGeom>
              <a:avLst/>
              <a:gdLst/>
              <a:ahLst/>
              <a:cxnLst/>
              <a:rect l="l" t="t" r="r" b="b"/>
              <a:pathLst>
                <a:path w="266064" h="147954">
                  <a:moveTo>
                    <a:pt x="3810" y="147827"/>
                  </a:moveTo>
                  <a:lnTo>
                    <a:pt x="0" y="140207"/>
                  </a:lnTo>
                  <a:lnTo>
                    <a:pt x="262128" y="0"/>
                  </a:lnTo>
                  <a:lnTo>
                    <a:pt x="265938" y="7619"/>
                  </a:lnTo>
                  <a:lnTo>
                    <a:pt x="3810" y="147827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87" name="object 887"/>
            <p:cNvPicPr/>
            <p:nvPr/>
          </p:nvPicPr>
          <p:blipFill>
            <a:blip r:embed="rId143" cstate="print"/>
            <a:stretch>
              <a:fillRect/>
            </a:stretch>
          </p:blipFill>
          <p:spPr>
            <a:xfrm>
              <a:off x="3290849" y="3955799"/>
              <a:ext cx="108965" cy="159258"/>
            </a:xfrm>
            <a:prstGeom prst="rect">
              <a:avLst/>
            </a:prstGeom>
          </p:spPr>
        </p:pic>
        <p:pic>
          <p:nvPicPr>
            <p:cNvPr id="888" name="object 888"/>
            <p:cNvPicPr/>
            <p:nvPr/>
          </p:nvPicPr>
          <p:blipFill>
            <a:blip r:embed="rId144" cstate="print"/>
            <a:stretch>
              <a:fillRect/>
            </a:stretch>
          </p:blipFill>
          <p:spPr>
            <a:xfrm>
              <a:off x="3447059" y="3914651"/>
              <a:ext cx="241554" cy="243839"/>
            </a:xfrm>
            <a:prstGeom prst="rect">
              <a:avLst/>
            </a:prstGeom>
          </p:spPr>
        </p:pic>
        <p:sp>
          <p:nvSpPr>
            <p:cNvPr id="889" name="object 889"/>
            <p:cNvSpPr/>
            <p:nvPr/>
          </p:nvSpPr>
          <p:spPr>
            <a:xfrm>
              <a:off x="3968648" y="418478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2"/>
                  </a:moveTo>
                  <a:lnTo>
                    <a:pt x="0" y="0"/>
                  </a:lnTo>
                  <a:lnTo>
                    <a:pt x="0" y="1600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" name="object 890"/>
            <p:cNvSpPr/>
            <p:nvPr/>
          </p:nvSpPr>
          <p:spPr>
            <a:xfrm>
              <a:off x="3968267" y="418478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" name="object 891"/>
            <p:cNvSpPr/>
            <p:nvPr/>
          </p:nvSpPr>
          <p:spPr>
            <a:xfrm>
              <a:off x="3657752" y="418478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" name="object 892"/>
            <p:cNvSpPr/>
            <p:nvPr/>
          </p:nvSpPr>
          <p:spPr>
            <a:xfrm>
              <a:off x="3657371" y="418478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" name="object 893"/>
            <p:cNvSpPr/>
            <p:nvPr/>
          </p:nvSpPr>
          <p:spPr>
            <a:xfrm>
              <a:off x="3657740" y="4184792"/>
              <a:ext cx="311150" cy="16510"/>
            </a:xfrm>
            <a:custGeom>
              <a:avLst/>
              <a:gdLst/>
              <a:ahLst/>
              <a:cxnLst/>
              <a:rect l="l" t="t" r="r" b="b"/>
              <a:pathLst>
                <a:path w="311150" h="16510">
                  <a:moveTo>
                    <a:pt x="310896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310896" y="16002"/>
                  </a:lnTo>
                  <a:lnTo>
                    <a:pt x="310896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" name="object 894"/>
            <p:cNvSpPr/>
            <p:nvPr/>
          </p:nvSpPr>
          <p:spPr>
            <a:xfrm>
              <a:off x="4014749" y="4141346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" name="object 895"/>
            <p:cNvSpPr/>
            <p:nvPr/>
          </p:nvSpPr>
          <p:spPr>
            <a:xfrm>
              <a:off x="3753764" y="4141346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" name="object 896"/>
            <p:cNvSpPr/>
            <p:nvPr/>
          </p:nvSpPr>
          <p:spPr>
            <a:xfrm>
              <a:off x="3753383" y="4141346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" name="object 897"/>
            <p:cNvSpPr/>
            <p:nvPr/>
          </p:nvSpPr>
          <p:spPr>
            <a:xfrm>
              <a:off x="3753752" y="4141358"/>
              <a:ext cx="261620" cy="16510"/>
            </a:xfrm>
            <a:custGeom>
              <a:avLst/>
              <a:gdLst/>
              <a:ahLst/>
              <a:cxnLst/>
              <a:rect l="l" t="t" r="r" b="b"/>
              <a:pathLst>
                <a:path w="261620" h="16510">
                  <a:moveTo>
                    <a:pt x="261366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261366" y="16002"/>
                  </a:lnTo>
                  <a:lnTo>
                    <a:pt x="261366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" name="object 898"/>
            <p:cNvSpPr/>
            <p:nvPr/>
          </p:nvSpPr>
          <p:spPr>
            <a:xfrm>
              <a:off x="4058183" y="409638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" name="object 899"/>
            <p:cNvSpPr/>
            <p:nvPr/>
          </p:nvSpPr>
          <p:spPr>
            <a:xfrm>
              <a:off x="3847490" y="4096388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" name="object 900"/>
            <p:cNvSpPr/>
            <p:nvPr/>
          </p:nvSpPr>
          <p:spPr>
            <a:xfrm>
              <a:off x="3847109" y="409638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" name="object 901"/>
            <p:cNvSpPr/>
            <p:nvPr/>
          </p:nvSpPr>
          <p:spPr>
            <a:xfrm>
              <a:off x="3847478" y="4096401"/>
              <a:ext cx="211454" cy="16510"/>
            </a:xfrm>
            <a:custGeom>
              <a:avLst/>
              <a:gdLst/>
              <a:ahLst/>
              <a:cxnLst/>
              <a:rect l="l" t="t" r="r" b="b"/>
              <a:pathLst>
                <a:path w="211454" h="16510">
                  <a:moveTo>
                    <a:pt x="211074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211074" y="16002"/>
                  </a:lnTo>
                  <a:lnTo>
                    <a:pt x="211074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" name="object 902"/>
            <p:cNvSpPr/>
            <p:nvPr/>
          </p:nvSpPr>
          <p:spPr>
            <a:xfrm>
              <a:off x="4113047" y="405447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" name="object 903"/>
            <p:cNvSpPr/>
            <p:nvPr/>
          </p:nvSpPr>
          <p:spPr>
            <a:xfrm>
              <a:off x="3932834" y="4054478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" name="object 904"/>
            <p:cNvSpPr/>
            <p:nvPr/>
          </p:nvSpPr>
          <p:spPr>
            <a:xfrm>
              <a:off x="3932453" y="405447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" name="object 905"/>
            <p:cNvSpPr/>
            <p:nvPr/>
          </p:nvSpPr>
          <p:spPr>
            <a:xfrm>
              <a:off x="3932834" y="4054478"/>
              <a:ext cx="180975" cy="16510"/>
            </a:xfrm>
            <a:custGeom>
              <a:avLst/>
              <a:gdLst/>
              <a:ahLst/>
              <a:cxnLst/>
              <a:rect l="l" t="t" r="r" b="b"/>
              <a:pathLst>
                <a:path w="180975" h="16510">
                  <a:moveTo>
                    <a:pt x="180594" y="16001"/>
                  </a:moveTo>
                  <a:lnTo>
                    <a:pt x="180594" y="0"/>
                  </a:lnTo>
                  <a:lnTo>
                    <a:pt x="0" y="0"/>
                  </a:lnTo>
                  <a:lnTo>
                    <a:pt x="0" y="16001"/>
                  </a:lnTo>
                  <a:lnTo>
                    <a:pt x="180594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" name="object 906"/>
            <p:cNvSpPr/>
            <p:nvPr/>
          </p:nvSpPr>
          <p:spPr>
            <a:xfrm>
              <a:off x="5230520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" name="object 907"/>
            <p:cNvSpPr/>
            <p:nvPr/>
          </p:nvSpPr>
          <p:spPr>
            <a:xfrm>
              <a:off x="5230520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" name="object 908"/>
            <p:cNvSpPr/>
            <p:nvPr/>
          </p:nvSpPr>
          <p:spPr>
            <a:xfrm>
              <a:off x="5229758" y="176695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762" y="0"/>
                  </a:moveTo>
                  <a:lnTo>
                    <a:pt x="0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" name="object 909"/>
            <p:cNvSpPr/>
            <p:nvPr/>
          </p:nvSpPr>
          <p:spPr>
            <a:xfrm>
              <a:off x="5229758" y="176695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" name="object 910"/>
            <p:cNvSpPr/>
            <p:nvPr/>
          </p:nvSpPr>
          <p:spPr>
            <a:xfrm>
              <a:off x="5230520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" name="object 911"/>
            <p:cNvSpPr/>
            <p:nvPr/>
          </p:nvSpPr>
          <p:spPr>
            <a:xfrm>
              <a:off x="5232806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" name="object 912"/>
            <p:cNvSpPr/>
            <p:nvPr/>
          </p:nvSpPr>
          <p:spPr>
            <a:xfrm>
              <a:off x="5235854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" name="object 913"/>
            <p:cNvSpPr/>
            <p:nvPr/>
          </p:nvSpPr>
          <p:spPr>
            <a:xfrm>
              <a:off x="5238902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" name="object 914"/>
            <p:cNvSpPr/>
            <p:nvPr/>
          </p:nvSpPr>
          <p:spPr>
            <a:xfrm>
              <a:off x="5240426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" name="object 915"/>
            <p:cNvSpPr/>
            <p:nvPr/>
          </p:nvSpPr>
          <p:spPr>
            <a:xfrm>
              <a:off x="5241950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" name="object 916"/>
            <p:cNvSpPr/>
            <p:nvPr/>
          </p:nvSpPr>
          <p:spPr>
            <a:xfrm>
              <a:off x="5244998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" name="object 917"/>
            <p:cNvSpPr/>
            <p:nvPr/>
          </p:nvSpPr>
          <p:spPr>
            <a:xfrm>
              <a:off x="5246522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" name="object 918"/>
            <p:cNvSpPr/>
            <p:nvPr/>
          </p:nvSpPr>
          <p:spPr>
            <a:xfrm>
              <a:off x="5248046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" name="object 919"/>
            <p:cNvSpPr/>
            <p:nvPr/>
          </p:nvSpPr>
          <p:spPr>
            <a:xfrm>
              <a:off x="5250332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" name="object 920"/>
            <p:cNvSpPr/>
            <p:nvPr/>
          </p:nvSpPr>
          <p:spPr>
            <a:xfrm>
              <a:off x="5253380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" name="object 921"/>
            <p:cNvSpPr/>
            <p:nvPr/>
          </p:nvSpPr>
          <p:spPr>
            <a:xfrm>
              <a:off x="5256428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" name="object 922"/>
            <p:cNvSpPr/>
            <p:nvPr/>
          </p:nvSpPr>
          <p:spPr>
            <a:xfrm>
              <a:off x="5257952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" name="object 923"/>
            <p:cNvSpPr/>
            <p:nvPr/>
          </p:nvSpPr>
          <p:spPr>
            <a:xfrm>
              <a:off x="5259476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" name="object 924"/>
            <p:cNvSpPr/>
            <p:nvPr/>
          </p:nvSpPr>
          <p:spPr>
            <a:xfrm>
              <a:off x="5261762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" name="object 925"/>
            <p:cNvSpPr/>
            <p:nvPr/>
          </p:nvSpPr>
          <p:spPr>
            <a:xfrm>
              <a:off x="5264810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" name="object 926"/>
            <p:cNvSpPr/>
            <p:nvPr/>
          </p:nvSpPr>
          <p:spPr>
            <a:xfrm>
              <a:off x="5267858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" name="object 927"/>
            <p:cNvSpPr/>
            <p:nvPr/>
          </p:nvSpPr>
          <p:spPr>
            <a:xfrm>
              <a:off x="5269382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" name="object 928"/>
            <p:cNvSpPr/>
            <p:nvPr/>
          </p:nvSpPr>
          <p:spPr>
            <a:xfrm>
              <a:off x="5270906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" name="object 929"/>
            <p:cNvSpPr/>
            <p:nvPr/>
          </p:nvSpPr>
          <p:spPr>
            <a:xfrm>
              <a:off x="5273192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" name="object 930"/>
            <p:cNvSpPr/>
            <p:nvPr/>
          </p:nvSpPr>
          <p:spPr>
            <a:xfrm>
              <a:off x="5276240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" name="object 931"/>
            <p:cNvSpPr/>
            <p:nvPr/>
          </p:nvSpPr>
          <p:spPr>
            <a:xfrm>
              <a:off x="5279288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" name="object 932"/>
            <p:cNvSpPr/>
            <p:nvPr/>
          </p:nvSpPr>
          <p:spPr>
            <a:xfrm>
              <a:off x="5280812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" name="object 933"/>
            <p:cNvSpPr/>
            <p:nvPr/>
          </p:nvSpPr>
          <p:spPr>
            <a:xfrm>
              <a:off x="5282336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" name="object 934"/>
            <p:cNvSpPr/>
            <p:nvPr/>
          </p:nvSpPr>
          <p:spPr>
            <a:xfrm>
              <a:off x="5284622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" name="object 935"/>
            <p:cNvSpPr/>
            <p:nvPr/>
          </p:nvSpPr>
          <p:spPr>
            <a:xfrm>
              <a:off x="5287670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" name="object 936"/>
            <p:cNvSpPr/>
            <p:nvPr/>
          </p:nvSpPr>
          <p:spPr>
            <a:xfrm>
              <a:off x="5290718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" name="object 937"/>
            <p:cNvSpPr/>
            <p:nvPr/>
          </p:nvSpPr>
          <p:spPr>
            <a:xfrm>
              <a:off x="5293766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" name="object 938"/>
            <p:cNvSpPr/>
            <p:nvPr/>
          </p:nvSpPr>
          <p:spPr>
            <a:xfrm>
              <a:off x="5296814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" name="object 939"/>
            <p:cNvSpPr/>
            <p:nvPr/>
          </p:nvSpPr>
          <p:spPr>
            <a:xfrm>
              <a:off x="5298338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" name="object 940"/>
            <p:cNvSpPr/>
            <p:nvPr/>
          </p:nvSpPr>
          <p:spPr>
            <a:xfrm>
              <a:off x="5299862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" name="object 941"/>
            <p:cNvSpPr/>
            <p:nvPr/>
          </p:nvSpPr>
          <p:spPr>
            <a:xfrm>
              <a:off x="5302148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" name="object 942"/>
            <p:cNvSpPr/>
            <p:nvPr/>
          </p:nvSpPr>
          <p:spPr>
            <a:xfrm>
              <a:off x="5305196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" name="object 943"/>
            <p:cNvSpPr/>
            <p:nvPr/>
          </p:nvSpPr>
          <p:spPr>
            <a:xfrm>
              <a:off x="5308244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" name="object 944"/>
            <p:cNvSpPr/>
            <p:nvPr/>
          </p:nvSpPr>
          <p:spPr>
            <a:xfrm>
              <a:off x="5309768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" name="object 945"/>
            <p:cNvSpPr/>
            <p:nvPr/>
          </p:nvSpPr>
          <p:spPr>
            <a:xfrm>
              <a:off x="5311292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" name="object 946"/>
            <p:cNvSpPr/>
            <p:nvPr/>
          </p:nvSpPr>
          <p:spPr>
            <a:xfrm>
              <a:off x="5313578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" name="object 947"/>
            <p:cNvSpPr/>
            <p:nvPr/>
          </p:nvSpPr>
          <p:spPr>
            <a:xfrm>
              <a:off x="5316626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" name="object 948"/>
            <p:cNvSpPr/>
            <p:nvPr/>
          </p:nvSpPr>
          <p:spPr>
            <a:xfrm>
              <a:off x="5319674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" name="object 949"/>
            <p:cNvSpPr/>
            <p:nvPr/>
          </p:nvSpPr>
          <p:spPr>
            <a:xfrm>
              <a:off x="5321198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" name="object 950"/>
            <p:cNvSpPr/>
            <p:nvPr/>
          </p:nvSpPr>
          <p:spPr>
            <a:xfrm>
              <a:off x="5322722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" name="object 951"/>
            <p:cNvSpPr/>
            <p:nvPr/>
          </p:nvSpPr>
          <p:spPr>
            <a:xfrm>
              <a:off x="5325008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" name="object 952"/>
            <p:cNvSpPr/>
            <p:nvPr/>
          </p:nvSpPr>
          <p:spPr>
            <a:xfrm>
              <a:off x="5328056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" name="object 953"/>
            <p:cNvSpPr/>
            <p:nvPr/>
          </p:nvSpPr>
          <p:spPr>
            <a:xfrm>
              <a:off x="5331104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" name="object 954"/>
            <p:cNvSpPr/>
            <p:nvPr/>
          </p:nvSpPr>
          <p:spPr>
            <a:xfrm>
              <a:off x="5332628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" name="object 955"/>
            <p:cNvSpPr/>
            <p:nvPr/>
          </p:nvSpPr>
          <p:spPr>
            <a:xfrm>
              <a:off x="5334152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" name="object 956"/>
            <p:cNvSpPr/>
            <p:nvPr/>
          </p:nvSpPr>
          <p:spPr>
            <a:xfrm>
              <a:off x="5336438" y="176695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" name="object 957"/>
            <p:cNvSpPr/>
            <p:nvPr/>
          </p:nvSpPr>
          <p:spPr>
            <a:xfrm>
              <a:off x="5338724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" name="object 958"/>
            <p:cNvSpPr/>
            <p:nvPr/>
          </p:nvSpPr>
          <p:spPr>
            <a:xfrm>
              <a:off x="5340248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" name="object 959"/>
            <p:cNvSpPr/>
            <p:nvPr/>
          </p:nvSpPr>
          <p:spPr>
            <a:xfrm>
              <a:off x="5342534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" name="object 960"/>
            <p:cNvSpPr/>
            <p:nvPr/>
          </p:nvSpPr>
          <p:spPr>
            <a:xfrm>
              <a:off x="5345582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" name="object 961"/>
            <p:cNvSpPr/>
            <p:nvPr/>
          </p:nvSpPr>
          <p:spPr>
            <a:xfrm>
              <a:off x="5348630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" name="object 962"/>
            <p:cNvSpPr/>
            <p:nvPr/>
          </p:nvSpPr>
          <p:spPr>
            <a:xfrm>
              <a:off x="5350154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" name="object 963"/>
            <p:cNvSpPr/>
            <p:nvPr/>
          </p:nvSpPr>
          <p:spPr>
            <a:xfrm>
              <a:off x="5351678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" name="object 964"/>
            <p:cNvSpPr/>
            <p:nvPr/>
          </p:nvSpPr>
          <p:spPr>
            <a:xfrm>
              <a:off x="5353964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" name="object 965"/>
            <p:cNvSpPr/>
            <p:nvPr/>
          </p:nvSpPr>
          <p:spPr>
            <a:xfrm>
              <a:off x="5357012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" name="object 966"/>
            <p:cNvSpPr/>
            <p:nvPr/>
          </p:nvSpPr>
          <p:spPr>
            <a:xfrm>
              <a:off x="5360060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" name="object 967"/>
            <p:cNvSpPr/>
            <p:nvPr/>
          </p:nvSpPr>
          <p:spPr>
            <a:xfrm>
              <a:off x="5361584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" name="object 968"/>
            <p:cNvSpPr/>
            <p:nvPr/>
          </p:nvSpPr>
          <p:spPr>
            <a:xfrm>
              <a:off x="5363108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" name="object 969"/>
            <p:cNvSpPr/>
            <p:nvPr/>
          </p:nvSpPr>
          <p:spPr>
            <a:xfrm>
              <a:off x="5365394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" name="object 970"/>
            <p:cNvSpPr/>
            <p:nvPr/>
          </p:nvSpPr>
          <p:spPr>
            <a:xfrm>
              <a:off x="5368442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" name="object 971"/>
            <p:cNvSpPr/>
            <p:nvPr/>
          </p:nvSpPr>
          <p:spPr>
            <a:xfrm>
              <a:off x="5371490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" name="object 972"/>
            <p:cNvSpPr/>
            <p:nvPr/>
          </p:nvSpPr>
          <p:spPr>
            <a:xfrm>
              <a:off x="5373014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" name="object 973"/>
            <p:cNvSpPr/>
            <p:nvPr/>
          </p:nvSpPr>
          <p:spPr>
            <a:xfrm>
              <a:off x="5374538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" name="object 974"/>
            <p:cNvSpPr/>
            <p:nvPr/>
          </p:nvSpPr>
          <p:spPr>
            <a:xfrm>
              <a:off x="5376824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" name="object 975"/>
            <p:cNvSpPr/>
            <p:nvPr/>
          </p:nvSpPr>
          <p:spPr>
            <a:xfrm>
              <a:off x="5379872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" name="object 976"/>
            <p:cNvSpPr/>
            <p:nvPr/>
          </p:nvSpPr>
          <p:spPr>
            <a:xfrm>
              <a:off x="5382920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" name="object 977"/>
            <p:cNvSpPr/>
            <p:nvPr/>
          </p:nvSpPr>
          <p:spPr>
            <a:xfrm>
              <a:off x="5384444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" name="object 978"/>
            <p:cNvSpPr/>
            <p:nvPr/>
          </p:nvSpPr>
          <p:spPr>
            <a:xfrm>
              <a:off x="5385968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" name="object 979"/>
            <p:cNvSpPr/>
            <p:nvPr/>
          </p:nvSpPr>
          <p:spPr>
            <a:xfrm>
              <a:off x="5389016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" name="object 980"/>
            <p:cNvSpPr/>
            <p:nvPr/>
          </p:nvSpPr>
          <p:spPr>
            <a:xfrm>
              <a:off x="5390540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" name="object 981"/>
            <p:cNvSpPr/>
            <p:nvPr/>
          </p:nvSpPr>
          <p:spPr>
            <a:xfrm>
              <a:off x="5392064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" name="object 982"/>
            <p:cNvSpPr/>
            <p:nvPr/>
          </p:nvSpPr>
          <p:spPr>
            <a:xfrm>
              <a:off x="5394350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" name="object 983"/>
            <p:cNvSpPr/>
            <p:nvPr/>
          </p:nvSpPr>
          <p:spPr>
            <a:xfrm>
              <a:off x="5397398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" name="object 984"/>
            <p:cNvSpPr/>
            <p:nvPr/>
          </p:nvSpPr>
          <p:spPr>
            <a:xfrm>
              <a:off x="5400446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" name="object 985"/>
            <p:cNvSpPr/>
            <p:nvPr/>
          </p:nvSpPr>
          <p:spPr>
            <a:xfrm>
              <a:off x="5401970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" name="object 986"/>
            <p:cNvSpPr/>
            <p:nvPr/>
          </p:nvSpPr>
          <p:spPr>
            <a:xfrm>
              <a:off x="5403494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" name="object 987"/>
            <p:cNvSpPr/>
            <p:nvPr/>
          </p:nvSpPr>
          <p:spPr>
            <a:xfrm>
              <a:off x="5405780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" name="object 988"/>
            <p:cNvSpPr/>
            <p:nvPr/>
          </p:nvSpPr>
          <p:spPr>
            <a:xfrm>
              <a:off x="5408828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" name="object 989"/>
            <p:cNvSpPr/>
            <p:nvPr/>
          </p:nvSpPr>
          <p:spPr>
            <a:xfrm>
              <a:off x="5411876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" name="object 990"/>
            <p:cNvSpPr/>
            <p:nvPr/>
          </p:nvSpPr>
          <p:spPr>
            <a:xfrm>
              <a:off x="5413400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" name="object 991"/>
            <p:cNvSpPr/>
            <p:nvPr/>
          </p:nvSpPr>
          <p:spPr>
            <a:xfrm>
              <a:off x="5414924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" name="object 992"/>
            <p:cNvSpPr/>
            <p:nvPr/>
          </p:nvSpPr>
          <p:spPr>
            <a:xfrm>
              <a:off x="5417210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" name="object 993"/>
            <p:cNvSpPr/>
            <p:nvPr/>
          </p:nvSpPr>
          <p:spPr>
            <a:xfrm>
              <a:off x="5420258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" name="object 994"/>
            <p:cNvSpPr/>
            <p:nvPr/>
          </p:nvSpPr>
          <p:spPr>
            <a:xfrm>
              <a:off x="5423306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" name="object 995"/>
            <p:cNvSpPr/>
            <p:nvPr/>
          </p:nvSpPr>
          <p:spPr>
            <a:xfrm>
              <a:off x="5424830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" name="object 996"/>
            <p:cNvSpPr/>
            <p:nvPr/>
          </p:nvSpPr>
          <p:spPr>
            <a:xfrm>
              <a:off x="5426354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" name="object 997"/>
            <p:cNvSpPr/>
            <p:nvPr/>
          </p:nvSpPr>
          <p:spPr>
            <a:xfrm>
              <a:off x="5428640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" name="object 998"/>
            <p:cNvSpPr/>
            <p:nvPr/>
          </p:nvSpPr>
          <p:spPr>
            <a:xfrm>
              <a:off x="5431688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228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" name="object 999"/>
            <p:cNvSpPr/>
            <p:nvPr/>
          </p:nvSpPr>
          <p:spPr>
            <a:xfrm>
              <a:off x="5434736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" name="object 1000"/>
            <p:cNvSpPr/>
            <p:nvPr/>
          </p:nvSpPr>
          <p:spPr>
            <a:xfrm>
              <a:off x="5437784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" name="object 1001"/>
            <p:cNvSpPr/>
            <p:nvPr/>
          </p:nvSpPr>
          <p:spPr>
            <a:xfrm>
              <a:off x="5440832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" name="object 1002"/>
            <p:cNvSpPr/>
            <p:nvPr/>
          </p:nvSpPr>
          <p:spPr>
            <a:xfrm>
              <a:off x="5442356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" name="object 1003"/>
            <p:cNvSpPr/>
            <p:nvPr/>
          </p:nvSpPr>
          <p:spPr>
            <a:xfrm>
              <a:off x="5443880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" name="object 1004"/>
            <p:cNvSpPr/>
            <p:nvPr/>
          </p:nvSpPr>
          <p:spPr>
            <a:xfrm>
              <a:off x="5446166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" name="object 1005"/>
            <p:cNvSpPr/>
            <p:nvPr/>
          </p:nvSpPr>
          <p:spPr>
            <a:xfrm>
              <a:off x="5449214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" name="object 1006"/>
            <p:cNvSpPr/>
            <p:nvPr/>
          </p:nvSpPr>
          <p:spPr>
            <a:xfrm>
              <a:off x="5452262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" name="object 1007"/>
            <p:cNvSpPr/>
            <p:nvPr/>
          </p:nvSpPr>
          <p:spPr>
            <a:xfrm>
              <a:off x="5453786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" name="object 1008"/>
            <p:cNvSpPr/>
            <p:nvPr/>
          </p:nvSpPr>
          <p:spPr>
            <a:xfrm>
              <a:off x="5455310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" name="object 1009"/>
            <p:cNvSpPr/>
            <p:nvPr/>
          </p:nvSpPr>
          <p:spPr>
            <a:xfrm>
              <a:off x="5457596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" name="object 1010"/>
            <p:cNvSpPr/>
            <p:nvPr/>
          </p:nvSpPr>
          <p:spPr>
            <a:xfrm>
              <a:off x="5460644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" name="object 1011"/>
            <p:cNvSpPr/>
            <p:nvPr/>
          </p:nvSpPr>
          <p:spPr>
            <a:xfrm>
              <a:off x="5463692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" name="object 1012"/>
            <p:cNvSpPr/>
            <p:nvPr/>
          </p:nvSpPr>
          <p:spPr>
            <a:xfrm>
              <a:off x="5465216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" name="object 1013"/>
            <p:cNvSpPr/>
            <p:nvPr/>
          </p:nvSpPr>
          <p:spPr>
            <a:xfrm>
              <a:off x="5466740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" name="object 1014"/>
            <p:cNvSpPr/>
            <p:nvPr/>
          </p:nvSpPr>
          <p:spPr>
            <a:xfrm>
              <a:off x="5469026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" name="object 1015"/>
            <p:cNvSpPr/>
            <p:nvPr/>
          </p:nvSpPr>
          <p:spPr>
            <a:xfrm>
              <a:off x="5472074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" name="object 1016"/>
            <p:cNvSpPr/>
            <p:nvPr/>
          </p:nvSpPr>
          <p:spPr>
            <a:xfrm>
              <a:off x="5475122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" name="object 1017"/>
            <p:cNvSpPr/>
            <p:nvPr/>
          </p:nvSpPr>
          <p:spPr>
            <a:xfrm>
              <a:off x="5476646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" name="object 1018"/>
            <p:cNvSpPr/>
            <p:nvPr/>
          </p:nvSpPr>
          <p:spPr>
            <a:xfrm>
              <a:off x="5478170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" name="object 1019"/>
            <p:cNvSpPr/>
            <p:nvPr/>
          </p:nvSpPr>
          <p:spPr>
            <a:xfrm>
              <a:off x="5481218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" name="object 1020"/>
            <p:cNvSpPr/>
            <p:nvPr/>
          </p:nvSpPr>
          <p:spPr>
            <a:xfrm>
              <a:off x="5482742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" name="object 1021"/>
            <p:cNvSpPr/>
            <p:nvPr/>
          </p:nvSpPr>
          <p:spPr>
            <a:xfrm>
              <a:off x="5484266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" name="object 1022"/>
            <p:cNvSpPr/>
            <p:nvPr/>
          </p:nvSpPr>
          <p:spPr>
            <a:xfrm>
              <a:off x="5486552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" name="object 1023"/>
            <p:cNvSpPr/>
            <p:nvPr/>
          </p:nvSpPr>
          <p:spPr>
            <a:xfrm>
              <a:off x="5489600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" name="object 1024"/>
            <p:cNvSpPr/>
            <p:nvPr/>
          </p:nvSpPr>
          <p:spPr>
            <a:xfrm>
              <a:off x="5492648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" name="object 1025"/>
            <p:cNvSpPr/>
            <p:nvPr/>
          </p:nvSpPr>
          <p:spPr>
            <a:xfrm>
              <a:off x="5494172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" name="object 1026"/>
            <p:cNvSpPr/>
            <p:nvPr/>
          </p:nvSpPr>
          <p:spPr>
            <a:xfrm>
              <a:off x="5495696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" name="object 1027"/>
            <p:cNvSpPr/>
            <p:nvPr/>
          </p:nvSpPr>
          <p:spPr>
            <a:xfrm>
              <a:off x="5497982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" name="object 1028"/>
            <p:cNvSpPr/>
            <p:nvPr/>
          </p:nvSpPr>
          <p:spPr>
            <a:xfrm>
              <a:off x="5501030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" name="object 1029"/>
            <p:cNvSpPr/>
            <p:nvPr/>
          </p:nvSpPr>
          <p:spPr>
            <a:xfrm>
              <a:off x="5504078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" name="object 1030"/>
            <p:cNvSpPr/>
            <p:nvPr/>
          </p:nvSpPr>
          <p:spPr>
            <a:xfrm>
              <a:off x="5505602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" name="object 1031"/>
            <p:cNvSpPr/>
            <p:nvPr/>
          </p:nvSpPr>
          <p:spPr>
            <a:xfrm>
              <a:off x="5507126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" name="object 1032"/>
            <p:cNvSpPr/>
            <p:nvPr/>
          </p:nvSpPr>
          <p:spPr>
            <a:xfrm>
              <a:off x="5509412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" name="object 1033"/>
            <p:cNvSpPr/>
            <p:nvPr/>
          </p:nvSpPr>
          <p:spPr>
            <a:xfrm>
              <a:off x="5512460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" name="object 1034"/>
            <p:cNvSpPr/>
            <p:nvPr/>
          </p:nvSpPr>
          <p:spPr>
            <a:xfrm>
              <a:off x="5515508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" name="object 1035"/>
            <p:cNvSpPr/>
            <p:nvPr/>
          </p:nvSpPr>
          <p:spPr>
            <a:xfrm>
              <a:off x="5517032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" name="object 1036"/>
            <p:cNvSpPr/>
            <p:nvPr/>
          </p:nvSpPr>
          <p:spPr>
            <a:xfrm>
              <a:off x="5518556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" name="object 1037"/>
            <p:cNvSpPr/>
            <p:nvPr/>
          </p:nvSpPr>
          <p:spPr>
            <a:xfrm>
              <a:off x="5520842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" name="object 1038"/>
            <p:cNvSpPr/>
            <p:nvPr/>
          </p:nvSpPr>
          <p:spPr>
            <a:xfrm>
              <a:off x="5523890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" name="object 1039"/>
            <p:cNvSpPr/>
            <p:nvPr/>
          </p:nvSpPr>
          <p:spPr>
            <a:xfrm>
              <a:off x="5526938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" name="object 1040"/>
            <p:cNvSpPr/>
            <p:nvPr/>
          </p:nvSpPr>
          <p:spPr>
            <a:xfrm>
              <a:off x="5528462" y="176695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" name="object 1041"/>
            <p:cNvSpPr/>
            <p:nvPr/>
          </p:nvSpPr>
          <p:spPr>
            <a:xfrm>
              <a:off x="5529986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" name="object 1042"/>
            <p:cNvSpPr/>
            <p:nvPr/>
          </p:nvSpPr>
          <p:spPr>
            <a:xfrm>
              <a:off x="5533034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" name="object 1043"/>
            <p:cNvSpPr/>
            <p:nvPr/>
          </p:nvSpPr>
          <p:spPr>
            <a:xfrm>
              <a:off x="5534558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" name="object 1044"/>
            <p:cNvSpPr/>
            <p:nvPr/>
          </p:nvSpPr>
          <p:spPr>
            <a:xfrm>
              <a:off x="5536082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" name="object 1045"/>
            <p:cNvSpPr/>
            <p:nvPr/>
          </p:nvSpPr>
          <p:spPr>
            <a:xfrm>
              <a:off x="5538368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" name="object 1046"/>
            <p:cNvSpPr/>
            <p:nvPr/>
          </p:nvSpPr>
          <p:spPr>
            <a:xfrm>
              <a:off x="5541416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" name="object 1047"/>
            <p:cNvSpPr/>
            <p:nvPr/>
          </p:nvSpPr>
          <p:spPr>
            <a:xfrm>
              <a:off x="5544464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" name="object 1048"/>
            <p:cNvSpPr/>
            <p:nvPr/>
          </p:nvSpPr>
          <p:spPr>
            <a:xfrm>
              <a:off x="5545988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" name="object 1049"/>
            <p:cNvSpPr/>
            <p:nvPr/>
          </p:nvSpPr>
          <p:spPr>
            <a:xfrm>
              <a:off x="5547512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" name="object 1050"/>
            <p:cNvSpPr/>
            <p:nvPr/>
          </p:nvSpPr>
          <p:spPr>
            <a:xfrm>
              <a:off x="5549798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" name="object 1051"/>
            <p:cNvSpPr/>
            <p:nvPr/>
          </p:nvSpPr>
          <p:spPr>
            <a:xfrm>
              <a:off x="5552846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" name="object 1052"/>
            <p:cNvSpPr/>
            <p:nvPr/>
          </p:nvSpPr>
          <p:spPr>
            <a:xfrm>
              <a:off x="5555894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" name="object 1053"/>
            <p:cNvSpPr/>
            <p:nvPr/>
          </p:nvSpPr>
          <p:spPr>
            <a:xfrm>
              <a:off x="5557418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" name="object 1054"/>
            <p:cNvSpPr/>
            <p:nvPr/>
          </p:nvSpPr>
          <p:spPr>
            <a:xfrm>
              <a:off x="5558942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" name="object 1055"/>
            <p:cNvSpPr/>
            <p:nvPr/>
          </p:nvSpPr>
          <p:spPr>
            <a:xfrm>
              <a:off x="5561228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" name="object 1056"/>
            <p:cNvSpPr/>
            <p:nvPr/>
          </p:nvSpPr>
          <p:spPr>
            <a:xfrm>
              <a:off x="5564276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" name="object 1057"/>
            <p:cNvSpPr/>
            <p:nvPr/>
          </p:nvSpPr>
          <p:spPr>
            <a:xfrm>
              <a:off x="5567324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" name="object 1058"/>
            <p:cNvSpPr/>
            <p:nvPr/>
          </p:nvSpPr>
          <p:spPr>
            <a:xfrm>
              <a:off x="5568848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" name="object 1059"/>
            <p:cNvSpPr/>
            <p:nvPr/>
          </p:nvSpPr>
          <p:spPr>
            <a:xfrm>
              <a:off x="5570372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" name="object 1060"/>
            <p:cNvSpPr/>
            <p:nvPr/>
          </p:nvSpPr>
          <p:spPr>
            <a:xfrm>
              <a:off x="5572658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" name="object 1061"/>
            <p:cNvSpPr/>
            <p:nvPr/>
          </p:nvSpPr>
          <p:spPr>
            <a:xfrm>
              <a:off x="5576468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" name="object 1062"/>
            <p:cNvSpPr/>
            <p:nvPr/>
          </p:nvSpPr>
          <p:spPr>
            <a:xfrm>
              <a:off x="5578754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" name="object 1063"/>
            <p:cNvSpPr/>
            <p:nvPr/>
          </p:nvSpPr>
          <p:spPr>
            <a:xfrm>
              <a:off x="5581802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" name="object 1064"/>
            <p:cNvSpPr/>
            <p:nvPr/>
          </p:nvSpPr>
          <p:spPr>
            <a:xfrm>
              <a:off x="5584850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" name="object 1065"/>
            <p:cNvSpPr/>
            <p:nvPr/>
          </p:nvSpPr>
          <p:spPr>
            <a:xfrm>
              <a:off x="5586374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" name="object 1066"/>
            <p:cNvSpPr/>
            <p:nvPr/>
          </p:nvSpPr>
          <p:spPr>
            <a:xfrm>
              <a:off x="5587898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" name="object 1067"/>
            <p:cNvSpPr/>
            <p:nvPr/>
          </p:nvSpPr>
          <p:spPr>
            <a:xfrm>
              <a:off x="5590184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" name="object 1068"/>
            <p:cNvSpPr/>
            <p:nvPr/>
          </p:nvSpPr>
          <p:spPr>
            <a:xfrm>
              <a:off x="5593232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" name="object 1069"/>
            <p:cNvSpPr/>
            <p:nvPr/>
          </p:nvSpPr>
          <p:spPr>
            <a:xfrm>
              <a:off x="5596280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" name="object 1070"/>
            <p:cNvSpPr/>
            <p:nvPr/>
          </p:nvSpPr>
          <p:spPr>
            <a:xfrm>
              <a:off x="5597804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" name="object 1071"/>
            <p:cNvSpPr/>
            <p:nvPr/>
          </p:nvSpPr>
          <p:spPr>
            <a:xfrm>
              <a:off x="5599328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" name="object 1072"/>
            <p:cNvSpPr/>
            <p:nvPr/>
          </p:nvSpPr>
          <p:spPr>
            <a:xfrm>
              <a:off x="5601614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" name="object 1073"/>
            <p:cNvSpPr/>
            <p:nvPr/>
          </p:nvSpPr>
          <p:spPr>
            <a:xfrm>
              <a:off x="5604662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" name="object 1074"/>
            <p:cNvSpPr/>
            <p:nvPr/>
          </p:nvSpPr>
          <p:spPr>
            <a:xfrm>
              <a:off x="5607710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" name="object 1075"/>
            <p:cNvSpPr/>
            <p:nvPr/>
          </p:nvSpPr>
          <p:spPr>
            <a:xfrm>
              <a:off x="5609234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" name="object 1076"/>
            <p:cNvSpPr/>
            <p:nvPr/>
          </p:nvSpPr>
          <p:spPr>
            <a:xfrm>
              <a:off x="5610758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" name="object 1077"/>
            <p:cNvSpPr/>
            <p:nvPr/>
          </p:nvSpPr>
          <p:spPr>
            <a:xfrm>
              <a:off x="5613044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11" y="0"/>
                  </a:moveTo>
                  <a:lnTo>
                    <a:pt x="227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" name="object 1078"/>
            <p:cNvSpPr/>
            <p:nvPr/>
          </p:nvSpPr>
          <p:spPr>
            <a:xfrm>
              <a:off x="5616079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" name="object 1079"/>
            <p:cNvSpPr/>
            <p:nvPr/>
          </p:nvSpPr>
          <p:spPr>
            <a:xfrm>
              <a:off x="5619127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" name="object 1080"/>
            <p:cNvSpPr/>
            <p:nvPr/>
          </p:nvSpPr>
          <p:spPr>
            <a:xfrm>
              <a:off x="5620651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" name="object 1081"/>
            <p:cNvSpPr/>
            <p:nvPr/>
          </p:nvSpPr>
          <p:spPr>
            <a:xfrm>
              <a:off x="5622175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" name="object 1082"/>
            <p:cNvSpPr/>
            <p:nvPr/>
          </p:nvSpPr>
          <p:spPr>
            <a:xfrm>
              <a:off x="5625223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" name="object 1083"/>
            <p:cNvSpPr/>
            <p:nvPr/>
          </p:nvSpPr>
          <p:spPr>
            <a:xfrm>
              <a:off x="5626747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" name="object 1084"/>
            <p:cNvSpPr/>
            <p:nvPr/>
          </p:nvSpPr>
          <p:spPr>
            <a:xfrm>
              <a:off x="5628271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" name="object 1085"/>
            <p:cNvSpPr/>
            <p:nvPr/>
          </p:nvSpPr>
          <p:spPr>
            <a:xfrm>
              <a:off x="5630557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" name="object 1086"/>
            <p:cNvSpPr/>
            <p:nvPr/>
          </p:nvSpPr>
          <p:spPr>
            <a:xfrm>
              <a:off x="5633605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" name="object 1087"/>
            <p:cNvSpPr/>
            <p:nvPr/>
          </p:nvSpPr>
          <p:spPr>
            <a:xfrm>
              <a:off x="5636653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" name="object 1088"/>
            <p:cNvSpPr/>
            <p:nvPr/>
          </p:nvSpPr>
          <p:spPr>
            <a:xfrm>
              <a:off x="5638177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" name="object 1089"/>
            <p:cNvSpPr/>
            <p:nvPr/>
          </p:nvSpPr>
          <p:spPr>
            <a:xfrm>
              <a:off x="5639701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" name="object 1090"/>
            <p:cNvSpPr/>
            <p:nvPr/>
          </p:nvSpPr>
          <p:spPr>
            <a:xfrm>
              <a:off x="5641987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" name="object 1091"/>
            <p:cNvSpPr/>
            <p:nvPr/>
          </p:nvSpPr>
          <p:spPr>
            <a:xfrm>
              <a:off x="5645035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" name="object 1092"/>
            <p:cNvSpPr/>
            <p:nvPr/>
          </p:nvSpPr>
          <p:spPr>
            <a:xfrm>
              <a:off x="5648083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" name="object 1093"/>
            <p:cNvSpPr/>
            <p:nvPr/>
          </p:nvSpPr>
          <p:spPr>
            <a:xfrm>
              <a:off x="5649607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" name="object 1094"/>
            <p:cNvSpPr/>
            <p:nvPr/>
          </p:nvSpPr>
          <p:spPr>
            <a:xfrm>
              <a:off x="5651131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" name="object 1095"/>
            <p:cNvSpPr/>
            <p:nvPr/>
          </p:nvSpPr>
          <p:spPr>
            <a:xfrm>
              <a:off x="5653417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" name="object 1096"/>
            <p:cNvSpPr/>
            <p:nvPr/>
          </p:nvSpPr>
          <p:spPr>
            <a:xfrm>
              <a:off x="5656465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" name="object 1097"/>
            <p:cNvSpPr/>
            <p:nvPr/>
          </p:nvSpPr>
          <p:spPr>
            <a:xfrm>
              <a:off x="5659513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" name="object 1098"/>
            <p:cNvSpPr/>
            <p:nvPr/>
          </p:nvSpPr>
          <p:spPr>
            <a:xfrm>
              <a:off x="5661037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" name="object 1099"/>
            <p:cNvSpPr/>
            <p:nvPr/>
          </p:nvSpPr>
          <p:spPr>
            <a:xfrm>
              <a:off x="5662561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" name="object 1100"/>
            <p:cNvSpPr/>
            <p:nvPr/>
          </p:nvSpPr>
          <p:spPr>
            <a:xfrm>
              <a:off x="5664847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" name="object 1101"/>
            <p:cNvSpPr/>
            <p:nvPr/>
          </p:nvSpPr>
          <p:spPr>
            <a:xfrm>
              <a:off x="5667895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228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" name="object 1102"/>
            <p:cNvSpPr/>
            <p:nvPr/>
          </p:nvSpPr>
          <p:spPr>
            <a:xfrm>
              <a:off x="5670943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" name="object 1103"/>
            <p:cNvSpPr/>
            <p:nvPr/>
          </p:nvSpPr>
          <p:spPr>
            <a:xfrm>
              <a:off x="5673991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" name="object 1104"/>
            <p:cNvSpPr/>
            <p:nvPr/>
          </p:nvSpPr>
          <p:spPr>
            <a:xfrm>
              <a:off x="5677039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" name="object 1105"/>
            <p:cNvSpPr/>
            <p:nvPr/>
          </p:nvSpPr>
          <p:spPr>
            <a:xfrm>
              <a:off x="5678563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" name="object 1106"/>
            <p:cNvSpPr/>
            <p:nvPr/>
          </p:nvSpPr>
          <p:spPr>
            <a:xfrm>
              <a:off x="5680087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" name="object 1107"/>
            <p:cNvSpPr/>
            <p:nvPr/>
          </p:nvSpPr>
          <p:spPr>
            <a:xfrm>
              <a:off x="5682373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" name="object 1108"/>
            <p:cNvSpPr/>
            <p:nvPr/>
          </p:nvSpPr>
          <p:spPr>
            <a:xfrm>
              <a:off x="5685421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" name="object 1109"/>
            <p:cNvSpPr/>
            <p:nvPr/>
          </p:nvSpPr>
          <p:spPr>
            <a:xfrm>
              <a:off x="5688469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" name="object 1110"/>
            <p:cNvSpPr/>
            <p:nvPr/>
          </p:nvSpPr>
          <p:spPr>
            <a:xfrm>
              <a:off x="5689993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" name="object 1111"/>
            <p:cNvSpPr/>
            <p:nvPr/>
          </p:nvSpPr>
          <p:spPr>
            <a:xfrm>
              <a:off x="5691517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" name="object 1112"/>
            <p:cNvSpPr/>
            <p:nvPr/>
          </p:nvSpPr>
          <p:spPr>
            <a:xfrm>
              <a:off x="5693803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" name="object 1113"/>
            <p:cNvSpPr/>
            <p:nvPr/>
          </p:nvSpPr>
          <p:spPr>
            <a:xfrm>
              <a:off x="5696851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" name="object 1114"/>
            <p:cNvSpPr/>
            <p:nvPr/>
          </p:nvSpPr>
          <p:spPr>
            <a:xfrm>
              <a:off x="5699899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" name="object 1115"/>
            <p:cNvSpPr/>
            <p:nvPr/>
          </p:nvSpPr>
          <p:spPr>
            <a:xfrm>
              <a:off x="5701423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" name="object 1116"/>
            <p:cNvSpPr/>
            <p:nvPr/>
          </p:nvSpPr>
          <p:spPr>
            <a:xfrm>
              <a:off x="5702947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" name="object 1117"/>
            <p:cNvSpPr/>
            <p:nvPr/>
          </p:nvSpPr>
          <p:spPr>
            <a:xfrm>
              <a:off x="5705233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" name="object 1118"/>
            <p:cNvSpPr/>
            <p:nvPr/>
          </p:nvSpPr>
          <p:spPr>
            <a:xfrm>
              <a:off x="5708281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" name="object 1119"/>
            <p:cNvSpPr/>
            <p:nvPr/>
          </p:nvSpPr>
          <p:spPr>
            <a:xfrm>
              <a:off x="5711329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" name="object 1120"/>
            <p:cNvSpPr/>
            <p:nvPr/>
          </p:nvSpPr>
          <p:spPr>
            <a:xfrm>
              <a:off x="5712853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" name="object 1121"/>
            <p:cNvSpPr/>
            <p:nvPr/>
          </p:nvSpPr>
          <p:spPr>
            <a:xfrm>
              <a:off x="5714377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" name="object 1122"/>
            <p:cNvSpPr/>
            <p:nvPr/>
          </p:nvSpPr>
          <p:spPr>
            <a:xfrm>
              <a:off x="5717425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" name="object 1123"/>
            <p:cNvSpPr/>
            <p:nvPr/>
          </p:nvSpPr>
          <p:spPr>
            <a:xfrm>
              <a:off x="5718949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" name="object 1124"/>
            <p:cNvSpPr/>
            <p:nvPr/>
          </p:nvSpPr>
          <p:spPr>
            <a:xfrm>
              <a:off x="5720473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" name="object 1125"/>
            <p:cNvSpPr/>
            <p:nvPr/>
          </p:nvSpPr>
          <p:spPr>
            <a:xfrm>
              <a:off x="5722759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" name="object 1126"/>
            <p:cNvSpPr/>
            <p:nvPr/>
          </p:nvSpPr>
          <p:spPr>
            <a:xfrm>
              <a:off x="5725807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" name="object 1127"/>
            <p:cNvSpPr/>
            <p:nvPr/>
          </p:nvSpPr>
          <p:spPr>
            <a:xfrm>
              <a:off x="5728855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" name="object 1128"/>
            <p:cNvSpPr/>
            <p:nvPr/>
          </p:nvSpPr>
          <p:spPr>
            <a:xfrm>
              <a:off x="5730379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" name="object 1129"/>
            <p:cNvSpPr/>
            <p:nvPr/>
          </p:nvSpPr>
          <p:spPr>
            <a:xfrm>
              <a:off x="5731903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" name="object 1130"/>
            <p:cNvSpPr/>
            <p:nvPr/>
          </p:nvSpPr>
          <p:spPr>
            <a:xfrm>
              <a:off x="5734189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" name="object 1131"/>
            <p:cNvSpPr/>
            <p:nvPr/>
          </p:nvSpPr>
          <p:spPr>
            <a:xfrm>
              <a:off x="5737237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" name="object 1132"/>
            <p:cNvSpPr/>
            <p:nvPr/>
          </p:nvSpPr>
          <p:spPr>
            <a:xfrm>
              <a:off x="5740285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" name="object 1133"/>
            <p:cNvSpPr/>
            <p:nvPr/>
          </p:nvSpPr>
          <p:spPr>
            <a:xfrm>
              <a:off x="5741809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" name="object 1134"/>
            <p:cNvSpPr/>
            <p:nvPr/>
          </p:nvSpPr>
          <p:spPr>
            <a:xfrm>
              <a:off x="5743333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" name="object 1135"/>
            <p:cNvSpPr/>
            <p:nvPr/>
          </p:nvSpPr>
          <p:spPr>
            <a:xfrm>
              <a:off x="5745619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" name="object 1136"/>
            <p:cNvSpPr/>
            <p:nvPr/>
          </p:nvSpPr>
          <p:spPr>
            <a:xfrm>
              <a:off x="5748667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" name="object 1137"/>
            <p:cNvSpPr/>
            <p:nvPr/>
          </p:nvSpPr>
          <p:spPr>
            <a:xfrm>
              <a:off x="5751715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" name="object 1138"/>
            <p:cNvSpPr/>
            <p:nvPr/>
          </p:nvSpPr>
          <p:spPr>
            <a:xfrm>
              <a:off x="5753239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" name="object 1139"/>
            <p:cNvSpPr/>
            <p:nvPr/>
          </p:nvSpPr>
          <p:spPr>
            <a:xfrm>
              <a:off x="5754763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" name="object 1140"/>
            <p:cNvSpPr/>
            <p:nvPr/>
          </p:nvSpPr>
          <p:spPr>
            <a:xfrm>
              <a:off x="5757049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" name="object 1141"/>
            <p:cNvSpPr/>
            <p:nvPr/>
          </p:nvSpPr>
          <p:spPr>
            <a:xfrm>
              <a:off x="5760097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" name="object 1142"/>
            <p:cNvSpPr/>
            <p:nvPr/>
          </p:nvSpPr>
          <p:spPr>
            <a:xfrm>
              <a:off x="5763145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" name="object 1143"/>
            <p:cNvSpPr/>
            <p:nvPr/>
          </p:nvSpPr>
          <p:spPr>
            <a:xfrm>
              <a:off x="5764669" y="176695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" name="object 1144"/>
            <p:cNvSpPr/>
            <p:nvPr/>
          </p:nvSpPr>
          <p:spPr>
            <a:xfrm>
              <a:off x="5766193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" name="object 1145"/>
            <p:cNvSpPr/>
            <p:nvPr/>
          </p:nvSpPr>
          <p:spPr>
            <a:xfrm>
              <a:off x="5769241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" name="object 1146"/>
            <p:cNvSpPr/>
            <p:nvPr/>
          </p:nvSpPr>
          <p:spPr>
            <a:xfrm>
              <a:off x="5770765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" name="object 1147"/>
            <p:cNvSpPr/>
            <p:nvPr/>
          </p:nvSpPr>
          <p:spPr>
            <a:xfrm>
              <a:off x="5772289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" name="object 1148"/>
            <p:cNvSpPr/>
            <p:nvPr/>
          </p:nvSpPr>
          <p:spPr>
            <a:xfrm>
              <a:off x="5774575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" name="object 1149"/>
            <p:cNvSpPr/>
            <p:nvPr/>
          </p:nvSpPr>
          <p:spPr>
            <a:xfrm>
              <a:off x="5777623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" name="object 1150"/>
            <p:cNvSpPr/>
            <p:nvPr/>
          </p:nvSpPr>
          <p:spPr>
            <a:xfrm>
              <a:off x="5780671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" name="object 1151"/>
            <p:cNvSpPr/>
            <p:nvPr/>
          </p:nvSpPr>
          <p:spPr>
            <a:xfrm>
              <a:off x="5782195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" name="object 1152"/>
            <p:cNvSpPr/>
            <p:nvPr/>
          </p:nvSpPr>
          <p:spPr>
            <a:xfrm>
              <a:off x="5783719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" name="object 1153"/>
            <p:cNvSpPr/>
            <p:nvPr/>
          </p:nvSpPr>
          <p:spPr>
            <a:xfrm>
              <a:off x="5786005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" name="object 1154"/>
            <p:cNvSpPr/>
            <p:nvPr/>
          </p:nvSpPr>
          <p:spPr>
            <a:xfrm>
              <a:off x="5789053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" name="object 1155"/>
            <p:cNvSpPr/>
            <p:nvPr/>
          </p:nvSpPr>
          <p:spPr>
            <a:xfrm>
              <a:off x="5792101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" name="object 1156"/>
            <p:cNvSpPr/>
            <p:nvPr/>
          </p:nvSpPr>
          <p:spPr>
            <a:xfrm>
              <a:off x="5793625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" name="object 1157"/>
            <p:cNvSpPr/>
            <p:nvPr/>
          </p:nvSpPr>
          <p:spPr>
            <a:xfrm>
              <a:off x="5795149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" name="object 1158"/>
            <p:cNvSpPr/>
            <p:nvPr/>
          </p:nvSpPr>
          <p:spPr>
            <a:xfrm>
              <a:off x="5797435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" name="object 1159"/>
            <p:cNvSpPr/>
            <p:nvPr/>
          </p:nvSpPr>
          <p:spPr>
            <a:xfrm>
              <a:off x="5800483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" name="object 1160"/>
            <p:cNvSpPr/>
            <p:nvPr/>
          </p:nvSpPr>
          <p:spPr>
            <a:xfrm>
              <a:off x="5803531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" name="object 1161"/>
            <p:cNvSpPr/>
            <p:nvPr/>
          </p:nvSpPr>
          <p:spPr>
            <a:xfrm>
              <a:off x="5805055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" name="object 1162"/>
            <p:cNvSpPr/>
            <p:nvPr/>
          </p:nvSpPr>
          <p:spPr>
            <a:xfrm>
              <a:off x="5806579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" name="object 1163"/>
            <p:cNvSpPr/>
            <p:nvPr/>
          </p:nvSpPr>
          <p:spPr>
            <a:xfrm>
              <a:off x="5808865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" name="object 1164"/>
            <p:cNvSpPr/>
            <p:nvPr/>
          </p:nvSpPr>
          <p:spPr>
            <a:xfrm>
              <a:off x="5812675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" name="object 1165"/>
            <p:cNvSpPr/>
            <p:nvPr/>
          </p:nvSpPr>
          <p:spPr>
            <a:xfrm>
              <a:off x="5814961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" name="object 1166"/>
            <p:cNvSpPr/>
            <p:nvPr/>
          </p:nvSpPr>
          <p:spPr>
            <a:xfrm>
              <a:off x="5818009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" name="object 1167"/>
            <p:cNvSpPr/>
            <p:nvPr/>
          </p:nvSpPr>
          <p:spPr>
            <a:xfrm>
              <a:off x="5821057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" name="object 1168"/>
            <p:cNvSpPr/>
            <p:nvPr/>
          </p:nvSpPr>
          <p:spPr>
            <a:xfrm>
              <a:off x="5822581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" name="object 1169"/>
            <p:cNvSpPr/>
            <p:nvPr/>
          </p:nvSpPr>
          <p:spPr>
            <a:xfrm>
              <a:off x="5824105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" name="object 1170"/>
            <p:cNvSpPr/>
            <p:nvPr/>
          </p:nvSpPr>
          <p:spPr>
            <a:xfrm>
              <a:off x="5826391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" name="object 1171"/>
            <p:cNvSpPr/>
            <p:nvPr/>
          </p:nvSpPr>
          <p:spPr>
            <a:xfrm>
              <a:off x="5829439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" name="object 1172"/>
            <p:cNvSpPr/>
            <p:nvPr/>
          </p:nvSpPr>
          <p:spPr>
            <a:xfrm>
              <a:off x="5832487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" name="object 1173"/>
            <p:cNvSpPr/>
            <p:nvPr/>
          </p:nvSpPr>
          <p:spPr>
            <a:xfrm>
              <a:off x="5834011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" name="object 1174"/>
            <p:cNvSpPr/>
            <p:nvPr/>
          </p:nvSpPr>
          <p:spPr>
            <a:xfrm>
              <a:off x="5835535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" name="object 1175"/>
            <p:cNvSpPr/>
            <p:nvPr/>
          </p:nvSpPr>
          <p:spPr>
            <a:xfrm>
              <a:off x="5837821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" name="object 1176"/>
            <p:cNvSpPr/>
            <p:nvPr/>
          </p:nvSpPr>
          <p:spPr>
            <a:xfrm>
              <a:off x="5840869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" name="object 1177"/>
            <p:cNvSpPr/>
            <p:nvPr/>
          </p:nvSpPr>
          <p:spPr>
            <a:xfrm>
              <a:off x="5843917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" name="object 1178"/>
            <p:cNvSpPr/>
            <p:nvPr/>
          </p:nvSpPr>
          <p:spPr>
            <a:xfrm>
              <a:off x="5845441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" name="object 1179"/>
            <p:cNvSpPr/>
            <p:nvPr/>
          </p:nvSpPr>
          <p:spPr>
            <a:xfrm>
              <a:off x="5846965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" name="object 1180"/>
            <p:cNvSpPr/>
            <p:nvPr/>
          </p:nvSpPr>
          <p:spPr>
            <a:xfrm>
              <a:off x="5849251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" name="object 1181"/>
            <p:cNvSpPr/>
            <p:nvPr/>
          </p:nvSpPr>
          <p:spPr>
            <a:xfrm>
              <a:off x="5852299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" name="object 1182"/>
            <p:cNvSpPr/>
            <p:nvPr/>
          </p:nvSpPr>
          <p:spPr>
            <a:xfrm>
              <a:off x="5855347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" name="object 1183"/>
            <p:cNvSpPr/>
            <p:nvPr/>
          </p:nvSpPr>
          <p:spPr>
            <a:xfrm>
              <a:off x="5856871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" name="object 1184"/>
            <p:cNvSpPr/>
            <p:nvPr/>
          </p:nvSpPr>
          <p:spPr>
            <a:xfrm>
              <a:off x="5858395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" name="object 1185"/>
            <p:cNvSpPr/>
            <p:nvPr/>
          </p:nvSpPr>
          <p:spPr>
            <a:xfrm>
              <a:off x="5861443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" name="object 1186"/>
            <p:cNvSpPr/>
            <p:nvPr/>
          </p:nvSpPr>
          <p:spPr>
            <a:xfrm>
              <a:off x="5862967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" name="object 1187"/>
            <p:cNvSpPr/>
            <p:nvPr/>
          </p:nvSpPr>
          <p:spPr>
            <a:xfrm>
              <a:off x="5864491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" name="object 1188"/>
            <p:cNvSpPr/>
            <p:nvPr/>
          </p:nvSpPr>
          <p:spPr>
            <a:xfrm>
              <a:off x="5866777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" name="object 1189"/>
            <p:cNvSpPr/>
            <p:nvPr/>
          </p:nvSpPr>
          <p:spPr>
            <a:xfrm>
              <a:off x="5869825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" name="object 1190"/>
            <p:cNvSpPr/>
            <p:nvPr/>
          </p:nvSpPr>
          <p:spPr>
            <a:xfrm>
              <a:off x="5872873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" name="object 1191"/>
            <p:cNvSpPr/>
            <p:nvPr/>
          </p:nvSpPr>
          <p:spPr>
            <a:xfrm>
              <a:off x="5874397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" name="object 1192"/>
            <p:cNvSpPr/>
            <p:nvPr/>
          </p:nvSpPr>
          <p:spPr>
            <a:xfrm>
              <a:off x="5875921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" name="object 1193"/>
            <p:cNvSpPr/>
            <p:nvPr/>
          </p:nvSpPr>
          <p:spPr>
            <a:xfrm>
              <a:off x="5878207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" name="object 1194"/>
            <p:cNvSpPr/>
            <p:nvPr/>
          </p:nvSpPr>
          <p:spPr>
            <a:xfrm>
              <a:off x="5881255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" name="object 1195"/>
            <p:cNvSpPr/>
            <p:nvPr/>
          </p:nvSpPr>
          <p:spPr>
            <a:xfrm>
              <a:off x="5884303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" name="object 1196"/>
            <p:cNvSpPr/>
            <p:nvPr/>
          </p:nvSpPr>
          <p:spPr>
            <a:xfrm>
              <a:off x="5885827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" name="object 1197"/>
            <p:cNvSpPr/>
            <p:nvPr/>
          </p:nvSpPr>
          <p:spPr>
            <a:xfrm>
              <a:off x="5887351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" name="object 1198"/>
            <p:cNvSpPr/>
            <p:nvPr/>
          </p:nvSpPr>
          <p:spPr>
            <a:xfrm>
              <a:off x="5889637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" name="object 1199"/>
            <p:cNvSpPr/>
            <p:nvPr/>
          </p:nvSpPr>
          <p:spPr>
            <a:xfrm>
              <a:off x="5892685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" name="object 1200"/>
            <p:cNvSpPr/>
            <p:nvPr/>
          </p:nvSpPr>
          <p:spPr>
            <a:xfrm>
              <a:off x="5895733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" name="object 1201"/>
            <p:cNvSpPr/>
            <p:nvPr/>
          </p:nvSpPr>
          <p:spPr>
            <a:xfrm>
              <a:off x="5897257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" name="object 1202"/>
            <p:cNvSpPr/>
            <p:nvPr/>
          </p:nvSpPr>
          <p:spPr>
            <a:xfrm>
              <a:off x="5898781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" name="object 1203"/>
            <p:cNvSpPr/>
            <p:nvPr/>
          </p:nvSpPr>
          <p:spPr>
            <a:xfrm>
              <a:off x="5901067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" name="object 1204"/>
            <p:cNvSpPr/>
            <p:nvPr/>
          </p:nvSpPr>
          <p:spPr>
            <a:xfrm>
              <a:off x="5904115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" name="object 1205"/>
            <p:cNvSpPr/>
            <p:nvPr/>
          </p:nvSpPr>
          <p:spPr>
            <a:xfrm>
              <a:off x="5907163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" name="object 1206"/>
            <p:cNvSpPr/>
            <p:nvPr/>
          </p:nvSpPr>
          <p:spPr>
            <a:xfrm>
              <a:off x="5910211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" name="object 1207"/>
            <p:cNvSpPr/>
            <p:nvPr/>
          </p:nvSpPr>
          <p:spPr>
            <a:xfrm>
              <a:off x="5913259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" name="object 1208"/>
            <p:cNvSpPr/>
            <p:nvPr/>
          </p:nvSpPr>
          <p:spPr>
            <a:xfrm>
              <a:off x="5914783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" name="object 1209"/>
            <p:cNvSpPr/>
            <p:nvPr/>
          </p:nvSpPr>
          <p:spPr>
            <a:xfrm>
              <a:off x="5916307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" name="object 1210"/>
            <p:cNvSpPr/>
            <p:nvPr/>
          </p:nvSpPr>
          <p:spPr>
            <a:xfrm>
              <a:off x="5918593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" name="object 1211"/>
            <p:cNvSpPr/>
            <p:nvPr/>
          </p:nvSpPr>
          <p:spPr>
            <a:xfrm>
              <a:off x="5921641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" name="object 1212"/>
            <p:cNvSpPr/>
            <p:nvPr/>
          </p:nvSpPr>
          <p:spPr>
            <a:xfrm>
              <a:off x="5924689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" name="object 1213"/>
            <p:cNvSpPr/>
            <p:nvPr/>
          </p:nvSpPr>
          <p:spPr>
            <a:xfrm>
              <a:off x="5926213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" name="object 1214"/>
            <p:cNvSpPr/>
            <p:nvPr/>
          </p:nvSpPr>
          <p:spPr>
            <a:xfrm>
              <a:off x="5927737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" name="object 1215"/>
            <p:cNvSpPr/>
            <p:nvPr/>
          </p:nvSpPr>
          <p:spPr>
            <a:xfrm>
              <a:off x="5930023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" name="object 1216"/>
            <p:cNvSpPr/>
            <p:nvPr/>
          </p:nvSpPr>
          <p:spPr>
            <a:xfrm>
              <a:off x="5933071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" name="object 1217"/>
            <p:cNvSpPr/>
            <p:nvPr/>
          </p:nvSpPr>
          <p:spPr>
            <a:xfrm>
              <a:off x="5936119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" name="object 1218"/>
            <p:cNvSpPr/>
            <p:nvPr/>
          </p:nvSpPr>
          <p:spPr>
            <a:xfrm>
              <a:off x="5937643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" name="object 1219"/>
            <p:cNvSpPr/>
            <p:nvPr/>
          </p:nvSpPr>
          <p:spPr>
            <a:xfrm>
              <a:off x="5939167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" name="object 1220"/>
            <p:cNvSpPr/>
            <p:nvPr/>
          </p:nvSpPr>
          <p:spPr>
            <a:xfrm>
              <a:off x="5941453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" name="object 1221"/>
            <p:cNvSpPr/>
            <p:nvPr/>
          </p:nvSpPr>
          <p:spPr>
            <a:xfrm>
              <a:off x="5944501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" name="object 1222"/>
            <p:cNvSpPr/>
            <p:nvPr/>
          </p:nvSpPr>
          <p:spPr>
            <a:xfrm>
              <a:off x="5947549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" name="object 1223"/>
            <p:cNvSpPr/>
            <p:nvPr/>
          </p:nvSpPr>
          <p:spPr>
            <a:xfrm>
              <a:off x="5949073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" name="object 1224"/>
            <p:cNvSpPr/>
            <p:nvPr/>
          </p:nvSpPr>
          <p:spPr>
            <a:xfrm>
              <a:off x="5950597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" name="object 1225"/>
            <p:cNvSpPr/>
            <p:nvPr/>
          </p:nvSpPr>
          <p:spPr>
            <a:xfrm>
              <a:off x="5952883" y="176695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" name="object 1226"/>
            <p:cNvSpPr/>
            <p:nvPr/>
          </p:nvSpPr>
          <p:spPr>
            <a:xfrm>
              <a:off x="5955169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" name="object 1227"/>
            <p:cNvSpPr/>
            <p:nvPr/>
          </p:nvSpPr>
          <p:spPr>
            <a:xfrm>
              <a:off x="5956693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" name="object 1228"/>
            <p:cNvSpPr/>
            <p:nvPr/>
          </p:nvSpPr>
          <p:spPr>
            <a:xfrm>
              <a:off x="5958979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" name="object 1229"/>
            <p:cNvSpPr/>
            <p:nvPr/>
          </p:nvSpPr>
          <p:spPr>
            <a:xfrm>
              <a:off x="5962027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" name="object 1230"/>
            <p:cNvSpPr/>
            <p:nvPr/>
          </p:nvSpPr>
          <p:spPr>
            <a:xfrm>
              <a:off x="5965075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" name="object 1231"/>
            <p:cNvSpPr/>
            <p:nvPr/>
          </p:nvSpPr>
          <p:spPr>
            <a:xfrm>
              <a:off x="5966599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" name="object 1232"/>
            <p:cNvSpPr/>
            <p:nvPr/>
          </p:nvSpPr>
          <p:spPr>
            <a:xfrm>
              <a:off x="5968123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" name="object 1233"/>
            <p:cNvSpPr/>
            <p:nvPr/>
          </p:nvSpPr>
          <p:spPr>
            <a:xfrm>
              <a:off x="5970409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" name="object 1234"/>
            <p:cNvSpPr/>
            <p:nvPr/>
          </p:nvSpPr>
          <p:spPr>
            <a:xfrm>
              <a:off x="5973457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" name="object 1235"/>
            <p:cNvSpPr/>
            <p:nvPr/>
          </p:nvSpPr>
          <p:spPr>
            <a:xfrm>
              <a:off x="5976505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" name="object 1236"/>
            <p:cNvSpPr/>
            <p:nvPr/>
          </p:nvSpPr>
          <p:spPr>
            <a:xfrm>
              <a:off x="5978029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" name="object 1237"/>
            <p:cNvSpPr/>
            <p:nvPr/>
          </p:nvSpPr>
          <p:spPr>
            <a:xfrm>
              <a:off x="5979553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" name="object 1238"/>
            <p:cNvSpPr/>
            <p:nvPr/>
          </p:nvSpPr>
          <p:spPr>
            <a:xfrm>
              <a:off x="5981839" y="17669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761" y="0"/>
                  </a:lnTo>
                </a:path>
                <a:path w="2539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" name="object 1239"/>
            <p:cNvSpPr/>
            <p:nvPr/>
          </p:nvSpPr>
          <p:spPr>
            <a:xfrm>
              <a:off x="5984887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" name="object 1240"/>
            <p:cNvSpPr/>
            <p:nvPr/>
          </p:nvSpPr>
          <p:spPr>
            <a:xfrm>
              <a:off x="5987935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" name="object 1241"/>
            <p:cNvSpPr/>
            <p:nvPr/>
          </p:nvSpPr>
          <p:spPr>
            <a:xfrm>
              <a:off x="5989459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" name="object 1242"/>
            <p:cNvSpPr/>
            <p:nvPr/>
          </p:nvSpPr>
          <p:spPr>
            <a:xfrm>
              <a:off x="5990983" y="17669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" name="object 1243"/>
            <p:cNvSpPr/>
            <p:nvPr/>
          </p:nvSpPr>
          <p:spPr>
            <a:xfrm>
              <a:off x="5993269" y="176695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" name="object 1244"/>
            <p:cNvSpPr/>
            <p:nvPr/>
          </p:nvSpPr>
          <p:spPr>
            <a:xfrm>
              <a:off x="5994793" y="176695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" name="object 1245"/>
            <p:cNvSpPr/>
            <p:nvPr/>
          </p:nvSpPr>
          <p:spPr>
            <a:xfrm>
              <a:off x="5994793" y="17684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" name="object 1246"/>
            <p:cNvSpPr/>
            <p:nvPr/>
          </p:nvSpPr>
          <p:spPr>
            <a:xfrm>
              <a:off x="5994793" y="176924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" name="object 1247"/>
            <p:cNvSpPr/>
            <p:nvPr/>
          </p:nvSpPr>
          <p:spPr>
            <a:xfrm>
              <a:off x="5994793" y="177152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" name="object 1248"/>
            <p:cNvSpPr/>
            <p:nvPr/>
          </p:nvSpPr>
          <p:spPr>
            <a:xfrm>
              <a:off x="5994793" y="17730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" name="object 1249"/>
            <p:cNvSpPr/>
            <p:nvPr/>
          </p:nvSpPr>
          <p:spPr>
            <a:xfrm>
              <a:off x="5994793" y="177457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" name="object 1250"/>
            <p:cNvSpPr/>
            <p:nvPr/>
          </p:nvSpPr>
          <p:spPr>
            <a:xfrm>
              <a:off x="5994793" y="177762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" name="object 1251"/>
            <p:cNvSpPr/>
            <p:nvPr/>
          </p:nvSpPr>
          <p:spPr>
            <a:xfrm>
              <a:off x="5994793" y="177914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" name="object 1252"/>
            <p:cNvSpPr/>
            <p:nvPr/>
          </p:nvSpPr>
          <p:spPr>
            <a:xfrm>
              <a:off x="5994793" y="178067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" name="object 1253"/>
            <p:cNvSpPr/>
            <p:nvPr/>
          </p:nvSpPr>
          <p:spPr>
            <a:xfrm>
              <a:off x="5994793" y="178295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" name="object 1254"/>
            <p:cNvSpPr/>
            <p:nvPr/>
          </p:nvSpPr>
          <p:spPr>
            <a:xfrm>
              <a:off x="5994793" y="178448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" name="object 1255"/>
            <p:cNvSpPr/>
            <p:nvPr/>
          </p:nvSpPr>
          <p:spPr>
            <a:xfrm>
              <a:off x="5994793" y="178600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" name="object 1256"/>
            <p:cNvSpPr/>
            <p:nvPr/>
          </p:nvSpPr>
          <p:spPr>
            <a:xfrm>
              <a:off x="5994793" y="178905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" name="object 1257"/>
            <p:cNvSpPr/>
            <p:nvPr/>
          </p:nvSpPr>
          <p:spPr>
            <a:xfrm>
              <a:off x="5994793" y="17905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" name="object 1258"/>
            <p:cNvSpPr/>
            <p:nvPr/>
          </p:nvSpPr>
          <p:spPr>
            <a:xfrm>
              <a:off x="5994793" y="179210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" name="object 1259"/>
            <p:cNvSpPr/>
            <p:nvPr/>
          </p:nvSpPr>
          <p:spPr>
            <a:xfrm>
              <a:off x="5994793" y="17951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" name="object 1260"/>
            <p:cNvSpPr/>
            <p:nvPr/>
          </p:nvSpPr>
          <p:spPr>
            <a:xfrm>
              <a:off x="5994793" y="179667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" name="object 1261"/>
            <p:cNvSpPr/>
            <p:nvPr/>
          </p:nvSpPr>
          <p:spPr>
            <a:xfrm>
              <a:off x="5994793" y="179819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" name="object 1262"/>
            <p:cNvSpPr/>
            <p:nvPr/>
          </p:nvSpPr>
          <p:spPr>
            <a:xfrm>
              <a:off x="5994793" y="180048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" name="object 1263"/>
            <p:cNvSpPr/>
            <p:nvPr/>
          </p:nvSpPr>
          <p:spPr>
            <a:xfrm>
              <a:off x="5994793" y="180200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" name="object 1264"/>
            <p:cNvSpPr/>
            <p:nvPr/>
          </p:nvSpPr>
          <p:spPr>
            <a:xfrm>
              <a:off x="5994793" y="180353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" name="object 1265"/>
            <p:cNvSpPr/>
            <p:nvPr/>
          </p:nvSpPr>
          <p:spPr>
            <a:xfrm>
              <a:off x="5994793" y="180657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" name="object 1266"/>
            <p:cNvSpPr/>
            <p:nvPr/>
          </p:nvSpPr>
          <p:spPr>
            <a:xfrm>
              <a:off x="5994793" y="180810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" name="object 1267"/>
            <p:cNvSpPr/>
            <p:nvPr/>
          </p:nvSpPr>
          <p:spPr>
            <a:xfrm>
              <a:off x="5994793" y="180962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" name="object 1268"/>
            <p:cNvSpPr/>
            <p:nvPr/>
          </p:nvSpPr>
          <p:spPr>
            <a:xfrm>
              <a:off x="5994793" y="18119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" name="object 1269"/>
            <p:cNvSpPr/>
            <p:nvPr/>
          </p:nvSpPr>
          <p:spPr>
            <a:xfrm>
              <a:off x="5994793" y="18134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" name="object 1270"/>
            <p:cNvSpPr/>
            <p:nvPr/>
          </p:nvSpPr>
          <p:spPr>
            <a:xfrm>
              <a:off x="5994793" y="181496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" name="object 1271"/>
            <p:cNvSpPr/>
            <p:nvPr/>
          </p:nvSpPr>
          <p:spPr>
            <a:xfrm>
              <a:off x="5994793" y="181800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" name="object 1272"/>
            <p:cNvSpPr/>
            <p:nvPr/>
          </p:nvSpPr>
          <p:spPr>
            <a:xfrm>
              <a:off x="5994793" y="181953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" name="object 1273"/>
            <p:cNvSpPr/>
            <p:nvPr/>
          </p:nvSpPr>
          <p:spPr>
            <a:xfrm>
              <a:off x="5994793" y="182105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" name="object 1274"/>
            <p:cNvSpPr/>
            <p:nvPr/>
          </p:nvSpPr>
          <p:spPr>
            <a:xfrm>
              <a:off x="5994793" y="182334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" name="object 1275"/>
            <p:cNvSpPr/>
            <p:nvPr/>
          </p:nvSpPr>
          <p:spPr>
            <a:xfrm>
              <a:off x="5994793" y="182486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" name="object 1276"/>
            <p:cNvSpPr/>
            <p:nvPr/>
          </p:nvSpPr>
          <p:spPr>
            <a:xfrm>
              <a:off x="5994793" y="182639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" name="object 1277"/>
            <p:cNvSpPr/>
            <p:nvPr/>
          </p:nvSpPr>
          <p:spPr>
            <a:xfrm>
              <a:off x="5994793" y="182943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" name="object 1278"/>
            <p:cNvSpPr/>
            <p:nvPr/>
          </p:nvSpPr>
          <p:spPr>
            <a:xfrm>
              <a:off x="5994793" y="183096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" name="object 1279"/>
            <p:cNvSpPr/>
            <p:nvPr/>
          </p:nvSpPr>
          <p:spPr>
            <a:xfrm>
              <a:off x="5994793" y="183248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" name="object 1280"/>
            <p:cNvSpPr/>
            <p:nvPr/>
          </p:nvSpPr>
          <p:spPr>
            <a:xfrm>
              <a:off x="5994793" y="183477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" name="object 1281"/>
            <p:cNvSpPr/>
            <p:nvPr/>
          </p:nvSpPr>
          <p:spPr>
            <a:xfrm>
              <a:off x="5994793" y="183629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" name="object 1282"/>
            <p:cNvSpPr/>
            <p:nvPr/>
          </p:nvSpPr>
          <p:spPr>
            <a:xfrm>
              <a:off x="5994793" y="183858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" name="object 1283"/>
            <p:cNvSpPr/>
            <p:nvPr/>
          </p:nvSpPr>
          <p:spPr>
            <a:xfrm>
              <a:off x="5994793" y="184086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" name="object 1284"/>
            <p:cNvSpPr/>
            <p:nvPr/>
          </p:nvSpPr>
          <p:spPr>
            <a:xfrm>
              <a:off x="5994793" y="184239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" name="object 1285"/>
            <p:cNvSpPr/>
            <p:nvPr/>
          </p:nvSpPr>
          <p:spPr>
            <a:xfrm>
              <a:off x="5994793" y="184391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" name="object 1286"/>
            <p:cNvSpPr/>
            <p:nvPr/>
          </p:nvSpPr>
          <p:spPr>
            <a:xfrm>
              <a:off x="5994793" y="184696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" name="object 1287"/>
            <p:cNvSpPr/>
            <p:nvPr/>
          </p:nvSpPr>
          <p:spPr>
            <a:xfrm>
              <a:off x="5994793" y="184848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" name="object 1288"/>
            <p:cNvSpPr/>
            <p:nvPr/>
          </p:nvSpPr>
          <p:spPr>
            <a:xfrm>
              <a:off x="5994793" y="185001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" name="object 1289"/>
            <p:cNvSpPr/>
            <p:nvPr/>
          </p:nvSpPr>
          <p:spPr>
            <a:xfrm>
              <a:off x="5994793" y="185229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" name="object 1290"/>
            <p:cNvSpPr/>
            <p:nvPr/>
          </p:nvSpPr>
          <p:spPr>
            <a:xfrm>
              <a:off x="5994793" y="185382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" name="object 1291"/>
            <p:cNvSpPr/>
            <p:nvPr/>
          </p:nvSpPr>
          <p:spPr>
            <a:xfrm>
              <a:off x="5994793" y="185534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" name="object 1292"/>
            <p:cNvSpPr/>
            <p:nvPr/>
          </p:nvSpPr>
          <p:spPr>
            <a:xfrm>
              <a:off x="5994793" y="185839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" name="object 1293"/>
            <p:cNvSpPr/>
            <p:nvPr/>
          </p:nvSpPr>
          <p:spPr>
            <a:xfrm>
              <a:off x="5994793" y="185991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" name="object 1294"/>
            <p:cNvSpPr/>
            <p:nvPr/>
          </p:nvSpPr>
          <p:spPr>
            <a:xfrm>
              <a:off x="5994793" y="186144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" name="object 1295"/>
            <p:cNvSpPr/>
            <p:nvPr/>
          </p:nvSpPr>
          <p:spPr>
            <a:xfrm>
              <a:off x="5994793" y="186372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" name="object 1296"/>
            <p:cNvSpPr/>
            <p:nvPr/>
          </p:nvSpPr>
          <p:spPr>
            <a:xfrm>
              <a:off x="5994793" y="18652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" name="object 1297"/>
            <p:cNvSpPr/>
            <p:nvPr/>
          </p:nvSpPr>
          <p:spPr>
            <a:xfrm>
              <a:off x="5994793" y="186677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" name="object 1298"/>
            <p:cNvSpPr/>
            <p:nvPr/>
          </p:nvSpPr>
          <p:spPr>
            <a:xfrm>
              <a:off x="5994793" y="186982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" name="object 1299"/>
            <p:cNvSpPr/>
            <p:nvPr/>
          </p:nvSpPr>
          <p:spPr>
            <a:xfrm>
              <a:off x="5994793" y="18713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" name="object 1300"/>
            <p:cNvSpPr/>
            <p:nvPr/>
          </p:nvSpPr>
          <p:spPr>
            <a:xfrm>
              <a:off x="5994793" y="187287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" name="object 1301"/>
            <p:cNvSpPr/>
            <p:nvPr/>
          </p:nvSpPr>
          <p:spPr>
            <a:xfrm>
              <a:off x="5994793" y="187515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" name="object 1302"/>
            <p:cNvSpPr/>
            <p:nvPr/>
          </p:nvSpPr>
          <p:spPr>
            <a:xfrm>
              <a:off x="5994793" y="187668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" name="object 1303"/>
            <p:cNvSpPr/>
            <p:nvPr/>
          </p:nvSpPr>
          <p:spPr>
            <a:xfrm>
              <a:off x="5994793" y="187820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" name="object 1304"/>
            <p:cNvSpPr/>
            <p:nvPr/>
          </p:nvSpPr>
          <p:spPr>
            <a:xfrm>
              <a:off x="5994793" y="18812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" name="object 1305"/>
            <p:cNvSpPr/>
            <p:nvPr/>
          </p:nvSpPr>
          <p:spPr>
            <a:xfrm>
              <a:off x="5994793" y="188277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" name="object 1306"/>
            <p:cNvSpPr/>
            <p:nvPr/>
          </p:nvSpPr>
          <p:spPr>
            <a:xfrm>
              <a:off x="5994793" y="188430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" name="object 1307"/>
            <p:cNvSpPr/>
            <p:nvPr/>
          </p:nvSpPr>
          <p:spPr>
            <a:xfrm>
              <a:off x="5994793" y="18873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" name="object 1308"/>
            <p:cNvSpPr/>
            <p:nvPr/>
          </p:nvSpPr>
          <p:spPr>
            <a:xfrm>
              <a:off x="5994793" y="188887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" name="object 1309"/>
            <p:cNvSpPr/>
            <p:nvPr/>
          </p:nvSpPr>
          <p:spPr>
            <a:xfrm>
              <a:off x="5994793" y="189039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" name="object 1310"/>
            <p:cNvSpPr/>
            <p:nvPr/>
          </p:nvSpPr>
          <p:spPr>
            <a:xfrm>
              <a:off x="5994793" y="189268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" name="object 1311"/>
            <p:cNvSpPr/>
            <p:nvPr/>
          </p:nvSpPr>
          <p:spPr>
            <a:xfrm>
              <a:off x="5994793" y="18942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" name="object 1312"/>
            <p:cNvSpPr/>
            <p:nvPr/>
          </p:nvSpPr>
          <p:spPr>
            <a:xfrm>
              <a:off x="5994793" y="189573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" name="object 1313"/>
            <p:cNvSpPr/>
            <p:nvPr/>
          </p:nvSpPr>
          <p:spPr>
            <a:xfrm>
              <a:off x="5994793" y="18987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" name="object 1314"/>
            <p:cNvSpPr/>
            <p:nvPr/>
          </p:nvSpPr>
          <p:spPr>
            <a:xfrm>
              <a:off x="5994793" y="190030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" name="object 1315"/>
            <p:cNvSpPr/>
            <p:nvPr/>
          </p:nvSpPr>
          <p:spPr>
            <a:xfrm>
              <a:off x="5994793" y="190182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" name="object 1316"/>
            <p:cNvSpPr/>
            <p:nvPr/>
          </p:nvSpPr>
          <p:spPr>
            <a:xfrm>
              <a:off x="5994793" y="190411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" name="object 1317"/>
            <p:cNvSpPr/>
            <p:nvPr/>
          </p:nvSpPr>
          <p:spPr>
            <a:xfrm>
              <a:off x="5994793" y="190563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" name="object 1318"/>
            <p:cNvSpPr/>
            <p:nvPr/>
          </p:nvSpPr>
          <p:spPr>
            <a:xfrm>
              <a:off x="5994793" y="190716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" name="object 1319"/>
            <p:cNvSpPr/>
            <p:nvPr/>
          </p:nvSpPr>
          <p:spPr>
            <a:xfrm>
              <a:off x="5994793" y="191021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" name="object 1320"/>
            <p:cNvSpPr/>
            <p:nvPr/>
          </p:nvSpPr>
          <p:spPr>
            <a:xfrm>
              <a:off x="5994793" y="191173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" name="object 1321"/>
            <p:cNvSpPr/>
            <p:nvPr/>
          </p:nvSpPr>
          <p:spPr>
            <a:xfrm>
              <a:off x="5994793" y="191325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" name="object 1322"/>
            <p:cNvSpPr/>
            <p:nvPr/>
          </p:nvSpPr>
          <p:spPr>
            <a:xfrm>
              <a:off x="5994793" y="191554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" name="object 1323"/>
            <p:cNvSpPr/>
            <p:nvPr/>
          </p:nvSpPr>
          <p:spPr>
            <a:xfrm>
              <a:off x="5994793" y="191706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" name="object 1324"/>
            <p:cNvSpPr/>
            <p:nvPr/>
          </p:nvSpPr>
          <p:spPr>
            <a:xfrm>
              <a:off x="5994793" y="191859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" name="object 1325"/>
            <p:cNvSpPr/>
            <p:nvPr/>
          </p:nvSpPr>
          <p:spPr>
            <a:xfrm>
              <a:off x="5994793" y="192164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" name="object 1326"/>
            <p:cNvSpPr/>
            <p:nvPr/>
          </p:nvSpPr>
          <p:spPr>
            <a:xfrm>
              <a:off x="5994793" y="192316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" name="object 1327"/>
            <p:cNvSpPr/>
            <p:nvPr/>
          </p:nvSpPr>
          <p:spPr>
            <a:xfrm>
              <a:off x="5994793" y="192468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" name="object 1328"/>
            <p:cNvSpPr/>
            <p:nvPr/>
          </p:nvSpPr>
          <p:spPr>
            <a:xfrm>
              <a:off x="5994793" y="19269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" name="object 1329"/>
            <p:cNvSpPr/>
            <p:nvPr/>
          </p:nvSpPr>
          <p:spPr>
            <a:xfrm>
              <a:off x="5994793" y="192849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" name="object 1330"/>
            <p:cNvSpPr/>
            <p:nvPr/>
          </p:nvSpPr>
          <p:spPr>
            <a:xfrm>
              <a:off x="5994793" y="193002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" name="object 1331"/>
            <p:cNvSpPr/>
            <p:nvPr/>
          </p:nvSpPr>
          <p:spPr>
            <a:xfrm>
              <a:off x="5994793" y="19330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" name="object 1332"/>
            <p:cNvSpPr/>
            <p:nvPr/>
          </p:nvSpPr>
          <p:spPr>
            <a:xfrm>
              <a:off x="5994793" y="193459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" name="object 1333"/>
            <p:cNvSpPr/>
            <p:nvPr/>
          </p:nvSpPr>
          <p:spPr>
            <a:xfrm>
              <a:off x="5994793" y="193611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" name="object 1334"/>
            <p:cNvSpPr/>
            <p:nvPr/>
          </p:nvSpPr>
          <p:spPr>
            <a:xfrm>
              <a:off x="5994793" y="193916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" name="object 1335"/>
            <p:cNvSpPr/>
            <p:nvPr/>
          </p:nvSpPr>
          <p:spPr>
            <a:xfrm>
              <a:off x="5994793" y="194069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" name="object 1336"/>
            <p:cNvSpPr/>
            <p:nvPr/>
          </p:nvSpPr>
          <p:spPr>
            <a:xfrm>
              <a:off x="5994793" y="194221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" name="object 1337"/>
            <p:cNvSpPr/>
            <p:nvPr/>
          </p:nvSpPr>
          <p:spPr>
            <a:xfrm>
              <a:off x="5994793" y="194450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" name="object 1338"/>
            <p:cNvSpPr/>
            <p:nvPr/>
          </p:nvSpPr>
          <p:spPr>
            <a:xfrm>
              <a:off x="5994793" y="194602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" name="object 1339"/>
            <p:cNvSpPr/>
            <p:nvPr/>
          </p:nvSpPr>
          <p:spPr>
            <a:xfrm>
              <a:off x="5994793" y="194754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" name="object 1340"/>
            <p:cNvSpPr/>
            <p:nvPr/>
          </p:nvSpPr>
          <p:spPr>
            <a:xfrm>
              <a:off x="5994793" y="19505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" name="object 1341"/>
            <p:cNvSpPr/>
            <p:nvPr/>
          </p:nvSpPr>
          <p:spPr>
            <a:xfrm>
              <a:off x="5994793" y="195212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" name="object 1342"/>
            <p:cNvSpPr/>
            <p:nvPr/>
          </p:nvSpPr>
          <p:spPr>
            <a:xfrm>
              <a:off x="5994793" y="195364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3" name="object 1343"/>
            <p:cNvSpPr/>
            <p:nvPr/>
          </p:nvSpPr>
          <p:spPr>
            <a:xfrm>
              <a:off x="5994793" y="195593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4" name="object 1344"/>
            <p:cNvSpPr/>
            <p:nvPr/>
          </p:nvSpPr>
          <p:spPr>
            <a:xfrm>
              <a:off x="5994793" y="195745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5" name="object 1345"/>
            <p:cNvSpPr/>
            <p:nvPr/>
          </p:nvSpPr>
          <p:spPr>
            <a:xfrm>
              <a:off x="5994793" y="195897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6" name="object 1346"/>
            <p:cNvSpPr/>
            <p:nvPr/>
          </p:nvSpPr>
          <p:spPr>
            <a:xfrm>
              <a:off x="5994793" y="196202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7" name="object 1347"/>
            <p:cNvSpPr/>
            <p:nvPr/>
          </p:nvSpPr>
          <p:spPr>
            <a:xfrm>
              <a:off x="5994793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8" name="object 1348"/>
            <p:cNvSpPr/>
            <p:nvPr/>
          </p:nvSpPr>
          <p:spPr>
            <a:xfrm>
              <a:off x="5994793" y="196507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9" name="object 1349"/>
            <p:cNvSpPr/>
            <p:nvPr/>
          </p:nvSpPr>
          <p:spPr>
            <a:xfrm>
              <a:off x="5994793" y="196736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0" name="object 1350"/>
            <p:cNvSpPr/>
            <p:nvPr/>
          </p:nvSpPr>
          <p:spPr>
            <a:xfrm>
              <a:off x="5994793" y="196888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1" name="object 1351"/>
            <p:cNvSpPr/>
            <p:nvPr/>
          </p:nvSpPr>
          <p:spPr>
            <a:xfrm>
              <a:off x="5994793" y="197040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2" name="object 1352"/>
            <p:cNvSpPr/>
            <p:nvPr/>
          </p:nvSpPr>
          <p:spPr>
            <a:xfrm>
              <a:off x="5994793" y="19734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3" name="object 1353"/>
            <p:cNvSpPr/>
            <p:nvPr/>
          </p:nvSpPr>
          <p:spPr>
            <a:xfrm>
              <a:off x="5994793" y="19749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4" name="object 1354"/>
            <p:cNvSpPr/>
            <p:nvPr/>
          </p:nvSpPr>
          <p:spPr>
            <a:xfrm>
              <a:off x="5994793" y="197650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5" name="object 1355"/>
            <p:cNvSpPr/>
            <p:nvPr/>
          </p:nvSpPr>
          <p:spPr>
            <a:xfrm>
              <a:off x="5994793" y="197879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6" name="object 1356"/>
            <p:cNvSpPr/>
            <p:nvPr/>
          </p:nvSpPr>
          <p:spPr>
            <a:xfrm>
              <a:off x="5994793" y="198107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7" name="object 1357"/>
            <p:cNvSpPr/>
            <p:nvPr/>
          </p:nvSpPr>
          <p:spPr>
            <a:xfrm>
              <a:off x="5994793" y="198260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8" name="object 1358"/>
            <p:cNvSpPr/>
            <p:nvPr/>
          </p:nvSpPr>
          <p:spPr>
            <a:xfrm>
              <a:off x="5994793" y="19848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9" name="object 1359"/>
            <p:cNvSpPr/>
            <p:nvPr/>
          </p:nvSpPr>
          <p:spPr>
            <a:xfrm>
              <a:off x="5994031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0" name="object 1360"/>
            <p:cNvSpPr/>
            <p:nvPr/>
          </p:nvSpPr>
          <p:spPr>
            <a:xfrm>
              <a:off x="5990983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1" name="object 1361"/>
            <p:cNvSpPr/>
            <p:nvPr/>
          </p:nvSpPr>
          <p:spPr>
            <a:xfrm>
              <a:off x="5989459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2" name="object 1362"/>
            <p:cNvSpPr/>
            <p:nvPr/>
          </p:nvSpPr>
          <p:spPr>
            <a:xfrm>
              <a:off x="5987935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3" name="object 1363"/>
            <p:cNvSpPr/>
            <p:nvPr/>
          </p:nvSpPr>
          <p:spPr>
            <a:xfrm>
              <a:off x="5984887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4" name="object 1364"/>
            <p:cNvSpPr/>
            <p:nvPr/>
          </p:nvSpPr>
          <p:spPr>
            <a:xfrm>
              <a:off x="5981839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5" name="object 1365"/>
            <p:cNvSpPr/>
            <p:nvPr/>
          </p:nvSpPr>
          <p:spPr>
            <a:xfrm>
              <a:off x="5979553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6" name="object 1366"/>
            <p:cNvSpPr/>
            <p:nvPr/>
          </p:nvSpPr>
          <p:spPr>
            <a:xfrm>
              <a:off x="5978029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7" name="object 1367"/>
            <p:cNvSpPr/>
            <p:nvPr/>
          </p:nvSpPr>
          <p:spPr>
            <a:xfrm>
              <a:off x="5976505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8" name="object 1368"/>
            <p:cNvSpPr/>
            <p:nvPr/>
          </p:nvSpPr>
          <p:spPr>
            <a:xfrm>
              <a:off x="5973457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9" name="object 1369"/>
            <p:cNvSpPr/>
            <p:nvPr/>
          </p:nvSpPr>
          <p:spPr>
            <a:xfrm>
              <a:off x="5970409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0" name="object 1370"/>
            <p:cNvSpPr/>
            <p:nvPr/>
          </p:nvSpPr>
          <p:spPr>
            <a:xfrm>
              <a:off x="5968123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1" name="object 1371"/>
            <p:cNvSpPr/>
            <p:nvPr/>
          </p:nvSpPr>
          <p:spPr>
            <a:xfrm>
              <a:off x="5966599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2" name="object 1372"/>
            <p:cNvSpPr/>
            <p:nvPr/>
          </p:nvSpPr>
          <p:spPr>
            <a:xfrm>
              <a:off x="5965075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3" name="object 1373"/>
            <p:cNvSpPr/>
            <p:nvPr/>
          </p:nvSpPr>
          <p:spPr>
            <a:xfrm>
              <a:off x="5962027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4" name="object 1374"/>
            <p:cNvSpPr/>
            <p:nvPr/>
          </p:nvSpPr>
          <p:spPr>
            <a:xfrm>
              <a:off x="5958979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5" name="object 1375"/>
            <p:cNvSpPr/>
            <p:nvPr/>
          </p:nvSpPr>
          <p:spPr>
            <a:xfrm>
              <a:off x="5956693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6" name="object 1376"/>
            <p:cNvSpPr/>
            <p:nvPr/>
          </p:nvSpPr>
          <p:spPr>
            <a:xfrm>
              <a:off x="5955169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7" name="object 1377"/>
            <p:cNvSpPr/>
            <p:nvPr/>
          </p:nvSpPr>
          <p:spPr>
            <a:xfrm>
              <a:off x="5952883" y="198564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8" name="object 1378"/>
            <p:cNvSpPr/>
            <p:nvPr/>
          </p:nvSpPr>
          <p:spPr>
            <a:xfrm>
              <a:off x="5950597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9" name="object 1379"/>
            <p:cNvSpPr/>
            <p:nvPr/>
          </p:nvSpPr>
          <p:spPr>
            <a:xfrm>
              <a:off x="5949073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0" name="object 1380"/>
            <p:cNvSpPr/>
            <p:nvPr/>
          </p:nvSpPr>
          <p:spPr>
            <a:xfrm>
              <a:off x="5947549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1" name="object 1381"/>
            <p:cNvSpPr/>
            <p:nvPr/>
          </p:nvSpPr>
          <p:spPr>
            <a:xfrm>
              <a:off x="5944501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2" name="object 1382"/>
            <p:cNvSpPr/>
            <p:nvPr/>
          </p:nvSpPr>
          <p:spPr>
            <a:xfrm>
              <a:off x="5941453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3" name="object 1383"/>
            <p:cNvSpPr/>
            <p:nvPr/>
          </p:nvSpPr>
          <p:spPr>
            <a:xfrm>
              <a:off x="5939167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4" name="object 1384"/>
            <p:cNvSpPr/>
            <p:nvPr/>
          </p:nvSpPr>
          <p:spPr>
            <a:xfrm>
              <a:off x="5937643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5" name="object 1385"/>
            <p:cNvSpPr/>
            <p:nvPr/>
          </p:nvSpPr>
          <p:spPr>
            <a:xfrm>
              <a:off x="5936119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6" name="object 1386"/>
            <p:cNvSpPr/>
            <p:nvPr/>
          </p:nvSpPr>
          <p:spPr>
            <a:xfrm>
              <a:off x="5933071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7" name="object 1387"/>
            <p:cNvSpPr/>
            <p:nvPr/>
          </p:nvSpPr>
          <p:spPr>
            <a:xfrm>
              <a:off x="5930023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8" name="object 1388"/>
            <p:cNvSpPr/>
            <p:nvPr/>
          </p:nvSpPr>
          <p:spPr>
            <a:xfrm>
              <a:off x="5927737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9" name="object 1389"/>
            <p:cNvSpPr/>
            <p:nvPr/>
          </p:nvSpPr>
          <p:spPr>
            <a:xfrm>
              <a:off x="5926213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0" name="object 1390"/>
            <p:cNvSpPr/>
            <p:nvPr/>
          </p:nvSpPr>
          <p:spPr>
            <a:xfrm>
              <a:off x="5924689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1" name="object 1391"/>
            <p:cNvSpPr/>
            <p:nvPr/>
          </p:nvSpPr>
          <p:spPr>
            <a:xfrm>
              <a:off x="5921641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2" name="object 1392"/>
            <p:cNvSpPr/>
            <p:nvPr/>
          </p:nvSpPr>
          <p:spPr>
            <a:xfrm>
              <a:off x="5918593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3" name="object 1393"/>
            <p:cNvSpPr/>
            <p:nvPr/>
          </p:nvSpPr>
          <p:spPr>
            <a:xfrm>
              <a:off x="5916307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4" name="object 1394"/>
            <p:cNvSpPr/>
            <p:nvPr/>
          </p:nvSpPr>
          <p:spPr>
            <a:xfrm>
              <a:off x="5914783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5" name="object 1395"/>
            <p:cNvSpPr/>
            <p:nvPr/>
          </p:nvSpPr>
          <p:spPr>
            <a:xfrm>
              <a:off x="5913259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6" name="object 1396"/>
            <p:cNvSpPr/>
            <p:nvPr/>
          </p:nvSpPr>
          <p:spPr>
            <a:xfrm>
              <a:off x="5910211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7" name="object 1397"/>
            <p:cNvSpPr/>
            <p:nvPr/>
          </p:nvSpPr>
          <p:spPr>
            <a:xfrm>
              <a:off x="5907163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8" name="object 1398"/>
            <p:cNvSpPr/>
            <p:nvPr/>
          </p:nvSpPr>
          <p:spPr>
            <a:xfrm>
              <a:off x="5904115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9" name="object 1399"/>
            <p:cNvSpPr/>
            <p:nvPr/>
          </p:nvSpPr>
          <p:spPr>
            <a:xfrm>
              <a:off x="5901067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0" name="object 1400"/>
            <p:cNvSpPr/>
            <p:nvPr/>
          </p:nvSpPr>
          <p:spPr>
            <a:xfrm>
              <a:off x="5898781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1" name="object 1401"/>
            <p:cNvSpPr/>
            <p:nvPr/>
          </p:nvSpPr>
          <p:spPr>
            <a:xfrm>
              <a:off x="5897257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2" name="object 1402"/>
            <p:cNvSpPr/>
            <p:nvPr/>
          </p:nvSpPr>
          <p:spPr>
            <a:xfrm>
              <a:off x="5895733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3" name="object 1403"/>
            <p:cNvSpPr/>
            <p:nvPr/>
          </p:nvSpPr>
          <p:spPr>
            <a:xfrm>
              <a:off x="5892685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4" name="object 1404"/>
            <p:cNvSpPr/>
            <p:nvPr/>
          </p:nvSpPr>
          <p:spPr>
            <a:xfrm>
              <a:off x="5889637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5" name="object 1405"/>
            <p:cNvSpPr/>
            <p:nvPr/>
          </p:nvSpPr>
          <p:spPr>
            <a:xfrm>
              <a:off x="5887351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6" name="object 1406"/>
            <p:cNvSpPr/>
            <p:nvPr/>
          </p:nvSpPr>
          <p:spPr>
            <a:xfrm>
              <a:off x="5885827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7" name="object 1407"/>
            <p:cNvSpPr/>
            <p:nvPr/>
          </p:nvSpPr>
          <p:spPr>
            <a:xfrm>
              <a:off x="5884303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8" name="object 1408"/>
            <p:cNvSpPr/>
            <p:nvPr/>
          </p:nvSpPr>
          <p:spPr>
            <a:xfrm>
              <a:off x="5881255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9" name="object 1409"/>
            <p:cNvSpPr/>
            <p:nvPr/>
          </p:nvSpPr>
          <p:spPr>
            <a:xfrm>
              <a:off x="5878207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0" name="object 1410"/>
            <p:cNvSpPr/>
            <p:nvPr/>
          </p:nvSpPr>
          <p:spPr>
            <a:xfrm>
              <a:off x="5875921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1" name="object 1411"/>
            <p:cNvSpPr/>
            <p:nvPr/>
          </p:nvSpPr>
          <p:spPr>
            <a:xfrm>
              <a:off x="5874397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2" name="object 1412"/>
            <p:cNvSpPr/>
            <p:nvPr/>
          </p:nvSpPr>
          <p:spPr>
            <a:xfrm>
              <a:off x="5872873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3" name="object 1413"/>
            <p:cNvSpPr/>
            <p:nvPr/>
          </p:nvSpPr>
          <p:spPr>
            <a:xfrm>
              <a:off x="5869825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4" name="object 1414"/>
            <p:cNvSpPr/>
            <p:nvPr/>
          </p:nvSpPr>
          <p:spPr>
            <a:xfrm>
              <a:off x="5866777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5" name="object 1415"/>
            <p:cNvSpPr/>
            <p:nvPr/>
          </p:nvSpPr>
          <p:spPr>
            <a:xfrm>
              <a:off x="5864491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6" name="object 1416"/>
            <p:cNvSpPr/>
            <p:nvPr/>
          </p:nvSpPr>
          <p:spPr>
            <a:xfrm>
              <a:off x="5862967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7" name="object 1417"/>
            <p:cNvSpPr/>
            <p:nvPr/>
          </p:nvSpPr>
          <p:spPr>
            <a:xfrm>
              <a:off x="5861443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8" name="object 1418"/>
            <p:cNvSpPr/>
            <p:nvPr/>
          </p:nvSpPr>
          <p:spPr>
            <a:xfrm>
              <a:off x="5858395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9" name="object 1419"/>
            <p:cNvSpPr/>
            <p:nvPr/>
          </p:nvSpPr>
          <p:spPr>
            <a:xfrm>
              <a:off x="5856871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0" name="object 1420"/>
            <p:cNvSpPr/>
            <p:nvPr/>
          </p:nvSpPr>
          <p:spPr>
            <a:xfrm>
              <a:off x="5855347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1" name="object 1421"/>
            <p:cNvSpPr/>
            <p:nvPr/>
          </p:nvSpPr>
          <p:spPr>
            <a:xfrm>
              <a:off x="5852299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2" name="object 1422"/>
            <p:cNvSpPr/>
            <p:nvPr/>
          </p:nvSpPr>
          <p:spPr>
            <a:xfrm>
              <a:off x="5849251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3" name="object 1423"/>
            <p:cNvSpPr/>
            <p:nvPr/>
          </p:nvSpPr>
          <p:spPr>
            <a:xfrm>
              <a:off x="5846965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4" name="object 1424"/>
            <p:cNvSpPr/>
            <p:nvPr/>
          </p:nvSpPr>
          <p:spPr>
            <a:xfrm>
              <a:off x="5845441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5" name="object 1425"/>
            <p:cNvSpPr/>
            <p:nvPr/>
          </p:nvSpPr>
          <p:spPr>
            <a:xfrm>
              <a:off x="5843917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6" name="object 1426"/>
            <p:cNvSpPr/>
            <p:nvPr/>
          </p:nvSpPr>
          <p:spPr>
            <a:xfrm>
              <a:off x="5840869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7" name="object 1427"/>
            <p:cNvSpPr/>
            <p:nvPr/>
          </p:nvSpPr>
          <p:spPr>
            <a:xfrm>
              <a:off x="5837821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8" name="object 1428"/>
            <p:cNvSpPr/>
            <p:nvPr/>
          </p:nvSpPr>
          <p:spPr>
            <a:xfrm>
              <a:off x="5835535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9" name="object 1429"/>
            <p:cNvSpPr/>
            <p:nvPr/>
          </p:nvSpPr>
          <p:spPr>
            <a:xfrm>
              <a:off x="5834011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0" name="object 1430"/>
            <p:cNvSpPr/>
            <p:nvPr/>
          </p:nvSpPr>
          <p:spPr>
            <a:xfrm>
              <a:off x="5832487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1" name="object 1431"/>
            <p:cNvSpPr/>
            <p:nvPr/>
          </p:nvSpPr>
          <p:spPr>
            <a:xfrm>
              <a:off x="5829439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2" name="object 1432"/>
            <p:cNvSpPr/>
            <p:nvPr/>
          </p:nvSpPr>
          <p:spPr>
            <a:xfrm>
              <a:off x="5826404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3" name="object 1433"/>
            <p:cNvSpPr/>
            <p:nvPr/>
          </p:nvSpPr>
          <p:spPr>
            <a:xfrm>
              <a:off x="5824118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4" name="object 1434"/>
            <p:cNvSpPr/>
            <p:nvPr/>
          </p:nvSpPr>
          <p:spPr>
            <a:xfrm>
              <a:off x="5822594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5" name="object 1435"/>
            <p:cNvSpPr/>
            <p:nvPr/>
          </p:nvSpPr>
          <p:spPr>
            <a:xfrm>
              <a:off x="5821070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6" name="object 1436"/>
            <p:cNvSpPr/>
            <p:nvPr/>
          </p:nvSpPr>
          <p:spPr>
            <a:xfrm>
              <a:off x="5818022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7" name="object 1437"/>
            <p:cNvSpPr/>
            <p:nvPr/>
          </p:nvSpPr>
          <p:spPr>
            <a:xfrm>
              <a:off x="5814974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8" name="object 1438"/>
            <p:cNvSpPr/>
            <p:nvPr/>
          </p:nvSpPr>
          <p:spPr>
            <a:xfrm>
              <a:off x="5812688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9" name="object 1439"/>
            <p:cNvSpPr/>
            <p:nvPr/>
          </p:nvSpPr>
          <p:spPr>
            <a:xfrm>
              <a:off x="5808878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0" name="object 1440"/>
            <p:cNvSpPr/>
            <p:nvPr/>
          </p:nvSpPr>
          <p:spPr>
            <a:xfrm>
              <a:off x="5806592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1" name="object 1441"/>
            <p:cNvSpPr/>
            <p:nvPr/>
          </p:nvSpPr>
          <p:spPr>
            <a:xfrm>
              <a:off x="5805068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2" name="object 1442"/>
            <p:cNvSpPr/>
            <p:nvPr/>
          </p:nvSpPr>
          <p:spPr>
            <a:xfrm>
              <a:off x="5803544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3" name="object 1443"/>
            <p:cNvSpPr/>
            <p:nvPr/>
          </p:nvSpPr>
          <p:spPr>
            <a:xfrm>
              <a:off x="5800496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4" name="object 1444"/>
            <p:cNvSpPr/>
            <p:nvPr/>
          </p:nvSpPr>
          <p:spPr>
            <a:xfrm>
              <a:off x="5797448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5" name="object 1445"/>
            <p:cNvSpPr/>
            <p:nvPr/>
          </p:nvSpPr>
          <p:spPr>
            <a:xfrm>
              <a:off x="5795162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6" name="object 1446"/>
            <p:cNvSpPr/>
            <p:nvPr/>
          </p:nvSpPr>
          <p:spPr>
            <a:xfrm>
              <a:off x="5793638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7" name="object 1447"/>
            <p:cNvSpPr/>
            <p:nvPr/>
          </p:nvSpPr>
          <p:spPr>
            <a:xfrm>
              <a:off x="5792114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8" name="object 1448"/>
            <p:cNvSpPr/>
            <p:nvPr/>
          </p:nvSpPr>
          <p:spPr>
            <a:xfrm>
              <a:off x="5789066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9" name="object 1449"/>
            <p:cNvSpPr/>
            <p:nvPr/>
          </p:nvSpPr>
          <p:spPr>
            <a:xfrm>
              <a:off x="5786018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0" name="object 1450"/>
            <p:cNvSpPr/>
            <p:nvPr/>
          </p:nvSpPr>
          <p:spPr>
            <a:xfrm>
              <a:off x="5783732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1" name="object 1451"/>
            <p:cNvSpPr/>
            <p:nvPr/>
          </p:nvSpPr>
          <p:spPr>
            <a:xfrm>
              <a:off x="5782208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2" name="object 1452"/>
            <p:cNvSpPr/>
            <p:nvPr/>
          </p:nvSpPr>
          <p:spPr>
            <a:xfrm>
              <a:off x="5780684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3" name="object 1453"/>
            <p:cNvSpPr/>
            <p:nvPr/>
          </p:nvSpPr>
          <p:spPr>
            <a:xfrm>
              <a:off x="5777636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4" name="object 1454"/>
            <p:cNvSpPr/>
            <p:nvPr/>
          </p:nvSpPr>
          <p:spPr>
            <a:xfrm>
              <a:off x="5774588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5" name="object 1455"/>
            <p:cNvSpPr/>
            <p:nvPr/>
          </p:nvSpPr>
          <p:spPr>
            <a:xfrm>
              <a:off x="5772302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6" name="object 1456"/>
            <p:cNvSpPr/>
            <p:nvPr/>
          </p:nvSpPr>
          <p:spPr>
            <a:xfrm>
              <a:off x="5770778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7" name="object 1457"/>
            <p:cNvSpPr/>
            <p:nvPr/>
          </p:nvSpPr>
          <p:spPr>
            <a:xfrm>
              <a:off x="5769254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8" name="object 1458"/>
            <p:cNvSpPr/>
            <p:nvPr/>
          </p:nvSpPr>
          <p:spPr>
            <a:xfrm>
              <a:off x="5766206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9" name="object 1459"/>
            <p:cNvSpPr/>
            <p:nvPr/>
          </p:nvSpPr>
          <p:spPr>
            <a:xfrm>
              <a:off x="5764682" y="198564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0" name="object 1460"/>
            <p:cNvSpPr/>
            <p:nvPr/>
          </p:nvSpPr>
          <p:spPr>
            <a:xfrm>
              <a:off x="5763158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1" name="object 1461"/>
            <p:cNvSpPr/>
            <p:nvPr/>
          </p:nvSpPr>
          <p:spPr>
            <a:xfrm>
              <a:off x="5760110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2" name="object 1462"/>
            <p:cNvSpPr/>
            <p:nvPr/>
          </p:nvSpPr>
          <p:spPr>
            <a:xfrm>
              <a:off x="5757062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3" name="object 1463"/>
            <p:cNvSpPr/>
            <p:nvPr/>
          </p:nvSpPr>
          <p:spPr>
            <a:xfrm>
              <a:off x="5754776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4" name="object 1464"/>
            <p:cNvSpPr/>
            <p:nvPr/>
          </p:nvSpPr>
          <p:spPr>
            <a:xfrm>
              <a:off x="5753252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5" name="object 1465"/>
            <p:cNvSpPr/>
            <p:nvPr/>
          </p:nvSpPr>
          <p:spPr>
            <a:xfrm>
              <a:off x="5751728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6" name="object 1466"/>
            <p:cNvSpPr/>
            <p:nvPr/>
          </p:nvSpPr>
          <p:spPr>
            <a:xfrm>
              <a:off x="5748680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7" name="object 1467"/>
            <p:cNvSpPr/>
            <p:nvPr/>
          </p:nvSpPr>
          <p:spPr>
            <a:xfrm>
              <a:off x="5745632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8" name="object 1468"/>
            <p:cNvSpPr/>
            <p:nvPr/>
          </p:nvSpPr>
          <p:spPr>
            <a:xfrm>
              <a:off x="5743346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9" name="object 1469"/>
            <p:cNvSpPr/>
            <p:nvPr/>
          </p:nvSpPr>
          <p:spPr>
            <a:xfrm>
              <a:off x="5741822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0" name="object 1470"/>
            <p:cNvSpPr/>
            <p:nvPr/>
          </p:nvSpPr>
          <p:spPr>
            <a:xfrm>
              <a:off x="5740298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1" name="object 1471"/>
            <p:cNvSpPr/>
            <p:nvPr/>
          </p:nvSpPr>
          <p:spPr>
            <a:xfrm>
              <a:off x="5737250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2" name="object 1472"/>
            <p:cNvSpPr/>
            <p:nvPr/>
          </p:nvSpPr>
          <p:spPr>
            <a:xfrm>
              <a:off x="5734202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3" name="object 1473"/>
            <p:cNvSpPr/>
            <p:nvPr/>
          </p:nvSpPr>
          <p:spPr>
            <a:xfrm>
              <a:off x="5731916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4" name="object 1474"/>
            <p:cNvSpPr/>
            <p:nvPr/>
          </p:nvSpPr>
          <p:spPr>
            <a:xfrm>
              <a:off x="5730392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5" name="object 1475"/>
            <p:cNvSpPr/>
            <p:nvPr/>
          </p:nvSpPr>
          <p:spPr>
            <a:xfrm>
              <a:off x="5728868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6" name="object 1476"/>
            <p:cNvSpPr/>
            <p:nvPr/>
          </p:nvSpPr>
          <p:spPr>
            <a:xfrm>
              <a:off x="5725820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7" name="object 1477"/>
            <p:cNvSpPr/>
            <p:nvPr/>
          </p:nvSpPr>
          <p:spPr>
            <a:xfrm>
              <a:off x="5722772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8" name="object 1478"/>
            <p:cNvSpPr/>
            <p:nvPr/>
          </p:nvSpPr>
          <p:spPr>
            <a:xfrm>
              <a:off x="5720486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9" name="object 1479"/>
            <p:cNvSpPr/>
            <p:nvPr/>
          </p:nvSpPr>
          <p:spPr>
            <a:xfrm>
              <a:off x="5718962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0" name="object 1480"/>
            <p:cNvSpPr/>
            <p:nvPr/>
          </p:nvSpPr>
          <p:spPr>
            <a:xfrm>
              <a:off x="5717438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1" name="object 1481"/>
            <p:cNvSpPr/>
            <p:nvPr/>
          </p:nvSpPr>
          <p:spPr>
            <a:xfrm>
              <a:off x="5714390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2" name="object 1482"/>
            <p:cNvSpPr/>
            <p:nvPr/>
          </p:nvSpPr>
          <p:spPr>
            <a:xfrm>
              <a:off x="5712866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3" name="object 1483"/>
            <p:cNvSpPr/>
            <p:nvPr/>
          </p:nvSpPr>
          <p:spPr>
            <a:xfrm>
              <a:off x="5711342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4" name="object 1484"/>
            <p:cNvSpPr/>
            <p:nvPr/>
          </p:nvSpPr>
          <p:spPr>
            <a:xfrm>
              <a:off x="5708294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5" name="object 1485"/>
            <p:cNvSpPr/>
            <p:nvPr/>
          </p:nvSpPr>
          <p:spPr>
            <a:xfrm>
              <a:off x="5705246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6" name="object 1486"/>
            <p:cNvSpPr/>
            <p:nvPr/>
          </p:nvSpPr>
          <p:spPr>
            <a:xfrm>
              <a:off x="5702960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7" name="object 1487"/>
            <p:cNvSpPr/>
            <p:nvPr/>
          </p:nvSpPr>
          <p:spPr>
            <a:xfrm>
              <a:off x="5701436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8" name="object 1488"/>
            <p:cNvSpPr/>
            <p:nvPr/>
          </p:nvSpPr>
          <p:spPr>
            <a:xfrm>
              <a:off x="5699912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9" name="object 1489"/>
            <p:cNvSpPr/>
            <p:nvPr/>
          </p:nvSpPr>
          <p:spPr>
            <a:xfrm>
              <a:off x="5696864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0" name="object 1490"/>
            <p:cNvSpPr/>
            <p:nvPr/>
          </p:nvSpPr>
          <p:spPr>
            <a:xfrm>
              <a:off x="5693816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1" name="object 1491"/>
            <p:cNvSpPr/>
            <p:nvPr/>
          </p:nvSpPr>
          <p:spPr>
            <a:xfrm>
              <a:off x="5691530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2" name="object 1492"/>
            <p:cNvSpPr/>
            <p:nvPr/>
          </p:nvSpPr>
          <p:spPr>
            <a:xfrm>
              <a:off x="5690006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3" name="object 1493"/>
            <p:cNvSpPr/>
            <p:nvPr/>
          </p:nvSpPr>
          <p:spPr>
            <a:xfrm>
              <a:off x="5688482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4" name="object 1494"/>
            <p:cNvSpPr/>
            <p:nvPr/>
          </p:nvSpPr>
          <p:spPr>
            <a:xfrm>
              <a:off x="5685434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5" name="object 1495"/>
            <p:cNvSpPr/>
            <p:nvPr/>
          </p:nvSpPr>
          <p:spPr>
            <a:xfrm>
              <a:off x="5682386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6" name="object 1496"/>
            <p:cNvSpPr/>
            <p:nvPr/>
          </p:nvSpPr>
          <p:spPr>
            <a:xfrm>
              <a:off x="5680100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7" name="object 1497"/>
            <p:cNvSpPr/>
            <p:nvPr/>
          </p:nvSpPr>
          <p:spPr>
            <a:xfrm>
              <a:off x="5678576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8" name="object 1498"/>
            <p:cNvSpPr/>
            <p:nvPr/>
          </p:nvSpPr>
          <p:spPr>
            <a:xfrm>
              <a:off x="5677052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9" name="object 1499"/>
            <p:cNvSpPr/>
            <p:nvPr/>
          </p:nvSpPr>
          <p:spPr>
            <a:xfrm>
              <a:off x="5674004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0" name="object 1500"/>
            <p:cNvSpPr/>
            <p:nvPr/>
          </p:nvSpPr>
          <p:spPr>
            <a:xfrm>
              <a:off x="5670956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1" name="object 1501"/>
            <p:cNvSpPr/>
            <p:nvPr/>
          </p:nvSpPr>
          <p:spPr>
            <a:xfrm>
              <a:off x="5667908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28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2" name="object 1502"/>
            <p:cNvSpPr/>
            <p:nvPr/>
          </p:nvSpPr>
          <p:spPr>
            <a:xfrm>
              <a:off x="5664860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3" name="object 1503"/>
            <p:cNvSpPr/>
            <p:nvPr/>
          </p:nvSpPr>
          <p:spPr>
            <a:xfrm>
              <a:off x="5662574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4" name="object 1504"/>
            <p:cNvSpPr/>
            <p:nvPr/>
          </p:nvSpPr>
          <p:spPr>
            <a:xfrm>
              <a:off x="5661050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5" name="object 1505"/>
            <p:cNvSpPr/>
            <p:nvPr/>
          </p:nvSpPr>
          <p:spPr>
            <a:xfrm>
              <a:off x="5659526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6" name="object 1506"/>
            <p:cNvSpPr/>
            <p:nvPr/>
          </p:nvSpPr>
          <p:spPr>
            <a:xfrm>
              <a:off x="5656478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7" name="object 1507"/>
            <p:cNvSpPr/>
            <p:nvPr/>
          </p:nvSpPr>
          <p:spPr>
            <a:xfrm>
              <a:off x="5653430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8" name="object 1508"/>
            <p:cNvSpPr/>
            <p:nvPr/>
          </p:nvSpPr>
          <p:spPr>
            <a:xfrm>
              <a:off x="5651144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9" name="object 1509"/>
            <p:cNvSpPr/>
            <p:nvPr/>
          </p:nvSpPr>
          <p:spPr>
            <a:xfrm>
              <a:off x="5649620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0" name="object 1510"/>
            <p:cNvSpPr/>
            <p:nvPr/>
          </p:nvSpPr>
          <p:spPr>
            <a:xfrm>
              <a:off x="5648096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1" name="object 1511"/>
            <p:cNvSpPr/>
            <p:nvPr/>
          </p:nvSpPr>
          <p:spPr>
            <a:xfrm>
              <a:off x="5645048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2" name="object 1512"/>
            <p:cNvSpPr/>
            <p:nvPr/>
          </p:nvSpPr>
          <p:spPr>
            <a:xfrm>
              <a:off x="5642000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3" name="object 1513"/>
            <p:cNvSpPr/>
            <p:nvPr/>
          </p:nvSpPr>
          <p:spPr>
            <a:xfrm>
              <a:off x="5639714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4" name="object 1514"/>
            <p:cNvSpPr/>
            <p:nvPr/>
          </p:nvSpPr>
          <p:spPr>
            <a:xfrm>
              <a:off x="5638190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5" name="object 1515"/>
            <p:cNvSpPr/>
            <p:nvPr/>
          </p:nvSpPr>
          <p:spPr>
            <a:xfrm>
              <a:off x="5636666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6" name="object 1516"/>
            <p:cNvSpPr/>
            <p:nvPr/>
          </p:nvSpPr>
          <p:spPr>
            <a:xfrm>
              <a:off x="5633618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7" name="object 1517"/>
            <p:cNvSpPr/>
            <p:nvPr/>
          </p:nvSpPr>
          <p:spPr>
            <a:xfrm>
              <a:off x="5630570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8" name="object 1518"/>
            <p:cNvSpPr/>
            <p:nvPr/>
          </p:nvSpPr>
          <p:spPr>
            <a:xfrm>
              <a:off x="5628284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9" name="object 1519"/>
            <p:cNvSpPr/>
            <p:nvPr/>
          </p:nvSpPr>
          <p:spPr>
            <a:xfrm>
              <a:off x="5626760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0" name="object 1520"/>
            <p:cNvSpPr/>
            <p:nvPr/>
          </p:nvSpPr>
          <p:spPr>
            <a:xfrm>
              <a:off x="5625236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1" name="object 1521"/>
            <p:cNvSpPr/>
            <p:nvPr/>
          </p:nvSpPr>
          <p:spPr>
            <a:xfrm>
              <a:off x="5622188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2" name="object 1522"/>
            <p:cNvSpPr/>
            <p:nvPr/>
          </p:nvSpPr>
          <p:spPr>
            <a:xfrm>
              <a:off x="5620664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3" name="object 1523"/>
            <p:cNvSpPr/>
            <p:nvPr/>
          </p:nvSpPr>
          <p:spPr>
            <a:xfrm>
              <a:off x="5619140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4" name="object 1524"/>
            <p:cNvSpPr/>
            <p:nvPr/>
          </p:nvSpPr>
          <p:spPr>
            <a:xfrm>
              <a:off x="5616092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5" name="object 1525"/>
            <p:cNvSpPr/>
            <p:nvPr/>
          </p:nvSpPr>
          <p:spPr>
            <a:xfrm>
              <a:off x="5613044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6" name="object 1526"/>
            <p:cNvSpPr/>
            <p:nvPr/>
          </p:nvSpPr>
          <p:spPr>
            <a:xfrm>
              <a:off x="5610758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7" name="object 1527"/>
            <p:cNvSpPr/>
            <p:nvPr/>
          </p:nvSpPr>
          <p:spPr>
            <a:xfrm>
              <a:off x="5609234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8" name="object 1528"/>
            <p:cNvSpPr/>
            <p:nvPr/>
          </p:nvSpPr>
          <p:spPr>
            <a:xfrm>
              <a:off x="5607710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9" name="object 1529"/>
            <p:cNvSpPr/>
            <p:nvPr/>
          </p:nvSpPr>
          <p:spPr>
            <a:xfrm>
              <a:off x="5604662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0" name="object 1530"/>
            <p:cNvSpPr/>
            <p:nvPr/>
          </p:nvSpPr>
          <p:spPr>
            <a:xfrm>
              <a:off x="5601614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1" name="object 1531"/>
            <p:cNvSpPr/>
            <p:nvPr/>
          </p:nvSpPr>
          <p:spPr>
            <a:xfrm>
              <a:off x="5599328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2" name="object 1532"/>
            <p:cNvSpPr/>
            <p:nvPr/>
          </p:nvSpPr>
          <p:spPr>
            <a:xfrm>
              <a:off x="5597804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3" name="object 1533"/>
            <p:cNvSpPr/>
            <p:nvPr/>
          </p:nvSpPr>
          <p:spPr>
            <a:xfrm>
              <a:off x="5596280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4" name="object 1534"/>
            <p:cNvSpPr/>
            <p:nvPr/>
          </p:nvSpPr>
          <p:spPr>
            <a:xfrm>
              <a:off x="5593232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5" name="object 1535"/>
            <p:cNvSpPr/>
            <p:nvPr/>
          </p:nvSpPr>
          <p:spPr>
            <a:xfrm>
              <a:off x="5590184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6" name="object 1536"/>
            <p:cNvSpPr/>
            <p:nvPr/>
          </p:nvSpPr>
          <p:spPr>
            <a:xfrm>
              <a:off x="5587898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7" name="object 1537"/>
            <p:cNvSpPr/>
            <p:nvPr/>
          </p:nvSpPr>
          <p:spPr>
            <a:xfrm>
              <a:off x="5586374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8" name="object 1538"/>
            <p:cNvSpPr/>
            <p:nvPr/>
          </p:nvSpPr>
          <p:spPr>
            <a:xfrm>
              <a:off x="5584850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9" name="object 1539"/>
            <p:cNvSpPr/>
            <p:nvPr/>
          </p:nvSpPr>
          <p:spPr>
            <a:xfrm>
              <a:off x="5581802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0" name="object 1540"/>
            <p:cNvSpPr/>
            <p:nvPr/>
          </p:nvSpPr>
          <p:spPr>
            <a:xfrm>
              <a:off x="5578754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1" name="object 1541"/>
            <p:cNvSpPr/>
            <p:nvPr/>
          </p:nvSpPr>
          <p:spPr>
            <a:xfrm>
              <a:off x="5576468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2" name="object 1542"/>
            <p:cNvSpPr/>
            <p:nvPr/>
          </p:nvSpPr>
          <p:spPr>
            <a:xfrm>
              <a:off x="5572658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3" name="object 1543"/>
            <p:cNvSpPr/>
            <p:nvPr/>
          </p:nvSpPr>
          <p:spPr>
            <a:xfrm>
              <a:off x="5570372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4" name="object 1544"/>
            <p:cNvSpPr/>
            <p:nvPr/>
          </p:nvSpPr>
          <p:spPr>
            <a:xfrm>
              <a:off x="5568848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5" name="object 1545"/>
            <p:cNvSpPr/>
            <p:nvPr/>
          </p:nvSpPr>
          <p:spPr>
            <a:xfrm>
              <a:off x="5567324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6" name="object 1546"/>
            <p:cNvSpPr/>
            <p:nvPr/>
          </p:nvSpPr>
          <p:spPr>
            <a:xfrm>
              <a:off x="5564276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7" name="object 1547"/>
            <p:cNvSpPr/>
            <p:nvPr/>
          </p:nvSpPr>
          <p:spPr>
            <a:xfrm>
              <a:off x="5561228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8" name="object 1548"/>
            <p:cNvSpPr/>
            <p:nvPr/>
          </p:nvSpPr>
          <p:spPr>
            <a:xfrm>
              <a:off x="5558942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9" name="object 1549"/>
            <p:cNvSpPr/>
            <p:nvPr/>
          </p:nvSpPr>
          <p:spPr>
            <a:xfrm>
              <a:off x="5557418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0" name="object 1550"/>
            <p:cNvSpPr/>
            <p:nvPr/>
          </p:nvSpPr>
          <p:spPr>
            <a:xfrm>
              <a:off x="5555894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1" name="object 1551"/>
            <p:cNvSpPr/>
            <p:nvPr/>
          </p:nvSpPr>
          <p:spPr>
            <a:xfrm>
              <a:off x="5552846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2" name="object 1552"/>
            <p:cNvSpPr/>
            <p:nvPr/>
          </p:nvSpPr>
          <p:spPr>
            <a:xfrm>
              <a:off x="5549798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3" name="object 1553"/>
            <p:cNvSpPr/>
            <p:nvPr/>
          </p:nvSpPr>
          <p:spPr>
            <a:xfrm>
              <a:off x="5547512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4" name="object 1554"/>
            <p:cNvSpPr/>
            <p:nvPr/>
          </p:nvSpPr>
          <p:spPr>
            <a:xfrm>
              <a:off x="5545988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5" name="object 1555"/>
            <p:cNvSpPr/>
            <p:nvPr/>
          </p:nvSpPr>
          <p:spPr>
            <a:xfrm>
              <a:off x="5544464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6" name="object 1556"/>
            <p:cNvSpPr/>
            <p:nvPr/>
          </p:nvSpPr>
          <p:spPr>
            <a:xfrm>
              <a:off x="5541416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7" name="object 1557"/>
            <p:cNvSpPr/>
            <p:nvPr/>
          </p:nvSpPr>
          <p:spPr>
            <a:xfrm>
              <a:off x="5538368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8" name="object 1558"/>
            <p:cNvSpPr/>
            <p:nvPr/>
          </p:nvSpPr>
          <p:spPr>
            <a:xfrm>
              <a:off x="5536082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9" name="object 1559"/>
            <p:cNvSpPr/>
            <p:nvPr/>
          </p:nvSpPr>
          <p:spPr>
            <a:xfrm>
              <a:off x="5534558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0" name="object 1560"/>
            <p:cNvSpPr/>
            <p:nvPr/>
          </p:nvSpPr>
          <p:spPr>
            <a:xfrm>
              <a:off x="5533034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1" name="object 1561"/>
            <p:cNvSpPr/>
            <p:nvPr/>
          </p:nvSpPr>
          <p:spPr>
            <a:xfrm>
              <a:off x="5529986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2" name="object 1562"/>
            <p:cNvSpPr/>
            <p:nvPr/>
          </p:nvSpPr>
          <p:spPr>
            <a:xfrm>
              <a:off x="5528462" y="198564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3" name="object 1563"/>
            <p:cNvSpPr/>
            <p:nvPr/>
          </p:nvSpPr>
          <p:spPr>
            <a:xfrm>
              <a:off x="5526938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4" name="object 1564"/>
            <p:cNvSpPr/>
            <p:nvPr/>
          </p:nvSpPr>
          <p:spPr>
            <a:xfrm>
              <a:off x="5523890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5" name="object 1565"/>
            <p:cNvSpPr/>
            <p:nvPr/>
          </p:nvSpPr>
          <p:spPr>
            <a:xfrm>
              <a:off x="5520842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6" name="object 1566"/>
            <p:cNvSpPr/>
            <p:nvPr/>
          </p:nvSpPr>
          <p:spPr>
            <a:xfrm>
              <a:off x="5518556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7" name="object 1567"/>
            <p:cNvSpPr/>
            <p:nvPr/>
          </p:nvSpPr>
          <p:spPr>
            <a:xfrm>
              <a:off x="5517032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8" name="object 1568"/>
            <p:cNvSpPr/>
            <p:nvPr/>
          </p:nvSpPr>
          <p:spPr>
            <a:xfrm>
              <a:off x="5515508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9" name="object 1569"/>
            <p:cNvSpPr/>
            <p:nvPr/>
          </p:nvSpPr>
          <p:spPr>
            <a:xfrm>
              <a:off x="5512460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0" name="object 1570"/>
            <p:cNvSpPr/>
            <p:nvPr/>
          </p:nvSpPr>
          <p:spPr>
            <a:xfrm>
              <a:off x="5509412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1" name="object 1571"/>
            <p:cNvSpPr/>
            <p:nvPr/>
          </p:nvSpPr>
          <p:spPr>
            <a:xfrm>
              <a:off x="5507126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2" name="object 1572"/>
            <p:cNvSpPr/>
            <p:nvPr/>
          </p:nvSpPr>
          <p:spPr>
            <a:xfrm>
              <a:off x="5505602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3" name="object 1573"/>
            <p:cNvSpPr/>
            <p:nvPr/>
          </p:nvSpPr>
          <p:spPr>
            <a:xfrm>
              <a:off x="5504078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4" name="object 1574"/>
            <p:cNvSpPr/>
            <p:nvPr/>
          </p:nvSpPr>
          <p:spPr>
            <a:xfrm>
              <a:off x="5501030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5" name="object 1575"/>
            <p:cNvSpPr/>
            <p:nvPr/>
          </p:nvSpPr>
          <p:spPr>
            <a:xfrm>
              <a:off x="5497982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6" name="object 1576"/>
            <p:cNvSpPr/>
            <p:nvPr/>
          </p:nvSpPr>
          <p:spPr>
            <a:xfrm>
              <a:off x="5495696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7" name="object 1577"/>
            <p:cNvSpPr/>
            <p:nvPr/>
          </p:nvSpPr>
          <p:spPr>
            <a:xfrm>
              <a:off x="5494172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8" name="object 1578"/>
            <p:cNvSpPr/>
            <p:nvPr/>
          </p:nvSpPr>
          <p:spPr>
            <a:xfrm>
              <a:off x="5492648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9" name="object 1579"/>
            <p:cNvSpPr/>
            <p:nvPr/>
          </p:nvSpPr>
          <p:spPr>
            <a:xfrm>
              <a:off x="5489600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0" name="object 1580"/>
            <p:cNvSpPr/>
            <p:nvPr/>
          </p:nvSpPr>
          <p:spPr>
            <a:xfrm>
              <a:off x="5486552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1" name="object 1581"/>
            <p:cNvSpPr/>
            <p:nvPr/>
          </p:nvSpPr>
          <p:spPr>
            <a:xfrm>
              <a:off x="5484266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2" name="object 1582"/>
            <p:cNvSpPr/>
            <p:nvPr/>
          </p:nvSpPr>
          <p:spPr>
            <a:xfrm>
              <a:off x="5482742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3" name="object 1583"/>
            <p:cNvSpPr/>
            <p:nvPr/>
          </p:nvSpPr>
          <p:spPr>
            <a:xfrm>
              <a:off x="5481218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4" name="object 1584"/>
            <p:cNvSpPr/>
            <p:nvPr/>
          </p:nvSpPr>
          <p:spPr>
            <a:xfrm>
              <a:off x="5478170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5" name="object 1585"/>
            <p:cNvSpPr/>
            <p:nvPr/>
          </p:nvSpPr>
          <p:spPr>
            <a:xfrm>
              <a:off x="5476646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6" name="object 1586"/>
            <p:cNvSpPr/>
            <p:nvPr/>
          </p:nvSpPr>
          <p:spPr>
            <a:xfrm>
              <a:off x="5475122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7" name="object 1587"/>
            <p:cNvSpPr/>
            <p:nvPr/>
          </p:nvSpPr>
          <p:spPr>
            <a:xfrm>
              <a:off x="5472074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8" name="object 1588"/>
            <p:cNvSpPr/>
            <p:nvPr/>
          </p:nvSpPr>
          <p:spPr>
            <a:xfrm>
              <a:off x="5469026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9" name="object 1589"/>
            <p:cNvSpPr/>
            <p:nvPr/>
          </p:nvSpPr>
          <p:spPr>
            <a:xfrm>
              <a:off x="5466740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0" name="object 1590"/>
            <p:cNvSpPr/>
            <p:nvPr/>
          </p:nvSpPr>
          <p:spPr>
            <a:xfrm>
              <a:off x="5465216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1" name="object 1591"/>
            <p:cNvSpPr/>
            <p:nvPr/>
          </p:nvSpPr>
          <p:spPr>
            <a:xfrm>
              <a:off x="5463692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2" name="object 1592"/>
            <p:cNvSpPr/>
            <p:nvPr/>
          </p:nvSpPr>
          <p:spPr>
            <a:xfrm>
              <a:off x="5460644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3" name="object 1593"/>
            <p:cNvSpPr/>
            <p:nvPr/>
          </p:nvSpPr>
          <p:spPr>
            <a:xfrm>
              <a:off x="5457596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4" name="object 1594"/>
            <p:cNvSpPr/>
            <p:nvPr/>
          </p:nvSpPr>
          <p:spPr>
            <a:xfrm>
              <a:off x="5455310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5" name="object 1595"/>
            <p:cNvSpPr/>
            <p:nvPr/>
          </p:nvSpPr>
          <p:spPr>
            <a:xfrm>
              <a:off x="5453786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6" name="object 1596"/>
            <p:cNvSpPr/>
            <p:nvPr/>
          </p:nvSpPr>
          <p:spPr>
            <a:xfrm>
              <a:off x="5452262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7" name="object 1597"/>
            <p:cNvSpPr/>
            <p:nvPr/>
          </p:nvSpPr>
          <p:spPr>
            <a:xfrm>
              <a:off x="5449214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8" name="object 1598"/>
            <p:cNvSpPr/>
            <p:nvPr/>
          </p:nvSpPr>
          <p:spPr>
            <a:xfrm>
              <a:off x="5446166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9" name="object 1599"/>
            <p:cNvSpPr/>
            <p:nvPr/>
          </p:nvSpPr>
          <p:spPr>
            <a:xfrm>
              <a:off x="5443880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0" name="object 1600"/>
            <p:cNvSpPr/>
            <p:nvPr/>
          </p:nvSpPr>
          <p:spPr>
            <a:xfrm>
              <a:off x="5442356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1" name="object 1601"/>
            <p:cNvSpPr/>
            <p:nvPr/>
          </p:nvSpPr>
          <p:spPr>
            <a:xfrm>
              <a:off x="5440832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2" name="object 1602"/>
            <p:cNvSpPr/>
            <p:nvPr/>
          </p:nvSpPr>
          <p:spPr>
            <a:xfrm>
              <a:off x="5437784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3" name="object 1603"/>
            <p:cNvSpPr/>
            <p:nvPr/>
          </p:nvSpPr>
          <p:spPr>
            <a:xfrm>
              <a:off x="5434736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4" name="object 1604"/>
            <p:cNvSpPr/>
            <p:nvPr/>
          </p:nvSpPr>
          <p:spPr>
            <a:xfrm>
              <a:off x="5431688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28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5" name="object 1605"/>
            <p:cNvSpPr/>
            <p:nvPr/>
          </p:nvSpPr>
          <p:spPr>
            <a:xfrm>
              <a:off x="5428640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6" name="object 1606"/>
            <p:cNvSpPr/>
            <p:nvPr/>
          </p:nvSpPr>
          <p:spPr>
            <a:xfrm>
              <a:off x="5426354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7" name="object 1607"/>
            <p:cNvSpPr/>
            <p:nvPr/>
          </p:nvSpPr>
          <p:spPr>
            <a:xfrm>
              <a:off x="5424830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8" name="object 1608"/>
            <p:cNvSpPr/>
            <p:nvPr/>
          </p:nvSpPr>
          <p:spPr>
            <a:xfrm>
              <a:off x="5423306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9" name="object 1609"/>
            <p:cNvSpPr/>
            <p:nvPr/>
          </p:nvSpPr>
          <p:spPr>
            <a:xfrm>
              <a:off x="5420258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0" name="object 1610"/>
            <p:cNvSpPr/>
            <p:nvPr/>
          </p:nvSpPr>
          <p:spPr>
            <a:xfrm>
              <a:off x="5417210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1" name="object 1611"/>
            <p:cNvSpPr/>
            <p:nvPr/>
          </p:nvSpPr>
          <p:spPr>
            <a:xfrm>
              <a:off x="5414924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2" name="object 1612"/>
            <p:cNvSpPr/>
            <p:nvPr/>
          </p:nvSpPr>
          <p:spPr>
            <a:xfrm>
              <a:off x="5413400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3" name="object 1613"/>
            <p:cNvSpPr/>
            <p:nvPr/>
          </p:nvSpPr>
          <p:spPr>
            <a:xfrm>
              <a:off x="5411876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4" name="object 1614"/>
            <p:cNvSpPr/>
            <p:nvPr/>
          </p:nvSpPr>
          <p:spPr>
            <a:xfrm>
              <a:off x="5408828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5" name="object 1615"/>
            <p:cNvSpPr/>
            <p:nvPr/>
          </p:nvSpPr>
          <p:spPr>
            <a:xfrm>
              <a:off x="5405780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6" name="object 1616"/>
            <p:cNvSpPr/>
            <p:nvPr/>
          </p:nvSpPr>
          <p:spPr>
            <a:xfrm>
              <a:off x="5403494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7" name="object 1617"/>
            <p:cNvSpPr/>
            <p:nvPr/>
          </p:nvSpPr>
          <p:spPr>
            <a:xfrm>
              <a:off x="5401970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8" name="object 1618"/>
            <p:cNvSpPr/>
            <p:nvPr/>
          </p:nvSpPr>
          <p:spPr>
            <a:xfrm>
              <a:off x="5400446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9" name="object 1619"/>
            <p:cNvSpPr/>
            <p:nvPr/>
          </p:nvSpPr>
          <p:spPr>
            <a:xfrm>
              <a:off x="5397398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0" name="object 1620"/>
            <p:cNvSpPr/>
            <p:nvPr/>
          </p:nvSpPr>
          <p:spPr>
            <a:xfrm>
              <a:off x="5394350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1" name="object 1621"/>
            <p:cNvSpPr/>
            <p:nvPr/>
          </p:nvSpPr>
          <p:spPr>
            <a:xfrm>
              <a:off x="5392064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2" name="object 1622"/>
            <p:cNvSpPr/>
            <p:nvPr/>
          </p:nvSpPr>
          <p:spPr>
            <a:xfrm>
              <a:off x="5390540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3" name="object 1623"/>
            <p:cNvSpPr/>
            <p:nvPr/>
          </p:nvSpPr>
          <p:spPr>
            <a:xfrm>
              <a:off x="5389016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4" name="object 1624"/>
            <p:cNvSpPr/>
            <p:nvPr/>
          </p:nvSpPr>
          <p:spPr>
            <a:xfrm>
              <a:off x="5385968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5" name="object 1625"/>
            <p:cNvSpPr/>
            <p:nvPr/>
          </p:nvSpPr>
          <p:spPr>
            <a:xfrm>
              <a:off x="5384444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6" name="object 1626"/>
            <p:cNvSpPr/>
            <p:nvPr/>
          </p:nvSpPr>
          <p:spPr>
            <a:xfrm>
              <a:off x="5382920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7" name="object 1627"/>
            <p:cNvSpPr/>
            <p:nvPr/>
          </p:nvSpPr>
          <p:spPr>
            <a:xfrm>
              <a:off x="5379872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8" name="object 1628"/>
            <p:cNvSpPr/>
            <p:nvPr/>
          </p:nvSpPr>
          <p:spPr>
            <a:xfrm>
              <a:off x="5376824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9" name="object 1629"/>
            <p:cNvSpPr/>
            <p:nvPr/>
          </p:nvSpPr>
          <p:spPr>
            <a:xfrm>
              <a:off x="5374538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0" name="object 1630"/>
            <p:cNvSpPr/>
            <p:nvPr/>
          </p:nvSpPr>
          <p:spPr>
            <a:xfrm>
              <a:off x="5373014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1" name="object 1631"/>
            <p:cNvSpPr/>
            <p:nvPr/>
          </p:nvSpPr>
          <p:spPr>
            <a:xfrm>
              <a:off x="5371490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2" name="object 1632"/>
            <p:cNvSpPr/>
            <p:nvPr/>
          </p:nvSpPr>
          <p:spPr>
            <a:xfrm>
              <a:off x="5368442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3" name="object 1633"/>
            <p:cNvSpPr/>
            <p:nvPr/>
          </p:nvSpPr>
          <p:spPr>
            <a:xfrm>
              <a:off x="5365394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4" name="object 1634"/>
            <p:cNvSpPr/>
            <p:nvPr/>
          </p:nvSpPr>
          <p:spPr>
            <a:xfrm>
              <a:off x="5363108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5" name="object 1635"/>
            <p:cNvSpPr/>
            <p:nvPr/>
          </p:nvSpPr>
          <p:spPr>
            <a:xfrm>
              <a:off x="5361584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6" name="object 1636"/>
            <p:cNvSpPr/>
            <p:nvPr/>
          </p:nvSpPr>
          <p:spPr>
            <a:xfrm>
              <a:off x="5360060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7" name="object 1637"/>
            <p:cNvSpPr/>
            <p:nvPr/>
          </p:nvSpPr>
          <p:spPr>
            <a:xfrm>
              <a:off x="5357012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8" name="object 1638"/>
            <p:cNvSpPr/>
            <p:nvPr/>
          </p:nvSpPr>
          <p:spPr>
            <a:xfrm>
              <a:off x="5353964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9" name="object 1639"/>
            <p:cNvSpPr/>
            <p:nvPr/>
          </p:nvSpPr>
          <p:spPr>
            <a:xfrm>
              <a:off x="5351678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0" name="object 1640"/>
            <p:cNvSpPr/>
            <p:nvPr/>
          </p:nvSpPr>
          <p:spPr>
            <a:xfrm>
              <a:off x="5350154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1" name="object 1641"/>
            <p:cNvSpPr/>
            <p:nvPr/>
          </p:nvSpPr>
          <p:spPr>
            <a:xfrm>
              <a:off x="5348630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2" name="object 1642"/>
            <p:cNvSpPr/>
            <p:nvPr/>
          </p:nvSpPr>
          <p:spPr>
            <a:xfrm>
              <a:off x="5345582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3" name="object 1643"/>
            <p:cNvSpPr/>
            <p:nvPr/>
          </p:nvSpPr>
          <p:spPr>
            <a:xfrm>
              <a:off x="5342534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4" name="object 1644"/>
            <p:cNvSpPr/>
            <p:nvPr/>
          </p:nvSpPr>
          <p:spPr>
            <a:xfrm>
              <a:off x="5340248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5" name="object 1645"/>
            <p:cNvSpPr/>
            <p:nvPr/>
          </p:nvSpPr>
          <p:spPr>
            <a:xfrm>
              <a:off x="5338724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6" name="object 1646"/>
            <p:cNvSpPr/>
            <p:nvPr/>
          </p:nvSpPr>
          <p:spPr>
            <a:xfrm>
              <a:off x="5336438" y="198564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7" name="object 1647"/>
            <p:cNvSpPr/>
            <p:nvPr/>
          </p:nvSpPr>
          <p:spPr>
            <a:xfrm>
              <a:off x="5334152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8" name="object 1648"/>
            <p:cNvSpPr/>
            <p:nvPr/>
          </p:nvSpPr>
          <p:spPr>
            <a:xfrm>
              <a:off x="5332628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9" name="object 1649"/>
            <p:cNvSpPr/>
            <p:nvPr/>
          </p:nvSpPr>
          <p:spPr>
            <a:xfrm>
              <a:off x="5331104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0" name="object 1650"/>
            <p:cNvSpPr/>
            <p:nvPr/>
          </p:nvSpPr>
          <p:spPr>
            <a:xfrm>
              <a:off x="5328056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1" name="object 1651"/>
            <p:cNvSpPr/>
            <p:nvPr/>
          </p:nvSpPr>
          <p:spPr>
            <a:xfrm>
              <a:off x="5325008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2" name="object 1652"/>
            <p:cNvSpPr/>
            <p:nvPr/>
          </p:nvSpPr>
          <p:spPr>
            <a:xfrm>
              <a:off x="5322722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3" name="object 1653"/>
            <p:cNvSpPr/>
            <p:nvPr/>
          </p:nvSpPr>
          <p:spPr>
            <a:xfrm>
              <a:off x="5321198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4" name="object 1654"/>
            <p:cNvSpPr/>
            <p:nvPr/>
          </p:nvSpPr>
          <p:spPr>
            <a:xfrm>
              <a:off x="5319674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5" name="object 1655"/>
            <p:cNvSpPr/>
            <p:nvPr/>
          </p:nvSpPr>
          <p:spPr>
            <a:xfrm>
              <a:off x="5316626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6" name="object 1656"/>
            <p:cNvSpPr/>
            <p:nvPr/>
          </p:nvSpPr>
          <p:spPr>
            <a:xfrm>
              <a:off x="5313578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7" name="object 1657"/>
            <p:cNvSpPr/>
            <p:nvPr/>
          </p:nvSpPr>
          <p:spPr>
            <a:xfrm>
              <a:off x="5311292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8" name="object 1658"/>
            <p:cNvSpPr/>
            <p:nvPr/>
          </p:nvSpPr>
          <p:spPr>
            <a:xfrm>
              <a:off x="5309768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9" name="object 1659"/>
            <p:cNvSpPr/>
            <p:nvPr/>
          </p:nvSpPr>
          <p:spPr>
            <a:xfrm>
              <a:off x="5308244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0" name="object 1660"/>
            <p:cNvSpPr/>
            <p:nvPr/>
          </p:nvSpPr>
          <p:spPr>
            <a:xfrm>
              <a:off x="5305196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1" name="object 1661"/>
            <p:cNvSpPr/>
            <p:nvPr/>
          </p:nvSpPr>
          <p:spPr>
            <a:xfrm>
              <a:off x="5302148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2" name="object 1662"/>
            <p:cNvSpPr/>
            <p:nvPr/>
          </p:nvSpPr>
          <p:spPr>
            <a:xfrm>
              <a:off x="5299862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3" name="object 1663"/>
            <p:cNvSpPr/>
            <p:nvPr/>
          </p:nvSpPr>
          <p:spPr>
            <a:xfrm>
              <a:off x="5298338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4" name="object 1664"/>
            <p:cNvSpPr/>
            <p:nvPr/>
          </p:nvSpPr>
          <p:spPr>
            <a:xfrm>
              <a:off x="5296814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5" name="object 1665"/>
            <p:cNvSpPr/>
            <p:nvPr/>
          </p:nvSpPr>
          <p:spPr>
            <a:xfrm>
              <a:off x="5293766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6" name="object 1666"/>
            <p:cNvSpPr/>
            <p:nvPr/>
          </p:nvSpPr>
          <p:spPr>
            <a:xfrm>
              <a:off x="5290718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7" name="object 1667"/>
            <p:cNvSpPr/>
            <p:nvPr/>
          </p:nvSpPr>
          <p:spPr>
            <a:xfrm>
              <a:off x="5287670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8" name="object 1668"/>
            <p:cNvSpPr/>
            <p:nvPr/>
          </p:nvSpPr>
          <p:spPr>
            <a:xfrm>
              <a:off x="5284622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9" name="object 1669"/>
            <p:cNvSpPr/>
            <p:nvPr/>
          </p:nvSpPr>
          <p:spPr>
            <a:xfrm>
              <a:off x="5282336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0" name="object 1670"/>
            <p:cNvSpPr/>
            <p:nvPr/>
          </p:nvSpPr>
          <p:spPr>
            <a:xfrm>
              <a:off x="5280812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1" name="object 1671"/>
            <p:cNvSpPr/>
            <p:nvPr/>
          </p:nvSpPr>
          <p:spPr>
            <a:xfrm>
              <a:off x="5279288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2" name="object 1672"/>
            <p:cNvSpPr/>
            <p:nvPr/>
          </p:nvSpPr>
          <p:spPr>
            <a:xfrm>
              <a:off x="5276240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3" name="object 1673"/>
            <p:cNvSpPr/>
            <p:nvPr/>
          </p:nvSpPr>
          <p:spPr>
            <a:xfrm>
              <a:off x="5273192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4" name="object 1674"/>
            <p:cNvSpPr/>
            <p:nvPr/>
          </p:nvSpPr>
          <p:spPr>
            <a:xfrm>
              <a:off x="5270906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5" name="object 1675"/>
            <p:cNvSpPr/>
            <p:nvPr/>
          </p:nvSpPr>
          <p:spPr>
            <a:xfrm>
              <a:off x="5269382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6" name="object 1676"/>
            <p:cNvSpPr/>
            <p:nvPr/>
          </p:nvSpPr>
          <p:spPr>
            <a:xfrm>
              <a:off x="5267858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7" name="object 1677"/>
            <p:cNvSpPr/>
            <p:nvPr/>
          </p:nvSpPr>
          <p:spPr>
            <a:xfrm>
              <a:off x="5264810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8" name="object 1678"/>
            <p:cNvSpPr/>
            <p:nvPr/>
          </p:nvSpPr>
          <p:spPr>
            <a:xfrm>
              <a:off x="5261762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9" name="object 1679"/>
            <p:cNvSpPr/>
            <p:nvPr/>
          </p:nvSpPr>
          <p:spPr>
            <a:xfrm>
              <a:off x="5259476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0" name="object 1680"/>
            <p:cNvSpPr/>
            <p:nvPr/>
          </p:nvSpPr>
          <p:spPr>
            <a:xfrm>
              <a:off x="5257952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1" name="object 1681"/>
            <p:cNvSpPr/>
            <p:nvPr/>
          </p:nvSpPr>
          <p:spPr>
            <a:xfrm>
              <a:off x="5256428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2" name="object 1682"/>
            <p:cNvSpPr/>
            <p:nvPr/>
          </p:nvSpPr>
          <p:spPr>
            <a:xfrm>
              <a:off x="5253380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3" name="object 1683"/>
            <p:cNvSpPr/>
            <p:nvPr/>
          </p:nvSpPr>
          <p:spPr>
            <a:xfrm>
              <a:off x="5250332" y="1985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524" y="0"/>
                  </a:moveTo>
                  <a:lnTo>
                    <a:pt x="2285" y="0"/>
                  </a:lnTo>
                </a:path>
                <a:path w="2539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4" name="object 1684"/>
            <p:cNvSpPr/>
            <p:nvPr/>
          </p:nvSpPr>
          <p:spPr>
            <a:xfrm>
              <a:off x="5248046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5" name="object 1685"/>
            <p:cNvSpPr/>
            <p:nvPr/>
          </p:nvSpPr>
          <p:spPr>
            <a:xfrm>
              <a:off x="5246522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6" name="object 1686"/>
            <p:cNvSpPr/>
            <p:nvPr/>
          </p:nvSpPr>
          <p:spPr>
            <a:xfrm>
              <a:off x="5244998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7" name="object 1687"/>
            <p:cNvSpPr/>
            <p:nvPr/>
          </p:nvSpPr>
          <p:spPr>
            <a:xfrm>
              <a:off x="5241950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8" name="object 1688"/>
            <p:cNvSpPr/>
            <p:nvPr/>
          </p:nvSpPr>
          <p:spPr>
            <a:xfrm>
              <a:off x="5240426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9" name="object 1689"/>
            <p:cNvSpPr/>
            <p:nvPr/>
          </p:nvSpPr>
          <p:spPr>
            <a:xfrm>
              <a:off x="5238902" y="19856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0" name="object 1690"/>
            <p:cNvSpPr/>
            <p:nvPr/>
          </p:nvSpPr>
          <p:spPr>
            <a:xfrm>
              <a:off x="5235854" y="198564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1" name="object 1691"/>
            <p:cNvSpPr/>
            <p:nvPr/>
          </p:nvSpPr>
          <p:spPr>
            <a:xfrm>
              <a:off x="5230520" y="1985648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3810" y="0"/>
                  </a:moveTo>
                  <a:lnTo>
                    <a:pt x="4572" y="0"/>
                  </a:lnTo>
                </a:path>
                <a:path w="5079">
                  <a:moveTo>
                    <a:pt x="2286" y="0"/>
                  </a:moveTo>
                  <a:lnTo>
                    <a:pt x="3048" y="0"/>
                  </a:lnTo>
                </a:path>
                <a:path w="5079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2" name="object 1692"/>
            <p:cNvSpPr/>
            <p:nvPr/>
          </p:nvSpPr>
          <p:spPr>
            <a:xfrm>
              <a:off x="5230520" y="198412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3" name="object 1693"/>
            <p:cNvSpPr/>
            <p:nvPr/>
          </p:nvSpPr>
          <p:spPr>
            <a:xfrm>
              <a:off x="5230520" y="198260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4" name="object 1694"/>
            <p:cNvSpPr/>
            <p:nvPr/>
          </p:nvSpPr>
          <p:spPr>
            <a:xfrm>
              <a:off x="5230520" y="1979552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380" y="1143"/>
                  </a:moveTo>
                  <a:lnTo>
                    <a:pt x="380" y="114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5" name="object 1695"/>
            <p:cNvSpPr/>
            <p:nvPr/>
          </p:nvSpPr>
          <p:spPr>
            <a:xfrm>
              <a:off x="5230520" y="197802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6" name="object 1696"/>
            <p:cNvSpPr/>
            <p:nvPr/>
          </p:nvSpPr>
          <p:spPr>
            <a:xfrm>
              <a:off x="5230520" y="197650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7" name="object 1697"/>
            <p:cNvSpPr/>
            <p:nvPr/>
          </p:nvSpPr>
          <p:spPr>
            <a:xfrm>
              <a:off x="5230520" y="197345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8" name="object 1698"/>
            <p:cNvSpPr/>
            <p:nvPr/>
          </p:nvSpPr>
          <p:spPr>
            <a:xfrm>
              <a:off x="5230520" y="197193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9" name="object 1699"/>
            <p:cNvSpPr/>
            <p:nvPr/>
          </p:nvSpPr>
          <p:spPr>
            <a:xfrm>
              <a:off x="5230520" y="19704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0" name="object 1700"/>
            <p:cNvSpPr/>
            <p:nvPr/>
          </p:nvSpPr>
          <p:spPr>
            <a:xfrm>
              <a:off x="5230520" y="196812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1" name="object 1701"/>
            <p:cNvSpPr/>
            <p:nvPr/>
          </p:nvSpPr>
          <p:spPr>
            <a:xfrm>
              <a:off x="5230520" y="19665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2" name="object 1702"/>
            <p:cNvSpPr/>
            <p:nvPr/>
          </p:nvSpPr>
          <p:spPr>
            <a:xfrm>
              <a:off x="5230520" y="196507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3" name="object 1703"/>
            <p:cNvSpPr/>
            <p:nvPr/>
          </p:nvSpPr>
          <p:spPr>
            <a:xfrm>
              <a:off x="5230520" y="196202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4" name="object 1704"/>
            <p:cNvSpPr/>
            <p:nvPr/>
          </p:nvSpPr>
          <p:spPr>
            <a:xfrm>
              <a:off x="5230520" y="196050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5" name="object 1705"/>
            <p:cNvSpPr/>
            <p:nvPr/>
          </p:nvSpPr>
          <p:spPr>
            <a:xfrm>
              <a:off x="5230520" y="19589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6" name="object 1706"/>
            <p:cNvSpPr/>
            <p:nvPr/>
          </p:nvSpPr>
          <p:spPr>
            <a:xfrm>
              <a:off x="5230520" y="195669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7" name="object 1707"/>
            <p:cNvSpPr/>
            <p:nvPr/>
          </p:nvSpPr>
          <p:spPr>
            <a:xfrm>
              <a:off x="5230520" y="195516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8" name="object 1708"/>
            <p:cNvSpPr/>
            <p:nvPr/>
          </p:nvSpPr>
          <p:spPr>
            <a:xfrm>
              <a:off x="5230520" y="195364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9" name="object 1709"/>
            <p:cNvSpPr/>
            <p:nvPr/>
          </p:nvSpPr>
          <p:spPr>
            <a:xfrm>
              <a:off x="5230520" y="195059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0" name="object 1710"/>
            <p:cNvSpPr/>
            <p:nvPr/>
          </p:nvSpPr>
          <p:spPr>
            <a:xfrm>
              <a:off x="5230520" y="194907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1" name="object 1711"/>
            <p:cNvSpPr/>
            <p:nvPr/>
          </p:nvSpPr>
          <p:spPr>
            <a:xfrm>
              <a:off x="5230520" y="194754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2" name="object 1712"/>
            <p:cNvSpPr/>
            <p:nvPr/>
          </p:nvSpPr>
          <p:spPr>
            <a:xfrm>
              <a:off x="5230520" y="194526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3" name="object 1713"/>
            <p:cNvSpPr/>
            <p:nvPr/>
          </p:nvSpPr>
          <p:spPr>
            <a:xfrm>
              <a:off x="5230520" y="194373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4" name="object 1714"/>
            <p:cNvSpPr/>
            <p:nvPr/>
          </p:nvSpPr>
          <p:spPr>
            <a:xfrm>
              <a:off x="5230520" y="194221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5" name="object 1715"/>
            <p:cNvSpPr/>
            <p:nvPr/>
          </p:nvSpPr>
          <p:spPr>
            <a:xfrm>
              <a:off x="5230520" y="193916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6" name="object 1716"/>
            <p:cNvSpPr/>
            <p:nvPr/>
          </p:nvSpPr>
          <p:spPr>
            <a:xfrm>
              <a:off x="5230520" y="193764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7" name="object 1717"/>
            <p:cNvSpPr/>
            <p:nvPr/>
          </p:nvSpPr>
          <p:spPr>
            <a:xfrm>
              <a:off x="5230520" y="193611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8" name="object 1718"/>
            <p:cNvSpPr/>
            <p:nvPr/>
          </p:nvSpPr>
          <p:spPr>
            <a:xfrm>
              <a:off x="5230520" y="193383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9" name="object 1719"/>
            <p:cNvSpPr/>
            <p:nvPr/>
          </p:nvSpPr>
          <p:spPr>
            <a:xfrm>
              <a:off x="5230520" y="193154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0" name="object 1720"/>
            <p:cNvSpPr/>
            <p:nvPr/>
          </p:nvSpPr>
          <p:spPr>
            <a:xfrm>
              <a:off x="5230520" y="193002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1" name="object 1721"/>
            <p:cNvSpPr/>
            <p:nvPr/>
          </p:nvSpPr>
          <p:spPr>
            <a:xfrm>
              <a:off x="5230520" y="192773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2" name="object 1722"/>
            <p:cNvSpPr/>
            <p:nvPr/>
          </p:nvSpPr>
          <p:spPr>
            <a:xfrm>
              <a:off x="5230520" y="192621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3" name="object 1723"/>
            <p:cNvSpPr/>
            <p:nvPr/>
          </p:nvSpPr>
          <p:spPr>
            <a:xfrm>
              <a:off x="5230520" y="192468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4" name="object 1724"/>
            <p:cNvSpPr/>
            <p:nvPr/>
          </p:nvSpPr>
          <p:spPr>
            <a:xfrm>
              <a:off x="5230520" y="192164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5" name="object 1725"/>
            <p:cNvSpPr/>
            <p:nvPr/>
          </p:nvSpPr>
          <p:spPr>
            <a:xfrm>
              <a:off x="5230520" y="19201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6" name="object 1726"/>
            <p:cNvSpPr/>
            <p:nvPr/>
          </p:nvSpPr>
          <p:spPr>
            <a:xfrm>
              <a:off x="5230520" y="191859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7" name="object 1727"/>
            <p:cNvSpPr/>
            <p:nvPr/>
          </p:nvSpPr>
          <p:spPr>
            <a:xfrm>
              <a:off x="5230520" y="191630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8" name="object 1728"/>
            <p:cNvSpPr/>
            <p:nvPr/>
          </p:nvSpPr>
          <p:spPr>
            <a:xfrm>
              <a:off x="5230520" y="19147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9" name="object 1729"/>
            <p:cNvSpPr/>
            <p:nvPr/>
          </p:nvSpPr>
          <p:spPr>
            <a:xfrm>
              <a:off x="5230520" y="191325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0" name="object 1730"/>
            <p:cNvSpPr/>
            <p:nvPr/>
          </p:nvSpPr>
          <p:spPr>
            <a:xfrm>
              <a:off x="5230520" y="191021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1" name="object 1731"/>
            <p:cNvSpPr/>
            <p:nvPr/>
          </p:nvSpPr>
          <p:spPr>
            <a:xfrm>
              <a:off x="5230520" y="19086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2" name="object 1732"/>
            <p:cNvSpPr/>
            <p:nvPr/>
          </p:nvSpPr>
          <p:spPr>
            <a:xfrm>
              <a:off x="5230520" y="190716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3" name="object 1733"/>
            <p:cNvSpPr/>
            <p:nvPr/>
          </p:nvSpPr>
          <p:spPr>
            <a:xfrm>
              <a:off x="5230520" y="190487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4" name="object 1734"/>
            <p:cNvSpPr/>
            <p:nvPr/>
          </p:nvSpPr>
          <p:spPr>
            <a:xfrm>
              <a:off x="5230520" y="190335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5" name="object 1735"/>
            <p:cNvSpPr/>
            <p:nvPr/>
          </p:nvSpPr>
          <p:spPr>
            <a:xfrm>
              <a:off x="5230520" y="190182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6" name="object 1736"/>
            <p:cNvSpPr/>
            <p:nvPr/>
          </p:nvSpPr>
          <p:spPr>
            <a:xfrm>
              <a:off x="5230520" y="189878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7" name="object 1737"/>
            <p:cNvSpPr/>
            <p:nvPr/>
          </p:nvSpPr>
          <p:spPr>
            <a:xfrm>
              <a:off x="5230520" y="189725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8" name="object 1738"/>
            <p:cNvSpPr/>
            <p:nvPr/>
          </p:nvSpPr>
          <p:spPr>
            <a:xfrm>
              <a:off x="5230520" y="189573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9" name="object 1739"/>
            <p:cNvSpPr/>
            <p:nvPr/>
          </p:nvSpPr>
          <p:spPr>
            <a:xfrm>
              <a:off x="5230520" y="189344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0" name="object 1740"/>
            <p:cNvSpPr/>
            <p:nvPr/>
          </p:nvSpPr>
          <p:spPr>
            <a:xfrm>
              <a:off x="5230520" y="189192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1" name="object 1741"/>
            <p:cNvSpPr/>
            <p:nvPr/>
          </p:nvSpPr>
          <p:spPr>
            <a:xfrm>
              <a:off x="5230520" y="18903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2" name="object 1742"/>
            <p:cNvSpPr/>
            <p:nvPr/>
          </p:nvSpPr>
          <p:spPr>
            <a:xfrm>
              <a:off x="5230520" y="188735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3" name="object 1743"/>
            <p:cNvSpPr/>
            <p:nvPr/>
          </p:nvSpPr>
          <p:spPr>
            <a:xfrm>
              <a:off x="5230520" y="188582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4" name="object 1744"/>
            <p:cNvSpPr/>
            <p:nvPr/>
          </p:nvSpPr>
          <p:spPr>
            <a:xfrm>
              <a:off x="5230520" y="188430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5" name="object 1745"/>
            <p:cNvSpPr/>
            <p:nvPr/>
          </p:nvSpPr>
          <p:spPr>
            <a:xfrm>
              <a:off x="5230520" y="188125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6" name="object 1746"/>
            <p:cNvSpPr/>
            <p:nvPr/>
          </p:nvSpPr>
          <p:spPr>
            <a:xfrm>
              <a:off x="5230520" y="187973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7" name="object 1747"/>
            <p:cNvSpPr/>
            <p:nvPr/>
          </p:nvSpPr>
          <p:spPr>
            <a:xfrm>
              <a:off x="5230520" y="187820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8" name="object 1748"/>
            <p:cNvSpPr/>
            <p:nvPr/>
          </p:nvSpPr>
          <p:spPr>
            <a:xfrm>
              <a:off x="5230520" y="187592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9" name="object 1749"/>
            <p:cNvSpPr/>
            <p:nvPr/>
          </p:nvSpPr>
          <p:spPr>
            <a:xfrm>
              <a:off x="5230520" y="18743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0" name="object 1750"/>
            <p:cNvSpPr/>
            <p:nvPr/>
          </p:nvSpPr>
          <p:spPr>
            <a:xfrm>
              <a:off x="5230520" y="187287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1" name="object 1751"/>
            <p:cNvSpPr/>
            <p:nvPr/>
          </p:nvSpPr>
          <p:spPr>
            <a:xfrm>
              <a:off x="5230520" y="186982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2" name="object 1752"/>
            <p:cNvSpPr/>
            <p:nvPr/>
          </p:nvSpPr>
          <p:spPr>
            <a:xfrm>
              <a:off x="5230520" y="186830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3" name="object 1753"/>
            <p:cNvSpPr/>
            <p:nvPr/>
          </p:nvSpPr>
          <p:spPr>
            <a:xfrm>
              <a:off x="5230520" y="18667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4" name="object 1754"/>
            <p:cNvSpPr/>
            <p:nvPr/>
          </p:nvSpPr>
          <p:spPr>
            <a:xfrm>
              <a:off x="5230520" y="186449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5" name="object 1755"/>
            <p:cNvSpPr/>
            <p:nvPr/>
          </p:nvSpPr>
          <p:spPr>
            <a:xfrm>
              <a:off x="5230520" y="186296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6" name="object 1756"/>
            <p:cNvSpPr/>
            <p:nvPr/>
          </p:nvSpPr>
          <p:spPr>
            <a:xfrm>
              <a:off x="5230520" y="186144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7" name="object 1757"/>
            <p:cNvSpPr/>
            <p:nvPr/>
          </p:nvSpPr>
          <p:spPr>
            <a:xfrm>
              <a:off x="5230520" y="185839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8" name="object 1758"/>
            <p:cNvSpPr/>
            <p:nvPr/>
          </p:nvSpPr>
          <p:spPr>
            <a:xfrm>
              <a:off x="5230520" y="18568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9" name="object 1759"/>
            <p:cNvSpPr/>
            <p:nvPr/>
          </p:nvSpPr>
          <p:spPr>
            <a:xfrm>
              <a:off x="5230520" y="185534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0" name="object 1760"/>
            <p:cNvSpPr/>
            <p:nvPr/>
          </p:nvSpPr>
          <p:spPr>
            <a:xfrm>
              <a:off x="5230520" y="185306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1" name="object 1761"/>
            <p:cNvSpPr/>
            <p:nvPr/>
          </p:nvSpPr>
          <p:spPr>
            <a:xfrm>
              <a:off x="5230520" y="185153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2" name="object 1762"/>
            <p:cNvSpPr/>
            <p:nvPr/>
          </p:nvSpPr>
          <p:spPr>
            <a:xfrm>
              <a:off x="5230520" y="185001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3" name="object 1763"/>
            <p:cNvSpPr/>
            <p:nvPr/>
          </p:nvSpPr>
          <p:spPr>
            <a:xfrm>
              <a:off x="5230520" y="184696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4" name="object 1764"/>
            <p:cNvSpPr/>
            <p:nvPr/>
          </p:nvSpPr>
          <p:spPr>
            <a:xfrm>
              <a:off x="5230520" y="184544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5" name="object 1765"/>
            <p:cNvSpPr/>
            <p:nvPr/>
          </p:nvSpPr>
          <p:spPr>
            <a:xfrm>
              <a:off x="5230520" y="18439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6" name="object 1766"/>
            <p:cNvSpPr/>
            <p:nvPr/>
          </p:nvSpPr>
          <p:spPr>
            <a:xfrm>
              <a:off x="5230520" y="184163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7" name="object 1767"/>
            <p:cNvSpPr/>
            <p:nvPr/>
          </p:nvSpPr>
          <p:spPr>
            <a:xfrm>
              <a:off x="5230520" y="184010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8" name="object 1768"/>
            <p:cNvSpPr/>
            <p:nvPr/>
          </p:nvSpPr>
          <p:spPr>
            <a:xfrm>
              <a:off x="5230520" y="18385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9" name="object 1769"/>
            <p:cNvSpPr/>
            <p:nvPr/>
          </p:nvSpPr>
          <p:spPr>
            <a:xfrm>
              <a:off x="5230520" y="183553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0" name="object 1770"/>
            <p:cNvSpPr/>
            <p:nvPr/>
          </p:nvSpPr>
          <p:spPr>
            <a:xfrm>
              <a:off x="5230520" y="183401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1" name="object 1771"/>
            <p:cNvSpPr/>
            <p:nvPr/>
          </p:nvSpPr>
          <p:spPr>
            <a:xfrm>
              <a:off x="5230520" y="183248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2" name="object 1772"/>
            <p:cNvSpPr/>
            <p:nvPr/>
          </p:nvSpPr>
          <p:spPr>
            <a:xfrm>
              <a:off x="5230520" y="182943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3" name="object 1773"/>
            <p:cNvSpPr/>
            <p:nvPr/>
          </p:nvSpPr>
          <p:spPr>
            <a:xfrm>
              <a:off x="5230520" y="182791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4" name="object 1774"/>
            <p:cNvSpPr/>
            <p:nvPr/>
          </p:nvSpPr>
          <p:spPr>
            <a:xfrm>
              <a:off x="5230520" y="182639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5" name="object 1775"/>
            <p:cNvSpPr/>
            <p:nvPr/>
          </p:nvSpPr>
          <p:spPr>
            <a:xfrm>
              <a:off x="5230520" y="182410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6" name="object 1776"/>
            <p:cNvSpPr/>
            <p:nvPr/>
          </p:nvSpPr>
          <p:spPr>
            <a:xfrm>
              <a:off x="5230520" y="18225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7" name="object 1777"/>
            <p:cNvSpPr/>
            <p:nvPr/>
          </p:nvSpPr>
          <p:spPr>
            <a:xfrm>
              <a:off x="5230520" y="18210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8" name="object 1778"/>
            <p:cNvSpPr/>
            <p:nvPr/>
          </p:nvSpPr>
          <p:spPr>
            <a:xfrm>
              <a:off x="5230520" y="181800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9" name="object 1779"/>
            <p:cNvSpPr/>
            <p:nvPr/>
          </p:nvSpPr>
          <p:spPr>
            <a:xfrm>
              <a:off x="5230520" y="181648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0" name="object 1780"/>
            <p:cNvSpPr/>
            <p:nvPr/>
          </p:nvSpPr>
          <p:spPr>
            <a:xfrm>
              <a:off x="5230520" y="181496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1" name="object 1781"/>
            <p:cNvSpPr/>
            <p:nvPr/>
          </p:nvSpPr>
          <p:spPr>
            <a:xfrm>
              <a:off x="5230520" y="181267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2" name="object 1782"/>
            <p:cNvSpPr/>
            <p:nvPr/>
          </p:nvSpPr>
          <p:spPr>
            <a:xfrm>
              <a:off x="5230520" y="18111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3" name="object 1783"/>
            <p:cNvSpPr/>
            <p:nvPr/>
          </p:nvSpPr>
          <p:spPr>
            <a:xfrm>
              <a:off x="5230520" y="180962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4" name="object 1784"/>
            <p:cNvSpPr/>
            <p:nvPr/>
          </p:nvSpPr>
          <p:spPr>
            <a:xfrm>
              <a:off x="5230520" y="180657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5" name="object 1785"/>
            <p:cNvSpPr/>
            <p:nvPr/>
          </p:nvSpPr>
          <p:spPr>
            <a:xfrm>
              <a:off x="5230520" y="180505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6" name="object 1786"/>
            <p:cNvSpPr/>
            <p:nvPr/>
          </p:nvSpPr>
          <p:spPr>
            <a:xfrm>
              <a:off x="5230520" y="180353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7" name="object 1787"/>
            <p:cNvSpPr/>
            <p:nvPr/>
          </p:nvSpPr>
          <p:spPr>
            <a:xfrm>
              <a:off x="5230520" y="180124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8" name="object 1788"/>
            <p:cNvSpPr/>
            <p:nvPr/>
          </p:nvSpPr>
          <p:spPr>
            <a:xfrm>
              <a:off x="5230520" y="179972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9" name="object 1789"/>
            <p:cNvSpPr/>
            <p:nvPr/>
          </p:nvSpPr>
          <p:spPr>
            <a:xfrm>
              <a:off x="5230520" y="17981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0" name="object 1790"/>
            <p:cNvSpPr/>
            <p:nvPr/>
          </p:nvSpPr>
          <p:spPr>
            <a:xfrm>
              <a:off x="5230520" y="179514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1" name="object 1791"/>
            <p:cNvSpPr/>
            <p:nvPr/>
          </p:nvSpPr>
          <p:spPr>
            <a:xfrm>
              <a:off x="5230520" y="179362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2" name="object 1792"/>
            <p:cNvSpPr/>
            <p:nvPr/>
          </p:nvSpPr>
          <p:spPr>
            <a:xfrm>
              <a:off x="5230520" y="179210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3" name="object 1793"/>
            <p:cNvSpPr/>
            <p:nvPr/>
          </p:nvSpPr>
          <p:spPr>
            <a:xfrm>
              <a:off x="5230520" y="1789052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2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4" name="object 1794"/>
            <p:cNvSpPr/>
            <p:nvPr/>
          </p:nvSpPr>
          <p:spPr>
            <a:xfrm>
              <a:off x="5230520" y="178752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5" name="object 1795"/>
            <p:cNvSpPr/>
            <p:nvPr/>
          </p:nvSpPr>
          <p:spPr>
            <a:xfrm>
              <a:off x="5230520" y="178600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6" name="object 1796"/>
            <p:cNvSpPr/>
            <p:nvPr/>
          </p:nvSpPr>
          <p:spPr>
            <a:xfrm>
              <a:off x="5230520" y="178371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7" name="object 1797"/>
            <p:cNvSpPr/>
            <p:nvPr/>
          </p:nvSpPr>
          <p:spPr>
            <a:xfrm>
              <a:off x="5230520" y="178219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8" name="object 1798"/>
            <p:cNvSpPr/>
            <p:nvPr/>
          </p:nvSpPr>
          <p:spPr>
            <a:xfrm>
              <a:off x="5230520" y="178067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9" name="object 1799"/>
            <p:cNvSpPr/>
            <p:nvPr/>
          </p:nvSpPr>
          <p:spPr>
            <a:xfrm>
              <a:off x="5230520" y="177762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0" name="object 1800"/>
            <p:cNvSpPr/>
            <p:nvPr/>
          </p:nvSpPr>
          <p:spPr>
            <a:xfrm>
              <a:off x="5230520" y="177609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1" name="object 1801"/>
            <p:cNvSpPr/>
            <p:nvPr/>
          </p:nvSpPr>
          <p:spPr>
            <a:xfrm>
              <a:off x="5230520" y="17745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2" name="object 1802"/>
            <p:cNvSpPr/>
            <p:nvPr/>
          </p:nvSpPr>
          <p:spPr>
            <a:xfrm>
              <a:off x="5230520" y="177228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3" name="object 1803"/>
            <p:cNvSpPr/>
            <p:nvPr/>
          </p:nvSpPr>
          <p:spPr>
            <a:xfrm>
              <a:off x="5230520" y="177076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4" name="object 1804"/>
            <p:cNvSpPr/>
            <p:nvPr/>
          </p:nvSpPr>
          <p:spPr>
            <a:xfrm>
              <a:off x="5230520" y="176924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5" name="object 1805"/>
            <p:cNvSpPr/>
            <p:nvPr/>
          </p:nvSpPr>
          <p:spPr>
            <a:xfrm>
              <a:off x="5230520" y="176695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6" name="object 1806"/>
            <p:cNvSpPr/>
            <p:nvPr/>
          </p:nvSpPr>
          <p:spPr>
            <a:xfrm>
              <a:off x="5465966" y="1920128"/>
              <a:ext cx="3810" cy="93345"/>
            </a:xfrm>
            <a:custGeom>
              <a:avLst/>
              <a:gdLst/>
              <a:ahLst/>
              <a:cxnLst/>
              <a:rect l="l" t="t" r="r" b="b"/>
              <a:pathLst>
                <a:path w="3810" h="93344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12" y="91440"/>
                  </a:lnTo>
                  <a:lnTo>
                    <a:pt x="12" y="92964"/>
                  </a:lnTo>
                  <a:lnTo>
                    <a:pt x="3810" y="92964"/>
                  </a:lnTo>
                  <a:lnTo>
                    <a:pt x="3810" y="91440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7" name="object 1807"/>
            <p:cNvSpPr/>
            <p:nvPr/>
          </p:nvSpPr>
          <p:spPr>
            <a:xfrm>
              <a:off x="5465978" y="1922402"/>
              <a:ext cx="3810" cy="89535"/>
            </a:xfrm>
            <a:custGeom>
              <a:avLst/>
              <a:gdLst/>
              <a:ahLst/>
              <a:cxnLst/>
              <a:rect l="l" t="t" r="r" b="b"/>
              <a:pathLst>
                <a:path w="3810" h="89535">
                  <a:moveTo>
                    <a:pt x="3809" y="0"/>
                  </a:moveTo>
                  <a:lnTo>
                    <a:pt x="3809" y="89153"/>
                  </a:lnTo>
                  <a:lnTo>
                    <a:pt x="0" y="89153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8" name="object 1808"/>
            <p:cNvSpPr/>
            <p:nvPr/>
          </p:nvSpPr>
          <p:spPr>
            <a:xfrm>
              <a:off x="5432450" y="2010094"/>
              <a:ext cx="72390" cy="73025"/>
            </a:xfrm>
            <a:custGeom>
              <a:avLst/>
              <a:gdLst/>
              <a:ahLst/>
              <a:cxnLst/>
              <a:rect l="l" t="t" r="r" b="b"/>
              <a:pathLst>
                <a:path w="72389" h="73025">
                  <a:moveTo>
                    <a:pt x="72389" y="36514"/>
                  </a:moveTo>
                  <a:lnTo>
                    <a:pt x="70865" y="25846"/>
                  </a:lnTo>
                  <a:lnTo>
                    <a:pt x="56018" y="6014"/>
                  </a:lnTo>
                  <a:lnTo>
                    <a:pt x="34375" y="0"/>
                  </a:lnTo>
                  <a:lnTo>
                    <a:pt x="13451" y="7670"/>
                  </a:lnTo>
                  <a:lnTo>
                    <a:pt x="761" y="28894"/>
                  </a:lnTo>
                  <a:lnTo>
                    <a:pt x="0" y="33466"/>
                  </a:lnTo>
                  <a:lnTo>
                    <a:pt x="0" y="38800"/>
                  </a:lnTo>
                  <a:lnTo>
                    <a:pt x="10937" y="62657"/>
                  </a:lnTo>
                  <a:lnTo>
                    <a:pt x="32375" y="72547"/>
                  </a:lnTo>
                  <a:lnTo>
                    <a:pt x="55342" y="67467"/>
                  </a:lnTo>
                  <a:lnTo>
                    <a:pt x="70865" y="46420"/>
                  </a:lnTo>
                  <a:lnTo>
                    <a:pt x="72389" y="3651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9" name="object 1809"/>
            <p:cNvSpPr/>
            <p:nvPr/>
          </p:nvSpPr>
          <p:spPr>
            <a:xfrm>
              <a:off x="5432450" y="2010094"/>
              <a:ext cx="72390" cy="73025"/>
            </a:xfrm>
            <a:custGeom>
              <a:avLst/>
              <a:gdLst/>
              <a:ahLst/>
              <a:cxnLst/>
              <a:rect l="l" t="t" r="r" b="b"/>
              <a:pathLst>
                <a:path w="72389" h="73025">
                  <a:moveTo>
                    <a:pt x="72389" y="36514"/>
                  </a:moveTo>
                  <a:lnTo>
                    <a:pt x="70865" y="25846"/>
                  </a:lnTo>
                  <a:lnTo>
                    <a:pt x="56018" y="6014"/>
                  </a:lnTo>
                  <a:lnTo>
                    <a:pt x="34375" y="0"/>
                  </a:lnTo>
                  <a:lnTo>
                    <a:pt x="13451" y="7670"/>
                  </a:lnTo>
                  <a:lnTo>
                    <a:pt x="761" y="28894"/>
                  </a:lnTo>
                  <a:lnTo>
                    <a:pt x="0" y="33466"/>
                  </a:lnTo>
                  <a:lnTo>
                    <a:pt x="0" y="38800"/>
                  </a:lnTo>
                  <a:lnTo>
                    <a:pt x="10937" y="62657"/>
                  </a:lnTo>
                  <a:lnTo>
                    <a:pt x="32375" y="72547"/>
                  </a:lnTo>
                  <a:lnTo>
                    <a:pt x="55342" y="67467"/>
                  </a:lnTo>
                  <a:lnTo>
                    <a:pt x="70865" y="46420"/>
                  </a:lnTo>
                  <a:lnTo>
                    <a:pt x="71627" y="41848"/>
                  </a:lnTo>
                  <a:lnTo>
                    <a:pt x="72389" y="3651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0" name="object 1810"/>
            <p:cNvSpPr/>
            <p:nvPr/>
          </p:nvSpPr>
          <p:spPr>
            <a:xfrm>
              <a:off x="5461381" y="1939940"/>
              <a:ext cx="189865" cy="121920"/>
            </a:xfrm>
            <a:custGeom>
              <a:avLst/>
              <a:gdLst/>
              <a:ahLst/>
              <a:cxnLst/>
              <a:rect l="l" t="t" r="r" b="b"/>
              <a:pathLst>
                <a:path w="189864" h="121919">
                  <a:moveTo>
                    <a:pt x="11430" y="89916"/>
                  </a:moveTo>
                  <a:lnTo>
                    <a:pt x="9144" y="89916"/>
                  </a:lnTo>
                  <a:lnTo>
                    <a:pt x="7620" y="91440"/>
                  </a:lnTo>
                  <a:lnTo>
                    <a:pt x="6858" y="92964"/>
                  </a:lnTo>
                  <a:lnTo>
                    <a:pt x="5334" y="93726"/>
                  </a:lnTo>
                  <a:lnTo>
                    <a:pt x="3810" y="95250"/>
                  </a:lnTo>
                  <a:lnTo>
                    <a:pt x="1524" y="96774"/>
                  </a:lnTo>
                  <a:lnTo>
                    <a:pt x="0" y="97536"/>
                  </a:lnTo>
                  <a:lnTo>
                    <a:pt x="0" y="101346"/>
                  </a:lnTo>
                  <a:lnTo>
                    <a:pt x="762" y="101346"/>
                  </a:lnTo>
                  <a:lnTo>
                    <a:pt x="2286" y="100584"/>
                  </a:lnTo>
                  <a:lnTo>
                    <a:pt x="3810" y="99060"/>
                  </a:lnTo>
                  <a:lnTo>
                    <a:pt x="5334" y="98298"/>
                  </a:lnTo>
                  <a:lnTo>
                    <a:pt x="6096" y="97536"/>
                  </a:lnTo>
                  <a:lnTo>
                    <a:pt x="7620" y="96774"/>
                  </a:lnTo>
                  <a:lnTo>
                    <a:pt x="7620" y="121920"/>
                  </a:lnTo>
                  <a:lnTo>
                    <a:pt x="11430" y="121920"/>
                  </a:lnTo>
                  <a:lnTo>
                    <a:pt x="11430" y="89916"/>
                  </a:lnTo>
                  <a:close/>
                </a:path>
                <a:path w="189864" h="121919">
                  <a:moveTo>
                    <a:pt x="189750" y="0"/>
                  </a:moveTo>
                  <a:lnTo>
                    <a:pt x="185928" y="0"/>
                  </a:lnTo>
                  <a:lnTo>
                    <a:pt x="185928" y="94488"/>
                  </a:lnTo>
                  <a:lnTo>
                    <a:pt x="185940" y="96774"/>
                  </a:lnTo>
                  <a:lnTo>
                    <a:pt x="189750" y="96774"/>
                  </a:lnTo>
                  <a:lnTo>
                    <a:pt x="189750" y="94488"/>
                  </a:lnTo>
                  <a:lnTo>
                    <a:pt x="1897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1" name="object 1811"/>
            <p:cNvSpPr/>
            <p:nvPr/>
          </p:nvSpPr>
          <p:spPr>
            <a:xfrm>
              <a:off x="5649226" y="1939928"/>
              <a:ext cx="0" cy="95250"/>
            </a:xfrm>
            <a:custGeom>
              <a:avLst/>
              <a:gdLst/>
              <a:ahLst/>
              <a:cxnLst/>
              <a:rect l="l" t="t" r="r" b="b"/>
              <a:pathLst>
                <a:path h="95250">
                  <a:moveTo>
                    <a:pt x="0" y="0"/>
                  </a:moveTo>
                  <a:lnTo>
                    <a:pt x="0" y="9486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2" name="object 1812"/>
            <p:cNvSpPr/>
            <p:nvPr/>
          </p:nvSpPr>
          <p:spPr>
            <a:xfrm>
              <a:off x="5611507" y="2010185"/>
              <a:ext cx="73660" cy="73025"/>
            </a:xfrm>
            <a:custGeom>
              <a:avLst/>
              <a:gdLst/>
              <a:ahLst/>
              <a:cxnLst/>
              <a:rect l="l" t="t" r="r" b="b"/>
              <a:pathLst>
                <a:path w="73660" h="73025">
                  <a:moveTo>
                    <a:pt x="73151" y="36423"/>
                  </a:moveTo>
                  <a:lnTo>
                    <a:pt x="72389" y="31089"/>
                  </a:lnTo>
                  <a:lnTo>
                    <a:pt x="70865" y="25755"/>
                  </a:lnTo>
                  <a:lnTo>
                    <a:pt x="56447" y="5897"/>
                  </a:lnTo>
                  <a:lnTo>
                    <a:pt x="34794" y="0"/>
                  </a:lnTo>
                  <a:lnTo>
                    <a:pt x="13651" y="7742"/>
                  </a:lnTo>
                  <a:lnTo>
                    <a:pt x="761" y="28803"/>
                  </a:lnTo>
                  <a:lnTo>
                    <a:pt x="0" y="33375"/>
                  </a:lnTo>
                  <a:lnTo>
                    <a:pt x="0" y="38709"/>
                  </a:lnTo>
                  <a:lnTo>
                    <a:pt x="10993" y="62354"/>
                  </a:lnTo>
                  <a:lnTo>
                    <a:pt x="32132" y="72461"/>
                  </a:lnTo>
                  <a:lnTo>
                    <a:pt x="55112" y="67597"/>
                  </a:lnTo>
                  <a:lnTo>
                    <a:pt x="71627" y="46329"/>
                  </a:lnTo>
                  <a:lnTo>
                    <a:pt x="73151" y="3642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3" name="object 1813"/>
            <p:cNvSpPr/>
            <p:nvPr/>
          </p:nvSpPr>
          <p:spPr>
            <a:xfrm>
              <a:off x="5611507" y="2010185"/>
              <a:ext cx="73660" cy="73025"/>
            </a:xfrm>
            <a:custGeom>
              <a:avLst/>
              <a:gdLst/>
              <a:ahLst/>
              <a:cxnLst/>
              <a:rect l="l" t="t" r="r" b="b"/>
              <a:pathLst>
                <a:path w="73660" h="73025">
                  <a:moveTo>
                    <a:pt x="73151" y="36423"/>
                  </a:moveTo>
                  <a:lnTo>
                    <a:pt x="72389" y="31089"/>
                  </a:lnTo>
                  <a:lnTo>
                    <a:pt x="70865" y="25755"/>
                  </a:lnTo>
                  <a:lnTo>
                    <a:pt x="56447" y="5897"/>
                  </a:lnTo>
                  <a:lnTo>
                    <a:pt x="34794" y="0"/>
                  </a:lnTo>
                  <a:lnTo>
                    <a:pt x="13651" y="7742"/>
                  </a:lnTo>
                  <a:lnTo>
                    <a:pt x="761" y="28803"/>
                  </a:lnTo>
                  <a:lnTo>
                    <a:pt x="0" y="33375"/>
                  </a:lnTo>
                  <a:lnTo>
                    <a:pt x="0" y="38709"/>
                  </a:lnTo>
                  <a:lnTo>
                    <a:pt x="10993" y="62354"/>
                  </a:lnTo>
                  <a:lnTo>
                    <a:pt x="32132" y="72461"/>
                  </a:lnTo>
                  <a:lnTo>
                    <a:pt x="55112" y="67597"/>
                  </a:lnTo>
                  <a:lnTo>
                    <a:pt x="71627" y="46329"/>
                  </a:lnTo>
                  <a:lnTo>
                    <a:pt x="72389" y="41757"/>
                  </a:lnTo>
                  <a:lnTo>
                    <a:pt x="73151" y="3642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4" name="object 1814"/>
            <p:cNvSpPr/>
            <p:nvPr/>
          </p:nvSpPr>
          <p:spPr>
            <a:xfrm>
              <a:off x="5314328" y="1922414"/>
              <a:ext cx="344170" cy="223520"/>
            </a:xfrm>
            <a:custGeom>
              <a:avLst/>
              <a:gdLst/>
              <a:ahLst/>
              <a:cxnLst/>
              <a:rect l="l" t="t" r="r" b="b"/>
              <a:pathLst>
                <a:path w="344170" h="223519">
                  <a:moveTo>
                    <a:pt x="5334" y="220980"/>
                  </a:moveTo>
                  <a:lnTo>
                    <a:pt x="3810" y="1524"/>
                  </a:lnTo>
                  <a:lnTo>
                    <a:pt x="3822" y="0"/>
                  </a:lnTo>
                  <a:lnTo>
                    <a:pt x="0" y="0"/>
                  </a:lnTo>
                  <a:lnTo>
                    <a:pt x="0" y="1524"/>
                  </a:lnTo>
                  <a:lnTo>
                    <a:pt x="1524" y="220980"/>
                  </a:lnTo>
                  <a:lnTo>
                    <a:pt x="1536" y="223266"/>
                  </a:lnTo>
                  <a:lnTo>
                    <a:pt x="5334" y="223266"/>
                  </a:lnTo>
                  <a:lnTo>
                    <a:pt x="5334" y="220980"/>
                  </a:lnTo>
                  <a:close/>
                </a:path>
                <a:path w="344170" h="223519">
                  <a:moveTo>
                    <a:pt x="343662" y="115824"/>
                  </a:moveTo>
                  <a:lnTo>
                    <a:pt x="342900" y="112776"/>
                  </a:lnTo>
                  <a:lnTo>
                    <a:pt x="337566" y="108204"/>
                  </a:lnTo>
                  <a:lnTo>
                    <a:pt x="333756" y="107442"/>
                  </a:lnTo>
                  <a:lnTo>
                    <a:pt x="326136" y="109728"/>
                  </a:lnTo>
                  <a:lnTo>
                    <a:pt x="323088" y="116586"/>
                  </a:lnTo>
                  <a:lnTo>
                    <a:pt x="326898" y="116586"/>
                  </a:lnTo>
                  <a:lnTo>
                    <a:pt x="327660" y="114300"/>
                  </a:lnTo>
                  <a:lnTo>
                    <a:pt x="330708" y="110490"/>
                  </a:lnTo>
                  <a:lnTo>
                    <a:pt x="336042" y="110490"/>
                  </a:lnTo>
                  <a:lnTo>
                    <a:pt x="339090" y="113538"/>
                  </a:lnTo>
                  <a:lnTo>
                    <a:pt x="339090" y="118110"/>
                  </a:lnTo>
                  <a:lnTo>
                    <a:pt x="325374" y="131826"/>
                  </a:lnTo>
                  <a:lnTo>
                    <a:pt x="322326" y="138684"/>
                  </a:lnTo>
                  <a:lnTo>
                    <a:pt x="343662" y="138684"/>
                  </a:lnTo>
                  <a:lnTo>
                    <a:pt x="343662" y="135636"/>
                  </a:lnTo>
                  <a:lnTo>
                    <a:pt x="327660" y="135636"/>
                  </a:lnTo>
                  <a:lnTo>
                    <a:pt x="341376" y="121920"/>
                  </a:lnTo>
                  <a:lnTo>
                    <a:pt x="343662" y="1158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5" name="object 1815"/>
            <p:cNvSpPr/>
            <p:nvPr/>
          </p:nvSpPr>
          <p:spPr>
            <a:xfrm>
              <a:off x="5314340" y="1923926"/>
              <a:ext cx="5715" cy="219710"/>
            </a:xfrm>
            <a:custGeom>
              <a:avLst/>
              <a:gdLst/>
              <a:ahLst/>
              <a:cxnLst/>
              <a:rect l="l" t="t" r="r" b="b"/>
              <a:pathLst>
                <a:path w="5714" h="219710">
                  <a:moveTo>
                    <a:pt x="5334" y="219455"/>
                  </a:moveTo>
                  <a:lnTo>
                    <a:pt x="1524" y="219455"/>
                  </a:lnTo>
                  <a:lnTo>
                    <a:pt x="0" y="0"/>
                  </a:lnTo>
                  <a:lnTo>
                    <a:pt x="3810" y="0"/>
                  </a:lnTo>
                  <a:lnTo>
                    <a:pt x="5334" y="21945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6" name="object 1816"/>
            <p:cNvSpPr/>
            <p:nvPr/>
          </p:nvSpPr>
          <p:spPr>
            <a:xfrm>
              <a:off x="5267858" y="1832805"/>
              <a:ext cx="98425" cy="98425"/>
            </a:xfrm>
            <a:custGeom>
              <a:avLst/>
              <a:gdLst/>
              <a:ahLst/>
              <a:cxnLst/>
              <a:rect l="l" t="t" r="r" b="b"/>
              <a:pathLst>
                <a:path w="98425" h="98425">
                  <a:moveTo>
                    <a:pt x="98298" y="55306"/>
                  </a:moveTo>
                  <a:lnTo>
                    <a:pt x="98298" y="49210"/>
                  </a:lnTo>
                  <a:lnTo>
                    <a:pt x="98298" y="43114"/>
                  </a:lnTo>
                  <a:lnTo>
                    <a:pt x="96774" y="37018"/>
                  </a:lnTo>
                  <a:lnTo>
                    <a:pt x="76766" y="7958"/>
                  </a:lnTo>
                  <a:lnTo>
                    <a:pt x="46129" y="0"/>
                  </a:lnTo>
                  <a:lnTo>
                    <a:pt x="16621" y="12074"/>
                  </a:lnTo>
                  <a:lnTo>
                    <a:pt x="0" y="43114"/>
                  </a:lnTo>
                  <a:lnTo>
                    <a:pt x="0" y="55306"/>
                  </a:lnTo>
                  <a:lnTo>
                    <a:pt x="16671" y="86300"/>
                  </a:lnTo>
                  <a:lnTo>
                    <a:pt x="46129" y="98250"/>
                  </a:lnTo>
                  <a:lnTo>
                    <a:pt x="76716" y="90252"/>
                  </a:lnTo>
                  <a:lnTo>
                    <a:pt x="96774" y="61402"/>
                  </a:lnTo>
                  <a:lnTo>
                    <a:pt x="98298" y="5530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7" name="object 1817"/>
            <p:cNvSpPr/>
            <p:nvPr/>
          </p:nvSpPr>
          <p:spPr>
            <a:xfrm>
              <a:off x="5267858" y="1832805"/>
              <a:ext cx="98425" cy="98425"/>
            </a:xfrm>
            <a:custGeom>
              <a:avLst/>
              <a:gdLst/>
              <a:ahLst/>
              <a:cxnLst/>
              <a:rect l="l" t="t" r="r" b="b"/>
              <a:pathLst>
                <a:path w="98425" h="98425">
                  <a:moveTo>
                    <a:pt x="98298" y="49210"/>
                  </a:moveTo>
                  <a:lnTo>
                    <a:pt x="98298" y="43114"/>
                  </a:lnTo>
                  <a:lnTo>
                    <a:pt x="96774" y="37018"/>
                  </a:lnTo>
                  <a:lnTo>
                    <a:pt x="76766" y="7958"/>
                  </a:lnTo>
                  <a:lnTo>
                    <a:pt x="46129" y="0"/>
                  </a:lnTo>
                  <a:lnTo>
                    <a:pt x="16621" y="12074"/>
                  </a:lnTo>
                  <a:lnTo>
                    <a:pt x="0" y="43114"/>
                  </a:lnTo>
                  <a:lnTo>
                    <a:pt x="0" y="55306"/>
                  </a:lnTo>
                  <a:lnTo>
                    <a:pt x="16671" y="86300"/>
                  </a:lnTo>
                  <a:lnTo>
                    <a:pt x="46129" y="98250"/>
                  </a:lnTo>
                  <a:lnTo>
                    <a:pt x="76716" y="90252"/>
                  </a:lnTo>
                  <a:lnTo>
                    <a:pt x="96774" y="61402"/>
                  </a:lnTo>
                  <a:lnTo>
                    <a:pt x="98298" y="55306"/>
                  </a:lnTo>
                  <a:lnTo>
                    <a:pt x="98298" y="492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8" name="object 1818"/>
            <p:cNvSpPr/>
            <p:nvPr/>
          </p:nvSpPr>
          <p:spPr>
            <a:xfrm>
              <a:off x="5282323" y="1832028"/>
              <a:ext cx="70485" cy="100330"/>
            </a:xfrm>
            <a:custGeom>
              <a:avLst/>
              <a:gdLst/>
              <a:ahLst/>
              <a:cxnLst/>
              <a:rect l="l" t="t" r="r" b="b"/>
              <a:pathLst>
                <a:path w="70485" h="100330">
                  <a:moveTo>
                    <a:pt x="70104" y="85051"/>
                  </a:moveTo>
                  <a:lnTo>
                    <a:pt x="35052" y="50761"/>
                  </a:lnTo>
                  <a:lnTo>
                    <a:pt x="0" y="85051"/>
                  </a:lnTo>
                  <a:lnTo>
                    <a:pt x="3810" y="88861"/>
                  </a:lnTo>
                  <a:lnTo>
                    <a:pt x="19812" y="97180"/>
                  </a:lnTo>
                  <a:lnTo>
                    <a:pt x="35242" y="99783"/>
                  </a:lnTo>
                  <a:lnTo>
                    <a:pt x="50571" y="96735"/>
                  </a:lnTo>
                  <a:lnTo>
                    <a:pt x="66294" y="88099"/>
                  </a:lnTo>
                  <a:lnTo>
                    <a:pt x="70104" y="85051"/>
                  </a:lnTo>
                  <a:close/>
                </a:path>
                <a:path w="70485" h="100330">
                  <a:moveTo>
                    <a:pt x="70104" y="14185"/>
                  </a:moveTo>
                  <a:lnTo>
                    <a:pt x="66294" y="11137"/>
                  </a:lnTo>
                  <a:lnTo>
                    <a:pt x="50571" y="2616"/>
                  </a:lnTo>
                  <a:lnTo>
                    <a:pt x="34734" y="0"/>
                  </a:lnTo>
                  <a:lnTo>
                    <a:pt x="19062" y="3149"/>
                  </a:lnTo>
                  <a:lnTo>
                    <a:pt x="3810" y="11899"/>
                  </a:lnTo>
                  <a:lnTo>
                    <a:pt x="0" y="14947"/>
                  </a:lnTo>
                  <a:lnTo>
                    <a:pt x="34290" y="49237"/>
                  </a:lnTo>
                  <a:lnTo>
                    <a:pt x="35052" y="49237"/>
                  </a:lnTo>
                  <a:lnTo>
                    <a:pt x="70104" y="1418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9" name="object 1819"/>
            <p:cNvSpPr/>
            <p:nvPr/>
          </p:nvSpPr>
          <p:spPr>
            <a:xfrm>
              <a:off x="5267858" y="1832805"/>
              <a:ext cx="98425" cy="98425"/>
            </a:xfrm>
            <a:custGeom>
              <a:avLst/>
              <a:gdLst/>
              <a:ahLst/>
              <a:cxnLst/>
              <a:rect l="l" t="t" r="r" b="b"/>
              <a:pathLst>
                <a:path w="98425" h="98425">
                  <a:moveTo>
                    <a:pt x="98298" y="49210"/>
                  </a:moveTo>
                  <a:lnTo>
                    <a:pt x="98298" y="43114"/>
                  </a:lnTo>
                  <a:lnTo>
                    <a:pt x="96774" y="37018"/>
                  </a:lnTo>
                  <a:lnTo>
                    <a:pt x="76766" y="7958"/>
                  </a:lnTo>
                  <a:lnTo>
                    <a:pt x="46129" y="0"/>
                  </a:lnTo>
                  <a:lnTo>
                    <a:pt x="16621" y="12074"/>
                  </a:lnTo>
                  <a:lnTo>
                    <a:pt x="0" y="43114"/>
                  </a:lnTo>
                  <a:lnTo>
                    <a:pt x="0" y="55306"/>
                  </a:lnTo>
                  <a:lnTo>
                    <a:pt x="16671" y="86300"/>
                  </a:lnTo>
                  <a:lnTo>
                    <a:pt x="46129" y="98250"/>
                  </a:lnTo>
                  <a:lnTo>
                    <a:pt x="76716" y="90252"/>
                  </a:lnTo>
                  <a:lnTo>
                    <a:pt x="96774" y="61402"/>
                  </a:lnTo>
                  <a:lnTo>
                    <a:pt x="98298" y="55306"/>
                  </a:lnTo>
                  <a:lnTo>
                    <a:pt x="98298" y="49210"/>
                  </a:lnTo>
                  <a:close/>
                </a:path>
              </a:pathLst>
            </a:custGeom>
            <a:ln w="46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0" name="object 1820"/>
            <p:cNvSpPr/>
            <p:nvPr/>
          </p:nvSpPr>
          <p:spPr>
            <a:xfrm>
              <a:off x="5363870" y="1875158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4572" y="6096"/>
                  </a:moveTo>
                  <a:lnTo>
                    <a:pt x="4572" y="0"/>
                  </a:lnTo>
                  <a:lnTo>
                    <a:pt x="0" y="762"/>
                  </a:lnTo>
                  <a:lnTo>
                    <a:pt x="0" y="6858"/>
                  </a:lnTo>
                  <a:lnTo>
                    <a:pt x="4572" y="60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1" name="object 1821"/>
            <p:cNvSpPr/>
            <p:nvPr/>
          </p:nvSpPr>
          <p:spPr>
            <a:xfrm>
              <a:off x="5363870" y="1875158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4572" y="6096"/>
                  </a:moveTo>
                  <a:lnTo>
                    <a:pt x="0" y="6858"/>
                  </a:lnTo>
                  <a:lnTo>
                    <a:pt x="0" y="762"/>
                  </a:lnTo>
                  <a:lnTo>
                    <a:pt x="4572" y="0"/>
                  </a:lnTo>
                  <a:lnTo>
                    <a:pt x="4572" y="60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2" name="object 1822"/>
            <p:cNvSpPr/>
            <p:nvPr/>
          </p:nvSpPr>
          <p:spPr>
            <a:xfrm>
              <a:off x="5362346" y="1869062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5">
                  <a:moveTo>
                    <a:pt x="175" y="1465"/>
                  </a:moveTo>
                  <a:lnTo>
                    <a:pt x="0" y="762"/>
                  </a:lnTo>
                  <a:lnTo>
                    <a:pt x="0" y="1524"/>
                  </a:lnTo>
                  <a:lnTo>
                    <a:pt x="175" y="1465"/>
                  </a:lnTo>
                  <a:close/>
                </a:path>
                <a:path w="6350" h="6985">
                  <a:moveTo>
                    <a:pt x="6096" y="6096"/>
                  </a:moveTo>
                  <a:lnTo>
                    <a:pt x="4572" y="0"/>
                  </a:lnTo>
                  <a:lnTo>
                    <a:pt x="175" y="1465"/>
                  </a:lnTo>
                  <a:lnTo>
                    <a:pt x="1524" y="6858"/>
                  </a:lnTo>
                  <a:lnTo>
                    <a:pt x="6096" y="60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3" name="object 1823"/>
            <p:cNvSpPr/>
            <p:nvPr/>
          </p:nvSpPr>
          <p:spPr>
            <a:xfrm>
              <a:off x="5362346" y="1869062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5">
                  <a:moveTo>
                    <a:pt x="6096" y="6096"/>
                  </a:moveTo>
                  <a:lnTo>
                    <a:pt x="1524" y="6858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4572" y="0"/>
                  </a:lnTo>
                  <a:lnTo>
                    <a:pt x="6096" y="60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4" name="object 1824"/>
            <p:cNvSpPr/>
            <p:nvPr/>
          </p:nvSpPr>
          <p:spPr>
            <a:xfrm>
              <a:off x="5360822" y="1862966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19">
                  <a:moveTo>
                    <a:pt x="6096" y="6096"/>
                  </a:moveTo>
                  <a:lnTo>
                    <a:pt x="4572" y="0"/>
                  </a:lnTo>
                  <a:lnTo>
                    <a:pt x="0" y="1524"/>
                  </a:lnTo>
                  <a:lnTo>
                    <a:pt x="1524" y="7620"/>
                  </a:lnTo>
                  <a:lnTo>
                    <a:pt x="6096" y="60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5" name="object 1825"/>
            <p:cNvSpPr/>
            <p:nvPr/>
          </p:nvSpPr>
          <p:spPr>
            <a:xfrm>
              <a:off x="5360822" y="1862966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19">
                  <a:moveTo>
                    <a:pt x="6096" y="6096"/>
                  </a:moveTo>
                  <a:lnTo>
                    <a:pt x="1524" y="7620"/>
                  </a:lnTo>
                  <a:lnTo>
                    <a:pt x="0" y="1524"/>
                  </a:lnTo>
                  <a:lnTo>
                    <a:pt x="4572" y="0"/>
                  </a:lnTo>
                  <a:lnTo>
                    <a:pt x="6096" y="60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6" name="object 1826"/>
            <p:cNvSpPr/>
            <p:nvPr/>
          </p:nvSpPr>
          <p:spPr>
            <a:xfrm>
              <a:off x="5358536" y="1856870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19">
                  <a:moveTo>
                    <a:pt x="6858" y="6096"/>
                  </a:moveTo>
                  <a:lnTo>
                    <a:pt x="3810" y="0"/>
                  </a:lnTo>
                  <a:lnTo>
                    <a:pt x="0" y="2286"/>
                  </a:lnTo>
                  <a:lnTo>
                    <a:pt x="2286" y="7620"/>
                  </a:lnTo>
                  <a:lnTo>
                    <a:pt x="6858" y="60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7" name="object 1827"/>
            <p:cNvSpPr/>
            <p:nvPr/>
          </p:nvSpPr>
          <p:spPr>
            <a:xfrm>
              <a:off x="5358536" y="1856870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19">
                  <a:moveTo>
                    <a:pt x="6858" y="6096"/>
                  </a:moveTo>
                  <a:lnTo>
                    <a:pt x="2286" y="7620"/>
                  </a:lnTo>
                  <a:lnTo>
                    <a:pt x="0" y="2286"/>
                  </a:lnTo>
                  <a:lnTo>
                    <a:pt x="3810" y="0"/>
                  </a:lnTo>
                  <a:lnTo>
                    <a:pt x="6858" y="60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8" name="object 1828"/>
            <p:cNvSpPr/>
            <p:nvPr/>
          </p:nvSpPr>
          <p:spPr>
            <a:xfrm>
              <a:off x="5355488" y="1851536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19">
                  <a:moveTo>
                    <a:pt x="6858" y="5334"/>
                  </a:moveTo>
                  <a:lnTo>
                    <a:pt x="3048" y="0"/>
                  </a:lnTo>
                  <a:lnTo>
                    <a:pt x="0" y="3048"/>
                  </a:lnTo>
                  <a:lnTo>
                    <a:pt x="3048" y="7620"/>
                  </a:lnTo>
                  <a:lnTo>
                    <a:pt x="6858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9" name="object 1829"/>
            <p:cNvSpPr/>
            <p:nvPr/>
          </p:nvSpPr>
          <p:spPr>
            <a:xfrm>
              <a:off x="5355488" y="1851536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19">
                  <a:moveTo>
                    <a:pt x="6858" y="5334"/>
                  </a:moveTo>
                  <a:lnTo>
                    <a:pt x="3048" y="7620"/>
                  </a:lnTo>
                  <a:lnTo>
                    <a:pt x="0" y="3048"/>
                  </a:lnTo>
                  <a:lnTo>
                    <a:pt x="3048" y="0"/>
                  </a:lnTo>
                  <a:lnTo>
                    <a:pt x="6858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0" name="object 1830"/>
            <p:cNvSpPr/>
            <p:nvPr/>
          </p:nvSpPr>
          <p:spPr>
            <a:xfrm>
              <a:off x="5351678" y="1846202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6858" y="5334"/>
                  </a:moveTo>
                  <a:lnTo>
                    <a:pt x="3048" y="762"/>
                  </a:lnTo>
                  <a:lnTo>
                    <a:pt x="3048" y="0"/>
                  </a:lnTo>
                  <a:lnTo>
                    <a:pt x="0" y="3810"/>
                  </a:lnTo>
                  <a:lnTo>
                    <a:pt x="3810" y="8382"/>
                  </a:lnTo>
                  <a:lnTo>
                    <a:pt x="6858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1" name="object 1831"/>
            <p:cNvSpPr/>
            <p:nvPr/>
          </p:nvSpPr>
          <p:spPr>
            <a:xfrm>
              <a:off x="5351678" y="1846202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6858" y="5334"/>
                  </a:moveTo>
                  <a:lnTo>
                    <a:pt x="3810" y="8382"/>
                  </a:lnTo>
                  <a:lnTo>
                    <a:pt x="0" y="3810"/>
                  </a:lnTo>
                  <a:lnTo>
                    <a:pt x="3048" y="0"/>
                  </a:lnTo>
                  <a:lnTo>
                    <a:pt x="3048" y="762"/>
                  </a:lnTo>
                  <a:lnTo>
                    <a:pt x="6858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2" name="object 1832"/>
            <p:cNvSpPr/>
            <p:nvPr/>
          </p:nvSpPr>
          <p:spPr>
            <a:xfrm>
              <a:off x="5347106" y="1842392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338" y="3386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338" y="3386"/>
                  </a:lnTo>
                  <a:close/>
                </a:path>
                <a:path w="7620" h="7619">
                  <a:moveTo>
                    <a:pt x="7620" y="3810"/>
                  </a:moveTo>
                  <a:lnTo>
                    <a:pt x="3048" y="0"/>
                  </a:lnTo>
                  <a:lnTo>
                    <a:pt x="338" y="3386"/>
                  </a:lnTo>
                  <a:lnTo>
                    <a:pt x="4572" y="7620"/>
                  </a:lnTo>
                  <a:lnTo>
                    <a:pt x="762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3" name="object 1833"/>
            <p:cNvSpPr/>
            <p:nvPr/>
          </p:nvSpPr>
          <p:spPr>
            <a:xfrm>
              <a:off x="5347106" y="1842392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20" y="3810"/>
                  </a:moveTo>
                  <a:lnTo>
                    <a:pt x="4572" y="7620"/>
                  </a:lnTo>
                  <a:lnTo>
                    <a:pt x="0" y="3048"/>
                  </a:lnTo>
                  <a:lnTo>
                    <a:pt x="0" y="3810"/>
                  </a:lnTo>
                  <a:lnTo>
                    <a:pt x="3048" y="0"/>
                  </a:lnTo>
                  <a:lnTo>
                    <a:pt x="762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4" name="object 1834"/>
            <p:cNvSpPr/>
            <p:nvPr/>
          </p:nvSpPr>
          <p:spPr>
            <a:xfrm>
              <a:off x="5342534" y="1838582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20" y="3810"/>
                  </a:moveTo>
                  <a:lnTo>
                    <a:pt x="2286" y="0"/>
                  </a:lnTo>
                  <a:lnTo>
                    <a:pt x="0" y="3810"/>
                  </a:lnTo>
                  <a:lnTo>
                    <a:pt x="4572" y="7620"/>
                  </a:lnTo>
                  <a:lnTo>
                    <a:pt x="762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5" name="object 1835"/>
            <p:cNvSpPr/>
            <p:nvPr/>
          </p:nvSpPr>
          <p:spPr>
            <a:xfrm>
              <a:off x="5342534" y="1838582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20" y="3810"/>
                  </a:moveTo>
                  <a:lnTo>
                    <a:pt x="4572" y="7620"/>
                  </a:lnTo>
                  <a:lnTo>
                    <a:pt x="0" y="3810"/>
                  </a:lnTo>
                  <a:lnTo>
                    <a:pt x="2286" y="0"/>
                  </a:lnTo>
                  <a:lnTo>
                    <a:pt x="762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6" name="object 1836"/>
            <p:cNvSpPr/>
            <p:nvPr/>
          </p:nvSpPr>
          <p:spPr>
            <a:xfrm>
              <a:off x="5337200" y="1835534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620" y="3048"/>
                  </a:moveTo>
                  <a:lnTo>
                    <a:pt x="2286" y="0"/>
                  </a:lnTo>
                  <a:lnTo>
                    <a:pt x="1524" y="0"/>
                  </a:lnTo>
                  <a:lnTo>
                    <a:pt x="0" y="3810"/>
                  </a:lnTo>
                  <a:lnTo>
                    <a:pt x="5334" y="6858"/>
                  </a:lnTo>
                  <a:lnTo>
                    <a:pt x="7620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7" name="object 1837"/>
            <p:cNvSpPr/>
            <p:nvPr/>
          </p:nvSpPr>
          <p:spPr>
            <a:xfrm>
              <a:off x="5337200" y="1835534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620" y="3048"/>
                  </a:moveTo>
                  <a:lnTo>
                    <a:pt x="5334" y="6858"/>
                  </a:lnTo>
                  <a:lnTo>
                    <a:pt x="0" y="3810"/>
                  </a:lnTo>
                  <a:lnTo>
                    <a:pt x="1524" y="0"/>
                  </a:lnTo>
                  <a:lnTo>
                    <a:pt x="2286" y="0"/>
                  </a:lnTo>
                  <a:lnTo>
                    <a:pt x="7620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8" name="object 1838"/>
            <p:cNvSpPr/>
            <p:nvPr/>
          </p:nvSpPr>
          <p:spPr>
            <a:xfrm>
              <a:off x="5331104" y="1832486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620" y="3048"/>
                  </a:moveTo>
                  <a:lnTo>
                    <a:pt x="1524" y="0"/>
                  </a:lnTo>
                  <a:lnTo>
                    <a:pt x="762" y="4572"/>
                  </a:lnTo>
                  <a:lnTo>
                    <a:pt x="0" y="4572"/>
                  </a:lnTo>
                  <a:lnTo>
                    <a:pt x="6096" y="6858"/>
                  </a:lnTo>
                  <a:lnTo>
                    <a:pt x="7620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9" name="object 1839"/>
            <p:cNvSpPr/>
            <p:nvPr/>
          </p:nvSpPr>
          <p:spPr>
            <a:xfrm>
              <a:off x="5331104" y="1832486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620" y="3048"/>
                  </a:moveTo>
                  <a:lnTo>
                    <a:pt x="6096" y="6858"/>
                  </a:lnTo>
                  <a:lnTo>
                    <a:pt x="0" y="4572"/>
                  </a:lnTo>
                  <a:lnTo>
                    <a:pt x="762" y="4572"/>
                  </a:lnTo>
                  <a:lnTo>
                    <a:pt x="1524" y="0"/>
                  </a:lnTo>
                  <a:lnTo>
                    <a:pt x="7620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0" name="object 1840"/>
            <p:cNvSpPr/>
            <p:nvPr/>
          </p:nvSpPr>
          <p:spPr>
            <a:xfrm>
              <a:off x="5325770" y="1830962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858" y="1524"/>
                  </a:moveTo>
                  <a:lnTo>
                    <a:pt x="762" y="0"/>
                  </a:lnTo>
                  <a:lnTo>
                    <a:pt x="0" y="4572"/>
                  </a:lnTo>
                  <a:lnTo>
                    <a:pt x="6096" y="6096"/>
                  </a:lnTo>
                  <a:lnTo>
                    <a:pt x="6858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1" name="object 1841"/>
            <p:cNvSpPr/>
            <p:nvPr/>
          </p:nvSpPr>
          <p:spPr>
            <a:xfrm>
              <a:off x="5325770" y="1830962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858" y="1524"/>
                  </a:moveTo>
                  <a:lnTo>
                    <a:pt x="6096" y="6096"/>
                  </a:lnTo>
                  <a:lnTo>
                    <a:pt x="0" y="4572"/>
                  </a:lnTo>
                  <a:lnTo>
                    <a:pt x="762" y="0"/>
                  </a:lnTo>
                  <a:lnTo>
                    <a:pt x="6858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2" name="object 1842"/>
            <p:cNvSpPr/>
            <p:nvPr/>
          </p:nvSpPr>
          <p:spPr>
            <a:xfrm>
              <a:off x="5319674" y="1830200"/>
              <a:ext cx="6985" cy="5715"/>
            </a:xfrm>
            <a:custGeom>
              <a:avLst/>
              <a:gdLst/>
              <a:ahLst/>
              <a:cxnLst/>
              <a:rect l="l" t="t" r="r" b="b"/>
              <a:pathLst>
                <a:path w="6985" h="5714">
                  <a:moveTo>
                    <a:pt x="6858" y="762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5334"/>
                  </a:lnTo>
                  <a:lnTo>
                    <a:pt x="6096" y="5334"/>
                  </a:lnTo>
                  <a:lnTo>
                    <a:pt x="6858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3" name="object 1843"/>
            <p:cNvSpPr/>
            <p:nvPr/>
          </p:nvSpPr>
          <p:spPr>
            <a:xfrm>
              <a:off x="5319674" y="1830200"/>
              <a:ext cx="6985" cy="5715"/>
            </a:xfrm>
            <a:custGeom>
              <a:avLst/>
              <a:gdLst/>
              <a:ahLst/>
              <a:cxnLst/>
              <a:rect l="l" t="t" r="r" b="b"/>
              <a:pathLst>
                <a:path w="6985" h="5714">
                  <a:moveTo>
                    <a:pt x="6858" y="762"/>
                  </a:moveTo>
                  <a:lnTo>
                    <a:pt x="6096" y="5334"/>
                  </a:lnTo>
                  <a:lnTo>
                    <a:pt x="0" y="5334"/>
                  </a:lnTo>
                  <a:lnTo>
                    <a:pt x="0" y="0"/>
                  </a:lnTo>
                  <a:lnTo>
                    <a:pt x="762" y="0"/>
                  </a:lnTo>
                  <a:lnTo>
                    <a:pt x="6858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4" name="object 1844"/>
            <p:cNvSpPr/>
            <p:nvPr/>
          </p:nvSpPr>
          <p:spPr>
            <a:xfrm>
              <a:off x="5313578" y="1830200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6096" y="5334"/>
                  </a:moveTo>
                  <a:lnTo>
                    <a:pt x="6096" y="0"/>
                  </a:lnTo>
                  <a:lnTo>
                    <a:pt x="0" y="0"/>
                  </a:lnTo>
                  <a:lnTo>
                    <a:pt x="762" y="4572"/>
                  </a:lnTo>
                  <a:lnTo>
                    <a:pt x="762" y="5334"/>
                  </a:lnTo>
                  <a:lnTo>
                    <a:pt x="6096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5" name="object 1845"/>
            <p:cNvSpPr/>
            <p:nvPr/>
          </p:nvSpPr>
          <p:spPr>
            <a:xfrm>
              <a:off x="5313578" y="1830200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6096" y="0"/>
                  </a:moveTo>
                  <a:lnTo>
                    <a:pt x="6096" y="5334"/>
                  </a:lnTo>
                  <a:lnTo>
                    <a:pt x="762" y="5334"/>
                  </a:lnTo>
                  <a:lnTo>
                    <a:pt x="762" y="4572"/>
                  </a:lnTo>
                  <a:lnTo>
                    <a:pt x="0" y="0"/>
                  </a:lnTo>
                  <a:lnTo>
                    <a:pt x="609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6" name="object 1846"/>
            <p:cNvSpPr/>
            <p:nvPr/>
          </p:nvSpPr>
          <p:spPr>
            <a:xfrm>
              <a:off x="5307482" y="1830200"/>
              <a:ext cx="6985" cy="5715"/>
            </a:xfrm>
            <a:custGeom>
              <a:avLst/>
              <a:gdLst/>
              <a:ahLst/>
              <a:cxnLst/>
              <a:rect l="l" t="t" r="r" b="b"/>
              <a:pathLst>
                <a:path w="6985" h="5714">
                  <a:moveTo>
                    <a:pt x="6858" y="4572"/>
                  </a:moveTo>
                  <a:lnTo>
                    <a:pt x="6096" y="0"/>
                  </a:lnTo>
                  <a:lnTo>
                    <a:pt x="0" y="762"/>
                  </a:lnTo>
                  <a:lnTo>
                    <a:pt x="762" y="5334"/>
                  </a:lnTo>
                  <a:lnTo>
                    <a:pt x="6858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7" name="object 1847"/>
            <p:cNvSpPr/>
            <p:nvPr/>
          </p:nvSpPr>
          <p:spPr>
            <a:xfrm>
              <a:off x="5307482" y="1830200"/>
              <a:ext cx="6985" cy="5715"/>
            </a:xfrm>
            <a:custGeom>
              <a:avLst/>
              <a:gdLst/>
              <a:ahLst/>
              <a:cxnLst/>
              <a:rect l="l" t="t" r="r" b="b"/>
              <a:pathLst>
                <a:path w="6985" h="5714">
                  <a:moveTo>
                    <a:pt x="6096" y="0"/>
                  </a:moveTo>
                  <a:lnTo>
                    <a:pt x="6858" y="4572"/>
                  </a:lnTo>
                  <a:lnTo>
                    <a:pt x="762" y="5334"/>
                  </a:lnTo>
                  <a:lnTo>
                    <a:pt x="0" y="762"/>
                  </a:lnTo>
                  <a:lnTo>
                    <a:pt x="609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8" name="object 1848"/>
            <p:cNvSpPr/>
            <p:nvPr/>
          </p:nvSpPr>
          <p:spPr>
            <a:xfrm>
              <a:off x="5300624" y="1830962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620" y="4572"/>
                  </a:moveTo>
                  <a:lnTo>
                    <a:pt x="6858" y="0"/>
                  </a:lnTo>
                  <a:lnTo>
                    <a:pt x="762" y="1524"/>
                  </a:lnTo>
                  <a:lnTo>
                    <a:pt x="0" y="1524"/>
                  </a:lnTo>
                  <a:lnTo>
                    <a:pt x="2201" y="5926"/>
                  </a:lnTo>
                  <a:lnTo>
                    <a:pt x="7620" y="4572"/>
                  </a:lnTo>
                  <a:close/>
                </a:path>
                <a:path w="7620" h="6350">
                  <a:moveTo>
                    <a:pt x="2286" y="6096"/>
                  </a:moveTo>
                  <a:lnTo>
                    <a:pt x="2201" y="5926"/>
                  </a:lnTo>
                  <a:lnTo>
                    <a:pt x="1524" y="6096"/>
                  </a:lnTo>
                  <a:lnTo>
                    <a:pt x="2286" y="60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9" name="object 1849"/>
            <p:cNvSpPr/>
            <p:nvPr/>
          </p:nvSpPr>
          <p:spPr>
            <a:xfrm>
              <a:off x="5300624" y="1830962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6858" y="0"/>
                  </a:moveTo>
                  <a:lnTo>
                    <a:pt x="7620" y="4572"/>
                  </a:lnTo>
                  <a:lnTo>
                    <a:pt x="1524" y="6096"/>
                  </a:lnTo>
                  <a:lnTo>
                    <a:pt x="2286" y="6096"/>
                  </a:lnTo>
                  <a:lnTo>
                    <a:pt x="0" y="1524"/>
                  </a:lnTo>
                  <a:lnTo>
                    <a:pt x="762" y="1524"/>
                  </a:lnTo>
                  <a:lnTo>
                    <a:pt x="685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0" name="object 1850"/>
            <p:cNvSpPr/>
            <p:nvPr/>
          </p:nvSpPr>
          <p:spPr>
            <a:xfrm>
              <a:off x="5295290" y="1832486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620" y="4572"/>
                  </a:moveTo>
                  <a:lnTo>
                    <a:pt x="5334" y="0"/>
                  </a:lnTo>
                  <a:lnTo>
                    <a:pt x="0" y="3048"/>
                  </a:lnTo>
                  <a:lnTo>
                    <a:pt x="1524" y="6858"/>
                  </a:lnTo>
                  <a:lnTo>
                    <a:pt x="762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1" name="object 1851"/>
            <p:cNvSpPr/>
            <p:nvPr/>
          </p:nvSpPr>
          <p:spPr>
            <a:xfrm>
              <a:off x="5295290" y="1832486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5334" y="0"/>
                  </a:moveTo>
                  <a:lnTo>
                    <a:pt x="7620" y="4572"/>
                  </a:lnTo>
                  <a:lnTo>
                    <a:pt x="1524" y="6858"/>
                  </a:lnTo>
                  <a:lnTo>
                    <a:pt x="0" y="3048"/>
                  </a:lnTo>
                  <a:lnTo>
                    <a:pt x="533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2" name="object 1852"/>
            <p:cNvSpPr/>
            <p:nvPr/>
          </p:nvSpPr>
          <p:spPr>
            <a:xfrm>
              <a:off x="5289194" y="1835534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620" y="3810"/>
                  </a:moveTo>
                  <a:lnTo>
                    <a:pt x="6096" y="0"/>
                  </a:lnTo>
                  <a:lnTo>
                    <a:pt x="0" y="3048"/>
                  </a:lnTo>
                  <a:lnTo>
                    <a:pt x="3048" y="6858"/>
                  </a:lnTo>
                  <a:lnTo>
                    <a:pt x="762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3" name="object 1853"/>
            <p:cNvSpPr/>
            <p:nvPr/>
          </p:nvSpPr>
          <p:spPr>
            <a:xfrm>
              <a:off x="5289194" y="1835534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6096" y="0"/>
                  </a:moveTo>
                  <a:lnTo>
                    <a:pt x="7620" y="3810"/>
                  </a:lnTo>
                  <a:lnTo>
                    <a:pt x="3048" y="6858"/>
                  </a:lnTo>
                  <a:lnTo>
                    <a:pt x="0" y="3048"/>
                  </a:lnTo>
                  <a:lnTo>
                    <a:pt x="609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4" name="object 1854"/>
            <p:cNvSpPr/>
            <p:nvPr/>
          </p:nvSpPr>
          <p:spPr>
            <a:xfrm>
              <a:off x="5283860" y="1838582"/>
              <a:ext cx="8890" cy="6985"/>
            </a:xfrm>
            <a:custGeom>
              <a:avLst/>
              <a:gdLst/>
              <a:ahLst/>
              <a:cxnLst/>
              <a:rect l="l" t="t" r="r" b="b"/>
              <a:pathLst>
                <a:path w="8889" h="6985">
                  <a:moveTo>
                    <a:pt x="8382" y="3810"/>
                  </a:moveTo>
                  <a:lnTo>
                    <a:pt x="5334" y="0"/>
                  </a:lnTo>
                  <a:lnTo>
                    <a:pt x="0" y="3810"/>
                  </a:lnTo>
                  <a:lnTo>
                    <a:pt x="3048" y="6858"/>
                  </a:lnTo>
                  <a:lnTo>
                    <a:pt x="838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5" name="object 1855"/>
            <p:cNvSpPr/>
            <p:nvPr/>
          </p:nvSpPr>
          <p:spPr>
            <a:xfrm>
              <a:off x="5283860" y="1838582"/>
              <a:ext cx="8890" cy="6985"/>
            </a:xfrm>
            <a:custGeom>
              <a:avLst/>
              <a:gdLst/>
              <a:ahLst/>
              <a:cxnLst/>
              <a:rect l="l" t="t" r="r" b="b"/>
              <a:pathLst>
                <a:path w="8889" h="6985">
                  <a:moveTo>
                    <a:pt x="5334" y="0"/>
                  </a:moveTo>
                  <a:lnTo>
                    <a:pt x="8382" y="3810"/>
                  </a:lnTo>
                  <a:lnTo>
                    <a:pt x="3048" y="6858"/>
                  </a:lnTo>
                  <a:lnTo>
                    <a:pt x="0" y="3810"/>
                  </a:lnTo>
                  <a:lnTo>
                    <a:pt x="533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6" name="object 1856"/>
            <p:cNvSpPr/>
            <p:nvPr/>
          </p:nvSpPr>
          <p:spPr>
            <a:xfrm>
              <a:off x="5279288" y="1842392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20" y="3047"/>
                  </a:moveTo>
                  <a:lnTo>
                    <a:pt x="4572" y="0"/>
                  </a:lnTo>
                  <a:lnTo>
                    <a:pt x="0" y="4572"/>
                  </a:lnTo>
                  <a:lnTo>
                    <a:pt x="3048" y="7620"/>
                  </a:lnTo>
                  <a:lnTo>
                    <a:pt x="7620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7" name="object 1857"/>
            <p:cNvSpPr/>
            <p:nvPr/>
          </p:nvSpPr>
          <p:spPr>
            <a:xfrm>
              <a:off x="5279288" y="1842392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4572" y="0"/>
                  </a:moveTo>
                  <a:lnTo>
                    <a:pt x="7620" y="3047"/>
                  </a:lnTo>
                  <a:lnTo>
                    <a:pt x="3048" y="7620"/>
                  </a:lnTo>
                  <a:lnTo>
                    <a:pt x="0" y="4572"/>
                  </a:lnTo>
                  <a:lnTo>
                    <a:pt x="457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8" name="object 1858"/>
            <p:cNvSpPr/>
            <p:nvPr/>
          </p:nvSpPr>
          <p:spPr>
            <a:xfrm>
              <a:off x="5274716" y="184696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20" y="3047"/>
                  </a:moveTo>
                  <a:lnTo>
                    <a:pt x="4572" y="0"/>
                  </a:lnTo>
                  <a:lnTo>
                    <a:pt x="0" y="4572"/>
                  </a:lnTo>
                  <a:lnTo>
                    <a:pt x="3810" y="7620"/>
                  </a:lnTo>
                  <a:lnTo>
                    <a:pt x="7620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9" name="object 1859"/>
            <p:cNvSpPr/>
            <p:nvPr/>
          </p:nvSpPr>
          <p:spPr>
            <a:xfrm>
              <a:off x="5274716" y="184696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4572" y="0"/>
                  </a:moveTo>
                  <a:lnTo>
                    <a:pt x="7620" y="3047"/>
                  </a:lnTo>
                  <a:lnTo>
                    <a:pt x="3810" y="7620"/>
                  </a:lnTo>
                  <a:lnTo>
                    <a:pt x="0" y="4572"/>
                  </a:lnTo>
                  <a:lnTo>
                    <a:pt x="457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0" name="object 1860"/>
            <p:cNvSpPr/>
            <p:nvPr/>
          </p:nvSpPr>
          <p:spPr>
            <a:xfrm>
              <a:off x="5271668" y="1851536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19">
                  <a:moveTo>
                    <a:pt x="6858" y="3047"/>
                  </a:moveTo>
                  <a:lnTo>
                    <a:pt x="3048" y="0"/>
                  </a:lnTo>
                  <a:lnTo>
                    <a:pt x="0" y="5334"/>
                  </a:lnTo>
                  <a:lnTo>
                    <a:pt x="3810" y="7620"/>
                  </a:lnTo>
                  <a:lnTo>
                    <a:pt x="6858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1" name="object 1861"/>
            <p:cNvSpPr/>
            <p:nvPr/>
          </p:nvSpPr>
          <p:spPr>
            <a:xfrm>
              <a:off x="5271668" y="1851536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19">
                  <a:moveTo>
                    <a:pt x="3048" y="0"/>
                  </a:moveTo>
                  <a:lnTo>
                    <a:pt x="6858" y="3047"/>
                  </a:lnTo>
                  <a:lnTo>
                    <a:pt x="3810" y="7620"/>
                  </a:lnTo>
                  <a:lnTo>
                    <a:pt x="0" y="5334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2" name="object 1862"/>
            <p:cNvSpPr/>
            <p:nvPr/>
          </p:nvSpPr>
          <p:spPr>
            <a:xfrm>
              <a:off x="5268620" y="1856870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19">
                  <a:moveTo>
                    <a:pt x="6858" y="2285"/>
                  </a:moveTo>
                  <a:lnTo>
                    <a:pt x="3048" y="0"/>
                  </a:lnTo>
                  <a:lnTo>
                    <a:pt x="0" y="6096"/>
                  </a:lnTo>
                  <a:lnTo>
                    <a:pt x="4572" y="7620"/>
                  </a:lnTo>
                  <a:lnTo>
                    <a:pt x="6858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3" name="object 1863"/>
            <p:cNvSpPr/>
            <p:nvPr/>
          </p:nvSpPr>
          <p:spPr>
            <a:xfrm>
              <a:off x="5268620" y="1856870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19">
                  <a:moveTo>
                    <a:pt x="3048" y="0"/>
                  </a:moveTo>
                  <a:lnTo>
                    <a:pt x="6858" y="2285"/>
                  </a:lnTo>
                  <a:lnTo>
                    <a:pt x="4572" y="7620"/>
                  </a:lnTo>
                  <a:lnTo>
                    <a:pt x="0" y="6096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4" name="object 1864"/>
            <p:cNvSpPr/>
            <p:nvPr/>
          </p:nvSpPr>
          <p:spPr>
            <a:xfrm>
              <a:off x="5267096" y="1862966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5">
                  <a:moveTo>
                    <a:pt x="6096" y="1523"/>
                  </a:moveTo>
                  <a:lnTo>
                    <a:pt x="1524" y="0"/>
                  </a:lnTo>
                  <a:lnTo>
                    <a:pt x="0" y="6096"/>
                  </a:lnTo>
                  <a:lnTo>
                    <a:pt x="4572" y="6858"/>
                  </a:lnTo>
                  <a:lnTo>
                    <a:pt x="6096" y="15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5" name="object 1865"/>
            <p:cNvSpPr/>
            <p:nvPr/>
          </p:nvSpPr>
          <p:spPr>
            <a:xfrm>
              <a:off x="5267096" y="1862966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5">
                  <a:moveTo>
                    <a:pt x="1524" y="0"/>
                  </a:moveTo>
                  <a:lnTo>
                    <a:pt x="6096" y="1523"/>
                  </a:lnTo>
                  <a:lnTo>
                    <a:pt x="4572" y="6858"/>
                  </a:lnTo>
                  <a:lnTo>
                    <a:pt x="0" y="6096"/>
                  </a:lnTo>
                  <a:lnTo>
                    <a:pt x="152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6" name="object 1866"/>
            <p:cNvSpPr/>
            <p:nvPr/>
          </p:nvSpPr>
          <p:spPr>
            <a:xfrm>
              <a:off x="5265572" y="1869062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5">
                  <a:moveTo>
                    <a:pt x="6096" y="761"/>
                  </a:moveTo>
                  <a:lnTo>
                    <a:pt x="1524" y="0"/>
                  </a:lnTo>
                  <a:lnTo>
                    <a:pt x="0" y="6096"/>
                  </a:lnTo>
                  <a:lnTo>
                    <a:pt x="4572" y="6858"/>
                  </a:lnTo>
                  <a:lnTo>
                    <a:pt x="6096" y="7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7" name="object 1867"/>
            <p:cNvSpPr/>
            <p:nvPr/>
          </p:nvSpPr>
          <p:spPr>
            <a:xfrm>
              <a:off x="5265572" y="1869062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5">
                  <a:moveTo>
                    <a:pt x="1524" y="0"/>
                  </a:moveTo>
                  <a:lnTo>
                    <a:pt x="6096" y="761"/>
                  </a:lnTo>
                  <a:lnTo>
                    <a:pt x="4572" y="6858"/>
                  </a:lnTo>
                  <a:lnTo>
                    <a:pt x="0" y="6096"/>
                  </a:lnTo>
                  <a:lnTo>
                    <a:pt x="152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8" name="object 1868"/>
            <p:cNvSpPr/>
            <p:nvPr/>
          </p:nvSpPr>
          <p:spPr>
            <a:xfrm>
              <a:off x="5265572" y="1875158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4572" y="6858"/>
                  </a:moveTo>
                  <a:lnTo>
                    <a:pt x="4572" y="761"/>
                  </a:lnTo>
                  <a:lnTo>
                    <a:pt x="0" y="0"/>
                  </a:lnTo>
                  <a:lnTo>
                    <a:pt x="0" y="6858"/>
                  </a:lnTo>
                  <a:lnTo>
                    <a:pt x="4572" y="68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9" name="object 1869"/>
            <p:cNvSpPr/>
            <p:nvPr/>
          </p:nvSpPr>
          <p:spPr>
            <a:xfrm>
              <a:off x="5265572" y="1875158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0" y="0"/>
                  </a:moveTo>
                  <a:lnTo>
                    <a:pt x="4572" y="761"/>
                  </a:lnTo>
                  <a:lnTo>
                    <a:pt x="4572" y="6858"/>
                  </a:lnTo>
                  <a:lnTo>
                    <a:pt x="0" y="685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0" name="object 1870"/>
            <p:cNvSpPr/>
            <p:nvPr/>
          </p:nvSpPr>
          <p:spPr>
            <a:xfrm>
              <a:off x="5265572" y="1882016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4572" y="6096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6858"/>
                  </a:lnTo>
                  <a:lnTo>
                    <a:pt x="4572" y="60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1" name="object 1871"/>
            <p:cNvSpPr/>
            <p:nvPr/>
          </p:nvSpPr>
          <p:spPr>
            <a:xfrm>
              <a:off x="5265572" y="1882016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0" y="0"/>
                  </a:moveTo>
                  <a:lnTo>
                    <a:pt x="4572" y="0"/>
                  </a:lnTo>
                  <a:lnTo>
                    <a:pt x="4572" y="6096"/>
                  </a:lnTo>
                  <a:lnTo>
                    <a:pt x="0" y="685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2" name="object 1872"/>
            <p:cNvSpPr/>
            <p:nvPr/>
          </p:nvSpPr>
          <p:spPr>
            <a:xfrm>
              <a:off x="5265572" y="1888112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5">
                  <a:moveTo>
                    <a:pt x="6096" y="5334"/>
                  </a:moveTo>
                  <a:lnTo>
                    <a:pt x="4572" y="0"/>
                  </a:lnTo>
                  <a:lnTo>
                    <a:pt x="0" y="762"/>
                  </a:lnTo>
                  <a:lnTo>
                    <a:pt x="1524" y="6858"/>
                  </a:lnTo>
                  <a:lnTo>
                    <a:pt x="6096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3" name="object 1873"/>
            <p:cNvSpPr/>
            <p:nvPr/>
          </p:nvSpPr>
          <p:spPr>
            <a:xfrm>
              <a:off x="5265572" y="1888112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5">
                  <a:moveTo>
                    <a:pt x="0" y="762"/>
                  </a:moveTo>
                  <a:lnTo>
                    <a:pt x="4572" y="0"/>
                  </a:lnTo>
                  <a:lnTo>
                    <a:pt x="6096" y="5334"/>
                  </a:lnTo>
                  <a:lnTo>
                    <a:pt x="1524" y="6858"/>
                  </a:lnTo>
                  <a:lnTo>
                    <a:pt x="0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4" name="object 1874"/>
            <p:cNvSpPr/>
            <p:nvPr/>
          </p:nvSpPr>
          <p:spPr>
            <a:xfrm>
              <a:off x="5267096" y="1893446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19">
                  <a:moveTo>
                    <a:pt x="6096" y="6096"/>
                  </a:moveTo>
                  <a:lnTo>
                    <a:pt x="4572" y="0"/>
                  </a:lnTo>
                  <a:lnTo>
                    <a:pt x="0" y="1524"/>
                  </a:lnTo>
                  <a:lnTo>
                    <a:pt x="1524" y="7620"/>
                  </a:lnTo>
                  <a:lnTo>
                    <a:pt x="6096" y="60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5" name="object 1875"/>
            <p:cNvSpPr/>
            <p:nvPr/>
          </p:nvSpPr>
          <p:spPr>
            <a:xfrm>
              <a:off x="5267096" y="1893446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19">
                  <a:moveTo>
                    <a:pt x="0" y="1524"/>
                  </a:moveTo>
                  <a:lnTo>
                    <a:pt x="4572" y="0"/>
                  </a:lnTo>
                  <a:lnTo>
                    <a:pt x="6096" y="6096"/>
                  </a:lnTo>
                  <a:lnTo>
                    <a:pt x="1524" y="762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6" name="object 1876"/>
            <p:cNvSpPr/>
            <p:nvPr/>
          </p:nvSpPr>
          <p:spPr>
            <a:xfrm>
              <a:off x="5268620" y="1899542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19">
                  <a:moveTo>
                    <a:pt x="6858" y="5334"/>
                  </a:moveTo>
                  <a:lnTo>
                    <a:pt x="4572" y="0"/>
                  </a:lnTo>
                  <a:lnTo>
                    <a:pt x="0" y="1524"/>
                  </a:lnTo>
                  <a:lnTo>
                    <a:pt x="3048" y="7620"/>
                  </a:lnTo>
                  <a:lnTo>
                    <a:pt x="6858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7" name="object 1877"/>
            <p:cNvSpPr/>
            <p:nvPr/>
          </p:nvSpPr>
          <p:spPr>
            <a:xfrm>
              <a:off x="5268620" y="1899542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19">
                  <a:moveTo>
                    <a:pt x="0" y="1524"/>
                  </a:moveTo>
                  <a:lnTo>
                    <a:pt x="4572" y="0"/>
                  </a:lnTo>
                  <a:lnTo>
                    <a:pt x="6858" y="5334"/>
                  </a:lnTo>
                  <a:lnTo>
                    <a:pt x="3048" y="762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8" name="object 1878"/>
            <p:cNvSpPr/>
            <p:nvPr/>
          </p:nvSpPr>
          <p:spPr>
            <a:xfrm>
              <a:off x="5271668" y="1904876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19">
                  <a:moveTo>
                    <a:pt x="6858" y="4572"/>
                  </a:moveTo>
                  <a:lnTo>
                    <a:pt x="3810" y="0"/>
                  </a:lnTo>
                  <a:lnTo>
                    <a:pt x="0" y="2286"/>
                  </a:lnTo>
                  <a:lnTo>
                    <a:pt x="3810" y="7620"/>
                  </a:lnTo>
                  <a:lnTo>
                    <a:pt x="6858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9" name="object 1879"/>
            <p:cNvSpPr/>
            <p:nvPr/>
          </p:nvSpPr>
          <p:spPr>
            <a:xfrm>
              <a:off x="5271668" y="1904876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19">
                  <a:moveTo>
                    <a:pt x="0" y="2286"/>
                  </a:moveTo>
                  <a:lnTo>
                    <a:pt x="3810" y="0"/>
                  </a:lnTo>
                  <a:lnTo>
                    <a:pt x="6858" y="4572"/>
                  </a:lnTo>
                  <a:lnTo>
                    <a:pt x="3810" y="7620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0" name="object 1880"/>
            <p:cNvSpPr/>
            <p:nvPr/>
          </p:nvSpPr>
          <p:spPr>
            <a:xfrm>
              <a:off x="5275478" y="1909448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19">
                  <a:moveTo>
                    <a:pt x="6858" y="4572"/>
                  </a:moveTo>
                  <a:lnTo>
                    <a:pt x="3047" y="0"/>
                  </a:lnTo>
                  <a:lnTo>
                    <a:pt x="0" y="3048"/>
                  </a:lnTo>
                  <a:lnTo>
                    <a:pt x="3810" y="7620"/>
                  </a:lnTo>
                  <a:lnTo>
                    <a:pt x="6858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1" name="object 1881"/>
            <p:cNvSpPr/>
            <p:nvPr/>
          </p:nvSpPr>
          <p:spPr>
            <a:xfrm>
              <a:off x="5275478" y="1909448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19">
                  <a:moveTo>
                    <a:pt x="0" y="3048"/>
                  </a:moveTo>
                  <a:lnTo>
                    <a:pt x="3047" y="0"/>
                  </a:lnTo>
                  <a:lnTo>
                    <a:pt x="6858" y="4572"/>
                  </a:lnTo>
                  <a:lnTo>
                    <a:pt x="3810" y="7620"/>
                  </a:lnTo>
                  <a:lnTo>
                    <a:pt x="0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2" name="object 1882"/>
            <p:cNvSpPr/>
            <p:nvPr/>
          </p:nvSpPr>
          <p:spPr>
            <a:xfrm>
              <a:off x="5279288" y="191402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20" y="3810"/>
                  </a:moveTo>
                  <a:lnTo>
                    <a:pt x="3047" y="0"/>
                  </a:lnTo>
                  <a:lnTo>
                    <a:pt x="0" y="3048"/>
                  </a:lnTo>
                  <a:lnTo>
                    <a:pt x="4572" y="7620"/>
                  </a:lnTo>
                  <a:lnTo>
                    <a:pt x="762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3" name="object 1883"/>
            <p:cNvSpPr/>
            <p:nvPr/>
          </p:nvSpPr>
          <p:spPr>
            <a:xfrm>
              <a:off x="5279288" y="191402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0" y="3048"/>
                  </a:moveTo>
                  <a:lnTo>
                    <a:pt x="3047" y="0"/>
                  </a:lnTo>
                  <a:lnTo>
                    <a:pt x="7620" y="3810"/>
                  </a:lnTo>
                  <a:lnTo>
                    <a:pt x="4572" y="7620"/>
                  </a:lnTo>
                  <a:lnTo>
                    <a:pt x="0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4" name="object 1884"/>
            <p:cNvSpPr/>
            <p:nvPr/>
          </p:nvSpPr>
          <p:spPr>
            <a:xfrm>
              <a:off x="5283860" y="1917830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19">
                  <a:moveTo>
                    <a:pt x="8382" y="3810"/>
                  </a:moveTo>
                  <a:lnTo>
                    <a:pt x="3047" y="0"/>
                  </a:lnTo>
                  <a:lnTo>
                    <a:pt x="0" y="3810"/>
                  </a:lnTo>
                  <a:lnTo>
                    <a:pt x="5334" y="7620"/>
                  </a:lnTo>
                  <a:lnTo>
                    <a:pt x="6096" y="7620"/>
                  </a:lnTo>
                  <a:lnTo>
                    <a:pt x="838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5" name="object 1885"/>
            <p:cNvSpPr/>
            <p:nvPr/>
          </p:nvSpPr>
          <p:spPr>
            <a:xfrm>
              <a:off x="5283860" y="1917830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19">
                  <a:moveTo>
                    <a:pt x="0" y="3810"/>
                  </a:moveTo>
                  <a:lnTo>
                    <a:pt x="3047" y="0"/>
                  </a:lnTo>
                  <a:lnTo>
                    <a:pt x="8382" y="3810"/>
                  </a:lnTo>
                  <a:lnTo>
                    <a:pt x="6096" y="7620"/>
                  </a:lnTo>
                  <a:lnTo>
                    <a:pt x="5334" y="7620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6" name="object 1886"/>
            <p:cNvSpPr/>
            <p:nvPr/>
          </p:nvSpPr>
          <p:spPr>
            <a:xfrm>
              <a:off x="5289956" y="1921640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6858" y="3048"/>
                  </a:moveTo>
                  <a:lnTo>
                    <a:pt x="2285" y="0"/>
                  </a:lnTo>
                  <a:lnTo>
                    <a:pt x="0" y="3810"/>
                  </a:lnTo>
                  <a:lnTo>
                    <a:pt x="5334" y="6858"/>
                  </a:lnTo>
                  <a:lnTo>
                    <a:pt x="6858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7" name="object 1887"/>
            <p:cNvSpPr/>
            <p:nvPr/>
          </p:nvSpPr>
          <p:spPr>
            <a:xfrm>
              <a:off x="5289956" y="1921640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0" y="3810"/>
                  </a:moveTo>
                  <a:lnTo>
                    <a:pt x="2285" y="0"/>
                  </a:lnTo>
                  <a:lnTo>
                    <a:pt x="6858" y="3048"/>
                  </a:lnTo>
                  <a:lnTo>
                    <a:pt x="5334" y="6858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8" name="object 1888"/>
            <p:cNvSpPr/>
            <p:nvPr/>
          </p:nvSpPr>
          <p:spPr>
            <a:xfrm>
              <a:off x="5295290" y="1924688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620" y="1524"/>
                  </a:moveTo>
                  <a:lnTo>
                    <a:pt x="1523" y="0"/>
                  </a:lnTo>
                  <a:lnTo>
                    <a:pt x="0" y="3810"/>
                  </a:lnTo>
                  <a:lnTo>
                    <a:pt x="6096" y="6858"/>
                  </a:lnTo>
                  <a:lnTo>
                    <a:pt x="6858" y="1524"/>
                  </a:lnTo>
                  <a:lnTo>
                    <a:pt x="7620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9" name="object 1889"/>
            <p:cNvSpPr/>
            <p:nvPr/>
          </p:nvSpPr>
          <p:spPr>
            <a:xfrm>
              <a:off x="5295290" y="1924688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0" y="3810"/>
                  </a:moveTo>
                  <a:lnTo>
                    <a:pt x="1523" y="0"/>
                  </a:lnTo>
                  <a:lnTo>
                    <a:pt x="7620" y="1524"/>
                  </a:lnTo>
                  <a:lnTo>
                    <a:pt x="6858" y="1524"/>
                  </a:lnTo>
                  <a:lnTo>
                    <a:pt x="6096" y="6858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0" name="object 1890"/>
            <p:cNvSpPr/>
            <p:nvPr/>
          </p:nvSpPr>
          <p:spPr>
            <a:xfrm>
              <a:off x="5301386" y="1926212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6858" y="1524"/>
                  </a:moveTo>
                  <a:lnTo>
                    <a:pt x="761" y="0"/>
                  </a:lnTo>
                  <a:lnTo>
                    <a:pt x="0" y="5334"/>
                  </a:lnTo>
                  <a:lnTo>
                    <a:pt x="6096" y="6858"/>
                  </a:lnTo>
                  <a:lnTo>
                    <a:pt x="6858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1" name="object 1891"/>
            <p:cNvSpPr/>
            <p:nvPr/>
          </p:nvSpPr>
          <p:spPr>
            <a:xfrm>
              <a:off x="5301386" y="1926212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0" y="5334"/>
                  </a:moveTo>
                  <a:lnTo>
                    <a:pt x="761" y="0"/>
                  </a:lnTo>
                  <a:lnTo>
                    <a:pt x="6858" y="1524"/>
                  </a:lnTo>
                  <a:lnTo>
                    <a:pt x="6096" y="6858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2" name="object 1892"/>
            <p:cNvSpPr/>
            <p:nvPr/>
          </p:nvSpPr>
          <p:spPr>
            <a:xfrm>
              <a:off x="5307482" y="1927736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858" y="6096"/>
                  </a:moveTo>
                  <a:lnTo>
                    <a:pt x="6858" y="762"/>
                  </a:lnTo>
                  <a:lnTo>
                    <a:pt x="761" y="0"/>
                  </a:lnTo>
                  <a:lnTo>
                    <a:pt x="0" y="5334"/>
                  </a:lnTo>
                  <a:lnTo>
                    <a:pt x="6096" y="6096"/>
                  </a:lnTo>
                  <a:lnTo>
                    <a:pt x="6858" y="60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3" name="object 1893"/>
            <p:cNvSpPr/>
            <p:nvPr/>
          </p:nvSpPr>
          <p:spPr>
            <a:xfrm>
              <a:off x="5307482" y="1927736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0" y="5334"/>
                  </a:moveTo>
                  <a:lnTo>
                    <a:pt x="761" y="0"/>
                  </a:lnTo>
                  <a:lnTo>
                    <a:pt x="6858" y="762"/>
                  </a:lnTo>
                  <a:lnTo>
                    <a:pt x="6858" y="6096"/>
                  </a:lnTo>
                  <a:lnTo>
                    <a:pt x="6096" y="6096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4" name="object 1894"/>
            <p:cNvSpPr/>
            <p:nvPr/>
          </p:nvSpPr>
          <p:spPr>
            <a:xfrm>
              <a:off x="5314340" y="1928498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6096" y="5334"/>
                  </a:moveTo>
                  <a:lnTo>
                    <a:pt x="5334" y="0"/>
                  </a:lnTo>
                  <a:lnTo>
                    <a:pt x="0" y="0"/>
                  </a:lnTo>
                  <a:lnTo>
                    <a:pt x="0" y="5334"/>
                  </a:lnTo>
                  <a:lnTo>
                    <a:pt x="6096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5" name="object 1895"/>
            <p:cNvSpPr/>
            <p:nvPr/>
          </p:nvSpPr>
          <p:spPr>
            <a:xfrm>
              <a:off x="5314340" y="1928498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0" y="5334"/>
                  </a:moveTo>
                  <a:lnTo>
                    <a:pt x="0" y="0"/>
                  </a:lnTo>
                  <a:lnTo>
                    <a:pt x="5334" y="0"/>
                  </a:lnTo>
                  <a:lnTo>
                    <a:pt x="6096" y="5334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6" name="object 1896"/>
            <p:cNvSpPr/>
            <p:nvPr/>
          </p:nvSpPr>
          <p:spPr>
            <a:xfrm>
              <a:off x="5319674" y="1927736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858" y="5334"/>
                  </a:moveTo>
                  <a:lnTo>
                    <a:pt x="6096" y="0"/>
                  </a:lnTo>
                  <a:lnTo>
                    <a:pt x="0" y="762"/>
                  </a:lnTo>
                  <a:lnTo>
                    <a:pt x="762" y="6096"/>
                  </a:lnTo>
                  <a:lnTo>
                    <a:pt x="6858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7" name="object 1897"/>
            <p:cNvSpPr/>
            <p:nvPr/>
          </p:nvSpPr>
          <p:spPr>
            <a:xfrm>
              <a:off x="5319674" y="1927736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762" y="6096"/>
                  </a:moveTo>
                  <a:lnTo>
                    <a:pt x="0" y="762"/>
                  </a:lnTo>
                  <a:lnTo>
                    <a:pt x="6096" y="0"/>
                  </a:lnTo>
                  <a:lnTo>
                    <a:pt x="6858" y="5334"/>
                  </a:lnTo>
                  <a:lnTo>
                    <a:pt x="762" y="60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8" name="object 1898"/>
            <p:cNvSpPr/>
            <p:nvPr/>
          </p:nvSpPr>
          <p:spPr>
            <a:xfrm>
              <a:off x="5325770" y="1926212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620" y="5334"/>
                  </a:moveTo>
                  <a:lnTo>
                    <a:pt x="5407" y="172"/>
                  </a:lnTo>
                  <a:lnTo>
                    <a:pt x="0" y="1524"/>
                  </a:lnTo>
                  <a:lnTo>
                    <a:pt x="762" y="6858"/>
                  </a:lnTo>
                  <a:lnTo>
                    <a:pt x="6858" y="5334"/>
                  </a:lnTo>
                  <a:lnTo>
                    <a:pt x="7620" y="5334"/>
                  </a:lnTo>
                  <a:close/>
                </a:path>
                <a:path w="7620" h="6985">
                  <a:moveTo>
                    <a:pt x="6096" y="0"/>
                  </a:moveTo>
                  <a:lnTo>
                    <a:pt x="5334" y="0"/>
                  </a:lnTo>
                  <a:lnTo>
                    <a:pt x="5407" y="172"/>
                  </a:lnTo>
                  <a:lnTo>
                    <a:pt x="609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9" name="object 1899"/>
            <p:cNvSpPr/>
            <p:nvPr/>
          </p:nvSpPr>
          <p:spPr>
            <a:xfrm>
              <a:off x="5325770" y="1926212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62" y="6858"/>
                  </a:moveTo>
                  <a:lnTo>
                    <a:pt x="0" y="1524"/>
                  </a:lnTo>
                  <a:lnTo>
                    <a:pt x="6096" y="0"/>
                  </a:lnTo>
                  <a:lnTo>
                    <a:pt x="5334" y="0"/>
                  </a:lnTo>
                  <a:lnTo>
                    <a:pt x="7620" y="5334"/>
                  </a:lnTo>
                  <a:lnTo>
                    <a:pt x="6858" y="5334"/>
                  </a:lnTo>
                  <a:lnTo>
                    <a:pt x="762" y="68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0" name="object 1900"/>
            <p:cNvSpPr/>
            <p:nvPr/>
          </p:nvSpPr>
          <p:spPr>
            <a:xfrm>
              <a:off x="5331104" y="1924688"/>
              <a:ext cx="8890" cy="6985"/>
            </a:xfrm>
            <a:custGeom>
              <a:avLst/>
              <a:gdLst/>
              <a:ahLst/>
              <a:cxnLst/>
              <a:rect l="l" t="t" r="r" b="b"/>
              <a:pathLst>
                <a:path w="8889" h="6985">
                  <a:moveTo>
                    <a:pt x="8382" y="3810"/>
                  </a:moveTo>
                  <a:lnTo>
                    <a:pt x="6096" y="0"/>
                  </a:lnTo>
                  <a:lnTo>
                    <a:pt x="0" y="1524"/>
                  </a:lnTo>
                  <a:lnTo>
                    <a:pt x="2286" y="6858"/>
                  </a:lnTo>
                  <a:lnTo>
                    <a:pt x="838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1" name="object 1901"/>
            <p:cNvSpPr/>
            <p:nvPr/>
          </p:nvSpPr>
          <p:spPr>
            <a:xfrm>
              <a:off x="5331104" y="1924688"/>
              <a:ext cx="8890" cy="6985"/>
            </a:xfrm>
            <a:custGeom>
              <a:avLst/>
              <a:gdLst/>
              <a:ahLst/>
              <a:cxnLst/>
              <a:rect l="l" t="t" r="r" b="b"/>
              <a:pathLst>
                <a:path w="8889" h="6985">
                  <a:moveTo>
                    <a:pt x="2286" y="6858"/>
                  </a:moveTo>
                  <a:lnTo>
                    <a:pt x="0" y="1524"/>
                  </a:lnTo>
                  <a:lnTo>
                    <a:pt x="6096" y="0"/>
                  </a:lnTo>
                  <a:lnTo>
                    <a:pt x="8382" y="3810"/>
                  </a:lnTo>
                  <a:lnTo>
                    <a:pt x="2286" y="68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2" name="object 1902"/>
            <p:cNvSpPr/>
            <p:nvPr/>
          </p:nvSpPr>
          <p:spPr>
            <a:xfrm>
              <a:off x="5337200" y="1921640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620" y="3810"/>
                  </a:moveTo>
                  <a:lnTo>
                    <a:pt x="5334" y="0"/>
                  </a:lnTo>
                  <a:lnTo>
                    <a:pt x="0" y="3048"/>
                  </a:lnTo>
                  <a:lnTo>
                    <a:pt x="2286" y="6858"/>
                  </a:lnTo>
                  <a:lnTo>
                    <a:pt x="762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3" name="object 1903"/>
            <p:cNvSpPr/>
            <p:nvPr/>
          </p:nvSpPr>
          <p:spPr>
            <a:xfrm>
              <a:off x="5337200" y="1921640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2286" y="6858"/>
                  </a:moveTo>
                  <a:lnTo>
                    <a:pt x="0" y="3048"/>
                  </a:lnTo>
                  <a:lnTo>
                    <a:pt x="5334" y="0"/>
                  </a:lnTo>
                  <a:lnTo>
                    <a:pt x="7620" y="3810"/>
                  </a:lnTo>
                  <a:lnTo>
                    <a:pt x="2286" y="68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4" name="object 1904"/>
            <p:cNvSpPr/>
            <p:nvPr/>
          </p:nvSpPr>
          <p:spPr>
            <a:xfrm>
              <a:off x="5342534" y="191783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20" y="3810"/>
                  </a:moveTo>
                  <a:lnTo>
                    <a:pt x="4572" y="0"/>
                  </a:lnTo>
                  <a:lnTo>
                    <a:pt x="0" y="3810"/>
                  </a:lnTo>
                  <a:lnTo>
                    <a:pt x="2286" y="7620"/>
                  </a:lnTo>
                  <a:lnTo>
                    <a:pt x="762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5" name="object 1905"/>
            <p:cNvSpPr/>
            <p:nvPr/>
          </p:nvSpPr>
          <p:spPr>
            <a:xfrm>
              <a:off x="5342534" y="191783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2286" y="7620"/>
                  </a:moveTo>
                  <a:lnTo>
                    <a:pt x="0" y="3810"/>
                  </a:lnTo>
                  <a:lnTo>
                    <a:pt x="4572" y="0"/>
                  </a:lnTo>
                  <a:lnTo>
                    <a:pt x="7620" y="3810"/>
                  </a:lnTo>
                  <a:lnTo>
                    <a:pt x="2286" y="76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6" name="object 1906"/>
            <p:cNvSpPr/>
            <p:nvPr/>
          </p:nvSpPr>
          <p:spPr>
            <a:xfrm>
              <a:off x="5347106" y="191402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20" y="3048"/>
                  </a:moveTo>
                  <a:lnTo>
                    <a:pt x="4572" y="0"/>
                  </a:lnTo>
                  <a:lnTo>
                    <a:pt x="0" y="3810"/>
                  </a:lnTo>
                  <a:lnTo>
                    <a:pt x="3048" y="7620"/>
                  </a:lnTo>
                  <a:lnTo>
                    <a:pt x="7620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7" name="object 1907"/>
            <p:cNvSpPr/>
            <p:nvPr/>
          </p:nvSpPr>
          <p:spPr>
            <a:xfrm>
              <a:off x="5347106" y="191402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3048" y="7620"/>
                  </a:moveTo>
                  <a:lnTo>
                    <a:pt x="0" y="3810"/>
                  </a:lnTo>
                  <a:lnTo>
                    <a:pt x="4572" y="0"/>
                  </a:lnTo>
                  <a:lnTo>
                    <a:pt x="7620" y="3048"/>
                  </a:lnTo>
                  <a:lnTo>
                    <a:pt x="3048" y="76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8" name="object 1908"/>
            <p:cNvSpPr/>
            <p:nvPr/>
          </p:nvSpPr>
          <p:spPr>
            <a:xfrm>
              <a:off x="5351678" y="1909448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20" y="3048"/>
                  </a:moveTo>
                  <a:lnTo>
                    <a:pt x="7620" y="2286"/>
                  </a:lnTo>
                  <a:lnTo>
                    <a:pt x="3810" y="0"/>
                  </a:lnTo>
                  <a:lnTo>
                    <a:pt x="0" y="4572"/>
                  </a:lnTo>
                  <a:lnTo>
                    <a:pt x="3048" y="7620"/>
                  </a:lnTo>
                  <a:lnTo>
                    <a:pt x="7620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9" name="object 1909"/>
            <p:cNvSpPr/>
            <p:nvPr/>
          </p:nvSpPr>
          <p:spPr>
            <a:xfrm>
              <a:off x="5351678" y="1909448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3048" y="7620"/>
                  </a:moveTo>
                  <a:lnTo>
                    <a:pt x="0" y="4572"/>
                  </a:lnTo>
                  <a:lnTo>
                    <a:pt x="3810" y="0"/>
                  </a:lnTo>
                  <a:lnTo>
                    <a:pt x="7620" y="2286"/>
                  </a:lnTo>
                  <a:lnTo>
                    <a:pt x="7620" y="3048"/>
                  </a:lnTo>
                  <a:lnTo>
                    <a:pt x="3048" y="76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0" name="object 1910"/>
            <p:cNvSpPr/>
            <p:nvPr/>
          </p:nvSpPr>
          <p:spPr>
            <a:xfrm>
              <a:off x="5355488" y="1904876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6858" y="1524"/>
                  </a:moveTo>
                  <a:lnTo>
                    <a:pt x="3048" y="0"/>
                  </a:lnTo>
                  <a:lnTo>
                    <a:pt x="0" y="4572"/>
                  </a:lnTo>
                  <a:lnTo>
                    <a:pt x="3810" y="6858"/>
                  </a:lnTo>
                  <a:lnTo>
                    <a:pt x="6858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1" name="object 1911"/>
            <p:cNvSpPr/>
            <p:nvPr/>
          </p:nvSpPr>
          <p:spPr>
            <a:xfrm>
              <a:off x="5355488" y="1904876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3810" y="6858"/>
                  </a:moveTo>
                  <a:lnTo>
                    <a:pt x="0" y="4572"/>
                  </a:lnTo>
                  <a:lnTo>
                    <a:pt x="3048" y="0"/>
                  </a:lnTo>
                  <a:lnTo>
                    <a:pt x="6858" y="1524"/>
                  </a:lnTo>
                  <a:lnTo>
                    <a:pt x="3810" y="68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2" name="object 1912"/>
            <p:cNvSpPr/>
            <p:nvPr/>
          </p:nvSpPr>
          <p:spPr>
            <a:xfrm>
              <a:off x="5358536" y="1899542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6858" y="1524"/>
                  </a:moveTo>
                  <a:lnTo>
                    <a:pt x="2286" y="0"/>
                  </a:lnTo>
                  <a:lnTo>
                    <a:pt x="0" y="5334"/>
                  </a:lnTo>
                  <a:lnTo>
                    <a:pt x="3810" y="6858"/>
                  </a:lnTo>
                  <a:lnTo>
                    <a:pt x="6858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3" name="object 1913"/>
            <p:cNvSpPr/>
            <p:nvPr/>
          </p:nvSpPr>
          <p:spPr>
            <a:xfrm>
              <a:off x="5358536" y="1899542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3810" y="6858"/>
                  </a:moveTo>
                  <a:lnTo>
                    <a:pt x="0" y="5334"/>
                  </a:lnTo>
                  <a:lnTo>
                    <a:pt x="2286" y="0"/>
                  </a:lnTo>
                  <a:lnTo>
                    <a:pt x="6858" y="1524"/>
                  </a:lnTo>
                  <a:lnTo>
                    <a:pt x="3810" y="68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4" name="object 1914"/>
            <p:cNvSpPr/>
            <p:nvPr/>
          </p:nvSpPr>
          <p:spPr>
            <a:xfrm>
              <a:off x="5360822" y="1893446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19">
                  <a:moveTo>
                    <a:pt x="6096" y="1524"/>
                  </a:moveTo>
                  <a:lnTo>
                    <a:pt x="1524" y="0"/>
                  </a:lnTo>
                  <a:lnTo>
                    <a:pt x="0" y="6096"/>
                  </a:lnTo>
                  <a:lnTo>
                    <a:pt x="4572" y="7620"/>
                  </a:lnTo>
                  <a:lnTo>
                    <a:pt x="6096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5" name="object 1915"/>
            <p:cNvSpPr/>
            <p:nvPr/>
          </p:nvSpPr>
          <p:spPr>
            <a:xfrm>
              <a:off x="5360822" y="1893446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19">
                  <a:moveTo>
                    <a:pt x="4572" y="7620"/>
                  </a:moveTo>
                  <a:lnTo>
                    <a:pt x="0" y="6096"/>
                  </a:lnTo>
                  <a:lnTo>
                    <a:pt x="1524" y="0"/>
                  </a:lnTo>
                  <a:lnTo>
                    <a:pt x="6096" y="1524"/>
                  </a:lnTo>
                  <a:lnTo>
                    <a:pt x="4572" y="76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6" name="object 1916"/>
            <p:cNvSpPr/>
            <p:nvPr/>
          </p:nvSpPr>
          <p:spPr>
            <a:xfrm>
              <a:off x="5362346" y="1888112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5">
                  <a:moveTo>
                    <a:pt x="6096" y="762"/>
                  </a:moveTo>
                  <a:lnTo>
                    <a:pt x="6096" y="0"/>
                  </a:lnTo>
                  <a:lnTo>
                    <a:pt x="1524" y="0"/>
                  </a:lnTo>
                  <a:lnTo>
                    <a:pt x="0" y="5334"/>
                  </a:lnTo>
                  <a:lnTo>
                    <a:pt x="4572" y="6858"/>
                  </a:lnTo>
                  <a:lnTo>
                    <a:pt x="6096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7" name="object 1917"/>
            <p:cNvSpPr/>
            <p:nvPr/>
          </p:nvSpPr>
          <p:spPr>
            <a:xfrm>
              <a:off x="5362346" y="1888112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5">
                  <a:moveTo>
                    <a:pt x="4572" y="6858"/>
                  </a:moveTo>
                  <a:lnTo>
                    <a:pt x="0" y="5334"/>
                  </a:lnTo>
                  <a:lnTo>
                    <a:pt x="1524" y="0"/>
                  </a:lnTo>
                  <a:lnTo>
                    <a:pt x="6096" y="0"/>
                  </a:lnTo>
                  <a:lnTo>
                    <a:pt x="6096" y="762"/>
                  </a:lnTo>
                  <a:lnTo>
                    <a:pt x="4572" y="68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8" name="object 1918"/>
            <p:cNvSpPr/>
            <p:nvPr/>
          </p:nvSpPr>
          <p:spPr>
            <a:xfrm>
              <a:off x="5363870" y="1882016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2" y="6096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6096"/>
                  </a:lnTo>
                  <a:lnTo>
                    <a:pt x="4572" y="60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9" name="object 1919"/>
            <p:cNvSpPr/>
            <p:nvPr/>
          </p:nvSpPr>
          <p:spPr>
            <a:xfrm>
              <a:off x="5363870" y="1881254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4572" y="6858"/>
                  </a:moveTo>
                  <a:lnTo>
                    <a:pt x="0" y="6858"/>
                  </a:lnTo>
                  <a:lnTo>
                    <a:pt x="0" y="0"/>
                  </a:lnTo>
                  <a:lnTo>
                    <a:pt x="0" y="762"/>
                  </a:lnTo>
                  <a:lnTo>
                    <a:pt x="4572" y="762"/>
                  </a:lnTo>
                  <a:lnTo>
                    <a:pt x="4572" y="68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0" name="object 1920"/>
            <p:cNvSpPr/>
            <p:nvPr/>
          </p:nvSpPr>
          <p:spPr>
            <a:xfrm>
              <a:off x="5363870" y="1881254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4572" y="762"/>
                  </a:moveTo>
                  <a:lnTo>
                    <a:pt x="4572" y="0"/>
                  </a:lnTo>
                  <a:lnTo>
                    <a:pt x="0" y="762"/>
                  </a:lnTo>
                  <a:lnTo>
                    <a:pt x="4572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1" name="object 1921"/>
            <p:cNvSpPr/>
            <p:nvPr/>
          </p:nvSpPr>
          <p:spPr>
            <a:xfrm>
              <a:off x="5363870" y="1881254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4572" y="762"/>
                  </a:moveTo>
                  <a:lnTo>
                    <a:pt x="0" y="762"/>
                  </a:lnTo>
                  <a:lnTo>
                    <a:pt x="4572" y="0"/>
                  </a:lnTo>
                  <a:lnTo>
                    <a:pt x="4572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2" name="object 1922"/>
            <p:cNvSpPr/>
            <p:nvPr/>
          </p:nvSpPr>
          <p:spPr>
            <a:xfrm>
              <a:off x="5540654" y="1830200"/>
              <a:ext cx="203835" cy="109855"/>
            </a:xfrm>
            <a:custGeom>
              <a:avLst/>
              <a:gdLst/>
              <a:ahLst/>
              <a:cxnLst/>
              <a:rect l="l" t="t" r="r" b="b"/>
              <a:pathLst>
                <a:path w="203835" h="109855">
                  <a:moveTo>
                    <a:pt x="0" y="109728"/>
                  </a:moveTo>
                  <a:lnTo>
                    <a:pt x="0" y="0"/>
                  </a:lnTo>
                  <a:lnTo>
                    <a:pt x="203454" y="0"/>
                  </a:lnTo>
                  <a:lnTo>
                    <a:pt x="203454" y="109727"/>
                  </a:lnTo>
                  <a:lnTo>
                    <a:pt x="0" y="1097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3" name="object 1923"/>
            <p:cNvSpPr/>
            <p:nvPr/>
          </p:nvSpPr>
          <p:spPr>
            <a:xfrm>
              <a:off x="5540654" y="1830200"/>
              <a:ext cx="203835" cy="109855"/>
            </a:xfrm>
            <a:custGeom>
              <a:avLst/>
              <a:gdLst/>
              <a:ahLst/>
              <a:cxnLst/>
              <a:rect l="l" t="t" r="r" b="b"/>
              <a:pathLst>
                <a:path w="203835" h="109855">
                  <a:moveTo>
                    <a:pt x="0" y="109728"/>
                  </a:moveTo>
                  <a:lnTo>
                    <a:pt x="0" y="0"/>
                  </a:lnTo>
                  <a:lnTo>
                    <a:pt x="203454" y="0"/>
                  </a:lnTo>
                  <a:lnTo>
                    <a:pt x="203454" y="109727"/>
                  </a:lnTo>
                  <a:lnTo>
                    <a:pt x="0" y="109728"/>
                  </a:lnTo>
                  <a:close/>
                </a:path>
              </a:pathLst>
            </a:custGeom>
            <a:ln w="46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4" name="object 1924"/>
            <p:cNvSpPr/>
            <p:nvPr/>
          </p:nvSpPr>
          <p:spPr>
            <a:xfrm>
              <a:off x="5540641" y="1827926"/>
              <a:ext cx="205740" cy="5080"/>
            </a:xfrm>
            <a:custGeom>
              <a:avLst/>
              <a:gdLst/>
              <a:ahLst/>
              <a:cxnLst/>
              <a:rect l="l" t="t" r="r" b="b"/>
              <a:pathLst>
                <a:path w="205739" h="5080">
                  <a:moveTo>
                    <a:pt x="205740" y="0"/>
                  </a:moveTo>
                  <a:lnTo>
                    <a:pt x="20066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200660" y="4572"/>
                  </a:lnTo>
                  <a:lnTo>
                    <a:pt x="200660" y="2286"/>
                  </a:lnTo>
                  <a:lnTo>
                    <a:pt x="205740" y="2286"/>
                  </a:lnTo>
                  <a:lnTo>
                    <a:pt x="2057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5" name="object 1925"/>
            <p:cNvSpPr/>
            <p:nvPr/>
          </p:nvSpPr>
          <p:spPr>
            <a:xfrm>
              <a:off x="5540654" y="1827914"/>
              <a:ext cx="205740" cy="5080"/>
            </a:xfrm>
            <a:custGeom>
              <a:avLst/>
              <a:gdLst/>
              <a:ahLst/>
              <a:cxnLst/>
              <a:rect l="l" t="t" r="r" b="b"/>
              <a:pathLst>
                <a:path w="205739" h="5080">
                  <a:moveTo>
                    <a:pt x="0" y="4572"/>
                  </a:moveTo>
                  <a:lnTo>
                    <a:pt x="0" y="0"/>
                  </a:lnTo>
                  <a:lnTo>
                    <a:pt x="205740" y="0"/>
                  </a:lnTo>
                  <a:lnTo>
                    <a:pt x="205740" y="2286"/>
                  </a:lnTo>
                  <a:lnTo>
                    <a:pt x="201168" y="2286"/>
                  </a:lnTo>
                  <a:lnTo>
                    <a:pt x="201168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6" name="object 1926"/>
            <p:cNvSpPr/>
            <p:nvPr/>
          </p:nvSpPr>
          <p:spPr>
            <a:xfrm>
              <a:off x="5741797" y="1830212"/>
              <a:ext cx="5080" cy="112395"/>
            </a:xfrm>
            <a:custGeom>
              <a:avLst/>
              <a:gdLst/>
              <a:ahLst/>
              <a:cxnLst/>
              <a:rect l="l" t="t" r="r" b="b"/>
              <a:pathLst>
                <a:path w="5079" h="112394">
                  <a:moveTo>
                    <a:pt x="508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107442"/>
                  </a:lnTo>
                  <a:lnTo>
                    <a:pt x="2540" y="107442"/>
                  </a:lnTo>
                  <a:lnTo>
                    <a:pt x="2540" y="112014"/>
                  </a:lnTo>
                  <a:lnTo>
                    <a:pt x="5080" y="112014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7" name="object 1927"/>
            <p:cNvSpPr/>
            <p:nvPr/>
          </p:nvSpPr>
          <p:spPr>
            <a:xfrm>
              <a:off x="5741809" y="1830200"/>
              <a:ext cx="5080" cy="112395"/>
            </a:xfrm>
            <a:custGeom>
              <a:avLst/>
              <a:gdLst/>
              <a:ahLst/>
              <a:cxnLst/>
              <a:rect l="l" t="t" r="r" b="b"/>
              <a:pathLst>
                <a:path w="5079" h="112394">
                  <a:moveTo>
                    <a:pt x="0" y="0"/>
                  </a:moveTo>
                  <a:lnTo>
                    <a:pt x="4572" y="0"/>
                  </a:lnTo>
                  <a:lnTo>
                    <a:pt x="4572" y="112014"/>
                  </a:lnTo>
                  <a:lnTo>
                    <a:pt x="2286" y="112014"/>
                  </a:lnTo>
                  <a:lnTo>
                    <a:pt x="2286" y="107442"/>
                  </a:lnTo>
                  <a:lnTo>
                    <a:pt x="0" y="10744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8" name="object 1928"/>
            <p:cNvSpPr/>
            <p:nvPr/>
          </p:nvSpPr>
          <p:spPr>
            <a:xfrm>
              <a:off x="5538343" y="1937654"/>
              <a:ext cx="205740" cy="5080"/>
            </a:xfrm>
            <a:custGeom>
              <a:avLst/>
              <a:gdLst/>
              <a:ahLst/>
              <a:cxnLst/>
              <a:rect l="l" t="t" r="r" b="b"/>
              <a:pathLst>
                <a:path w="205739" h="5080">
                  <a:moveTo>
                    <a:pt x="205740" y="0"/>
                  </a:moveTo>
                  <a:lnTo>
                    <a:pt x="5080" y="0"/>
                  </a:lnTo>
                  <a:lnTo>
                    <a:pt x="5080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5080" y="4572"/>
                  </a:lnTo>
                  <a:lnTo>
                    <a:pt x="205740" y="4572"/>
                  </a:lnTo>
                  <a:lnTo>
                    <a:pt x="2057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9" name="object 1929"/>
            <p:cNvSpPr/>
            <p:nvPr/>
          </p:nvSpPr>
          <p:spPr>
            <a:xfrm>
              <a:off x="5538355" y="1937642"/>
              <a:ext cx="205740" cy="5080"/>
            </a:xfrm>
            <a:custGeom>
              <a:avLst/>
              <a:gdLst/>
              <a:ahLst/>
              <a:cxnLst/>
              <a:rect l="l" t="t" r="r" b="b"/>
              <a:pathLst>
                <a:path w="205739" h="5080">
                  <a:moveTo>
                    <a:pt x="205739" y="0"/>
                  </a:moveTo>
                  <a:lnTo>
                    <a:pt x="205739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1" y="2286"/>
                  </a:lnTo>
                  <a:lnTo>
                    <a:pt x="4571" y="0"/>
                  </a:lnTo>
                  <a:lnTo>
                    <a:pt x="20573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0" name="object 1930"/>
            <p:cNvSpPr/>
            <p:nvPr/>
          </p:nvSpPr>
          <p:spPr>
            <a:xfrm>
              <a:off x="5537848" y="1827926"/>
              <a:ext cx="5080" cy="112395"/>
            </a:xfrm>
            <a:custGeom>
              <a:avLst/>
              <a:gdLst/>
              <a:ahLst/>
              <a:cxnLst/>
              <a:rect l="l" t="t" r="r" b="b"/>
              <a:pathLst>
                <a:path w="5079" h="112394">
                  <a:moveTo>
                    <a:pt x="5080" y="4572"/>
                  </a:moveTo>
                  <a:lnTo>
                    <a:pt x="2540" y="4572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12014"/>
                  </a:lnTo>
                  <a:lnTo>
                    <a:pt x="2540" y="112014"/>
                  </a:lnTo>
                  <a:lnTo>
                    <a:pt x="5080" y="112014"/>
                  </a:lnTo>
                  <a:lnTo>
                    <a:pt x="508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1" name="object 1931"/>
            <p:cNvSpPr/>
            <p:nvPr/>
          </p:nvSpPr>
          <p:spPr>
            <a:xfrm>
              <a:off x="5538368" y="1827914"/>
              <a:ext cx="5080" cy="112395"/>
            </a:xfrm>
            <a:custGeom>
              <a:avLst/>
              <a:gdLst/>
              <a:ahLst/>
              <a:cxnLst/>
              <a:rect l="l" t="t" r="r" b="b"/>
              <a:pathLst>
                <a:path w="5079" h="112394">
                  <a:moveTo>
                    <a:pt x="4572" y="112013"/>
                  </a:moveTo>
                  <a:lnTo>
                    <a:pt x="0" y="112013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1201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2" name="object 1932"/>
            <p:cNvSpPr/>
            <p:nvPr/>
          </p:nvSpPr>
          <p:spPr>
            <a:xfrm>
              <a:off x="5706008" y="1859156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761"/>
                  </a:moveTo>
                  <a:lnTo>
                    <a:pt x="1524" y="0"/>
                  </a:lnTo>
                  <a:lnTo>
                    <a:pt x="0" y="4572"/>
                  </a:lnTo>
                  <a:lnTo>
                    <a:pt x="2286" y="5334"/>
                  </a:lnTo>
                  <a:lnTo>
                    <a:pt x="3810" y="7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3" name="object 1933"/>
            <p:cNvSpPr/>
            <p:nvPr/>
          </p:nvSpPr>
          <p:spPr>
            <a:xfrm>
              <a:off x="5706008" y="1859156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1524" y="0"/>
                  </a:moveTo>
                  <a:lnTo>
                    <a:pt x="3810" y="761"/>
                  </a:lnTo>
                  <a:lnTo>
                    <a:pt x="2286" y="5334"/>
                  </a:lnTo>
                  <a:lnTo>
                    <a:pt x="0" y="4572"/>
                  </a:lnTo>
                  <a:lnTo>
                    <a:pt x="152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4" name="object 1934"/>
            <p:cNvSpPr/>
            <p:nvPr/>
          </p:nvSpPr>
          <p:spPr>
            <a:xfrm>
              <a:off x="5700661" y="1856870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762"/>
                  </a:moveTo>
                  <a:lnTo>
                    <a:pt x="1524" y="0"/>
                  </a:lnTo>
                  <a:lnTo>
                    <a:pt x="0" y="4572"/>
                  </a:lnTo>
                  <a:lnTo>
                    <a:pt x="2286" y="5334"/>
                  </a:lnTo>
                  <a:lnTo>
                    <a:pt x="3810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5" name="object 1935"/>
            <p:cNvSpPr/>
            <p:nvPr/>
          </p:nvSpPr>
          <p:spPr>
            <a:xfrm>
              <a:off x="5700661" y="1856870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2286" y="5334"/>
                  </a:moveTo>
                  <a:lnTo>
                    <a:pt x="0" y="4572"/>
                  </a:lnTo>
                  <a:lnTo>
                    <a:pt x="1524" y="0"/>
                  </a:lnTo>
                  <a:lnTo>
                    <a:pt x="3810" y="762"/>
                  </a:lnTo>
                  <a:lnTo>
                    <a:pt x="2286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6" name="object 1936"/>
            <p:cNvSpPr/>
            <p:nvPr/>
          </p:nvSpPr>
          <p:spPr>
            <a:xfrm>
              <a:off x="5705246" y="1859156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286" y="0"/>
                  </a:moveTo>
                  <a:lnTo>
                    <a:pt x="1524" y="0"/>
                  </a:lnTo>
                  <a:lnTo>
                    <a:pt x="0" y="3810"/>
                  </a:lnTo>
                  <a:lnTo>
                    <a:pt x="762" y="4572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7" name="object 1937"/>
            <p:cNvSpPr/>
            <p:nvPr/>
          </p:nvSpPr>
          <p:spPr>
            <a:xfrm>
              <a:off x="5705246" y="1859156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286" y="0"/>
                  </a:moveTo>
                  <a:lnTo>
                    <a:pt x="762" y="4572"/>
                  </a:lnTo>
                  <a:lnTo>
                    <a:pt x="0" y="3810"/>
                  </a:lnTo>
                  <a:lnTo>
                    <a:pt x="1524" y="0"/>
                  </a:lnTo>
                  <a:lnTo>
                    <a:pt x="228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8" name="object 1938"/>
            <p:cNvSpPr/>
            <p:nvPr/>
          </p:nvSpPr>
          <p:spPr>
            <a:xfrm>
              <a:off x="5703722" y="1858394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80">
                  <a:moveTo>
                    <a:pt x="3048" y="762"/>
                  </a:moveTo>
                  <a:lnTo>
                    <a:pt x="1524" y="0"/>
                  </a:lnTo>
                  <a:lnTo>
                    <a:pt x="0" y="3810"/>
                  </a:lnTo>
                  <a:lnTo>
                    <a:pt x="1524" y="4572"/>
                  </a:lnTo>
                  <a:lnTo>
                    <a:pt x="3048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9" name="object 1939"/>
            <p:cNvSpPr/>
            <p:nvPr/>
          </p:nvSpPr>
          <p:spPr>
            <a:xfrm>
              <a:off x="5703722" y="1858394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80">
                  <a:moveTo>
                    <a:pt x="3048" y="762"/>
                  </a:moveTo>
                  <a:lnTo>
                    <a:pt x="1524" y="4572"/>
                  </a:lnTo>
                  <a:lnTo>
                    <a:pt x="0" y="3810"/>
                  </a:lnTo>
                  <a:lnTo>
                    <a:pt x="1524" y="0"/>
                  </a:lnTo>
                  <a:lnTo>
                    <a:pt x="3048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0" name="object 1940"/>
            <p:cNvSpPr/>
            <p:nvPr/>
          </p:nvSpPr>
          <p:spPr>
            <a:xfrm>
              <a:off x="5702960" y="1857632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286" y="762"/>
                  </a:moveTo>
                  <a:lnTo>
                    <a:pt x="1524" y="0"/>
                  </a:lnTo>
                  <a:lnTo>
                    <a:pt x="0" y="4572"/>
                  </a:lnTo>
                  <a:lnTo>
                    <a:pt x="762" y="4572"/>
                  </a:lnTo>
                  <a:lnTo>
                    <a:pt x="2286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1" name="object 1941"/>
            <p:cNvSpPr/>
            <p:nvPr/>
          </p:nvSpPr>
          <p:spPr>
            <a:xfrm>
              <a:off x="5702960" y="1857632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286" y="762"/>
                  </a:moveTo>
                  <a:lnTo>
                    <a:pt x="762" y="4572"/>
                  </a:lnTo>
                  <a:lnTo>
                    <a:pt x="0" y="4572"/>
                  </a:lnTo>
                  <a:lnTo>
                    <a:pt x="1524" y="0"/>
                  </a:lnTo>
                  <a:lnTo>
                    <a:pt x="2286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2" name="object 1942"/>
            <p:cNvSpPr/>
            <p:nvPr/>
          </p:nvSpPr>
          <p:spPr>
            <a:xfrm>
              <a:off x="5703709" y="1857632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286" y="4572"/>
                  </a:moveTo>
                  <a:lnTo>
                    <a:pt x="2286" y="761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2286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3" name="object 1943"/>
            <p:cNvSpPr/>
            <p:nvPr/>
          </p:nvSpPr>
          <p:spPr>
            <a:xfrm>
              <a:off x="5703709" y="1857632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0" y="0"/>
                  </a:moveTo>
                  <a:lnTo>
                    <a:pt x="2286" y="761"/>
                  </a:lnTo>
                  <a:lnTo>
                    <a:pt x="2286" y="4572"/>
                  </a:lnTo>
                  <a:lnTo>
                    <a:pt x="0" y="457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4" name="object 1944"/>
            <p:cNvSpPr/>
            <p:nvPr/>
          </p:nvSpPr>
          <p:spPr>
            <a:xfrm>
              <a:off x="5574944" y="191325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2" y="2286"/>
                  </a:moveTo>
                  <a:lnTo>
                    <a:pt x="762" y="0"/>
                  </a:lnTo>
                  <a:lnTo>
                    <a:pt x="0" y="1524"/>
                  </a:lnTo>
                  <a:lnTo>
                    <a:pt x="3810" y="4572"/>
                  </a:lnTo>
                  <a:lnTo>
                    <a:pt x="4572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5" name="object 1945"/>
            <p:cNvSpPr/>
            <p:nvPr/>
          </p:nvSpPr>
          <p:spPr>
            <a:xfrm>
              <a:off x="5574944" y="191325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2" y="2286"/>
                  </a:moveTo>
                  <a:lnTo>
                    <a:pt x="3810" y="4572"/>
                  </a:lnTo>
                  <a:lnTo>
                    <a:pt x="0" y="1524"/>
                  </a:lnTo>
                  <a:lnTo>
                    <a:pt x="762" y="0"/>
                  </a:lnTo>
                  <a:lnTo>
                    <a:pt x="4572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6" name="object 1946"/>
            <p:cNvSpPr/>
            <p:nvPr/>
          </p:nvSpPr>
          <p:spPr>
            <a:xfrm>
              <a:off x="5649607" y="1853822"/>
              <a:ext cx="54610" cy="8890"/>
            </a:xfrm>
            <a:custGeom>
              <a:avLst/>
              <a:gdLst/>
              <a:ahLst/>
              <a:cxnLst/>
              <a:rect l="l" t="t" r="r" b="b"/>
              <a:pathLst>
                <a:path w="54610" h="8889">
                  <a:moveTo>
                    <a:pt x="54101" y="8382"/>
                  </a:moveTo>
                  <a:lnTo>
                    <a:pt x="54101" y="3810"/>
                  </a:lnTo>
                  <a:lnTo>
                    <a:pt x="0" y="0"/>
                  </a:lnTo>
                  <a:lnTo>
                    <a:pt x="1523" y="3810"/>
                  </a:lnTo>
                  <a:lnTo>
                    <a:pt x="1523" y="4572"/>
                  </a:lnTo>
                  <a:lnTo>
                    <a:pt x="54101" y="83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7" name="object 1947"/>
            <p:cNvSpPr/>
            <p:nvPr/>
          </p:nvSpPr>
          <p:spPr>
            <a:xfrm>
              <a:off x="5649607" y="1853822"/>
              <a:ext cx="54610" cy="8890"/>
            </a:xfrm>
            <a:custGeom>
              <a:avLst/>
              <a:gdLst/>
              <a:ahLst/>
              <a:cxnLst/>
              <a:rect l="l" t="t" r="r" b="b"/>
              <a:pathLst>
                <a:path w="54610" h="8889">
                  <a:moveTo>
                    <a:pt x="54101" y="3810"/>
                  </a:moveTo>
                  <a:lnTo>
                    <a:pt x="54101" y="8382"/>
                  </a:lnTo>
                  <a:lnTo>
                    <a:pt x="1523" y="4572"/>
                  </a:lnTo>
                  <a:lnTo>
                    <a:pt x="1523" y="3810"/>
                  </a:lnTo>
                  <a:lnTo>
                    <a:pt x="0" y="0"/>
                  </a:lnTo>
                  <a:lnTo>
                    <a:pt x="761" y="0"/>
                  </a:lnTo>
                  <a:lnTo>
                    <a:pt x="54101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8" name="object 1948"/>
            <p:cNvSpPr/>
            <p:nvPr/>
          </p:nvSpPr>
          <p:spPr>
            <a:xfrm>
              <a:off x="5603138" y="1853822"/>
              <a:ext cx="48260" cy="22860"/>
            </a:xfrm>
            <a:custGeom>
              <a:avLst/>
              <a:gdLst/>
              <a:ahLst/>
              <a:cxnLst/>
              <a:rect l="l" t="t" r="r" b="b"/>
              <a:pathLst>
                <a:path w="48260" h="22860">
                  <a:moveTo>
                    <a:pt x="48006" y="3810"/>
                  </a:moveTo>
                  <a:lnTo>
                    <a:pt x="46482" y="0"/>
                  </a:lnTo>
                  <a:lnTo>
                    <a:pt x="762" y="19050"/>
                  </a:lnTo>
                  <a:lnTo>
                    <a:pt x="0" y="19812"/>
                  </a:lnTo>
                  <a:lnTo>
                    <a:pt x="3810" y="22860"/>
                  </a:lnTo>
                  <a:lnTo>
                    <a:pt x="48006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9" name="object 1949"/>
            <p:cNvSpPr/>
            <p:nvPr/>
          </p:nvSpPr>
          <p:spPr>
            <a:xfrm>
              <a:off x="5603138" y="1853822"/>
              <a:ext cx="48260" cy="22860"/>
            </a:xfrm>
            <a:custGeom>
              <a:avLst/>
              <a:gdLst/>
              <a:ahLst/>
              <a:cxnLst/>
              <a:rect l="l" t="t" r="r" b="b"/>
              <a:pathLst>
                <a:path w="48260" h="22860">
                  <a:moveTo>
                    <a:pt x="46482" y="0"/>
                  </a:moveTo>
                  <a:lnTo>
                    <a:pt x="48006" y="3810"/>
                  </a:lnTo>
                  <a:lnTo>
                    <a:pt x="3810" y="22860"/>
                  </a:lnTo>
                  <a:lnTo>
                    <a:pt x="0" y="19812"/>
                  </a:lnTo>
                  <a:lnTo>
                    <a:pt x="762" y="19050"/>
                  </a:lnTo>
                  <a:lnTo>
                    <a:pt x="4648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0" name="object 1950"/>
            <p:cNvSpPr/>
            <p:nvPr/>
          </p:nvSpPr>
          <p:spPr>
            <a:xfrm>
              <a:off x="5575706" y="1873634"/>
              <a:ext cx="31750" cy="41910"/>
            </a:xfrm>
            <a:custGeom>
              <a:avLst/>
              <a:gdLst/>
              <a:ahLst/>
              <a:cxnLst/>
              <a:rect l="l" t="t" r="r" b="b"/>
              <a:pathLst>
                <a:path w="31750" h="41910">
                  <a:moveTo>
                    <a:pt x="31242" y="3047"/>
                  </a:moveTo>
                  <a:lnTo>
                    <a:pt x="27432" y="0"/>
                  </a:lnTo>
                  <a:lnTo>
                    <a:pt x="0" y="39624"/>
                  </a:lnTo>
                  <a:lnTo>
                    <a:pt x="3810" y="41910"/>
                  </a:lnTo>
                  <a:lnTo>
                    <a:pt x="31242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1" name="object 1951"/>
            <p:cNvSpPr/>
            <p:nvPr/>
          </p:nvSpPr>
          <p:spPr>
            <a:xfrm>
              <a:off x="5575706" y="1873634"/>
              <a:ext cx="31750" cy="41910"/>
            </a:xfrm>
            <a:custGeom>
              <a:avLst/>
              <a:gdLst/>
              <a:ahLst/>
              <a:cxnLst/>
              <a:rect l="l" t="t" r="r" b="b"/>
              <a:pathLst>
                <a:path w="31750" h="41910">
                  <a:moveTo>
                    <a:pt x="27432" y="0"/>
                  </a:moveTo>
                  <a:lnTo>
                    <a:pt x="31242" y="3047"/>
                  </a:lnTo>
                  <a:lnTo>
                    <a:pt x="3810" y="41910"/>
                  </a:lnTo>
                  <a:lnTo>
                    <a:pt x="0" y="39624"/>
                  </a:lnTo>
                  <a:lnTo>
                    <a:pt x="2743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2" name="object 1952"/>
            <p:cNvSpPr/>
            <p:nvPr/>
          </p:nvSpPr>
          <p:spPr>
            <a:xfrm>
              <a:off x="5575681" y="191174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84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0" y="3048"/>
                  </a:lnTo>
                  <a:lnTo>
                    <a:pt x="12" y="5334"/>
                  </a:lnTo>
                  <a:lnTo>
                    <a:pt x="4584" y="5334"/>
                  </a:lnTo>
                  <a:lnTo>
                    <a:pt x="4584" y="3048"/>
                  </a:lnTo>
                  <a:lnTo>
                    <a:pt x="4584" y="2286"/>
                  </a:lnTo>
                  <a:lnTo>
                    <a:pt x="458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3" name="object 1953"/>
            <p:cNvSpPr/>
            <p:nvPr/>
          </p:nvSpPr>
          <p:spPr>
            <a:xfrm>
              <a:off x="5575693" y="1914020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0" y="761"/>
                  </a:moveTo>
                  <a:lnTo>
                    <a:pt x="0" y="0"/>
                  </a:lnTo>
                  <a:lnTo>
                    <a:pt x="4572" y="0"/>
                  </a:lnTo>
                  <a:lnTo>
                    <a:pt x="4572" y="761"/>
                  </a:lnTo>
                  <a:lnTo>
                    <a:pt x="0" y="76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4" name="object 1954"/>
            <p:cNvSpPr/>
            <p:nvPr/>
          </p:nvSpPr>
          <p:spPr>
            <a:xfrm>
              <a:off x="5575693" y="1914782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572" y="0"/>
                  </a:move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5" name="object 1955"/>
            <p:cNvSpPr/>
            <p:nvPr/>
          </p:nvSpPr>
          <p:spPr>
            <a:xfrm>
              <a:off x="5575693" y="1914782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6" name="object 1956"/>
            <p:cNvSpPr/>
            <p:nvPr/>
          </p:nvSpPr>
          <p:spPr>
            <a:xfrm>
              <a:off x="5575693" y="1914782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572" y="0"/>
                  </a:move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7" name="object 1957"/>
            <p:cNvSpPr/>
            <p:nvPr/>
          </p:nvSpPr>
          <p:spPr>
            <a:xfrm>
              <a:off x="5575693" y="1914782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8" name="object 1958"/>
            <p:cNvSpPr/>
            <p:nvPr/>
          </p:nvSpPr>
          <p:spPr>
            <a:xfrm>
              <a:off x="5664098" y="1898780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4" y="761"/>
                  </a:moveTo>
                  <a:lnTo>
                    <a:pt x="3048" y="0"/>
                  </a:lnTo>
                  <a:lnTo>
                    <a:pt x="0" y="3810"/>
                  </a:lnTo>
                  <a:lnTo>
                    <a:pt x="3048" y="4572"/>
                  </a:lnTo>
                  <a:lnTo>
                    <a:pt x="5334" y="7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9" name="object 1959"/>
            <p:cNvSpPr/>
            <p:nvPr/>
          </p:nvSpPr>
          <p:spPr>
            <a:xfrm>
              <a:off x="5664098" y="1898780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3048" y="0"/>
                  </a:moveTo>
                  <a:lnTo>
                    <a:pt x="5334" y="761"/>
                  </a:lnTo>
                  <a:lnTo>
                    <a:pt x="3048" y="4572"/>
                  </a:lnTo>
                  <a:lnTo>
                    <a:pt x="0" y="3810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0" name="object 1960"/>
            <p:cNvSpPr/>
            <p:nvPr/>
          </p:nvSpPr>
          <p:spPr>
            <a:xfrm>
              <a:off x="5622175" y="1871348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1524"/>
                  </a:moveTo>
                  <a:lnTo>
                    <a:pt x="2286" y="0"/>
                  </a:lnTo>
                  <a:lnTo>
                    <a:pt x="0" y="3810"/>
                  </a:lnTo>
                  <a:lnTo>
                    <a:pt x="1524" y="5334"/>
                  </a:lnTo>
                  <a:lnTo>
                    <a:pt x="3810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1" name="object 1961"/>
            <p:cNvSpPr/>
            <p:nvPr/>
          </p:nvSpPr>
          <p:spPr>
            <a:xfrm>
              <a:off x="5622175" y="1871348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1524" y="5334"/>
                  </a:moveTo>
                  <a:lnTo>
                    <a:pt x="0" y="3810"/>
                  </a:lnTo>
                  <a:lnTo>
                    <a:pt x="2286" y="0"/>
                  </a:lnTo>
                  <a:lnTo>
                    <a:pt x="3810" y="1524"/>
                  </a:lnTo>
                  <a:lnTo>
                    <a:pt x="1524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2" name="object 1962"/>
            <p:cNvSpPr/>
            <p:nvPr/>
          </p:nvSpPr>
          <p:spPr>
            <a:xfrm>
              <a:off x="5623712" y="1872872"/>
              <a:ext cx="43815" cy="29845"/>
            </a:xfrm>
            <a:custGeom>
              <a:avLst/>
              <a:gdLst/>
              <a:ahLst/>
              <a:cxnLst/>
              <a:rect l="l" t="t" r="r" b="b"/>
              <a:pathLst>
                <a:path w="43814" h="29844">
                  <a:moveTo>
                    <a:pt x="43434" y="25908"/>
                  </a:moveTo>
                  <a:lnTo>
                    <a:pt x="2286" y="0"/>
                  </a:lnTo>
                  <a:lnTo>
                    <a:pt x="0" y="3810"/>
                  </a:lnTo>
                  <a:lnTo>
                    <a:pt x="40386" y="29718"/>
                  </a:lnTo>
                  <a:lnTo>
                    <a:pt x="43434" y="2590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3" name="object 1963"/>
            <p:cNvSpPr/>
            <p:nvPr/>
          </p:nvSpPr>
          <p:spPr>
            <a:xfrm>
              <a:off x="5623712" y="1872872"/>
              <a:ext cx="43815" cy="29845"/>
            </a:xfrm>
            <a:custGeom>
              <a:avLst/>
              <a:gdLst/>
              <a:ahLst/>
              <a:cxnLst/>
              <a:rect l="l" t="t" r="r" b="b"/>
              <a:pathLst>
                <a:path w="43814" h="29844">
                  <a:moveTo>
                    <a:pt x="43434" y="25908"/>
                  </a:moveTo>
                  <a:lnTo>
                    <a:pt x="40386" y="29718"/>
                  </a:lnTo>
                  <a:lnTo>
                    <a:pt x="0" y="3810"/>
                  </a:lnTo>
                  <a:lnTo>
                    <a:pt x="2286" y="0"/>
                  </a:lnTo>
                  <a:lnTo>
                    <a:pt x="43434" y="2590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4" name="object 1964"/>
            <p:cNvSpPr/>
            <p:nvPr/>
          </p:nvSpPr>
          <p:spPr>
            <a:xfrm>
              <a:off x="5614568" y="1866014"/>
              <a:ext cx="17780" cy="18415"/>
            </a:xfrm>
            <a:custGeom>
              <a:avLst/>
              <a:gdLst/>
              <a:ahLst/>
              <a:cxnLst/>
              <a:rect l="l" t="t" r="r" b="b"/>
              <a:pathLst>
                <a:path w="17779" h="18414">
                  <a:moveTo>
                    <a:pt x="17525" y="3048"/>
                  </a:moveTo>
                  <a:lnTo>
                    <a:pt x="17525" y="1524"/>
                  </a:lnTo>
                  <a:lnTo>
                    <a:pt x="1523" y="0"/>
                  </a:lnTo>
                  <a:lnTo>
                    <a:pt x="0" y="1524"/>
                  </a:lnTo>
                  <a:lnTo>
                    <a:pt x="3809" y="17526"/>
                  </a:lnTo>
                  <a:lnTo>
                    <a:pt x="3809" y="18288"/>
                  </a:lnTo>
                  <a:lnTo>
                    <a:pt x="17525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5" name="object 1965"/>
            <p:cNvSpPr/>
            <p:nvPr/>
          </p:nvSpPr>
          <p:spPr>
            <a:xfrm>
              <a:off x="5614568" y="1866014"/>
              <a:ext cx="17780" cy="18415"/>
            </a:xfrm>
            <a:custGeom>
              <a:avLst/>
              <a:gdLst/>
              <a:ahLst/>
              <a:cxnLst/>
              <a:rect l="l" t="t" r="r" b="b"/>
              <a:pathLst>
                <a:path w="17779" h="18414">
                  <a:moveTo>
                    <a:pt x="17525" y="1524"/>
                  </a:moveTo>
                  <a:lnTo>
                    <a:pt x="1523" y="0"/>
                  </a:lnTo>
                  <a:lnTo>
                    <a:pt x="0" y="1524"/>
                  </a:lnTo>
                  <a:lnTo>
                    <a:pt x="3809" y="17526"/>
                  </a:lnTo>
                  <a:lnTo>
                    <a:pt x="3809" y="18288"/>
                  </a:lnTo>
                  <a:lnTo>
                    <a:pt x="17525" y="3048"/>
                  </a:lnTo>
                  <a:lnTo>
                    <a:pt x="17525" y="1524"/>
                  </a:lnTo>
                  <a:close/>
                </a:path>
              </a:pathLst>
            </a:custGeom>
            <a:ln w="46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6" name="object 1966"/>
            <p:cNvSpPr/>
            <p:nvPr/>
          </p:nvSpPr>
          <p:spPr>
            <a:xfrm>
              <a:off x="5614568" y="1863728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17525" y="1524"/>
                  </a:moveTo>
                  <a:lnTo>
                    <a:pt x="761" y="0"/>
                  </a:lnTo>
                  <a:lnTo>
                    <a:pt x="0" y="762"/>
                  </a:lnTo>
                  <a:lnTo>
                    <a:pt x="3047" y="3810"/>
                  </a:lnTo>
                  <a:lnTo>
                    <a:pt x="2285" y="4572"/>
                  </a:lnTo>
                  <a:lnTo>
                    <a:pt x="16763" y="6096"/>
                  </a:lnTo>
                  <a:lnTo>
                    <a:pt x="17525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7" name="object 1967"/>
            <p:cNvSpPr/>
            <p:nvPr/>
          </p:nvSpPr>
          <p:spPr>
            <a:xfrm>
              <a:off x="5614568" y="1863728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17525" y="1524"/>
                  </a:moveTo>
                  <a:lnTo>
                    <a:pt x="16763" y="6096"/>
                  </a:lnTo>
                  <a:lnTo>
                    <a:pt x="2285" y="4572"/>
                  </a:lnTo>
                  <a:lnTo>
                    <a:pt x="3047" y="3810"/>
                  </a:lnTo>
                  <a:lnTo>
                    <a:pt x="0" y="762"/>
                  </a:lnTo>
                  <a:lnTo>
                    <a:pt x="761" y="0"/>
                  </a:lnTo>
                  <a:lnTo>
                    <a:pt x="17525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8" name="object 1968"/>
            <p:cNvSpPr/>
            <p:nvPr/>
          </p:nvSpPr>
          <p:spPr>
            <a:xfrm>
              <a:off x="5612269" y="1864490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4572" y="2286"/>
                  </a:moveTo>
                  <a:lnTo>
                    <a:pt x="2286" y="0"/>
                  </a:lnTo>
                  <a:lnTo>
                    <a:pt x="0" y="2286"/>
                  </a:lnTo>
                  <a:lnTo>
                    <a:pt x="0" y="3048"/>
                  </a:lnTo>
                  <a:lnTo>
                    <a:pt x="4572" y="2286"/>
                  </a:lnTo>
                  <a:close/>
                </a:path>
                <a:path w="5714" h="3810">
                  <a:moveTo>
                    <a:pt x="5334" y="3047"/>
                  </a:moveTo>
                  <a:lnTo>
                    <a:pt x="4572" y="2286"/>
                  </a:lnTo>
                  <a:lnTo>
                    <a:pt x="4572" y="3810"/>
                  </a:lnTo>
                  <a:lnTo>
                    <a:pt x="5334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9" name="object 1969"/>
            <p:cNvSpPr/>
            <p:nvPr/>
          </p:nvSpPr>
          <p:spPr>
            <a:xfrm>
              <a:off x="5612269" y="1864490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2286" y="0"/>
                  </a:moveTo>
                  <a:lnTo>
                    <a:pt x="5334" y="3047"/>
                  </a:lnTo>
                  <a:lnTo>
                    <a:pt x="4572" y="3810"/>
                  </a:lnTo>
                  <a:lnTo>
                    <a:pt x="4572" y="2286"/>
                  </a:lnTo>
                  <a:lnTo>
                    <a:pt x="0" y="3048"/>
                  </a:lnTo>
                  <a:lnTo>
                    <a:pt x="0" y="2286"/>
                  </a:lnTo>
                  <a:lnTo>
                    <a:pt x="228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0" name="object 1970"/>
            <p:cNvSpPr/>
            <p:nvPr/>
          </p:nvSpPr>
          <p:spPr>
            <a:xfrm>
              <a:off x="5612282" y="1866776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8382" y="16764"/>
                  </a:moveTo>
                  <a:lnTo>
                    <a:pt x="4572" y="0"/>
                  </a:lnTo>
                  <a:lnTo>
                    <a:pt x="0" y="762"/>
                  </a:lnTo>
                  <a:lnTo>
                    <a:pt x="3810" y="16764"/>
                  </a:lnTo>
                  <a:lnTo>
                    <a:pt x="8382" y="167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1" name="object 1971"/>
            <p:cNvSpPr/>
            <p:nvPr/>
          </p:nvSpPr>
          <p:spPr>
            <a:xfrm>
              <a:off x="5612282" y="1866776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0" y="762"/>
                  </a:moveTo>
                  <a:lnTo>
                    <a:pt x="4572" y="0"/>
                  </a:lnTo>
                  <a:lnTo>
                    <a:pt x="8382" y="16764"/>
                  </a:lnTo>
                  <a:lnTo>
                    <a:pt x="3810" y="16764"/>
                  </a:lnTo>
                  <a:lnTo>
                    <a:pt x="0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2" name="object 1972"/>
            <p:cNvSpPr/>
            <p:nvPr/>
          </p:nvSpPr>
          <p:spPr>
            <a:xfrm>
              <a:off x="5616079" y="1878206"/>
              <a:ext cx="5080" cy="12700"/>
            </a:xfrm>
            <a:custGeom>
              <a:avLst/>
              <a:gdLst/>
              <a:ahLst/>
              <a:cxnLst/>
              <a:rect l="l" t="t" r="r" b="b"/>
              <a:pathLst>
                <a:path w="5079" h="12700">
                  <a:moveTo>
                    <a:pt x="4572" y="5334"/>
                  </a:moveTo>
                  <a:lnTo>
                    <a:pt x="4572" y="0"/>
                  </a:lnTo>
                  <a:lnTo>
                    <a:pt x="0" y="4572"/>
                  </a:lnTo>
                  <a:lnTo>
                    <a:pt x="952" y="5334"/>
                  </a:lnTo>
                  <a:lnTo>
                    <a:pt x="4572" y="5334"/>
                  </a:lnTo>
                  <a:close/>
                </a:path>
                <a:path w="5079" h="12700">
                  <a:moveTo>
                    <a:pt x="3810" y="7620"/>
                  </a:moveTo>
                  <a:lnTo>
                    <a:pt x="952" y="5334"/>
                  </a:lnTo>
                  <a:lnTo>
                    <a:pt x="0" y="5334"/>
                  </a:lnTo>
                  <a:lnTo>
                    <a:pt x="0" y="12192"/>
                  </a:lnTo>
                  <a:lnTo>
                    <a:pt x="3810" y="76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3" name="object 1973"/>
            <p:cNvSpPr/>
            <p:nvPr/>
          </p:nvSpPr>
          <p:spPr>
            <a:xfrm>
              <a:off x="5616079" y="1878206"/>
              <a:ext cx="5080" cy="12700"/>
            </a:xfrm>
            <a:custGeom>
              <a:avLst/>
              <a:gdLst/>
              <a:ahLst/>
              <a:cxnLst/>
              <a:rect l="l" t="t" r="r" b="b"/>
              <a:pathLst>
                <a:path w="5079" h="12700">
                  <a:moveTo>
                    <a:pt x="0" y="5334"/>
                  </a:moveTo>
                  <a:lnTo>
                    <a:pt x="4572" y="5334"/>
                  </a:lnTo>
                  <a:lnTo>
                    <a:pt x="4572" y="0"/>
                  </a:lnTo>
                  <a:lnTo>
                    <a:pt x="0" y="4572"/>
                  </a:lnTo>
                  <a:lnTo>
                    <a:pt x="3810" y="7620"/>
                  </a:lnTo>
                  <a:lnTo>
                    <a:pt x="0" y="12192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4" name="object 1974"/>
            <p:cNvSpPr/>
            <p:nvPr/>
          </p:nvSpPr>
          <p:spPr>
            <a:xfrm>
              <a:off x="5616092" y="1868300"/>
              <a:ext cx="18415" cy="17780"/>
            </a:xfrm>
            <a:custGeom>
              <a:avLst/>
              <a:gdLst/>
              <a:ahLst/>
              <a:cxnLst/>
              <a:rect l="l" t="t" r="r" b="b"/>
              <a:pathLst>
                <a:path w="18414" h="17780">
                  <a:moveTo>
                    <a:pt x="18288" y="1523"/>
                  </a:moveTo>
                  <a:lnTo>
                    <a:pt x="18288" y="761"/>
                  </a:lnTo>
                  <a:lnTo>
                    <a:pt x="13716" y="761"/>
                  </a:lnTo>
                  <a:lnTo>
                    <a:pt x="13716" y="0"/>
                  </a:lnTo>
                  <a:lnTo>
                    <a:pt x="0" y="14477"/>
                  </a:lnTo>
                  <a:lnTo>
                    <a:pt x="3810" y="17525"/>
                  </a:lnTo>
                  <a:lnTo>
                    <a:pt x="18288" y="15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5" name="object 1975"/>
            <p:cNvSpPr/>
            <p:nvPr/>
          </p:nvSpPr>
          <p:spPr>
            <a:xfrm>
              <a:off x="5616092" y="1868300"/>
              <a:ext cx="18415" cy="17780"/>
            </a:xfrm>
            <a:custGeom>
              <a:avLst/>
              <a:gdLst/>
              <a:ahLst/>
              <a:cxnLst/>
              <a:rect l="l" t="t" r="r" b="b"/>
              <a:pathLst>
                <a:path w="18414" h="17780">
                  <a:moveTo>
                    <a:pt x="3810" y="17525"/>
                  </a:moveTo>
                  <a:lnTo>
                    <a:pt x="0" y="14477"/>
                  </a:lnTo>
                  <a:lnTo>
                    <a:pt x="13716" y="0"/>
                  </a:lnTo>
                  <a:lnTo>
                    <a:pt x="13716" y="761"/>
                  </a:lnTo>
                  <a:lnTo>
                    <a:pt x="18288" y="761"/>
                  </a:lnTo>
                  <a:lnTo>
                    <a:pt x="18288" y="1523"/>
                  </a:lnTo>
                  <a:lnTo>
                    <a:pt x="3810" y="1752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6" name="object 1976"/>
            <p:cNvSpPr/>
            <p:nvPr/>
          </p:nvSpPr>
          <p:spPr>
            <a:xfrm>
              <a:off x="5629795" y="186525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1651" y="3810"/>
                  </a:moveTo>
                  <a:lnTo>
                    <a:pt x="0" y="3810"/>
                  </a:lnTo>
                  <a:lnTo>
                    <a:pt x="0" y="4572"/>
                  </a:lnTo>
                  <a:lnTo>
                    <a:pt x="1524" y="4572"/>
                  </a:lnTo>
                  <a:lnTo>
                    <a:pt x="1651" y="3810"/>
                  </a:lnTo>
                  <a:close/>
                </a:path>
                <a:path w="5079" h="5080">
                  <a:moveTo>
                    <a:pt x="4572" y="3810"/>
                  </a:moveTo>
                  <a:lnTo>
                    <a:pt x="4572" y="0"/>
                  </a:lnTo>
                  <a:lnTo>
                    <a:pt x="2286" y="0"/>
                  </a:lnTo>
                  <a:lnTo>
                    <a:pt x="1651" y="3810"/>
                  </a:lnTo>
                  <a:lnTo>
                    <a:pt x="457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7" name="object 1977"/>
            <p:cNvSpPr/>
            <p:nvPr/>
          </p:nvSpPr>
          <p:spPr>
            <a:xfrm>
              <a:off x="5629795" y="186525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2" y="3810"/>
                  </a:moveTo>
                  <a:lnTo>
                    <a:pt x="0" y="3810"/>
                  </a:lnTo>
                  <a:lnTo>
                    <a:pt x="0" y="4572"/>
                  </a:lnTo>
                  <a:lnTo>
                    <a:pt x="1524" y="4572"/>
                  </a:lnTo>
                  <a:lnTo>
                    <a:pt x="2286" y="0"/>
                  </a:lnTo>
                  <a:lnTo>
                    <a:pt x="4572" y="0"/>
                  </a:lnTo>
                  <a:lnTo>
                    <a:pt x="4572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8" name="object 1978"/>
            <p:cNvSpPr/>
            <p:nvPr/>
          </p:nvSpPr>
          <p:spPr>
            <a:xfrm>
              <a:off x="5784494" y="1826390"/>
              <a:ext cx="179070" cy="111760"/>
            </a:xfrm>
            <a:custGeom>
              <a:avLst/>
              <a:gdLst/>
              <a:ahLst/>
              <a:cxnLst/>
              <a:rect l="l" t="t" r="r" b="b"/>
              <a:pathLst>
                <a:path w="179070" h="111760">
                  <a:moveTo>
                    <a:pt x="0" y="111252"/>
                  </a:moveTo>
                  <a:lnTo>
                    <a:pt x="0" y="0"/>
                  </a:lnTo>
                  <a:lnTo>
                    <a:pt x="179070" y="0"/>
                  </a:lnTo>
                  <a:lnTo>
                    <a:pt x="179070" y="111252"/>
                  </a:lnTo>
                  <a:lnTo>
                    <a:pt x="0" y="111252"/>
                  </a:lnTo>
                  <a:close/>
                </a:path>
              </a:pathLst>
            </a:custGeom>
            <a:ln w="46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9" name="object 1979"/>
            <p:cNvSpPr/>
            <p:nvPr/>
          </p:nvSpPr>
          <p:spPr>
            <a:xfrm>
              <a:off x="5784481" y="1824116"/>
              <a:ext cx="181610" cy="5080"/>
            </a:xfrm>
            <a:custGeom>
              <a:avLst/>
              <a:gdLst/>
              <a:ahLst/>
              <a:cxnLst/>
              <a:rect l="l" t="t" r="r" b="b"/>
              <a:pathLst>
                <a:path w="181610" h="5080">
                  <a:moveTo>
                    <a:pt x="181610" y="0"/>
                  </a:moveTo>
                  <a:lnTo>
                    <a:pt x="17653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176530" y="4572"/>
                  </a:lnTo>
                  <a:lnTo>
                    <a:pt x="176530" y="2286"/>
                  </a:lnTo>
                  <a:lnTo>
                    <a:pt x="181610" y="2286"/>
                  </a:lnTo>
                  <a:lnTo>
                    <a:pt x="1816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0" name="object 1980"/>
            <p:cNvSpPr/>
            <p:nvPr/>
          </p:nvSpPr>
          <p:spPr>
            <a:xfrm>
              <a:off x="5784494" y="1824104"/>
              <a:ext cx="181610" cy="5080"/>
            </a:xfrm>
            <a:custGeom>
              <a:avLst/>
              <a:gdLst/>
              <a:ahLst/>
              <a:cxnLst/>
              <a:rect l="l" t="t" r="r" b="b"/>
              <a:pathLst>
                <a:path w="181610" h="5080">
                  <a:moveTo>
                    <a:pt x="0" y="4572"/>
                  </a:moveTo>
                  <a:lnTo>
                    <a:pt x="0" y="0"/>
                  </a:lnTo>
                  <a:lnTo>
                    <a:pt x="181356" y="0"/>
                  </a:lnTo>
                  <a:lnTo>
                    <a:pt x="181356" y="2286"/>
                  </a:lnTo>
                  <a:lnTo>
                    <a:pt x="176784" y="2286"/>
                  </a:lnTo>
                  <a:lnTo>
                    <a:pt x="176784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1" name="object 1981"/>
            <p:cNvSpPr/>
            <p:nvPr/>
          </p:nvSpPr>
          <p:spPr>
            <a:xfrm>
              <a:off x="5961266" y="1826402"/>
              <a:ext cx="5080" cy="113664"/>
            </a:xfrm>
            <a:custGeom>
              <a:avLst/>
              <a:gdLst/>
              <a:ahLst/>
              <a:cxnLst/>
              <a:rect l="l" t="t" r="r" b="b"/>
              <a:pathLst>
                <a:path w="5079" h="113664">
                  <a:moveTo>
                    <a:pt x="508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108966"/>
                  </a:lnTo>
                  <a:lnTo>
                    <a:pt x="2540" y="108966"/>
                  </a:lnTo>
                  <a:lnTo>
                    <a:pt x="2540" y="113538"/>
                  </a:lnTo>
                  <a:lnTo>
                    <a:pt x="5080" y="113538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2" name="object 1982"/>
            <p:cNvSpPr/>
            <p:nvPr/>
          </p:nvSpPr>
          <p:spPr>
            <a:xfrm>
              <a:off x="5961278" y="1826390"/>
              <a:ext cx="5080" cy="113664"/>
            </a:xfrm>
            <a:custGeom>
              <a:avLst/>
              <a:gdLst/>
              <a:ahLst/>
              <a:cxnLst/>
              <a:rect l="l" t="t" r="r" b="b"/>
              <a:pathLst>
                <a:path w="5079" h="113664">
                  <a:moveTo>
                    <a:pt x="0" y="0"/>
                  </a:moveTo>
                  <a:lnTo>
                    <a:pt x="4572" y="0"/>
                  </a:lnTo>
                  <a:lnTo>
                    <a:pt x="4572" y="113538"/>
                  </a:lnTo>
                  <a:lnTo>
                    <a:pt x="2286" y="113538"/>
                  </a:lnTo>
                  <a:lnTo>
                    <a:pt x="2286" y="108966"/>
                  </a:lnTo>
                  <a:lnTo>
                    <a:pt x="0" y="10896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3" name="object 1983"/>
            <p:cNvSpPr/>
            <p:nvPr/>
          </p:nvSpPr>
          <p:spPr>
            <a:xfrm>
              <a:off x="5781942" y="1935368"/>
              <a:ext cx="181610" cy="5080"/>
            </a:xfrm>
            <a:custGeom>
              <a:avLst/>
              <a:gdLst/>
              <a:ahLst/>
              <a:cxnLst/>
              <a:rect l="l" t="t" r="r" b="b"/>
              <a:pathLst>
                <a:path w="181610" h="5080">
                  <a:moveTo>
                    <a:pt x="181610" y="0"/>
                  </a:moveTo>
                  <a:lnTo>
                    <a:pt x="5080" y="0"/>
                  </a:lnTo>
                  <a:lnTo>
                    <a:pt x="5080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5080" y="4572"/>
                  </a:lnTo>
                  <a:lnTo>
                    <a:pt x="181610" y="4572"/>
                  </a:lnTo>
                  <a:lnTo>
                    <a:pt x="1816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4" name="object 1984"/>
            <p:cNvSpPr/>
            <p:nvPr/>
          </p:nvSpPr>
          <p:spPr>
            <a:xfrm>
              <a:off x="5782208" y="1935356"/>
              <a:ext cx="181610" cy="5080"/>
            </a:xfrm>
            <a:custGeom>
              <a:avLst/>
              <a:gdLst/>
              <a:ahLst/>
              <a:cxnLst/>
              <a:rect l="l" t="t" r="r" b="b"/>
              <a:pathLst>
                <a:path w="181610" h="5080">
                  <a:moveTo>
                    <a:pt x="181355" y="0"/>
                  </a:moveTo>
                  <a:lnTo>
                    <a:pt x="181355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1" y="2286"/>
                  </a:lnTo>
                  <a:lnTo>
                    <a:pt x="4571" y="0"/>
                  </a:lnTo>
                  <a:lnTo>
                    <a:pt x="18135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5" name="object 1985"/>
            <p:cNvSpPr/>
            <p:nvPr/>
          </p:nvSpPr>
          <p:spPr>
            <a:xfrm>
              <a:off x="5781687" y="1824116"/>
              <a:ext cx="5080" cy="113664"/>
            </a:xfrm>
            <a:custGeom>
              <a:avLst/>
              <a:gdLst/>
              <a:ahLst/>
              <a:cxnLst/>
              <a:rect l="l" t="t" r="r" b="b"/>
              <a:pathLst>
                <a:path w="5079" h="113664">
                  <a:moveTo>
                    <a:pt x="5080" y="4572"/>
                  </a:moveTo>
                  <a:lnTo>
                    <a:pt x="2540" y="4572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13538"/>
                  </a:lnTo>
                  <a:lnTo>
                    <a:pt x="2540" y="113538"/>
                  </a:lnTo>
                  <a:lnTo>
                    <a:pt x="5080" y="113538"/>
                  </a:lnTo>
                  <a:lnTo>
                    <a:pt x="508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6" name="object 1986"/>
            <p:cNvSpPr/>
            <p:nvPr/>
          </p:nvSpPr>
          <p:spPr>
            <a:xfrm>
              <a:off x="5782208" y="1824104"/>
              <a:ext cx="5080" cy="113664"/>
            </a:xfrm>
            <a:custGeom>
              <a:avLst/>
              <a:gdLst/>
              <a:ahLst/>
              <a:cxnLst/>
              <a:rect l="l" t="t" r="r" b="b"/>
              <a:pathLst>
                <a:path w="5079" h="113664">
                  <a:moveTo>
                    <a:pt x="4572" y="113537"/>
                  </a:moveTo>
                  <a:lnTo>
                    <a:pt x="0" y="113537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1353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7" name="object 1987"/>
            <p:cNvSpPr/>
            <p:nvPr/>
          </p:nvSpPr>
          <p:spPr>
            <a:xfrm>
              <a:off x="5861456" y="1835096"/>
              <a:ext cx="27940" cy="24130"/>
            </a:xfrm>
            <a:custGeom>
              <a:avLst/>
              <a:gdLst/>
              <a:ahLst/>
              <a:cxnLst/>
              <a:rect l="l" t="t" r="r" b="b"/>
              <a:pathLst>
                <a:path w="27939" h="24130">
                  <a:moveTo>
                    <a:pt x="27432" y="11868"/>
                  </a:moveTo>
                  <a:lnTo>
                    <a:pt x="26670" y="9582"/>
                  </a:lnTo>
                  <a:lnTo>
                    <a:pt x="25908" y="6534"/>
                  </a:lnTo>
                  <a:lnTo>
                    <a:pt x="20017" y="1482"/>
                  </a:lnTo>
                  <a:lnTo>
                    <a:pt x="13077" y="0"/>
                  </a:lnTo>
                  <a:lnTo>
                    <a:pt x="6266" y="2165"/>
                  </a:lnTo>
                  <a:lnTo>
                    <a:pt x="762" y="8058"/>
                  </a:lnTo>
                  <a:lnTo>
                    <a:pt x="0" y="10344"/>
                  </a:lnTo>
                  <a:lnTo>
                    <a:pt x="0" y="13392"/>
                  </a:lnTo>
                  <a:lnTo>
                    <a:pt x="4364" y="21006"/>
                  </a:lnTo>
                  <a:lnTo>
                    <a:pt x="12244" y="24117"/>
                  </a:lnTo>
                  <a:lnTo>
                    <a:pt x="20479" y="22818"/>
                  </a:lnTo>
                  <a:lnTo>
                    <a:pt x="25908" y="17202"/>
                  </a:lnTo>
                  <a:lnTo>
                    <a:pt x="26670" y="14916"/>
                  </a:lnTo>
                  <a:lnTo>
                    <a:pt x="27432" y="11868"/>
                  </a:lnTo>
                  <a:close/>
                </a:path>
              </a:pathLst>
            </a:custGeom>
            <a:ln w="46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8" name="object 1988"/>
            <p:cNvSpPr/>
            <p:nvPr/>
          </p:nvSpPr>
          <p:spPr>
            <a:xfrm>
              <a:off x="5886589" y="184315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2" y="3810"/>
                  </a:moveTo>
                  <a:lnTo>
                    <a:pt x="3810" y="762"/>
                  </a:lnTo>
                  <a:lnTo>
                    <a:pt x="3810" y="0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457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9" name="object 1989"/>
            <p:cNvSpPr/>
            <p:nvPr/>
          </p:nvSpPr>
          <p:spPr>
            <a:xfrm>
              <a:off x="5886589" y="184315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2" y="3810"/>
                  </a:moveTo>
                  <a:lnTo>
                    <a:pt x="0" y="4572"/>
                  </a:lnTo>
                  <a:lnTo>
                    <a:pt x="0" y="1524"/>
                  </a:lnTo>
                  <a:lnTo>
                    <a:pt x="0" y="2286"/>
                  </a:lnTo>
                  <a:lnTo>
                    <a:pt x="3810" y="0"/>
                  </a:lnTo>
                  <a:lnTo>
                    <a:pt x="3810" y="762"/>
                  </a:lnTo>
                  <a:lnTo>
                    <a:pt x="4572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0" name="object 1990"/>
            <p:cNvSpPr/>
            <p:nvPr/>
          </p:nvSpPr>
          <p:spPr>
            <a:xfrm>
              <a:off x="5885065" y="184010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048"/>
                  </a:moveTo>
                  <a:lnTo>
                    <a:pt x="4572" y="762"/>
                  </a:lnTo>
                  <a:lnTo>
                    <a:pt x="3810" y="0"/>
                  </a:lnTo>
                  <a:lnTo>
                    <a:pt x="762" y="3048"/>
                  </a:lnTo>
                  <a:lnTo>
                    <a:pt x="0" y="3048"/>
                  </a:lnTo>
                  <a:lnTo>
                    <a:pt x="1524" y="5334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1" name="object 1991"/>
            <p:cNvSpPr/>
            <p:nvPr/>
          </p:nvSpPr>
          <p:spPr>
            <a:xfrm>
              <a:off x="5885065" y="184010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048"/>
                  </a:moveTo>
                  <a:lnTo>
                    <a:pt x="1524" y="5334"/>
                  </a:lnTo>
                  <a:lnTo>
                    <a:pt x="0" y="3048"/>
                  </a:lnTo>
                  <a:lnTo>
                    <a:pt x="762" y="3048"/>
                  </a:lnTo>
                  <a:lnTo>
                    <a:pt x="3810" y="0"/>
                  </a:lnTo>
                  <a:lnTo>
                    <a:pt x="4572" y="762"/>
                  </a:lnTo>
                  <a:lnTo>
                    <a:pt x="5334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2" name="object 1992"/>
            <p:cNvSpPr/>
            <p:nvPr/>
          </p:nvSpPr>
          <p:spPr>
            <a:xfrm>
              <a:off x="5884316" y="183782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2286"/>
                  </a:moveTo>
                  <a:lnTo>
                    <a:pt x="3048" y="0"/>
                  </a:lnTo>
                  <a:lnTo>
                    <a:pt x="0" y="3048"/>
                  </a:lnTo>
                  <a:lnTo>
                    <a:pt x="1524" y="5334"/>
                  </a:lnTo>
                  <a:lnTo>
                    <a:pt x="4572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3" name="object 1993"/>
            <p:cNvSpPr/>
            <p:nvPr/>
          </p:nvSpPr>
          <p:spPr>
            <a:xfrm>
              <a:off x="5884316" y="183782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2286"/>
                  </a:moveTo>
                  <a:lnTo>
                    <a:pt x="1524" y="5334"/>
                  </a:lnTo>
                  <a:lnTo>
                    <a:pt x="0" y="3048"/>
                  </a:lnTo>
                  <a:lnTo>
                    <a:pt x="3048" y="0"/>
                  </a:lnTo>
                  <a:lnTo>
                    <a:pt x="4572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4" name="object 1994"/>
            <p:cNvSpPr/>
            <p:nvPr/>
          </p:nvSpPr>
          <p:spPr>
            <a:xfrm>
              <a:off x="5882030" y="183553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2286"/>
                  </a:moveTo>
                  <a:lnTo>
                    <a:pt x="2286" y="0"/>
                  </a:lnTo>
                  <a:lnTo>
                    <a:pt x="0" y="3810"/>
                  </a:lnTo>
                  <a:lnTo>
                    <a:pt x="2286" y="5334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5" name="object 1995"/>
            <p:cNvSpPr/>
            <p:nvPr/>
          </p:nvSpPr>
          <p:spPr>
            <a:xfrm>
              <a:off x="5882030" y="183553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2286"/>
                  </a:moveTo>
                  <a:lnTo>
                    <a:pt x="2286" y="5334"/>
                  </a:lnTo>
                  <a:lnTo>
                    <a:pt x="0" y="3810"/>
                  </a:lnTo>
                  <a:lnTo>
                    <a:pt x="2286" y="0"/>
                  </a:lnTo>
                  <a:lnTo>
                    <a:pt x="5334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6" name="object 1996"/>
            <p:cNvSpPr/>
            <p:nvPr/>
          </p:nvSpPr>
          <p:spPr>
            <a:xfrm>
              <a:off x="5879744" y="1833248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182" y="4693"/>
                  </a:moveTo>
                  <a:lnTo>
                    <a:pt x="0" y="4572"/>
                  </a:lnTo>
                  <a:lnTo>
                    <a:pt x="0" y="5334"/>
                  </a:lnTo>
                  <a:lnTo>
                    <a:pt x="182" y="4693"/>
                  </a:lnTo>
                  <a:close/>
                </a:path>
                <a:path w="5079" h="6350">
                  <a:moveTo>
                    <a:pt x="4572" y="2286"/>
                  </a:moveTo>
                  <a:lnTo>
                    <a:pt x="1524" y="0"/>
                  </a:lnTo>
                  <a:lnTo>
                    <a:pt x="182" y="4693"/>
                  </a:lnTo>
                  <a:lnTo>
                    <a:pt x="2286" y="6096"/>
                  </a:lnTo>
                  <a:lnTo>
                    <a:pt x="4572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7" name="object 1997"/>
            <p:cNvSpPr/>
            <p:nvPr/>
          </p:nvSpPr>
          <p:spPr>
            <a:xfrm>
              <a:off x="5879744" y="1833248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2" y="2286"/>
                  </a:moveTo>
                  <a:lnTo>
                    <a:pt x="2286" y="6096"/>
                  </a:lnTo>
                  <a:lnTo>
                    <a:pt x="0" y="4572"/>
                  </a:lnTo>
                  <a:lnTo>
                    <a:pt x="0" y="5334"/>
                  </a:lnTo>
                  <a:lnTo>
                    <a:pt x="1524" y="0"/>
                  </a:lnTo>
                  <a:lnTo>
                    <a:pt x="4572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8" name="object 1998"/>
            <p:cNvSpPr/>
            <p:nvPr/>
          </p:nvSpPr>
          <p:spPr>
            <a:xfrm>
              <a:off x="5877458" y="1832486"/>
              <a:ext cx="3810" cy="6350"/>
            </a:xfrm>
            <a:custGeom>
              <a:avLst/>
              <a:gdLst/>
              <a:ahLst/>
              <a:cxnLst/>
              <a:rect l="l" t="t" r="r" b="b"/>
              <a:pathLst>
                <a:path w="3810" h="6350">
                  <a:moveTo>
                    <a:pt x="3810" y="762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5334"/>
                  </a:lnTo>
                  <a:lnTo>
                    <a:pt x="2286" y="6096"/>
                  </a:lnTo>
                  <a:lnTo>
                    <a:pt x="3810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9" name="object 1999"/>
            <p:cNvSpPr/>
            <p:nvPr/>
          </p:nvSpPr>
          <p:spPr>
            <a:xfrm>
              <a:off x="5877458" y="1832486"/>
              <a:ext cx="3810" cy="6350"/>
            </a:xfrm>
            <a:custGeom>
              <a:avLst/>
              <a:gdLst/>
              <a:ahLst/>
              <a:cxnLst/>
              <a:rect l="l" t="t" r="r" b="b"/>
              <a:pathLst>
                <a:path w="3810" h="6350">
                  <a:moveTo>
                    <a:pt x="3810" y="762"/>
                  </a:moveTo>
                  <a:lnTo>
                    <a:pt x="2286" y="6096"/>
                  </a:lnTo>
                  <a:lnTo>
                    <a:pt x="0" y="5334"/>
                  </a:lnTo>
                  <a:lnTo>
                    <a:pt x="0" y="0"/>
                  </a:lnTo>
                  <a:lnTo>
                    <a:pt x="762" y="0"/>
                  </a:lnTo>
                  <a:lnTo>
                    <a:pt x="3810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0" name="object 2000"/>
            <p:cNvSpPr/>
            <p:nvPr/>
          </p:nvSpPr>
          <p:spPr>
            <a:xfrm>
              <a:off x="5873635" y="1832486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5334"/>
                  </a:moveTo>
                  <a:lnTo>
                    <a:pt x="3810" y="0"/>
                  </a:lnTo>
                  <a:lnTo>
                    <a:pt x="0" y="0"/>
                  </a:lnTo>
                  <a:lnTo>
                    <a:pt x="762" y="4572"/>
                  </a:lnTo>
                  <a:lnTo>
                    <a:pt x="3810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1" name="object 2001"/>
            <p:cNvSpPr/>
            <p:nvPr/>
          </p:nvSpPr>
          <p:spPr>
            <a:xfrm>
              <a:off x="5873635" y="1832486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0"/>
                  </a:moveTo>
                  <a:lnTo>
                    <a:pt x="3810" y="5334"/>
                  </a:lnTo>
                  <a:lnTo>
                    <a:pt x="762" y="4572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2" name="object 2002"/>
            <p:cNvSpPr/>
            <p:nvPr/>
          </p:nvSpPr>
          <p:spPr>
            <a:xfrm>
              <a:off x="5870587" y="1832486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4572"/>
                  </a:moveTo>
                  <a:lnTo>
                    <a:pt x="3048" y="0"/>
                  </a:lnTo>
                  <a:lnTo>
                    <a:pt x="0" y="762"/>
                  </a:lnTo>
                  <a:lnTo>
                    <a:pt x="1524" y="5334"/>
                  </a:lnTo>
                  <a:lnTo>
                    <a:pt x="381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3" name="object 2003"/>
            <p:cNvSpPr/>
            <p:nvPr/>
          </p:nvSpPr>
          <p:spPr>
            <a:xfrm>
              <a:off x="5870587" y="1832486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048" y="0"/>
                  </a:moveTo>
                  <a:lnTo>
                    <a:pt x="3810" y="4572"/>
                  </a:lnTo>
                  <a:lnTo>
                    <a:pt x="1524" y="5334"/>
                  </a:lnTo>
                  <a:lnTo>
                    <a:pt x="0" y="762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4" name="object 2004"/>
            <p:cNvSpPr/>
            <p:nvPr/>
          </p:nvSpPr>
          <p:spPr>
            <a:xfrm>
              <a:off x="5866790" y="183324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4572"/>
                  </a:moveTo>
                  <a:lnTo>
                    <a:pt x="3810" y="0"/>
                  </a:lnTo>
                  <a:lnTo>
                    <a:pt x="762" y="762"/>
                  </a:lnTo>
                  <a:lnTo>
                    <a:pt x="0" y="1524"/>
                  </a:lnTo>
                  <a:lnTo>
                    <a:pt x="2921" y="5175"/>
                  </a:lnTo>
                  <a:lnTo>
                    <a:pt x="5334" y="4572"/>
                  </a:lnTo>
                  <a:close/>
                </a:path>
                <a:path w="5714" h="5714">
                  <a:moveTo>
                    <a:pt x="3048" y="5334"/>
                  </a:moveTo>
                  <a:lnTo>
                    <a:pt x="2921" y="5175"/>
                  </a:lnTo>
                  <a:lnTo>
                    <a:pt x="2286" y="5334"/>
                  </a:lnTo>
                  <a:lnTo>
                    <a:pt x="3048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5" name="object 2005"/>
            <p:cNvSpPr/>
            <p:nvPr/>
          </p:nvSpPr>
          <p:spPr>
            <a:xfrm>
              <a:off x="5866790" y="183324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3810" y="0"/>
                  </a:moveTo>
                  <a:lnTo>
                    <a:pt x="5334" y="4572"/>
                  </a:lnTo>
                  <a:lnTo>
                    <a:pt x="2286" y="5334"/>
                  </a:lnTo>
                  <a:lnTo>
                    <a:pt x="3048" y="5334"/>
                  </a:lnTo>
                  <a:lnTo>
                    <a:pt x="0" y="1524"/>
                  </a:lnTo>
                  <a:lnTo>
                    <a:pt x="762" y="762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6" name="object 2006"/>
            <p:cNvSpPr/>
            <p:nvPr/>
          </p:nvSpPr>
          <p:spPr>
            <a:xfrm>
              <a:off x="5863742" y="1834772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6096" y="3810"/>
                  </a:moveTo>
                  <a:lnTo>
                    <a:pt x="3048" y="0"/>
                  </a:lnTo>
                  <a:lnTo>
                    <a:pt x="762" y="1524"/>
                  </a:lnTo>
                  <a:lnTo>
                    <a:pt x="0" y="2286"/>
                  </a:lnTo>
                  <a:lnTo>
                    <a:pt x="3810" y="5334"/>
                  </a:lnTo>
                  <a:lnTo>
                    <a:pt x="6096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7" name="object 2007"/>
            <p:cNvSpPr/>
            <p:nvPr/>
          </p:nvSpPr>
          <p:spPr>
            <a:xfrm>
              <a:off x="5863742" y="1834772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3048" y="0"/>
                  </a:moveTo>
                  <a:lnTo>
                    <a:pt x="6096" y="3810"/>
                  </a:lnTo>
                  <a:lnTo>
                    <a:pt x="3810" y="5334"/>
                  </a:lnTo>
                  <a:lnTo>
                    <a:pt x="0" y="2286"/>
                  </a:lnTo>
                  <a:lnTo>
                    <a:pt x="762" y="1524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8" name="object 2008"/>
            <p:cNvSpPr/>
            <p:nvPr/>
          </p:nvSpPr>
          <p:spPr>
            <a:xfrm>
              <a:off x="5861456" y="1837058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6096" y="3047"/>
                  </a:moveTo>
                  <a:lnTo>
                    <a:pt x="2286" y="0"/>
                  </a:lnTo>
                  <a:lnTo>
                    <a:pt x="762" y="2286"/>
                  </a:lnTo>
                  <a:lnTo>
                    <a:pt x="0" y="2286"/>
                  </a:lnTo>
                  <a:lnTo>
                    <a:pt x="4136" y="4354"/>
                  </a:lnTo>
                  <a:lnTo>
                    <a:pt x="6096" y="3047"/>
                  </a:lnTo>
                  <a:close/>
                </a:path>
                <a:path w="6350" h="5080">
                  <a:moveTo>
                    <a:pt x="4572" y="4572"/>
                  </a:moveTo>
                  <a:lnTo>
                    <a:pt x="4136" y="4354"/>
                  </a:lnTo>
                  <a:lnTo>
                    <a:pt x="3810" y="4572"/>
                  </a:lnTo>
                  <a:lnTo>
                    <a:pt x="4572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9" name="object 2009"/>
            <p:cNvSpPr/>
            <p:nvPr/>
          </p:nvSpPr>
          <p:spPr>
            <a:xfrm>
              <a:off x="5861456" y="1837058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2286" y="0"/>
                  </a:moveTo>
                  <a:lnTo>
                    <a:pt x="6096" y="3047"/>
                  </a:lnTo>
                  <a:lnTo>
                    <a:pt x="3810" y="4572"/>
                  </a:lnTo>
                  <a:lnTo>
                    <a:pt x="4572" y="4572"/>
                  </a:lnTo>
                  <a:lnTo>
                    <a:pt x="0" y="2286"/>
                  </a:lnTo>
                  <a:lnTo>
                    <a:pt x="762" y="2286"/>
                  </a:lnTo>
                  <a:lnTo>
                    <a:pt x="228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0" name="object 2010"/>
            <p:cNvSpPr/>
            <p:nvPr/>
          </p:nvSpPr>
          <p:spPr>
            <a:xfrm>
              <a:off x="5859919" y="1839344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6096" y="2285"/>
                  </a:moveTo>
                  <a:lnTo>
                    <a:pt x="1524" y="0"/>
                  </a:lnTo>
                  <a:lnTo>
                    <a:pt x="0" y="3048"/>
                  </a:lnTo>
                  <a:lnTo>
                    <a:pt x="4572" y="4572"/>
                  </a:lnTo>
                  <a:lnTo>
                    <a:pt x="6096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1" name="object 2011"/>
            <p:cNvSpPr/>
            <p:nvPr/>
          </p:nvSpPr>
          <p:spPr>
            <a:xfrm>
              <a:off x="5859919" y="1839344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1524" y="0"/>
                  </a:moveTo>
                  <a:lnTo>
                    <a:pt x="6096" y="2285"/>
                  </a:lnTo>
                  <a:lnTo>
                    <a:pt x="4572" y="4572"/>
                  </a:lnTo>
                  <a:lnTo>
                    <a:pt x="0" y="3048"/>
                  </a:lnTo>
                  <a:lnTo>
                    <a:pt x="152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2" name="object 2012"/>
            <p:cNvSpPr/>
            <p:nvPr/>
          </p:nvSpPr>
          <p:spPr>
            <a:xfrm>
              <a:off x="5859157" y="1842392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5334" y="1523"/>
                  </a:moveTo>
                  <a:lnTo>
                    <a:pt x="762" y="0"/>
                  </a:lnTo>
                  <a:lnTo>
                    <a:pt x="0" y="3048"/>
                  </a:lnTo>
                  <a:lnTo>
                    <a:pt x="4572" y="3047"/>
                  </a:lnTo>
                  <a:lnTo>
                    <a:pt x="4572" y="3810"/>
                  </a:lnTo>
                  <a:lnTo>
                    <a:pt x="5334" y="15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3" name="object 2013"/>
            <p:cNvSpPr/>
            <p:nvPr/>
          </p:nvSpPr>
          <p:spPr>
            <a:xfrm>
              <a:off x="5859157" y="1842392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762" y="0"/>
                  </a:moveTo>
                  <a:lnTo>
                    <a:pt x="5334" y="1523"/>
                  </a:lnTo>
                  <a:lnTo>
                    <a:pt x="4572" y="3810"/>
                  </a:lnTo>
                  <a:lnTo>
                    <a:pt x="4572" y="3047"/>
                  </a:lnTo>
                  <a:lnTo>
                    <a:pt x="0" y="3048"/>
                  </a:lnTo>
                  <a:lnTo>
                    <a:pt x="76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4" name="object 2014"/>
            <p:cNvSpPr/>
            <p:nvPr/>
          </p:nvSpPr>
          <p:spPr>
            <a:xfrm>
              <a:off x="5859157" y="1845440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572" y="2285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4572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5" name="object 2015"/>
            <p:cNvSpPr/>
            <p:nvPr/>
          </p:nvSpPr>
          <p:spPr>
            <a:xfrm>
              <a:off x="5859157" y="1845440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4572" y="0"/>
                  </a:lnTo>
                  <a:lnTo>
                    <a:pt x="4572" y="3047"/>
                  </a:lnTo>
                  <a:lnTo>
                    <a:pt x="4572" y="2285"/>
                  </a:lnTo>
                  <a:lnTo>
                    <a:pt x="0" y="381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6" name="object 2016"/>
            <p:cNvSpPr/>
            <p:nvPr/>
          </p:nvSpPr>
          <p:spPr>
            <a:xfrm>
              <a:off x="5859157" y="184772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168" y="2385"/>
                  </a:moveTo>
                  <a:lnTo>
                    <a:pt x="4572" y="0"/>
                  </a:lnTo>
                  <a:lnTo>
                    <a:pt x="0" y="1524"/>
                  </a:lnTo>
                  <a:lnTo>
                    <a:pt x="762" y="4572"/>
                  </a:lnTo>
                  <a:lnTo>
                    <a:pt x="1524" y="4572"/>
                  </a:lnTo>
                  <a:lnTo>
                    <a:pt x="5168" y="2385"/>
                  </a:lnTo>
                  <a:close/>
                </a:path>
                <a:path w="5714" h="5080">
                  <a:moveTo>
                    <a:pt x="5334" y="3048"/>
                  </a:moveTo>
                  <a:lnTo>
                    <a:pt x="5334" y="2286"/>
                  </a:lnTo>
                  <a:lnTo>
                    <a:pt x="5168" y="2385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7" name="object 2017"/>
            <p:cNvSpPr/>
            <p:nvPr/>
          </p:nvSpPr>
          <p:spPr>
            <a:xfrm>
              <a:off x="5859157" y="184772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0" y="1524"/>
                  </a:moveTo>
                  <a:lnTo>
                    <a:pt x="4572" y="0"/>
                  </a:lnTo>
                  <a:lnTo>
                    <a:pt x="5334" y="3048"/>
                  </a:lnTo>
                  <a:lnTo>
                    <a:pt x="5334" y="2286"/>
                  </a:lnTo>
                  <a:lnTo>
                    <a:pt x="1524" y="4572"/>
                  </a:lnTo>
                  <a:lnTo>
                    <a:pt x="762" y="4572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8" name="object 2018"/>
            <p:cNvSpPr/>
            <p:nvPr/>
          </p:nvSpPr>
          <p:spPr>
            <a:xfrm>
              <a:off x="5860694" y="185001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2286"/>
                  </a:moveTo>
                  <a:lnTo>
                    <a:pt x="3810" y="0"/>
                  </a:lnTo>
                  <a:lnTo>
                    <a:pt x="0" y="2286"/>
                  </a:lnTo>
                  <a:lnTo>
                    <a:pt x="1524" y="5334"/>
                  </a:lnTo>
                  <a:lnTo>
                    <a:pt x="4572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9" name="object 2019"/>
            <p:cNvSpPr/>
            <p:nvPr/>
          </p:nvSpPr>
          <p:spPr>
            <a:xfrm>
              <a:off x="5860694" y="185001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2286"/>
                  </a:moveTo>
                  <a:lnTo>
                    <a:pt x="3810" y="0"/>
                  </a:lnTo>
                  <a:lnTo>
                    <a:pt x="4572" y="2286"/>
                  </a:lnTo>
                  <a:lnTo>
                    <a:pt x="1524" y="5334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0" name="object 2020"/>
            <p:cNvSpPr/>
            <p:nvPr/>
          </p:nvSpPr>
          <p:spPr>
            <a:xfrm>
              <a:off x="5862218" y="1852298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1524"/>
                  </a:moveTo>
                  <a:lnTo>
                    <a:pt x="3047" y="0"/>
                  </a:lnTo>
                  <a:lnTo>
                    <a:pt x="0" y="3048"/>
                  </a:lnTo>
                  <a:lnTo>
                    <a:pt x="2286" y="5334"/>
                  </a:lnTo>
                  <a:lnTo>
                    <a:pt x="4572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1" name="object 2021"/>
            <p:cNvSpPr/>
            <p:nvPr/>
          </p:nvSpPr>
          <p:spPr>
            <a:xfrm>
              <a:off x="5862218" y="185229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3048"/>
                  </a:moveTo>
                  <a:lnTo>
                    <a:pt x="3047" y="0"/>
                  </a:lnTo>
                  <a:lnTo>
                    <a:pt x="5334" y="2286"/>
                  </a:lnTo>
                  <a:lnTo>
                    <a:pt x="4572" y="1524"/>
                  </a:lnTo>
                  <a:lnTo>
                    <a:pt x="2286" y="5334"/>
                  </a:lnTo>
                  <a:lnTo>
                    <a:pt x="0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2" name="object 2022"/>
            <p:cNvSpPr/>
            <p:nvPr/>
          </p:nvSpPr>
          <p:spPr>
            <a:xfrm>
              <a:off x="5864504" y="1853822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2" y="1524"/>
                  </a:moveTo>
                  <a:lnTo>
                    <a:pt x="2285" y="0"/>
                  </a:lnTo>
                  <a:lnTo>
                    <a:pt x="0" y="3810"/>
                  </a:lnTo>
                  <a:lnTo>
                    <a:pt x="3048" y="6096"/>
                  </a:lnTo>
                  <a:lnTo>
                    <a:pt x="4572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3" name="object 2023"/>
            <p:cNvSpPr/>
            <p:nvPr/>
          </p:nvSpPr>
          <p:spPr>
            <a:xfrm>
              <a:off x="5864504" y="1853822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0" y="3810"/>
                  </a:moveTo>
                  <a:lnTo>
                    <a:pt x="2285" y="0"/>
                  </a:lnTo>
                  <a:lnTo>
                    <a:pt x="4572" y="1524"/>
                  </a:lnTo>
                  <a:lnTo>
                    <a:pt x="3048" y="6096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4" name="object 2024"/>
            <p:cNvSpPr/>
            <p:nvPr/>
          </p:nvSpPr>
          <p:spPr>
            <a:xfrm>
              <a:off x="5867552" y="1855346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2" y="1524"/>
                  </a:moveTo>
                  <a:lnTo>
                    <a:pt x="1523" y="0"/>
                  </a:lnTo>
                  <a:lnTo>
                    <a:pt x="0" y="4572"/>
                  </a:lnTo>
                  <a:lnTo>
                    <a:pt x="3048" y="6096"/>
                  </a:lnTo>
                  <a:lnTo>
                    <a:pt x="3810" y="1524"/>
                  </a:lnTo>
                  <a:lnTo>
                    <a:pt x="4572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5" name="object 2025"/>
            <p:cNvSpPr/>
            <p:nvPr/>
          </p:nvSpPr>
          <p:spPr>
            <a:xfrm>
              <a:off x="5867552" y="1855346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0" y="4572"/>
                  </a:moveTo>
                  <a:lnTo>
                    <a:pt x="1523" y="0"/>
                  </a:lnTo>
                  <a:lnTo>
                    <a:pt x="4572" y="1524"/>
                  </a:lnTo>
                  <a:lnTo>
                    <a:pt x="3810" y="1524"/>
                  </a:lnTo>
                  <a:lnTo>
                    <a:pt x="3048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6" name="object 2026"/>
            <p:cNvSpPr/>
            <p:nvPr/>
          </p:nvSpPr>
          <p:spPr>
            <a:xfrm>
              <a:off x="5870600" y="1856870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3810" y="4572"/>
                  </a:moveTo>
                  <a:lnTo>
                    <a:pt x="3810" y="0"/>
                  </a:lnTo>
                  <a:lnTo>
                    <a:pt x="761" y="0"/>
                  </a:lnTo>
                  <a:lnTo>
                    <a:pt x="0" y="4572"/>
                  </a:lnTo>
                  <a:lnTo>
                    <a:pt x="381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7" name="object 2027"/>
            <p:cNvSpPr/>
            <p:nvPr/>
          </p:nvSpPr>
          <p:spPr>
            <a:xfrm>
              <a:off x="5870600" y="1856870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0" y="4572"/>
                  </a:moveTo>
                  <a:lnTo>
                    <a:pt x="761" y="0"/>
                  </a:lnTo>
                  <a:lnTo>
                    <a:pt x="3810" y="0"/>
                  </a:lnTo>
                  <a:lnTo>
                    <a:pt x="3810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8" name="object 2028"/>
            <p:cNvSpPr/>
            <p:nvPr/>
          </p:nvSpPr>
          <p:spPr>
            <a:xfrm>
              <a:off x="5874397" y="1856870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3810" y="4572"/>
                  </a:moveTo>
                  <a:lnTo>
                    <a:pt x="2285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381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9" name="object 2029"/>
            <p:cNvSpPr/>
            <p:nvPr/>
          </p:nvSpPr>
          <p:spPr>
            <a:xfrm>
              <a:off x="5874397" y="1856870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0" y="4572"/>
                  </a:moveTo>
                  <a:lnTo>
                    <a:pt x="0" y="0"/>
                  </a:lnTo>
                  <a:lnTo>
                    <a:pt x="3047" y="0"/>
                  </a:lnTo>
                  <a:lnTo>
                    <a:pt x="2285" y="0"/>
                  </a:lnTo>
                  <a:lnTo>
                    <a:pt x="3810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0" name="object 2030"/>
            <p:cNvSpPr/>
            <p:nvPr/>
          </p:nvSpPr>
          <p:spPr>
            <a:xfrm>
              <a:off x="5876683" y="18561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4572"/>
                  </a:moveTo>
                  <a:lnTo>
                    <a:pt x="3048" y="0"/>
                  </a:lnTo>
                  <a:lnTo>
                    <a:pt x="0" y="762"/>
                  </a:lnTo>
                  <a:lnTo>
                    <a:pt x="1524" y="5334"/>
                  </a:lnTo>
                  <a:lnTo>
                    <a:pt x="4572" y="4572"/>
                  </a:lnTo>
                  <a:lnTo>
                    <a:pt x="5334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1" name="object 2031"/>
            <p:cNvSpPr/>
            <p:nvPr/>
          </p:nvSpPr>
          <p:spPr>
            <a:xfrm>
              <a:off x="5876683" y="18561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1524" y="5334"/>
                  </a:moveTo>
                  <a:lnTo>
                    <a:pt x="0" y="762"/>
                  </a:lnTo>
                  <a:lnTo>
                    <a:pt x="3048" y="0"/>
                  </a:lnTo>
                  <a:lnTo>
                    <a:pt x="5334" y="4572"/>
                  </a:lnTo>
                  <a:lnTo>
                    <a:pt x="4572" y="4572"/>
                  </a:lnTo>
                  <a:lnTo>
                    <a:pt x="1524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2" name="object 2032"/>
            <p:cNvSpPr/>
            <p:nvPr/>
          </p:nvSpPr>
          <p:spPr>
            <a:xfrm>
              <a:off x="5879744" y="185534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048"/>
                  </a:moveTo>
                  <a:lnTo>
                    <a:pt x="2286" y="0"/>
                  </a:lnTo>
                  <a:lnTo>
                    <a:pt x="0" y="762"/>
                  </a:lnTo>
                  <a:lnTo>
                    <a:pt x="2286" y="5334"/>
                  </a:lnTo>
                  <a:lnTo>
                    <a:pt x="4572" y="3810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3" name="object 2033"/>
            <p:cNvSpPr/>
            <p:nvPr/>
          </p:nvSpPr>
          <p:spPr>
            <a:xfrm>
              <a:off x="5879744" y="185534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2286" y="5334"/>
                  </a:moveTo>
                  <a:lnTo>
                    <a:pt x="0" y="762"/>
                  </a:lnTo>
                  <a:lnTo>
                    <a:pt x="2286" y="0"/>
                  </a:lnTo>
                  <a:lnTo>
                    <a:pt x="5334" y="3048"/>
                  </a:lnTo>
                  <a:lnTo>
                    <a:pt x="4572" y="3810"/>
                  </a:lnTo>
                  <a:lnTo>
                    <a:pt x="2286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4" name="object 2034"/>
            <p:cNvSpPr/>
            <p:nvPr/>
          </p:nvSpPr>
          <p:spPr>
            <a:xfrm>
              <a:off x="5882030" y="1853822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4" y="3048"/>
                  </a:moveTo>
                  <a:lnTo>
                    <a:pt x="5334" y="2286"/>
                  </a:lnTo>
                  <a:lnTo>
                    <a:pt x="1524" y="0"/>
                  </a:lnTo>
                  <a:lnTo>
                    <a:pt x="0" y="1524"/>
                  </a:lnTo>
                  <a:lnTo>
                    <a:pt x="3048" y="4572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5" name="object 2035"/>
            <p:cNvSpPr/>
            <p:nvPr/>
          </p:nvSpPr>
          <p:spPr>
            <a:xfrm>
              <a:off x="5882030" y="185306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3048" y="5334"/>
                  </a:moveTo>
                  <a:lnTo>
                    <a:pt x="0" y="2286"/>
                  </a:lnTo>
                  <a:lnTo>
                    <a:pt x="2286" y="0"/>
                  </a:lnTo>
                  <a:lnTo>
                    <a:pt x="1524" y="762"/>
                  </a:lnTo>
                  <a:lnTo>
                    <a:pt x="5334" y="3048"/>
                  </a:lnTo>
                  <a:lnTo>
                    <a:pt x="5334" y="3810"/>
                  </a:lnTo>
                  <a:lnTo>
                    <a:pt x="3048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6" name="object 2036"/>
            <p:cNvSpPr/>
            <p:nvPr/>
          </p:nvSpPr>
          <p:spPr>
            <a:xfrm>
              <a:off x="5883554" y="1851536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6096" y="2286"/>
                  </a:moveTo>
                  <a:lnTo>
                    <a:pt x="1524" y="0"/>
                  </a:lnTo>
                  <a:lnTo>
                    <a:pt x="0" y="2286"/>
                  </a:lnTo>
                  <a:lnTo>
                    <a:pt x="3810" y="4572"/>
                  </a:lnTo>
                  <a:lnTo>
                    <a:pt x="6096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7" name="object 2037"/>
            <p:cNvSpPr/>
            <p:nvPr/>
          </p:nvSpPr>
          <p:spPr>
            <a:xfrm>
              <a:off x="5883554" y="1851536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3810" y="4572"/>
                  </a:moveTo>
                  <a:lnTo>
                    <a:pt x="0" y="2286"/>
                  </a:lnTo>
                  <a:lnTo>
                    <a:pt x="1524" y="0"/>
                  </a:lnTo>
                  <a:lnTo>
                    <a:pt x="6096" y="2286"/>
                  </a:lnTo>
                  <a:lnTo>
                    <a:pt x="381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8" name="object 2038"/>
            <p:cNvSpPr/>
            <p:nvPr/>
          </p:nvSpPr>
          <p:spPr>
            <a:xfrm>
              <a:off x="5885078" y="1849250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4" y="1524"/>
                  </a:moveTo>
                  <a:lnTo>
                    <a:pt x="5334" y="762"/>
                  </a:lnTo>
                  <a:lnTo>
                    <a:pt x="1524" y="762"/>
                  </a:lnTo>
                  <a:lnTo>
                    <a:pt x="1524" y="0"/>
                  </a:lnTo>
                  <a:lnTo>
                    <a:pt x="0" y="2286"/>
                  </a:lnTo>
                  <a:lnTo>
                    <a:pt x="4572" y="4572"/>
                  </a:lnTo>
                  <a:lnTo>
                    <a:pt x="5334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9" name="object 2039"/>
            <p:cNvSpPr/>
            <p:nvPr/>
          </p:nvSpPr>
          <p:spPr>
            <a:xfrm>
              <a:off x="5885078" y="1849250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4572" y="4572"/>
                  </a:moveTo>
                  <a:lnTo>
                    <a:pt x="0" y="2286"/>
                  </a:lnTo>
                  <a:lnTo>
                    <a:pt x="1524" y="0"/>
                  </a:lnTo>
                  <a:lnTo>
                    <a:pt x="1524" y="762"/>
                  </a:lnTo>
                  <a:lnTo>
                    <a:pt x="5334" y="762"/>
                  </a:lnTo>
                  <a:lnTo>
                    <a:pt x="5334" y="1524"/>
                  </a:lnTo>
                  <a:lnTo>
                    <a:pt x="4572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0" name="object 2040"/>
            <p:cNvSpPr/>
            <p:nvPr/>
          </p:nvSpPr>
          <p:spPr>
            <a:xfrm>
              <a:off x="5886589" y="1846964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572" y="0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3810" y="3048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1" name="object 2041"/>
            <p:cNvSpPr/>
            <p:nvPr/>
          </p:nvSpPr>
          <p:spPr>
            <a:xfrm>
              <a:off x="5886589" y="1846964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3810" y="3048"/>
                  </a:moveTo>
                  <a:lnTo>
                    <a:pt x="0" y="3048"/>
                  </a:lnTo>
                  <a:lnTo>
                    <a:pt x="0" y="0"/>
                  </a:lnTo>
                  <a:lnTo>
                    <a:pt x="4572" y="0"/>
                  </a:lnTo>
                  <a:lnTo>
                    <a:pt x="3810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2" name="object 2042"/>
            <p:cNvSpPr/>
            <p:nvPr/>
          </p:nvSpPr>
          <p:spPr>
            <a:xfrm>
              <a:off x="5886589" y="1846964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457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3" name="object 2043"/>
            <p:cNvSpPr/>
            <p:nvPr/>
          </p:nvSpPr>
          <p:spPr>
            <a:xfrm>
              <a:off x="5886589" y="1846964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457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457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4" name="object 2044"/>
            <p:cNvSpPr/>
            <p:nvPr/>
          </p:nvSpPr>
          <p:spPr>
            <a:xfrm>
              <a:off x="5796686" y="1907924"/>
              <a:ext cx="28575" cy="24130"/>
            </a:xfrm>
            <a:custGeom>
              <a:avLst/>
              <a:gdLst/>
              <a:ahLst/>
              <a:cxnLst/>
              <a:rect l="l" t="t" r="r" b="b"/>
              <a:pathLst>
                <a:path w="28575" h="24130">
                  <a:moveTo>
                    <a:pt x="28194" y="11429"/>
                  </a:moveTo>
                  <a:lnTo>
                    <a:pt x="26670" y="6857"/>
                  </a:lnTo>
                  <a:lnTo>
                    <a:pt x="22098" y="2285"/>
                  </a:lnTo>
                  <a:lnTo>
                    <a:pt x="19812" y="761"/>
                  </a:lnTo>
                  <a:lnTo>
                    <a:pt x="16764" y="0"/>
                  </a:lnTo>
                  <a:lnTo>
                    <a:pt x="13716" y="0"/>
                  </a:lnTo>
                  <a:lnTo>
                    <a:pt x="0" y="10667"/>
                  </a:lnTo>
                  <a:lnTo>
                    <a:pt x="0" y="12953"/>
                  </a:lnTo>
                  <a:lnTo>
                    <a:pt x="9906" y="23621"/>
                  </a:lnTo>
                  <a:lnTo>
                    <a:pt x="16764" y="23621"/>
                  </a:lnTo>
                  <a:lnTo>
                    <a:pt x="28194" y="11429"/>
                  </a:lnTo>
                  <a:close/>
                </a:path>
              </a:pathLst>
            </a:custGeom>
            <a:ln w="46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5" name="object 2045"/>
            <p:cNvSpPr/>
            <p:nvPr/>
          </p:nvSpPr>
          <p:spPr>
            <a:xfrm>
              <a:off x="5821832" y="1916306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5334" y="3048"/>
                  </a:moveTo>
                  <a:lnTo>
                    <a:pt x="4572" y="0"/>
                  </a:lnTo>
                  <a:lnTo>
                    <a:pt x="0" y="1524"/>
                  </a:lnTo>
                  <a:lnTo>
                    <a:pt x="762" y="3810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6" name="object 2046"/>
            <p:cNvSpPr/>
            <p:nvPr/>
          </p:nvSpPr>
          <p:spPr>
            <a:xfrm>
              <a:off x="5821832" y="1916306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5334" y="3048"/>
                  </a:moveTo>
                  <a:lnTo>
                    <a:pt x="762" y="3810"/>
                  </a:lnTo>
                  <a:lnTo>
                    <a:pt x="0" y="1524"/>
                  </a:lnTo>
                  <a:lnTo>
                    <a:pt x="4572" y="0"/>
                  </a:lnTo>
                  <a:lnTo>
                    <a:pt x="5334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7" name="object 2047"/>
            <p:cNvSpPr/>
            <p:nvPr/>
          </p:nvSpPr>
          <p:spPr>
            <a:xfrm>
              <a:off x="5821070" y="191325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4" y="3048"/>
                  </a:moveTo>
                  <a:lnTo>
                    <a:pt x="3810" y="0"/>
                  </a:lnTo>
                  <a:lnTo>
                    <a:pt x="0" y="2286"/>
                  </a:lnTo>
                  <a:lnTo>
                    <a:pt x="762" y="4572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8" name="object 2048"/>
            <p:cNvSpPr/>
            <p:nvPr/>
          </p:nvSpPr>
          <p:spPr>
            <a:xfrm>
              <a:off x="5821070" y="191325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4" y="3048"/>
                  </a:moveTo>
                  <a:lnTo>
                    <a:pt x="762" y="4572"/>
                  </a:lnTo>
                  <a:lnTo>
                    <a:pt x="0" y="2286"/>
                  </a:lnTo>
                  <a:lnTo>
                    <a:pt x="3810" y="0"/>
                  </a:lnTo>
                  <a:lnTo>
                    <a:pt x="5334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9" name="object 2049"/>
            <p:cNvSpPr/>
            <p:nvPr/>
          </p:nvSpPr>
          <p:spPr>
            <a:xfrm>
              <a:off x="5819546" y="191021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048"/>
                  </a:moveTo>
                  <a:lnTo>
                    <a:pt x="3810" y="0"/>
                  </a:lnTo>
                  <a:lnTo>
                    <a:pt x="3048" y="0"/>
                  </a:lnTo>
                  <a:lnTo>
                    <a:pt x="762" y="3810"/>
                  </a:lnTo>
                  <a:lnTo>
                    <a:pt x="0" y="3810"/>
                  </a:lnTo>
                  <a:lnTo>
                    <a:pt x="1524" y="5334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0" name="object 2050"/>
            <p:cNvSpPr/>
            <p:nvPr/>
          </p:nvSpPr>
          <p:spPr>
            <a:xfrm>
              <a:off x="5819546" y="191021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048"/>
                  </a:moveTo>
                  <a:lnTo>
                    <a:pt x="1524" y="5334"/>
                  </a:lnTo>
                  <a:lnTo>
                    <a:pt x="0" y="3810"/>
                  </a:lnTo>
                  <a:lnTo>
                    <a:pt x="762" y="3810"/>
                  </a:lnTo>
                  <a:lnTo>
                    <a:pt x="3048" y="0"/>
                  </a:lnTo>
                  <a:lnTo>
                    <a:pt x="3810" y="0"/>
                  </a:lnTo>
                  <a:lnTo>
                    <a:pt x="5334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1" name="object 2051"/>
            <p:cNvSpPr/>
            <p:nvPr/>
          </p:nvSpPr>
          <p:spPr>
            <a:xfrm>
              <a:off x="5818022" y="1907924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2" y="2286"/>
                  </a:moveTo>
                  <a:lnTo>
                    <a:pt x="2286" y="762"/>
                  </a:lnTo>
                  <a:lnTo>
                    <a:pt x="2286" y="0"/>
                  </a:lnTo>
                  <a:lnTo>
                    <a:pt x="0" y="4572"/>
                  </a:lnTo>
                  <a:lnTo>
                    <a:pt x="2286" y="6096"/>
                  </a:lnTo>
                  <a:lnTo>
                    <a:pt x="4572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2" name="object 2052"/>
            <p:cNvSpPr/>
            <p:nvPr/>
          </p:nvSpPr>
          <p:spPr>
            <a:xfrm>
              <a:off x="5818022" y="1907924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2" y="2286"/>
                  </a:moveTo>
                  <a:lnTo>
                    <a:pt x="2286" y="6096"/>
                  </a:lnTo>
                  <a:lnTo>
                    <a:pt x="0" y="4572"/>
                  </a:lnTo>
                  <a:lnTo>
                    <a:pt x="2286" y="0"/>
                  </a:lnTo>
                  <a:lnTo>
                    <a:pt x="2286" y="762"/>
                  </a:lnTo>
                  <a:lnTo>
                    <a:pt x="4572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3" name="object 2053"/>
            <p:cNvSpPr/>
            <p:nvPr/>
          </p:nvSpPr>
          <p:spPr>
            <a:xfrm>
              <a:off x="5815723" y="1906400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2" y="1524"/>
                  </a:moveTo>
                  <a:lnTo>
                    <a:pt x="1524" y="0"/>
                  </a:lnTo>
                  <a:lnTo>
                    <a:pt x="0" y="4572"/>
                  </a:lnTo>
                  <a:lnTo>
                    <a:pt x="2286" y="6096"/>
                  </a:lnTo>
                  <a:lnTo>
                    <a:pt x="4572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4" name="object 2054"/>
            <p:cNvSpPr/>
            <p:nvPr/>
          </p:nvSpPr>
          <p:spPr>
            <a:xfrm>
              <a:off x="5815723" y="1906400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2" y="1524"/>
                  </a:moveTo>
                  <a:lnTo>
                    <a:pt x="2286" y="6096"/>
                  </a:lnTo>
                  <a:lnTo>
                    <a:pt x="0" y="4572"/>
                  </a:lnTo>
                  <a:lnTo>
                    <a:pt x="1524" y="0"/>
                  </a:lnTo>
                  <a:lnTo>
                    <a:pt x="4572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5" name="object 2055"/>
            <p:cNvSpPr/>
            <p:nvPr/>
          </p:nvSpPr>
          <p:spPr>
            <a:xfrm>
              <a:off x="5812675" y="1905638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762"/>
                  </a:moveTo>
                  <a:lnTo>
                    <a:pt x="762" y="0"/>
                  </a:lnTo>
                  <a:lnTo>
                    <a:pt x="762" y="4572"/>
                  </a:lnTo>
                  <a:lnTo>
                    <a:pt x="0" y="4572"/>
                  </a:lnTo>
                  <a:lnTo>
                    <a:pt x="3048" y="5334"/>
                  </a:lnTo>
                  <a:lnTo>
                    <a:pt x="4572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6" name="object 2056"/>
            <p:cNvSpPr/>
            <p:nvPr/>
          </p:nvSpPr>
          <p:spPr>
            <a:xfrm>
              <a:off x="5812675" y="1905638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762"/>
                  </a:moveTo>
                  <a:lnTo>
                    <a:pt x="3048" y="5334"/>
                  </a:lnTo>
                  <a:lnTo>
                    <a:pt x="0" y="4572"/>
                  </a:lnTo>
                  <a:lnTo>
                    <a:pt x="762" y="4572"/>
                  </a:lnTo>
                  <a:lnTo>
                    <a:pt x="762" y="0"/>
                  </a:lnTo>
                  <a:lnTo>
                    <a:pt x="4572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7" name="object 2057"/>
            <p:cNvSpPr/>
            <p:nvPr/>
          </p:nvSpPr>
          <p:spPr>
            <a:xfrm>
              <a:off x="5809640" y="1905638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3810" y="4572"/>
                  </a:moveTo>
                  <a:lnTo>
                    <a:pt x="3810" y="0"/>
                  </a:lnTo>
                  <a:lnTo>
                    <a:pt x="0" y="0"/>
                  </a:lnTo>
                  <a:lnTo>
                    <a:pt x="762" y="4572"/>
                  </a:lnTo>
                  <a:lnTo>
                    <a:pt x="381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8" name="object 2058"/>
            <p:cNvSpPr/>
            <p:nvPr/>
          </p:nvSpPr>
          <p:spPr>
            <a:xfrm>
              <a:off x="5809640" y="1905638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3810" y="0"/>
                  </a:moveTo>
                  <a:lnTo>
                    <a:pt x="3810" y="4572"/>
                  </a:lnTo>
                  <a:lnTo>
                    <a:pt x="762" y="4572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9" name="object 2059"/>
            <p:cNvSpPr/>
            <p:nvPr/>
          </p:nvSpPr>
          <p:spPr>
            <a:xfrm>
              <a:off x="5805830" y="1905638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4572"/>
                  </a:moveTo>
                  <a:lnTo>
                    <a:pt x="3810" y="0"/>
                  </a:lnTo>
                  <a:lnTo>
                    <a:pt x="0" y="762"/>
                  </a:lnTo>
                  <a:lnTo>
                    <a:pt x="1524" y="4572"/>
                  </a:lnTo>
                  <a:lnTo>
                    <a:pt x="1524" y="5334"/>
                  </a:lnTo>
                  <a:lnTo>
                    <a:pt x="4572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0" name="object 2060"/>
            <p:cNvSpPr/>
            <p:nvPr/>
          </p:nvSpPr>
          <p:spPr>
            <a:xfrm>
              <a:off x="5805830" y="1905638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3810" y="0"/>
                  </a:moveTo>
                  <a:lnTo>
                    <a:pt x="4572" y="4572"/>
                  </a:lnTo>
                  <a:lnTo>
                    <a:pt x="1524" y="5334"/>
                  </a:lnTo>
                  <a:lnTo>
                    <a:pt x="1524" y="4572"/>
                  </a:lnTo>
                  <a:lnTo>
                    <a:pt x="0" y="762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1" name="object 2061"/>
            <p:cNvSpPr/>
            <p:nvPr/>
          </p:nvSpPr>
          <p:spPr>
            <a:xfrm>
              <a:off x="5802782" y="190640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3810"/>
                  </a:moveTo>
                  <a:lnTo>
                    <a:pt x="3048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286" y="5334"/>
                  </a:lnTo>
                  <a:lnTo>
                    <a:pt x="457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2" name="object 2062"/>
            <p:cNvSpPr/>
            <p:nvPr/>
          </p:nvSpPr>
          <p:spPr>
            <a:xfrm>
              <a:off x="5802782" y="190640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3048" y="0"/>
                  </a:moveTo>
                  <a:lnTo>
                    <a:pt x="4572" y="3810"/>
                  </a:lnTo>
                  <a:lnTo>
                    <a:pt x="2286" y="5334"/>
                  </a:lnTo>
                  <a:lnTo>
                    <a:pt x="0" y="1524"/>
                  </a:lnTo>
                  <a:lnTo>
                    <a:pt x="0" y="762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3" name="object 2063"/>
            <p:cNvSpPr/>
            <p:nvPr/>
          </p:nvSpPr>
          <p:spPr>
            <a:xfrm>
              <a:off x="5799721" y="19079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810"/>
                  </a:moveTo>
                  <a:lnTo>
                    <a:pt x="3048" y="0"/>
                  </a:lnTo>
                  <a:lnTo>
                    <a:pt x="0" y="1524"/>
                  </a:lnTo>
                  <a:lnTo>
                    <a:pt x="3048" y="4572"/>
                  </a:lnTo>
                  <a:lnTo>
                    <a:pt x="3048" y="5334"/>
                  </a:lnTo>
                  <a:lnTo>
                    <a:pt x="5334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4" name="object 2064"/>
            <p:cNvSpPr/>
            <p:nvPr/>
          </p:nvSpPr>
          <p:spPr>
            <a:xfrm>
              <a:off x="5799721" y="19079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3048" y="0"/>
                  </a:moveTo>
                  <a:lnTo>
                    <a:pt x="5334" y="3810"/>
                  </a:lnTo>
                  <a:lnTo>
                    <a:pt x="3048" y="5334"/>
                  </a:lnTo>
                  <a:lnTo>
                    <a:pt x="3048" y="4572"/>
                  </a:lnTo>
                  <a:lnTo>
                    <a:pt x="0" y="1524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5" name="object 2065"/>
            <p:cNvSpPr/>
            <p:nvPr/>
          </p:nvSpPr>
          <p:spPr>
            <a:xfrm>
              <a:off x="5797435" y="190944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047"/>
                  </a:moveTo>
                  <a:lnTo>
                    <a:pt x="2286" y="0"/>
                  </a:lnTo>
                  <a:lnTo>
                    <a:pt x="0" y="2286"/>
                  </a:lnTo>
                  <a:lnTo>
                    <a:pt x="3810" y="5334"/>
                  </a:lnTo>
                  <a:lnTo>
                    <a:pt x="5334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6" name="object 2066"/>
            <p:cNvSpPr/>
            <p:nvPr/>
          </p:nvSpPr>
          <p:spPr>
            <a:xfrm>
              <a:off x="5797435" y="190944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2286" y="0"/>
                  </a:moveTo>
                  <a:lnTo>
                    <a:pt x="5334" y="3047"/>
                  </a:lnTo>
                  <a:lnTo>
                    <a:pt x="3810" y="5334"/>
                  </a:lnTo>
                  <a:lnTo>
                    <a:pt x="0" y="2286"/>
                  </a:lnTo>
                  <a:lnTo>
                    <a:pt x="228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7" name="object 2067"/>
            <p:cNvSpPr/>
            <p:nvPr/>
          </p:nvSpPr>
          <p:spPr>
            <a:xfrm>
              <a:off x="5795149" y="1911734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6096" y="3047"/>
                  </a:moveTo>
                  <a:lnTo>
                    <a:pt x="2286" y="0"/>
                  </a:lnTo>
                  <a:lnTo>
                    <a:pt x="762" y="3048"/>
                  </a:lnTo>
                  <a:lnTo>
                    <a:pt x="0" y="3048"/>
                  </a:lnTo>
                  <a:lnTo>
                    <a:pt x="4572" y="4572"/>
                  </a:lnTo>
                  <a:lnTo>
                    <a:pt x="6096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8" name="object 2068"/>
            <p:cNvSpPr/>
            <p:nvPr/>
          </p:nvSpPr>
          <p:spPr>
            <a:xfrm>
              <a:off x="5795149" y="1911734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2286" y="0"/>
                  </a:moveTo>
                  <a:lnTo>
                    <a:pt x="6096" y="3047"/>
                  </a:lnTo>
                  <a:lnTo>
                    <a:pt x="4572" y="4572"/>
                  </a:lnTo>
                  <a:lnTo>
                    <a:pt x="0" y="3048"/>
                  </a:lnTo>
                  <a:lnTo>
                    <a:pt x="762" y="3048"/>
                  </a:lnTo>
                  <a:lnTo>
                    <a:pt x="228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9" name="object 2069"/>
            <p:cNvSpPr/>
            <p:nvPr/>
          </p:nvSpPr>
          <p:spPr>
            <a:xfrm>
              <a:off x="5794387" y="1914782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5334" y="1523"/>
                  </a:moveTo>
                  <a:lnTo>
                    <a:pt x="762" y="0"/>
                  </a:lnTo>
                  <a:lnTo>
                    <a:pt x="0" y="3048"/>
                  </a:lnTo>
                  <a:lnTo>
                    <a:pt x="0" y="3810"/>
                  </a:lnTo>
                  <a:lnTo>
                    <a:pt x="4572" y="3810"/>
                  </a:lnTo>
                  <a:lnTo>
                    <a:pt x="5334" y="15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0" name="object 2070"/>
            <p:cNvSpPr/>
            <p:nvPr/>
          </p:nvSpPr>
          <p:spPr>
            <a:xfrm>
              <a:off x="5794387" y="1914782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762" y="0"/>
                  </a:moveTo>
                  <a:lnTo>
                    <a:pt x="5334" y="1523"/>
                  </a:lnTo>
                  <a:lnTo>
                    <a:pt x="4572" y="3810"/>
                  </a:lnTo>
                  <a:lnTo>
                    <a:pt x="0" y="3810"/>
                  </a:lnTo>
                  <a:lnTo>
                    <a:pt x="0" y="3048"/>
                  </a:lnTo>
                  <a:lnTo>
                    <a:pt x="76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1" name="object 2071"/>
            <p:cNvSpPr/>
            <p:nvPr/>
          </p:nvSpPr>
          <p:spPr>
            <a:xfrm>
              <a:off x="5794400" y="1918592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572" y="1523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3048"/>
                  </a:lnTo>
                  <a:lnTo>
                    <a:pt x="4572" y="15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2" name="object 2072"/>
            <p:cNvSpPr/>
            <p:nvPr/>
          </p:nvSpPr>
          <p:spPr>
            <a:xfrm>
              <a:off x="5794400" y="1918592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0" y="0"/>
                  </a:moveTo>
                  <a:lnTo>
                    <a:pt x="4572" y="0"/>
                  </a:lnTo>
                  <a:lnTo>
                    <a:pt x="4572" y="2285"/>
                  </a:lnTo>
                  <a:lnTo>
                    <a:pt x="4572" y="1523"/>
                  </a:lnTo>
                  <a:lnTo>
                    <a:pt x="0" y="304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3" name="object 2073"/>
            <p:cNvSpPr/>
            <p:nvPr/>
          </p:nvSpPr>
          <p:spPr>
            <a:xfrm>
              <a:off x="5794400" y="192011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168" y="2385"/>
                  </a:moveTo>
                  <a:lnTo>
                    <a:pt x="4572" y="0"/>
                  </a:lnTo>
                  <a:lnTo>
                    <a:pt x="0" y="1524"/>
                  </a:lnTo>
                  <a:lnTo>
                    <a:pt x="1524" y="4572"/>
                  </a:lnTo>
                  <a:lnTo>
                    <a:pt x="5168" y="2385"/>
                  </a:lnTo>
                  <a:close/>
                </a:path>
                <a:path w="5714" h="5080">
                  <a:moveTo>
                    <a:pt x="5334" y="3048"/>
                  </a:moveTo>
                  <a:lnTo>
                    <a:pt x="5334" y="2286"/>
                  </a:lnTo>
                  <a:lnTo>
                    <a:pt x="5168" y="2385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4" name="object 2074"/>
            <p:cNvSpPr/>
            <p:nvPr/>
          </p:nvSpPr>
          <p:spPr>
            <a:xfrm>
              <a:off x="5794400" y="192011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0" y="1524"/>
                  </a:moveTo>
                  <a:lnTo>
                    <a:pt x="4572" y="0"/>
                  </a:lnTo>
                  <a:lnTo>
                    <a:pt x="5334" y="3048"/>
                  </a:lnTo>
                  <a:lnTo>
                    <a:pt x="5334" y="2286"/>
                  </a:lnTo>
                  <a:lnTo>
                    <a:pt x="1524" y="4572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5" name="object 2075"/>
            <p:cNvSpPr/>
            <p:nvPr/>
          </p:nvSpPr>
          <p:spPr>
            <a:xfrm>
              <a:off x="5795911" y="192240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2286"/>
                  </a:moveTo>
                  <a:lnTo>
                    <a:pt x="3810" y="0"/>
                  </a:lnTo>
                  <a:lnTo>
                    <a:pt x="0" y="2286"/>
                  </a:lnTo>
                  <a:lnTo>
                    <a:pt x="1524" y="5334"/>
                  </a:lnTo>
                  <a:lnTo>
                    <a:pt x="4572" y="2286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6" name="object 2076"/>
            <p:cNvSpPr/>
            <p:nvPr/>
          </p:nvSpPr>
          <p:spPr>
            <a:xfrm>
              <a:off x="5795911" y="192240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2286"/>
                  </a:moveTo>
                  <a:lnTo>
                    <a:pt x="3810" y="0"/>
                  </a:lnTo>
                  <a:lnTo>
                    <a:pt x="5334" y="2286"/>
                  </a:lnTo>
                  <a:lnTo>
                    <a:pt x="4572" y="2286"/>
                  </a:lnTo>
                  <a:lnTo>
                    <a:pt x="1524" y="5334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7" name="object 2077"/>
            <p:cNvSpPr/>
            <p:nvPr/>
          </p:nvSpPr>
          <p:spPr>
            <a:xfrm>
              <a:off x="5797435" y="1924688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5334" y="1524"/>
                  </a:moveTo>
                  <a:lnTo>
                    <a:pt x="3047" y="0"/>
                  </a:lnTo>
                  <a:lnTo>
                    <a:pt x="0" y="3048"/>
                  </a:lnTo>
                  <a:lnTo>
                    <a:pt x="2286" y="6096"/>
                  </a:lnTo>
                  <a:lnTo>
                    <a:pt x="4572" y="1524"/>
                  </a:lnTo>
                  <a:lnTo>
                    <a:pt x="5334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8" name="object 2078"/>
            <p:cNvSpPr/>
            <p:nvPr/>
          </p:nvSpPr>
          <p:spPr>
            <a:xfrm>
              <a:off x="5797435" y="1924688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0" y="3048"/>
                  </a:moveTo>
                  <a:lnTo>
                    <a:pt x="3047" y="0"/>
                  </a:lnTo>
                  <a:lnTo>
                    <a:pt x="5334" y="1524"/>
                  </a:lnTo>
                  <a:lnTo>
                    <a:pt x="4572" y="1524"/>
                  </a:lnTo>
                  <a:lnTo>
                    <a:pt x="2286" y="6096"/>
                  </a:lnTo>
                  <a:lnTo>
                    <a:pt x="0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9" name="object 2079"/>
            <p:cNvSpPr/>
            <p:nvPr/>
          </p:nvSpPr>
          <p:spPr>
            <a:xfrm>
              <a:off x="5799721" y="1926212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5334" y="1524"/>
                  </a:moveTo>
                  <a:lnTo>
                    <a:pt x="2285" y="0"/>
                  </a:lnTo>
                  <a:lnTo>
                    <a:pt x="0" y="4572"/>
                  </a:lnTo>
                  <a:lnTo>
                    <a:pt x="3048" y="6096"/>
                  </a:lnTo>
                  <a:lnTo>
                    <a:pt x="4572" y="1524"/>
                  </a:lnTo>
                  <a:lnTo>
                    <a:pt x="5334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0" name="object 2080"/>
            <p:cNvSpPr/>
            <p:nvPr/>
          </p:nvSpPr>
          <p:spPr>
            <a:xfrm>
              <a:off x="5799721" y="1926212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0" y="4572"/>
                  </a:moveTo>
                  <a:lnTo>
                    <a:pt x="2285" y="0"/>
                  </a:lnTo>
                  <a:lnTo>
                    <a:pt x="5334" y="1524"/>
                  </a:lnTo>
                  <a:lnTo>
                    <a:pt x="4572" y="1524"/>
                  </a:lnTo>
                  <a:lnTo>
                    <a:pt x="3048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1" name="object 2081"/>
            <p:cNvSpPr/>
            <p:nvPr/>
          </p:nvSpPr>
          <p:spPr>
            <a:xfrm>
              <a:off x="5802769" y="1927736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2" y="762"/>
                  </a:moveTo>
                  <a:lnTo>
                    <a:pt x="1523" y="0"/>
                  </a:lnTo>
                  <a:lnTo>
                    <a:pt x="0" y="4572"/>
                  </a:lnTo>
                  <a:lnTo>
                    <a:pt x="3048" y="6096"/>
                  </a:lnTo>
                  <a:lnTo>
                    <a:pt x="3810" y="6096"/>
                  </a:lnTo>
                  <a:lnTo>
                    <a:pt x="3810" y="762"/>
                  </a:lnTo>
                  <a:lnTo>
                    <a:pt x="4572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2" name="object 2082"/>
            <p:cNvSpPr/>
            <p:nvPr/>
          </p:nvSpPr>
          <p:spPr>
            <a:xfrm>
              <a:off x="5802769" y="1927736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0" y="4572"/>
                  </a:moveTo>
                  <a:lnTo>
                    <a:pt x="1523" y="0"/>
                  </a:lnTo>
                  <a:lnTo>
                    <a:pt x="4572" y="762"/>
                  </a:lnTo>
                  <a:lnTo>
                    <a:pt x="3810" y="762"/>
                  </a:lnTo>
                  <a:lnTo>
                    <a:pt x="3810" y="6096"/>
                  </a:lnTo>
                  <a:lnTo>
                    <a:pt x="3048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3" name="object 2083"/>
            <p:cNvSpPr/>
            <p:nvPr/>
          </p:nvSpPr>
          <p:spPr>
            <a:xfrm>
              <a:off x="5806592" y="1928498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5334"/>
                  </a:moveTo>
                  <a:lnTo>
                    <a:pt x="3810" y="762"/>
                  </a:lnTo>
                  <a:lnTo>
                    <a:pt x="0" y="0"/>
                  </a:lnTo>
                  <a:lnTo>
                    <a:pt x="0" y="5334"/>
                  </a:lnTo>
                  <a:lnTo>
                    <a:pt x="3810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4" name="object 2084"/>
            <p:cNvSpPr/>
            <p:nvPr/>
          </p:nvSpPr>
          <p:spPr>
            <a:xfrm>
              <a:off x="5806592" y="1928498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0" y="5334"/>
                  </a:moveTo>
                  <a:lnTo>
                    <a:pt x="0" y="0"/>
                  </a:lnTo>
                  <a:lnTo>
                    <a:pt x="3810" y="762"/>
                  </a:lnTo>
                  <a:lnTo>
                    <a:pt x="3810" y="5334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5" name="object 2085"/>
            <p:cNvSpPr/>
            <p:nvPr/>
          </p:nvSpPr>
          <p:spPr>
            <a:xfrm>
              <a:off x="5810402" y="1929260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3810" y="4572"/>
                  </a:moveTo>
                  <a:lnTo>
                    <a:pt x="2285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381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6" name="object 2086"/>
            <p:cNvSpPr/>
            <p:nvPr/>
          </p:nvSpPr>
          <p:spPr>
            <a:xfrm>
              <a:off x="5810402" y="1929260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0" y="4572"/>
                  </a:moveTo>
                  <a:lnTo>
                    <a:pt x="0" y="0"/>
                  </a:lnTo>
                  <a:lnTo>
                    <a:pt x="2285" y="0"/>
                  </a:lnTo>
                  <a:lnTo>
                    <a:pt x="3810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7" name="object 2087"/>
            <p:cNvSpPr/>
            <p:nvPr/>
          </p:nvSpPr>
          <p:spPr>
            <a:xfrm>
              <a:off x="5812675" y="1928498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4572"/>
                  </a:moveTo>
                  <a:lnTo>
                    <a:pt x="2370" y="169"/>
                  </a:lnTo>
                  <a:lnTo>
                    <a:pt x="0" y="762"/>
                  </a:lnTo>
                  <a:lnTo>
                    <a:pt x="1524" y="5334"/>
                  </a:lnTo>
                  <a:lnTo>
                    <a:pt x="4572" y="4572"/>
                  </a:lnTo>
                  <a:close/>
                </a:path>
                <a:path w="5079" h="5714">
                  <a:moveTo>
                    <a:pt x="3048" y="0"/>
                  </a:moveTo>
                  <a:lnTo>
                    <a:pt x="2286" y="0"/>
                  </a:lnTo>
                  <a:lnTo>
                    <a:pt x="2370" y="169"/>
                  </a:lnTo>
                  <a:lnTo>
                    <a:pt x="30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8" name="object 2088"/>
            <p:cNvSpPr/>
            <p:nvPr/>
          </p:nvSpPr>
          <p:spPr>
            <a:xfrm>
              <a:off x="5812675" y="1928498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1524" y="5334"/>
                  </a:moveTo>
                  <a:lnTo>
                    <a:pt x="0" y="762"/>
                  </a:lnTo>
                  <a:lnTo>
                    <a:pt x="3048" y="0"/>
                  </a:lnTo>
                  <a:lnTo>
                    <a:pt x="2286" y="0"/>
                  </a:lnTo>
                  <a:lnTo>
                    <a:pt x="4572" y="4572"/>
                  </a:lnTo>
                  <a:lnTo>
                    <a:pt x="1524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9" name="object 2089"/>
            <p:cNvSpPr/>
            <p:nvPr/>
          </p:nvSpPr>
          <p:spPr>
            <a:xfrm>
              <a:off x="5814961" y="1926974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5334" y="4572"/>
                  </a:moveTo>
                  <a:lnTo>
                    <a:pt x="3048" y="762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286" y="6096"/>
                  </a:lnTo>
                  <a:lnTo>
                    <a:pt x="5334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0" name="object 2090"/>
            <p:cNvSpPr/>
            <p:nvPr/>
          </p:nvSpPr>
          <p:spPr>
            <a:xfrm>
              <a:off x="5814961" y="1926974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2286" y="6096"/>
                  </a:moveTo>
                  <a:lnTo>
                    <a:pt x="0" y="1524"/>
                  </a:lnTo>
                  <a:lnTo>
                    <a:pt x="3048" y="0"/>
                  </a:lnTo>
                  <a:lnTo>
                    <a:pt x="3048" y="762"/>
                  </a:lnTo>
                  <a:lnTo>
                    <a:pt x="5334" y="4572"/>
                  </a:lnTo>
                  <a:lnTo>
                    <a:pt x="2286" y="60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1" name="object 2091"/>
            <p:cNvSpPr/>
            <p:nvPr/>
          </p:nvSpPr>
          <p:spPr>
            <a:xfrm>
              <a:off x="5818009" y="1925450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5334" y="3048"/>
                  </a:moveTo>
                  <a:lnTo>
                    <a:pt x="1524" y="762"/>
                  </a:lnTo>
                  <a:lnTo>
                    <a:pt x="1524" y="0"/>
                  </a:lnTo>
                  <a:lnTo>
                    <a:pt x="0" y="2286"/>
                  </a:lnTo>
                  <a:lnTo>
                    <a:pt x="2286" y="6096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2" name="object 2092"/>
            <p:cNvSpPr/>
            <p:nvPr/>
          </p:nvSpPr>
          <p:spPr>
            <a:xfrm>
              <a:off x="5818009" y="1925450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2286" y="6096"/>
                  </a:moveTo>
                  <a:lnTo>
                    <a:pt x="0" y="2286"/>
                  </a:lnTo>
                  <a:lnTo>
                    <a:pt x="1524" y="0"/>
                  </a:lnTo>
                  <a:lnTo>
                    <a:pt x="1524" y="762"/>
                  </a:lnTo>
                  <a:lnTo>
                    <a:pt x="5334" y="3048"/>
                  </a:lnTo>
                  <a:lnTo>
                    <a:pt x="2286" y="60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3" name="object 2093"/>
            <p:cNvSpPr/>
            <p:nvPr/>
          </p:nvSpPr>
          <p:spPr>
            <a:xfrm>
              <a:off x="5819533" y="1923926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6096" y="2286"/>
                  </a:moveTo>
                  <a:lnTo>
                    <a:pt x="1524" y="0"/>
                  </a:lnTo>
                  <a:lnTo>
                    <a:pt x="0" y="2286"/>
                  </a:lnTo>
                  <a:lnTo>
                    <a:pt x="3810" y="4572"/>
                  </a:lnTo>
                  <a:lnTo>
                    <a:pt x="5334" y="2286"/>
                  </a:lnTo>
                  <a:lnTo>
                    <a:pt x="6096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4" name="object 2094"/>
            <p:cNvSpPr/>
            <p:nvPr/>
          </p:nvSpPr>
          <p:spPr>
            <a:xfrm>
              <a:off x="5819533" y="1923926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3810" y="4572"/>
                  </a:moveTo>
                  <a:lnTo>
                    <a:pt x="0" y="2286"/>
                  </a:lnTo>
                  <a:lnTo>
                    <a:pt x="1524" y="0"/>
                  </a:lnTo>
                  <a:lnTo>
                    <a:pt x="6096" y="2286"/>
                  </a:lnTo>
                  <a:lnTo>
                    <a:pt x="5334" y="2286"/>
                  </a:lnTo>
                  <a:lnTo>
                    <a:pt x="381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5" name="object 2095"/>
            <p:cNvSpPr/>
            <p:nvPr/>
          </p:nvSpPr>
          <p:spPr>
            <a:xfrm>
              <a:off x="5821070" y="1921640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4" y="1524"/>
                  </a:moveTo>
                  <a:lnTo>
                    <a:pt x="5334" y="762"/>
                  </a:lnTo>
                  <a:lnTo>
                    <a:pt x="762" y="762"/>
                  </a:lnTo>
                  <a:lnTo>
                    <a:pt x="762" y="0"/>
                  </a:lnTo>
                  <a:lnTo>
                    <a:pt x="0" y="2286"/>
                  </a:lnTo>
                  <a:lnTo>
                    <a:pt x="4572" y="4572"/>
                  </a:lnTo>
                  <a:lnTo>
                    <a:pt x="5334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6" name="object 2096"/>
            <p:cNvSpPr/>
            <p:nvPr/>
          </p:nvSpPr>
          <p:spPr>
            <a:xfrm>
              <a:off x="5821070" y="1921640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4572" y="4572"/>
                  </a:moveTo>
                  <a:lnTo>
                    <a:pt x="0" y="2286"/>
                  </a:lnTo>
                  <a:lnTo>
                    <a:pt x="762" y="0"/>
                  </a:lnTo>
                  <a:lnTo>
                    <a:pt x="762" y="762"/>
                  </a:lnTo>
                  <a:lnTo>
                    <a:pt x="5334" y="762"/>
                  </a:lnTo>
                  <a:lnTo>
                    <a:pt x="5334" y="1524"/>
                  </a:lnTo>
                  <a:lnTo>
                    <a:pt x="4572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7" name="object 2097"/>
            <p:cNvSpPr/>
            <p:nvPr/>
          </p:nvSpPr>
          <p:spPr>
            <a:xfrm>
              <a:off x="5821832" y="1919354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5334" y="762"/>
                  </a:moveTo>
                  <a:lnTo>
                    <a:pt x="5334" y="0"/>
                  </a:lnTo>
                  <a:lnTo>
                    <a:pt x="762" y="0"/>
                  </a:lnTo>
                  <a:lnTo>
                    <a:pt x="0" y="3048"/>
                  </a:lnTo>
                  <a:lnTo>
                    <a:pt x="4572" y="3048"/>
                  </a:lnTo>
                  <a:lnTo>
                    <a:pt x="5334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8" name="object 2098"/>
            <p:cNvSpPr/>
            <p:nvPr/>
          </p:nvSpPr>
          <p:spPr>
            <a:xfrm>
              <a:off x="5821832" y="1919354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4572" y="3048"/>
                  </a:moveTo>
                  <a:lnTo>
                    <a:pt x="0" y="3048"/>
                  </a:lnTo>
                  <a:lnTo>
                    <a:pt x="762" y="0"/>
                  </a:lnTo>
                  <a:lnTo>
                    <a:pt x="5334" y="0"/>
                  </a:lnTo>
                  <a:lnTo>
                    <a:pt x="5334" y="762"/>
                  </a:lnTo>
                  <a:lnTo>
                    <a:pt x="4572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9" name="object 2099"/>
            <p:cNvSpPr/>
            <p:nvPr/>
          </p:nvSpPr>
          <p:spPr>
            <a:xfrm>
              <a:off x="5822594" y="1919354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457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0" name="object 2100"/>
            <p:cNvSpPr/>
            <p:nvPr/>
          </p:nvSpPr>
          <p:spPr>
            <a:xfrm>
              <a:off x="5822594" y="1919354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457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457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1" name="object 2101"/>
            <p:cNvSpPr/>
            <p:nvPr/>
          </p:nvSpPr>
          <p:spPr>
            <a:xfrm>
              <a:off x="5921641" y="1907158"/>
              <a:ext cx="27940" cy="24130"/>
            </a:xfrm>
            <a:custGeom>
              <a:avLst/>
              <a:gdLst/>
              <a:ahLst/>
              <a:cxnLst/>
              <a:rect l="l" t="t" r="r" b="b"/>
              <a:pathLst>
                <a:path w="27939" h="24130">
                  <a:moveTo>
                    <a:pt x="27432" y="11434"/>
                  </a:moveTo>
                  <a:lnTo>
                    <a:pt x="25908" y="6862"/>
                  </a:lnTo>
                  <a:lnTo>
                    <a:pt x="20626" y="1440"/>
                  </a:lnTo>
                  <a:lnTo>
                    <a:pt x="13273" y="0"/>
                  </a:lnTo>
                  <a:lnTo>
                    <a:pt x="5950" y="2181"/>
                  </a:lnTo>
                  <a:lnTo>
                    <a:pt x="762" y="7624"/>
                  </a:lnTo>
                  <a:lnTo>
                    <a:pt x="0" y="10672"/>
                  </a:lnTo>
                  <a:lnTo>
                    <a:pt x="0" y="12958"/>
                  </a:lnTo>
                  <a:lnTo>
                    <a:pt x="4108" y="20326"/>
                  </a:lnTo>
                  <a:lnTo>
                    <a:pt x="11601" y="23655"/>
                  </a:lnTo>
                  <a:lnTo>
                    <a:pt x="19770" y="22588"/>
                  </a:lnTo>
                  <a:lnTo>
                    <a:pt x="25908" y="16768"/>
                  </a:lnTo>
                  <a:lnTo>
                    <a:pt x="26670" y="14482"/>
                  </a:lnTo>
                  <a:lnTo>
                    <a:pt x="27432" y="11434"/>
                  </a:lnTo>
                  <a:close/>
                </a:path>
              </a:pathLst>
            </a:custGeom>
            <a:ln w="46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2" name="object 2102"/>
            <p:cNvSpPr/>
            <p:nvPr/>
          </p:nvSpPr>
          <p:spPr>
            <a:xfrm>
              <a:off x="5946025" y="1915544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5334" y="3048"/>
                  </a:moveTo>
                  <a:lnTo>
                    <a:pt x="4572" y="0"/>
                  </a:lnTo>
                  <a:lnTo>
                    <a:pt x="762" y="1524"/>
                  </a:lnTo>
                  <a:lnTo>
                    <a:pt x="0" y="1524"/>
                  </a:lnTo>
                  <a:lnTo>
                    <a:pt x="762" y="3810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3" name="object 2103"/>
            <p:cNvSpPr/>
            <p:nvPr/>
          </p:nvSpPr>
          <p:spPr>
            <a:xfrm>
              <a:off x="5946025" y="1915544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5334" y="3048"/>
                  </a:moveTo>
                  <a:lnTo>
                    <a:pt x="762" y="3810"/>
                  </a:lnTo>
                  <a:lnTo>
                    <a:pt x="0" y="1524"/>
                  </a:lnTo>
                  <a:lnTo>
                    <a:pt x="762" y="1524"/>
                  </a:lnTo>
                  <a:lnTo>
                    <a:pt x="4572" y="0"/>
                  </a:lnTo>
                  <a:lnTo>
                    <a:pt x="5334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4" name="object 2104"/>
            <p:cNvSpPr/>
            <p:nvPr/>
          </p:nvSpPr>
          <p:spPr>
            <a:xfrm>
              <a:off x="5945263" y="191249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4" y="3048"/>
                  </a:moveTo>
                  <a:lnTo>
                    <a:pt x="4572" y="0"/>
                  </a:lnTo>
                  <a:lnTo>
                    <a:pt x="3810" y="0"/>
                  </a:lnTo>
                  <a:lnTo>
                    <a:pt x="762" y="2286"/>
                  </a:lnTo>
                  <a:lnTo>
                    <a:pt x="0" y="2286"/>
                  </a:lnTo>
                  <a:lnTo>
                    <a:pt x="1524" y="4572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5" name="object 2105"/>
            <p:cNvSpPr/>
            <p:nvPr/>
          </p:nvSpPr>
          <p:spPr>
            <a:xfrm>
              <a:off x="5945263" y="191249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4" y="3048"/>
                  </a:moveTo>
                  <a:lnTo>
                    <a:pt x="1524" y="4572"/>
                  </a:lnTo>
                  <a:lnTo>
                    <a:pt x="0" y="2286"/>
                  </a:lnTo>
                  <a:lnTo>
                    <a:pt x="762" y="2286"/>
                  </a:lnTo>
                  <a:lnTo>
                    <a:pt x="3810" y="0"/>
                  </a:lnTo>
                  <a:lnTo>
                    <a:pt x="4572" y="0"/>
                  </a:lnTo>
                  <a:lnTo>
                    <a:pt x="5334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6" name="object 2106"/>
            <p:cNvSpPr/>
            <p:nvPr/>
          </p:nvSpPr>
          <p:spPr>
            <a:xfrm>
              <a:off x="5943739" y="190944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048"/>
                  </a:moveTo>
                  <a:lnTo>
                    <a:pt x="3810" y="0"/>
                  </a:lnTo>
                  <a:lnTo>
                    <a:pt x="3048" y="0"/>
                  </a:lnTo>
                  <a:lnTo>
                    <a:pt x="762" y="3810"/>
                  </a:lnTo>
                  <a:lnTo>
                    <a:pt x="0" y="3810"/>
                  </a:lnTo>
                  <a:lnTo>
                    <a:pt x="2286" y="5334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7" name="object 2107"/>
            <p:cNvSpPr/>
            <p:nvPr/>
          </p:nvSpPr>
          <p:spPr>
            <a:xfrm>
              <a:off x="5943739" y="190944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048"/>
                  </a:moveTo>
                  <a:lnTo>
                    <a:pt x="2286" y="5334"/>
                  </a:lnTo>
                  <a:lnTo>
                    <a:pt x="0" y="3810"/>
                  </a:lnTo>
                  <a:lnTo>
                    <a:pt x="762" y="3810"/>
                  </a:lnTo>
                  <a:lnTo>
                    <a:pt x="3048" y="0"/>
                  </a:lnTo>
                  <a:lnTo>
                    <a:pt x="3810" y="0"/>
                  </a:lnTo>
                  <a:lnTo>
                    <a:pt x="5334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8" name="object 2108"/>
            <p:cNvSpPr/>
            <p:nvPr/>
          </p:nvSpPr>
          <p:spPr>
            <a:xfrm>
              <a:off x="5942228" y="1907162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2" y="2286"/>
                  </a:moveTo>
                  <a:lnTo>
                    <a:pt x="2286" y="762"/>
                  </a:lnTo>
                  <a:lnTo>
                    <a:pt x="2286" y="0"/>
                  </a:lnTo>
                  <a:lnTo>
                    <a:pt x="0" y="4572"/>
                  </a:lnTo>
                  <a:lnTo>
                    <a:pt x="2286" y="6096"/>
                  </a:lnTo>
                  <a:lnTo>
                    <a:pt x="4572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9" name="object 2109"/>
            <p:cNvSpPr/>
            <p:nvPr/>
          </p:nvSpPr>
          <p:spPr>
            <a:xfrm>
              <a:off x="5942228" y="1907162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2" y="2286"/>
                  </a:moveTo>
                  <a:lnTo>
                    <a:pt x="2286" y="6096"/>
                  </a:lnTo>
                  <a:lnTo>
                    <a:pt x="0" y="4572"/>
                  </a:lnTo>
                  <a:lnTo>
                    <a:pt x="2286" y="0"/>
                  </a:lnTo>
                  <a:lnTo>
                    <a:pt x="2286" y="762"/>
                  </a:lnTo>
                  <a:lnTo>
                    <a:pt x="4572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0" name="object 2110"/>
            <p:cNvSpPr/>
            <p:nvPr/>
          </p:nvSpPr>
          <p:spPr>
            <a:xfrm>
              <a:off x="5939942" y="1905638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2" y="1524"/>
                  </a:moveTo>
                  <a:lnTo>
                    <a:pt x="1524" y="0"/>
                  </a:lnTo>
                  <a:lnTo>
                    <a:pt x="0" y="4572"/>
                  </a:lnTo>
                  <a:lnTo>
                    <a:pt x="2286" y="6096"/>
                  </a:lnTo>
                  <a:lnTo>
                    <a:pt x="4572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1" name="object 2111"/>
            <p:cNvSpPr/>
            <p:nvPr/>
          </p:nvSpPr>
          <p:spPr>
            <a:xfrm>
              <a:off x="5939942" y="1905638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2" y="1524"/>
                  </a:moveTo>
                  <a:lnTo>
                    <a:pt x="2286" y="6096"/>
                  </a:lnTo>
                  <a:lnTo>
                    <a:pt x="0" y="4572"/>
                  </a:lnTo>
                  <a:lnTo>
                    <a:pt x="1524" y="0"/>
                  </a:lnTo>
                  <a:lnTo>
                    <a:pt x="4572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2" name="object 2112"/>
            <p:cNvSpPr/>
            <p:nvPr/>
          </p:nvSpPr>
          <p:spPr>
            <a:xfrm>
              <a:off x="5937656" y="1904876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762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286" y="5334"/>
                  </a:lnTo>
                  <a:lnTo>
                    <a:pt x="3810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3" name="object 2113"/>
            <p:cNvSpPr/>
            <p:nvPr/>
          </p:nvSpPr>
          <p:spPr>
            <a:xfrm>
              <a:off x="5937656" y="1904876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762"/>
                  </a:moveTo>
                  <a:lnTo>
                    <a:pt x="2286" y="5334"/>
                  </a:lnTo>
                  <a:lnTo>
                    <a:pt x="0" y="4572"/>
                  </a:lnTo>
                  <a:lnTo>
                    <a:pt x="0" y="0"/>
                  </a:lnTo>
                  <a:lnTo>
                    <a:pt x="3810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4" name="object 2114"/>
            <p:cNvSpPr/>
            <p:nvPr/>
          </p:nvSpPr>
          <p:spPr>
            <a:xfrm>
              <a:off x="5933833" y="1904876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3810" y="4572"/>
                  </a:moveTo>
                  <a:lnTo>
                    <a:pt x="3810" y="0"/>
                  </a:lnTo>
                  <a:lnTo>
                    <a:pt x="0" y="0"/>
                  </a:lnTo>
                  <a:lnTo>
                    <a:pt x="762" y="4572"/>
                  </a:lnTo>
                  <a:lnTo>
                    <a:pt x="381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5" name="object 2115"/>
            <p:cNvSpPr/>
            <p:nvPr/>
          </p:nvSpPr>
          <p:spPr>
            <a:xfrm>
              <a:off x="5933833" y="1904876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3810" y="0"/>
                  </a:moveTo>
                  <a:lnTo>
                    <a:pt x="3810" y="4572"/>
                  </a:lnTo>
                  <a:lnTo>
                    <a:pt x="762" y="4572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6" name="object 2116"/>
            <p:cNvSpPr/>
            <p:nvPr/>
          </p:nvSpPr>
          <p:spPr>
            <a:xfrm>
              <a:off x="5930785" y="1904876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4572"/>
                  </a:moveTo>
                  <a:lnTo>
                    <a:pt x="3048" y="0"/>
                  </a:lnTo>
                  <a:lnTo>
                    <a:pt x="0" y="762"/>
                  </a:lnTo>
                  <a:lnTo>
                    <a:pt x="1524" y="4572"/>
                  </a:lnTo>
                  <a:lnTo>
                    <a:pt x="762" y="5334"/>
                  </a:lnTo>
                  <a:lnTo>
                    <a:pt x="381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7" name="object 2117"/>
            <p:cNvSpPr/>
            <p:nvPr/>
          </p:nvSpPr>
          <p:spPr>
            <a:xfrm>
              <a:off x="5930785" y="1904876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048" y="0"/>
                  </a:moveTo>
                  <a:lnTo>
                    <a:pt x="3810" y="4572"/>
                  </a:lnTo>
                  <a:lnTo>
                    <a:pt x="762" y="5334"/>
                  </a:lnTo>
                  <a:lnTo>
                    <a:pt x="1524" y="4572"/>
                  </a:lnTo>
                  <a:lnTo>
                    <a:pt x="0" y="762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8" name="object 2118"/>
            <p:cNvSpPr/>
            <p:nvPr/>
          </p:nvSpPr>
          <p:spPr>
            <a:xfrm>
              <a:off x="5926975" y="190563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810"/>
                  </a:moveTo>
                  <a:lnTo>
                    <a:pt x="3810" y="0"/>
                  </a:lnTo>
                  <a:lnTo>
                    <a:pt x="762" y="762"/>
                  </a:lnTo>
                  <a:lnTo>
                    <a:pt x="0" y="1524"/>
                  </a:lnTo>
                  <a:lnTo>
                    <a:pt x="2286" y="5334"/>
                  </a:lnTo>
                  <a:lnTo>
                    <a:pt x="5334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9" name="object 2119"/>
            <p:cNvSpPr/>
            <p:nvPr/>
          </p:nvSpPr>
          <p:spPr>
            <a:xfrm>
              <a:off x="5926975" y="190563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3810" y="0"/>
                  </a:moveTo>
                  <a:lnTo>
                    <a:pt x="5334" y="3810"/>
                  </a:lnTo>
                  <a:lnTo>
                    <a:pt x="2286" y="5334"/>
                  </a:lnTo>
                  <a:lnTo>
                    <a:pt x="0" y="1524"/>
                  </a:lnTo>
                  <a:lnTo>
                    <a:pt x="762" y="762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0" name="object 2120"/>
            <p:cNvSpPr/>
            <p:nvPr/>
          </p:nvSpPr>
          <p:spPr>
            <a:xfrm>
              <a:off x="5923940" y="190716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810"/>
                  </a:moveTo>
                  <a:lnTo>
                    <a:pt x="3048" y="0"/>
                  </a:lnTo>
                  <a:lnTo>
                    <a:pt x="762" y="1524"/>
                  </a:lnTo>
                  <a:lnTo>
                    <a:pt x="0" y="1524"/>
                  </a:lnTo>
                  <a:lnTo>
                    <a:pt x="3810" y="4572"/>
                  </a:lnTo>
                  <a:lnTo>
                    <a:pt x="3048" y="5334"/>
                  </a:lnTo>
                  <a:lnTo>
                    <a:pt x="5334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1" name="object 2121"/>
            <p:cNvSpPr/>
            <p:nvPr/>
          </p:nvSpPr>
          <p:spPr>
            <a:xfrm>
              <a:off x="5923940" y="190716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3048" y="0"/>
                  </a:moveTo>
                  <a:lnTo>
                    <a:pt x="5334" y="3810"/>
                  </a:lnTo>
                  <a:lnTo>
                    <a:pt x="3048" y="5334"/>
                  </a:lnTo>
                  <a:lnTo>
                    <a:pt x="3810" y="4572"/>
                  </a:lnTo>
                  <a:lnTo>
                    <a:pt x="0" y="1524"/>
                  </a:lnTo>
                  <a:lnTo>
                    <a:pt x="762" y="1524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2" name="object 2122"/>
            <p:cNvSpPr/>
            <p:nvPr/>
          </p:nvSpPr>
          <p:spPr>
            <a:xfrm>
              <a:off x="5921654" y="1908686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6096" y="3047"/>
                  </a:moveTo>
                  <a:lnTo>
                    <a:pt x="2286" y="0"/>
                  </a:lnTo>
                  <a:lnTo>
                    <a:pt x="0" y="2286"/>
                  </a:lnTo>
                  <a:lnTo>
                    <a:pt x="3810" y="5334"/>
                  </a:lnTo>
                  <a:lnTo>
                    <a:pt x="6096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3" name="object 2123"/>
            <p:cNvSpPr/>
            <p:nvPr/>
          </p:nvSpPr>
          <p:spPr>
            <a:xfrm>
              <a:off x="5921654" y="1908686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2286" y="0"/>
                  </a:moveTo>
                  <a:lnTo>
                    <a:pt x="6096" y="3047"/>
                  </a:lnTo>
                  <a:lnTo>
                    <a:pt x="3810" y="5334"/>
                  </a:lnTo>
                  <a:lnTo>
                    <a:pt x="0" y="2286"/>
                  </a:lnTo>
                  <a:lnTo>
                    <a:pt x="228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4" name="object 2124"/>
            <p:cNvSpPr/>
            <p:nvPr/>
          </p:nvSpPr>
          <p:spPr>
            <a:xfrm>
              <a:off x="5920130" y="1910972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4" y="3047"/>
                  </a:moveTo>
                  <a:lnTo>
                    <a:pt x="1524" y="0"/>
                  </a:lnTo>
                  <a:lnTo>
                    <a:pt x="0" y="3048"/>
                  </a:lnTo>
                  <a:lnTo>
                    <a:pt x="4572" y="4572"/>
                  </a:lnTo>
                  <a:lnTo>
                    <a:pt x="5334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5" name="object 2125"/>
            <p:cNvSpPr/>
            <p:nvPr/>
          </p:nvSpPr>
          <p:spPr>
            <a:xfrm>
              <a:off x="5920130" y="1910972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1524" y="0"/>
                  </a:moveTo>
                  <a:lnTo>
                    <a:pt x="5334" y="3047"/>
                  </a:lnTo>
                  <a:lnTo>
                    <a:pt x="4572" y="4572"/>
                  </a:lnTo>
                  <a:lnTo>
                    <a:pt x="0" y="3048"/>
                  </a:lnTo>
                  <a:lnTo>
                    <a:pt x="152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6" name="object 2126"/>
            <p:cNvSpPr/>
            <p:nvPr/>
          </p:nvSpPr>
          <p:spPr>
            <a:xfrm>
              <a:off x="5919368" y="1914020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5334" y="1523"/>
                  </a:moveTo>
                  <a:lnTo>
                    <a:pt x="762" y="0"/>
                  </a:lnTo>
                  <a:lnTo>
                    <a:pt x="0" y="3048"/>
                  </a:lnTo>
                  <a:lnTo>
                    <a:pt x="0" y="3810"/>
                  </a:lnTo>
                  <a:lnTo>
                    <a:pt x="4572" y="3810"/>
                  </a:lnTo>
                  <a:lnTo>
                    <a:pt x="5334" y="15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7" name="object 2127"/>
            <p:cNvSpPr/>
            <p:nvPr/>
          </p:nvSpPr>
          <p:spPr>
            <a:xfrm>
              <a:off x="5919368" y="1914020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762" y="0"/>
                  </a:moveTo>
                  <a:lnTo>
                    <a:pt x="5334" y="1523"/>
                  </a:lnTo>
                  <a:lnTo>
                    <a:pt x="4572" y="3810"/>
                  </a:lnTo>
                  <a:lnTo>
                    <a:pt x="0" y="3810"/>
                  </a:lnTo>
                  <a:lnTo>
                    <a:pt x="0" y="3048"/>
                  </a:lnTo>
                  <a:lnTo>
                    <a:pt x="76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8" name="object 2128"/>
            <p:cNvSpPr/>
            <p:nvPr/>
          </p:nvSpPr>
          <p:spPr>
            <a:xfrm>
              <a:off x="5919368" y="1917830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572" y="1523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3048"/>
                  </a:lnTo>
                  <a:lnTo>
                    <a:pt x="4572" y="15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9" name="object 2129"/>
            <p:cNvSpPr/>
            <p:nvPr/>
          </p:nvSpPr>
          <p:spPr>
            <a:xfrm>
              <a:off x="5919368" y="1917830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0" y="0"/>
                  </a:moveTo>
                  <a:lnTo>
                    <a:pt x="4572" y="0"/>
                  </a:lnTo>
                  <a:lnTo>
                    <a:pt x="4572" y="2285"/>
                  </a:lnTo>
                  <a:lnTo>
                    <a:pt x="4572" y="1523"/>
                  </a:lnTo>
                  <a:lnTo>
                    <a:pt x="0" y="304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0" name="object 2130"/>
            <p:cNvSpPr/>
            <p:nvPr/>
          </p:nvSpPr>
          <p:spPr>
            <a:xfrm>
              <a:off x="5919368" y="191935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164" y="2370"/>
                  </a:moveTo>
                  <a:lnTo>
                    <a:pt x="4572" y="0"/>
                  </a:lnTo>
                  <a:lnTo>
                    <a:pt x="0" y="1524"/>
                  </a:lnTo>
                  <a:lnTo>
                    <a:pt x="762" y="4572"/>
                  </a:lnTo>
                  <a:lnTo>
                    <a:pt x="5164" y="2370"/>
                  </a:lnTo>
                  <a:close/>
                </a:path>
                <a:path w="5714" h="5080">
                  <a:moveTo>
                    <a:pt x="5334" y="3048"/>
                  </a:moveTo>
                  <a:lnTo>
                    <a:pt x="5334" y="2286"/>
                  </a:lnTo>
                  <a:lnTo>
                    <a:pt x="5164" y="2370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1" name="object 2131"/>
            <p:cNvSpPr/>
            <p:nvPr/>
          </p:nvSpPr>
          <p:spPr>
            <a:xfrm>
              <a:off x="5919368" y="191935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0" y="1524"/>
                  </a:moveTo>
                  <a:lnTo>
                    <a:pt x="4572" y="0"/>
                  </a:lnTo>
                  <a:lnTo>
                    <a:pt x="5334" y="3048"/>
                  </a:lnTo>
                  <a:lnTo>
                    <a:pt x="5334" y="2286"/>
                  </a:lnTo>
                  <a:lnTo>
                    <a:pt x="762" y="4572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2" name="object 2132"/>
            <p:cNvSpPr/>
            <p:nvPr/>
          </p:nvSpPr>
          <p:spPr>
            <a:xfrm>
              <a:off x="5920130" y="192164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2286"/>
                  </a:moveTo>
                  <a:lnTo>
                    <a:pt x="4572" y="0"/>
                  </a:lnTo>
                  <a:lnTo>
                    <a:pt x="0" y="2286"/>
                  </a:lnTo>
                  <a:lnTo>
                    <a:pt x="1524" y="5334"/>
                  </a:lnTo>
                  <a:lnTo>
                    <a:pt x="2286" y="5334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3" name="object 2133"/>
            <p:cNvSpPr/>
            <p:nvPr/>
          </p:nvSpPr>
          <p:spPr>
            <a:xfrm>
              <a:off x="5920130" y="192164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2286"/>
                  </a:moveTo>
                  <a:lnTo>
                    <a:pt x="4572" y="0"/>
                  </a:lnTo>
                  <a:lnTo>
                    <a:pt x="5334" y="2286"/>
                  </a:lnTo>
                  <a:lnTo>
                    <a:pt x="2286" y="5334"/>
                  </a:lnTo>
                  <a:lnTo>
                    <a:pt x="1524" y="5334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4" name="object 2134"/>
            <p:cNvSpPr/>
            <p:nvPr/>
          </p:nvSpPr>
          <p:spPr>
            <a:xfrm>
              <a:off x="5922416" y="1923926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2" y="1524"/>
                  </a:moveTo>
                  <a:lnTo>
                    <a:pt x="3047" y="0"/>
                  </a:lnTo>
                  <a:lnTo>
                    <a:pt x="0" y="3048"/>
                  </a:lnTo>
                  <a:lnTo>
                    <a:pt x="2286" y="6096"/>
                  </a:lnTo>
                  <a:lnTo>
                    <a:pt x="4572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5" name="object 2135"/>
            <p:cNvSpPr/>
            <p:nvPr/>
          </p:nvSpPr>
          <p:spPr>
            <a:xfrm>
              <a:off x="5922416" y="1923926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0" y="3048"/>
                  </a:moveTo>
                  <a:lnTo>
                    <a:pt x="3047" y="0"/>
                  </a:lnTo>
                  <a:lnTo>
                    <a:pt x="4572" y="1524"/>
                  </a:lnTo>
                  <a:lnTo>
                    <a:pt x="2286" y="6096"/>
                  </a:lnTo>
                  <a:lnTo>
                    <a:pt x="0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6" name="object 2136"/>
            <p:cNvSpPr/>
            <p:nvPr/>
          </p:nvSpPr>
          <p:spPr>
            <a:xfrm>
              <a:off x="5924702" y="1925450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2" y="1524"/>
                  </a:moveTo>
                  <a:lnTo>
                    <a:pt x="2285" y="0"/>
                  </a:lnTo>
                  <a:lnTo>
                    <a:pt x="0" y="4572"/>
                  </a:lnTo>
                  <a:lnTo>
                    <a:pt x="3048" y="6096"/>
                  </a:lnTo>
                  <a:lnTo>
                    <a:pt x="4572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7" name="object 2137"/>
            <p:cNvSpPr/>
            <p:nvPr/>
          </p:nvSpPr>
          <p:spPr>
            <a:xfrm>
              <a:off x="5924702" y="1925450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0" y="4572"/>
                  </a:moveTo>
                  <a:lnTo>
                    <a:pt x="2285" y="0"/>
                  </a:lnTo>
                  <a:lnTo>
                    <a:pt x="4572" y="1524"/>
                  </a:lnTo>
                  <a:lnTo>
                    <a:pt x="3048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8" name="object 2138"/>
            <p:cNvSpPr/>
            <p:nvPr/>
          </p:nvSpPr>
          <p:spPr>
            <a:xfrm>
              <a:off x="5927750" y="1926974"/>
              <a:ext cx="3810" cy="6350"/>
            </a:xfrm>
            <a:custGeom>
              <a:avLst/>
              <a:gdLst/>
              <a:ahLst/>
              <a:cxnLst/>
              <a:rect l="l" t="t" r="r" b="b"/>
              <a:pathLst>
                <a:path w="3810" h="6350">
                  <a:moveTo>
                    <a:pt x="3810" y="762"/>
                  </a:moveTo>
                  <a:lnTo>
                    <a:pt x="1523" y="0"/>
                  </a:lnTo>
                  <a:lnTo>
                    <a:pt x="0" y="4572"/>
                  </a:lnTo>
                  <a:lnTo>
                    <a:pt x="3048" y="6096"/>
                  </a:lnTo>
                  <a:lnTo>
                    <a:pt x="3810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9" name="object 2139"/>
            <p:cNvSpPr/>
            <p:nvPr/>
          </p:nvSpPr>
          <p:spPr>
            <a:xfrm>
              <a:off x="5927750" y="1926974"/>
              <a:ext cx="3810" cy="6350"/>
            </a:xfrm>
            <a:custGeom>
              <a:avLst/>
              <a:gdLst/>
              <a:ahLst/>
              <a:cxnLst/>
              <a:rect l="l" t="t" r="r" b="b"/>
              <a:pathLst>
                <a:path w="3810" h="6350">
                  <a:moveTo>
                    <a:pt x="0" y="4572"/>
                  </a:moveTo>
                  <a:lnTo>
                    <a:pt x="1523" y="0"/>
                  </a:lnTo>
                  <a:lnTo>
                    <a:pt x="3810" y="762"/>
                  </a:lnTo>
                  <a:lnTo>
                    <a:pt x="3048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0" name="object 2140"/>
            <p:cNvSpPr/>
            <p:nvPr/>
          </p:nvSpPr>
          <p:spPr>
            <a:xfrm>
              <a:off x="5930785" y="1927736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3810" y="5334"/>
                  </a:moveTo>
                  <a:lnTo>
                    <a:pt x="3810" y="762"/>
                  </a:lnTo>
                  <a:lnTo>
                    <a:pt x="761" y="0"/>
                  </a:lnTo>
                  <a:lnTo>
                    <a:pt x="0" y="5334"/>
                  </a:lnTo>
                  <a:lnTo>
                    <a:pt x="3810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1" name="object 2141"/>
            <p:cNvSpPr/>
            <p:nvPr/>
          </p:nvSpPr>
          <p:spPr>
            <a:xfrm>
              <a:off x="5930785" y="1927736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0" y="5334"/>
                  </a:moveTo>
                  <a:lnTo>
                    <a:pt x="761" y="0"/>
                  </a:lnTo>
                  <a:lnTo>
                    <a:pt x="3810" y="762"/>
                  </a:lnTo>
                  <a:lnTo>
                    <a:pt x="3810" y="5334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2" name="object 2142"/>
            <p:cNvSpPr/>
            <p:nvPr/>
          </p:nvSpPr>
          <p:spPr>
            <a:xfrm>
              <a:off x="5934595" y="1928498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3810" y="4572"/>
                  </a:moveTo>
                  <a:lnTo>
                    <a:pt x="2285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381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3" name="object 2143"/>
            <p:cNvSpPr/>
            <p:nvPr/>
          </p:nvSpPr>
          <p:spPr>
            <a:xfrm>
              <a:off x="5934595" y="1928498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0" y="4572"/>
                  </a:moveTo>
                  <a:lnTo>
                    <a:pt x="0" y="0"/>
                  </a:lnTo>
                  <a:lnTo>
                    <a:pt x="3047" y="0"/>
                  </a:lnTo>
                  <a:lnTo>
                    <a:pt x="2285" y="0"/>
                  </a:lnTo>
                  <a:lnTo>
                    <a:pt x="3810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4" name="object 2144"/>
            <p:cNvSpPr/>
            <p:nvPr/>
          </p:nvSpPr>
          <p:spPr>
            <a:xfrm>
              <a:off x="5936894" y="192773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4572"/>
                  </a:moveTo>
                  <a:lnTo>
                    <a:pt x="3048" y="0"/>
                  </a:lnTo>
                  <a:lnTo>
                    <a:pt x="0" y="762"/>
                  </a:lnTo>
                  <a:lnTo>
                    <a:pt x="1524" y="5334"/>
                  </a:lnTo>
                  <a:lnTo>
                    <a:pt x="4572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5" name="object 2145"/>
            <p:cNvSpPr/>
            <p:nvPr/>
          </p:nvSpPr>
          <p:spPr>
            <a:xfrm>
              <a:off x="5936894" y="192773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1524" y="5334"/>
                  </a:moveTo>
                  <a:lnTo>
                    <a:pt x="0" y="762"/>
                  </a:lnTo>
                  <a:lnTo>
                    <a:pt x="3048" y="0"/>
                  </a:lnTo>
                  <a:lnTo>
                    <a:pt x="4572" y="4572"/>
                  </a:lnTo>
                  <a:lnTo>
                    <a:pt x="1524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6" name="object 2146"/>
            <p:cNvSpPr/>
            <p:nvPr/>
          </p:nvSpPr>
          <p:spPr>
            <a:xfrm>
              <a:off x="5939942" y="1926212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2" y="4572"/>
                  </a:moveTo>
                  <a:lnTo>
                    <a:pt x="2286" y="762"/>
                  </a:lnTo>
                  <a:lnTo>
                    <a:pt x="2286" y="0"/>
                  </a:lnTo>
                  <a:lnTo>
                    <a:pt x="0" y="1524"/>
                  </a:lnTo>
                  <a:lnTo>
                    <a:pt x="1524" y="6096"/>
                  </a:lnTo>
                  <a:lnTo>
                    <a:pt x="4572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7" name="object 2147"/>
            <p:cNvSpPr/>
            <p:nvPr/>
          </p:nvSpPr>
          <p:spPr>
            <a:xfrm>
              <a:off x="5939942" y="1926212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1524" y="6096"/>
                  </a:moveTo>
                  <a:lnTo>
                    <a:pt x="0" y="1524"/>
                  </a:lnTo>
                  <a:lnTo>
                    <a:pt x="2286" y="0"/>
                  </a:lnTo>
                  <a:lnTo>
                    <a:pt x="2286" y="762"/>
                  </a:lnTo>
                  <a:lnTo>
                    <a:pt x="4572" y="4572"/>
                  </a:lnTo>
                  <a:lnTo>
                    <a:pt x="1524" y="60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8" name="object 2148"/>
            <p:cNvSpPr/>
            <p:nvPr/>
          </p:nvSpPr>
          <p:spPr>
            <a:xfrm>
              <a:off x="5942228" y="1924688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5334" y="3048"/>
                  </a:moveTo>
                  <a:lnTo>
                    <a:pt x="1524" y="762"/>
                  </a:lnTo>
                  <a:lnTo>
                    <a:pt x="1524" y="0"/>
                  </a:lnTo>
                  <a:lnTo>
                    <a:pt x="0" y="2286"/>
                  </a:lnTo>
                  <a:lnTo>
                    <a:pt x="2286" y="6096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9" name="object 2149"/>
            <p:cNvSpPr/>
            <p:nvPr/>
          </p:nvSpPr>
          <p:spPr>
            <a:xfrm>
              <a:off x="5942228" y="1924688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2286" y="6096"/>
                  </a:moveTo>
                  <a:lnTo>
                    <a:pt x="0" y="2286"/>
                  </a:lnTo>
                  <a:lnTo>
                    <a:pt x="1524" y="0"/>
                  </a:lnTo>
                  <a:lnTo>
                    <a:pt x="1524" y="762"/>
                  </a:lnTo>
                  <a:lnTo>
                    <a:pt x="5334" y="3048"/>
                  </a:lnTo>
                  <a:lnTo>
                    <a:pt x="2286" y="60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0" name="object 2150"/>
            <p:cNvSpPr/>
            <p:nvPr/>
          </p:nvSpPr>
          <p:spPr>
            <a:xfrm>
              <a:off x="5943739" y="1923164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6096" y="2286"/>
                  </a:moveTo>
                  <a:lnTo>
                    <a:pt x="1524" y="0"/>
                  </a:lnTo>
                  <a:lnTo>
                    <a:pt x="0" y="2286"/>
                  </a:lnTo>
                  <a:lnTo>
                    <a:pt x="3810" y="4572"/>
                  </a:lnTo>
                  <a:lnTo>
                    <a:pt x="6096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1" name="object 2151"/>
            <p:cNvSpPr/>
            <p:nvPr/>
          </p:nvSpPr>
          <p:spPr>
            <a:xfrm>
              <a:off x="5943739" y="1923164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3810" y="4572"/>
                  </a:moveTo>
                  <a:lnTo>
                    <a:pt x="0" y="2286"/>
                  </a:lnTo>
                  <a:lnTo>
                    <a:pt x="1524" y="0"/>
                  </a:lnTo>
                  <a:lnTo>
                    <a:pt x="6096" y="2286"/>
                  </a:lnTo>
                  <a:lnTo>
                    <a:pt x="381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2" name="object 2152"/>
            <p:cNvSpPr/>
            <p:nvPr/>
          </p:nvSpPr>
          <p:spPr>
            <a:xfrm>
              <a:off x="5945263" y="192087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4" y="1524"/>
                  </a:moveTo>
                  <a:lnTo>
                    <a:pt x="5334" y="762"/>
                  </a:lnTo>
                  <a:lnTo>
                    <a:pt x="762" y="762"/>
                  </a:lnTo>
                  <a:lnTo>
                    <a:pt x="762" y="0"/>
                  </a:lnTo>
                  <a:lnTo>
                    <a:pt x="0" y="2286"/>
                  </a:lnTo>
                  <a:lnTo>
                    <a:pt x="4572" y="4572"/>
                  </a:lnTo>
                  <a:lnTo>
                    <a:pt x="5334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3" name="object 2153"/>
            <p:cNvSpPr/>
            <p:nvPr/>
          </p:nvSpPr>
          <p:spPr>
            <a:xfrm>
              <a:off x="5945263" y="192087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4572" y="4572"/>
                  </a:moveTo>
                  <a:lnTo>
                    <a:pt x="0" y="2286"/>
                  </a:lnTo>
                  <a:lnTo>
                    <a:pt x="762" y="0"/>
                  </a:lnTo>
                  <a:lnTo>
                    <a:pt x="762" y="762"/>
                  </a:lnTo>
                  <a:lnTo>
                    <a:pt x="5334" y="762"/>
                  </a:lnTo>
                  <a:lnTo>
                    <a:pt x="5334" y="1524"/>
                  </a:lnTo>
                  <a:lnTo>
                    <a:pt x="4572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4" name="object 2154"/>
            <p:cNvSpPr/>
            <p:nvPr/>
          </p:nvSpPr>
          <p:spPr>
            <a:xfrm>
              <a:off x="5946025" y="1918592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5334" y="762"/>
                  </a:moveTo>
                  <a:lnTo>
                    <a:pt x="5334" y="0"/>
                  </a:lnTo>
                  <a:lnTo>
                    <a:pt x="762" y="0"/>
                  </a:lnTo>
                  <a:lnTo>
                    <a:pt x="0" y="3048"/>
                  </a:lnTo>
                  <a:lnTo>
                    <a:pt x="4572" y="3048"/>
                  </a:lnTo>
                  <a:lnTo>
                    <a:pt x="5334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5" name="object 2155"/>
            <p:cNvSpPr/>
            <p:nvPr/>
          </p:nvSpPr>
          <p:spPr>
            <a:xfrm>
              <a:off x="5946025" y="1918592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4572" y="3048"/>
                  </a:moveTo>
                  <a:lnTo>
                    <a:pt x="0" y="3048"/>
                  </a:lnTo>
                  <a:lnTo>
                    <a:pt x="762" y="0"/>
                  </a:lnTo>
                  <a:lnTo>
                    <a:pt x="5334" y="0"/>
                  </a:lnTo>
                  <a:lnTo>
                    <a:pt x="5334" y="762"/>
                  </a:lnTo>
                  <a:lnTo>
                    <a:pt x="4572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6" name="object 2156"/>
            <p:cNvSpPr/>
            <p:nvPr/>
          </p:nvSpPr>
          <p:spPr>
            <a:xfrm>
              <a:off x="5946787" y="1918592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457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7" name="object 2157"/>
            <p:cNvSpPr/>
            <p:nvPr/>
          </p:nvSpPr>
          <p:spPr>
            <a:xfrm>
              <a:off x="5946787" y="1918592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457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457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8" name="object 2158"/>
            <p:cNvSpPr/>
            <p:nvPr/>
          </p:nvSpPr>
          <p:spPr>
            <a:xfrm>
              <a:off x="5798959" y="1866014"/>
              <a:ext cx="151130" cy="34290"/>
            </a:xfrm>
            <a:custGeom>
              <a:avLst/>
              <a:gdLst/>
              <a:ahLst/>
              <a:cxnLst/>
              <a:rect l="l" t="t" r="r" b="b"/>
              <a:pathLst>
                <a:path w="151129" h="34289">
                  <a:moveTo>
                    <a:pt x="0" y="34290"/>
                  </a:moveTo>
                  <a:lnTo>
                    <a:pt x="0" y="0"/>
                  </a:lnTo>
                  <a:lnTo>
                    <a:pt x="150876" y="0"/>
                  </a:lnTo>
                  <a:lnTo>
                    <a:pt x="150876" y="34289"/>
                  </a:lnTo>
                  <a:lnTo>
                    <a:pt x="0" y="3429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9" name="object 2159"/>
            <p:cNvSpPr/>
            <p:nvPr/>
          </p:nvSpPr>
          <p:spPr>
            <a:xfrm>
              <a:off x="5798959" y="1866014"/>
              <a:ext cx="151130" cy="34290"/>
            </a:xfrm>
            <a:custGeom>
              <a:avLst/>
              <a:gdLst/>
              <a:ahLst/>
              <a:cxnLst/>
              <a:rect l="l" t="t" r="r" b="b"/>
              <a:pathLst>
                <a:path w="151129" h="34289">
                  <a:moveTo>
                    <a:pt x="0" y="34290"/>
                  </a:moveTo>
                  <a:lnTo>
                    <a:pt x="0" y="0"/>
                  </a:lnTo>
                  <a:lnTo>
                    <a:pt x="150876" y="0"/>
                  </a:lnTo>
                  <a:lnTo>
                    <a:pt x="150876" y="34289"/>
                  </a:lnTo>
                  <a:lnTo>
                    <a:pt x="0" y="34290"/>
                  </a:lnTo>
                  <a:close/>
                </a:path>
              </a:pathLst>
            </a:custGeom>
            <a:ln w="46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0" name="object 2160"/>
            <p:cNvSpPr/>
            <p:nvPr/>
          </p:nvSpPr>
          <p:spPr>
            <a:xfrm>
              <a:off x="5798947" y="1863740"/>
              <a:ext cx="153670" cy="5080"/>
            </a:xfrm>
            <a:custGeom>
              <a:avLst/>
              <a:gdLst/>
              <a:ahLst/>
              <a:cxnLst/>
              <a:rect l="l" t="t" r="r" b="b"/>
              <a:pathLst>
                <a:path w="153670" h="5080">
                  <a:moveTo>
                    <a:pt x="153670" y="0"/>
                  </a:moveTo>
                  <a:lnTo>
                    <a:pt x="14859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148590" y="4572"/>
                  </a:lnTo>
                  <a:lnTo>
                    <a:pt x="148590" y="2286"/>
                  </a:lnTo>
                  <a:lnTo>
                    <a:pt x="153670" y="2286"/>
                  </a:lnTo>
                  <a:lnTo>
                    <a:pt x="153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1" name="object 2161"/>
            <p:cNvSpPr/>
            <p:nvPr/>
          </p:nvSpPr>
          <p:spPr>
            <a:xfrm>
              <a:off x="5798959" y="1863728"/>
              <a:ext cx="153670" cy="5080"/>
            </a:xfrm>
            <a:custGeom>
              <a:avLst/>
              <a:gdLst/>
              <a:ahLst/>
              <a:cxnLst/>
              <a:rect l="l" t="t" r="r" b="b"/>
              <a:pathLst>
                <a:path w="153670" h="5080">
                  <a:moveTo>
                    <a:pt x="0" y="4572"/>
                  </a:moveTo>
                  <a:lnTo>
                    <a:pt x="0" y="0"/>
                  </a:lnTo>
                  <a:lnTo>
                    <a:pt x="153162" y="0"/>
                  </a:lnTo>
                  <a:lnTo>
                    <a:pt x="153162" y="2286"/>
                  </a:lnTo>
                  <a:lnTo>
                    <a:pt x="148590" y="2286"/>
                  </a:lnTo>
                  <a:lnTo>
                    <a:pt x="148590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2" name="object 2162"/>
            <p:cNvSpPr/>
            <p:nvPr/>
          </p:nvSpPr>
          <p:spPr>
            <a:xfrm>
              <a:off x="5947549" y="1866014"/>
              <a:ext cx="5080" cy="36830"/>
            </a:xfrm>
            <a:custGeom>
              <a:avLst/>
              <a:gdLst/>
              <a:ahLst/>
              <a:cxnLst/>
              <a:rect l="l" t="t" r="r" b="b"/>
              <a:pathLst>
                <a:path w="5079" h="36830">
                  <a:moveTo>
                    <a:pt x="4572" y="36576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32004"/>
                  </a:lnTo>
                  <a:lnTo>
                    <a:pt x="2286" y="32004"/>
                  </a:lnTo>
                  <a:lnTo>
                    <a:pt x="2286" y="36576"/>
                  </a:lnTo>
                  <a:lnTo>
                    <a:pt x="4572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3" name="object 2163"/>
            <p:cNvSpPr/>
            <p:nvPr/>
          </p:nvSpPr>
          <p:spPr>
            <a:xfrm>
              <a:off x="5947549" y="1866014"/>
              <a:ext cx="5080" cy="36830"/>
            </a:xfrm>
            <a:custGeom>
              <a:avLst/>
              <a:gdLst/>
              <a:ahLst/>
              <a:cxnLst/>
              <a:rect l="l" t="t" r="r" b="b"/>
              <a:pathLst>
                <a:path w="5079" h="36830">
                  <a:moveTo>
                    <a:pt x="0" y="0"/>
                  </a:moveTo>
                  <a:lnTo>
                    <a:pt x="4572" y="0"/>
                  </a:lnTo>
                  <a:lnTo>
                    <a:pt x="4572" y="36576"/>
                  </a:lnTo>
                  <a:lnTo>
                    <a:pt x="2286" y="36576"/>
                  </a:lnTo>
                  <a:lnTo>
                    <a:pt x="2286" y="32004"/>
                  </a:lnTo>
                  <a:lnTo>
                    <a:pt x="0" y="3200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4" name="object 2164"/>
            <p:cNvSpPr/>
            <p:nvPr/>
          </p:nvSpPr>
          <p:spPr>
            <a:xfrm>
              <a:off x="5796153" y="1898030"/>
              <a:ext cx="153670" cy="5080"/>
            </a:xfrm>
            <a:custGeom>
              <a:avLst/>
              <a:gdLst/>
              <a:ahLst/>
              <a:cxnLst/>
              <a:rect l="l" t="t" r="r" b="b"/>
              <a:pathLst>
                <a:path w="153670" h="5080">
                  <a:moveTo>
                    <a:pt x="153670" y="0"/>
                  </a:moveTo>
                  <a:lnTo>
                    <a:pt x="5080" y="0"/>
                  </a:lnTo>
                  <a:lnTo>
                    <a:pt x="5080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5080" y="4572"/>
                  </a:lnTo>
                  <a:lnTo>
                    <a:pt x="153670" y="4572"/>
                  </a:lnTo>
                  <a:lnTo>
                    <a:pt x="153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5" name="object 2165"/>
            <p:cNvSpPr/>
            <p:nvPr/>
          </p:nvSpPr>
          <p:spPr>
            <a:xfrm>
              <a:off x="5796673" y="1898018"/>
              <a:ext cx="153670" cy="5080"/>
            </a:xfrm>
            <a:custGeom>
              <a:avLst/>
              <a:gdLst/>
              <a:ahLst/>
              <a:cxnLst/>
              <a:rect l="l" t="t" r="r" b="b"/>
              <a:pathLst>
                <a:path w="153670" h="5080">
                  <a:moveTo>
                    <a:pt x="153162" y="0"/>
                  </a:moveTo>
                  <a:lnTo>
                    <a:pt x="153162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2" y="2286"/>
                  </a:lnTo>
                  <a:lnTo>
                    <a:pt x="4572" y="0"/>
                  </a:lnTo>
                  <a:lnTo>
                    <a:pt x="15316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6" name="object 2166"/>
            <p:cNvSpPr/>
            <p:nvPr/>
          </p:nvSpPr>
          <p:spPr>
            <a:xfrm>
              <a:off x="5796673" y="1863728"/>
              <a:ext cx="5080" cy="36830"/>
            </a:xfrm>
            <a:custGeom>
              <a:avLst/>
              <a:gdLst/>
              <a:ahLst/>
              <a:cxnLst/>
              <a:rect l="l" t="t" r="r" b="b"/>
              <a:pathLst>
                <a:path w="5079" h="36830">
                  <a:moveTo>
                    <a:pt x="4572" y="36575"/>
                  </a:moveTo>
                  <a:lnTo>
                    <a:pt x="4572" y="4571"/>
                  </a:lnTo>
                  <a:lnTo>
                    <a:pt x="2286" y="4571"/>
                  </a:lnTo>
                  <a:lnTo>
                    <a:pt x="2286" y="0"/>
                  </a:lnTo>
                  <a:lnTo>
                    <a:pt x="0" y="0"/>
                  </a:lnTo>
                  <a:lnTo>
                    <a:pt x="0" y="36575"/>
                  </a:lnTo>
                  <a:lnTo>
                    <a:pt x="4572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7" name="object 2167"/>
            <p:cNvSpPr/>
            <p:nvPr/>
          </p:nvSpPr>
          <p:spPr>
            <a:xfrm>
              <a:off x="5796673" y="1863728"/>
              <a:ext cx="5080" cy="36830"/>
            </a:xfrm>
            <a:custGeom>
              <a:avLst/>
              <a:gdLst/>
              <a:ahLst/>
              <a:cxnLst/>
              <a:rect l="l" t="t" r="r" b="b"/>
              <a:pathLst>
                <a:path w="5079" h="36830">
                  <a:moveTo>
                    <a:pt x="4572" y="36575"/>
                  </a:moveTo>
                  <a:lnTo>
                    <a:pt x="0" y="36575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3657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8" name="object 2168"/>
            <p:cNvSpPr/>
            <p:nvPr/>
          </p:nvSpPr>
          <p:spPr>
            <a:xfrm>
              <a:off x="5798197" y="1844678"/>
              <a:ext cx="24765" cy="14604"/>
            </a:xfrm>
            <a:custGeom>
              <a:avLst/>
              <a:gdLst/>
              <a:ahLst/>
              <a:cxnLst/>
              <a:rect l="l" t="t" r="r" b="b"/>
              <a:pathLst>
                <a:path w="24764" h="14605">
                  <a:moveTo>
                    <a:pt x="0" y="14478"/>
                  </a:moveTo>
                  <a:lnTo>
                    <a:pt x="0" y="0"/>
                  </a:lnTo>
                  <a:lnTo>
                    <a:pt x="24384" y="0"/>
                  </a:lnTo>
                  <a:lnTo>
                    <a:pt x="24384" y="14477"/>
                  </a:lnTo>
                  <a:lnTo>
                    <a:pt x="0" y="1447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9" name="object 2169"/>
            <p:cNvSpPr/>
            <p:nvPr/>
          </p:nvSpPr>
          <p:spPr>
            <a:xfrm>
              <a:off x="5798197" y="1844678"/>
              <a:ext cx="24765" cy="14604"/>
            </a:xfrm>
            <a:custGeom>
              <a:avLst/>
              <a:gdLst/>
              <a:ahLst/>
              <a:cxnLst/>
              <a:rect l="l" t="t" r="r" b="b"/>
              <a:pathLst>
                <a:path w="24764" h="14605">
                  <a:moveTo>
                    <a:pt x="0" y="14478"/>
                  </a:moveTo>
                  <a:lnTo>
                    <a:pt x="0" y="0"/>
                  </a:lnTo>
                  <a:lnTo>
                    <a:pt x="24384" y="0"/>
                  </a:lnTo>
                  <a:lnTo>
                    <a:pt x="24384" y="14477"/>
                  </a:lnTo>
                  <a:lnTo>
                    <a:pt x="0" y="14478"/>
                  </a:lnTo>
                  <a:close/>
                </a:path>
              </a:pathLst>
            </a:custGeom>
            <a:ln w="46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0" name="object 2170"/>
            <p:cNvSpPr/>
            <p:nvPr/>
          </p:nvSpPr>
          <p:spPr>
            <a:xfrm>
              <a:off x="5798197" y="1842392"/>
              <a:ext cx="26670" cy="5080"/>
            </a:xfrm>
            <a:custGeom>
              <a:avLst/>
              <a:gdLst/>
              <a:ahLst/>
              <a:cxnLst/>
              <a:rect l="l" t="t" r="r" b="b"/>
              <a:pathLst>
                <a:path w="26670" h="5080">
                  <a:moveTo>
                    <a:pt x="26670" y="2286"/>
                  </a:moveTo>
                  <a:lnTo>
                    <a:pt x="2667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22098" y="4572"/>
                  </a:lnTo>
                  <a:lnTo>
                    <a:pt x="22098" y="2286"/>
                  </a:lnTo>
                  <a:lnTo>
                    <a:pt x="26670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1" name="object 2171"/>
            <p:cNvSpPr/>
            <p:nvPr/>
          </p:nvSpPr>
          <p:spPr>
            <a:xfrm>
              <a:off x="5798197" y="1842392"/>
              <a:ext cx="26670" cy="5080"/>
            </a:xfrm>
            <a:custGeom>
              <a:avLst/>
              <a:gdLst/>
              <a:ahLst/>
              <a:cxnLst/>
              <a:rect l="l" t="t" r="r" b="b"/>
              <a:pathLst>
                <a:path w="26670" h="5080">
                  <a:moveTo>
                    <a:pt x="0" y="4572"/>
                  </a:moveTo>
                  <a:lnTo>
                    <a:pt x="0" y="0"/>
                  </a:lnTo>
                  <a:lnTo>
                    <a:pt x="26670" y="0"/>
                  </a:lnTo>
                  <a:lnTo>
                    <a:pt x="26670" y="2286"/>
                  </a:lnTo>
                  <a:lnTo>
                    <a:pt x="22098" y="2286"/>
                  </a:lnTo>
                  <a:lnTo>
                    <a:pt x="22098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2" name="object 2172"/>
            <p:cNvSpPr/>
            <p:nvPr/>
          </p:nvSpPr>
          <p:spPr>
            <a:xfrm>
              <a:off x="5820295" y="1844678"/>
              <a:ext cx="5080" cy="17145"/>
            </a:xfrm>
            <a:custGeom>
              <a:avLst/>
              <a:gdLst/>
              <a:ahLst/>
              <a:cxnLst/>
              <a:rect l="l" t="t" r="r" b="b"/>
              <a:pathLst>
                <a:path w="5079" h="17144">
                  <a:moveTo>
                    <a:pt x="4572" y="16764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12192"/>
                  </a:lnTo>
                  <a:lnTo>
                    <a:pt x="2286" y="12192"/>
                  </a:lnTo>
                  <a:lnTo>
                    <a:pt x="2286" y="16764"/>
                  </a:lnTo>
                  <a:lnTo>
                    <a:pt x="4572" y="167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3" name="object 2173"/>
            <p:cNvSpPr/>
            <p:nvPr/>
          </p:nvSpPr>
          <p:spPr>
            <a:xfrm>
              <a:off x="5820295" y="1844678"/>
              <a:ext cx="5080" cy="17145"/>
            </a:xfrm>
            <a:custGeom>
              <a:avLst/>
              <a:gdLst/>
              <a:ahLst/>
              <a:cxnLst/>
              <a:rect l="l" t="t" r="r" b="b"/>
              <a:pathLst>
                <a:path w="5079" h="17144">
                  <a:moveTo>
                    <a:pt x="0" y="0"/>
                  </a:moveTo>
                  <a:lnTo>
                    <a:pt x="4572" y="0"/>
                  </a:lnTo>
                  <a:lnTo>
                    <a:pt x="4572" y="16764"/>
                  </a:lnTo>
                  <a:lnTo>
                    <a:pt x="2286" y="16764"/>
                  </a:lnTo>
                  <a:lnTo>
                    <a:pt x="2286" y="12192"/>
                  </a:lnTo>
                  <a:lnTo>
                    <a:pt x="0" y="1219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4" name="object 2174"/>
            <p:cNvSpPr/>
            <p:nvPr/>
          </p:nvSpPr>
          <p:spPr>
            <a:xfrm>
              <a:off x="5795924" y="1856870"/>
              <a:ext cx="26670" cy="5080"/>
            </a:xfrm>
            <a:custGeom>
              <a:avLst/>
              <a:gdLst/>
              <a:ahLst/>
              <a:cxnLst/>
              <a:rect l="l" t="t" r="r" b="b"/>
              <a:pathLst>
                <a:path w="26670" h="5080">
                  <a:moveTo>
                    <a:pt x="26670" y="4572"/>
                  </a:moveTo>
                  <a:lnTo>
                    <a:pt x="26670" y="0"/>
                  </a:lnTo>
                  <a:lnTo>
                    <a:pt x="4572" y="0"/>
                  </a:lnTo>
                  <a:lnTo>
                    <a:pt x="4572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2667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5" name="object 2175"/>
            <p:cNvSpPr/>
            <p:nvPr/>
          </p:nvSpPr>
          <p:spPr>
            <a:xfrm>
              <a:off x="5795924" y="1856870"/>
              <a:ext cx="26670" cy="5080"/>
            </a:xfrm>
            <a:custGeom>
              <a:avLst/>
              <a:gdLst/>
              <a:ahLst/>
              <a:cxnLst/>
              <a:rect l="l" t="t" r="r" b="b"/>
              <a:pathLst>
                <a:path w="26670" h="5080">
                  <a:moveTo>
                    <a:pt x="26670" y="0"/>
                  </a:moveTo>
                  <a:lnTo>
                    <a:pt x="26670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2" y="2286"/>
                  </a:lnTo>
                  <a:lnTo>
                    <a:pt x="4572" y="0"/>
                  </a:lnTo>
                  <a:lnTo>
                    <a:pt x="2667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6" name="object 2176"/>
            <p:cNvSpPr/>
            <p:nvPr/>
          </p:nvSpPr>
          <p:spPr>
            <a:xfrm>
              <a:off x="5795911" y="1842392"/>
              <a:ext cx="5080" cy="17145"/>
            </a:xfrm>
            <a:custGeom>
              <a:avLst/>
              <a:gdLst/>
              <a:ahLst/>
              <a:cxnLst/>
              <a:rect l="l" t="t" r="r" b="b"/>
              <a:pathLst>
                <a:path w="5079" h="17144">
                  <a:moveTo>
                    <a:pt x="4572" y="16763"/>
                  </a:moveTo>
                  <a:lnTo>
                    <a:pt x="4572" y="4571"/>
                  </a:lnTo>
                  <a:lnTo>
                    <a:pt x="2286" y="4571"/>
                  </a:lnTo>
                  <a:lnTo>
                    <a:pt x="2286" y="0"/>
                  </a:lnTo>
                  <a:lnTo>
                    <a:pt x="0" y="0"/>
                  </a:lnTo>
                  <a:lnTo>
                    <a:pt x="0" y="16763"/>
                  </a:lnTo>
                  <a:lnTo>
                    <a:pt x="4572" y="167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7" name="object 2177"/>
            <p:cNvSpPr/>
            <p:nvPr/>
          </p:nvSpPr>
          <p:spPr>
            <a:xfrm>
              <a:off x="5795911" y="1842392"/>
              <a:ext cx="5080" cy="17145"/>
            </a:xfrm>
            <a:custGeom>
              <a:avLst/>
              <a:gdLst/>
              <a:ahLst/>
              <a:cxnLst/>
              <a:rect l="l" t="t" r="r" b="b"/>
              <a:pathLst>
                <a:path w="5079" h="17144">
                  <a:moveTo>
                    <a:pt x="4572" y="16763"/>
                  </a:moveTo>
                  <a:lnTo>
                    <a:pt x="0" y="16763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676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8" name="object 2178"/>
            <p:cNvSpPr/>
            <p:nvPr/>
          </p:nvSpPr>
          <p:spPr>
            <a:xfrm>
              <a:off x="5925464" y="1844678"/>
              <a:ext cx="24765" cy="14604"/>
            </a:xfrm>
            <a:custGeom>
              <a:avLst/>
              <a:gdLst/>
              <a:ahLst/>
              <a:cxnLst/>
              <a:rect l="l" t="t" r="r" b="b"/>
              <a:pathLst>
                <a:path w="24764" h="14605">
                  <a:moveTo>
                    <a:pt x="0" y="14478"/>
                  </a:moveTo>
                  <a:lnTo>
                    <a:pt x="0" y="0"/>
                  </a:lnTo>
                  <a:lnTo>
                    <a:pt x="24384" y="0"/>
                  </a:lnTo>
                  <a:lnTo>
                    <a:pt x="24384" y="14477"/>
                  </a:lnTo>
                  <a:lnTo>
                    <a:pt x="0" y="1447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9" name="object 2179"/>
            <p:cNvSpPr/>
            <p:nvPr/>
          </p:nvSpPr>
          <p:spPr>
            <a:xfrm>
              <a:off x="5925464" y="1844678"/>
              <a:ext cx="24765" cy="14604"/>
            </a:xfrm>
            <a:custGeom>
              <a:avLst/>
              <a:gdLst/>
              <a:ahLst/>
              <a:cxnLst/>
              <a:rect l="l" t="t" r="r" b="b"/>
              <a:pathLst>
                <a:path w="24764" h="14605">
                  <a:moveTo>
                    <a:pt x="0" y="14478"/>
                  </a:moveTo>
                  <a:lnTo>
                    <a:pt x="0" y="0"/>
                  </a:lnTo>
                  <a:lnTo>
                    <a:pt x="24384" y="0"/>
                  </a:lnTo>
                  <a:lnTo>
                    <a:pt x="24384" y="14477"/>
                  </a:lnTo>
                  <a:lnTo>
                    <a:pt x="0" y="14478"/>
                  </a:lnTo>
                  <a:close/>
                </a:path>
              </a:pathLst>
            </a:custGeom>
            <a:ln w="46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0" name="object 2180"/>
            <p:cNvSpPr/>
            <p:nvPr/>
          </p:nvSpPr>
          <p:spPr>
            <a:xfrm>
              <a:off x="5925464" y="1842392"/>
              <a:ext cx="26670" cy="5080"/>
            </a:xfrm>
            <a:custGeom>
              <a:avLst/>
              <a:gdLst/>
              <a:ahLst/>
              <a:cxnLst/>
              <a:rect l="l" t="t" r="r" b="b"/>
              <a:pathLst>
                <a:path w="26670" h="5080">
                  <a:moveTo>
                    <a:pt x="26670" y="2286"/>
                  </a:moveTo>
                  <a:lnTo>
                    <a:pt x="2667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22098" y="4572"/>
                  </a:lnTo>
                  <a:lnTo>
                    <a:pt x="22098" y="2286"/>
                  </a:lnTo>
                  <a:lnTo>
                    <a:pt x="26670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1" name="object 2181"/>
            <p:cNvSpPr/>
            <p:nvPr/>
          </p:nvSpPr>
          <p:spPr>
            <a:xfrm>
              <a:off x="5925464" y="1842392"/>
              <a:ext cx="26670" cy="5080"/>
            </a:xfrm>
            <a:custGeom>
              <a:avLst/>
              <a:gdLst/>
              <a:ahLst/>
              <a:cxnLst/>
              <a:rect l="l" t="t" r="r" b="b"/>
              <a:pathLst>
                <a:path w="26670" h="5080">
                  <a:moveTo>
                    <a:pt x="0" y="4572"/>
                  </a:moveTo>
                  <a:lnTo>
                    <a:pt x="0" y="0"/>
                  </a:lnTo>
                  <a:lnTo>
                    <a:pt x="26670" y="0"/>
                  </a:lnTo>
                  <a:lnTo>
                    <a:pt x="26670" y="2286"/>
                  </a:lnTo>
                  <a:lnTo>
                    <a:pt x="22098" y="2286"/>
                  </a:lnTo>
                  <a:lnTo>
                    <a:pt x="22098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2" name="object 2182"/>
            <p:cNvSpPr/>
            <p:nvPr/>
          </p:nvSpPr>
          <p:spPr>
            <a:xfrm>
              <a:off x="5947549" y="1844678"/>
              <a:ext cx="5080" cy="17145"/>
            </a:xfrm>
            <a:custGeom>
              <a:avLst/>
              <a:gdLst/>
              <a:ahLst/>
              <a:cxnLst/>
              <a:rect l="l" t="t" r="r" b="b"/>
              <a:pathLst>
                <a:path w="5079" h="17144">
                  <a:moveTo>
                    <a:pt x="4572" y="16764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12192"/>
                  </a:lnTo>
                  <a:lnTo>
                    <a:pt x="2286" y="12192"/>
                  </a:lnTo>
                  <a:lnTo>
                    <a:pt x="2286" y="16764"/>
                  </a:lnTo>
                  <a:lnTo>
                    <a:pt x="4572" y="167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3" name="object 2183"/>
            <p:cNvSpPr/>
            <p:nvPr/>
          </p:nvSpPr>
          <p:spPr>
            <a:xfrm>
              <a:off x="5947549" y="1844678"/>
              <a:ext cx="5080" cy="17145"/>
            </a:xfrm>
            <a:custGeom>
              <a:avLst/>
              <a:gdLst/>
              <a:ahLst/>
              <a:cxnLst/>
              <a:rect l="l" t="t" r="r" b="b"/>
              <a:pathLst>
                <a:path w="5079" h="17144">
                  <a:moveTo>
                    <a:pt x="0" y="0"/>
                  </a:moveTo>
                  <a:lnTo>
                    <a:pt x="4572" y="0"/>
                  </a:lnTo>
                  <a:lnTo>
                    <a:pt x="4572" y="16764"/>
                  </a:lnTo>
                  <a:lnTo>
                    <a:pt x="2286" y="16764"/>
                  </a:lnTo>
                  <a:lnTo>
                    <a:pt x="2286" y="12192"/>
                  </a:lnTo>
                  <a:lnTo>
                    <a:pt x="0" y="1219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4" name="object 2184"/>
            <p:cNvSpPr/>
            <p:nvPr/>
          </p:nvSpPr>
          <p:spPr>
            <a:xfrm>
              <a:off x="5923165" y="1856870"/>
              <a:ext cx="26670" cy="5080"/>
            </a:xfrm>
            <a:custGeom>
              <a:avLst/>
              <a:gdLst/>
              <a:ahLst/>
              <a:cxnLst/>
              <a:rect l="l" t="t" r="r" b="b"/>
              <a:pathLst>
                <a:path w="26670" h="5080">
                  <a:moveTo>
                    <a:pt x="26670" y="4572"/>
                  </a:moveTo>
                  <a:lnTo>
                    <a:pt x="26670" y="0"/>
                  </a:lnTo>
                  <a:lnTo>
                    <a:pt x="4572" y="0"/>
                  </a:lnTo>
                  <a:lnTo>
                    <a:pt x="4572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2667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5" name="object 2185"/>
            <p:cNvSpPr/>
            <p:nvPr/>
          </p:nvSpPr>
          <p:spPr>
            <a:xfrm>
              <a:off x="5923165" y="1856870"/>
              <a:ext cx="26670" cy="5080"/>
            </a:xfrm>
            <a:custGeom>
              <a:avLst/>
              <a:gdLst/>
              <a:ahLst/>
              <a:cxnLst/>
              <a:rect l="l" t="t" r="r" b="b"/>
              <a:pathLst>
                <a:path w="26670" h="5080">
                  <a:moveTo>
                    <a:pt x="26670" y="0"/>
                  </a:moveTo>
                  <a:lnTo>
                    <a:pt x="26670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2" y="2286"/>
                  </a:lnTo>
                  <a:lnTo>
                    <a:pt x="4572" y="0"/>
                  </a:lnTo>
                  <a:lnTo>
                    <a:pt x="2667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6" name="object 2186"/>
            <p:cNvSpPr/>
            <p:nvPr/>
          </p:nvSpPr>
          <p:spPr>
            <a:xfrm>
              <a:off x="5923178" y="1842392"/>
              <a:ext cx="5080" cy="17145"/>
            </a:xfrm>
            <a:custGeom>
              <a:avLst/>
              <a:gdLst/>
              <a:ahLst/>
              <a:cxnLst/>
              <a:rect l="l" t="t" r="r" b="b"/>
              <a:pathLst>
                <a:path w="5079" h="17144">
                  <a:moveTo>
                    <a:pt x="4572" y="16763"/>
                  </a:moveTo>
                  <a:lnTo>
                    <a:pt x="4572" y="4571"/>
                  </a:lnTo>
                  <a:lnTo>
                    <a:pt x="2286" y="4571"/>
                  </a:lnTo>
                  <a:lnTo>
                    <a:pt x="2286" y="0"/>
                  </a:lnTo>
                  <a:lnTo>
                    <a:pt x="0" y="0"/>
                  </a:lnTo>
                  <a:lnTo>
                    <a:pt x="0" y="16763"/>
                  </a:lnTo>
                  <a:lnTo>
                    <a:pt x="4572" y="167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7" name="object 2187"/>
            <p:cNvSpPr/>
            <p:nvPr/>
          </p:nvSpPr>
          <p:spPr>
            <a:xfrm>
              <a:off x="5923178" y="1842392"/>
              <a:ext cx="5080" cy="17145"/>
            </a:xfrm>
            <a:custGeom>
              <a:avLst/>
              <a:gdLst/>
              <a:ahLst/>
              <a:cxnLst/>
              <a:rect l="l" t="t" r="r" b="b"/>
              <a:pathLst>
                <a:path w="5079" h="17144">
                  <a:moveTo>
                    <a:pt x="4572" y="16763"/>
                  </a:moveTo>
                  <a:lnTo>
                    <a:pt x="0" y="16763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676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8" name="object 2188"/>
            <p:cNvSpPr/>
            <p:nvPr/>
          </p:nvSpPr>
          <p:spPr>
            <a:xfrm>
              <a:off x="5417197" y="1831015"/>
              <a:ext cx="102235" cy="101600"/>
            </a:xfrm>
            <a:custGeom>
              <a:avLst/>
              <a:gdLst/>
              <a:ahLst/>
              <a:cxnLst/>
              <a:rect l="l" t="t" r="r" b="b"/>
              <a:pathLst>
                <a:path w="102235" h="101600">
                  <a:moveTo>
                    <a:pt x="102108" y="51001"/>
                  </a:moveTo>
                  <a:lnTo>
                    <a:pt x="100584" y="38047"/>
                  </a:lnTo>
                  <a:lnTo>
                    <a:pt x="79998" y="8594"/>
                  </a:lnTo>
                  <a:lnTo>
                    <a:pt x="49220" y="0"/>
                  </a:lnTo>
                  <a:lnTo>
                    <a:pt x="19168" y="11381"/>
                  </a:lnTo>
                  <a:lnTo>
                    <a:pt x="762" y="41857"/>
                  </a:lnTo>
                  <a:lnTo>
                    <a:pt x="0" y="47953"/>
                  </a:lnTo>
                  <a:lnTo>
                    <a:pt x="0" y="54049"/>
                  </a:lnTo>
                  <a:lnTo>
                    <a:pt x="15926" y="87835"/>
                  </a:lnTo>
                  <a:lnTo>
                    <a:pt x="46358" y="101522"/>
                  </a:lnTo>
                  <a:lnTo>
                    <a:pt x="78756" y="93758"/>
                  </a:lnTo>
                  <a:lnTo>
                    <a:pt x="100584" y="63193"/>
                  </a:lnTo>
                  <a:lnTo>
                    <a:pt x="102108" y="5100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9" name="object 2189"/>
            <p:cNvSpPr/>
            <p:nvPr/>
          </p:nvSpPr>
          <p:spPr>
            <a:xfrm>
              <a:off x="5417197" y="1831015"/>
              <a:ext cx="102235" cy="101600"/>
            </a:xfrm>
            <a:custGeom>
              <a:avLst/>
              <a:gdLst/>
              <a:ahLst/>
              <a:cxnLst/>
              <a:rect l="l" t="t" r="r" b="b"/>
              <a:pathLst>
                <a:path w="102235" h="101600">
                  <a:moveTo>
                    <a:pt x="102108" y="51001"/>
                  </a:moveTo>
                  <a:lnTo>
                    <a:pt x="101346" y="44143"/>
                  </a:lnTo>
                  <a:lnTo>
                    <a:pt x="100584" y="38047"/>
                  </a:lnTo>
                  <a:lnTo>
                    <a:pt x="79998" y="8594"/>
                  </a:lnTo>
                  <a:lnTo>
                    <a:pt x="49220" y="0"/>
                  </a:lnTo>
                  <a:lnTo>
                    <a:pt x="19168" y="11381"/>
                  </a:lnTo>
                  <a:lnTo>
                    <a:pt x="762" y="41857"/>
                  </a:lnTo>
                  <a:lnTo>
                    <a:pt x="0" y="47953"/>
                  </a:lnTo>
                  <a:lnTo>
                    <a:pt x="0" y="54049"/>
                  </a:lnTo>
                  <a:lnTo>
                    <a:pt x="15926" y="87835"/>
                  </a:lnTo>
                  <a:lnTo>
                    <a:pt x="46358" y="101522"/>
                  </a:lnTo>
                  <a:lnTo>
                    <a:pt x="78756" y="93758"/>
                  </a:lnTo>
                  <a:lnTo>
                    <a:pt x="100584" y="63193"/>
                  </a:lnTo>
                  <a:lnTo>
                    <a:pt x="102108" y="5100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0" name="object 2190"/>
            <p:cNvSpPr/>
            <p:nvPr/>
          </p:nvSpPr>
          <p:spPr>
            <a:xfrm>
              <a:off x="5432450" y="1845664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89" h="72389">
                  <a:moveTo>
                    <a:pt x="72389" y="36352"/>
                  </a:moveTo>
                  <a:lnTo>
                    <a:pt x="70865" y="25684"/>
                  </a:lnTo>
                  <a:lnTo>
                    <a:pt x="56361" y="6054"/>
                  </a:lnTo>
                  <a:lnTo>
                    <a:pt x="35090" y="0"/>
                  </a:lnTo>
                  <a:lnTo>
                    <a:pt x="14180" y="7358"/>
                  </a:lnTo>
                  <a:lnTo>
                    <a:pt x="761" y="27970"/>
                  </a:lnTo>
                  <a:lnTo>
                    <a:pt x="0" y="33304"/>
                  </a:lnTo>
                  <a:lnTo>
                    <a:pt x="0" y="39400"/>
                  </a:lnTo>
                  <a:lnTo>
                    <a:pt x="11262" y="62754"/>
                  </a:lnTo>
                  <a:lnTo>
                    <a:pt x="32404" y="72318"/>
                  </a:lnTo>
                  <a:lnTo>
                    <a:pt x="55060" y="67328"/>
                  </a:lnTo>
                  <a:lnTo>
                    <a:pt x="70865" y="47020"/>
                  </a:lnTo>
                  <a:lnTo>
                    <a:pt x="72389" y="3635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1" name="object 2191"/>
            <p:cNvSpPr/>
            <p:nvPr/>
          </p:nvSpPr>
          <p:spPr>
            <a:xfrm>
              <a:off x="5432450" y="1845664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89" h="72389">
                  <a:moveTo>
                    <a:pt x="72389" y="36352"/>
                  </a:moveTo>
                  <a:lnTo>
                    <a:pt x="70865" y="25684"/>
                  </a:lnTo>
                  <a:lnTo>
                    <a:pt x="56361" y="6054"/>
                  </a:lnTo>
                  <a:lnTo>
                    <a:pt x="35090" y="0"/>
                  </a:lnTo>
                  <a:lnTo>
                    <a:pt x="14180" y="7358"/>
                  </a:lnTo>
                  <a:lnTo>
                    <a:pt x="761" y="27970"/>
                  </a:lnTo>
                  <a:lnTo>
                    <a:pt x="0" y="33304"/>
                  </a:lnTo>
                  <a:lnTo>
                    <a:pt x="0" y="39400"/>
                  </a:lnTo>
                  <a:lnTo>
                    <a:pt x="11262" y="62754"/>
                  </a:lnTo>
                  <a:lnTo>
                    <a:pt x="32404" y="72318"/>
                  </a:lnTo>
                  <a:lnTo>
                    <a:pt x="55060" y="67328"/>
                  </a:lnTo>
                  <a:lnTo>
                    <a:pt x="70865" y="47020"/>
                  </a:lnTo>
                  <a:lnTo>
                    <a:pt x="72389" y="3635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2" name="object 2192"/>
            <p:cNvSpPr/>
            <p:nvPr/>
          </p:nvSpPr>
          <p:spPr>
            <a:xfrm>
              <a:off x="5012575" y="1517030"/>
              <a:ext cx="1289685" cy="241935"/>
            </a:xfrm>
            <a:custGeom>
              <a:avLst/>
              <a:gdLst/>
              <a:ahLst/>
              <a:cxnLst/>
              <a:rect l="l" t="t" r="r" b="b"/>
              <a:pathLst>
                <a:path w="1289685" h="241935">
                  <a:moveTo>
                    <a:pt x="38862" y="186690"/>
                  </a:moveTo>
                  <a:lnTo>
                    <a:pt x="31242" y="186690"/>
                  </a:lnTo>
                  <a:lnTo>
                    <a:pt x="19050" y="217932"/>
                  </a:lnTo>
                  <a:lnTo>
                    <a:pt x="7620" y="186690"/>
                  </a:lnTo>
                  <a:lnTo>
                    <a:pt x="0" y="186690"/>
                  </a:lnTo>
                  <a:lnTo>
                    <a:pt x="16002" y="226314"/>
                  </a:lnTo>
                  <a:lnTo>
                    <a:pt x="15240" y="227838"/>
                  </a:lnTo>
                  <a:lnTo>
                    <a:pt x="10668" y="234696"/>
                  </a:lnTo>
                  <a:lnTo>
                    <a:pt x="6858" y="235458"/>
                  </a:lnTo>
                  <a:lnTo>
                    <a:pt x="3048" y="234696"/>
                  </a:lnTo>
                  <a:lnTo>
                    <a:pt x="3810" y="240792"/>
                  </a:lnTo>
                  <a:lnTo>
                    <a:pt x="8382" y="241554"/>
                  </a:lnTo>
                  <a:lnTo>
                    <a:pt x="14478" y="240030"/>
                  </a:lnTo>
                  <a:lnTo>
                    <a:pt x="18288" y="235458"/>
                  </a:lnTo>
                  <a:lnTo>
                    <a:pt x="38862" y="186690"/>
                  </a:lnTo>
                  <a:close/>
                </a:path>
                <a:path w="1289685" h="241935">
                  <a:moveTo>
                    <a:pt x="77724" y="186690"/>
                  </a:moveTo>
                  <a:lnTo>
                    <a:pt x="44958" y="186690"/>
                  </a:lnTo>
                  <a:lnTo>
                    <a:pt x="44958" y="226314"/>
                  </a:lnTo>
                  <a:lnTo>
                    <a:pt x="51816" y="226314"/>
                  </a:lnTo>
                  <a:lnTo>
                    <a:pt x="51816" y="192786"/>
                  </a:lnTo>
                  <a:lnTo>
                    <a:pt x="70866" y="192786"/>
                  </a:lnTo>
                  <a:lnTo>
                    <a:pt x="70866" y="226314"/>
                  </a:lnTo>
                  <a:lnTo>
                    <a:pt x="77724" y="226314"/>
                  </a:lnTo>
                  <a:lnTo>
                    <a:pt x="77724" y="186690"/>
                  </a:lnTo>
                  <a:close/>
                </a:path>
                <a:path w="1289685" h="241935">
                  <a:moveTo>
                    <a:pt x="124968" y="202692"/>
                  </a:moveTo>
                  <a:lnTo>
                    <a:pt x="121627" y="193992"/>
                  </a:lnTo>
                  <a:lnTo>
                    <a:pt x="117348" y="190169"/>
                  </a:lnTo>
                  <a:lnTo>
                    <a:pt x="117348" y="201930"/>
                  </a:lnTo>
                  <a:lnTo>
                    <a:pt x="117348" y="211074"/>
                  </a:lnTo>
                  <a:lnTo>
                    <a:pt x="113931" y="217678"/>
                  </a:lnTo>
                  <a:lnTo>
                    <a:pt x="108254" y="220980"/>
                  </a:lnTo>
                  <a:lnTo>
                    <a:pt x="101981" y="220268"/>
                  </a:lnTo>
                  <a:lnTo>
                    <a:pt x="96774" y="214884"/>
                  </a:lnTo>
                  <a:lnTo>
                    <a:pt x="95250" y="211074"/>
                  </a:lnTo>
                  <a:lnTo>
                    <a:pt x="95250" y="201930"/>
                  </a:lnTo>
                  <a:lnTo>
                    <a:pt x="96774" y="198120"/>
                  </a:lnTo>
                  <a:lnTo>
                    <a:pt x="98298" y="195072"/>
                  </a:lnTo>
                  <a:lnTo>
                    <a:pt x="101346" y="193548"/>
                  </a:lnTo>
                  <a:lnTo>
                    <a:pt x="103632" y="192024"/>
                  </a:lnTo>
                  <a:lnTo>
                    <a:pt x="106680" y="191262"/>
                  </a:lnTo>
                  <a:lnTo>
                    <a:pt x="109728" y="192024"/>
                  </a:lnTo>
                  <a:lnTo>
                    <a:pt x="112014" y="192786"/>
                  </a:lnTo>
                  <a:lnTo>
                    <a:pt x="114300" y="195072"/>
                  </a:lnTo>
                  <a:lnTo>
                    <a:pt x="115824" y="198120"/>
                  </a:lnTo>
                  <a:lnTo>
                    <a:pt x="117348" y="201930"/>
                  </a:lnTo>
                  <a:lnTo>
                    <a:pt x="117348" y="190169"/>
                  </a:lnTo>
                  <a:lnTo>
                    <a:pt x="115062" y="188125"/>
                  </a:lnTo>
                  <a:lnTo>
                    <a:pt x="106794" y="186105"/>
                  </a:lnTo>
                  <a:lnTo>
                    <a:pt x="98298" y="188976"/>
                  </a:lnTo>
                  <a:lnTo>
                    <a:pt x="95250" y="192024"/>
                  </a:lnTo>
                  <a:lnTo>
                    <a:pt x="95250" y="186690"/>
                  </a:lnTo>
                  <a:lnTo>
                    <a:pt x="88392" y="186690"/>
                  </a:lnTo>
                  <a:lnTo>
                    <a:pt x="88392" y="240792"/>
                  </a:lnTo>
                  <a:lnTo>
                    <a:pt x="96012" y="240792"/>
                  </a:lnTo>
                  <a:lnTo>
                    <a:pt x="96012" y="221742"/>
                  </a:lnTo>
                  <a:lnTo>
                    <a:pt x="96774" y="223266"/>
                  </a:lnTo>
                  <a:lnTo>
                    <a:pt x="98298" y="224790"/>
                  </a:lnTo>
                  <a:lnTo>
                    <a:pt x="100584" y="225552"/>
                  </a:lnTo>
                  <a:lnTo>
                    <a:pt x="102108" y="226314"/>
                  </a:lnTo>
                  <a:lnTo>
                    <a:pt x="104394" y="227076"/>
                  </a:lnTo>
                  <a:lnTo>
                    <a:pt x="106794" y="227037"/>
                  </a:lnTo>
                  <a:lnTo>
                    <a:pt x="112776" y="225552"/>
                  </a:lnTo>
                  <a:lnTo>
                    <a:pt x="115824" y="224028"/>
                  </a:lnTo>
                  <a:lnTo>
                    <a:pt x="117348" y="222885"/>
                  </a:lnTo>
                  <a:lnTo>
                    <a:pt x="118872" y="221742"/>
                  </a:lnTo>
                  <a:lnTo>
                    <a:pt x="121158" y="219456"/>
                  </a:lnTo>
                  <a:lnTo>
                    <a:pt x="124206" y="213360"/>
                  </a:lnTo>
                  <a:lnTo>
                    <a:pt x="124968" y="210312"/>
                  </a:lnTo>
                  <a:lnTo>
                    <a:pt x="124968" y="202692"/>
                  </a:lnTo>
                  <a:close/>
                </a:path>
                <a:path w="1289685" h="241935">
                  <a:moveTo>
                    <a:pt x="169926" y="226314"/>
                  </a:moveTo>
                  <a:lnTo>
                    <a:pt x="167640" y="220980"/>
                  </a:lnTo>
                  <a:lnTo>
                    <a:pt x="168465" y="202501"/>
                  </a:lnTo>
                  <a:lnTo>
                    <a:pt x="163779" y="190004"/>
                  </a:lnTo>
                  <a:lnTo>
                    <a:pt x="161353" y="189014"/>
                  </a:lnTo>
                  <a:lnTo>
                    <a:pt x="161353" y="220548"/>
                  </a:lnTo>
                  <a:lnTo>
                    <a:pt x="152666" y="221653"/>
                  </a:lnTo>
                  <a:lnTo>
                    <a:pt x="142494" y="220980"/>
                  </a:lnTo>
                  <a:lnTo>
                    <a:pt x="140970" y="219456"/>
                  </a:lnTo>
                  <a:lnTo>
                    <a:pt x="139446" y="218694"/>
                  </a:lnTo>
                  <a:lnTo>
                    <a:pt x="138684" y="217170"/>
                  </a:lnTo>
                  <a:lnTo>
                    <a:pt x="138684" y="214122"/>
                  </a:lnTo>
                  <a:lnTo>
                    <a:pt x="139446" y="213360"/>
                  </a:lnTo>
                  <a:lnTo>
                    <a:pt x="139446" y="211836"/>
                  </a:lnTo>
                  <a:lnTo>
                    <a:pt x="140208" y="211074"/>
                  </a:lnTo>
                  <a:lnTo>
                    <a:pt x="141732" y="211074"/>
                  </a:lnTo>
                  <a:lnTo>
                    <a:pt x="142494" y="210312"/>
                  </a:lnTo>
                  <a:lnTo>
                    <a:pt x="144018" y="209550"/>
                  </a:lnTo>
                  <a:lnTo>
                    <a:pt x="146304" y="209550"/>
                  </a:lnTo>
                  <a:lnTo>
                    <a:pt x="148590" y="208788"/>
                  </a:lnTo>
                  <a:lnTo>
                    <a:pt x="153924" y="208026"/>
                  </a:lnTo>
                  <a:lnTo>
                    <a:pt x="157734" y="207264"/>
                  </a:lnTo>
                  <a:lnTo>
                    <a:pt x="160020" y="206502"/>
                  </a:lnTo>
                  <a:lnTo>
                    <a:pt x="160020" y="208026"/>
                  </a:lnTo>
                  <a:lnTo>
                    <a:pt x="161353" y="220548"/>
                  </a:lnTo>
                  <a:lnTo>
                    <a:pt x="161353" y="189014"/>
                  </a:lnTo>
                  <a:lnTo>
                    <a:pt x="153162" y="185623"/>
                  </a:lnTo>
                  <a:lnTo>
                    <a:pt x="152666" y="185686"/>
                  </a:lnTo>
                  <a:lnTo>
                    <a:pt x="135636" y="191262"/>
                  </a:lnTo>
                  <a:lnTo>
                    <a:pt x="131826" y="198120"/>
                  </a:lnTo>
                  <a:lnTo>
                    <a:pt x="139446" y="198882"/>
                  </a:lnTo>
                  <a:lnTo>
                    <a:pt x="142494" y="193548"/>
                  </a:lnTo>
                  <a:lnTo>
                    <a:pt x="150114" y="191262"/>
                  </a:lnTo>
                  <a:lnTo>
                    <a:pt x="158496" y="193548"/>
                  </a:lnTo>
                  <a:lnTo>
                    <a:pt x="160020" y="195834"/>
                  </a:lnTo>
                  <a:lnTo>
                    <a:pt x="160020" y="201168"/>
                  </a:lnTo>
                  <a:lnTo>
                    <a:pt x="147828" y="203454"/>
                  </a:lnTo>
                  <a:lnTo>
                    <a:pt x="136398" y="206502"/>
                  </a:lnTo>
                  <a:lnTo>
                    <a:pt x="131826" y="210312"/>
                  </a:lnTo>
                  <a:lnTo>
                    <a:pt x="130302" y="215646"/>
                  </a:lnTo>
                  <a:lnTo>
                    <a:pt x="131826" y="219456"/>
                  </a:lnTo>
                  <a:lnTo>
                    <a:pt x="134874" y="224028"/>
                  </a:lnTo>
                  <a:lnTo>
                    <a:pt x="138684" y="225933"/>
                  </a:lnTo>
                  <a:lnTo>
                    <a:pt x="139446" y="226314"/>
                  </a:lnTo>
                  <a:lnTo>
                    <a:pt x="145542" y="227076"/>
                  </a:lnTo>
                  <a:lnTo>
                    <a:pt x="153162" y="225552"/>
                  </a:lnTo>
                  <a:lnTo>
                    <a:pt x="160782" y="220980"/>
                  </a:lnTo>
                  <a:lnTo>
                    <a:pt x="161353" y="222973"/>
                  </a:lnTo>
                  <a:lnTo>
                    <a:pt x="162306" y="226314"/>
                  </a:lnTo>
                  <a:lnTo>
                    <a:pt x="167640" y="226314"/>
                  </a:lnTo>
                  <a:lnTo>
                    <a:pt x="169926" y="226314"/>
                  </a:lnTo>
                  <a:close/>
                </a:path>
                <a:path w="1289685" h="241935">
                  <a:moveTo>
                    <a:pt x="213360" y="214884"/>
                  </a:moveTo>
                  <a:lnTo>
                    <a:pt x="212598" y="212598"/>
                  </a:lnTo>
                  <a:lnTo>
                    <a:pt x="212598" y="211074"/>
                  </a:lnTo>
                  <a:lnTo>
                    <a:pt x="211074" y="208788"/>
                  </a:lnTo>
                  <a:lnTo>
                    <a:pt x="209550" y="207264"/>
                  </a:lnTo>
                  <a:lnTo>
                    <a:pt x="206502" y="205740"/>
                  </a:lnTo>
                  <a:lnTo>
                    <a:pt x="208026" y="204978"/>
                  </a:lnTo>
                  <a:lnTo>
                    <a:pt x="208788" y="203454"/>
                  </a:lnTo>
                  <a:lnTo>
                    <a:pt x="210312" y="201930"/>
                  </a:lnTo>
                  <a:lnTo>
                    <a:pt x="211074" y="200406"/>
                  </a:lnTo>
                  <a:lnTo>
                    <a:pt x="211074" y="195072"/>
                  </a:lnTo>
                  <a:lnTo>
                    <a:pt x="210312" y="193548"/>
                  </a:lnTo>
                  <a:lnTo>
                    <a:pt x="208788" y="191262"/>
                  </a:lnTo>
                  <a:lnTo>
                    <a:pt x="207264" y="189738"/>
                  </a:lnTo>
                  <a:lnTo>
                    <a:pt x="205740" y="188633"/>
                  </a:lnTo>
                  <a:lnTo>
                    <a:pt x="205740" y="213360"/>
                  </a:lnTo>
                  <a:lnTo>
                    <a:pt x="205740" y="214884"/>
                  </a:lnTo>
                  <a:lnTo>
                    <a:pt x="205054" y="221056"/>
                  </a:lnTo>
                  <a:lnTo>
                    <a:pt x="192786" y="220218"/>
                  </a:lnTo>
                  <a:lnTo>
                    <a:pt x="185928" y="220218"/>
                  </a:lnTo>
                  <a:lnTo>
                    <a:pt x="185928" y="208788"/>
                  </a:lnTo>
                  <a:lnTo>
                    <a:pt x="192786" y="208864"/>
                  </a:lnTo>
                  <a:lnTo>
                    <a:pt x="198081" y="209397"/>
                  </a:lnTo>
                  <a:lnTo>
                    <a:pt x="202412" y="206679"/>
                  </a:lnTo>
                  <a:lnTo>
                    <a:pt x="203784" y="209842"/>
                  </a:lnTo>
                  <a:lnTo>
                    <a:pt x="204216" y="210832"/>
                  </a:lnTo>
                  <a:lnTo>
                    <a:pt x="204978" y="212598"/>
                  </a:lnTo>
                  <a:lnTo>
                    <a:pt x="205740" y="213360"/>
                  </a:lnTo>
                  <a:lnTo>
                    <a:pt x="205740" y="188633"/>
                  </a:lnTo>
                  <a:lnTo>
                    <a:pt x="204216" y="187528"/>
                  </a:lnTo>
                  <a:lnTo>
                    <a:pt x="204216" y="198120"/>
                  </a:lnTo>
                  <a:lnTo>
                    <a:pt x="203454" y="198882"/>
                  </a:lnTo>
                  <a:lnTo>
                    <a:pt x="203784" y="205079"/>
                  </a:lnTo>
                  <a:lnTo>
                    <a:pt x="190919" y="203123"/>
                  </a:lnTo>
                  <a:lnTo>
                    <a:pt x="187452" y="203454"/>
                  </a:lnTo>
                  <a:lnTo>
                    <a:pt x="185928" y="203454"/>
                  </a:lnTo>
                  <a:lnTo>
                    <a:pt x="185928" y="192786"/>
                  </a:lnTo>
                  <a:lnTo>
                    <a:pt x="196596" y="192786"/>
                  </a:lnTo>
                  <a:lnTo>
                    <a:pt x="199644" y="193548"/>
                  </a:lnTo>
                  <a:lnTo>
                    <a:pt x="201168" y="193548"/>
                  </a:lnTo>
                  <a:lnTo>
                    <a:pt x="202692" y="195072"/>
                  </a:lnTo>
                  <a:lnTo>
                    <a:pt x="204216" y="198120"/>
                  </a:lnTo>
                  <a:lnTo>
                    <a:pt x="204216" y="187528"/>
                  </a:lnTo>
                  <a:lnTo>
                    <a:pt x="203466" y="186969"/>
                  </a:lnTo>
                  <a:lnTo>
                    <a:pt x="197358" y="186804"/>
                  </a:lnTo>
                  <a:lnTo>
                    <a:pt x="178308" y="186690"/>
                  </a:lnTo>
                  <a:lnTo>
                    <a:pt x="178308" y="226314"/>
                  </a:lnTo>
                  <a:lnTo>
                    <a:pt x="185928" y="226314"/>
                  </a:lnTo>
                  <a:lnTo>
                    <a:pt x="198081" y="226187"/>
                  </a:lnTo>
                  <a:lnTo>
                    <a:pt x="201930" y="225552"/>
                  </a:lnTo>
                  <a:lnTo>
                    <a:pt x="205740" y="224790"/>
                  </a:lnTo>
                  <a:lnTo>
                    <a:pt x="206502" y="224409"/>
                  </a:lnTo>
                  <a:lnTo>
                    <a:pt x="208788" y="223266"/>
                  </a:lnTo>
                  <a:lnTo>
                    <a:pt x="211074" y="220980"/>
                  </a:lnTo>
                  <a:lnTo>
                    <a:pt x="212598" y="217932"/>
                  </a:lnTo>
                  <a:lnTo>
                    <a:pt x="213360" y="214884"/>
                  </a:lnTo>
                  <a:close/>
                </a:path>
                <a:path w="1289685" h="241935">
                  <a:moveTo>
                    <a:pt x="217170" y="100584"/>
                  </a:moveTo>
                  <a:lnTo>
                    <a:pt x="184404" y="100584"/>
                  </a:lnTo>
                  <a:lnTo>
                    <a:pt x="184404" y="140208"/>
                  </a:lnTo>
                  <a:lnTo>
                    <a:pt x="191262" y="140208"/>
                  </a:lnTo>
                  <a:lnTo>
                    <a:pt x="191262" y="106680"/>
                  </a:lnTo>
                  <a:lnTo>
                    <a:pt x="210312" y="106680"/>
                  </a:lnTo>
                  <a:lnTo>
                    <a:pt x="210312" y="140208"/>
                  </a:lnTo>
                  <a:lnTo>
                    <a:pt x="217170" y="140208"/>
                  </a:lnTo>
                  <a:lnTo>
                    <a:pt x="217170" y="100584"/>
                  </a:lnTo>
                  <a:close/>
                </a:path>
                <a:path w="1289685" h="241935">
                  <a:moveTo>
                    <a:pt x="258318" y="186690"/>
                  </a:moveTo>
                  <a:lnTo>
                    <a:pt x="224790" y="186690"/>
                  </a:lnTo>
                  <a:lnTo>
                    <a:pt x="224790" y="218694"/>
                  </a:lnTo>
                  <a:lnTo>
                    <a:pt x="224028" y="218694"/>
                  </a:lnTo>
                  <a:lnTo>
                    <a:pt x="224028" y="219456"/>
                  </a:lnTo>
                  <a:lnTo>
                    <a:pt x="223266" y="219456"/>
                  </a:lnTo>
                  <a:lnTo>
                    <a:pt x="222504" y="220218"/>
                  </a:lnTo>
                  <a:lnTo>
                    <a:pt x="217170" y="220218"/>
                  </a:lnTo>
                  <a:lnTo>
                    <a:pt x="217170" y="226314"/>
                  </a:lnTo>
                  <a:lnTo>
                    <a:pt x="220980" y="226314"/>
                  </a:lnTo>
                  <a:lnTo>
                    <a:pt x="228168" y="226580"/>
                  </a:lnTo>
                  <a:lnTo>
                    <a:pt x="230886" y="223266"/>
                  </a:lnTo>
                  <a:lnTo>
                    <a:pt x="231648" y="221742"/>
                  </a:lnTo>
                  <a:lnTo>
                    <a:pt x="231648" y="220218"/>
                  </a:lnTo>
                  <a:lnTo>
                    <a:pt x="232410" y="218694"/>
                  </a:lnTo>
                  <a:lnTo>
                    <a:pt x="232410" y="192786"/>
                  </a:lnTo>
                  <a:lnTo>
                    <a:pt x="251460" y="192786"/>
                  </a:lnTo>
                  <a:lnTo>
                    <a:pt x="251460" y="226314"/>
                  </a:lnTo>
                  <a:lnTo>
                    <a:pt x="258318" y="226314"/>
                  </a:lnTo>
                  <a:lnTo>
                    <a:pt x="258318" y="186690"/>
                  </a:lnTo>
                  <a:close/>
                </a:path>
                <a:path w="1289685" h="241935">
                  <a:moveTo>
                    <a:pt x="264414" y="140208"/>
                  </a:moveTo>
                  <a:lnTo>
                    <a:pt x="262890" y="135636"/>
                  </a:lnTo>
                  <a:lnTo>
                    <a:pt x="262128" y="108966"/>
                  </a:lnTo>
                  <a:lnTo>
                    <a:pt x="259842" y="104394"/>
                  </a:lnTo>
                  <a:lnTo>
                    <a:pt x="254508" y="101346"/>
                  </a:lnTo>
                  <a:lnTo>
                    <a:pt x="246126" y="99822"/>
                  </a:lnTo>
                  <a:lnTo>
                    <a:pt x="236220" y="101346"/>
                  </a:lnTo>
                  <a:lnTo>
                    <a:pt x="230124" y="105156"/>
                  </a:lnTo>
                  <a:lnTo>
                    <a:pt x="226314" y="112014"/>
                  </a:lnTo>
                  <a:lnTo>
                    <a:pt x="233934" y="112776"/>
                  </a:lnTo>
                  <a:lnTo>
                    <a:pt x="235458" y="109728"/>
                  </a:lnTo>
                  <a:lnTo>
                    <a:pt x="240792" y="105918"/>
                  </a:lnTo>
                  <a:lnTo>
                    <a:pt x="249174" y="105918"/>
                  </a:lnTo>
                  <a:lnTo>
                    <a:pt x="254508" y="109728"/>
                  </a:lnTo>
                  <a:lnTo>
                    <a:pt x="255270" y="115062"/>
                  </a:lnTo>
                  <a:lnTo>
                    <a:pt x="255270" y="120396"/>
                  </a:lnTo>
                  <a:lnTo>
                    <a:pt x="255270" y="122682"/>
                  </a:lnTo>
                  <a:lnTo>
                    <a:pt x="254508" y="124968"/>
                  </a:lnTo>
                  <a:lnTo>
                    <a:pt x="254508" y="128016"/>
                  </a:lnTo>
                  <a:lnTo>
                    <a:pt x="253746" y="129540"/>
                  </a:lnTo>
                  <a:lnTo>
                    <a:pt x="249174" y="134112"/>
                  </a:lnTo>
                  <a:lnTo>
                    <a:pt x="244602" y="135636"/>
                  </a:lnTo>
                  <a:lnTo>
                    <a:pt x="239268" y="135636"/>
                  </a:lnTo>
                  <a:lnTo>
                    <a:pt x="236982" y="134874"/>
                  </a:lnTo>
                  <a:lnTo>
                    <a:pt x="235458" y="134112"/>
                  </a:lnTo>
                  <a:lnTo>
                    <a:pt x="233934" y="132588"/>
                  </a:lnTo>
                  <a:lnTo>
                    <a:pt x="233172" y="131064"/>
                  </a:lnTo>
                  <a:lnTo>
                    <a:pt x="233172" y="128778"/>
                  </a:lnTo>
                  <a:lnTo>
                    <a:pt x="233934" y="127254"/>
                  </a:lnTo>
                  <a:lnTo>
                    <a:pt x="233934" y="125730"/>
                  </a:lnTo>
                  <a:lnTo>
                    <a:pt x="235458" y="124206"/>
                  </a:lnTo>
                  <a:lnTo>
                    <a:pt x="236982" y="124206"/>
                  </a:lnTo>
                  <a:lnTo>
                    <a:pt x="238506" y="123444"/>
                  </a:lnTo>
                  <a:lnTo>
                    <a:pt x="240792" y="122682"/>
                  </a:lnTo>
                  <a:lnTo>
                    <a:pt x="243078" y="122682"/>
                  </a:lnTo>
                  <a:lnTo>
                    <a:pt x="252222" y="121158"/>
                  </a:lnTo>
                  <a:lnTo>
                    <a:pt x="255270" y="120396"/>
                  </a:lnTo>
                  <a:lnTo>
                    <a:pt x="255270" y="115062"/>
                  </a:lnTo>
                  <a:lnTo>
                    <a:pt x="238506" y="118110"/>
                  </a:lnTo>
                  <a:lnTo>
                    <a:pt x="226885" y="123875"/>
                  </a:lnTo>
                  <a:lnTo>
                    <a:pt x="225767" y="133007"/>
                  </a:lnTo>
                  <a:lnTo>
                    <a:pt x="233172" y="139890"/>
                  </a:lnTo>
                  <a:lnTo>
                    <a:pt x="239268" y="139776"/>
                  </a:lnTo>
                  <a:lnTo>
                    <a:pt x="247650" y="139446"/>
                  </a:lnTo>
                  <a:lnTo>
                    <a:pt x="255270" y="134874"/>
                  </a:lnTo>
                  <a:lnTo>
                    <a:pt x="256794" y="140208"/>
                  </a:lnTo>
                  <a:lnTo>
                    <a:pt x="264414" y="140208"/>
                  </a:lnTo>
                  <a:close/>
                </a:path>
                <a:path w="1289685" h="241935">
                  <a:moveTo>
                    <a:pt x="272034" y="0"/>
                  </a:moveTo>
                  <a:lnTo>
                    <a:pt x="264414" y="0"/>
                  </a:lnTo>
                  <a:lnTo>
                    <a:pt x="233172" y="42672"/>
                  </a:lnTo>
                  <a:lnTo>
                    <a:pt x="233172" y="0"/>
                  </a:lnTo>
                  <a:lnTo>
                    <a:pt x="226314" y="0"/>
                  </a:lnTo>
                  <a:lnTo>
                    <a:pt x="226314" y="54102"/>
                  </a:lnTo>
                  <a:lnTo>
                    <a:pt x="233934" y="54102"/>
                  </a:lnTo>
                  <a:lnTo>
                    <a:pt x="242316" y="42672"/>
                  </a:lnTo>
                  <a:lnTo>
                    <a:pt x="256794" y="22098"/>
                  </a:lnTo>
                  <a:lnTo>
                    <a:pt x="265176" y="11430"/>
                  </a:lnTo>
                  <a:lnTo>
                    <a:pt x="265176" y="54102"/>
                  </a:lnTo>
                  <a:lnTo>
                    <a:pt x="272034" y="54102"/>
                  </a:lnTo>
                  <a:lnTo>
                    <a:pt x="272034" y="0"/>
                  </a:lnTo>
                  <a:close/>
                </a:path>
                <a:path w="1289685" h="241935">
                  <a:moveTo>
                    <a:pt x="304800" y="206502"/>
                  </a:moveTo>
                  <a:lnTo>
                    <a:pt x="301955" y="193497"/>
                  </a:lnTo>
                  <a:lnTo>
                    <a:pt x="297942" y="190893"/>
                  </a:lnTo>
                  <a:lnTo>
                    <a:pt x="297942" y="202692"/>
                  </a:lnTo>
                  <a:lnTo>
                    <a:pt x="274320" y="202692"/>
                  </a:lnTo>
                  <a:lnTo>
                    <a:pt x="274320" y="199644"/>
                  </a:lnTo>
                  <a:lnTo>
                    <a:pt x="276606" y="196596"/>
                  </a:lnTo>
                  <a:lnTo>
                    <a:pt x="278130" y="194310"/>
                  </a:lnTo>
                  <a:lnTo>
                    <a:pt x="280416" y="192786"/>
                  </a:lnTo>
                  <a:lnTo>
                    <a:pt x="286512" y="191262"/>
                  </a:lnTo>
                  <a:lnTo>
                    <a:pt x="289560" y="192024"/>
                  </a:lnTo>
                  <a:lnTo>
                    <a:pt x="295656" y="195072"/>
                  </a:lnTo>
                  <a:lnTo>
                    <a:pt x="297180" y="199644"/>
                  </a:lnTo>
                  <a:lnTo>
                    <a:pt x="297942" y="202692"/>
                  </a:lnTo>
                  <a:lnTo>
                    <a:pt x="297942" y="190893"/>
                  </a:lnTo>
                  <a:lnTo>
                    <a:pt x="291630" y="186778"/>
                  </a:lnTo>
                  <a:lnTo>
                    <a:pt x="278930" y="187261"/>
                  </a:lnTo>
                  <a:lnTo>
                    <a:pt x="268986" y="195834"/>
                  </a:lnTo>
                  <a:lnTo>
                    <a:pt x="266700" y="201168"/>
                  </a:lnTo>
                  <a:lnTo>
                    <a:pt x="266700" y="206502"/>
                  </a:lnTo>
                  <a:lnTo>
                    <a:pt x="269646" y="218617"/>
                  </a:lnTo>
                  <a:lnTo>
                    <a:pt x="273558" y="221627"/>
                  </a:lnTo>
                  <a:lnTo>
                    <a:pt x="278803" y="225640"/>
                  </a:lnTo>
                  <a:lnTo>
                    <a:pt x="290664" y="226707"/>
                  </a:lnTo>
                  <a:lnTo>
                    <a:pt x="301752" y="220980"/>
                  </a:lnTo>
                  <a:lnTo>
                    <a:pt x="304038" y="217932"/>
                  </a:lnTo>
                  <a:lnTo>
                    <a:pt x="304800" y="214122"/>
                  </a:lnTo>
                  <a:lnTo>
                    <a:pt x="303276" y="214122"/>
                  </a:lnTo>
                  <a:lnTo>
                    <a:pt x="299466" y="213360"/>
                  </a:lnTo>
                  <a:lnTo>
                    <a:pt x="297942" y="213360"/>
                  </a:lnTo>
                  <a:lnTo>
                    <a:pt x="296418" y="215646"/>
                  </a:lnTo>
                  <a:lnTo>
                    <a:pt x="291617" y="220205"/>
                  </a:lnTo>
                  <a:lnTo>
                    <a:pt x="285000" y="221056"/>
                  </a:lnTo>
                  <a:lnTo>
                    <a:pt x="278574" y="218249"/>
                  </a:lnTo>
                  <a:lnTo>
                    <a:pt x="274320" y="211836"/>
                  </a:lnTo>
                  <a:lnTo>
                    <a:pt x="273558" y="208026"/>
                  </a:lnTo>
                  <a:lnTo>
                    <a:pt x="274320" y="208026"/>
                  </a:lnTo>
                  <a:lnTo>
                    <a:pt x="297942" y="208026"/>
                  </a:lnTo>
                  <a:lnTo>
                    <a:pt x="304800" y="208026"/>
                  </a:lnTo>
                  <a:lnTo>
                    <a:pt x="304800" y="206502"/>
                  </a:lnTo>
                  <a:close/>
                </a:path>
                <a:path w="1289685" h="241935">
                  <a:moveTo>
                    <a:pt x="309372" y="116586"/>
                  </a:moveTo>
                  <a:lnTo>
                    <a:pt x="306374" y="108051"/>
                  </a:lnTo>
                  <a:lnTo>
                    <a:pt x="301752" y="103962"/>
                  </a:lnTo>
                  <a:lnTo>
                    <a:pt x="301752" y="115062"/>
                  </a:lnTo>
                  <a:lnTo>
                    <a:pt x="301752" y="124968"/>
                  </a:lnTo>
                  <a:lnTo>
                    <a:pt x="300228" y="128778"/>
                  </a:lnTo>
                  <a:lnTo>
                    <a:pt x="298704" y="131826"/>
                  </a:lnTo>
                  <a:lnTo>
                    <a:pt x="296418" y="134112"/>
                  </a:lnTo>
                  <a:lnTo>
                    <a:pt x="293370" y="134874"/>
                  </a:lnTo>
                  <a:lnTo>
                    <a:pt x="291084" y="135636"/>
                  </a:lnTo>
                  <a:lnTo>
                    <a:pt x="284988" y="134112"/>
                  </a:lnTo>
                  <a:lnTo>
                    <a:pt x="282702" y="131826"/>
                  </a:lnTo>
                  <a:lnTo>
                    <a:pt x="281178" y="128778"/>
                  </a:lnTo>
                  <a:lnTo>
                    <a:pt x="279654" y="124968"/>
                  </a:lnTo>
                  <a:lnTo>
                    <a:pt x="279654" y="120396"/>
                  </a:lnTo>
                  <a:lnTo>
                    <a:pt x="280416" y="115824"/>
                  </a:lnTo>
                  <a:lnTo>
                    <a:pt x="281178" y="112014"/>
                  </a:lnTo>
                  <a:lnTo>
                    <a:pt x="286702" y="106629"/>
                  </a:lnTo>
                  <a:lnTo>
                    <a:pt x="292493" y="105283"/>
                  </a:lnTo>
                  <a:lnTo>
                    <a:pt x="297776" y="108077"/>
                  </a:lnTo>
                  <a:lnTo>
                    <a:pt x="301752" y="115062"/>
                  </a:lnTo>
                  <a:lnTo>
                    <a:pt x="301752" y="103962"/>
                  </a:lnTo>
                  <a:lnTo>
                    <a:pt x="299681" y="102120"/>
                  </a:lnTo>
                  <a:lnTo>
                    <a:pt x="291172" y="99999"/>
                  </a:lnTo>
                  <a:lnTo>
                    <a:pt x="282702" y="102870"/>
                  </a:lnTo>
                  <a:lnTo>
                    <a:pt x="279654" y="105918"/>
                  </a:lnTo>
                  <a:lnTo>
                    <a:pt x="279654" y="100584"/>
                  </a:lnTo>
                  <a:lnTo>
                    <a:pt x="272796" y="100584"/>
                  </a:lnTo>
                  <a:lnTo>
                    <a:pt x="272796" y="154686"/>
                  </a:lnTo>
                  <a:lnTo>
                    <a:pt x="280416" y="154686"/>
                  </a:lnTo>
                  <a:lnTo>
                    <a:pt x="280416" y="135636"/>
                  </a:lnTo>
                  <a:lnTo>
                    <a:pt x="283464" y="138684"/>
                  </a:lnTo>
                  <a:lnTo>
                    <a:pt x="286512" y="140208"/>
                  </a:lnTo>
                  <a:lnTo>
                    <a:pt x="288798" y="140970"/>
                  </a:lnTo>
                  <a:lnTo>
                    <a:pt x="291172" y="140944"/>
                  </a:lnTo>
                  <a:lnTo>
                    <a:pt x="297180" y="139446"/>
                  </a:lnTo>
                  <a:lnTo>
                    <a:pt x="301752" y="137160"/>
                  </a:lnTo>
                  <a:lnTo>
                    <a:pt x="303276" y="136398"/>
                  </a:lnTo>
                  <a:lnTo>
                    <a:pt x="305562" y="134112"/>
                  </a:lnTo>
                  <a:lnTo>
                    <a:pt x="308610" y="128016"/>
                  </a:lnTo>
                  <a:lnTo>
                    <a:pt x="309372" y="123444"/>
                  </a:lnTo>
                  <a:lnTo>
                    <a:pt x="309372" y="116586"/>
                  </a:lnTo>
                  <a:close/>
                </a:path>
                <a:path w="1289685" h="241935">
                  <a:moveTo>
                    <a:pt x="316992" y="14478"/>
                  </a:moveTo>
                  <a:lnTo>
                    <a:pt x="310134" y="14478"/>
                  </a:lnTo>
                  <a:lnTo>
                    <a:pt x="310134" y="31242"/>
                  </a:lnTo>
                  <a:lnTo>
                    <a:pt x="291084" y="31242"/>
                  </a:lnTo>
                  <a:lnTo>
                    <a:pt x="291084" y="14478"/>
                  </a:lnTo>
                  <a:lnTo>
                    <a:pt x="283464" y="14478"/>
                  </a:lnTo>
                  <a:lnTo>
                    <a:pt x="283464" y="54102"/>
                  </a:lnTo>
                  <a:lnTo>
                    <a:pt x="291084" y="54102"/>
                  </a:lnTo>
                  <a:lnTo>
                    <a:pt x="291084" y="36576"/>
                  </a:lnTo>
                  <a:lnTo>
                    <a:pt x="310134" y="36576"/>
                  </a:lnTo>
                  <a:lnTo>
                    <a:pt x="310134" y="54102"/>
                  </a:lnTo>
                  <a:lnTo>
                    <a:pt x="316992" y="54102"/>
                  </a:lnTo>
                  <a:lnTo>
                    <a:pt x="316992" y="14478"/>
                  </a:lnTo>
                  <a:close/>
                </a:path>
                <a:path w="1289685" h="241935">
                  <a:moveTo>
                    <a:pt x="348234" y="186690"/>
                  </a:moveTo>
                  <a:lnTo>
                    <a:pt x="340614" y="186690"/>
                  </a:lnTo>
                  <a:lnTo>
                    <a:pt x="340614" y="203454"/>
                  </a:lnTo>
                  <a:lnTo>
                    <a:pt x="320802" y="203454"/>
                  </a:lnTo>
                  <a:lnTo>
                    <a:pt x="320802" y="186690"/>
                  </a:lnTo>
                  <a:lnTo>
                    <a:pt x="313944" y="186690"/>
                  </a:lnTo>
                  <a:lnTo>
                    <a:pt x="313944" y="226314"/>
                  </a:lnTo>
                  <a:lnTo>
                    <a:pt x="320802" y="226314"/>
                  </a:lnTo>
                  <a:lnTo>
                    <a:pt x="320802" y="208788"/>
                  </a:lnTo>
                  <a:lnTo>
                    <a:pt x="340614" y="208788"/>
                  </a:lnTo>
                  <a:lnTo>
                    <a:pt x="340614" y="226314"/>
                  </a:lnTo>
                  <a:lnTo>
                    <a:pt x="348234" y="226314"/>
                  </a:lnTo>
                  <a:lnTo>
                    <a:pt x="348234" y="186690"/>
                  </a:lnTo>
                  <a:close/>
                </a:path>
                <a:path w="1289685" h="241935">
                  <a:moveTo>
                    <a:pt x="354330" y="140208"/>
                  </a:moveTo>
                  <a:lnTo>
                    <a:pt x="352806" y="135636"/>
                  </a:lnTo>
                  <a:lnTo>
                    <a:pt x="352044" y="111252"/>
                  </a:lnTo>
                  <a:lnTo>
                    <a:pt x="350520" y="105918"/>
                  </a:lnTo>
                  <a:lnTo>
                    <a:pt x="345643" y="102260"/>
                  </a:lnTo>
                  <a:lnTo>
                    <a:pt x="345643" y="125374"/>
                  </a:lnTo>
                  <a:lnTo>
                    <a:pt x="344144" y="130467"/>
                  </a:lnTo>
                  <a:lnTo>
                    <a:pt x="341376" y="132588"/>
                  </a:lnTo>
                  <a:lnTo>
                    <a:pt x="339090" y="134112"/>
                  </a:lnTo>
                  <a:lnTo>
                    <a:pt x="334518" y="135636"/>
                  </a:lnTo>
                  <a:lnTo>
                    <a:pt x="329184" y="135636"/>
                  </a:lnTo>
                  <a:lnTo>
                    <a:pt x="326898" y="134874"/>
                  </a:lnTo>
                  <a:lnTo>
                    <a:pt x="325374" y="134112"/>
                  </a:lnTo>
                  <a:lnTo>
                    <a:pt x="323088" y="129540"/>
                  </a:lnTo>
                  <a:lnTo>
                    <a:pt x="323850" y="128778"/>
                  </a:lnTo>
                  <a:lnTo>
                    <a:pt x="323850" y="125730"/>
                  </a:lnTo>
                  <a:lnTo>
                    <a:pt x="324612" y="124968"/>
                  </a:lnTo>
                  <a:lnTo>
                    <a:pt x="326136" y="124206"/>
                  </a:lnTo>
                  <a:lnTo>
                    <a:pt x="326898" y="124206"/>
                  </a:lnTo>
                  <a:lnTo>
                    <a:pt x="328422" y="123444"/>
                  </a:lnTo>
                  <a:lnTo>
                    <a:pt x="330708" y="122682"/>
                  </a:lnTo>
                  <a:lnTo>
                    <a:pt x="332994" y="122682"/>
                  </a:lnTo>
                  <a:lnTo>
                    <a:pt x="338328" y="121920"/>
                  </a:lnTo>
                  <a:lnTo>
                    <a:pt x="342138" y="121158"/>
                  </a:lnTo>
                  <a:lnTo>
                    <a:pt x="345186" y="120396"/>
                  </a:lnTo>
                  <a:lnTo>
                    <a:pt x="345186" y="121920"/>
                  </a:lnTo>
                  <a:lnTo>
                    <a:pt x="345643" y="125374"/>
                  </a:lnTo>
                  <a:lnTo>
                    <a:pt x="345643" y="102260"/>
                  </a:lnTo>
                  <a:lnTo>
                    <a:pt x="344424" y="101346"/>
                  </a:lnTo>
                  <a:lnTo>
                    <a:pt x="336042" y="99822"/>
                  </a:lnTo>
                  <a:lnTo>
                    <a:pt x="326136" y="101346"/>
                  </a:lnTo>
                  <a:lnTo>
                    <a:pt x="319278" y="105156"/>
                  </a:lnTo>
                  <a:lnTo>
                    <a:pt x="316230" y="112014"/>
                  </a:lnTo>
                  <a:lnTo>
                    <a:pt x="323850" y="112776"/>
                  </a:lnTo>
                  <a:lnTo>
                    <a:pt x="325374" y="109728"/>
                  </a:lnTo>
                  <a:lnTo>
                    <a:pt x="330708" y="105918"/>
                  </a:lnTo>
                  <a:lnTo>
                    <a:pt x="339090" y="105918"/>
                  </a:lnTo>
                  <a:lnTo>
                    <a:pt x="344424" y="109728"/>
                  </a:lnTo>
                  <a:lnTo>
                    <a:pt x="345186" y="115062"/>
                  </a:lnTo>
                  <a:lnTo>
                    <a:pt x="328422" y="118110"/>
                  </a:lnTo>
                  <a:lnTo>
                    <a:pt x="320040" y="120396"/>
                  </a:lnTo>
                  <a:lnTo>
                    <a:pt x="315468" y="126492"/>
                  </a:lnTo>
                  <a:lnTo>
                    <a:pt x="316230" y="134112"/>
                  </a:lnTo>
                  <a:lnTo>
                    <a:pt x="320802" y="138684"/>
                  </a:lnTo>
                  <a:lnTo>
                    <a:pt x="323088" y="139255"/>
                  </a:lnTo>
                  <a:lnTo>
                    <a:pt x="329946" y="140970"/>
                  </a:lnTo>
                  <a:lnTo>
                    <a:pt x="337566" y="139446"/>
                  </a:lnTo>
                  <a:lnTo>
                    <a:pt x="345186" y="134874"/>
                  </a:lnTo>
                  <a:lnTo>
                    <a:pt x="345643" y="136474"/>
                  </a:lnTo>
                  <a:lnTo>
                    <a:pt x="346710" y="140208"/>
                  </a:lnTo>
                  <a:lnTo>
                    <a:pt x="354330" y="140208"/>
                  </a:lnTo>
                  <a:close/>
                </a:path>
                <a:path w="1289685" h="241935">
                  <a:moveTo>
                    <a:pt x="387096" y="34290"/>
                  </a:moveTo>
                  <a:lnTo>
                    <a:pt x="385572" y="25908"/>
                  </a:lnTo>
                  <a:lnTo>
                    <a:pt x="380238" y="16764"/>
                  </a:lnTo>
                  <a:lnTo>
                    <a:pt x="379476" y="16535"/>
                  </a:lnTo>
                  <a:lnTo>
                    <a:pt x="379476" y="29718"/>
                  </a:lnTo>
                  <a:lnTo>
                    <a:pt x="379476" y="38862"/>
                  </a:lnTo>
                  <a:lnTo>
                    <a:pt x="368808" y="49530"/>
                  </a:lnTo>
                  <a:lnTo>
                    <a:pt x="364236" y="48006"/>
                  </a:lnTo>
                  <a:lnTo>
                    <a:pt x="362712" y="46482"/>
                  </a:lnTo>
                  <a:lnTo>
                    <a:pt x="361188" y="43434"/>
                  </a:lnTo>
                  <a:lnTo>
                    <a:pt x="360426" y="39624"/>
                  </a:lnTo>
                  <a:lnTo>
                    <a:pt x="359664" y="35052"/>
                  </a:lnTo>
                  <a:lnTo>
                    <a:pt x="360426" y="29718"/>
                  </a:lnTo>
                  <a:lnTo>
                    <a:pt x="361188" y="25908"/>
                  </a:lnTo>
                  <a:lnTo>
                    <a:pt x="361950" y="22860"/>
                  </a:lnTo>
                  <a:lnTo>
                    <a:pt x="366522" y="19812"/>
                  </a:lnTo>
                  <a:lnTo>
                    <a:pt x="369570" y="19050"/>
                  </a:lnTo>
                  <a:lnTo>
                    <a:pt x="372618" y="19812"/>
                  </a:lnTo>
                  <a:lnTo>
                    <a:pt x="374904" y="21336"/>
                  </a:lnTo>
                  <a:lnTo>
                    <a:pt x="376428" y="22860"/>
                  </a:lnTo>
                  <a:lnTo>
                    <a:pt x="377952" y="25908"/>
                  </a:lnTo>
                  <a:lnTo>
                    <a:pt x="379476" y="29718"/>
                  </a:lnTo>
                  <a:lnTo>
                    <a:pt x="379476" y="16535"/>
                  </a:lnTo>
                  <a:lnTo>
                    <a:pt x="370332" y="13716"/>
                  </a:lnTo>
                  <a:lnTo>
                    <a:pt x="364236" y="15240"/>
                  </a:lnTo>
                  <a:lnTo>
                    <a:pt x="359664" y="18288"/>
                  </a:lnTo>
                  <a:lnTo>
                    <a:pt x="359664" y="0"/>
                  </a:lnTo>
                  <a:lnTo>
                    <a:pt x="352806" y="0"/>
                  </a:lnTo>
                  <a:lnTo>
                    <a:pt x="352806" y="18288"/>
                  </a:lnTo>
                  <a:lnTo>
                    <a:pt x="352806" y="29718"/>
                  </a:lnTo>
                  <a:lnTo>
                    <a:pt x="352806" y="39624"/>
                  </a:lnTo>
                  <a:lnTo>
                    <a:pt x="349758" y="46888"/>
                  </a:lnTo>
                  <a:lnTo>
                    <a:pt x="344220" y="49466"/>
                  </a:lnTo>
                  <a:lnTo>
                    <a:pt x="338404" y="47866"/>
                  </a:lnTo>
                  <a:lnTo>
                    <a:pt x="334518" y="42672"/>
                  </a:lnTo>
                  <a:lnTo>
                    <a:pt x="333756" y="38862"/>
                  </a:lnTo>
                  <a:lnTo>
                    <a:pt x="332994" y="34290"/>
                  </a:lnTo>
                  <a:lnTo>
                    <a:pt x="333756" y="29718"/>
                  </a:lnTo>
                  <a:lnTo>
                    <a:pt x="334518" y="25908"/>
                  </a:lnTo>
                  <a:lnTo>
                    <a:pt x="339483" y="20231"/>
                  </a:lnTo>
                  <a:lnTo>
                    <a:pt x="345414" y="19634"/>
                  </a:lnTo>
                  <a:lnTo>
                    <a:pt x="350481" y="23114"/>
                  </a:lnTo>
                  <a:lnTo>
                    <a:pt x="352806" y="29718"/>
                  </a:lnTo>
                  <a:lnTo>
                    <a:pt x="352806" y="18288"/>
                  </a:lnTo>
                  <a:lnTo>
                    <a:pt x="348234" y="15240"/>
                  </a:lnTo>
                  <a:lnTo>
                    <a:pt x="331787" y="17868"/>
                  </a:lnTo>
                  <a:lnTo>
                    <a:pt x="326009" y="34010"/>
                  </a:lnTo>
                  <a:lnTo>
                    <a:pt x="331343" y="50292"/>
                  </a:lnTo>
                  <a:lnTo>
                    <a:pt x="332994" y="50596"/>
                  </a:lnTo>
                  <a:lnTo>
                    <a:pt x="348234" y="53340"/>
                  </a:lnTo>
                  <a:lnTo>
                    <a:pt x="352806" y="50292"/>
                  </a:lnTo>
                  <a:lnTo>
                    <a:pt x="352806" y="68580"/>
                  </a:lnTo>
                  <a:lnTo>
                    <a:pt x="359664" y="68580"/>
                  </a:lnTo>
                  <a:lnTo>
                    <a:pt x="359664" y="50292"/>
                  </a:lnTo>
                  <a:lnTo>
                    <a:pt x="365760" y="54102"/>
                  </a:lnTo>
                  <a:lnTo>
                    <a:pt x="374142" y="54102"/>
                  </a:lnTo>
                  <a:lnTo>
                    <a:pt x="379476" y="51816"/>
                  </a:lnTo>
                  <a:lnTo>
                    <a:pt x="385572" y="42672"/>
                  </a:lnTo>
                  <a:lnTo>
                    <a:pt x="387096" y="34290"/>
                  </a:lnTo>
                  <a:close/>
                </a:path>
                <a:path w="1289685" h="241935">
                  <a:moveTo>
                    <a:pt x="393192" y="186690"/>
                  </a:moveTo>
                  <a:lnTo>
                    <a:pt x="385572" y="186690"/>
                  </a:lnTo>
                  <a:lnTo>
                    <a:pt x="381000" y="195072"/>
                  </a:lnTo>
                  <a:lnTo>
                    <a:pt x="371094" y="208788"/>
                  </a:lnTo>
                  <a:lnTo>
                    <a:pt x="365760" y="216408"/>
                  </a:lnTo>
                  <a:lnTo>
                    <a:pt x="365760" y="186690"/>
                  </a:lnTo>
                  <a:lnTo>
                    <a:pt x="358902" y="186690"/>
                  </a:lnTo>
                  <a:lnTo>
                    <a:pt x="358902" y="226314"/>
                  </a:lnTo>
                  <a:lnTo>
                    <a:pt x="366522" y="226314"/>
                  </a:lnTo>
                  <a:lnTo>
                    <a:pt x="371856" y="217932"/>
                  </a:lnTo>
                  <a:lnTo>
                    <a:pt x="381000" y="204216"/>
                  </a:lnTo>
                  <a:lnTo>
                    <a:pt x="386334" y="196596"/>
                  </a:lnTo>
                  <a:lnTo>
                    <a:pt x="386334" y="226314"/>
                  </a:lnTo>
                  <a:lnTo>
                    <a:pt x="393192" y="226314"/>
                  </a:lnTo>
                  <a:lnTo>
                    <a:pt x="393192" y="186690"/>
                  </a:lnTo>
                  <a:close/>
                </a:path>
                <a:path w="1289685" h="241935">
                  <a:moveTo>
                    <a:pt x="407670" y="100584"/>
                  </a:moveTo>
                  <a:lnTo>
                    <a:pt x="397764" y="100584"/>
                  </a:lnTo>
                  <a:lnTo>
                    <a:pt x="394716" y="108966"/>
                  </a:lnTo>
                  <a:lnTo>
                    <a:pt x="388620" y="124206"/>
                  </a:lnTo>
                  <a:lnTo>
                    <a:pt x="385572" y="132588"/>
                  </a:lnTo>
                  <a:lnTo>
                    <a:pt x="382524" y="124206"/>
                  </a:lnTo>
                  <a:lnTo>
                    <a:pt x="377190" y="108966"/>
                  </a:lnTo>
                  <a:lnTo>
                    <a:pt x="374142" y="100584"/>
                  </a:lnTo>
                  <a:lnTo>
                    <a:pt x="362712" y="100584"/>
                  </a:lnTo>
                  <a:lnTo>
                    <a:pt x="362712" y="140208"/>
                  </a:lnTo>
                  <a:lnTo>
                    <a:pt x="370332" y="140208"/>
                  </a:lnTo>
                  <a:lnTo>
                    <a:pt x="370332" y="106680"/>
                  </a:lnTo>
                  <a:lnTo>
                    <a:pt x="373380" y="115062"/>
                  </a:lnTo>
                  <a:lnTo>
                    <a:pt x="378714" y="131826"/>
                  </a:lnTo>
                  <a:lnTo>
                    <a:pt x="381762" y="140208"/>
                  </a:lnTo>
                  <a:lnTo>
                    <a:pt x="388620" y="140208"/>
                  </a:lnTo>
                  <a:lnTo>
                    <a:pt x="391668" y="131826"/>
                  </a:lnTo>
                  <a:lnTo>
                    <a:pt x="397764" y="116586"/>
                  </a:lnTo>
                  <a:lnTo>
                    <a:pt x="400812" y="108204"/>
                  </a:lnTo>
                  <a:lnTo>
                    <a:pt x="400812" y="140208"/>
                  </a:lnTo>
                  <a:lnTo>
                    <a:pt x="407670" y="140208"/>
                  </a:lnTo>
                  <a:lnTo>
                    <a:pt x="407670" y="100584"/>
                  </a:lnTo>
                  <a:close/>
                </a:path>
                <a:path w="1289685" h="241935">
                  <a:moveTo>
                    <a:pt x="432054" y="34290"/>
                  </a:moveTo>
                  <a:lnTo>
                    <a:pt x="431292" y="28194"/>
                  </a:lnTo>
                  <a:lnTo>
                    <a:pt x="429006" y="22860"/>
                  </a:lnTo>
                  <a:lnTo>
                    <a:pt x="426720" y="19050"/>
                  </a:lnTo>
                  <a:lnTo>
                    <a:pt x="424434" y="17526"/>
                  </a:lnTo>
                  <a:lnTo>
                    <a:pt x="424434" y="29718"/>
                  </a:lnTo>
                  <a:lnTo>
                    <a:pt x="424434" y="38862"/>
                  </a:lnTo>
                  <a:lnTo>
                    <a:pt x="422910" y="42672"/>
                  </a:lnTo>
                  <a:lnTo>
                    <a:pt x="421386" y="45720"/>
                  </a:lnTo>
                  <a:lnTo>
                    <a:pt x="415290" y="48768"/>
                  </a:lnTo>
                  <a:lnTo>
                    <a:pt x="412242" y="49530"/>
                  </a:lnTo>
                  <a:lnTo>
                    <a:pt x="408432" y="48768"/>
                  </a:lnTo>
                  <a:lnTo>
                    <a:pt x="399288" y="34290"/>
                  </a:lnTo>
                  <a:lnTo>
                    <a:pt x="400050" y="29718"/>
                  </a:lnTo>
                  <a:lnTo>
                    <a:pt x="400812" y="25908"/>
                  </a:lnTo>
                  <a:lnTo>
                    <a:pt x="403098" y="22860"/>
                  </a:lnTo>
                  <a:lnTo>
                    <a:pt x="405384" y="21336"/>
                  </a:lnTo>
                  <a:lnTo>
                    <a:pt x="408432" y="19812"/>
                  </a:lnTo>
                  <a:lnTo>
                    <a:pt x="415290" y="19812"/>
                  </a:lnTo>
                  <a:lnTo>
                    <a:pt x="421386" y="22860"/>
                  </a:lnTo>
                  <a:lnTo>
                    <a:pt x="422910" y="25908"/>
                  </a:lnTo>
                  <a:lnTo>
                    <a:pt x="424434" y="29718"/>
                  </a:lnTo>
                  <a:lnTo>
                    <a:pt x="424434" y="17526"/>
                  </a:lnTo>
                  <a:lnTo>
                    <a:pt x="422148" y="16002"/>
                  </a:lnTo>
                  <a:lnTo>
                    <a:pt x="417576" y="14478"/>
                  </a:lnTo>
                  <a:lnTo>
                    <a:pt x="412242" y="13716"/>
                  </a:lnTo>
                  <a:lnTo>
                    <a:pt x="406908" y="14478"/>
                  </a:lnTo>
                  <a:lnTo>
                    <a:pt x="392430" y="34290"/>
                  </a:lnTo>
                  <a:lnTo>
                    <a:pt x="393192" y="40386"/>
                  </a:lnTo>
                  <a:lnTo>
                    <a:pt x="394716" y="44958"/>
                  </a:lnTo>
                  <a:lnTo>
                    <a:pt x="397764" y="49530"/>
                  </a:lnTo>
                  <a:lnTo>
                    <a:pt x="399288" y="50749"/>
                  </a:lnTo>
                  <a:lnTo>
                    <a:pt x="401574" y="52578"/>
                  </a:lnTo>
                  <a:lnTo>
                    <a:pt x="406146" y="54102"/>
                  </a:lnTo>
                  <a:lnTo>
                    <a:pt x="412242" y="54864"/>
                  </a:lnTo>
                  <a:lnTo>
                    <a:pt x="415290" y="54102"/>
                  </a:lnTo>
                  <a:lnTo>
                    <a:pt x="419100" y="53340"/>
                  </a:lnTo>
                  <a:lnTo>
                    <a:pt x="422148" y="52578"/>
                  </a:lnTo>
                  <a:lnTo>
                    <a:pt x="424434" y="50863"/>
                  </a:lnTo>
                  <a:lnTo>
                    <a:pt x="425196" y="50292"/>
                  </a:lnTo>
                  <a:lnTo>
                    <a:pt x="429768" y="45720"/>
                  </a:lnTo>
                  <a:lnTo>
                    <a:pt x="430530" y="42672"/>
                  </a:lnTo>
                  <a:lnTo>
                    <a:pt x="431292" y="38862"/>
                  </a:lnTo>
                  <a:lnTo>
                    <a:pt x="432054" y="34290"/>
                  </a:lnTo>
                  <a:close/>
                </a:path>
                <a:path w="1289685" h="241935">
                  <a:moveTo>
                    <a:pt x="440436" y="206502"/>
                  </a:moveTo>
                  <a:lnTo>
                    <a:pt x="439674" y="200406"/>
                  </a:lnTo>
                  <a:lnTo>
                    <a:pt x="438150" y="195834"/>
                  </a:lnTo>
                  <a:lnTo>
                    <a:pt x="435102" y="191262"/>
                  </a:lnTo>
                  <a:lnTo>
                    <a:pt x="432816" y="189890"/>
                  </a:lnTo>
                  <a:lnTo>
                    <a:pt x="432816" y="202692"/>
                  </a:lnTo>
                  <a:lnTo>
                    <a:pt x="409194" y="202692"/>
                  </a:lnTo>
                  <a:lnTo>
                    <a:pt x="410718" y="196596"/>
                  </a:lnTo>
                  <a:lnTo>
                    <a:pt x="413004" y="194310"/>
                  </a:lnTo>
                  <a:lnTo>
                    <a:pt x="415290" y="192786"/>
                  </a:lnTo>
                  <a:lnTo>
                    <a:pt x="421386" y="191262"/>
                  </a:lnTo>
                  <a:lnTo>
                    <a:pt x="424434" y="192024"/>
                  </a:lnTo>
                  <a:lnTo>
                    <a:pt x="430530" y="195072"/>
                  </a:lnTo>
                  <a:lnTo>
                    <a:pt x="432054" y="199644"/>
                  </a:lnTo>
                  <a:lnTo>
                    <a:pt x="432816" y="202692"/>
                  </a:lnTo>
                  <a:lnTo>
                    <a:pt x="432816" y="189890"/>
                  </a:lnTo>
                  <a:lnTo>
                    <a:pt x="431292" y="188976"/>
                  </a:lnTo>
                  <a:lnTo>
                    <a:pt x="426720" y="186690"/>
                  </a:lnTo>
                  <a:lnTo>
                    <a:pt x="421386" y="185928"/>
                  </a:lnTo>
                  <a:lnTo>
                    <a:pt x="416052" y="186690"/>
                  </a:lnTo>
                  <a:lnTo>
                    <a:pt x="401574" y="206502"/>
                  </a:lnTo>
                  <a:lnTo>
                    <a:pt x="405180" y="219176"/>
                  </a:lnTo>
                  <a:lnTo>
                    <a:pt x="409194" y="222186"/>
                  </a:lnTo>
                  <a:lnTo>
                    <a:pt x="414299" y="225996"/>
                  </a:lnTo>
                  <a:lnTo>
                    <a:pt x="425818" y="226682"/>
                  </a:lnTo>
                  <a:lnTo>
                    <a:pt x="436626" y="220980"/>
                  </a:lnTo>
                  <a:lnTo>
                    <a:pt x="438912" y="217932"/>
                  </a:lnTo>
                  <a:lnTo>
                    <a:pt x="440436" y="214122"/>
                  </a:lnTo>
                  <a:lnTo>
                    <a:pt x="438150" y="214122"/>
                  </a:lnTo>
                  <a:lnTo>
                    <a:pt x="435102" y="213360"/>
                  </a:lnTo>
                  <a:lnTo>
                    <a:pt x="432816" y="213360"/>
                  </a:lnTo>
                  <a:lnTo>
                    <a:pt x="429768" y="217932"/>
                  </a:lnTo>
                  <a:lnTo>
                    <a:pt x="428244" y="219456"/>
                  </a:lnTo>
                  <a:lnTo>
                    <a:pt x="426720" y="220218"/>
                  </a:lnTo>
                  <a:lnTo>
                    <a:pt x="424434" y="220980"/>
                  </a:lnTo>
                  <a:lnTo>
                    <a:pt x="418338" y="220980"/>
                  </a:lnTo>
                  <a:lnTo>
                    <a:pt x="415290" y="219456"/>
                  </a:lnTo>
                  <a:lnTo>
                    <a:pt x="413004" y="217932"/>
                  </a:lnTo>
                  <a:lnTo>
                    <a:pt x="410718" y="214884"/>
                  </a:lnTo>
                  <a:lnTo>
                    <a:pt x="409194" y="211836"/>
                  </a:lnTo>
                  <a:lnTo>
                    <a:pt x="409194" y="208026"/>
                  </a:lnTo>
                  <a:lnTo>
                    <a:pt x="432816" y="208026"/>
                  </a:lnTo>
                  <a:lnTo>
                    <a:pt x="440436" y="208026"/>
                  </a:lnTo>
                  <a:lnTo>
                    <a:pt x="440436" y="206502"/>
                  </a:lnTo>
                  <a:close/>
                </a:path>
                <a:path w="1289685" h="241935">
                  <a:moveTo>
                    <a:pt x="454914" y="120396"/>
                  </a:moveTo>
                  <a:lnTo>
                    <a:pt x="454152" y="114300"/>
                  </a:lnTo>
                  <a:lnTo>
                    <a:pt x="452628" y="109728"/>
                  </a:lnTo>
                  <a:lnTo>
                    <a:pt x="449580" y="105156"/>
                  </a:lnTo>
                  <a:lnTo>
                    <a:pt x="447294" y="103784"/>
                  </a:lnTo>
                  <a:lnTo>
                    <a:pt x="447294" y="113538"/>
                  </a:lnTo>
                  <a:lnTo>
                    <a:pt x="447294" y="116586"/>
                  </a:lnTo>
                  <a:lnTo>
                    <a:pt x="424434" y="116586"/>
                  </a:lnTo>
                  <a:lnTo>
                    <a:pt x="425196" y="113538"/>
                  </a:lnTo>
                  <a:lnTo>
                    <a:pt x="435864" y="105156"/>
                  </a:lnTo>
                  <a:lnTo>
                    <a:pt x="439674" y="105918"/>
                  </a:lnTo>
                  <a:lnTo>
                    <a:pt x="441960" y="107442"/>
                  </a:lnTo>
                  <a:lnTo>
                    <a:pt x="445008" y="108966"/>
                  </a:lnTo>
                  <a:lnTo>
                    <a:pt x="445770" y="111252"/>
                  </a:lnTo>
                  <a:lnTo>
                    <a:pt x="447294" y="113538"/>
                  </a:lnTo>
                  <a:lnTo>
                    <a:pt x="447294" y="103784"/>
                  </a:lnTo>
                  <a:lnTo>
                    <a:pt x="445770" y="102870"/>
                  </a:lnTo>
                  <a:lnTo>
                    <a:pt x="441198" y="100584"/>
                  </a:lnTo>
                  <a:lnTo>
                    <a:pt x="435864" y="99822"/>
                  </a:lnTo>
                  <a:lnTo>
                    <a:pt x="430530" y="100584"/>
                  </a:lnTo>
                  <a:lnTo>
                    <a:pt x="416052" y="120396"/>
                  </a:lnTo>
                  <a:lnTo>
                    <a:pt x="417576" y="126492"/>
                  </a:lnTo>
                  <a:lnTo>
                    <a:pt x="419100" y="131826"/>
                  </a:lnTo>
                  <a:lnTo>
                    <a:pt x="422148" y="135636"/>
                  </a:lnTo>
                  <a:lnTo>
                    <a:pt x="423672" y="136855"/>
                  </a:lnTo>
                  <a:lnTo>
                    <a:pt x="425958" y="138684"/>
                  </a:lnTo>
                  <a:lnTo>
                    <a:pt x="430530" y="140208"/>
                  </a:lnTo>
                  <a:lnTo>
                    <a:pt x="436626" y="140970"/>
                  </a:lnTo>
                  <a:lnTo>
                    <a:pt x="441198" y="140208"/>
                  </a:lnTo>
                  <a:lnTo>
                    <a:pt x="454914" y="128016"/>
                  </a:lnTo>
                  <a:lnTo>
                    <a:pt x="449580" y="128016"/>
                  </a:lnTo>
                  <a:lnTo>
                    <a:pt x="447294" y="127254"/>
                  </a:lnTo>
                  <a:lnTo>
                    <a:pt x="446532" y="130302"/>
                  </a:lnTo>
                  <a:lnTo>
                    <a:pt x="443484" y="133350"/>
                  </a:lnTo>
                  <a:lnTo>
                    <a:pt x="441198" y="134874"/>
                  </a:lnTo>
                  <a:lnTo>
                    <a:pt x="438912" y="134874"/>
                  </a:lnTo>
                  <a:lnTo>
                    <a:pt x="436626" y="135636"/>
                  </a:lnTo>
                  <a:lnTo>
                    <a:pt x="423672" y="121920"/>
                  </a:lnTo>
                  <a:lnTo>
                    <a:pt x="424434" y="121920"/>
                  </a:lnTo>
                  <a:lnTo>
                    <a:pt x="447294" y="121920"/>
                  </a:lnTo>
                  <a:lnTo>
                    <a:pt x="454914" y="121920"/>
                  </a:lnTo>
                  <a:lnTo>
                    <a:pt x="454914" y="120396"/>
                  </a:lnTo>
                  <a:close/>
                </a:path>
                <a:path w="1289685" h="241935">
                  <a:moveTo>
                    <a:pt x="477012" y="34290"/>
                  </a:moveTo>
                  <a:lnTo>
                    <a:pt x="469392" y="17272"/>
                  </a:lnTo>
                  <a:lnTo>
                    <a:pt x="469392" y="28956"/>
                  </a:lnTo>
                  <a:lnTo>
                    <a:pt x="469392" y="38862"/>
                  </a:lnTo>
                  <a:lnTo>
                    <a:pt x="467868" y="42672"/>
                  </a:lnTo>
                  <a:lnTo>
                    <a:pt x="466344" y="45720"/>
                  </a:lnTo>
                  <a:lnTo>
                    <a:pt x="460248" y="48768"/>
                  </a:lnTo>
                  <a:lnTo>
                    <a:pt x="457962" y="49530"/>
                  </a:lnTo>
                  <a:lnTo>
                    <a:pt x="451866" y="48006"/>
                  </a:lnTo>
                  <a:lnTo>
                    <a:pt x="449580" y="45720"/>
                  </a:lnTo>
                  <a:lnTo>
                    <a:pt x="446532" y="39624"/>
                  </a:lnTo>
                  <a:lnTo>
                    <a:pt x="446532" y="29718"/>
                  </a:lnTo>
                  <a:lnTo>
                    <a:pt x="448056" y="25908"/>
                  </a:lnTo>
                  <a:lnTo>
                    <a:pt x="453313" y="20383"/>
                  </a:lnTo>
                  <a:lnTo>
                    <a:pt x="459587" y="19278"/>
                  </a:lnTo>
                  <a:lnTo>
                    <a:pt x="465429" y="22237"/>
                  </a:lnTo>
                  <a:lnTo>
                    <a:pt x="469392" y="28956"/>
                  </a:lnTo>
                  <a:lnTo>
                    <a:pt x="469392" y="17272"/>
                  </a:lnTo>
                  <a:lnTo>
                    <a:pt x="468630" y="16764"/>
                  </a:lnTo>
                  <a:lnTo>
                    <a:pt x="465582" y="15240"/>
                  </a:lnTo>
                  <a:lnTo>
                    <a:pt x="461772" y="14478"/>
                  </a:lnTo>
                  <a:lnTo>
                    <a:pt x="458724" y="13716"/>
                  </a:lnTo>
                  <a:lnTo>
                    <a:pt x="455676" y="14478"/>
                  </a:lnTo>
                  <a:lnTo>
                    <a:pt x="453313" y="14516"/>
                  </a:lnTo>
                  <a:lnTo>
                    <a:pt x="451866" y="15240"/>
                  </a:lnTo>
                  <a:lnTo>
                    <a:pt x="449580" y="16764"/>
                  </a:lnTo>
                  <a:lnTo>
                    <a:pt x="446532" y="19812"/>
                  </a:lnTo>
                  <a:lnTo>
                    <a:pt x="446532" y="14478"/>
                  </a:lnTo>
                  <a:lnTo>
                    <a:pt x="440436" y="14478"/>
                  </a:lnTo>
                  <a:lnTo>
                    <a:pt x="440436" y="68580"/>
                  </a:lnTo>
                  <a:lnTo>
                    <a:pt x="447294" y="68580"/>
                  </a:lnTo>
                  <a:lnTo>
                    <a:pt x="447294" y="49530"/>
                  </a:lnTo>
                  <a:lnTo>
                    <a:pt x="448056" y="51054"/>
                  </a:lnTo>
                  <a:lnTo>
                    <a:pt x="449580" y="52578"/>
                  </a:lnTo>
                  <a:lnTo>
                    <a:pt x="451866" y="53340"/>
                  </a:lnTo>
                  <a:lnTo>
                    <a:pt x="453313" y="54051"/>
                  </a:lnTo>
                  <a:lnTo>
                    <a:pt x="455676" y="54102"/>
                  </a:lnTo>
                  <a:lnTo>
                    <a:pt x="457962" y="54864"/>
                  </a:lnTo>
                  <a:lnTo>
                    <a:pt x="464058" y="53340"/>
                  </a:lnTo>
                  <a:lnTo>
                    <a:pt x="467868" y="51816"/>
                  </a:lnTo>
                  <a:lnTo>
                    <a:pt x="469392" y="50800"/>
                  </a:lnTo>
                  <a:lnTo>
                    <a:pt x="470154" y="50292"/>
                  </a:lnTo>
                  <a:lnTo>
                    <a:pt x="472440" y="48006"/>
                  </a:lnTo>
                  <a:lnTo>
                    <a:pt x="474726" y="44958"/>
                  </a:lnTo>
                  <a:lnTo>
                    <a:pt x="475488" y="41910"/>
                  </a:lnTo>
                  <a:lnTo>
                    <a:pt x="477012" y="34290"/>
                  </a:lnTo>
                  <a:close/>
                </a:path>
                <a:path w="1289685" h="241935">
                  <a:moveTo>
                    <a:pt x="493763" y="100584"/>
                  </a:moveTo>
                  <a:lnTo>
                    <a:pt x="460235" y="100584"/>
                  </a:lnTo>
                  <a:lnTo>
                    <a:pt x="460235" y="106680"/>
                  </a:lnTo>
                  <a:lnTo>
                    <a:pt x="473951" y="106680"/>
                  </a:lnTo>
                  <a:lnTo>
                    <a:pt x="473951" y="140208"/>
                  </a:lnTo>
                  <a:lnTo>
                    <a:pt x="480809" y="140208"/>
                  </a:lnTo>
                  <a:lnTo>
                    <a:pt x="480809" y="106680"/>
                  </a:lnTo>
                  <a:lnTo>
                    <a:pt x="493763" y="106680"/>
                  </a:lnTo>
                  <a:lnTo>
                    <a:pt x="493763" y="100584"/>
                  </a:lnTo>
                  <a:close/>
                </a:path>
                <a:path w="1289685" h="241935">
                  <a:moveTo>
                    <a:pt x="505955" y="212598"/>
                  </a:moveTo>
                  <a:lnTo>
                    <a:pt x="499097" y="211836"/>
                  </a:lnTo>
                  <a:lnTo>
                    <a:pt x="497573" y="215646"/>
                  </a:lnTo>
                  <a:lnTo>
                    <a:pt x="492239" y="220980"/>
                  </a:lnTo>
                  <a:lnTo>
                    <a:pt x="483857" y="220218"/>
                  </a:lnTo>
                  <a:lnTo>
                    <a:pt x="480047" y="217932"/>
                  </a:lnTo>
                  <a:lnTo>
                    <a:pt x="476999" y="210312"/>
                  </a:lnTo>
                  <a:lnTo>
                    <a:pt x="477761" y="199644"/>
                  </a:lnTo>
                  <a:lnTo>
                    <a:pt x="482333" y="193548"/>
                  </a:lnTo>
                  <a:lnTo>
                    <a:pt x="489191" y="191262"/>
                  </a:lnTo>
                  <a:lnTo>
                    <a:pt x="494525" y="193548"/>
                  </a:lnTo>
                  <a:lnTo>
                    <a:pt x="498335" y="199644"/>
                  </a:lnTo>
                  <a:lnTo>
                    <a:pt x="505193" y="198120"/>
                  </a:lnTo>
                  <a:lnTo>
                    <a:pt x="502907" y="193548"/>
                  </a:lnTo>
                  <a:lnTo>
                    <a:pt x="499859" y="189738"/>
                  </a:lnTo>
                  <a:lnTo>
                    <a:pt x="494525" y="186690"/>
                  </a:lnTo>
                  <a:lnTo>
                    <a:pt x="489191" y="185928"/>
                  </a:lnTo>
                  <a:lnTo>
                    <a:pt x="478523" y="188214"/>
                  </a:lnTo>
                  <a:lnTo>
                    <a:pt x="471665" y="195834"/>
                  </a:lnTo>
                  <a:lnTo>
                    <a:pt x="469379" y="206502"/>
                  </a:lnTo>
                  <a:lnTo>
                    <a:pt x="470903" y="214884"/>
                  </a:lnTo>
                  <a:lnTo>
                    <a:pt x="474713" y="220980"/>
                  </a:lnTo>
                  <a:lnTo>
                    <a:pt x="480809" y="225552"/>
                  </a:lnTo>
                  <a:lnTo>
                    <a:pt x="489191" y="227076"/>
                  </a:lnTo>
                  <a:lnTo>
                    <a:pt x="497573" y="224790"/>
                  </a:lnTo>
                  <a:lnTo>
                    <a:pt x="503669" y="217932"/>
                  </a:lnTo>
                  <a:lnTo>
                    <a:pt x="505955" y="212598"/>
                  </a:lnTo>
                  <a:close/>
                </a:path>
                <a:path w="1289685" h="241935">
                  <a:moveTo>
                    <a:pt x="529590" y="14478"/>
                  </a:moveTo>
                  <a:lnTo>
                    <a:pt x="519684" y="14478"/>
                  </a:lnTo>
                  <a:lnTo>
                    <a:pt x="516636" y="22860"/>
                  </a:lnTo>
                  <a:lnTo>
                    <a:pt x="510540" y="38100"/>
                  </a:lnTo>
                  <a:lnTo>
                    <a:pt x="507492" y="46482"/>
                  </a:lnTo>
                  <a:lnTo>
                    <a:pt x="504444" y="38100"/>
                  </a:lnTo>
                  <a:lnTo>
                    <a:pt x="499110" y="22860"/>
                  </a:lnTo>
                  <a:lnTo>
                    <a:pt x="496062" y="14478"/>
                  </a:lnTo>
                  <a:lnTo>
                    <a:pt x="485394" y="14478"/>
                  </a:lnTo>
                  <a:lnTo>
                    <a:pt x="485394" y="54102"/>
                  </a:lnTo>
                  <a:lnTo>
                    <a:pt x="492252" y="54102"/>
                  </a:lnTo>
                  <a:lnTo>
                    <a:pt x="492252" y="20574"/>
                  </a:lnTo>
                  <a:lnTo>
                    <a:pt x="495300" y="28956"/>
                  </a:lnTo>
                  <a:lnTo>
                    <a:pt x="500634" y="45720"/>
                  </a:lnTo>
                  <a:lnTo>
                    <a:pt x="503682" y="54102"/>
                  </a:lnTo>
                  <a:lnTo>
                    <a:pt x="509778" y="54102"/>
                  </a:lnTo>
                  <a:lnTo>
                    <a:pt x="513588" y="45720"/>
                  </a:lnTo>
                  <a:lnTo>
                    <a:pt x="519684" y="30480"/>
                  </a:lnTo>
                  <a:lnTo>
                    <a:pt x="522732" y="22098"/>
                  </a:lnTo>
                  <a:lnTo>
                    <a:pt x="522732" y="54102"/>
                  </a:lnTo>
                  <a:lnTo>
                    <a:pt x="529590" y="54102"/>
                  </a:lnTo>
                  <a:lnTo>
                    <a:pt x="529590" y="14478"/>
                  </a:lnTo>
                  <a:close/>
                </a:path>
                <a:path w="1289685" h="241935">
                  <a:moveTo>
                    <a:pt x="537197" y="116586"/>
                  </a:moveTo>
                  <a:lnTo>
                    <a:pt x="530339" y="103632"/>
                  </a:lnTo>
                  <a:lnTo>
                    <a:pt x="530339" y="119634"/>
                  </a:lnTo>
                  <a:lnTo>
                    <a:pt x="529577" y="124968"/>
                  </a:lnTo>
                  <a:lnTo>
                    <a:pt x="526669" y="132003"/>
                  </a:lnTo>
                  <a:lnTo>
                    <a:pt x="520611" y="135267"/>
                  </a:lnTo>
                  <a:lnTo>
                    <a:pt x="513905" y="134327"/>
                  </a:lnTo>
                  <a:lnTo>
                    <a:pt x="509003" y="128778"/>
                  </a:lnTo>
                  <a:lnTo>
                    <a:pt x="507479" y="124968"/>
                  </a:lnTo>
                  <a:lnTo>
                    <a:pt x="507479" y="115824"/>
                  </a:lnTo>
                  <a:lnTo>
                    <a:pt x="509003" y="112014"/>
                  </a:lnTo>
                  <a:lnTo>
                    <a:pt x="514007" y="106781"/>
                  </a:lnTo>
                  <a:lnTo>
                    <a:pt x="520522" y="105524"/>
                  </a:lnTo>
                  <a:lnTo>
                    <a:pt x="526427" y="108280"/>
                  </a:lnTo>
                  <a:lnTo>
                    <a:pt x="529577" y="115062"/>
                  </a:lnTo>
                  <a:lnTo>
                    <a:pt x="530339" y="119634"/>
                  </a:lnTo>
                  <a:lnTo>
                    <a:pt x="530339" y="103632"/>
                  </a:lnTo>
                  <a:lnTo>
                    <a:pt x="528815" y="102870"/>
                  </a:lnTo>
                  <a:lnTo>
                    <a:pt x="526669" y="101422"/>
                  </a:lnTo>
                  <a:lnTo>
                    <a:pt x="526427" y="101307"/>
                  </a:lnTo>
                  <a:lnTo>
                    <a:pt x="523481" y="100584"/>
                  </a:lnTo>
                  <a:lnTo>
                    <a:pt x="519671" y="99822"/>
                  </a:lnTo>
                  <a:lnTo>
                    <a:pt x="517385" y="100584"/>
                  </a:lnTo>
                  <a:lnTo>
                    <a:pt x="515099" y="100584"/>
                  </a:lnTo>
                  <a:lnTo>
                    <a:pt x="512813" y="101346"/>
                  </a:lnTo>
                  <a:lnTo>
                    <a:pt x="510527" y="102870"/>
                  </a:lnTo>
                  <a:lnTo>
                    <a:pt x="507479" y="105918"/>
                  </a:lnTo>
                  <a:lnTo>
                    <a:pt x="507479" y="100584"/>
                  </a:lnTo>
                  <a:lnTo>
                    <a:pt x="500621" y="100584"/>
                  </a:lnTo>
                  <a:lnTo>
                    <a:pt x="500621" y="154686"/>
                  </a:lnTo>
                  <a:lnTo>
                    <a:pt x="507479" y="154686"/>
                  </a:lnTo>
                  <a:lnTo>
                    <a:pt x="507479" y="135636"/>
                  </a:lnTo>
                  <a:lnTo>
                    <a:pt x="510527" y="138684"/>
                  </a:lnTo>
                  <a:lnTo>
                    <a:pt x="515099" y="140208"/>
                  </a:lnTo>
                  <a:lnTo>
                    <a:pt x="516623" y="140970"/>
                  </a:lnTo>
                  <a:lnTo>
                    <a:pt x="518909" y="140970"/>
                  </a:lnTo>
                  <a:lnTo>
                    <a:pt x="522719" y="140208"/>
                  </a:lnTo>
                  <a:lnTo>
                    <a:pt x="525767" y="139446"/>
                  </a:lnTo>
                  <a:lnTo>
                    <a:pt x="528053" y="137922"/>
                  </a:lnTo>
                  <a:lnTo>
                    <a:pt x="530339" y="136779"/>
                  </a:lnTo>
                  <a:lnTo>
                    <a:pt x="531101" y="136398"/>
                  </a:lnTo>
                  <a:lnTo>
                    <a:pt x="533387" y="134112"/>
                  </a:lnTo>
                  <a:lnTo>
                    <a:pt x="536435" y="128016"/>
                  </a:lnTo>
                  <a:lnTo>
                    <a:pt x="537197" y="123444"/>
                  </a:lnTo>
                  <a:lnTo>
                    <a:pt x="537197" y="116586"/>
                  </a:lnTo>
                  <a:close/>
                </a:path>
                <a:path w="1289685" h="241935">
                  <a:moveTo>
                    <a:pt x="546354" y="186690"/>
                  </a:moveTo>
                  <a:lnTo>
                    <a:pt x="538734" y="186690"/>
                  </a:lnTo>
                  <a:lnTo>
                    <a:pt x="534162" y="195072"/>
                  </a:lnTo>
                  <a:lnTo>
                    <a:pt x="524256" y="208788"/>
                  </a:lnTo>
                  <a:lnTo>
                    <a:pt x="518922" y="216408"/>
                  </a:lnTo>
                  <a:lnTo>
                    <a:pt x="518922" y="186690"/>
                  </a:lnTo>
                  <a:lnTo>
                    <a:pt x="512064" y="186690"/>
                  </a:lnTo>
                  <a:lnTo>
                    <a:pt x="512064" y="226314"/>
                  </a:lnTo>
                  <a:lnTo>
                    <a:pt x="519684" y="226314"/>
                  </a:lnTo>
                  <a:lnTo>
                    <a:pt x="525018" y="217932"/>
                  </a:lnTo>
                  <a:lnTo>
                    <a:pt x="534924" y="204216"/>
                  </a:lnTo>
                  <a:lnTo>
                    <a:pt x="539496" y="196596"/>
                  </a:lnTo>
                  <a:lnTo>
                    <a:pt x="539496" y="226314"/>
                  </a:lnTo>
                  <a:lnTo>
                    <a:pt x="546354" y="226314"/>
                  </a:lnTo>
                  <a:lnTo>
                    <a:pt x="546354" y="186690"/>
                  </a:lnTo>
                  <a:close/>
                </a:path>
                <a:path w="1289685" h="241935">
                  <a:moveTo>
                    <a:pt x="577596" y="54102"/>
                  </a:moveTo>
                  <a:lnTo>
                    <a:pt x="575310" y="49530"/>
                  </a:lnTo>
                  <a:lnTo>
                    <a:pt x="576110" y="30632"/>
                  </a:lnTo>
                  <a:lnTo>
                    <a:pt x="571436" y="17843"/>
                  </a:lnTo>
                  <a:lnTo>
                    <a:pt x="560514" y="13271"/>
                  </a:lnTo>
                  <a:lnTo>
                    <a:pt x="542544" y="19050"/>
                  </a:lnTo>
                  <a:lnTo>
                    <a:pt x="539496" y="25908"/>
                  </a:lnTo>
                  <a:lnTo>
                    <a:pt x="546354" y="26670"/>
                  </a:lnTo>
                  <a:lnTo>
                    <a:pt x="547878" y="23622"/>
                  </a:lnTo>
                  <a:lnTo>
                    <a:pt x="553212" y="19812"/>
                  </a:lnTo>
                  <a:lnTo>
                    <a:pt x="562356" y="19812"/>
                  </a:lnTo>
                  <a:lnTo>
                    <a:pt x="566166" y="21336"/>
                  </a:lnTo>
                  <a:lnTo>
                    <a:pt x="567690" y="23622"/>
                  </a:lnTo>
                  <a:lnTo>
                    <a:pt x="567690" y="28956"/>
                  </a:lnTo>
                  <a:lnTo>
                    <a:pt x="554736" y="31242"/>
                  </a:lnTo>
                  <a:lnTo>
                    <a:pt x="543306" y="35052"/>
                  </a:lnTo>
                  <a:lnTo>
                    <a:pt x="538734" y="41148"/>
                  </a:lnTo>
                  <a:lnTo>
                    <a:pt x="538734" y="48006"/>
                  </a:lnTo>
                  <a:lnTo>
                    <a:pt x="544068" y="52578"/>
                  </a:lnTo>
                  <a:lnTo>
                    <a:pt x="545592" y="52984"/>
                  </a:lnTo>
                  <a:lnTo>
                    <a:pt x="552450" y="54864"/>
                  </a:lnTo>
                  <a:lnTo>
                    <a:pt x="560832" y="53340"/>
                  </a:lnTo>
                  <a:lnTo>
                    <a:pt x="567372" y="49415"/>
                  </a:lnTo>
                  <a:lnTo>
                    <a:pt x="567372" y="43472"/>
                  </a:lnTo>
                  <a:lnTo>
                    <a:pt x="567372" y="43053"/>
                  </a:lnTo>
                  <a:lnTo>
                    <a:pt x="563880" y="46482"/>
                  </a:lnTo>
                  <a:lnTo>
                    <a:pt x="561594" y="48006"/>
                  </a:lnTo>
                  <a:lnTo>
                    <a:pt x="560070" y="48768"/>
                  </a:lnTo>
                  <a:lnTo>
                    <a:pt x="557022" y="49530"/>
                  </a:lnTo>
                  <a:lnTo>
                    <a:pt x="551688" y="49530"/>
                  </a:lnTo>
                  <a:lnTo>
                    <a:pt x="549402" y="48768"/>
                  </a:lnTo>
                  <a:lnTo>
                    <a:pt x="547878" y="48006"/>
                  </a:lnTo>
                  <a:lnTo>
                    <a:pt x="545592" y="43434"/>
                  </a:lnTo>
                  <a:lnTo>
                    <a:pt x="546354" y="42672"/>
                  </a:lnTo>
                  <a:lnTo>
                    <a:pt x="546354" y="41148"/>
                  </a:lnTo>
                  <a:lnTo>
                    <a:pt x="549402" y="38100"/>
                  </a:lnTo>
                  <a:lnTo>
                    <a:pt x="550926" y="38100"/>
                  </a:lnTo>
                  <a:lnTo>
                    <a:pt x="553212" y="37338"/>
                  </a:lnTo>
                  <a:lnTo>
                    <a:pt x="555498" y="37338"/>
                  </a:lnTo>
                  <a:lnTo>
                    <a:pt x="560832" y="36576"/>
                  </a:lnTo>
                  <a:lnTo>
                    <a:pt x="564642" y="35814"/>
                  </a:lnTo>
                  <a:lnTo>
                    <a:pt x="567690" y="34290"/>
                  </a:lnTo>
                  <a:lnTo>
                    <a:pt x="567690" y="35814"/>
                  </a:lnTo>
                  <a:lnTo>
                    <a:pt x="567397" y="43027"/>
                  </a:lnTo>
                  <a:lnTo>
                    <a:pt x="567690" y="42735"/>
                  </a:lnTo>
                  <a:lnTo>
                    <a:pt x="569226" y="41236"/>
                  </a:lnTo>
                  <a:lnTo>
                    <a:pt x="567397" y="43446"/>
                  </a:lnTo>
                  <a:lnTo>
                    <a:pt x="567397" y="49403"/>
                  </a:lnTo>
                  <a:lnTo>
                    <a:pt x="568452" y="48768"/>
                  </a:lnTo>
                  <a:lnTo>
                    <a:pt x="569226" y="51473"/>
                  </a:lnTo>
                  <a:lnTo>
                    <a:pt x="569976" y="54102"/>
                  </a:lnTo>
                  <a:lnTo>
                    <a:pt x="575310" y="54102"/>
                  </a:lnTo>
                  <a:lnTo>
                    <a:pt x="577596" y="54102"/>
                  </a:lnTo>
                  <a:close/>
                </a:path>
                <a:path w="1289685" h="241935">
                  <a:moveTo>
                    <a:pt x="582930" y="119634"/>
                  </a:moveTo>
                  <a:lnTo>
                    <a:pt x="582168" y="114300"/>
                  </a:lnTo>
                  <a:lnTo>
                    <a:pt x="580644" y="108966"/>
                  </a:lnTo>
                  <a:lnTo>
                    <a:pt x="577596" y="105156"/>
                  </a:lnTo>
                  <a:lnTo>
                    <a:pt x="575310" y="104013"/>
                  </a:lnTo>
                  <a:lnTo>
                    <a:pt x="575310" y="115824"/>
                  </a:lnTo>
                  <a:lnTo>
                    <a:pt x="575310" y="124968"/>
                  </a:lnTo>
                  <a:lnTo>
                    <a:pt x="563118" y="135636"/>
                  </a:lnTo>
                  <a:lnTo>
                    <a:pt x="560070" y="134874"/>
                  </a:lnTo>
                  <a:lnTo>
                    <a:pt x="556260" y="134112"/>
                  </a:lnTo>
                  <a:lnTo>
                    <a:pt x="553974" y="131826"/>
                  </a:lnTo>
                  <a:lnTo>
                    <a:pt x="551688" y="128778"/>
                  </a:lnTo>
                  <a:lnTo>
                    <a:pt x="550926" y="124968"/>
                  </a:lnTo>
                  <a:lnTo>
                    <a:pt x="550164" y="120396"/>
                  </a:lnTo>
                  <a:lnTo>
                    <a:pt x="550926" y="115824"/>
                  </a:lnTo>
                  <a:lnTo>
                    <a:pt x="563118" y="105156"/>
                  </a:lnTo>
                  <a:lnTo>
                    <a:pt x="566928" y="105918"/>
                  </a:lnTo>
                  <a:lnTo>
                    <a:pt x="569214" y="107442"/>
                  </a:lnTo>
                  <a:lnTo>
                    <a:pt x="572262" y="108966"/>
                  </a:lnTo>
                  <a:lnTo>
                    <a:pt x="573786" y="112014"/>
                  </a:lnTo>
                  <a:lnTo>
                    <a:pt x="575310" y="115824"/>
                  </a:lnTo>
                  <a:lnTo>
                    <a:pt x="575310" y="104013"/>
                  </a:lnTo>
                  <a:lnTo>
                    <a:pt x="568452" y="100584"/>
                  </a:lnTo>
                  <a:lnTo>
                    <a:pt x="563118" y="99822"/>
                  </a:lnTo>
                  <a:lnTo>
                    <a:pt x="557784" y="100584"/>
                  </a:lnTo>
                  <a:lnTo>
                    <a:pt x="543306" y="120396"/>
                  </a:lnTo>
                  <a:lnTo>
                    <a:pt x="544068" y="126492"/>
                  </a:lnTo>
                  <a:lnTo>
                    <a:pt x="545592" y="131826"/>
                  </a:lnTo>
                  <a:lnTo>
                    <a:pt x="548640" y="135636"/>
                  </a:lnTo>
                  <a:lnTo>
                    <a:pt x="550164" y="136855"/>
                  </a:lnTo>
                  <a:lnTo>
                    <a:pt x="552450" y="138684"/>
                  </a:lnTo>
                  <a:lnTo>
                    <a:pt x="557022" y="140208"/>
                  </a:lnTo>
                  <a:lnTo>
                    <a:pt x="563118" y="140970"/>
                  </a:lnTo>
                  <a:lnTo>
                    <a:pt x="566928" y="140208"/>
                  </a:lnTo>
                  <a:lnTo>
                    <a:pt x="573024" y="138684"/>
                  </a:lnTo>
                  <a:lnTo>
                    <a:pt x="575310" y="136969"/>
                  </a:lnTo>
                  <a:lnTo>
                    <a:pt x="576072" y="136398"/>
                  </a:lnTo>
                  <a:lnTo>
                    <a:pt x="580644" y="131826"/>
                  </a:lnTo>
                  <a:lnTo>
                    <a:pt x="581406" y="128778"/>
                  </a:lnTo>
                  <a:lnTo>
                    <a:pt x="582930" y="119634"/>
                  </a:lnTo>
                  <a:close/>
                </a:path>
                <a:path w="1289685" h="241935">
                  <a:moveTo>
                    <a:pt x="592074" y="212598"/>
                  </a:moveTo>
                  <a:lnTo>
                    <a:pt x="585216" y="211836"/>
                  </a:lnTo>
                  <a:lnTo>
                    <a:pt x="583692" y="215646"/>
                  </a:lnTo>
                  <a:lnTo>
                    <a:pt x="578358" y="220980"/>
                  </a:lnTo>
                  <a:lnTo>
                    <a:pt x="569976" y="220218"/>
                  </a:lnTo>
                  <a:lnTo>
                    <a:pt x="564642" y="215646"/>
                  </a:lnTo>
                  <a:lnTo>
                    <a:pt x="563118" y="210312"/>
                  </a:lnTo>
                  <a:lnTo>
                    <a:pt x="563118" y="199644"/>
                  </a:lnTo>
                  <a:lnTo>
                    <a:pt x="567690" y="193548"/>
                  </a:lnTo>
                  <a:lnTo>
                    <a:pt x="574548" y="191262"/>
                  </a:lnTo>
                  <a:lnTo>
                    <a:pt x="580644" y="193548"/>
                  </a:lnTo>
                  <a:lnTo>
                    <a:pt x="584454" y="199644"/>
                  </a:lnTo>
                  <a:lnTo>
                    <a:pt x="591312" y="198120"/>
                  </a:lnTo>
                  <a:lnTo>
                    <a:pt x="589026" y="193548"/>
                  </a:lnTo>
                  <a:lnTo>
                    <a:pt x="585978" y="189738"/>
                  </a:lnTo>
                  <a:lnTo>
                    <a:pt x="580644" y="186690"/>
                  </a:lnTo>
                  <a:lnTo>
                    <a:pt x="574548" y="185928"/>
                  </a:lnTo>
                  <a:lnTo>
                    <a:pt x="564642" y="188214"/>
                  </a:lnTo>
                  <a:lnTo>
                    <a:pt x="557022" y="195834"/>
                  </a:lnTo>
                  <a:lnTo>
                    <a:pt x="554736" y="206502"/>
                  </a:lnTo>
                  <a:lnTo>
                    <a:pt x="556260" y="214884"/>
                  </a:lnTo>
                  <a:lnTo>
                    <a:pt x="560832" y="220980"/>
                  </a:lnTo>
                  <a:lnTo>
                    <a:pt x="566928" y="225552"/>
                  </a:lnTo>
                  <a:lnTo>
                    <a:pt x="574548" y="227076"/>
                  </a:lnTo>
                  <a:lnTo>
                    <a:pt x="583692" y="224790"/>
                  </a:lnTo>
                  <a:lnTo>
                    <a:pt x="589788" y="217932"/>
                  </a:lnTo>
                  <a:lnTo>
                    <a:pt x="592074" y="212598"/>
                  </a:lnTo>
                  <a:close/>
                </a:path>
                <a:path w="1289685" h="241935">
                  <a:moveTo>
                    <a:pt x="624840" y="48768"/>
                  </a:moveTo>
                  <a:lnTo>
                    <a:pt x="620268" y="48768"/>
                  </a:lnTo>
                  <a:lnTo>
                    <a:pt x="620268" y="14478"/>
                  </a:lnTo>
                  <a:lnTo>
                    <a:pt x="613410" y="14478"/>
                  </a:lnTo>
                  <a:lnTo>
                    <a:pt x="613410" y="48768"/>
                  </a:lnTo>
                  <a:lnTo>
                    <a:pt x="592836" y="48768"/>
                  </a:lnTo>
                  <a:lnTo>
                    <a:pt x="592836" y="14478"/>
                  </a:lnTo>
                  <a:lnTo>
                    <a:pt x="585978" y="14478"/>
                  </a:lnTo>
                  <a:lnTo>
                    <a:pt x="585978" y="54102"/>
                  </a:lnTo>
                  <a:lnTo>
                    <a:pt x="618744" y="54102"/>
                  </a:lnTo>
                  <a:lnTo>
                    <a:pt x="618744" y="64770"/>
                  </a:lnTo>
                  <a:lnTo>
                    <a:pt x="624840" y="64770"/>
                  </a:lnTo>
                  <a:lnTo>
                    <a:pt x="624840" y="48768"/>
                  </a:lnTo>
                  <a:close/>
                </a:path>
                <a:path w="1289685" h="241935">
                  <a:moveTo>
                    <a:pt x="625602" y="126492"/>
                  </a:moveTo>
                  <a:lnTo>
                    <a:pt x="618744" y="119634"/>
                  </a:lnTo>
                  <a:lnTo>
                    <a:pt x="618744" y="128778"/>
                  </a:lnTo>
                  <a:lnTo>
                    <a:pt x="617016" y="135915"/>
                  </a:lnTo>
                  <a:lnTo>
                    <a:pt x="611301" y="134747"/>
                  </a:lnTo>
                  <a:lnTo>
                    <a:pt x="598170" y="134874"/>
                  </a:lnTo>
                  <a:lnTo>
                    <a:pt x="598170" y="122682"/>
                  </a:lnTo>
                  <a:lnTo>
                    <a:pt x="613410" y="122682"/>
                  </a:lnTo>
                  <a:lnTo>
                    <a:pt x="614934" y="123444"/>
                  </a:lnTo>
                  <a:lnTo>
                    <a:pt x="615696" y="124206"/>
                  </a:lnTo>
                  <a:lnTo>
                    <a:pt x="617220" y="124968"/>
                  </a:lnTo>
                  <a:lnTo>
                    <a:pt x="617613" y="125361"/>
                  </a:lnTo>
                  <a:lnTo>
                    <a:pt x="617982" y="125730"/>
                  </a:lnTo>
                  <a:lnTo>
                    <a:pt x="617982" y="127254"/>
                  </a:lnTo>
                  <a:lnTo>
                    <a:pt x="618744" y="128778"/>
                  </a:lnTo>
                  <a:lnTo>
                    <a:pt x="618744" y="119634"/>
                  </a:lnTo>
                  <a:lnTo>
                    <a:pt x="620268" y="118872"/>
                  </a:lnTo>
                  <a:lnTo>
                    <a:pt x="621792" y="117348"/>
                  </a:lnTo>
                  <a:lnTo>
                    <a:pt x="623316" y="114300"/>
                  </a:lnTo>
                  <a:lnTo>
                    <a:pt x="623316" y="112776"/>
                  </a:lnTo>
                  <a:lnTo>
                    <a:pt x="624078" y="111252"/>
                  </a:lnTo>
                  <a:lnTo>
                    <a:pt x="623316" y="108966"/>
                  </a:lnTo>
                  <a:lnTo>
                    <a:pt x="622554" y="107442"/>
                  </a:lnTo>
                  <a:lnTo>
                    <a:pt x="621792" y="105156"/>
                  </a:lnTo>
                  <a:lnTo>
                    <a:pt x="620268" y="103632"/>
                  </a:lnTo>
                  <a:lnTo>
                    <a:pt x="617613" y="101904"/>
                  </a:lnTo>
                  <a:lnTo>
                    <a:pt x="617613" y="105397"/>
                  </a:lnTo>
                  <a:lnTo>
                    <a:pt x="616458" y="112776"/>
                  </a:lnTo>
                  <a:lnTo>
                    <a:pt x="615696" y="114300"/>
                  </a:lnTo>
                  <a:lnTo>
                    <a:pt x="614934" y="115062"/>
                  </a:lnTo>
                  <a:lnTo>
                    <a:pt x="612228" y="118173"/>
                  </a:lnTo>
                  <a:lnTo>
                    <a:pt x="608012" y="117309"/>
                  </a:lnTo>
                  <a:lnTo>
                    <a:pt x="605028" y="117271"/>
                  </a:lnTo>
                  <a:lnTo>
                    <a:pt x="598170" y="117348"/>
                  </a:lnTo>
                  <a:lnTo>
                    <a:pt x="598170" y="106680"/>
                  </a:lnTo>
                  <a:lnTo>
                    <a:pt x="605028" y="106743"/>
                  </a:lnTo>
                  <a:lnTo>
                    <a:pt x="608012" y="106895"/>
                  </a:lnTo>
                  <a:lnTo>
                    <a:pt x="617613" y="105397"/>
                  </a:lnTo>
                  <a:lnTo>
                    <a:pt x="617613" y="101904"/>
                  </a:lnTo>
                  <a:lnTo>
                    <a:pt x="616470" y="101155"/>
                  </a:lnTo>
                  <a:lnTo>
                    <a:pt x="608012" y="100571"/>
                  </a:lnTo>
                  <a:lnTo>
                    <a:pt x="591312" y="100584"/>
                  </a:lnTo>
                  <a:lnTo>
                    <a:pt x="591312" y="140208"/>
                  </a:lnTo>
                  <a:lnTo>
                    <a:pt x="598170" y="140208"/>
                  </a:lnTo>
                  <a:lnTo>
                    <a:pt x="610362" y="140208"/>
                  </a:lnTo>
                  <a:lnTo>
                    <a:pt x="625602" y="129540"/>
                  </a:lnTo>
                  <a:lnTo>
                    <a:pt x="625602" y="126492"/>
                  </a:lnTo>
                  <a:close/>
                </a:path>
                <a:path w="1289685" h="241935">
                  <a:moveTo>
                    <a:pt x="628637" y="186690"/>
                  </a:moveTo>
                  <a:lnTo>
                    <a:pt x="594347" y="186690"/>
                  </a:lnTo>
                  <a:lnTo>
                    <a:pt x="594347" y="192786"/>
                  </a:lnTo>
                  <a:lnTo>
                    <a:pt x="608063" y="192786"/>
                  </a:lnTo>
                  <a:lnTo>
                    <a:pt x="608063" y="226314"/>
                  </a:lnTo>
                  <a:lnTo>
                    <a:pt x="614921" y="226314"/>
                  </a:lnTo>
                  <a:lnTo>
                    <a:pt x="614921" y="192786"/>
                  </a:lnTo>
                  <a:lnTo>
                    <a:pt x="628637" y="192786"/>
                  </a:lnTo>
                  <a:lnTo>
                    <a:pt x="628637" y="186690"/>
                  </a:lnTo>
                  <a:close/>
                </a:path>
                <a:path w="1289685" h="241935">
                  <a:moveTo>
                    <a:pt x="667499" y="14478"/>
                  </a:moveTo>
                  <a:lnTo>
                    <a:pt x="659879" y="14478"/>
                  </a:lnTo>
                  <a:lnTo>
                    <a:pt x="654545" y="22098"/>
                  </a:lnTo>
                  <a:lnTo>
                    <a:pt x="644639" y="37338"/>
                  </a:lnTo>
                  <a:lnTo>
                    <a:pt x="639305" y="44958"/>
                  </a:lnTo>
                  <a:lnTo>
                    <a:pt x="639305" y="14478"/>
                  </a:lnTo>
                  <a:lnTo>
                    <a:pt x="632447" y="14478"/>
                  </a:lnTo>
                  <a:lnTo>
                    <a:pt x="632447" y="54102"/>
                  </a:lnTo>
                  <a:lnTo>
                    <a:pt x="640067" y="54102"/>
                  </a:lnTo>
                  <a:lnTo>
                    <a:pt x="644639" y="46482"/>
                  </a:lnTo>
                  <a:lnTo>
                    <a:pt x="654545" y="32004"/>
                  </a:lnTo>
                  <a:lnTo>
                    <a:pt x="659879" y="24384"/>
                  </a:lnTo>
                  <a:lnTo>
                    <a:pt x="659879" y="54102"/>
                  </a:lnTo>
                  <a:lnTo>
                    <a:pt x="667499" y="54102"/>
                  </a:lnTo>
                  <a:lnTo>
                    <a:pt x="667499" y="14478"/>
                  </a:lnTo>
                  <a:close/>
                </a:path>
                <a:path w="1289685" h="241935">
                  <a:moveTo>
                    <a:pt x="672084" y="206502"/>
                  </a:moveTo>
                  <a:lnTo>
                    <a:pt x="667893" y="193675"/>
                  </a:lnTo>
                  <a:lnTo>
                    <a:pt x="664464" y="191439"/>
                  </a:lnTo>
                  <a:lnTo>
                    <a:pt x="664464" y="202692"/>
                  </a:lnTo>
                  <a:lnTo>
                    <a:pt x="640080" y="202692"/>
                  </a:lnTo>
                  <a:lnTo>
                    <a:pt x="652272" y="191262"/>
                  </a:lnTo>
                  <a:lnTo>
                    <a:pt x="656082" y="192024"/>
                  </a:lnTo>
                  <a:lnTo>
                    <a:pt x="664464" y="202692"/>
                  </a:lnTo>
                  <a:lnTo>
                    <a:pt x="664464" y="191439"/>
                  </a:lnTo>
                  <a:lnTo>
                    <a:pt x="657390" y="186817"/>
                  </a:lnTo>
                  <a:lnTo>
                    <a:pt x="644906" y="187147"/>
                  </a:lnTo>
                  <a:lnTo>
                    <a:pt x="634746" y="195834"/>
                  </a:lnTo>
                  <a:lnTo>
                    <a:pt x="633222" y="201168"/>
                  </a:lnTo>
                  <a:lnTo>
                    <a:pt x="632460" y="206502"/>
                  </a:lnTo>
                  <a:lnTo>
                    <a:pt x="636181" y="219367"/>
                  </a:lnTo>
                  <a:lnTo>
                    <a:pt x="640080" y="222148"/>
                  </a:lnTo>
                  <a:lnTo>
                    <a:pt x="645629" y="226098"/>
                  </a:lnTo>
                  <a:lnTo>
                    <a:pt x="655320" y="226542"/>
                  </a:lnTo>
                  <a:lnTo>
                    <a:pt x="657390" y="226555"/>
                  </a:lnTo>
                  <a:lnTo>
                    <a:pt x="667512" y="220980"/>
                  </a:lnTo>
                  <a:lnTo>
                    <a:pt x="669798" y="217932"/>
                  </a:lnTo>
                  <a:lnTo>
                    <a:pt x="671322" y="214122"/>
                  </a:lnTo>
                  <a:lnTo>
                    <a:pt x="669798" y="214122"/>
                  </a:lnTo>
                  <a:lnTo>
                    <a:pt x="665988" y="213360"/>
                  </a:lnTo>
                  <a:lnTo>
                    <a:pt x="664464" y="213360"/>
                  </a:lnTo>
                  <a:lnTo>
                    <a:pt x="661416" y="217932"/>
                  </a:lnTo>
                  <a:lnTo>
                    <a:pt x="659892" y="219456"/>
                  </a:lnTo>
                  <a:lnTo>
                    <a:pt x="655320" y="220980"/>
                  </a:lnTo>
                  <a:lnTo>
                    <a:pt x="649224" y="220980"/>
                  </a:lnTo>
                  <a:lnTo>
                    <a:pt x="646176" y="219456"/>
                  </a:lnTo>
                  <a:lnTo>
                    <a:pt x="643890" y="217932"/>
                  </a:lnTo>
                  <a:lnTo>
                    <a:pt x="641604" y="214884"/>
                  </a:lnTo>
                  <a:lnTo>
                    <a:pt x="640080" y="211836"/>
                  </a:lnTo>
                  <a:lnTo>
                    <a:pt x="640080" y="208026"/>
                  </a:lnTo>
                  <a:lnTo>
                    <a:pt x="664464" y="208026"/>
                  </a:lnTo>
                  <a:lnTo>
                    <a:pt x="672084" y="208026"/>
                  </a:lnTo>
                  <a:lnTo>
                    <a:pt x="672084" y="206502"/>
                  </a:lnTo>
                  <a:close/>
                </a:path>
                <a:path w="1289685" h="241935">
                  <a:moveTo>
                    <a:pt x="694169" y="115824"/>
                  </a:moveTo>
                  <a:lnTo>
                    <a:pt x="691121" y="108966"/>
                  </a:lnTo>
                  <a:lnTo>
                    <a:pt x="686549" y="104394"/>
                  </a:lnTo>
                  <a:lnTo>
                    <a:pt x="686549" y="116586"/>
                  </a:lnTo>
                  <a:lnTo>
                    <a:pt x="686549" y="124206"/>
                  </a:lnTo>
                  <a:lnTo>
                    <a:pt x="675119" y="135636"/>
                  </a:lnTo>
                  <a:lnTo>
                    <a:pt x="669023" y="134112"/>
                  </a:lnTo>
                  <a:lnTo>
                    <a:pt x="666737" y="131826"/>
                  </a:lnTo>
                  <a:lnTo>
                    <a:pt x="664451" y="128778"/>
                  </a:lnTo>
                  <a:lnTo>
                    <a:pt x="662927" y="121158"/>
                  </a:lnTo>
                  <a:lnTo>
                    <a:pt x="664451" y="113538"/>
                  </a:lnTo>
                  <a:lnTo>
                    <a:pt x="666737" y="110490"/>
                  </a:lnTo>
                  <a:lnTo>
                    <a:pt x="669023" y="108204"/>
                  </a:lnTo>
                  <a:lnTo>
                    <a:pt x="671309" y="106680"/>
                  </a:lnTo>
                  <a:lnTo>
                    <a:pt x="678929" y="106680"/>
                  </a:lnTo>
                  <a:lnTo>
                    <a:pt x="681977" y="108204"/>
                  </a:lnTo>
                  <a:lnTo>
                    <a:pt x="683501" y="110490"/>
                  </a:lnTo>
                  <a:lnTo>
                    <a:pt x="685787" y="112776"/>
                  </a:lnTo>
                  <a:lnTo>
                    <a:pt x="686549" y="116586"/>
                  </a:lnTo>
                  <a:lnTo>
                    <a:pt x="686549" y="104394"/>
                  </a:lnTo>
                  <a:lnTo>
                    <a:pt x="685787" y="103632"/>
                  </a:lnTo>
                  <a:lnTo>
                    <a:pt x="675881" y="100584"/>
                  </a:lnTo>
                  <a:lnTo>
                    <a:pt x="667499" y="102870"/>
                  </a:lnTo>
                  <a:lnTo>
                    <a:pt x="661403" y="108204"/>
                  </a:lnTo>
                  <a:lnTo>
                    <a:pt x="661403" y="103632"/>
                  </a:lnTo>
                  <a:lnTo>
                    <a:pt x="664451" y="96012"/>
                  </a:lnTo>
                  <a:lnTo>
                    <a:pt x="672071" y="92964"/>
                  </a:lnTo>
                  <a:lnTo>
                    <a:pt x="686549" y="92964"/>
                  </a:lnTo>
                  <a:lnTo>
                    <a:pt x="691883" y="90678"/>
                  </a:lnTo>
                  <a:lnTo>
                    <a:pt x="693407" y="85344"/>
                  </a:lnTo>
                  <a:lnTo>
                    <a:pt x="687311" y="85344"/>
                  </a:lnTo>
                  <a:lnTo>
                    <a:pt x="685787" y="86106"/>
                  </a:lnTo>
                  <a:lnTo>
                    <a:pt x="672833" y="86868"/>
                  </a:lnTo>
                  <a:lnTo>
                    <a:pt x="663689" y="89154"/>
                  </a:lnTo>
                  <a:lnTo>
                    <a:pt x="658355" y="94488"/>
                  </a:lnTo>
                  <a:lnTo>
                    <a:pt x="655307" y="105156"/>
                  </a:lnTo>
                  <a:lnTo>
                    <a:pt x="655307" y="118110"/>
                  </a:lnTo>
                  <a:lnTo>
                    <a:pt x="657593" y="129540"/>
                  </a:lnTo>
                  <a:lnTo>
                    <a:pt x="661403" y="134772"/>
                  </a:lnTo>
                  <a:lnTo>
                    <a:pt x="662927" y="136867"/>
                  </a:lnTo>
                  <a:lnTo>
                    <a:pt x="663689" y="137922"/>
                  </a:lnTo>
                  <a:lnTo>
                    <a:pt x="672071" y="140208"/>
                  </a:lnTo>
                  <a:lnTo>
                    <a:pt x="680453" y="140208"/>
                  </a:lnTo>
                  <a:lnTo>
                    <a:pt x="686549" y="136880"/>
                  </a:lnTo>
                  <a:lnTo>
                    <a:pt x="688835" y="135636"/>
                  </a:lnTo>
                  <a:lnTo>
                    <a:pt x="693407" y="126492"/>
                  </a:lnTo>
                  <a:lnTo>
                    <a:pt x="694169" y="115824"/>
                  </a:lnTo>
                  <a:close/>
                </a:path>
                <a:path w="1289685" h="241935">
                  <a:moveTo>
                    <a:pt x="710933" y="14478"/>
                  </a:moveTo>
                  <a:lnTo>
                    <a:pt x="703313" y="14478"/>
                  </a:lnTo>
                  <a:lnTo>
                    <a:pt x="703313" y="20574"/>
                  </a:lnTo>
                  <a:lnTo>
                    <a:pt x="703313" y="33528"/>
                  </a:lnTo>
                  <a:lnTo>
                    <a:pt x="697979" y="33528"/>
                  </a:lnTo>
                  <a:lnTo>
                    <a:pt x="693407" y="33794"/>
                  </a:lnTo>
                  <a:lnTo>
                    <a:pt x="684872" y="33985"/>
                  </a:lnTo>
                  <a:lnTo>
                    <a:pt x="683501" y="28194"/>
                  </a:lnTo>
                  <a:lnTo>
                    <a:pt x="682739" y="26670"/>
                  </a:lnTo>
                  <a:lnTo>
                    <a:pt x="685025" y="22098"/>
                  </a:lnTo>
                  <a:lnTo>
                    <a:pt x="686549" y="21336"/>
                  </a:lnTo>
                  <a:lnTo>
                    <a:pt x="689597" y="20574"/>
                  </a:lnTo>
                  <a:lnTo>
                    <a:pt x="703313" y="20574"/>
                  </a:lnTo>
                  <a:lnTo>
                    <a:pt x="703313" y="14478"/>
                  </a:lnTo>
                  <a:lnTo>
                    <a:pt x="691121" y="14478"/>
                  </a:lnTo>
                  <a:lnTo>
                    <a:pt x="686549" y="15240"/>
                  </a:lnTo>
                  <a:lnTo>
                    <a:pt x="682739" y="16002"/>
                  </a:lnTo>
                  <a:lnTo>
                    <a:pt x="679691" y="18288"/>
                  </a:lnTo>
                  <a:lnTo>
                    <a:pt x="676643" y="22860"/>
                  </a:lnTo>
                  <a:lnTo>
                    <a:pt x="675881" y="25908"/>
                  </a:lnTo>
                  <a:lnTo>
                    <a:pt x="675881" y="28956"/>
                  </a:lnTo>
                  <a:lnTo>
                    <a:pt x="677405" y="31242"/>
                  </a:lnTo>
                  <a:lnTo>
                    <a:pt x="678929" y="34290"/>
                  </a:lnTo>
                  <a:lnTo>
                    <a:pt x="681215" y="35814"/>
                  </a:lnTo>
                  <a:lnTo>
                    <a:pt x="682739" y="36576"/>
                  </a:lnTo>
                  <a:lnTo>
                    <a:pt x="684263" y="37338"/>
                  </a:lnTo>
                  <a:lnTo>
                    <a:pt x="688073" y="38100"/>
                  </a:lnTo>
                  <a:lnTo>
                    <a:pt x="685787" y="38862"/>
                  </a:lnTo>
                  <a:lnTo>
                    <a:pt x="683501" y="40386"/>
                  </a:lnTo>
                  <a:lnTo>
                    <a:pt x="680453" y="43434"/>
                  </a:lnTo>
                  <a:lnTo>
                    <a:pt x="678929" y="46482"/>
                  </a:lnTo>
                  <a:lnTo>
                    <a:pt x="675119" y="51054"/>
                  </a:lnTo>
                  <a:lnTo>
                    <a:pt x="673595" y="54102"/>
                  </a:lnTo>
                  <a:lnTo>
                    <a:pt x="681977" y="54102"/>
                  </a:lnTo>
                  <a:lnTo>
                    <a:pt x="686549" y="47244"/>
                  </a:lnTo>
                  <a:lnTo>
                    <a:pt x="688073" y="45720"/>
                  </a:lnTo>
                  <a:lnTo>
                    <a:pt x="690359" y="42672"/>
                  </a:lnTo>
                  <a:lnTo>
                    <a:pt x="693407" y="39624"/>
                  </a:lnTo>
                  <a:lnTo>
                    <a:pt x="694931" y="38862"/>
                  </a:lnTo>
                  <a:lnTo>
                    <a:pt x="703313" y="38862"/>
                  </a:lnTo>
                  <a:lnTo>
                    <a:pt x="703313" y="54102"/>
                  </a:lnTo>
                  <a:lnTo>
                    <a:pt x="710933" y="54102"/>
                  </a:lnTo>
                  <a:lnTo>
                    <a:pt x="710933" y="14478"/>
                  </a:lnTo>
                  <a:close/>
                </a:path>
                <a:path w="1289685" h="241935">
                  <a:moveTo>
                    <a:pt x="724662" y="186690"/>
                  </a:moveTo>
                  <a:lnTo>
                    <a:pt x="714756" y="186690"/>
                  </a:lnTo>
                  <a:lnTo>
                    <a:pt x="711708" y="195072"/>
                  </a:lnTo>
                  <a:lnTo>
                    <a:pt x="705612" y="209550"/>
                  </a:lnTo>
                  <a:lnTo>
                    <a:pt x="702564" y="217932"/>
                  </a:lnTo>
                  <a:lnTo>
                    <a:pt x="691134" y="186690"/>
                  </a:lnTo>
                  <a:lnTo>
                    <a:pt x="680466" y="186690"/>
                  </a:lnTo>
                  <a:lnTo>
                    <a:pt x="680466" y="226314"/>
                  </a:lnTo>
                  <a:lnTo>
                    <a:pt x="687324" y="226314"/>
                  </a:lnTo>
                  <a:lnTo>
                    <a:pt x="687324" y="192786"/>
                  </a:lnTo>
                  <a:lnTo>
                    <a:pt x="690372" y="201930"/>
                  </a:lnTo>
                  <a:lnTo>
                    <a:pt x="695706" y="217170"/>
                  </a:lnTo>
                  <a:lnTo>
                    <a:pt x="698754" y="226314"/>
                  </a:lnTo>
                  <a:lnTo>
                    <a:pt x="705612" y="226314"/>
                  </a:lnTo>
                  <a:lnTo>
                    <a:pt x="708660" y="217932"/>
                  </a:lnTo>
                  <a:lnTo>
                    <a:pt x="714756" y="202692"/>
                  </a:lnTo>
                  <a:lnTo>
                    <a:pt x="717804" y="194310"/>
                  </a:lnTo>
                  <a:lnTo>
                    <a:pt x="717804" y="226314"/>
                  </a:lnTo>
                  <a:lnTo>
                    <a:pt x="724662" y="226314"/>
                  </a:lnTo>
                  <a:lnTo>
                    <a:pt x="724662" y="186690"/>
                  </a:lnTo>
                  <a:close/>
                </a:path>
                <a:path w="1289685" h="241935">
                  <a:moveTo>
                    <a:pt x="739127" y="120396"/>
                  </a:moveTo>
                  <a:lnTo>
                    <a:pt x="735952" y="107835"/>
                  </a:lnTo>
                  <a:lnTo>
                    <a:pt x="731507" y="104749"/>
                  </a:lnTo>
                  <a:lnTo>
                    <a:pt x="731507" y="113538"/>
                  </a:lnTo>
                  <a:lnTo>
                    <a:pt x="731507" y="116586"/>
                  </a:lnTo>
                  <a:lnTo>
                    <a:pt x="708647" y="116586"/>
                  </a:lnTo>
                  <a:lnTo>
                    <a:pt x="709409" y="113538"/>
                  </a:lnTo>
                  <a:lnTo>
                    <a:pt x="713651" y="107276"/>
                  </a:lnTo>
                  <a:lnTo>
                    <a:pt x="720572" y="105384"/>
                  </a:lnTo>
                  <a:lnTo>
                    <a:pt x="727443" y="107556"/>
                  </a:lnTo>
                  <a:lnTo>
                    <a:pt x="731507" y="113538"/>
                  </a:lnTo>
                  <a:lnTo>
                    <a:pt x="731507" y="104749"/>
                  </a:lnTo>
                  <a:lnTo>
                    <a:pt x="725893" y="100850"/>
                  </a:lnTo>
                  <a:lnTo>
                    <a:pt x="713498" y="100965"/>
                  </a:lnTo>
                  <a:lnTo>
                    <a:pt x="703313" y="109728"/>
                  </a:lnTo>
                  <a:lnTo>
                    <a:pt x="701027" y="114300"/>
                  </a:lnTo>
                  <a:lnTo>
                    <a:pt x="700265" y="120396"/>
                  </a:lnTo>
                  <a:lnTo>
                    <a:pt x="703757" y="132651"/>
                  </a:lnTo>
                  <a:lnTo>
                    <a:pt x="707885" y="135813"/>
                  </a:lnTo>
                  <a:lnTo>
                    <a:pt x="712901" y="139674"/>
                  </a:lnTo>
                  <a:lnTo>
                    <a:pt x="724496" y="140665"/>
                  </a:lnTo>
                  <a:lnTo>
                    <a:pt x="735317" y="134874"/>
                  </a:lnTo>
                  <a:lnTo>
                    <a:pt x="737603" y="131826"/>
                  </a:lnTo>
                  <a:lnTo>
                    <a:pt x="739127" y="128016"/>
                  </a:lnTo>
                  <a:lnTo>
                    <a:pt x="733793" y="128016"/>
                  </a:lnTo>
                  <a:lnTo>
                    <a:pt x="731507" y="127254"/>
                  </a:lnTo>
                  <a:lnTo>
                    <a:pt x="730745" y="130302"/>
                  </a:lnTo>
                  <a:lnTo>
                    <a:pt x="727697" y="133350"/>
                  </a:lnTo>
                  <a:lnTo>
                    <a:pt x="725411" y="134874"/>
                  </a:lnTo>
                  <a:lnTo>
                    <a:pt x="723125" y="134874"/>
                  </a:lnTo>
                  <a:lnTo>
                    <a:pt x="720839" y="135636"/>
                  </a:lnTo>
                  <a:lnTo>
                    <a:pt x="707885" y="121920"/>
                  </a:lnTo>
                  <a:lnTo>
                    <a:pt x="708647" y="121920"/>
                  </a:lnTo>
                  <a:lnTo>
                    <a:pt x="731507" y="121920"/>
                  </a:lnTo>
                  <a:lnTo>
                    <a:pt x="739127" y="121920"/>
                  </a:lnTo>
                  <a:lnTo>
                    <a:pt x="739127" y="120396"/>
                  </a:lnTo>
                  <a:close/>
                </a:path>
                <a:path w="1289685" h="241935">
                  <a:moveTo>
                    <a:pt x="771893" y="226314"/>
                  </a:moveTo>
                  <a:lnTo>
                    <a:pt x="770369" y="220980"/>
                  </a:lnTo>
                  <a:lnTo>
                    <a:pt x="771207" y="202285"/>
                  </a:lnTo>
                  <a:lnTo>
                    <a:pt x="766279" y="189814"/>
                  </a:lnTo>
                  <a:lnTo>
                    <a:pt x="755205" y="185496"/>
                  </a:lnTo>
                  <a:lnTo>
                    <a:pt x="737603" y="191262"/>
                  </a:lnTo>
                  <a:lnTo>
                    <a:pt x="734555" y="198120"/>
                  </a:lnTo>
                  <a:lnTo>
                    <a:pt x="741413" y="198882"/>
                  </a:lnTo>
                  <a:lnTo>
                    <a:pt x="742937" y="195834"/>
                  </a:lnTo>
                  <a:lnTo>
                    <a:pt x="748271" y="192024"/>
                  </a:lnTo>
                  <a:lnTo>
                    <a:pt x="757415" y="192024"/>
                  </a:lnTo>
                  <a:lnTo>
                    <a:pt x="762749" y="195834"/>
                  </a:lnTo>
                  <a:lnTo>
                    <a:pt x="762749" y="201168"/>
                  </a:lnTo>
                  <a:lnTo>
                    <a:pt x="762749" y="206502"/>
                  </a:lnTo>
                  <a:lnTo>
                    <a:pt x="762749" y="213360"/>
                  </a:lnTo>
                  <a:lnTo>
                    <a:pt x="761987" y="214884"/>
                  </a:lnTo>
                  <a:lnTo>
                    <a:pt x="760463" y="217170"/>
                  </a:lnTo>
                  <a:lnTo>
                    <a:pt x="758939" y="218694"/>
                  </a:lnTo>
                  <a:lnTo>
                    <a:pt x="756653" y="219456"/>
                  </a:lnTo>
                  <a:lnTo>
                    <a:pt x="754367" y="220980"/>
                  </a:lnTo>
                  <a:lnTo>
                    <a:pt x="744461" y="220980"/>
                  </a:lnTo>
                  <a:lnTo>
                    <a:pt x="742175" y="218694"/>
                  </a:lnTo>
                  <a:lnTo>
                    <a:pt x="741413" y="217170"/>
                  </a:lnTo>
                  <a:lnTo>
                    <a:pt x="740651" y="214884"/>
                  </a:lnTo>
                  <a:lnTo>
                    <a:pt x="740651" y="214122"/>
                  </a:lnTo>
                  <a:lnTo>
                    <a:pt x="741413" y="213360"/>
                  </a:lnTo>
                  <a:lnTo>
                    <a:pt x="741413" y="211836"/>
                  </a:lnTo>
                  <a:lnTo>
                    <a:pt x="742175" y="211074"/>
                  </a:lnTo>
                  <a:lnTo>
                    <a:pt x="743699" y="211074"/>
                  </a:lnTo>
                  <a:lnTo>
                    <a:pt x="744461" y="210312"/>
                  </a:lnTo>
                  <a:lnTo>
                    <a:pt x="745985" y="209550"/>
                  </a:lnTo>
                  <a:lnTo>
                    <a:pt x="748271" y="209550"/>
                  </a:lnTo>
                  <a:lnTo>
                    <a:pt x="751319" y="208788"/>
                  </a:lnTo>
                  <a:lnTo>
                    <a:pt x="755891" y="208026"/>
                  </a:lnTo>
                  <a:lnTo>
                    <a:pt x="759701" y="207264"/>
                  </a:lnTo>
                  <a:lnTo>
                    <a:pt x="762749" y="206502"/>
                  </a:lnTo>
                  <a:lnTo>
                    <a:pt x="762749" y="201168"/>
                  </a:lnTo>
                  <a:lnTo>
                    <a:pt x="749795" y="203454"/>
                  </a:lnTo>
                  <a:lnTo>
                    <a:pt x="738365" y="206502"/>
                  </a:lnTo>
                  <a:lnTo>
                    <a:pt x="734555" y="210312"/>
                  </a:lnTo>
                  <a:lnTo>
                    <a:pt x="733793" y="212598"/>
                  </a:lnTo>
                  <a:lnTo>
                    <a:pt x="733793" y="219456"/>
                  </a:lnTo>
                  <a:lnTo>
                    <a:pt x="739127" y="224790"/>
                  </a:lnTo>
                  <a:lnTo>
                    <a:pt x="740651" y="225196"/>
                  </a:lnTo>
                  <a:lnTo>
                    <a:pt x="747509" y="227076"/>
                  </a:lnTo>
                  <a:lnTo>
                    <a:pt x="755891" y="225552"/>
                  </a:lnTo>
                  <a:lnTo>
                    <a:pt x="762749" y="221437"/>
                  </a:lnTo>
                  <a:lnTo>
                    <a:pt x="763511" y="220980"/>
                  </a:lnTo>
                  <a:lnTo>
                    <a:pt x="765035" y="226314"/>
                  </a:lnTo>
                  <a:lnTo>
                    <a:pt x="770369" y="226314"/>
                  </a:lnTo>
                  <a:lnTo>
                    <a:pt x="771893" y="226314"/>
                  </a:lnTo>
                  <a:close/>
                </a:path>
                <a:path w="1289685" h="241935">
                  <a:moveTo>
                    <a:pt x="777240" y="128778"/>
                  </a:moveTo>
                  <a:lnTo>
                    <a:pt x="775716" y="122682"/>
                  </a:lnTo>
                  <a:lnTo>
                    <a:pt x="771144" y="118872"/>
                  </a:lnTo>
                  <a:lnTo>
                    <a:pt x="774954" y="115824"/>
                  </a:lnTo>
                  <a:lnTo>
                    <a:pt x="774026" y="105752"/>
                  </a:lnTo>
                  <a:lnTo>
                    <a:pt x="766648" y="100533"/>
                  </a:lnTo>
                  <a:lnTo>
                    <a:pt x="756577" y="100482"/>
                  </a:lnTo>
                  <a:lnTo>
                    <a:pt x="747522" y="105918"/>
                  </a:lnTo>
                  <a:lnTo>
                    <a:pt x="745998" y="111252"/>
                  </a:lnTo>
                  <a:lnTo>
                    <a:pt x="752856" y="112014"/>
                  </a:lnTo>
                  <a:lnTo>
                    <a:pt x="754380" y="108966"/>
                  </a:lnTo>
                  <a:lnTo>
                    <a:pt x="758190" y="105918"/>
                  </a:lnTo>
                  <a:lnTo>
                    <a:pt x="764286" y="105918"/>
                  </a:lnTo>
                  <a:lnTo>
                    <a:pt x="768096" y="108966"/>
                  </a:lnTo>
                  <a:lnTo>
                    <a:pt x="768096" y="113538"/>
                  </a:lnTo>
                  <a:lnTo>
                    <a:pt x="763524" y="116586"/>
                  </a:lnTo>
                  <a:lnTo>
                    <a:pt x="757428" y="116586"/>
                  </a:lnTo>
                  <a:lnTo>
                    <a:pt x="757428" y="121920"/>
                  </a:lnTo>
                  <a:lnTo>
                    <a:pt x="762762" y="121920"/>
                  </a:lnTo>
                  <a:lnTo>
                    <a:pt x="768858" y="124206"/>
                  </a:lnTo>
                  <a:lnTo>
                    <a:pt x="770382" y="128778"/>
                  </a:lnTo>
                  <a:lnTo>
                    <a:pt x="767334" y="133350"/>
                  </a:lnTo>
                  <a:lnTo>
                    <a:pt x="762000" y="135636"/>
                  </a:lnTo>
                  <a:lnTo>
                    <a:pt x="755142" y="133350"/>
                  </a:lnTo>
                  <a:lnTo>
                    <a:pt x="751332" y="128016"/>
                  </a:lnTo>
                  <a:lnTo>
                    <a:pt x="744474" y="128778"/>
                  </a:lnTo>
                  <a:lnTo>
                    <a:pt x="746760" y="134112"/>
                  </a:lnTo>
                  <a:lnTo>
                    <a:pt x="750570" y="137922"/>
                  </a:lnTo>
                  <a:lnTo>
                    <a:pt x="755142" y="140208"/>
                  </a:lnTo>
                  <a:lnTo>
                    <a:pt x="765048" y="140208"/>
                  </a:lnTo>
                  <a:lnTo>
                    <a:pt x="772668" y="137922"/>
                  </a:lnTo>
                  <a:lnTo>
                    <a:pt x="776478" y="134112"/>
                  </a:lnTo>
                  <a:lnTo>
                    <a:pt x="777240" y="128778"/>
                  </a:lnTo>
                  <a:close/>
                </a:path>
                <a:path w="1289685" h="241935">
                  <a:moveTo>
                    <a:pt x="781050" y="34290"/>
                  </a:moveTo>
                  <a:lnTo>
                    <a:pt x="777049" y="21272"/>
                  </a:lnTo>
                  <a:lnTo>
                    <a:pt x="773430" y="18897"/>
                  </a:lnTo>
                  <a:lnTo>
                    <a:pt x="773430" y="29718"/>
                  </a:lnTo>
                  <a:lnTo>
                    <a:pt x="773430" y="38862"/>
                  </a:lnTo>
                  <a:lnTo>
                    <a:pt x="769467" y="45783"/>
                  </a:lnTo>
                  <a:lnTo>
                    <a:pt x="763016" y="49085"/>
                  </a:lnTo>
                  <a:lnTo>
                    <a:pt x="756056" y="48221"/>
                  </a:lnTo>
                  <a:lnTo>
                    <a:pt x="750570" y="42672"/>
                  </a:lnTo>
                  <a:lnTo>
                    <a:pt x="749046" y="38862"/>
                  </a:lnTo>
                  <a:lnTo>
                    <a:pt x="748284" y="34290"/>
                  </a:lnTo>
                  <a:lnTo>
                    <a:pt x="749046" y="29718"/>
                  </a:lnTo>
                  <a:lnTo>
                    <a:pt x="750570" y="25908"/>
                  </a:lnTo>
                  <a:lnTo>
                    <a:pt x="752094" y="22860"/>
                  </a:lnTo>
                  <a:lnTo>
                    <a:pt x="755142" y="21336"/>
                  </a:lnTo>
                  <a:lnTo>
                    <a:pt x="757428" y="19812"/>
                  </a:lnTo>
                  <a:lnTo>
                    <a:pt x="764286" y="19812"/>
                  </a:lnTo>
                  <a:lnTo>
                    <a:pt x="767334" y="21336"/>
                  </a:lnTo>
                  <a:lnTo>
                    <a:pt x="769620" y="22860"/>
                  </a:lnTo>
                  <a:lnTo>
                    <a:pt x="771906" y="25908"/>
                  </a:lnTo>
                  <a:lnTo>
                    <a:pt x="773430" y="29718"/>
                  </a:lnTo>
                  <a:lnTo>
                    <a:pt x="773430" y="18897"/>
                  </a:lnTo>
                  <a:lnTo>
                    <a:pt x="766826" y="14554"/>
                  </a:lnTo>
                  <a:lnTo>
                    <a:pt x="754380" y="14833"/>
                  </a:lnTo>
                  <a:lnTo>
                    <a:pt x="743712" y="22860"/>
                  </a:lnTo>
                  <a:lnTo>
                    <a:pt x="741426" y="27432"/>
                  </a:lnTo>
                  <a:lnTo>
                    <a:pt x="740664" y="34290"/>
                  </a:lnTo>
                  <a:lnTo>
                    <a:pt x="741426" y="40386"/>
                  </a:lnTo>
                  <a:lnTo>
                    <a:pt x="743712" y="44958"/>
                  </a:lnTo>
                  <a:lnTo>
                    <a:pt x="748284" y="49631"/>
                  </a:lnTo>
                  <a:lnTo>
                    <a:pt x="751319" y="52730"/>
                  </a:lnTo>
                  <a:lnTo>
                    <a:pt x="762215" y="54698"/>
                  </a:lnTo>
                  <a:lnTo>
                    <a:pt x="772807" y="51231"/>
                  </a:lnTo>
                  <a:lnTo>
                    <a:pt x="773430" y="50431"/>
                  </a:lnTo>
                  <a:lnTo>
                    <a:pt x="779526" y="42672"/>
                  </a:lnTo>
                  <a:lnTo>
                    <a:pt x="780288" y="38862"/>
                  </a:lnTo>
                  <a:lnTo>
                    <a:pt x="781050" y="34290"/>
                  </a:lnTo>
                  <a:close/>
                </a:path>
                <a:path w="1289685" h="241935">
                  <a:moveTo>
                    <a:pt x="822185" y="119634"/>
                  </a:moveTo>
                  <a:lnTo>
                    <a:pt x="821423" y="114300"/>
                  </a:lnTo>
                  <a:lnTo>
                    <a:pt x="819899" y="108966"/>
                  </a:lnTo>
                  <a:lnTo>
                    <a:pt x="816851" y="105156"/>
                  </a:lnTo>
                  <a:lnTo>
                    <a:pt x="814565" y="103784"/>
                  </a:lnTo>
                  <a:lnTo>
                    <a:pt x="814565" y="115824"/>
                  </a:lnTo>
                  <a:lnTo>
                    <a:pt x="814565" y="124968"/>
                  </a:lnTo>
                  <a:lnTo>
                    <a:pt x="813041" y="128778"/>
                  </a:lnTo>
                  <a:lnTo>
                    <a:pt x="811517" y="131826"/>
                  </a:lnTo>
                  <a:lnTo>
                    <a:pt x="808469" y="134112"/>
                  </a:lnTo>
                  <a:lnTo>
                    <a:pt x="802373" y="135636"/>
                  </a:lnTo>
                  <a:lnTo>
                    <a:pt x="796277" y="134112"/>
                  </a:lnTo>
                  <a:lnTo>
                    <a:pt x="793229" y="131826"/>
                  </a:lnTo>
                  <a:lnTo>
                    <a:pt x="791705" y="128778"/>
                  </a:lnTo>
                  <a:lnTo>
                    <a:pt x="790181" y="124968"/>
                  </a:lnTo>
                  <a:lnTo>
                    <a:pt x="790181" y="115824"/>
                  </a:lnTo>
                  <a:lnTo>
                    <a:pt x="791705" y="112014"/>
                  </a:lnTo>
                  <a:lnTo>
                    <a:pt x="793229" y="108966"/>
                  </a:lnTo>
                  <a:lnTo>
                    <a:pt x="799325" y="105918"/>
                  </a:lnTo>
                  <a:lnTo>
                    <a:pt x="802373" y="105156"/>
                  </a:lnTo>
                  <a:lnTo>
                    <a:pt x="805421" y="105918"/>
                  </a:lnTo>
                  <a:lnTo>
                    <a:pt x="811517" y="108966"/>
                  </a:lnTo>
                  <a:lnTo>
                    <a:pt x="813041" y="112014"/>
                  </a:lnTo>
                  <a:lnTo>
                    <a:pt x="814565" y="115824"/>
                  </a:lnTo>
                  <a:lnTo>
                    <a:pt x="814565" y="103784"/>
                  </a:lnTo>
                  <a:lnTo>
                    <a:pt x="813041" y="102870"/>
                  </a:lnTo>
                  <a:lnTo>
                    <a:pt x="807707" y="100584"/>
                  </a:lnTo>
                  <a:lnTo>
                    <a:pt x="802373" y="99822"/>
                  </a:lnTo>
                  <a:lnTo>
                    <a:pt x="797801" y="100584"/>
                  </a:lnTo>
                  <a:lnTo>
                    <a:pt x="782561" y="120396"/>
                  </a:lnTo>
                  <a:lnTo>
                    <a:pt x="783323" y="126492"/>
                  </a:lnTo>
                  <a:lnTo>
                    <a:pt x="784847" y="131826"/>
                  </a:lnTo>
                  <a:lnTo>
                    <a:pt x="787895" y="135636"/>
                  </a:lnTo>
                  <a:lnTo>
                    <a:pt x="790181" y="137464"/>
                  </a:lnTo>
                  <a:lnTo>
                    <a:pt x="791705" y="138684"/>
                  </a:lnTo>
                  <a:lnTo>
                    <a:pt x="797039" y="140208"/>
                  </a:lnTo>
                  <a:lnTo>
                    <a:pt x="802373" y="140970"/>
                  </a:lnTo>
                  <a:lnTo>
                    <a:pt x="806183" y="140208"/>
                  </a:lnTo>
                  <a:lnTo>
                    <a:pt x="809231" y="139446"/>
                  </a:lnTo>
                  <a:lnTo>
                    <a:pt x="813041" y="138684"/>
                  </a:lnTo>
                  <a:lnTo>
                    <a:pt x="814565" y="137160"/>
                  </a:lnTo>
                  <a:lnTo>
                    <a:pt x="819899" y="131826"/>
                  </a:lnTo>
                  <a:lnTo>
                    <a:pt x="820661" y="128778"/>
                  </a:lnTo>
                  <a:lnTo>
                    <a:pt x="822185" y="124206"/>
                  </a:lnTo>
                  <a:lnTo>
                    <a:pt x="822185" y="119634"/>
                  </a:lnTo>
                  <a:close/>
                </a:path>
                <a:path w="1289685" h="241935">
                  <a:moveTo>
                    <a:pt x="826008" y="186690"/>
                  </a:moveTo>
                  <a:lnTo>
                    <a:pt x="815340" y="186690"/>
                  </a:lnTo>
                  <a:lnTo>
                    <a:pt x="812292" y="195072"/>
                  </a:lnTo>
                  <a:lnTo>
                    <a:pt x="806196" y="209550"/>
                  </a:lnTo>
                  <a:lnTo>
                    <a:pt x="803148" y="217932"/>
                  </a:lnTo>
                  <a:lnTo>
                    <a:pt x="791718" y="186690"/>
                  </a:lnTo>
                  <a:lnTo>
                    <a:pt x="781050" y="186690"/>
                  </a:lnTo>
                  <a:lnTo>
                    <a:pt x="781050" y="226314"/>
                  </a:lnTo>
                  <a:lnTo>
                    <a:pt x="787908" y="226314"/>
                  </a:lnTo>
                  <a:lnTo>
                    <a:pt x="787908" y="192786"/>
                  </a:lnTo>
                  <a:lnTo>
                    <a:pt x="790956" y="201930"/>
                  </a:lnTo>
                  <a:lnTo>
                    <a:pt x="797052" y="217170"/>
                  </a:lnTo>
                  <a:lnTo>
                    <a:pt x="800100" y="226314"/>
                  </a:lnTo>
                  <a:lnTo>
                    <a:pt x="806196" y="226314"/>
                  </a:lnTo>
                  <a:lnTo>
                    <a:pt x="809244" y="217932"/>
                  </a:lnTo>
                  <a:lnTo>
                    <a:pt x="815340" y="202692"/>
                  </a:lnTo>
                  <a:lnTo>
                    <a:pt x="818388" y="194310"/>
                  </a:lnTo>
                  <a:lnTo>
                    <a:pt x="818388" y="226314"/>
                  </a:lnTo>
                  <a:lnTo>
                    <a:pt x="826008" y="226314"/>
                  </a:lnTo>
                  <a:lnTo>
                    <a:pt x="826008" y="186690"/>
                  </a:lnTo>
                  <a:close/>
                </a:path>
                <a:path w="1289685" h="241935">
                  <a:moveTo>
                    <a:pt x="846582" y="40386"/>
                  </a:moveTo>
                  <a:lnTo>
                    <a:pt x="838962" y="39624"/>
                  </a:lnTo>
                  <a:lnTo>
                    <a:pt x="837438" y="44196"/>
                  </a:lnTo>
                  <a:lnTo>
                    <a:pt x="822871" y="48755"/>
                  </a:lnTo>
                  <a:lnTo>
                    <a:pt x="816762" y="36614"/>
                  </a:lnTo>
                  <a:lnTo>
                    <a:pt x="820432" y="22555"/>
                  </a:lnTo>
                  <a:lnTo>
                    <a:pt x="835152" y="21336"/>
                  </a:lnTo>
                  <a:lnTo>
                    <a:pt x="838200" y="27432"/>
                  </a:lnTo>
                  <a:lnTo>
                    <a:pt x="845820" y="25908"/>
                  </a:lnTo>
                  <a:lnTo>
                    <a:pt x="843534" y="21336"/>
                  </a:lnTo>
                  <a:lnTo>
                    <a:pt x="839724" y="17526"/>
                  </a:lnTo>
                  <a:lnTo>
                    <a:pt x="835152" y="14478"/>
                  </a:lnTo>
                  <a:lnTo>
                    <a:pt x="828294" y="13716"/>
                  </a:lnTo>
                  <a:lnTo>
                    <a:pt x="818388" y="16002"/>
                  </a:lnTo>
                  <a:lnTo>
                    <a:pt x="811530" y="23622"/>
                  </a:lnTo>
                  <a:lnTo>
                    <a:pt x="810006" y="28194"/>
                  </a:lnTo>
                  <a:lnTo>
                    <a:pt x="810006" y="39624"/>
                  </a:lnTo>
                  <a:lnTo>
                    <a:pt x="812292" y="46482"/>
                  </a:lnTo>
                  <a:lnTo>
                    <a:pt x="817626" y="51816"/>
                  </a:lnTo>
                  <a:lnTo>
                    <a:pt x="828294" y="54864"/>
                  </a:lnTo>
                  <a:lnTo>
                    <a:pt x="837438" y="52578"/>
                  </a:lnTo>
                  <a:lnTo>
                    <a:pt x="844296" y="46482"/>
                  </a:lnTo>
                  <a:lnTo>
                    <a:pt x="846582" y="40386"/>
                  </a:lnTo>
                  <a:close/>
                </a:path>
                <a:path w="1289685" h="241935">
                  <a:moveTo>
                    <a:pt x="864108" y="100584"/>
                  </a:moveTo>
                  <a:lnTo>
                    <a:pt x="830580" y="100584"/>
                  </a:lnTo>
                  <a:lnTo>
                    <a:pt x="830580" y="140208"/>
                  </a:lnTo>
                  <a:lnTo>
                    <a:pt x="837438" y="140208"/>
                  </a:lnTo>
                  <a:lnTo>
                    <a:pt x="837438" y="106680"/>
                  </a:lnTo>
                  <a:lnTo>
                    <a:pt x="856488" y="106680"/>
                  </a:lnTo>
                  <a:lnTo>
                    <a:pt x="856488" y="140208"/>
                  </a:lnTo>
                  <a:lnTo>
                    <a:pt x="864108" y="140208"/>
                  </a:lnTo>
                  <a:lnTo>
                    <a:pt x="864108" y="100584"/>
                  </a:lnTo>
                  <a:close/>
                </a:path>
                <a:path w="1289685" h="241935">
                  <a:moveTo>
                    <a:pt x="870966" y="186690"/>
                  </a:moveTo>
                  <a:lnTo>
                    <a:pt x="864108" y="186690"/>
                  </a:lnTo>
                  <a:lnTo>
                    <a:pt x="858774" y="195072"/>
                  </a:lnTo>
                  <a:lnTo>
                    <a:pt x="848868" y="208788"/>
                  </a:lnTo>
                  <a:lnTo>
                    <a:pt x="844296" y="216408"/>
                  </a:lnTo>
                  <a:lnTo>
                    <a:pt x="844296" y="186690"/>
                  </a:lnTo>
                  <a:lnTo>
                    <a:pt x="836676" y="186690"/>
                  </a:lnTo>
                  <a:lnTo>
                    <a:pt x="836676" y="226314"/>
                  </a:lnTo>
                  <a:lnTo>
                    <a:pt x="844296" y="226314"/>
                  </a:lnTo>
                  <a:lnTo>
                    <a:pt x="849630" y="217932"/>
                  </a:lnTo>
                  <a:lnTo>
                    <a:pt x="858774" y="204216"/>
                  </a:lnTo>
                  <a:lnTo>
                    <a:pt x="864108" y="196596"/>
                  </a:lnTo>
                  <a:lnTo>
                    <a:pt x="864108" y="226314"/>
                  </a:lnTo>
                  <a:lnTo>
                    <a:pt x="870966" y="226314"/>
                  </a:lnTo>
                  <a:lnTo>
                    <a:pt x="870966" y="186690"/>
                  </a:lnTo>
                  <a:close/>
                </a:path>
                <a:path w="1289685" h="241935">
                  <a:moveTo>
                    <a:pt x="888492" y="34290"/>
                  </a:moveTo>
                  <a:lnTo>
                    <a:pt x="885278" y="21209"/>
                  </a:lnTo>
                  <a:lnTo>
                    <a:pt x="881634" y="18846"/>
                  </a:lnTo>
                  <a:lnTo>
                    <a:pt x="881634" y="34290"/>
                  </a:lnTo>
                  <a:lnTo>
                    <a:pt x="880872" y="38862"/>
                  </a:lnTo>
                  <a:lnTo>
                    <a:pt x="868680" y="49530"/>
                  </a:lnTo>
                  <a:lnTo>
                    <a:pt x="865632" y="48768"/>
                  </a:lnTo>
                  <a:lnTo>
                    <a:pt x="862584" y="47244"/>
                  </a:lnTo>
                  <a:lnTo>
                    <a:pt x="860298" y="45720"/>
                  </a:lnTo>
                  <a:lnTo>
                    <a:pt x="858774" y="42672"/>
                  </a:lnTo>
                  <a:lnTo>
                    <a:pt x="857250" y="38862"/>
                  </a:lnTo>
                  <a:lnTo>
                    <a:pt x="857250" y="29718"/>
                  </a:lnTo>
                  <a:lnTo>
                    <a:pt x="858774" y="25908"/>
                  </a:lnTo>
                  <a:lnTo>
                    <a:pt x="860298" y="22860"/>
                  </a:lnTo>
                  <a:lnTo>
                    <a:pt x="862584" y="21336"/>
                  </a:lnTo>
                  <a:lnTo>
                    <a:pt x="865632" y="19812"/>
                  </a:lnTo>
                  <a:lnTo>
                    <a:pt x="872490" y="19812"/>
                  </a:lnTo>
                  <a:lnTo>
                    <a:pt x="881634" y="34290"/>
                  </a:lnTo>
                  <a:lnTo>
                    <a:pt x="881634" y="18846"/>
                  </a:lnTo>
                  <a:lnTo>
                    <a:pt x="874966" y="14516"/>
                  </a:lnTo>
                  <a:lnTo>
                    <a:pt x="862279" y="14833"/>
                  </a:lnTo>
                  <a:lnTo>
                    <a:pt x="851916" y="22860"/>
                  </a:lnTo>
                  <a:lnTo>
                    <a:pt x="850392" y="27432"/>
                  </a:lnTo>
                  <a:lnTo>
                    <a:pt x="849630" y="34290"/>
                  </a:lnTo>
                  <a:lnTo>
                    <a:pt x="849630" y="40386"/>
                  </a:lnTo>
                  <a:lnTo>
                    <a:pt x="851916" y="44958"/>
                  </a:lnTo>
                  <a:lnTo>
                    <a:pt x="854964" y="49530"/>
                  </a:lnTo>
                  <a:lnTo>
                    <a:pt x="857250" y="51358"/>
                  </a:lnTo>
                  <a:lnTo>
                    <a:pt x="858774" y="52578"/>
                  </a:lnTo>
                  <a:lnTo>
                    <a:pt x="863346" y="54102"/>
                  </a:lnTo>
                  <a:lnTo>
                    <a:pt x="868680" y="54864"/>
                  </a:lnTo>
                  <a:lnTo>
                    <a:pt x="876300" y="53340"/>
                  </a:lnTo>
                  <a:lnTo>
                    <a:pt x="879348" y="52578"/>
                  </a:lnTo>
                  <a:lnTo>
                    <a:pt x="881634" y="50863"/>
                  </a:lnTo>
                  <a:lnTo>
                    <a:pt x="882396" y="50292"/>
                  </a:lnTo>
                  <a:lnTo>
                    <a:pt x="884682" y="48006"/>
                  </a:lnTo>
                  <a:lnTo>
                    <a:pt x="886206" y="45720"/>
                  </a:lnTo>
                  <a:lnTo>
                    <a:pt x="887730" y="42672"/>
                  </a:lnTo>
                  <a:lnTo>
                    <a:pt x="888492" y="38862"/>
                  </a:lnTo>
                  <a:lnTo>
                    <a:pt x="888492" y="34290"/>
                  </a:lnTo>
                  <a:close/>
                </a:path>
                <a:path w="1289685" h="241935">
                  <a:moveTo>
                    <a:pt x="910577" y="140208"/>
                  </a:moveTo>
                  <a:lnTo>
                    <a:pt x="909053" y="135636"/>
                  </a:lnTo>
                  <a:lnTo>
                    <a:pt x="909269" y="117081"/>
                  </a:lnTo>
                  <a:lnTo>
                    <a:pt x="905243" y="104267"/>
                  </a:lnTo>
                  <a:lnTo>
                    <a:pt x="894930" y="99504"/>
                  </a:lnTo>
                  <a:lnTo>
                    <a:pt x="876287" y="105156"/>
                  </a:lnTo>
                  <a:lnTo>
                    <a:pt x="872477" y="112014"/>
                  </a:lnTo>
                  <a:lnTo>
                    <a:pt x="880097" y="112776"/>
                  </a:lnTo>
                  <a:lnTo>
                    <a:pt x="883145" y="107442"/>
                  </a:lnTo>
                  <a:lnTo>
                    <a:pt x="890765" y="105156"/>
                  </a:lnTo>
                  <a:lnTo>
                    <a:pt x="899147" y="107442"/>
                  </a:lnTo>
                  <a:lnTo>
                    <a:pt x="900671" y="109728"/>
                  </a:lnTo>
                  <a:lnTo>
                    <a:pt x="901433" y="115062"/>
                  </a:lnTo>
                  <a:lnTo>
                    <a:pt x="901433" y="120396"/>
                  </a:lnTo>
                  <a:lnTo>
                    <a:pt x="901433" y="121920"/>
                  </a:lnTo>
                  <a:lnTo>
                    <a:pt x="900391" y="128841"/>
                  </a:lnTo>
                  <a:lnTo>
                    <a:pt x="896175" y="133540"/>
                  </a:lnTo>
                  <a:lnTo>
                    <a:pt x="890016" y="135674"/>
                  </a:lnTo>
                  <a:lnTo>
                    <a:pt x="883145" y="134874"/>
                  </a:lnTo>
                  <a:lnTo>
                    <a:pt x="881621" y="134112"/>
                  </a:lnTo>
                  <a:lnTo>
                    <a:pt x="880097" y="132588"/>
                  </a:lnTo>
                  <a:lnTo>
                    <a:pt x="879335" y="131064"/>
                  </a:lnTo>
                  <a:lnTo>
                    <a:pt x="879335" y="128778"/>
                  </a:lnTo>
                  <a:lnTo>
                    <a:pt x="880097" y="127254"/>
                  </a:lnTo>
                  <a:lnTo>
                    <a:pt x="880097" y="125730"/>
                  </a:lnTo>
                  <a:lnTo>
                    <a:pt x="881621" y="124206"/>
                  </a:lnTo>
                  <a:lnTo>
                    <a:pt x="883145" y="124206"/>
                  </a:lnTo>
                  <a:lnTo>
                    <a:pt x="884669" y="123444"/>
                  </a:lnTo>
                  <a:lnTo>
                    <a:pt x="886955" y="122682"/>
                  </a:lnTo>
                  <a:lnTo>
                    <a:pt x="890016" y="122567"/>
                  </a:lnTo>
                  <a:lnTo>
                    <a:pt x="894575" y="121920"/>
                  </a:lnTo>
                  <a:lnTo>
                    <a:pt x="898385" y="121158"/>
                  </a:lnTo>
                  <a:lnTo>
                    <a:pt x="901433" y="120396"/>
                  </a:lnTo>
                  <a:lnTo>
                    <a:pt x="901433" y="115062"/>
                  </a:lnTo>
                  <a:lnTo>
                    <a:pt x="887717" y="117348"/>
                  </a:lnTo>
                  <a:lnTo>
                    <a:pt x="876287" y="120396"/>
                  </a:lnTo>
                  <a:lnTo>
                    <a:pt x="871715" y="126492"/>
                  </a:lnTo>
                  <a:lnTo>
                    <a:pt x="872477" y="134112"/>
                  </a:lnTo>
                  <a:lnTo>
                    <a:pt x="877049" y="138684"/>
                  </a:lnTo>
                  <a:lnTo>
                    <a:pt x="879335" y="139255"/>
                  </a:lnTo>
                  <a:lnTo>
                    <a:pt x="886193" y="140970"/>
                  </a:lnTo>
                  <a:lnTo>
                    <a:pt x="893813" y="139446"/>
                  </a:lnTo>
                  <a:lnTo>
                    <a:pt x="901433" y="134874"/>
                  </a:lnTo>
                  <a:lnTo>
                    <a:pt x="902957" y="140208"/>
                  </a:lnTo>
                  <a:lnTo>
                    <a:pt x="909053" y="140208"/>
                  </a:lnTo>
                  <a:lnTo>
                    <a:pt x="910577" y="140208"/>
                  </a:lnTo>
                  <a:close/>
                </a:path>
                <a:path w="1289685" h="241935">
                  <a:moveTo>
                    <a:pt x="931164" y="40386"/>
                  </a:moveTo>
                  <a:lnTo>
                    <a:pt x="924306" y="39624"/>
                  </a:lnTo>
                  <a:lnTo>
                    <a:pt x="923544" y="44196"/>
                  </a:lnTo>
                  <a:lnTo>
                    <a:pt x="918210" y="48768"/>
                  </a:lnTo>
                  <a:lnTo>
                    <a:pt x="909066" y="48768"/>
                  </a:lnTo>
                  <a:lnTo>
                    <a:pt x="905256" y="45720"/>
                  </a:lnTo>
                  <a:lnTo>
                    <a:pt x="902970" y="41148"/>
                  </a:lnTo>
                  <a:lnTo>
                    <a:pt x="902208" y="34290"/>
                  </a:lnTo>
                  <a:lnTo>
                    <a:pt x="904494" y="25146"/>
                  </a:lnTo>
                  <a:lnTo>
                    <a:pt x="909828" y="20574"/>
                  </a:lnTo>
                  <a:lnTo>
                    <a:pt x="914400" y="19050"/>
                  </a:lnTo>
                  <a:lnTo>
                    <a:pt x="920496" y="21336"/>
                  </a:lnTo>
                  <a:lnTo>
                    <a:pt x="923544" y="27432"/>
                  </a:lnTo>
                  <a:lnTo>
                    <a:pt x="930402" y="25908"/>
                  </a:lnTo>
                  <a:lnTo>
                    <a:pt x="927354" y="19050"/>
                  </a:lnTo>
                  <a:lnTo>
                    <a:pt x="920496" y="14478"/>
                  </a:lnTo>
                  <a:lnTo>
                    <a:pt x="914400" y="13716"/>
                  </a:lnTo>
                  <a:lnTo>
                    <a:pt x="903732" y="16002"/>
                  </a:lnTo>
                  <a:lnTo>
                    <a:pt x="896874" y="23622"/>
                  </a:lnTo>
                  <a:lnTo>
                    <a:pt x="895350" y="28194"/>
                  </a:lnTo>
                  <a:lnTo>
                    <a:pt x="895350" y="39624"/>
                  </a:lnTo>
                  <a:lnTo>
                    <a:pt x="899922" y="49530"/>
                  </a:lnTo>
                  <a:lnTo>
                    <a:pt x="906018" y="53340"/>
                  </a:lnTo>
                  <a:lnTo>
                    <a:pt x="914400" y="54864"/>
                  </a:lnTo>
                  <a:lnTo>
                    <a:pt x="922782" y="52578"/>
                  </a:lnTo>
                  <a:lnTo>
                    <a:pt x="929640" y="46482"/>
                  </a:lnTo>
                  <a:lnTo>
                    <a:pt x="931164" y="40386"/>
                  </a:lnTo>
                  <a:close/>
                </a:path>
                <a:path w="1289685" h="241935">
                  <a:moveTo>
                    <a:pt x="942581" y="206502"/>
                  </a:moveTo>
                  <a:lnTo>
                    <a:pt x="941057" y="198120"/>
                  </a:lnTo>
                  <a:lnTo>
                    <a:pt x="936485" y="192024"/>
                  </a:lnTo>
                  <a:lnTo>
                    <a:pt x="934961" y="191071"/>
                  </a:lnTo>
                  <a:lnTo>
                    <a:pt x="934961" y="206502"/>
                  </a:lnTo>
                  <a:lnTo>
                    <a:pt x="933437" y="214122"/>
                  </a:lnTo>
                  <a:lnTo>
                    <a:pt x="931151" y="217170"/>
                  </a:lnTo>
                  <a:lnTo>
                    <a:pt x="928865" y="219456"/>
                  </a:lnTo>
                  <a:lnTo>
                    <a:pt x="925817" y="220980"/>
                  </a:lnTo>
                  <a:lnTo>
                    <a:pt x="919721" y="220980"/>
                  </a:lnTo>
                  <a:lnTo>
                    <a:pt x="910577" y="207264"/>
                  </a:lnTo>
                  <a:lnTo>
                    <a:pt x="910577" y="203454"/>
                  </a:lnTo>
                  <a:lnTo>
                    <a:pt x="912101" y="199644"/>
                  </a:lnTo>
                  <a:lnTo>
                    <a:pt x="913625" y="196596"/>
                  </a:lnTo>
                  <a:lnTo>
                    <a:pt x="915911" y="194310"/>
                  </a:lnTo>
                  <a:lnTo>
                    <a:pt x="918959" y="192786"/>
                  </a:lnTo>
                  <a:lnTo>
                    <a:pt x="926579" y="192786"/>
                  </a:lnTo>
                  <a:lnTo>
                    <a:pt x="929627" y="194310"/>
                  </a:lnTo>
                  <a:lnTo>
                    <a:pt x="931913" y="196596"/>
                  </a:lnTo>
                  <a:lnTo>
                    <a:pt x="933437" y="198882"/>
                  </a:lnTo>
                  <a:lnTo>
                    <a:pt x="934961" y="206502"/>
                  </a:lnTo>
                  <a:lnTo>
                    <a:pt x="934961" y="191071"/>
                  </a:lnTo>
                  <a:lnTo>
                    <a:pt x="930389" y="188214"/>
                  </a:lnTo>
                  <a:lnTo>
                    <a:pt x="922769" y="186690"/>
                  </a:lnTo>
                  <a:lnTo>
                    <a:pt x="915149" y="188976"/>
                  </a:lnTo>
                  <a:lnTo>
                    <a:pt x="908291" y="194310"/>
                  </a:lnTo>
                  <a:lnTo>
                    <a:pt x="910577" y="185166"/>
                  </a:lnTo>
                  <a:lnTo>
                    <a:pt x="914387" y="180594"/>
                  </a:lnTo>
                  <a:lnTo>
                    <a:pt x="919721" y="179832"/>
                  </a:lnTo>
                  <a:lnTo>
                    <a:pt x="934199" y="179070"/>
                  </a:lnTo>
                  <a:lnTo>
                    <a:pt x="939533" y="176784"/>
                  </a:lnTo>
                  <a:lnTo>
                    <a:pt x="941819" y="171450"/>
                  </a:lnTo>
                  <a:lnTo>
                    <a:pt x="934961" y="170688"/>
                  </a:lnTo>
                  <a:lnTo>
                    <a:pt x="934199" y="171450"/>
                  </a:lnTo>
                  <a:lnTo>
                    <a:pt x="919721" y="172974"/>
                  </a:lnTo>
                  <a:lnTo>
                    <a:pt x="911339" y="176022"/>
                  </a:lnTo>
                  <a:lnTo>
                    <a:pt x="905243" y="181356"/>
                  </a:lnTo>
                  <a:lnTo>
                    <a:pt x="902957" y="191262"/>
                  </a:lnTo>
                  <a:lnTo>
                    <a:pt x="902195" y="204216"/>
                  </a:lnTo>
                  <a:lnTo>
                    <a:pt x="904481" y="215646"/>
                  </a:lnTo>
                  <a:lnTo>
                    <a:pt x="908291" y="220294"/>
                  </a:lnTo>
                  <a:lnTo>
                    <a:pt x="910577" y="223088"/>
                  </a:lnTo>
                  <a:lnTo>
                    <a:pt x="911339" y="224028"/>
                  </a:lnTo>
                  <a:lnTo>
                    <a:pt x="918959" y="226314"/>
                  </a:lnTo>
                  <a:lnTo>
                    <a:pt x="928865" y="226314"/>
                  </a:lnTo>
                  <a:lnTo>
                    <a:pt x="934961" y="222656"/>
                  </a:lnTo>
                  <a:lnTo>
                    <a:pt x="936485" y="221742"/>
                  </a:lnTo>
                  <a:lnTo>
                    <a:pt x="941819" y="212598"/>
                  </a:lnTo>
                  <a:lnTo>
                    <a:pt x="942581" y="206502"/>
                  </a:lnTo>
                  <a:close/>
                </a:path>
                <a:path w="1289685" h="241935">
                  <a:moveTo>
                    <a:pt x="954024" y="126492"/>
                  </a:moveTo>
                  <a:lnTo>
                    <a:pt x="947166" y="125730"/>
                  </a:lnTo>
                  <a:lnTo>
                    <a:pt x="945642" y="130302"/>
                  </a:lnTo>
                  <a:lnTo>
                    <a:pt x="940308" y="134874"/>
                  </a:lnTo>
                  <a:lnTo>
                    <a:pt x="931164" y="134874"/>
                  </a:lnTo>
                  <a:lnTo>
                    <a:pt x="927354" y="131826"/>
                  </a:lnTo>
                  <a:lnTo>
                    <a:pt x="924306" y="124206"/>
                  </a:lnTo>
                  <a:lnTo>
                    <a:pt x="925068" y="113538"/>
                  </a:lnTo>
                  <a:lnTo>
                    <a:pt x="929640" y="107442"/>
                  </a:lnTo>
                  <a:lnTo>
                    <a:pt x="936498" y="105156"/>
                  </a:lnTo>
                  <a:lnTo>
                    <a:pt x="942594" y="107442"/>
                  </a:lnTo>
                  <a:lnTo>
                    <a:pt x="946404" y="113538"/>
                  </a:lnTo>
                  <a:lnTo>
                    <a:pt x="953262" y="112014"/>
                  </a:lnTo>
                  <a:lnTo>
                    <a:pt x="949452" y="105156"/>
                  </a:lnTo>
                  <a:lnTo>
                    <a:pt x="942594" y="100584"/>
                  </a:lnTo>
                  <a:lnTo>
                    <a:pt x="936498" y="99822"/>
                  </a:lnTo>
                  <a:lnTo>
                    <a:pt x="925830" y="102108"/>
                  </a:lnTo>
                  <a:lnTo>
                    <a:pt x="918972" y="109728"/>
                  </a:lnTo>
                  <a:lnTo>
                    <a:pt x="917448" y="120396"/>
                  </a:lnTo>
                  <a:lnTo>
                    <a:pt x="918210" y="129540"/>
                  </a:lnTo>
                  <a:lnTo>
                    <a:pt x="922020" y="135636"/>
                  </a:lnTo>
                  <a:lnTo>
                    <a:pt x="928116" y="139446"/>
                  </a:lnTo>
                  <a:lnTo>
                    <a:pt x="936498" y="140970"/>
                  </a:lnTo>
                  <a:lnTo>
                    <a:pt x="945642" y="138684"/>
                  </a:lnTo>
                  <a:lnTo>
                    <a:pt x="951738" y="132588"/>
                  </a:lnTo>
                  <a:lnTo>
                    <a:pt x="954024" y="126492"/>
                  </a:lnTo>
                  <a:close/>
                </a:path>
                <a:path w="1289685" h="241935">
                  <a:moveTo>
                    <a:pt x="967740" y="14478"/>
                  </a:moveTo>
                  <a:lnTo>
                    <a:pt x="933450" y="14478"/>
                  </a:lnTo>
                  <a:lnTo>
                    <a:pt x="933450" y="20574"/>
                  </a:lnTo>
                  <a:lnTo>
                    <a:pt x="947166" y="20574"/>
                  </a:lnTo>
                  <a:lnTo>
                    <a:pt x="947166" y="54102"/>
                  </a:lnTo>
                  <a:lnTo>
                    <a:pt x="954786" y="54102"/>
                  </a:lnTo>
                  <a:lnTo>
                    <a:pt x="954786" y="20574"/>
                  </a:lnTo>
                  <a:lnTo>
                    <a:pt x="967740" y="20574"/>
                  </a:lnTo>
                  <a:lnTo>
                    <a:pt x="967740" y="14478"/>
                  </a:lnTo>
                  <a:close/>
                </a:path>
                <a:path w="1289685" h="241935">
                  <a:moveTo>
                    <a:pt x="987539" y="206502"/>
                  </a:moveTo>
                  <a:lnTo>
                    <a:pt x="983386" y="193763"/>
                  </a:lnTo>
                  <a:lnTo>
                    <a:pt x="979919" y="191427"/>
                  </a:lnTo>
                  <a:lnTo>
                    <a:pt x="979919" y="202692"/>
                  </a:lnTo>
                  <a:lnTo>
                    <a:pt x="956297" y="202692"/>
                  </a:lnTo>
                  <a:lnTo>
                    <a:pt x="957059" y="199644"/>
                  </a:lnTo>
                  <a:lnTo>
                    <a:pt x="960729" y="193675"/>
                  </a:lnTo>
                  <a:lnTo>
                    <a:pt x="967651" y="191528"/>
                  </a:lnTo>
                  <a:lnTo>
                    <a:pt x="974813" y="193446"/>
                  </a:lnTo>
                  <a:lnTo>
                    <a:pt x="979157" y="199644"/>
                  </a:lnTo>
                  <a:lnTo>
                    <a:pt x="979919" y="202692"/>
                  </a:lnTo>
                  <a:lnTo>
                    <a:pt x="979919" y="191427"/>
                  </a:lnTo>
                  <a:lnTo>
                    <a:pt x="973175" y="186855"/>
                  </a:lnTo>
                  <a:lnTo>
                    <a:pt x="961021" y="187096"/>
                  </a:lnTo>
                  <a:lnTo>
                    <a:pt x="950963" y="195834"/>
                  </a:lnTo>
                  <a:lnTo>
                    <a:pt x="949439" y="201168"/>
                  </a:lnTo>
                  <a:lnTo>
                    <a:pt x="948677" y="206502"/>
                  </a:lnTo>
                  <a:lnTo>
                    <a:pt x="952271" y="219189"/>
                  </a:lnTo>
                  <a:lnTo>
                    <a:pt x="955535" y="221665"/>
                  </a:lnTo>
                  <a:lnTo>
                    <a:pt x="961313" y="226009"/>
                  </a:lnTo>
                  <a:lnTo>
                    <a:pt x="972616" y="226695"/>
                  </a:lnTo>
                  <a:lnTo>
                    <a:pt x="982967" y="220980"/>
                  </a:lnTo>
                  <a:lnTo>
                    <a:pt x="985253" y="217932"/>
                  </a:lnTo>
                  <a:lnTo>
                    <a:pt x="987539" y="214122"/>
                  </a:lnTo>
                  <a:lnTo>
                    <a:pt x="985253" y="214122"/>
                  </a:lnTo>
                  <a:lnTo>
                    <a:pt x="981443" y="213360"/>
                  </a:lnTo>
                  <a:lnTo>
                    <a:pt x="979157" y="213360"/>
                  </a:lnTo>
                  <a:lnTo>
                    <a:pt x="978395" y="215646"/>
                  </a:lnTo>
                  <a:lnTo>
                    <a:pt x="976871" y="217932"/>
                  </a:lnTo>
                  <a:lnTo>
                    <a:pt x="975347" y="219456"/>
                  </a:lnTo>
                  <a:lnTo>
                    <a:pt x="970775" y="220980"/>
                  </a:lnTo>
                  <a:lnTo>
                    <a:pt x="964679" y="220980"/>
                  </a:lnTo>
                  <a:lnTo>
                    <a:pt x="962393" y="219456"/>
                  </a:lnTo>
                  <a:lnTo>
                    <a:pt x="959345" y="217932"/>
                  </a:lnTo>
                  <a:lnTo>
                    <a:pt x="956297" y="211836"/>
                  </a:lnTo>
                  <a:lnTo>
                    <a:pt x="955535" y="208026"/>
                  </a:lnTo>
                  <a:lnTo>
                    <a:pt x="956297" y="208026"/>
                  </a:lnTo>
                  <a:lnTo>
                    <a:pt x="979919" y="208026"/>
                  </a:lnTo>
                  <a:lnTo>
                    <a:pt x="987539" y="208026"/>
                  </a:lnTo>
                  <a:lnTo>
                    <a:pt x="987539" y="206502"/>
                  </a:lnTo>
                  <a:close/>
                </a:path>
                <a:path w="1289685" h="241935">
                  <a:moveTo>
                    <a:pt x="994397" y="100584"/>
                  </a:moveTo>
                  <a:lnTo>
                    <a:pt x="986777" y="100584"/>
                  </a:lnTo>
                  <a:lnTo>
                    <a:pt x="986777" y="117348"/>
                  </a:lnTo>
                  <a:lnTo>
                    <a:pt x="966965" y="117348"/>
                  </a:lnTo>
                  <a:lnTo>
                    <a:pt x="966965" y="100584"/>
                  </a:lnTo>
                  <a:lnTo>
                    <a:pt x="960107" y="100584"/>
                  </a:lnTo>
                  <a:lnTo>
                    <a:pt x="960107" y="140208"/>
                  </a:lnTo>
                  <a:lnTo>
                    <a:pt x="966965" y="140208"/>
                  </a:lnTo>
                  <a:lnTo>
                    <a:pt x="966965" y="122682"/>
                  </a:lnTo>
                  <a:lnTo>
                    <a:pt x="986777" y="122682"/>
                  </a:lnTo>
                  <a:lnTo>
                    <a:pt x="986777" y="140208"/>
                  </a:lnTo>
                  <a:lnTo>
                    <a:pt x="994397" y="140208"/>
                  </a:lnTo>
                  <a:lnTo>
                    <a:pt x="994397" y="100584"/>
                  </a:lnTo>
                  <a:close/>
                </a:path>
                <a:path w="1289685" h="241935">
                  <a:moveTo>
                    <a:pt x="1011936" y="34290"/>
                  </a:moveTo>
                  <a:lnTo>
                    <a:pt x="1007872" y="21221"/>
                  </a:lnTo>
                  <a:lnTo>
                    <a:pt x="1004316" y="18884"/>
                  </a:lnTo>
                  <a:lnTo>
                    <a:pt x="1004316" y="29718"/>
                  </a:lnTo>
                  <a:lnTo>
                    <a:pt x="1004316" y="38862"/>
                  </a:lnTo>
                  <a:lnTo>
                    <a:pt x="1000277" y="45821"/>
                  </a:lnTo>
                  <a:lnTo>
                    <a:pt x="993902" y="49123"/>
                  </a:lnTo>
                  <a:lnTo>
                    <a:pt x="986840" y="48260"/>
                  </a:lnTo>
                  <a:lnTo>
                    <a:pt x="980694" y="42672"/>
                  </a:lnTo>
                  <a:lnTo>
                    <a:pt x="979932" y="38862"/>
                  </a:lnTo>
                  <a:lnTo>
                    <a:pt x="979170" y="34290"/>
                  </a:lnTo>
                  <a:lnTo>
                    <a:pt x="979932" y="29718"/>
                  </a:lnTo>
                  <a:lnTo>
                    <a:pt x="980694" y="25908"/>
                  </a:lnTo>
                  <a:lnTo>
                    <a:pt x="982980" y="22860"/>
                  </a:lnTo>
                  <a:lnTo>
                    <a:pt x="985266" y="21336"/>
                  </a:lnTo>
                  <a:lnTo>
                    <a:pt x="988314" y="19812"/>
                  </a:lnTo>
                  <a:lnTo>
                    <a:pt x="995172" y="19812"/>
                  </a:lnTo>
                  <a:lnTo>
                    <a:pt x="998220" y="21336"/>
                  </a:lnTo>
                  <a:lnTo>
                    <a:pt x="1000506" y="22860"/>
                  </a:lnTo>
                  <a:lnTo>
                    <a:pt x="1002792" y="25908"/>
                  </a:lnTo>
                  <a:lnTo>
                    <a:pt x="1004316" y="29718"/>
                  </a:lnTo>
                  <a:lnTo>
                    <a:pt x="1004316" y="18884"/>
                  </a:lnTo>
                  <a:lnTo>
                    <a:pt x="997623" y="14465"/>
                  </a:lnTo>
                  <a:lnTo>
                    <a:pt x="985202" y="14757"/>
                  </a:lnTo>
                  <a:lnTo>
                    <a:pt x="974598" y="22860"/>
                  </a:lnTo>
                  <a:lnTo>
                    <a:pt x="973074" y="27432"/>
                  </a:lnTo>
                  <a:lnTo>
                    <a:pt x="972312" y="34290"/>
                  </a:lnTo>
                  <a:lnTo>
                    <a:pt x="972312" y="40386"/>
                  </a:lnTo>
                  <a:lnTo>
                    <a:pt x="974598" y="44958"/>
                  </a:lnTo>
                  <a:lnTo>
                    <a:pt x="977646" y="49530"/>
                  </a:lnTo>
                  <a:lnTo>
                    <a:pt x="979170" y="50749"/>
                  </a:lnTo>
                  <a:lnTo>
                    <a:pt x="981456" y="52578"/>
                  </a:lnTo>
                  <a:lnTo>
                    <a:pt x="986840" y="54102"/>
                  </a:lnTo>
                  <a:lnTo>
                    <a:pt x="992124" y="54864"/>
                  </a:lnTo>
                  <a:lnTo>
                    <a:pt x="995172" y="54102"/>
                  </a:lnTo>
                  <a:lnTo>
                    <a:pt x="998982" y="53340"/>
                  </a:lnTo>
                  <a:lnTo>
                    <a:pt x="1002030" y="52578"/>
                  </a:lnTo>
                  <a:lnTo>
                    <a:pt x="1004316" y="50863"/>
                  </a:lnTo>
                  <a:lnTo>
                    <a:pt x="1005078" y="50292"/>
                  </a:lnTo>
                  <a:lnTo>
                    <a:pt x="1007364" y="48006"/>
                  </a:lnTo>
                  <a:lnTo>
                    <a:pt x="1008888" y="45720"/>
                  </a:lnTo>
                  <a:lnTo>
                    <a:pt x="1010412" y="42672"/>
                  </a:lnTo>
                  <a:lnTo>
                    <a:pt x="1011174" y="38862"/>
                  </a:lnTo>
                  <a:lnTo>
                    <a:pt x="1011936" y="34290"/>
                  </a:lnTo>
                  <a:close/>
                </a:path>
                <a:path w="1289685" h="241935">
                  <a:moveTo>
                    <a:pt x="1024890" y="214884"/>
                  </a:moveTo>
                  <a:lnTo>
                    <a:pt x="1023366" y="208788"/>
                  </a:lnTo>
                  <a:lnTo>
                    <a:pt x="1018794" y="204978"/>
                  </a:lnTo>
                  <a:lnTo>
                    <a:pt x="1021080" y="203454"/>
                  </a:lnTo>
                  <a:lnTo>
                    <a:pt x="1023366" y="197358"/>
                  </a:lnTo>
                  <a:lnTo>
                    <a:pt x="1022604" y="193548"/>
                  </a:lnTo>
                  <a:lnTo>
                    <a:pt x="1019556" y="189738"/>
                  </a:lnTo>
                  <a:lnTo>
                    <a:pt x="1014984" y="186690"/>
                  </a:lnTo>
                  <a:lnTo>
                    <a:pt x="1008888" y="185928"/>
                  </a:lnTo>
                  <a:lnTo>
                    <a:pt x="998982" y="188976"/>
                  </a:lnTo>
                  <a:lnTo>
                    <a:pt x="993648" y="196596"/>
                  </a:lnTo>
                  <a:lnTo>
                    <a:pt x="1000506" y="198120"/>
                  </a:lnTo>
                  <a:lnTo>
                    <a:pt x="1002030" y="195072"/>
                  </a:lnTo>
                  <a:lnTo>
                    <a:pt x="1006602" y="192024"/>
                  </a:lnTo>
                  <a:lnTo>
                    <a:pt x="1011936" y="192024"/>
                  </a:lnTo>
                  <a:lnTo>
                    <a:pt x="1015746" y="195072"/>
                  </a:lnTo>
                  <a:lnTo>
                    <a:pt x="1015746" y="198882"/>
                  </a:lnTo>
                  <a:lnTo>
                    <a:pt x="1011174" y="202692"/>
                  </a:lnTo>
                  <a:lnTo>
                    <a:pt x="1005078" y="202692"/>
                  </a:lnTo>
                  <a:lnTo>
                    <a:pt x="1005078" y="208026"/>
                  </a:lnTo>
                  <a:lnTo>
                    <a:pt x="1010412" y="208026"/>
                  </a:lnTo>
                  <a:lnTo>
                    <a:pt x="1016508" y="210312"/>
                  </a:lnTo>
                  <a:lnTo>
                    <a:pt x="1018032" y="214884"/>
                  </a:lnTo>
                  <a:lnTo>
                    <a:pt x="1014984" y="219456"/>
                  </a:lnTo>
                  <a:lnTo>
                    <a:pt x="1009650" y="220980"/>
                  </a:lnTo>
                  <a:lnTo>
                    <a:pt x="1002792" y="219456"/>
                  </a:lnTo>
                  <a:lnTo>
                    <a:pt x="998982" y="213360"/>
                  </a:lnTo>
                  <a:lnTo>
                    <a:pt x="992886" y="214884"/>
                  </a:lnTo>
                  <a:lnTo>
                    <a:pt x="994410" y="220218"/>
                  </a:lnTo>
                  <a:lnTo>
                    <a:pt x="998220" y="224028"/>
                  </a:lnTo>
                  <a:lnTo>
                    <a:pt x="1002792" y="226314"/>
                  </a:lnTo>
                  <a:lnTo>
                    <a:pt x="1008888" y="227076"/>
                  </a:lnTo>
                  <a:lnTo>
                    <a:pt x="1015746" y="226314"/>
                  </a:lnTo>
                  <a:lnTo>
                    <a:pt x="1022604" y="221742"/>
                  </a:lnTo>
                  <a:lnTo>
                    <a:pt x="1024890" y="214884"/>
                  </a:lnTo>
                  <a:close/>
                </a:path>
                <a:path w="1289685" h="241935">
                  <a:moveTo>
                    <a:pt x="1041654" y="119634"/>
                  </a:moveTo>
                  <a:lnTo>
                    <a:pt x="1040892" y="114300"/>
                  </a:lnTo>
                  <a:lnTo>
                    <a:pt x="1039368" y="108966"/>
                  </a:lnTo>
                  <a:lnTo>
                    <a:pt x="1036320" y="105156"/>
                  </a:lnTo>
                  <a:lnTo>
                    <a:pt x="1034034" y="104013"/>
                  </a:lnTo>
                  <a:lnTo>
                    <a:pt x="1034034" y="115824"/>
                  </a:lnTo>
                  <a:lnTo>
                    <a:pt x="1034034" y="124968"/>
                  </a:lnTo>
                  <a:lnTo>
                    <a:pt x="1029881" y="132295"/>
                  </a:lnTo>
                  <a:lnTo>
                    <a:pt x="1023137" y="135445"/>
                  </a:lnTo>
                  <a:lnTo>
                    <a:pt x="1015949" y="134302"/>
                  </a:lnTo>
                  <a:lnTo>
                    <a:pt x="1010412" y="128778"/>
                  </a:lnTo>
                  <a:lnTo>
                    <a:pt x="1009650" y="124968"/>
                  </a:lnTo>
                  <a:lnTo>
                    <a:pt x="1008888" y="120396"/>
                  </a:lnTo>
                  <a:lnTo>
                    <a:pt x="1009650" y="115824"/>
                  </a:lnTo>
                  <a:lnTo>
                    <a:pt x="1010412" y="112014"/>
                  </a:lnTo>
                  <a:lnTo>
                    <a:pt x="1016558" y="106413"/>
                  </a:lnTo>
                  <a:lnTo>
                    <a:pt x="1023620" y="105549"/>
                  </a:lnTo>
                  <a:lnTo>
                    <a:pt x="1029995" y="108851"/>
                  </a:lnTo>
                  <a:lnTo>
                    <a:pt x="1034034" y="115824"/>
                  </a:lnTo>
                  <a:lnTo>
                    <a:pt x="1034034" y="104013"/>
                  </a:lnTo>
                  <a:lnTo>
                    <a:pt x="1027176" y="100584"/>
                  </a:lnTo>
                  <a:lnTo>
                    <a:pt x="1021842" y="99822"/>
                  </a:lnTo>
                  <a:lnTo>
                    <a:pt x="1016508" y="100584"/>
                  </a:lnTo>
                  <a:lnTo>
                    <a:pt x="1002030" y="120396"/>
                  </a:lnTo>
                  <a:lnTo>
                    <a:pt x="1002030" y="126492"/>
                  </a:lnTo>
                  <a:lnTo>
                    <a:pt x="1004316" y="131826"/>
                  </a:lnTo>
                  <a:lnTo>
                    <a:pt x="1007364" y="135636"/>
                  </a:lnTo>
                  <a:lnTo>
                    <a:pt x="1008888" y="136855"/>
                  </a:lnTo>
                  <a:lnTo>
                    <a:pt x="1011174" y="138684"/>
                  </a:lnTo>
                  <a:lnTo>
                    <a:pt x="1015746" y="140208"/>
                  </a:lnTo>
                  <a:lnTo>
                    <a:pt x="1021842" y="140970"/>
                  </a:lnTo>
                  <a:lnTo>
                    <a:pt x="1024890" y="140208"/>
                  </a:lnTo>
                  <a:lnTo>
                    <a:pt x="1028700" y="139446"/>
                  </a:lnTo>
                  <a:lnTo>
                    <a:pt x="1031748" y="138684"/>
                  </a:lnTo>
                  <a:lnTo>
                    <a:pt x="1034034" y="136969"/>
                  </a:lnTo>
                  <a:lnTo>
                    <a:pt x="1034796" y="136398"/>
                  </a:lnTo>
                  <a:lnTo>
                    <a:pt x="1039368" y="131826"/>
                  </a:lnTo>
                  <a:lnTo>
                    <a:pt x="1040130" y="128778"/>
                  </a:lnTo>
                  <a:lnTo>
                    <a:pt x="1041654" y="119634"/>
                  </a:lnTo>
                  <a:close/>
                </a:path>
                <a:path w="1289685" h="241935">
                  <a:moveTo>
                    <a:pt x="1053071" y="14478"/>
                  </a:moveTo>
                  <a:lnTo>
                    <a:pt x="1046213" y="14490"/>
                  </a:lnTo>
                  <a:lnTo>
                    <a:pt x="1046213" y="20574"/>
                  </a:lnTo>
                  <a:lnTo>
                    <a:pt x="1046213" y="33528"/>
                  </a:lnTo>
                  <a:lnTo>
                    <a:pt x="1038593" y="33604"/>
                  </a:lnTo>
                  <a:lnTo>
                    <a:pt x="1035519" y="33794"/>
                  </a:lnTo>
                  <a:lnTo>
                    <a:pt x="1026909" y="33909"/>
                  </a:lnTo>
                  <a:lnTo>
                    <a:pt x="1025639" y="28194"/>
                  </a:lnTo>
                  <a:lnTo>
                    <a:pt x="1025639" y="25146"/>
                  </a:lnTo>
                  <a:lnTo>
                    <a:pt x="1027163" y="22098"/>
                  </a:lnTo>
                  <a:lnTo>
                    <a:pt x="1031735" y="20574"/>
                  </a:lnTo>
                  <a:lnTo>
                    <a:pt x="1046213" y="20574"/>
                  </a:lnTo>
                  <a:lnTo>
                    <a:pt x="1046213" y="14490"/>
                  </a:lnTo>
                  <a:lnTo>
                    <a:pt x="1037501" y="14503"/>
                  </a:lnTo>
                  <a:lnTo>
                    <a:pt x="1030185" y="14605"/>
                  </a:lnTo>
                  <a:lnTo>
                    <a:pt x="1024420" y="14185"/>
                  </a:lnTo>
                  <a:lnTo>
                    <a:pt x="1019543" y="20574"/>
                  </a:lnTo>
                  <a:lnTo>
                    <a:pt x="1018781" y="22860"/>
                  </a:lnTo>
                  <a:lnTo>
                    <a:pt x="1018019" y="25908"/>
                  </a:lnTo>
                  <a:lnTo>
                    <a:pt x="1018781" y="28956"/>
                  </a:lnTo>
                  <a:lnTo>
                    <a:pt x="1019543" y="31242"/>
                  </a:lnTo>
                  <a:lnTo>
                    <a:pt x="1021067" y="34290"/>
                  </a:lnTo>
                  <a:lnTo>
                    <a:pt x="1023353" y="35814"/>
                  </a:lnTo>
                  <a:lnTo>
                    <a:pt x="1025639" y="36957"/>
                  </a:lnTo>
                  <a:lnTo>
                    <a:pt x="1026401" y="37338"/>
                  </a:lnTo>
                  <a:lnTo>
                    <a:pt x="1030211" y="38100"/>
                  </a:lnTo>
                  <a:lnTo>
                    <a:pt x="1027925" y="38862"/>
                  </a:lnTo>
                  <a:lnTo>
                    <a:pt x="1025639" y="40386"/>
                  </a:lnTo>
                  <a:lnTo>
                    <a:pt x="1021067" y="46482"/>
                  </a:lnTo>
                  <a:lnTo>
                    <a:pt x="1017257" y="51054"/>
                  </a:lnTo>
                  <a:lnTo>
                    <a:pt x="1015733" y="54102"/>
                  </a:lnTo>
                  <a:lnTo>
                    <a:pt x="1024115" y="54102"/>
                  </a:lnTo>
                  <a:lnTo>
                    <a:pt x="1025639" y="51816"/>
                  </a:lnTo>
                  <a:lnTo>
                    <a:pt x="1030211" y="45935"/>
                  </a:lnTo>
                  <a:lnTo>
                    <a:pt x="1033399" y="41656"/>
                  </a:lnTo>
                  <a:lnTo>
                    <a:pt x="1037501" y="39166"/>
                  </a:lnTo>
                  <a:lnTo>
                    <a:pt x="1044689" y="38862"/>
                  </a:lnTo>
                  <a:lnTo>
                    <a:pt x="1046213" y="38862"/>
                  </a:lnTo>
                  <a:lnTo>
                    <a:pt x="1046213" y="54102"/>
                  </a:lnTo>
                  <a:lnTo>
                    <a:pt x="1053071" y="54102"/>
                  </a:lnTo>
                  <a:lnTo>
                    <a:pt x="1053071" y="14478"/>
                  </a:lnTo>
                  <a:close/>
                </a:path>
                <a:path w="1289685" h="241935">
                  <a:moveTo>
                    <a:pt x="1069835" y="205740"/>
                  </a:moveTo>
                  <a:lnTo>
                    <a:pt x="1065847" y="193535"/>
                  </a:lnTo>
                  <a:lnTo>
                    <a:pt x="1062215" y="191160"/>
                  </a:lnTo>
                  <a:lnTo>
                    <a:pt x="1062215" y="201930"/>
                  </a:lnTo>
                  <a:lnTo>
                    <a:pt x="1062215" y="211074"/>
                  </a:lnTo>
                  <a:lnTo>
                    <a:pt x="1058024" y="217944"/>
                  </a:lnTo>
                  <a:lnTo>
                    <a:pt x="1052118" y="221119"/>
                  </a:lnTo>
                  <a:lnTo>
                    <a:pt x="1045552" y="220218"/>
                  </a:lnTo>
                  <a:lnTo>
                    <a:pt x="1039355" y="214884"/>
                  </a:lnTo>
                  <a:lnTo>
                    <a:pt x="1038593" y="211074"/>
                  </a:lnTo>
                  <a:lnTo>
                    <a:pt x="1037831" y="206502"/>
                  </a:lnTo>
                  <a:lnTo>
                    <a:pt x="1038593" y="201930"/>
                  </a:lnTo>
                  <a:lnTo>
                    <a:pt x="1039355" y="198120"/>
                  </a:lnTo>
                  <a:lnTo>
                    <a:pt x="1045311" y="192570"/>
                  </a:lnTo>
                  <a:lnTo>
                    <a:pt x="1052080" y="191655"/>
                  </a:lnTo>
                  <a:lnTo>
                    <a:pt x="1058214" y="194919"/>
                  </a:lnTo>
                  <a:lnTo>
                    <a:pt x="1062215" y="201930"/>
                  </a:lnTo>
                  <a:lnTo>
                    <a:pt x="1062215" y="191160"/>
                  </a:lnTo>
                  <a:lnTo>
                    <a:pt x="1055890" y="187020"/>
                  </a:lnTo>
                  <a:lnTo>
                    <a:pt x="1043774" y="187007"/>
                  </a:lnTo>
                  <a:lnTo>
                    <a:pt x="1033259" y="194310"/>
                  </a:lnTo>
                  <a:lnTo>
                    <a:pt x="1030973" y="199644"/>
                  </a:lnTo>
                  <a:lnTo>
                    <a:pt x="1030211" y="206502"/>
                  </a:lnTo>
                  <a:lnTo>
                    <a:pt x="1030973" y="212598"/>
                  </a:lnTo>
                  <a:lnTo>
                    <a:pt x="1032497" y="217170"/>
                  </a:lnTo>
                  <a:lnTo>
                    <a:pt x="1037831" y="222504"/>
                  </a:lnTo>
                  <a:lnTo>
                    <a:pt x="1040117" y="224790"/>
                  </a:lnTo>
                  <a:lnTo>
                    <a:pt x="1044689" y="226314"/>
                  </a:lnTo>
                  <a:lnTo>
                    <a:pt x="1050023" y="227076"/>
                  </a:lnTo>
                  <a:lnTo>
                    <a:pt x="1053833" y="226314"/>
                  </a:lnTo>
                  <a:lnTo>
                    <a:pt x="1059929" y="224790"/>
                  </a:lnTo>
                  <a:lnTo>
                    <a:pt x="1062215" y="223075"/>
                  </a:lnTo>
                  <a:lnTo>
                    <a:pt x="1062977" y="222504"/>
                  </a:lnTo>
                  <a:lnTo>
                    <a:pt x="1065263" y="220218"/>
                  </a:lnTo>
                  <a:lnTo>
                    <a:pt x="1068311" y="214122"/>
                  </a:lnTo>
                  <a:lnTo>
                    <a:pt x="1069835" y="210312"/>
                  </a:lnTo>
                  <a:lnTo>
                    <a:pt x="1069835" y="205740"/>
                  </a:lnTo>
                  <a:close/>
                </a:path>
                <a:path w="1289685" h="241935">
                  <a:moveTo>
                    <a:pt x="1084326" y="126492"/>
                  </a:moveTo>
                  <a:lnTo>
                    <a:pt x="1076706" y="125730"/>
                  </a:lnTo>
                  <a:lnTo>
                    <a:pt x="1075944" y="130302"/>
                  </a:lnTo>
                  <a:lnTo>
                    <a:pt x="1069848" y="134874"/>
                  </a:lnTo>
                  <a:lnTo>
                    <a:pt x="1061466" y="134874"/>
                  </a:lnTo>
                  <a:lnTo>
                    <a:pt x="1057656" y="131826"/>
                  </a:lnTo>
                  <a:lnTo>
                    <a:pt x="1055370" y="127254"/>
                  </a:lnTo>
                  <a:lnTo>
                    <a:pt x="1054608" y="120396"/>
                  </a:lnTo>
                  <a:lnTo>
                    <a:pt x="1056132" y="111252"/>
                  </a:lnTo>
                  <a:lnTo>
                    <a:pt x="1059942" y="107442"/>
                  </a:lnTo>
                  <a:lnTo>
                    <a:pt x="1066800" y="105156"/>
                  </a:lnTo>
                  <a:lnTo>
                    <a:pt x="1072896" y="107442"/>
                  </a:lnTo>
                  <a:lnTo>
                    <a:pt x="1075944" y="113538"/>
                  </a:lnTo>
                  <a:lnTo>
                    <a:pt x="1083564" y="112014"/>
                  </a:lnTo>
                  <a:lnTo>
                    <a:pt x="1081278" y="107442"/>
                  </a:lnTo>
                  <a:lnTo>
                    <a:pt x="1077468" y="103632"/>
                  </a:lnTo>
                  <a:lnTo>
                    <a:pt x="1072896" y="100584"/>
                  </a:lnTo>
                  <a:lnTo>
                    <a:pt x="1066038" y="99822"/>
                  </a:lnTo>
                  <a:lnTo>
                    <a:pt x="1056132" y="102108"/>
                  </a:lnTo>
                  <a:lnTo>
                    <a:pt x="1050036" y="109728"/>
                  </a:lnTo>
                  <a:lnTo>
                    <a:pt x="1047750" y="120396"/>
                  </a:lnTo>
                  <a:lnTo>
                    <a:pt x="1047750" y="124968"/>
                  </a:lnTo>
                  <a:lnTo>
                    <a:pt x="1050798" y="132588"/>
                  </a:lnTo>
                  <a:lnTo>
                    <a:pt x="1055370" y="137922"/>
                  </a:lnTo>
                  <a:lnTo>
                    <a:pt x="1066038" y="140970"/>
                  </a:lnTo>
                  <a:lnTo>
                    <a:pt x="1075182" y="138684"/>
                  </a:lnTo>
                  <a:lnTo>
                    <a:pt x="1082040" y="132588"/>
                  </a:lnTo>
                  <a:lnTo>
                    <a:pt x="1084326" y="126492"/>
                  </a:lnTo>
                  <a:close/>
                </a:path>
                <a:path w="1289685" h="241935">
                  <a:moveTo>
                    <a:pt x="1098042" y="14478"/>
                  </a:moveTo>
                  <a:lnTo>
                    <a:pt x="1090422" y="14478"/>
                  </a:lnTo>
                  <a:lnTo>
                    <a:pt x="1090422" y="31242"/>
                  </a:lnTo>
                  <a:lnTo>
                    <a:pt x="1070610" y="31242"/>
                  </a:lnTo>
                  <a:lnTo>
                    <a:pt x="1070610" y="14478"/>
                  </a:lnTo>
                  <a:lnTo>
                    <a:pt x="1063752" y="14478"/>
                  </a:lnTo>
                  <a:lnTo>
                    <a:pt x="1063752" y="54102"/>
                  </a:lnTo>
                  <a:lnTo>
                    <a:pt x="1070610" y="54102"/>
                  </a:lnTo>
                  <a:lnTo>
                    <a:pt x="1070610" y="36576"/>
                  </a:lnTo>
                  <a:lnTo>
                    <a:pt x="1090422" y="36576"/>
                  </a:lnTo>
                  <a:lnTo>
                    <a:pt x="1090422" y="54102"/>
                  </a:lnTo>
                  <a:lnTo>
                    <a:pt x="1098042" y="54102"/>
                  </a:lnTo>
                  <a:lnTo>
                    <a:pt x="1098042" y="14478"/>
                  </a:lnTo>
                  <a:close/>
                </a:path>
                <a:path w="1289685" h="241935">
                  <a:moveTo>
                    <a:pt x="1110983" y="186690"/>
                  </a:moveTo>
                  <a:lnTo>
                    <a:pt x="1077455" y="186690"/>
                  </a:lnTo>
                  <a:lnTo>
                    <a:pt x="1077455" y="226314"/>
                  </a:lnTo>
                  <a:lnTo>
                    <a:pt x="1085075" y="226314"/>
                  </a:lnTo>
                  <a:lnTo>
                    <a:pt x="1085075" y="192786"/>
                  </a:lnTo>
                  <a:lnTo>
                    <a:pt x="1104125" y="192786"/>
                  </a:lnTo>
                  <a:lnTo>
                    <a:pt x="1104125" y="226314"/>
                  </a:lnTo>
                  <a:lnTo>
                    <a:pt x="1110983" y="226314"/>
                  </a:lnTo>
                  <a:lnTo>
                    <a:pt x="1110983" y="186690"/>
                  </a:lnTo>
                  <a:close/>
                </a:path>
                <a:path w="1289685" h="241935">
                  <a:moveTo>
                    <a:pt x="1120140" y="100584"/>
                  </a:moveTo>
                  <a:lnTo>
                    <a:pt x="1086612" y="100584"/>
                  </a:lnTo>
                  <a:lnTo>
                    <a:pt x="1086612" y="106680"/>
                  </a:lnTo>
                  <a:lnTo>
                    <a:pt x="1099566" y="106680"/>
                  </a:lnTo>
                  <a:lnTo>
                    <a:pt x="1099566" y="140208"/>
                  </a:lnTo>
                  <a:lnTo>
                    <a:pt x="1107186" y="140208"/>
                  </a:lnTo>
                  <a:lnTo>
                    <a:pt x="1107186" y="106680"/>
                  </a:lnTo>
                  <a:lnTo>
                    <a:pt x="1120140" y="106680"/>
                  </a:lnTo>
                  <a:lnTo>
                    <a:pt x="1120140" y="100584"/>
                  </a:lnTo>
                  <a:close/>
                </a:path>
                <a:path w="1289685" h="241935">
                  <a:moveTo>
                    <a:pt x="1142987" y="14478"/>
                  </a:moveTo>
                  <a:lnTo>
                    <a:pt x="1135367" y="14478"/>
                  </a:lnTo>
                  <a:lnTo>
                    <a:pt x="1130795" y="22098"/>
                  </a:lnTo>
                  <a:lnTo>
                    <a:pt x="1120889" y="37338"/>
                  </a:lnTo>
                  <a:lnTo>
                    <a:pt x="1115555" y="44958"/>
                  </a:lnTo>
                  <a:lnTo>
                    <a:pt x="1115555" y="14478"/>
                  </a:lnTo>
                  <a:lnTo>
                    <a:pt x="1107935" y="14478"/>
                  </a:lnTo>
                  <a:lnTo>
                    <a:pt x="1107935" y="54102"/>
                  </a:lnTo>
                  <a:lnTo>
                    <a:pt x="1116317" y="54102"/>
                  </a:lnTo>
                  <a:lnTo>
                    <a:pt x="1120889" y="46482"/>
                  </a:lnTo>
                  <a:lnTo>
                    <a:pt x="1130795" y="32004"/>
                  </a:lnTo>
                  <a:lnTo>
                    <a:pt x="1136129" y="24384"/>
                  </a:lnTo>
                  <a:lnTo>
                    <a:pt x="1136129" y="54102"/>
                  </a:lnTo>
                  <a:lnTo>
                    <a:pt x="1142987" y="54102"/>
                  </a:lnTo>
                  <a:lnTo>
                    <a:pt x="1142987" y="14478"/>
                  </a:lnTo>
                  <a:close/>
                </a:path>
                <a:path w="1289685" h="241935">
                  <a:moveTo>
                    <a:pt x="1158227" y="226314"/>
                  </a:moveTo>
                  <a:lnTo>
                    <a:pt x="1156703" y="220980"/>
                  </a:lnTo>
                  <a:lnTo>
                    <a:pt x="1156982" y="202323"/>
                  </a:lnTo>
                  <a:lnTo>
                    <a:pt x="1152474" y="189915"/>
                  </a:lnTo>
                  <a:lnTo>
                    <a:pt x="1141882" y="185597"/>
                  </a:lnTo>
                  <a:lnTo>
                    <a:pt x="1123937" y="191262"/>
                  </a:lnTo>
                  <a:lnTo>
                    <a:pt x="1120889" y="198120"/>
                  </a:lnTo>
                  <a:lnTo>
                    <a:pt x="1127747" y="198882"/>
                  </a:lnTo>
                  <a:lnTo>
                    <a:pt x="1129271" y="195834"/>
                  </a:lnTo>
                  <a:lnTo>
                    <a:pt x="1134605" y="192024"/>
                  </a:lnTo>
                  <a:lnTo>
                    <a:pt x="1139177" y="191262"/>
                  </a:lnTo>
                  <a:lnTo>
                    <a:pt x="1146797" y="193548"/>
                  </a:lnTo>
                  <a:lnTo>
                    <a:pt x="1148321" y="195834"/>
                  </a:lnTo>
                  <a:lnTo>
                    <a:pt x="1149083" y="201168"/>
                  </a:lnTo>
                  <a:lnTo>
                    <a:pt x="1149083" y="206502"/>
                  </a:lnTo>
                  <a:lnTo>
                    <a:pt x="1149083" y="208026"/>
                  </a:lnTo>
                  <a:lnTo>
                    <a:pt x="1148994" y="219773"/>
                  </a:lnTo>
                  <a:lnTo>
                    <a:pt x="1142225" y="221754"/>
                  </a:lnTo>
                  <a:lnTo>
                    <a:pt x="1141882" y="221830"/>
                  </a:lnTo>
                  <a:lnTo>
                    <a:pt x="1131557" y="220980"/>
                  </a:lnTo>
                  <a:lnTo>
                    <a:pt x="1129271" y="219456"/>
                  </a:lnTo>
                  <a:lnTo>
                    <a:pt x="1127747" y="218694"/>
                  </a:lnTo>
                  <a:lnTo>
                    <a:pt x="1126985" y="217170"/>
                  </a:lnTo>
                  <a:lnTo>
                    <a:pt x="1126985" y="213360"/>
                  </a:lnTo>
                  <a:lnTo>
                    <a:pt x="1127747" y="211836"/>
                  </a:lnTo>
                  <a:lnTo>
                    <a:pt x="1129271" y="211074"/>
                  </a:lnTo>
                  <a:lnTo>
                    <a:pt x="1130033" y="211074"/>
                  </a:lnTo>
                  <a:lnTo>
                    <a:pt x="1130795" y="210312"/>
                  </a:lnTo>
                  <a:lnTo>
                    <a:pt x="1132319" y="209550"/>
                  </a:lnTo>
                  <a:lnTo>
                    <a:pt x="1134605" y="209550"/>
                  </a:lnTo>
                  <a:lnTo>
                    <a:pt x="1137653" y="208788"/>
                  </a:lnTo>
                  <a:lnTo>
                    <a:pt x="1142225" y="208026"/>
                  </a:lnTo>
                  <a:lnTo>
                    <a:pt x="1146035" y="207264"/>
                  </a:lnTo>
                  <a:lnTo>
                    <a:pt x="1149083" y="206502"/>
                  </a:lnTo>
                  <a:lnTo>
                    <a:pt x="1149083" y="201168"/>
                  </a:lnTo>
                  <a:lnTo>
                    <a:pt x="1136129" y="203454"/>
                  </a:lnTo>
                  <a:lnTo>
                    <a:pt x="1124699" y="206502"/>
                  </a:lnTo>
                  <a:lnTo>
                    <a:pt x="1120889" y="210312"/>
                  </a:lnTo>
                  <a:lnTo>
                    <a:pt x="1119365" y="215646"/>
                  </a:lnTo>
                  <a:lnTo>
                    <a:pt x="1120127" y="219456"/>
                  </a:lnTo>
                  <a:lnTo>
                    <a:pt x="1123175" y="224028"/>
                  </a:lnTo>
                  <a:lnTo>
                    <a:pt x="1126985" y="225933"/>
                  </a:lnTo>
                  <a:lnTo>
                    <a:pt x="1127747" y="226314"/>
                  </a:lnTo>
                  <a:lnTo>
                    <a:pt x="1133843" y="227076"/>
                  </a:lnTo>
                  <a:lnTo>
                    <a:pt x="1142225" y="225552"/>
                  </a:lnTo>
                  <a:lnTo>
                    <a:pt x="1149083" y="221437"/>
                  </a:lnTo>
                  <a:lnTo>
                    <a:pt x="1149845" y="220980"/>
                  </a:lnTo>
                  <a:lnTo>
                    <a:pt x="1150607" y="226314"/>
                  </a:lnTo>
                  <a:lnTo>
                    <a:pt x="1156703" y="226314"/>
                  </a:lnTo>
                  <a:lnTo>
                    <a:pt x="1158227" y="226314"/>
                  </a:lnTo>
                  <a:close/>
                </a:path>
                <a:path w="1289685" h="241935">
                  <a:moveTo>
                    <a:pt x="1162037" y="100584"/>
                  </a:moveTo>
                  <a:lnTo>
                    <a:pt x="1154417" y="100584"/>
                  </a:lnTo>
                  <a:lnTo>
                    <a:pt x="1149083" y="108204"/>
                  </a:lnTo>
                  <a:lnTo>
                    <a:pt x="1134605" y="131064"/>
                  </a:lnTo>
                  <a:lnTo>
                    <a:pt x="1134605" y="100584"/>
                  </a:lnTo>
                  <a:lnTo>
                    <a:pt x="1126985" y="100584"/>
                  </a:lnTo>
                  <a:lnTo>
                    <a:pt x="1126985" y="140208"/>
                  </a:lnTo>
                  <a:lnTo>
                    <a:pt x="1135367" y="140208"/>
                  </a:lnTo>
                  <a:lnTo>
                    <a:pt x="1139939" y="132588"/>
                  </a:lnTo>
                  <a:lnTo>
                    <a:pt x="1149845" y="118110"/>
                  </a:lnTo>
                  <a:lnTo>
                    <a:pt x="1154417" y="110490"/>
                  </a:lnTo>
                  <a:lnTo>
                    <a:pt x="1154417" y="140208"/>
                  </a:lnTo>
                  <a:lnTo>
                    <a:pt x="1162037" y="140208"/>
                  </a:lnTo>
                  <a:lnTo>
                    <a:pt x="1162037" y="100584"/>
                  </a:lnTo>
                  <a:close/>
                </a:path>
                <a:path w="1289685" h="241935">
                  <a:moveTo>
                    <a:pt x="1188707" y="14478"/>
                  </a:moveTo>
                  <a:lnTo>
                    <a:pt x="1181087" y="14478"/>
                  </a:lnTo>
                  <a:lnTo>
                    <a:pt x="1174991" y="22098"/>
                  </a:lnTo>
                  <a:lnTo>
                    <a:pt x="1165847" y="37338"/>
                  </a:lnTo>
                  <a:lnTo>
                    <a:pt x="1160513" y="44958"/>
                  </a:lnTo>
                  <a:lnTo>
                    <a:pt x="1160513" y="14478"/>
                  </a:lnTo>
                  <a:lnTo>
                    <a:pt x="1153655" y="14478"/>
                  </a:lnTo>
                  <a:lnTo>
                    <a:pt x="1153655" y="54102"/>
                  </a:lnTo>
                  <a:lnTo>
                    <a:pt x="1161275" y="54102"/>
                  </a:lnTo>
                  <a:lnTo>
                    <a:pt x="1166609" y="46482"/>
                  </a:lnTo>
                  <a:lnTo>
                    <a:pt x="1176515" y="32004"/>
                  </a:lnTo>
                  <a:lnTo>
                    <a:pt x="1181087" y="24384"/>
                  </a:lnTo>
                  <a:lnTo>
                    <a:pt x="1181087" y="54102"/>
                  </a:lnTo>
                  <a:lnTo>
                    <a:pt x="1188707" y="54102"/>
                  </a:lnTo>
                  <a:lnTo>
                    <a:pt x="1188707" y="14478"/>
                  </a:lnTo>
                  <a:close/>
                </a:path>
                <a:path w="1289685" h="241935">
                  <a:moveTo>
                    <a:pt x="1201674" y="212598"/>
                  </a:moveTo>
                  <a:lnTo>
                    <a:pt x="1194816" y="211836"/>
                  </a:lnTo>
                  <a:lnTo>
                    <a:pt x="1193292" y="215646"/>
                  </a:lnTo>
                  <a:lnTo>
                    <a:pt x="1187958" y="220980"/>
                  </a:lnTo>
                  <a:lnTo>
                    <a:pt x="1179576" y="220218"/>
                  </a:lnTo>
                  <a:lnTo>
                    <a:pt x="1175004" y="217932"/>
                  </a:lnTo>
                  <a:lnTo>
                    <a:pt x="1172718" y="210312"/>
                  </a:lnTo>
                  <a:lnTo>
                    <a:pt x="1172718" y="199644"/>
                  </a:lnTo>
                  <a:lnTo>
                    <a:pt x="1178052" y="193548"/>
                  </a:lnTo>
                  <a:lnTo>
                    <a:pt x="1184910" y="191262"/>
                  </a:lnTo>
                  <a:lnTo>
                    <a:pt x="1191006" y="193548"/>
                  </a:lnTo>
                  <a:lnTo>
                    <a:pt x="1194054" y="199644"/>
                  </a:lnTo>
                  <a:lnTo>
                    <a:pt x="1200912" y="198120"/>
                  </a:lnTo>
                  <a:lnTo>
                    <a:pt x="1197102" y="191262"/>
                  </a:lnTo>
                  <a:lnTo>
                    <a:pt x="1190244" y="186690"/>
                  </a:lnTo>
                  <a:lnTo>
                    <a:pt x="1184148" y="185928"/>
                  </a:lnTo>
                  <a:lnTo>
                    <a:pt x="1174242" y="188214"/>
                  </a:lnTo>
                  <a:lnTo>
                    <a:pt x="1167384" y="195834"/>
                  </a:lnTo>
                  <a:lnTo>
                    <a:pt x="1165098" y="206502"/>
                  </a:lnTo>
                  <a:lnTo>
                    <a:pt x="1165860" y="214884"/>
                  </a:lnTo>
                  <a:lnTo>
                    <a:pt x="1170432" y="220980"/>
                  </a:lnTo>
                  <a:lnTo>
                    <a:pt x="1176528" y="225552"/>
                  </a:lnTo>
                  <a:lnTo>
                    <a:pt x="1184148" y="227076"/>
                  </a:lnTo>
                  <a:lnTo>
                    <a:pt x="1193292" y="224790"/>
                  </a:lnTo>
                  <a:lnTo>
                    <a:pt x="1199388" y="217932"/>
                  </a:lnTo>
                  <a:lnTo>
                    <a:pt x="1201674" y="212598"/>
                  </a:lnTo>
                  <a:close/>
                </a:path>
                <a:path w="1289685" h="241935">
                  <a:moveTo>
                    <a:pt x="1229868" y="100584"/>
                  </a:moveTo>
                  <a:lnTo>
                    <a:pt x="1222248" y="100584"/>
                  </a:lnTo>
                  <a:lnTo>
                    <a:pt x="1216914" y="108204"/>
                  </a:lnTo>
                  <a:lnTo>
                    <a:pt x="1207008" y="122682"/>
                  </a:lnTo>
                  <a:lnTo>
                    <a:pt x="1202436" y="131064"/>
                  </a:lnTo>
                  <a:lnTo>
                    <a:pt x="1202436" y="100584"/>
                  </a:lnTo>
                  <a:lnTo>
                    <a:pt x="1194816" y="100584"/>
                  </a:lnTo>
                  <a:lnTo>
                    <a:pt x="1194816" y="140208"/>
                  </a:lnTo>
                  <a:lnTo>
                    <a:pt x="1203198" y="140208"/>
                  </a:lnTo>
                  <a:lnTo>
                    <a:pt x="1207770" y="132588"/>
                  </a:lnTo>
                  <a:lnTo>
                    <a:pt x="1216914" y="118110"/>
                  </a:lnTo>
                  <a:lnTo>
                    <a:pt x="1222248" y="110490"/>
                  </a:lnTo>
                  <a:lnTo>
                    <a:pt x="1222248" y="140208"/>
                  </a:lnTo>
                  <a:lnTo>
                    <a:pt x="1229868" y="140208"/>
                  </a:lnTo>
                  <a:lnTo>
                    <a:pt x="1229868" y="100584"/>
                  </a:lnTo>
                  <a:close/>
                </a:path>
                <a:path w="1289685" h="241935">
                  <a:moveTo>
                    <a:pt x="1242047" y="186690"/>
                  </a:moveTo>
                  <a:lnTo>
                    <a:pt x="1234427" y="186690"/>
                  </a:lnTo>
                  <a:lnTo>
                    <a:pt x="1234427" y="203454"/>
                  </a:lnTo>
                  <a:lnTo>
                    <a:pt x="1214615" y="203454"/>
                  </a:lnTo>
                  <a:lnTo>
                    <a:pt x="1214615" y="186690"/>
                  </a:lnTo>
                  <a:lnTo>
                    <a:pt x="1207757" y="186690"/>
                  </a:lnTo>
                  <a:lnTo>
                    <a:pt x="1207757" y="226314"/>
                  </a:lnTo>
                  <a:lnTo>
                    <a:pt x="1214615" y="226314"/>
                  </a:lnTo>
                  <a:lnTo>
                    <a:pt x="1214615" y="208788"/>
                  </a:lnTo>
                  <a:lnTo>
                    <a:pt x="1234427" y="208788"/>
                  </a:lnTo>
                  <a:lnTo>
                    <a:pt x="1234427" y="226314"/>
                  </a:lnTo>
                  <a:lnTo>
                    <a:pt x="1242047" y="226314"/>
                  </a:lnTo>
                  <a:lnTo>
                    <a:pt x="1242047" y="186690"/>
                  </a:lnTo>
                  <a:close/>
                </a:path>
                <a:path w="1289685" h="241935">
                  <a:moveTo>
                    <a:pt x="1289304" y="205740"/>
                  </a:moveTo>
                  <a:lnTo>
                    <a:pt x="1288542" y="200406"/>
                  </a:lnTo>
                  <a:lnTo>
                    <a:pt x="1287018" y="195834"/>
                  </a:lnTo>
                  <a:lnTo>
                    <a:pt x="1283208" y="191262"/>
                  </a:lnTo>
                  <a:lnTo>
                    <a:pt x="1281684" y="190347"/>
                  </a:lnTo>
                  <a:lnTo>
                    <a:pt x="1281684" y="201930"/>
                  </a:lnTo>
                  <a:lnTo>
                    <a:pt x="1281684" y="211074"/>
                  </a:lnTo>
                  <a:lnTo>
                    <a:pt x="1280160" y="214884"/>
                  </a:lnTo>
                  <a:lnTo>
                    <a:pt x="1275588" y="219456"/>
                  </a:lnTo>
                  <a:lnTo>
                    <a:pt x="1272540" y="220980"/>
                  </a:lnTo>
                  <a:lnTo>
                    <a:pt x="1265682" y="220980"/>
                  </a:lnTo>
                  <a:lnTo>
                    <a:pt x="1262634" y="219456"/>
                  </a:lnTo>
                  <a:lnTo>
                    <a:pt x="1258062" y="214884"/>
                  </a:lnTo>
                  <a:lnTo>
                    <a:pt x="1257300" y="211074"/>
                  </a:lnTo>
                  <a:lnTo>
                    <a:pt x="1256538" y="206502"/>
                  </a:lnTo>
                  <a:lnTo>
                    <a:pt x="1257300" y="201930"/>
                  </a:lnTo>
                  <a:lnTo>
                    <a:pt x="1258062" y="198120"/>
                  </a:lnTo>
                  <a:lnTo>
                    <a:pt x="1264208" y="192506"/>
                  </a:lnTo>
                  <a:lnTo>
                    <a:pt x="1271282" y="191655"/>
                  </a:lnTo>
                  <a:lnTo>
                    <a:pt x="1277658" y="194983"/>
                  </a:lnTo>
                  <a:lnTo>
                    <a:pt x="1281684" y="201930"/>
                  </a:lnTo>
                  <a:lnTo>
                    <a:pt x="1281684" y="190347"/>
                  </a:lnTo>
                  <a:lnTo>
                    <a:pt x="1279398" y="188976"/>
                  </a:lnTo>
                  <a:lnTo>
                    <a:pt x="1274826" y="186690"/>
                  </a:lnTo>
                  <a:lnTo>
                    <a:pt x="1268730" y="185928"/>
                  </a:lnTo>
                  <a:lnTo>
                    <a:pt x="1264158" y="186690"/>
                  </a:lnTo>
                  <a:lnTo>
                    <a:pt x="1249680" y="206502"/>
                  </a:lnTo>
                  <a:lnTo>
                    <a:pt x="1250442" y="212598"/>
                  </a:lnTo>
                  <a:lnTo>
                    <a:pt x="1251966" y="217170"/>
                  </a:lnTo>
                  <a:lnTo>
                    <a:pt x="1255014" y="220980"/>
                  </a:lnTo>
                  <a:lnTo>
                    <a:pt x="1256538" y="222504"/>
                  </a:lnTo>
                  <a:lnTo>
                    <a:pt x="1258824" y="224790"/>
                  </a:lnTo>
                  <a:lnTo>
                    <a:pt x="1263396" y="226314"/>
                  </a:lnTo>
                  <a:lnTo>
                    <a:pt x="1268730" y="227076"/>
                  </a:lnTo>
                  <a:lnTo>
                    <a:pt x="1273302" y="226314"/>
                  </a:lnTo>
                  <a:lnTo>
                    <a:pt x="1279398" y="224790"/>
                  </a:lnTo>
                  <a:lnTo>
                    <a:pt x="1281684" y="223075"/>
                  </a:lnTo>
                  <a:lnTo>
                    <a:pt x="1282446" y="222504"/>
                  </a:lnTo>
                  <a:lnTo>
                    <a:pt x="1284732" y="220218"/>
                  </a:lnTo>
                  <a:lnTo>
                    <a:pt x="1287780" y="214122"/>
                  </a:lnTo>
                  <a:lnTo>
                    <a:pt x="1289304" y="210312"/>
                  </a:lnTo>
                  <a:lnTo>
                    <a:pt x="1289304" y="2057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3" name="object 2193"/>
            <p:cNvSpPr/>
            <p:nvPr/>
          </p:nvSpPr>
          <p:spPr>
            <a:xfrm>
              <a:off x="6262255" y="1702958"/>
              <a:ext cx="160020" cy="41275"/>
            </a:xfrm>
            <a:custGeom>
              <a:avLst/>
              <a:gdLst/>
              <a:ahLst/>
              <a:cxnLst/>
              <a:rect l="l" t="t" r="r" b="b"/>
              <a:pathLst>
                <a:path w="160020" h="41275">
                  <a:moveTo>
                    <a:pt x="39624" y="19812"/>
                  </a:moveTo>
                  <a:lnTo>
                    <a:pt x="38862" y="14478"/>
                  </a:lnTo>
                  <a:lnTo>
                    <a:pt x="37338" y="9906"/>
                  </a:lnTo>
                  <a:lnTo>
                    <a:pt x="33528" y="5334"/>
                  </a:lnTo>
                  <a:lnTo>
                    <a:pt x="32004" y="4419"/>
                  </a:lnTo>
                  <a:lnTo>
                    <a:pt x="32004" y="16002"/>
                  </a:lnTo>
                  <a:lnTo>
                    <a:pt x="32004" y="25146"/>
                  </a:lnTo>
                  <a:lnTo>
                    <a:pt x="30480" y="28956"/>
                  </a:lnTo>
                  <a:lnTo>
                    <a:pt x="25908" y="33528"/>
                  </a:lnTo>
                  <a:lnTo>
                    <a:pt x="22860" y="35052"/>
                  </a:lnTo>
                  <a:lnTo>
                    <a:pt x="16002" y="35052"/>
                  </a:lnTo>
                  <a:lnTo>
                    <a:pt x="12954" y="33528"/>
                  </a:lnTo>
                  <a:lnTo>
                    <a:pt x="8382" y="28956"/>
                  </a:lnTo>
                  <a:lnTo>
                    <a:pt x="7620" y="25146"/>
                  </a:lnTo>
                  <a:lnTo>
                    <a:pt x="6858" y="20574"/>
                  </a:lnTo>
                  <a:lnTo>
                    <a:pt x="7620" y="16002"/>
                  </a:lnTo>
                  <a:lnTo>
                    <a:pt x="8382" y="12192"/>
                  </a:lnTo>
                  <a:lnTo>
                    <a:pt x="14528" y="6578"/>
                  </a:lnTo>
                  <a:lnTo>
                    <a:pt x="21602" y="5727"/>
                  </a:lnTo>
                  <a:lnTo>
                    <a:pt x="27978" y="9055"/>
                  </a:lnTo>
                  <a:lnTo>
                    <a:pt x="32004" y="16002"/>
                  </a:lnTo>
                  <a:lnTo>
                    <a:pt x="32004" y="4419"/>
                  </a:lnTo>
                  <a:lnTo>
                    <a:pt x="29718" y="3048"/>
                  </a:lnTo>
                  <a:lnTo>
                    <a:pt x="25146" y="762"/>
                  </a:lnTo>
                  <a:lnTo>
                    <a:pt x="19050" y="0"/>
                  </a:lnTo>
                  <a:lnTo>
                    <a:pt x="14478" y="762"/>
                  </a:lnTo>
                  <a:lnTo>
                    <a:pt x="0" y="20574"/>
                  </a:lnTo>
                  <a:lnTo>
                    <a:pt x="762" y="26670"/>
                  </a:lnTo>
                  <a:lnTo>
                    <a:pt x="2286" y="31242"/>
                  </a:lnTo>
                  <a:lnTo>
                    <a:pt x="5334" y="35052"/>
                  </a:lnTo>
                  <a:lnTo>
                    <a:pt x="6858" y="36576"/>
                  </a:lnTo>
                  <a:lnTo>
                    <a:pt x="9144" y="38862"/>
                  </a:lnTo>
                  <a:lnTo>
                    <a:pt x="13716" y="40386"/>
                  </a:lnTo>
                  <a:lnTo>
                    <a:pt x="19050" y="41148"/>
                  </a:lnTo>
                  <a:lnTo>
                    <a:pt x="23622" y="40386"/>
                  </a:lnTo>
                  <a:lnTo>
                    <a:pt x="29718" y="38862"/>
                  </a:lnTo>
                  <a:lnTo>
                    <a:pt x="32004" y="37147"/>
                  </a:lnTo>
                  <a:lnTo>
                    <a:pt x="32766" y="36576"/>
                  </a:lnTo>
                  <a:lnTo>
                    <a:pt x="35052" y="34290"/>
                  </a:lnTo>
                  <a:lnTo>
                    <a:pt x="38100" y="28194"/>
                  </a:lnTo>
                  <a:lnTo>
                    <a:pt x="39624" y="24384"/>
                  </a:lnTo>
                  <a:lnTo>
                    <a:pt x="39624" y="19812"/>
                  </a:lnTo>
                  <a:close/>
                </a:path>
                <a:path w="160020" h="41275">
                  <a:moveTo>
                    <a:pt x="82283" y="26670"/>
                  </a:moveTo>
                  <a:lnTo>
                    <a:pt x="75425" y="25908"/>
                  </a:lnTo>
                  <a:lnTo>
                    <a:pt x="73901" y="29718"/>
                  </a:lnTo>
                  <a:lnTo>
                    <a:pt x="68567" y="35052"/>
                  </a:lnTo>
                  <a:lnTo>
                    <a:pt x="59423" y="34290"/>
                  </a:lnTo>
                  <a:lnTo>
                    <a:pt x="55613" y="32004"/>
                  </a:lnTo>
                  <a:lnTo>
                    <a:pt x="52565" y="24384"/>
                  </a:lnTo>
                  <a:lnTo>
                    <a:pt x="53327" y="13716"/>
                  </a:lnTo>
                  <a:lnTo>
                    <a:pt x="57899" y="7620"/>
                  </a:lnTo>
                  <a:lnTo>
                    <a:pt x="64757" y="5334"/>
                  </a:lnTo>
                  <a:lnTo>
                    <a:pt x="70853" y="7620"/>
                  </a:lnTo>
                  <a:lnTo>
                    <a:pt x="74663" y="13716"/>
                  </a:lnTo>
                  <a:lnTo>
                    <a:pt x="81521" y="12192"/>
                  </a:lnTo>
                  <a:lnTo>
                    <a:pt x="77711" y="5334"/>
                  </a:lnTo>
                  <a:lnTo>
                    <a:pt x="70853" y="762"/>
                  </a:lnTo>
                  <a:lnTo>
                    <a:pt x="64757" y="0"/>
                  </a:lnTo>
                  <a:lnTo>
                    <a:pt x="54089" y="2286"/>
                  </a:lnTo>
                  <a:lnTo>
                    <a:pt x="50279" y="5334"/>
                  </a:lnTo>
                  <a:lnTo>
                    <a:pt x="47993" y="9906"/>
                  </a:lnTo>
                  <a:lnTo>
                    <a:pt x="45707" y="20574"/>
                  </a:lnTo>
                  <a:lnTo>
                    <a:pt x="46469" y="28956"/>
                  </a:lnTo>
                  <a:lnTo>
                    <a:pt x="50279" y="35052"/>
                  </a:lnTo>
                  <a:lnTo>
                    <a:pt x="56375" y="39624"/>
                  </a:lnTo>
                  <a:lnTo>
                    <a:pt x="64757" y="41148"/>
                  </a:lnTo>
                  <a:lnTo>
                    <a:pt x="73901" y="38862"/>
                  </a:lnTo>
                  <a:lnTo>
                    <a:pt x="79997" y="32004"/>
                  </a:lnTo>
                  <a:lnTo>
                    <a:pt x="82283" y="26670"/>
                  </a:lnTo>
                  <a:close/>
                </a:path>
                <a:path w="160020" h="41275">
                  <a:moveTo>
                    <a:pt x="118872" y="762"/>
                  </a:moveTo>
                  <a:lnTo>
                    <a:pt x="84582" y="762"/>
                  </a:lnTo>
                  <a:lnTo>
                    <a:pt x="84582" y="6858"/>
                  </a:lnTo>
                  <a:lnTo>
                    <a:pt x="97536" y="6858"/>
                  </a:lnTo>
                  <a:lnTo>
                    <a:pt x="97536" y="40386"/>
                  </a:lnTo>
                  <a:lnTo>
                    <a:pt x="105156" y="40386"/>
                  </a:lnTo>
                  <a:lnTo>
                    <a:pt x="105156" y="6858"/>
                  </a:lnTo>
                  <a:lnTo>
                    <a:pt x="118872" y="6858"/>
                  </a:lnTo>
                  <a:lnTo>
                    <a:pt x="118872" y="762"/>
                  </a:lnTo>
                  <a:close/>
                </a:path>
                <a:path w="160020" h="41275">
                  <a:moveTo>
                    <a:pt x="160007" y="762"/>
                  </a:moveTo>
                  <a:lnTo>
                    <a:pt x="152387" y="762"/>
                  </a:lnTo>
                  <a:lnTo>
                    <a:pt x="147053" y="9144"/>
                  </a:lnTo>
                  <a:lnTo>
                    <a:pt x="137147" y="22860"/>
                  </a:lnTo>
                  <a:lnTo>
                    <a:pt x="132575" y="30480"/>
                  </a:lnTo>
                  <a:lnTo>
                    <a:pt x="132575" y="762"/>
                  </a:lnTo>
                  <a:lnTo>
                    <a:pt x="125717" y="762"/>
                  </a:lnTo>
                  <a:lnTo>
                    <a:pt x="125717" y="40386"/>
                  </a:lnTo>
                  <a:lnTo>
                    <a:pt x="133337" y="40386"/>
                  </a:lnTo>
                  <a:lnTo>
                    <a:pt x="137909" y="32004"/>
                  </a:lnTo>
                  <a:lnTo>
                    <a:pt x="147815" y="18288"/>
                  </a:lnTo>
                  <a:lnTo>
                    <a:pt x="153149" y="10668"/>
                  </a:lnTo>
                  <a:lnTo>
                    <a:pt x="153149" y="40386"/>
                  </a:lnTo>
                  <a:lnTo>
                    <a:pt x="160007" y="40386"/>
                  </a:lnTo>
                  <a:lnTo>
                    <a:pt x="160007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4" name="object 2194"/>
            <p:cNvSpPr/>
            <p:nvPr/>
          </p:nvSpPr>
          <p:spPr>
            <a:xfrm>
              <a:off x="5322722" y="348983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5" name="object 2195"/>
            <p:cNvSpPr/>
            <p:nvPr/>
          </p:nvSpPr>
          <p:spPr>
            <a:xfrm>
              <a:off x="5322722" y="348983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6" name="object 2196"/>
            <p:cNvSpPr/>
            <p:nvPr/>
          </p:nvSpPr>
          <p:spPr>
            <a:xfrm>
              <a:off x="5322722" y="236664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7" name="object 2197"/>
            <p:cNvSpPr/>
            <p:nvPr/>
          </p:nvSpPr>
          <p:spPr>
            <a:xfrm>
              <a:off x="5322722" y="236664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8" name="object 2198"/>
            <p:cNvSpPr/>
            <p:nvPr/>
          </p:nvSpPr>
          <p:spPr>
            <a:xfrm>
              <a:off x="5322722" y="2366648"/>
              <a:ext cx="8890" cy="1123315"/>
            </a:xfrm>
            <a:custGeom>
              <a:avLst/>
              <a:gdLst/>
              <a:ahLst/>
              <a:cxnLst/>
              <a:rect l="l" t="t" r="r" b="b"/>
              <a:pathLst>
                <a:path w="8889" h="1123314">
                  <a:moveTo>
                    <a:pt x="8381" y="0"/>
                  </a:moveTo>
                  <a:lnTo>
                    <a:pt x="8381" y="1123188"/>
                  </a:lnTo>
                  <a:lnTo>
                    <a:pt x="0" y="1123188"/>
                  </a:ln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9" name="object 2199"/>
            <p:cNvSpPr/>
            <p:nvPr/>
          </p:nvSpPr>
          <p:spPr>
            <a:xfrm>
              <a:off x="5322722" y="2366648"/>
              <a:ext cx="8890" cy="1123315"/>
            </a:xfrm>
            <a:custGeom>
              <a:avLst/>
              <a:gdLst/>
              <a:ahLst/>
              <a:cxnLst/>
              <a:rect l="l" t="t" r="r" b="b"/>
              <a:pathLst>
                <a:path w="8889" h="1123314">
                  <a:moveTo>
                    <a:pt x="8381" y="0"/>
                  </a:moveTo>
                  <a:lnTo>
                    <a:pt x="8381" y="1123188"/>
                  </a:lnTo>
                  <a:lnTo>
                    <a:pt x="0" y="1123188"/>
                  </a:ln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00" name="object 2200"/>
            <p:cNvPicPr/>
            <p:nvPr/>
          </p:nvPicPr>
          <p:blipFill>
            <a:blip r:embed="rId145" cstate="print"/>
            <a:stretch>
              <a:fillRect/>
            </a:stretch>
          </p:blipFill>
          <p:spPr>
            <a:xfrm>
              <a:off x="6224930" y="2246252"/>
              <a:ext cx="136398" cy="30479"/>
            </a:xfrm>
            <a:prstGeom prst="rect">
              <a:avLst/>
            </a:prstGeom>
          </p:spPr>
        </p:pic>
        <p:sp>
          <p:nvSpPr>
            <p:cNvPr id="2201" name="object 2201"/>
            <p:cNvSpPr/>
            <p:nvPr/>
          </p:nvSpPr>
          <p:spPr>
            <a:xfrm>
              <a:off x="6224930" y="2246252"/>
              <a:ext cx="136525" cy="30480"/>
            </a:xfrm>
            <a:custGeom>
              <a:avLst/>
              <a:gdLst/>
              <a:ahLst/>
              <a:cxnLst/>
              <a:rect l="l" t="t" r="r" b="b"/>
              <a:pathLst>
                <a:path w="136525" h="30480">
                  <a:moveTo>
                    <a:pt x="0" y="14477"/>
                  </a:moveTo>
                  <a:lnTo>
                    <a:pt x="9144" y="22859"/>
                  </a:lnTo>
                  <a:lnTo>
                    <a:pt x="33528" y="28193"/>
                  </a:lnTo>
                  <a:lnTo>
                    <a:pt x="68580" y="30479"/>
                  </a:lnTo>
                  <a:lnTo>
                    <a:pt x="102870" y="28193"/>
                  </a:lnTo>
                  <a:lnTo>
                    <a:pt x="127254" y="22859"/>
                  </a:lnTo>
                  <a:lnTo>
                    <a:pt x="136398" y="14477"/>
                  </a:lnTo>
                  <a:lnTo>
                    <a:pt x="127254" y="6857"/>
                  </a:lnTo>
                  <a:lnTo>
                    <a:pt x="102870" y="2285"/>
                  </a:lnTo>
                  <a:lnTo>
                    <a:pt x="68580" y="0"/>
                  </a:lnTo>
                  <a:lnTo>
                    <a:pt x="33528" y="2285"/>
                  </a:lnTo>
                  <a:lnTo>
                    <a:pt x="9144" y="6857"/>
                  </a:lnTo>
                  <a:lnTo>
                    <a:pt x="0" y="144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02" name="object 2202"/>
            <p:cNvPicPr/>
            <p:nvPr/>
          </p:nvPicPr>
          <p:blipFill>
            <a:blip r:embed="rId146" cstate="print"/>
            <a:stretch>
              <a:fillRect/>
            </a:stretch>
          </p:blipFill>
          <p:spPr>
            <a:xfrm>
              <a:off x="6230264" y="2240918"/>
              <a:ext cx="126492" cy="16763"/>
            </a:xfrm>
            <a:prstGeom prst="rect">
              <a:avLst/>
            </a:prstGeom>
          </p:spPr>
        </p:pic>
        <p:sp>
          <p:nvSpPr>
            <p:cNvPr id="2203" name="object 2203"/>
            <p:cNvSpPr/>
            <p:nvPr/>
          </p:nvSpPr>
          <p:spPr>
            <a:xfrm>
              <a:off x="6266078" y="2240918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60" h="9525">
                  <a:moveTo>
                    <a:pt x="0" y="4572"/>
                  </a:moveTo>
                  <a:lnTo>
                    <a:pt x="762" y="7620"/>
                  </a:lnTo>
                  <a:lnTo>
                    <a:pt x="3048" y="9144"/>
                  </a:lnTo>
                  <a:lnTo>
                    <a:pt x="7620" y="9144"/>
                  </a:lnTo>
                  <a:lnTo>
                    <a:pt x="9906" y="7620"/>
                  </a:lnTo>
                  <a:lnTo>
                    <a:pt x="9906" y="3048"/>
                  </a:lnTo>
                  <a:lnTo>
                    <a:pt x="7620" y="762"/>
                  </a:lnTo>
                  <a:lnTo>
                    <a:pt x="5334" y="0"/>
                  </a:lnTo>
                  <a:lnTo>
                    <a:pt x="3047" y="762"/>
                  </a:lnTo>
                  <a:lnTo>
                    <a:pt x="761" y="3048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04" name="object 220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266078" y="2240156"/>
              <a:ext cx="9905" cy="9144"/>
            </a:xfrm>
            <a:prstGeom prst="rect">
              <a:avLst/>
            </a:prstGeom>
          </p:spPr>
        </p:pic>
        <p:sp>
          <p:nvSpPr>
            <p:cNvPr id="2205" name="object 2205"/>
            <p:cNvSpPr/>
            <p:nvPr/>
          </p:nvSpPr>
          <p:spPr>
            <a:xfrm>
              <a:off x="6266078" y="2240156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60" h="9525">
                  <a:moveTo>
                    <a:pt x="0" y="4572"/>
                  </a:moveTo>
                  <a:lnTo>
                    <a:pt x="762" y="6858"/>
                  </a:lnTo>
                  <a:lnTo>
                    <a:pt x="3048" y="8382"/>
                  </a:lnTo>
                  <a:lnTo>
                    <a:pt x="5334" y="9144"/>
                  </a:lnTo>
                  <a:lnTo>
                    <a:pt x="7620" y="8382"/>
                  </a:lnTo>
                  <a:lnTo>
                    <a:pt x="9906" y="6858"/>
                  </a:lnTo>
                  <a:lnTo>
                    <a:pt x="9906" y="2286"/>
                  </a:lnTo>
                  <a:lnTo>
                    <a:pt x="7620" y="762"/>
                  </a:lnTo>
                  <a:lnTo>
                    <a:pt x="5334" y="0"/>
                  </a:lnTo>
                  <a:lnTo>
                    <a:pt x="3047" y="762"/>
                  </a:lnTo>
                  <a:lnTo>
                    <a:pt x="761" y="2286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06" name="object 220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255397" y="2240918"/>
              <a:ext cx="9144" cy="9144"/>
            </a:xfrm>
            <a:prstGeom prst="rect">
              <a:avLst/>
            </a:prstGeom>
          </p:spPr>
        </p:pic>
        <p:sp>
          <p:nvSpPr>
            <p:cNvPr id="2207" name="object 2207"/>
            <p:cNvSpPr/>
            <p:nvPr/>
          </p:nvSpPr>
          <p:spPr>
            <a:xfrm>
              <a:off x="6255397" y="22409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2"/>
                  </a:moveTo>
                  <a:lnTo>
                    <a:pt x="0" y="7620"/>
                  </a:lnTo>
                  <a:lnTo>
                    <a:pt x="2286" y="9144"/>
                  </a:lnTo>
                  <a:lnTo>
                    <a:pt x="6858" y="9144"/>
                  </a:lnTo>
                  <a:lnTo>
                    <a:pt x="9144" y="7620"/>
                  </a:lnTo>
                  <a:lnTo>
                    <a:pt x="9144" y="3048"/>
                  </a:lnTo>
                  <a:lnTo>
                    <a:pt x="6858" y="762"/>
                  </a:lnTo>
                  <a:lnTo>
                    <a:pt x="4572" y="0"/>
                  </a:lnTo>
                  <a:lnTo>
                    <a:pt x="2285" y="762"/>
                  </a:lnTo>
                  <a:lnTo>
                    <a:pt x="0" y="3048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08" name="object 220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255397" y="2240156"/>
              <a:ext cx="9144" cy="9144"/>
            </a:xfrm>
            <a:prstGeom prst="rect">
              <a:avLst/>
            </a:prstGeom>
          </p:spPr>
        </p:pic>
        <p:sp>
          <p:nvSpPr>
            <p:cNvPr id="2209" name="object 2209"/>
            <p:cNvSpPr/>
            <p:nvPr/>
          </p:nvSpPr>
          <p:spPr>
            <a:xfrm>
              <a:off x="6255397" y="22401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2"/>
                  </a:moveTo>
                  <a:lnTo>
                    <a:pt x="0" y="6858"/>
                  </a:lnTo>
                  <a:lnTo>
                    <a:pt x="2286" y="8382"/>
                  </a:lnTo>
                  <a:lnTo>
                    <a:pt x="4572" y="9144"/>
                  </a:lnTo>
                  <a:lnTo>
                    <a:pt x="6858" y="8382"/>
                  </a:lnTo>
                  <a:lnTo>
                    <a:pt x="9144" y="6858"/>
                  </a:lnTo>
                  <a:lnTo>
                    <a:pt x="9144" y="2286"/>
                  </a:lnTo>
                  <a:lnTo>
                    <a:pt x="6858" y="762"/>
                  </a:lnTo>
                  <a:lnTo>
                    <a:pt x="4572" y="0"/>
                  </a:lnTo>
                  <a:lnTo>
                    <a:pt x="2285" y="762"/>
                  </a:lnTo>
                  <a:lnTo>
                    <a:pt x="0" y="2286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10" name="object 221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243980" y="2240918"/>
              <a:ext cx="9905" cy="9144"/>
            </a:xfrm>
            <a:prstGeom prst="rect">
              <a:avLst/>
            </a:prstGeom>
          </p:spPr>
        </p:pic>
        <p:sp>
          <p:nvSpPr>
            <p:cNvPr id="2211" name="object 2211"/>
            <p:cNvSpPr/>
            <p:nvPr/>
          </p:nvSpPr>
          <p:spPr>
            <a:xfrm>
              <a:off x="6243980" y="2240918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60" h="9525">
                  <a:moveTo>
                    <a:pt x="0" y="4572"/>
                  </a:moveTo>
                  <a:lnTo>
                    <a:pt x="762" y="7620"/>
                  </a:lnTo>
                  <a:lnTo>
                    <a:pt x="2286" y="9144"/>
                  </a:lnTo>
                  <a:lnTo>
                    <a:pt x="6858" y="9144"/>
                  </a:lnTo>
                  <a:lnTo>
                    <a:pt x="9144" y="7620"/>
                  </a:lnTo>
                  <a:lnTo>
                    <a:pt x="9906" y="4572"/>
                  </a:lnTo>
                  <a:lnTo>
                    <a:pt x="9144" y="3048"/>
                  </a:lnTo>
                  <a:lnTo>
                    <a:pt x="6858" y="762"/>
                  </a:lnTo>
                  <a:lnTo>
                    <a:pt x="4572" y="0"/>
                  </a:lnTo>
                  <a:lnTo>
                    <a:pt x="2285" y="762"/>
                  </a:lnTo>
                  <a:lnTo>
                    <a:pt x="761" y="3048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12" name="object 221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243980" y="2240156"/>
              <a:ext cx="9905" cy="9144"/>
            </a:xfrm>
            <a:prstGeom prst="rect">
              <a:avLst/>
            </a:prstGeom>
          </p:spPr>
        </p:pic>
        <p:sp>
          <p:nvSpPr>
            <p:cNvPr id="2213" name="object 2213"/>
            <p:cNvSpPr/>
            <p:nvPr/>
          </p:nvSpPr>
          <p:spPr>
            <a:xfrm>
              <a:off x="6243980" y="2240156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60" h="9525">
                  <a:moveTo>
                    <a:pt x="0" y="4572"/>
                  </a:moveTo>
                  <a:lnTo>
                    <a:pt x="762" y="6858"/>
                  </a:lnTo>
                  <a:lnTo>
                    <a:pt x="2286" y="8382"/>
                  </a:lnTo>
                  <a:lnTo>
                    <a:pt x="4572" y="9144"/>
                  </a:lnTo>
                  <a:lnTo>
                    <a:pt x="6858" y="8382"/>
                  </a:lnTo>
                  <a:lnTo>
                    <a:pt x="9144" y="6858"/>
                  </a:lnTo>
                  <a:lnTo>
                    <a:pt x="9906" y="4572"/>
                  </a:lnTo>
                  <a:lnTo>
                    <a:pt x="9144" y="2286"/>
                  </a:lnTo>
                  <a:lnTo>
                    <a:pt x="6858" y="762"/>
                  </a:lnTo>
                  <a:lnTo>
                    <a:pt x="4572" y="0"/>
                  </a:lnTo>
                  <a:lnTo>
                    <a:pt x="2285" y="762"/>
                  </a:lnTo>
                  <a:lnTo>
                    <a:pt x="761" y="2286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14" name="object 221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304178" y="2240918"/>
              <a:ext cx="9905" cy="9144"/>
            </a:xfrm>
            <a:prstGeom prst="rect">
              <a:avLst/>
            </a:prstGeom>
          </p:spPr>
        </p:pic>
        <p:sp>
          <p:nvSpPr>
            <p:cNvPr id="2215" name="object 2215"/>
            <p:cNvSpPr/>
            <p:nvPr/>
          </p:nvSpPr>
          <p:spPr>
            <a:xfrm>
              <a:off x="6304178" y="2240918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60" h="9525">
                  <a:moveTo>
                    <a:pt x="0" y="4572"/>
                  </a:moveTo>
                  <a:lnTo>
                    <a:pt x="762" y="7620"/>
                  </a:lnTo>
                  <a:lnTo>
                    <a:pt x="3048" y="9144"/>
                  </a:lnTo>
                  <a:lnTo>
                    <a:pt x="7620" y="9144"/>
                  </a:lnTo>
                  <a:lnTo>
                    <a:pt x="9144" y="7620"/>
                  </a:lnTo>
                  <a:lnTo>
                    <a:pt x="9906" y="4572"/>
                  </a:lnTo>
                  <a:lnTo>
                    <a:pt x="9144" y="3048"/>
                  </a:lnTo>
                  <a:lnTo>
                    <a:pt x="7620" y="762"/>
                  </a:lnTo>
                  <a:lnTo>
                    <a:pt x="5334" y="0"/>
                  </a:lnTo>
                  <a:lnTo>
                    <a:pt x="3047" y="762"/>
                  </a:lnTo>
                  <a:lnTo>
                    <a:pt x="761" y="3048"/>
                  </a:lnTo>
                  <a:lnTo>
                    <a:pt x="0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16" name="object 221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304178" y="2240606"/>
              <a:ext cx="9667" cy="8243"/>
            </a:xfrm>
            <a:prstGeom prst="rect">
              <a:avLst/>
            </a:prstGeom>
          </p:spPr>
        </p:pic>
        <p:sp>
          <p:nvSpPr>
            <p:cNvPr id="2217" name="object 2217"/>
            <p:cNvSpPr/>
            <p:nvPr/>
          </p:nvSpPr>
          <p:spPr>
            <a:xfrm>
              <a:off x="6304178" y="2240606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5">
                  <a:moveTo>
                    <a:pt x="0" y="4121"/>
                  </a:moveTo>
                  <a:lnTo>
                    <a:pt x="762" y="6407"/>
                  </a:lnTo>
                  <a:lnTo>
                    <a:pt x="7441" y="8243"/>
                  </a:lnTo>
                  <a:lnTo>
                    <a:pt x="9667" y="4121"/>
                  </a:lnTo>
                  <a:lnTo>
                    <a:pt x="7441" y="0"/>
                  </a:lnTo>
                  <a:lnTo>
                    <a:pt x="761" y="1835"/>
                  </a:lnTo>
                  <a:lnTo>
                    <a:pt x="0" y="412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18" name="object 2218"/>
            <p:cNvPicPr/>
            <p:nvPr/>
          </p:nvPicPr>
          <p:blipFill>
            <a:blip r:embed="rId147" cstate="print"/>
            <a:stretch>
              <a:fillRect/>
            </a:stretch>
          </p:blipFill>
          <p:spPr>
            <a:xfrm>
              <a:off x="6224930" y="2260730"/>
              <a:ext cx="136398" cy="22860"/>
            </a:xfrm>
            <a:prstGeom prst="rect">
              <a:avLst/>
            </a:prstGeom>
          </p:spPr>
        </p:pic>
        <p:sp>
          <p:nvSpPr>
            <p:cNvPr id="2219" name="object 2219"/>
            <p:cNvSpPr/>
            <p:nvPr/>
          </p:nvSpPr>
          <p:spPr>
            <a:xfrm>
              <a:off x="6224930" y="2260730"/>
              <a:ext cx="136525" cy="22860"/>
            </a:xfrm>
            <a:custGeom>
              <a:avLst/>
              <a:gdLst/>
              <a:ahLst/>
              <a:cxnLst/>
              <a:rect l="l" t="t" r="r" b="b"/>
              <a:pathLst>
                <a:path w="136525" h="22860">
                  <a:moveTo>
                    <a:pt x="0" y="0"/>
                  </a:moveTo>
                  <a:lnTo>
                    <a:pt x="0" y="7620"/>
                  </a:lnTo>
                  <a:lnTo>
                    <a:pt x="2286" y="11430"/>
                  </a:lnTo>
                  <a:lnTo>
                    <a:pt x="19812" y="18288"/>
                  </a:lnTo>
                  <a:lnTo>
                    <a:pt x="67818" y="22859"/>
                  </a:lnTo>
                  <a:lnTo>
                    <a:pt x="116586" y="18287"/>
                  </a:lnTo>
                  <a:lnTo>
                    <a:pt x="134112" y="11429"/>
                  </a:lnTo>
                  <a:lnTo>
                    <a:pt x="136398" y="7619"/>
                  </a:lnTo>
                  <a:lnTo>
                    <a:pt x="136398" y="0"/>
                  </a:lnTo>
                  <a:lnTo>
                    <a:pt x="134112" y="3809"/>
                  </a:lnTo>
                  <a:lnTo>
                    <a:pt x="117348" y="11429"/>
                  </a:lnTo>
                  <a:lnTo>
                    <a:pt x="67818" y="16001"/>
                  </a:lnTo>
                  <a:lnTo>
                    <a:pt x="20574" y="11429"/>
                  </a:lnTo>
                  <a:lnTo>
                    <a:pt x="3048" y="381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20" name="object 2220"/>
            <p:cNvPicPr/>
            <p:nvPr/>
          </p:nvPicPr>
          <p:blipFill>
            <a:blip r:embed="rId148" cstate="print"/>
            <a:stretch>
              <a:fillRect/>
            </a:stretch>
          </p:blipFill>
          <p:spPr>
            <a:xfrm>
              <a:off x="6195199" y="2067944"/>
              <a:ext cx="202691" cy="19050"/>
            </a:xfrm>
            <a:prstGeom prst="rect">
              <a:avLst/>
            </a:prstGeom>
          </p:spPr>
        </p:pic>
        <p:sp>
          <p:nvSpPr>
            <p:cNvPr id="2221" name="object 2221"/>
            <p:cNvSpPr/>
            <p:nvPr/>
          </p:nvSpPr>
          <p:spPr>
            <a:xfrm>
              <a:off x="6195199" y="2067944"/>
              <a:ext cx="203200" cy="19050"/>
            </a:xfrm>
            <a:custGeom>
              <a:avLst/>
              <a:gdLst/>
              <a:ahLst/>
              <a:cxnLst/>
              <a:rect l="l" t="t" r="r" b="b"/>
              <a:pathLst>
                <a:path w="203200" h="19050">
                  <a:moveTo>
                    <a:pt x="0" y="19050"/>
                  </a:moveTo>
                  <a:lnTo>
                    <a:pt x="10667" y="0"/>
                  </a:lnTo>
                  <a:lnTo>
                    <a:pt x="192024" y="0"/>
                  </a:lnTo>
                  <a:lnTo>
                    <a:pt x="202692" y="19049"/>
                  </a:lnTo>
                  <a:lnTo>
                    <a:pt x="0" y="1905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22" name="object 2222"/>
            <p:cNvPicPr/>
            <p:nvPr/>
          </p:nvPicPr>
          <p:blipFill>
            <a:blip r:embed="rId149" cstate="print"/>
            <a:stretch>
              <a:fillRect/>
            </a:stretch>
          </p:blipFill>
          <p:spPr>
            <a:xfrm>
              <a:off x="6195199" y="2084708"/>
              <a:ext cx="202692" cy="161544"/>
            </a:xfrm>
            <a:prstGeom prst="rect">
              <a:avLst/>
            </a:prstGeom>
          </p:spPr>
        </p:pic>
        <p:sp>
          <p:nvSpPr>
            <p:cNvPr id="2223" name="object 2223"/>
            <p:cNvSpPr/>
            <p:nvPr/>
          </p:nvSpPr>
          <p:spPr>
            <a:xfrm>
              <a:off x="6195199" y="2084708"/>
              <a:ext cx="203200" cy="161925"/>
            </a:xfrm>
            <a:custGeom>
              <a:avLst/>
              <a:gdLst/>
              <a:ahLst/>
              <a:cxnLst/>
              <a:rect l="l" t="t" r="r" b="b"/>
              <a:pathLst>
                <a:path w="203200" h="161925">
                  <a:moveTo>
                    <a:pt x="4572" y="0"/>
                  </a:moveTo>
                  <a:lnTo>
                    <a:pt x="3048" y="0"/>
                  </a:lnTo>
                  <a:lnTo>
                    <a:pt x="762" y="762"/>
                  </a:lnTo>
                  <a:lnTo>
                    <a:pt x="0" y="3810"/>
                  </a:lnTo>
                  <a:lnTo>
                    <a:pt x="0" y="157734"/>
                  </a:lnTo>
                  <a:lnTo>
                    <a:pt x="1524" y="160782"/>
                  </a:lnTo>
                  <a:lnTo>
                    <a:pt x="3810" y="161544"/>
                  </a:lnTo>
                  <a:lnTo>
                    <a:pt x="5334" y="160782"/>
                  </a:lnTo>
                  <a:lnTo>
                    <a:pt x="197358" y="160781"/>
                  </a:lnTo>
                  <a:lnTo>
                    <a:pt x="198882" y="161544"/>
                  </a:lnTo>
                  <a:lnTo>
                    <a:pt x="201168" y="160781"/>
                  </a:lnTo>
                  <a:lnTo>
                    <a:pt x="202692" y="156210"/>
                  </a:lnTo>
                  <a:lnTo>
                    <a:pt x="202692" y="3809"/>
                  </a:lnTo>
                  <a:lnTo>
                    <a:pt x="201930" y="761"/>
                  </a:lnTo>
                  <a:lnTo>
                    <a:pt x="199644" y="0"/>
                  </a:ln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24" name="object 2224"/>
            <p:cNvPicPr/>
            <p:nvPr/>
          </p:nvPicPr>
          <p:blipFill>
            <a:blip r:embed="rId150" cstate="print"/>
            <a:stretch>
              <a:fillRect/>
            </a:stretch>
          </p:blipFill>
          <p:spPr>
            <a:xfrm>
              <a:off x="6199022" y="2087756"/>
              <a:ext cx="195072" cy="154686"/>
            </a:xfrm>
            <a:prstGeom prst="rect">
              <a:avLst/>
            </a:prstGeom>
          </p:spPr>
        </p:pic>
        <p:sp>
          <p:nvSpPr>
            <p:cNvPr id="2225" name="object 2225"/>
            <p:cNvSpPr/>
            <p:nvPr/>
          </p:nvSpPr>
          <p:spPr>
            <a:xfrm>
              <a:off x="6199022" y="2087756"/>
              <a:ext cx="195580" cy="154940"/>
            </a:xfrm>
            <a:custGeom>
              <a:avLst/>
              <a:gdLst/>
              <a:ahLst/>
              <a:cxnLst/>
              <a:rect l="l" t="t" r="r" b="b"/>
              <a:pathLst>
                <a:path w="195579" h="154939">
                  <a:moveTo>
                    <a:pt x="4572" y="762"/>
                  </a:moveTo>
                  <a:lnTo>
                    <a:pt x="762" y="762"/>
                  </a:lnTo>
                  <a:lnTo>
                    <a:pt x="0" y="3810"/>
                  </a:lnTo>
                  <a:lnTo>
                    <a:pt x="0" y="151638"/>
                  </a:lnTo>
                  <a:lnTo>
                    <a:pt x="1524" y="153924"/>
                  </a:lnTo>
                  <a:lnTo>
                    <a:pt x="3810" y="154686"/>
                  </a:lnTo>
                  <a:lnTo>
                    <a:pt x="5334" y="153924"/>
                  </a:lnTo>
                  <a:lnTo>
                    <a:pt x="189738" y="153924"/>
                  </a:lnTo>
                  <a:lnTo>
                    <a:pt x="190500" y="154686"/>
                  </a:lnTo>
                  <a:lnTo>
                    <a:pt x="193548" y="153924"/>
                  </a:lnTo>
                  <a:lnTo>
                    <a:pt x="195072" y="150114"/>
                  </a:lnTo>
                  <a:lnTo>
                    <a:pt x="195072" y="3810"/>
                  </a:lnTo>
                  <a:lnTo>
                    <a:pt x="194310" y="762"/>
                  </a:lnTo>
                  <a:lnTo>
                    <a:pt x="192024" y="0"/>
                  </a:lnTo>
                  <a:lnTo>
                    <a:pt x="190500" y="762"/>
                  </a:lnTo>
                  <a:lnTo>
                    <a:pt x="4572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26" name="object 2226"/>
            <p:cNvPicPr/>
            <p:nvPr/>
          </p:nvPicPr>
          <p:blipFill>
            <a:blip r:embed="rId151" cstate="print"/>
            <a:stretch>
              <a:fillRect/>
            </a:stretch>
          </p:blipFill>
          <p:spPr>
            <a:xfrm>
              <a:off x="6209931" y="2102234"/>
              <a:ext cx="172719" cy="125729"/>
            </a:xfrm>
            <a:prstGeom prst="rect">
              <a:avLst/>
            </a:prstGeom>
          </p:spPr>
        </p:pic>
        <p:sp>
          <p:nvSpPr>
            <p:cNvPr id="2227" name="object 2227"/>
            <p:cNvSpPr/>
            <p:nvPr/>
          </p:nvSpPr>
          <p:spPr>
            <a:xfrm>
              <a:off x="6210439" y="2102234"/>
              <a:ext cx="172720" cy="125730"/>
            </a:xfrm>
            <a:custGeom>
              <a:avLst/>
              <a:gdLst/>
              <a:ahLst/>
              <a:cxnLst/>
              <a:rect l="l" t="t" r="r" b="b"/>
              <a:pathLst>
                <a:path w="172720" h="125730">
                  <a:moveTo>
                    <a:pt x="4572" y="0"/>
                  </a:moveTo>
                  <a:lnTo>
                    <a:pt x="762" y="0"/>
                  </a:lnTo>
                  <a:lnTo>
                    <a:pt x="0" y="2286"/>
                  </a:lnTo>
                  <a:lnTo>
                    <a:pt x="0" y="124205"/>
                  </a:lnTo>
                  <a:lnTo>
                    <a:pt x="1524" y="125730"/>
                  </a:lnTo>
                  <a:lnTo>
                    <a:pt x="167640" y="125730"/>
                  </a:lnTo>
                  <a:lnTo>
                    <a:pt x="170688" y="124968"/>
                  </a:lnTo>
                  <a:lnTo>
                    <a:pt x="172212" y="122682"/>
                  </a:lnTo>
                  <a:lnTo>
                    <a:pt x="172212" y="2285"/>
                  </a:lnTo>
                  <a:lnTo>
                    <a:pt x="171450" y="0"/>
                  </a:ln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28" name="object 2228"/>
            <p:cNvPicPr/>
            <p:nvPr/>
          </p:nvPicPr>
          <p:blipFill>
            <a:blip r:embed="rId152" cstate="print"/>
            <a:stretch>
              <a:fillRect/>
            </a:stretch>
          </p:blipFill>
          <p:spPr>
            <a:xfrm>
              <a:off x="6314833" y="2245490"/>
              <a:ext cx="32778" cy="23622"/>
            </a:xfrm>
            <a:prstGeom prst="rect">
              <a:avLst/>
            </a:prstGeom>
          </p:spPr>
        </p:pic>
        <p:pic>
          <p:nvPicPr>
            <p:cNvPr id="2229" name="object 2229"/>
            <p:cNvPicPr/>
            <p:nvPr/>
          </p:nvPicPr>
          <p:blipFill>
            <a:blip r:embed="rId153" cstate="print"/>
            <a:stretch>
              <a:fillRect/>
            </a:stretch>
          </p:blipFill>
          <p:spPr>
            <a:xfrm>
              <a:off x="6233299" y="2257682"/>
              <a:ext cx="26670" cy="11430"/>
            </a:xfrm>
            <a:prstGeom prst="rect">
              <a:avLst/>
            </a:prstGeom>
          </p:spPr>
        </p:pic>
        <p:sp>
          <p:nvSpPr>
            <p:cNvPr id="2230" name="object 2230"/>
            <p:cNvSpPr/>
            <p:nvPr/>
          </p:nvSpPr>
          <p:spPr>
            <a:xfrm>
              <a:off x="6233299" y="2257682"/>
              <a:ext cx="7620" cy="11430"/>
            </a:xfrm>
            <a:custGeom>
              <a:avLst/>
              <a:gdLst/>
              <a:ahLst/>
              <a:cxnLst/>
              <a:rect l="l" t="t" r="r" b="b"/>
              <a:pathLst>
                <a:path w="7620" h="11430">
                  <a:moveTo>
                    <a:pt x="7620" y="0"/>
                  </a:moveTo>
                  <a:lnTo>
                    <a:pt x="7620" y="11430"/>
                  </a:lnTo>
                  <a:lnTo>
                    <a:pt x="1524" y="6096"/>
                  </a:lnTo>
                  <a:lnTo>
                    <a:pt x="0" y="2286"/>
                  </a:lnTo>
                  <a:lnTo>
                    <a:pt x="0" y="0"/>
                  </a:lnTo>
                  <a:lnTo>
                    <a:pt x="762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1" name="object 2231"/>
            <p:cNvSpPr/>
            <p:nvPr/>
          </p:nvSpPr>
          <p:spPr>
            <a:xfrm>
              <a:off x="6327800" y="2257682"/>
              <a:ext cx="20320" cy="11430"/>
            </a:xfrm>
            <a:custGeom>
              <a:avLst/>
              <a:gdLst/>
              <a:ahLst/>
              <a:cxnLst/>
              <a:rect l="l" t="t" r="r" b="b"/>
              <a:pathLst>
                <a:path w="20320" h="11430">
                  <a:moveTo>
                    <a:pt x="0" y="0"/>
                  </a:moveTo>
                  <a:lnTo>
                    <a:pt x="0" y="11430"/>
                  </a:lnTo>
                  <a:lnTo>
                    <a:pt x="19811" y="11430"/>
                  </a:lnTo>
                  <a:lnTo>
                    <a:pt x="1981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32" name="object 2232"/>
            <p:cNvPicPr/>
            <p:nvPr/>
          </p:nvPicPr>
          <p:blipFill>
            <a:blip r:embed="rId154" cstate="print"/>
            <a:stretch>
              <a:fillRect/>
            </a:stretch>
          </p:blipFill>
          <p:spPr>
            <a:xfrm>
              <a:off x="6347599" y="2257682"/>
              <a:ext cx="7620" cy="11429"/>
            </a:xfrm>
            <a:prstGeom prst="rect">
              <a:avLst/>
            </a:prstGeom>
          </p:spPr>
        </p:pic>
        <p:sp>
          <p:nvSpPr>
            <p:cNvPr id="2233" name="object 2233"/>
            <p:cNvSpPr/>
            <p:nvPr/>
          </p:nvSpPr>
          <p:spPr>
            <a:xfrm>
              <a:off x="6347599" y="2257682"/>
              <a:ext cx="7620" cy="11430"/>
            </a:xfrm>
            <a:custGeom>
              <a:avLst/>
              <a:gdLst/>
              <a:ahLst/>
              <a:cxnLst/>
              <a:rect l="l" t="t" r="r" b="b"/>
              <a:pathLst>
                <a:path w="7620" h="11430">
                  <a:moveTo>
                    <a:pt x="0" y="0"/>
                  </a:moveTo>
                  <a:lnTo>
                    <a:pt x="0" y="11430"/>
                  </a:lnTo>
                  <a:lnTo>
                    <a:pt x="5334" y="6096"/>
                  </a:lnTo>
                  <a:lnTo>
                    <a:pt x="7620" y="2285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34" name="object 2234"/>
            <p:cNvPicPr/>
            <p:nvPr/>
          </p:nvPicPr>
          <p:blipFill>
            <a:blip r:embed="rId155" cstate="print"/>
            <a:stretch>
              <a:fillRect/>
            </a:stretch>
          </p:blipFill>
          <p:spPr>
            <a:xfrm>
              <a:off x="6156337" y="2272160"/>
              <a:ext cx="51816" cy="19812"/>
            </a:xfrm>
            <a:prstGeom prst="rect">
              <a:avLst/>
            </a:prstGeom>
          </p:spPr>
        </p:pic>
        <p:sp>
          <p:nvSpPr>
            <p:cNvPr id="2235" name="object 2235"/>
            <p:cNvSpPr/>
            <p:nvPr/>
          </p:nvSpPr>
          <p:spPr>
            <a:xfrm>
              <a:off x="6156337" y="2272160"/>
              <a:ext cx="52069" cy="20320"/>
            </a:xfrm>
            <a:custGeom>
              <a:avLst/>
              <a:gdLst/>
              <a:ahLst/>
              <a:cxnLst/>
              <a:rect l="l" t="t" r="r" b="b"/>
              <a:pathLst>
                <a:path w="52070" h="20319">
                  <a:moveTo>
                    <a:pt x="6096" y="19812"/>
                  </a:moveTo>
                  <a:lnTo>
                    <a:pt x="48006" y="7620"/>
                  </a:lnTo>
                  <a:lnTo>
                    <a:pt x="51816" y="6858"/>
                  </a:lnTo>
                  <a:lnTo>
                    <a:pt x="51816" y="0"/>
                  </a:lnTo>
                  <a:lnTo>
                    <a:pt x="45720" y="762"/>
                  </a:lnTo>
                  <a:lnTo>
                    <a:pt x="6858" y="11430"/>
                  </a:lnTo>
                  <a:lnTo>
                    <a:pt x="0" y="17526"/>
                  </a:lnTo>
                  <a:lnTo>
                    <a:pt x="1524" y="18288"/>
                  </a:lnTo>
                  <a:lnTo>
                    <a:pt x="4572" y="19050"/>
                  </a:lnTo>
                  <a:lnTo>
                    <a:pt x="6096" y="1981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36" name="object 2236"/>
            <p:cNvPicPr/>
            <p:nvPr/>
          </p:nvPicPr>
          <p:blipFill>
            <a:blip r:embed="rId156" cstate="print"/>
            <a:stretch>
              <a:fillRect/>
            </a:stretch>
          </p:blipFill>
          <p:spPr>
            <a:xfrm>
              <a:off x="6101473" y="2285876"/>
              <a:ext cx="262889" cy="77724"/>
            </a:xfrm>
            <a:prstGeom prst="rect">
              <a:avLst/>
            </a:prstGeom>
          </p:spPr>
        </p:pic>
        <p:sp>
          <p:nvSpPr>
            <p:cNvPr id="2237" name="object 2237"/>
            <p:cNvSpPr/>
            <p:nvPr/>
          </p:nvSpPr>
          <p:spPr>
            <a:xfrm>
              <a:off x="6101473" y="2285876"/>
              <a:ext cx="262890" cy="78105"/>
            </a:xfrm>
            <a:custGeom>
              <a:avLst/>
              <a:gdLst/>
              <a:ahLst/>
              <a:cxnLst/>
              <a:rect l="l" t="t" r="r" b="b"/>
              <a:pathLst>
                <a:path w="262889" h="78105">
                  <a:moveTo>
                    <a:pt x="36575" y="0"/>
                  </a:moveTo>
                  <a:lnTo>
                    <a:pt x="19811" y="25908"/>
                  </a:lnTo>
                  <a:lnTo>
                    <a:pt x="0" y="49530"/>
                  </a:lnTo>
                  <a:lnTo>
                    <a:pt x="240029" y="77723"/>
                  </a:lnTo>
                  <a:lnTo>
                    <a:pt x="250697" y="54863"/>
                  </a:lnTo>
                  <a:lnTo>
                    <a:pt x="262889" y="23621"/>
                  </a:lnTo>
                  <a:lnTo>
                    <a:pt x="3657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38" name="object 2238"/>
            <p:cNvPicPr/>
            <p:nvPr/>
          </p:nvPicPr>
          <p:blipFill>
            <a:blip r:embed="rId157" cstate="print"/>
            <a:stretch>
              <a:fillRect/>
            </a:stretch>
          </p:blipFill>
          <p:spPr>
            <a:xfrm>
              <a:off x="6113678" y="2310260"/>
              <a:ext cx="156972" cy="38862"/>
            </a:xfrm>
            <a:prstGeom prst="rect">
              <a:avLst/>
            </a:prstGeom>
          </p:spPr>
        </p:pic>
        <p:sp>
          <p:nvSpPr>
            <p:cNvPr id="2239" name="object 2239"/>
            <p:cNvSpPr/>
            <p:nvPr/>
          </p:nvSpPr>
          <p:spPr>
            <a:xfrm>
              <a:off x="6113678" y="2310260"/>
              <a:ext cx="157480" cy="39370"/>
            </a:xfrm>
            <a:custGeom>
              <a:avLst/>
              <a:gdLst/>
              <a:ahLst/>
              <a:cxnLst/>
              <a:rect l="l" t="t" r="r" b="b"/>
              <a:pathLst>
                <a:path w="157479" h="39369">
                  <a:moveTo>
                    <a:pt x="156972" y="16001"/>
                  </a:moveTo>
                  <a:lnTo>
                    <a:pt x="143256" y="38861"/>
                  </a:lnTo>
                  <a:lnTo>
                    <a:pt x="129540" y="37337"/>
                  </a:lnTo>
                  <a:lnTo>
                    <a:pt x="131826" y="33527"/>
                  </a:lnTo>
                  <a:lnTo>
                    <a:pt x="121920" y="32765"/>
                  </a:lnTo>
                  <a:lnTo>
                    <a:pt x="119634" y="36575"/>
                  </a:lnTo>
                  <a:lnTo>
                    <a:pt x="25146" y="25907"/>
                  </a:lnTo>
                  <a:lnTo>
                    <a:pt x="28194" y="21335"/>
                  </a:lnTo>
                  <a:lnTo>
                    <a:pt x="17526" y="20573"/>
                  </a:lnTo>
                  <a:lnTo>
                    <a:pt x="15240" y="24383"/>
                  </a:lnTo>
                  <a:lnTo>
                    <a:pt x="0" y="22859"/>
                  </a:lnTo>
                  <a:lnTo>
                    <a:pt x="18288" y="0"/>
                  </a:lnTo>
                  <a:lnTo>
                    <a:pt x="156972" y="1600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0" name="object 2240"/>
            <p:cNvSpPr/>
            <p:nvPr/>
          </p:nvSpPr>
          <p:spPr>
            <a:xfrm>
              <a:off x="6199771" y="2273684"/>
              <a:ext cx="2540" cy="6350"/>
            </a:xfrm>
            <a:custGeom>
              <a:avLst/>
              <a:gdLst/>
              <a:ahLst/>
              <a:cxnLst/>
              <a:rect l="l" t="t" r="r" b="b"/>
              <a:pathLst>
                <a:path w="2539" h="6350">
                  <a:moveTo>
                    <a:pt x="0" y="0"/>
                  </a:moveTo>
                  <a:lnTo>
                    <a:pt x="1524" y="0"/>
                  </a:lnTo>
                  <a:lnTo>
                    <a:pt x="2286" y="761"/>
                  </a:lnTo>
                  <a:lnTo>
                    <a:pt x="2286" y="5334"/>
                  </a:lnTo>
                  <a:lnTo>
                    <a:pt x="1524" y="60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1" name="object 2241"/>
            <p:cNvSpPr/>
            <p:nvPr/>
          </p:nvSpPr>
          <p:spPr>
            <a:xfrm>
              <a:off x="6196723" y="2273684"/>
              <a:ext cx="3175" cy="6985"/>
            </a:xfrm>
            <a:custGeom>
              <a:avLst/>
              <a:gdLst/>
              <a:ahLst/>
              <a:cxnLst/>
              <a:rect l="l" t="t" r="r" b="b"/>
              <a:pathLst>
                <a:path w="3175" h="6985">
                  <a:moveTo>
                    <a:pt x="0" y="0"/>
                  </a:moveTo>
                  <a:lnTo>
                    <a:pt x="1524" y="0"/>
                  </a:lnTo>
                  <a:lnTo>
                    <a:pt x="2286" y="761"/>
                  </a:lnTo>
                  <a:lnTo>
                    <a:pt x="3048" y="3810"/>
                  </a:lnTo>
                  <a:lnTo>
                    <a:pt x="2286" y="6096"/>
                  </a:lnTo>
                  <a:lnTo>
                    <a:pt x="2286" y="6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2" name="object 2242"/>
            <p:cNvSpPr/>
            <p:nvPr/>
          </p:nvSpPr>
          <p:spPr>
            <a:xfrm>
              <a:off x="6161671" y="2283590"/>
              <a:ext cx="6985" cy="5715"/>
            </a:xfrm>
            <a:custGeom>
              <a:avLst/>
              <a:gdLst/>
              <a:ahLst/>
              <a:cxnLst/>
              <a:rect l="l" t="t" r="r" b="b"/>
              <a:pathLst>
                <a:path w="6985" h="5714">
                  <a:moveTo>
                    <a:pt x="0" y="762"/>
                  </a:moveTo>
                  <a:lnTo>
                    <a:pt x="761" y="0"/>
                  </a:lnTo>
                  <a:lnTo>
                    <a:pt x="4572" y="0"/>
                  </a:lnTo>
                  <a:lnTo>
                    <a:pt x="6096" y="1524"/>
                  </a:lnTo>
                  <a:lnTo>
                    <a:pt x="6858" y="3810"/>
                  </a:lnTo>
                  <a:lnTo>
                    <a:pt x="6858" y="53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3" name="object 2243"/>
            <p:cNvSpPr/>
            <p:nvPr/>
          </p:nvSpPr>
          <p:spPr>
            <a:xfrm>
              <a:off x="6164719" y="2282066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0" y="762"/>
                  </a:moveTo>
                  <a:lnTo>
                    <a:pt x="761" y="0"/>
                  </a:lnTo>
                  <a:lnTo>
                    <a:pt x="1524" y="0"/>
                  </a:lnTo>
                  <a:lnTo>
                    <a:pt x="3048" y="762"/>
                  </a:lnTo>
                  <a:lnTo>
                    <a:pt x="4572" y="2286"/>
                  </a:lnTo>
                  <a:lnTo>
                    <a:pt x="5334" y="4572"/>
                  </a:lnTo>
                  <a:lnTo>
                    <a:pt x="6096" y="53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4" name="object 2244"/>
            <p:cNvSpPr/>
            <p:nvPr/>
          </p:nvSpPr>
          <p:spPr>
            <a:xfrm>
              <a:off x="6178435" y="2277494"/>
              <a:ext cx="2540" cy="6350"/>
            </a:xfrm>
            <a:custGeom>
              <a:avLst/>
              <a:gdLst/>
              <a:ahLst/>
              <a:cxnLst/>
              <a:rect l="l" t="t" r="r" b="b"/>
              <a:pathLst>
                <a:path w="2539" h="6350">
                  <a:moveTo>
                    <a:pt x="0" y="0"/>
                  </a:moveTo>
                  <a:lnTo>
                    <a:pt x="762" y="761"/>
                  </a:lnTo>
                  <a:lnTo>
                    <a:pt x="2286" y="1523"/>
                  </a:lnTo>
                  <a:lnTo>
                    <a:pt x="2286" y="60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5" name="object 2245"/>
            <p:cNvSpPr/>
            <p:nvPr/>
          </p:nvSpPr>
          <p:spPr>
            <a:xfrm>
              <a:off x="6179959" y="2277494"/>
              <a:ext cx="2540" cy="5715"/>
            </a:xfrm>
            <a:custGeom>
              <a:avLst/>
              <a:gdLst/>
              <a:ahLst/>
              <a:cxnLst/>
              <a:rect l="l" t="t" r="r" b="b"/>
              <a:pathLst>
                <a:path w="2539" h="5714">
                  <a:moveTo>
                    <a:pt x="0" y="0"/>
                  </a:moveTo>
                  <a:lnTo>
                    <a:pt x="762" y="0"/>
                  </a:lnTo>
                  <a:lnTo>
                    <a:pt x="2286" y="761"/>
                  </a:lnTo>
                  <a:lnTo>
                    <a:pt x="2286" y="53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6" name="object 2246"/>
            <p:cNvSpPr/>
            <p:nvPr/>
          </p:nvSpPr>
          <p:spPr>
            <a:xfrm>
              <a:off x="6181483" y="2276732"/>
              <a:ext cx="3175" cy="6350"/>
            </a:xfrm>
            <a:custGeom>
              <a:avLst/>
              <a:gdLst/>
              <a:ahLst/>
              <a:cxnLst/>
              <a:rect l="l" t="t" r="r" b="b"/>
              <a:pathLst>
                <a:path w="3175" h="6350">
                  <a:moveTo>
                    <a:pt x="0" y="0"/>
                  </a:moveTo>
                  <a:lnTo>
                    <a:pt x="762" y="0"/>
                  </a:lnTo>
                  <a:lnTo>
                    <a:pt x="1524" y="761"/>
                  </a:lnTo>
                  <a:lnTo>
                    <a:pt x="2286" y="1523"/>
                  </a:lnTo>
                  <a:lnTo>
                    <a:pt x="3048" y="3047"/>
                  </a:lnTo>
                  <a:lnTo>
                    <a:pt x="3048" y="4572"/>
                  </a:lnTo>
                  <a:lnTo>
                    <a:pt x="2286" y="60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7" name="object 2247"/>
            <p:cNvSpPr/>
            <p:nvPr/>
          </p:nvSpPr>
          <p:spPr>
            <a:xfrm>
              <a:off x="6186817" y="2275208"/>
              <a:ext cx="3175" cy="6350"/>
            </a:xfrm>
            <a:custGeom>
              <a:avLst/>
              <a:gdLst/>
              <a:ahLst/>
              <a:cxnLst/>
              <a:rect l="l" t="t" r="r" b="b"/>
              <a:pathLst>
                <a:path w="3175" h="6350">
                  <a:moveTo>
                    <a:pt x="0" y="0"/>
                  </a:moveTo>
                  <a:lnTo>
                    <a:pt x="1524" y="761"/>
                  </a:lnTo>
                  <a:lnTo>
                    <a:pt x="2286" y="1523"/>
                  </a:lnTo>
                  <a:lnTo>
                    <a:pt x="3048" y="3047"/>
                  </a:lnTo>
                  <a:lnTo>
                    <a:pt x="3048" y="5334"/>
                  </a:lnTo>
                  <a:lnTo>
                    <a:pt x="2286" y="60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48" name="object 2248"/>
            <p:cNvPicPr/>
            <p:nvPr/>
          </p:nvPicPr>
          <p:blipFill>
            <a:blip r:embed="rId158" cstate="print"/>
            <a:stretch>
              <a:fillRect/>
            </a:stretch>
          </p:blipFill>
          <p:spPr>
            <a:xfrm>
              <a:off x="6100711" y="2340740"/>
              <a:ext cx="242315" cy="32765"/>
            </a:xfrm>
            <a:prstGeom prst="rect">
              <a:avLst/>
            </a:prstGeom>
          </p:spPr>
        </p:pic>
        <p:sp>
          <p:nvSpPr>
            <p:cNvPr id="2249" name="object 2249"/>
            <p:cNvSpPr/>
            <p:nvPr/>
          </p:nvSpPr>
          <p:spPr>
            <a:xfrm>
              <a:off x="6100711" y="2340740"/>
              <a:ext cx="242570" cy="33020"/>
            </a:xfrm>
            <a:custGeom>
              <a:avLst/>
              <a:gdLst/>
              <a:ahLst/>
              <a:cxnLst/>
              <a:rect l="l" t="t" r="r" b="b"/>
              <a:pathLst>
                <a:path w="242570" h="33019">
                  <a:moveTo>
                    <a:pt x="0" y="0"/>
                  </a:moveTo>
                  <a:lnTo>
                    <a:pt x="1524" y="3048"/>
                  </a:lnTo>
                  <a:lnTo>
                    <a:pt x="3048" y="4572"/>
                  </a:lnTo>
                  <a:lnTo>
                    <a:pt x="20574" y="6857"/>
                  </a:lnTo>
                  <a:lnTo>
                    <a:pt x="64769" y="11429"/>
                  </a:lnTo>
                  <a:lnTo>
                    <a:pt x="122682" y="18287"/>
                  </a:lnTo>
                  <a:lnTo>
                    <a:pt x="179832" y="25145"/>
                  </a:lnTo>
                  <a:lnTo>
                    <a:pt x="224028" y="30479"/>
                  </a:lnTo>
                  <a:lnTo>
                    <a:pt x="242315" y="32765"/>
                  </a:lnTo>
                  <a:lnTo>
                    <a:pt x="240792" y="31241"/>
                  </a:lnTo>
                  <a:lnTo>
                    <a:pt x="240029" y="28955"/>
                  </a:lnTo>
                  <a:lnTo>
                    <a:pt x="240029" y="28193"/>
                  </a:lnTo>
                  <a:lnTo>
                    <a:pt x="222504" y="25907"/>
                  </a:lnTo>
                  <a:lnTo>
                    <a:pt x="177546" y="21335"/>
                  </a:lnTo>
                  <a:lnTo>
                    <a:pt x="119634" y="13715"/>
                  </a:lnTo>
                  <a:lnTo>
                    <a:pt x="62484" y="7619"/>
                  </a:lnTo>
                  <a:lnTo>
                    <a:pt x="17526" y="228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50" name="object 2250"/>
            <p:cNvPicPr/>
            <p:nvPr/>
          </p:nvPicPr>
          <p:blipFill>
            <a:blip r:embed="rId159" cstate="print"/>
            <a:stretch>
              <a:fillRect/>
            </a:stretch>
          </p:blipFill>
          <p:spPr>
            <a:xfrm>
              <a:off x="6340754" y="2309498"/>
              <a:ext cx="26670" cy="64008"/>
            </a:xfrm>
            <a:prstGeom prst="rect">
              <a:avLst/>
            </a:prstGeom>
          </p:spPr>
        </p:pic>
        <p:sp>
          <p:nvSpPr>
            <p:cNvPr id="2251" name="object 2251"/>
            <p:cNvSpPr/>
            <p:nvPr/>
          </p:nvSpPr>
          <p:spPr>
            <a:xfrm>
              <a:off x="6340754" y="2309498"/>
              <a:ext cx="26670" cy="64135"/>
            </a:xfrm>
            <a:custGeom>
              <a:avLst/>
              <a:gdLst/>
              <a:ahLst/>
              <a:cxnLst/>
              <a:rect l="l" t="t" r="r" b="b"/>
              <a:pathLst>
                <a:path w="26670" h="64135">
                  <a:moveTo>
                    <a:pt x="2286" y="64008"/>
                  </a:moveTo>
                  <a:lnTo>
                    <a:pt x="5334" y="57912"/>
                  </a:lnTo>
                  <a:lnTo>
                    <a:pt x="11430" y="44958"/>
                  </a:lnTo>
                  <a:lnTo>
                    <a:pt x="20574" y="23622"/>
                  </a:lnTo>
                  <a:lnTo>
                    <a:pt x="24384" y="12192"/>
                  </a:lnTo>
                  <a:lnTo>
                    <a:pt x="26670" y="7620"/>
                  </a:lnTo>
                  <a:lnTo>
                    <a:pt x="26670" y="4572"/>
                  </a:lnTo>
                  <a:lnTo>
                    <a:pt x="25908" y="1524"/>
                  </a:lnTo>
                  <a:lnTo>
                    <a:pt x="24384" y="762"/>
                  </a:lnTo>
                  <a:lnTo>
                    <a:pt x="23622" y="0"/>
                  </a:lnTo>
                  <a:lnTo>
                    <a:pt x="20574" y="8382"/>
                  </a:lnTo>
                  <a:lnTo>
                    <a:pt x="11430" y="31242"/>
                  </a:lnTo>
                  <a:lnTo>
                    <a:pt x="3048" y="48006"/>
                  </a:lnTo>
                  <a:lnTo>
                    <a:pt x="762" y="54102"/>
                  </a:lnTo>
                  <a:lnTo>
                    <a:pt x="0" y="56388"/>
                  </a:lnTo>
                  <a:lnTo>
                    <a:pt x="0" y="59436"/>
                  </a:lnTo>
                  <a:lnTo>
                    <a:pt x="762" y="62484"/>
                  </a:lnTo>
                  <a:lnTo>
                    <a:pt x="1524" y="64008"/>
                  </a:lnTo>
                  <a:lnTo>
                    <a:pt x="2286" y="6400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52" name="object 2252"/>
            <p:cNvPicPr/>
            <p:nvPr/>
          </p:nvPicPr>
          <p:blipFill>
            <a:blip r:embed="rId160" cstate="print"/>
            <a:stretch>
              <a:fillRect/>
            </a:stretch>
          </p:blipFill>
          <p:spPr>
            <a:xfrm>
              <a:off x="6261506" y="2342264"/>
              <a:ext cx="30480" cy="10667"/>
            </a:xfrm>
            <a:prstGeom prst="rect">
              <a:avLst/>
            </a:prstGeom>
          </p:spPr>
        </p:pic>
        <p:sp>
          <p:nvSpPr>
            <p:cNvPr id="2253" name="object 2253"/>
            <p:cNvSpPr/>
            <p:nvPr/>
          </p:nvSpPr>
          <p:spPr>
            <a:xfrm>
              <a:off x="6261506" y="2342264"/>
              <a:ext cx="30480" cy="10795"/>
            </a:xfrm>
            <a:custGeom>
              <a:avLst/>
              <a:gdLst/>
              <a:ahLst/>
              <a:cxnLst/>
              <a:rect l="l" t="t" r="r" b="b"/>
              <a:pathLst>
                <a:path w="30479" h="10794">
                  <a:moveTo>
                    <a:pt x="27432" y="10667"/>
                  </a:moveTo>
                  <a:lnTo>
                    <a:pt x="0" y="7619"/>
                  </a:lnTo>
                  <a:lnTo>
                    <a:pt x="3048" y="2285"/>
                  </a:lnTo>
                  <a:lnTo>
                    <a:pt x="11430" y="3047"/>
                  </a:lnTo>
                  <a:lnTo>
                    <a:pt x="12954" y="0"/>
                  </a:lnTo>
                  <a:lnTo>
                    <a:pt x="22860" y="761"/>
                  </a:lnTo>
                  <a:lnTo>
                    <a:pt x="21336" y="4571"/>
                  </a:lnTo>
                  <a:lnTo>
                    <a:pt x="30480" y="5333"/>
                  </a:lnTo>
                  <a:lnTo>
                    <a:pt x="27432" y="1066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54" name="object 2254"/>
            <p:cNvPicPr/>
            <p:nvPr/>
          </p:nvPicPr>
          <p:blipFill>
            <a:blip r:embed="rId161" cstate="print"/>
            <a:stretch>
              <a:fillRect/>
            </a:stretch>
          </p:blipFill>
          <p:spPr>
            <a:xfrm>
              <a:off x="6136538" y="2299592"/>
              <a:ext cx="12191" cy="6096"/>
            </a:xfrm>
            <a:prstGeom prst="rect">
              <a:avLst/>
            </a:prstGeom>
          </p:spPr>
        </p:pic>
        <p:sp>
          <p:nvSpPr>
            <p:cNvPr id="2255" name="object 2255"/>
            <p:cNvSpPr/>
            <p:nvPr/>
          </p:nvSpPr>
          <p:spPr>
            <a:xfrm>
              <a:off x="6136538" y="2299592"/>
              <a:ext cx="12700" cy="6350"/>
            </a:xfrm>
            <a:custGeom>
              <a:avLst/>
              <a:gdLst/>
              <a:ahLst/>
              <a:cxnLst/>
              <a:rect l="l" t="t" r="r" b="b"/>
              <a:pathLst>
                <a:path w="12700" h="6350">
                  <a:moveTo>
                    <a:pt x="0" y="4572"/>
                  </a:moveTo>
                  <a:lnTo>
                    <a:pt x="3047" y="0"/>
                  </a:lnTo>
                  <a:lnTo>
                    <a:pt x="12192" y="762"/>
                  </a:lnTo>
                  <a:lnTo>
                    <a:pt x="9906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56" name="object 2256"/>
            <p:cNvPicPr/>
            <p:nvPr/>
          </p:nvPicPr>
          <p:blipFill>
            <a:blip r:embed="rId162" cstate="print"/>
            <a:stretch>
              <a:fillRect/>
            </a:stretch>
          </p:blipFill>
          <p:spPr>
            <a:xfrm>
              <a:off x="6155588" y="2301878"/>
              <a:ext cx="39624" cy="9144"/>
            </a:xfrm>
            <a:prstGeom prst="rect">
              <a:avLst/>
            </a:prstGeom>
          </p:spPr>
        </p:pic>
        <p:sp>
          <p:nvSpPr>
            <p:cNvPr id="2257" name="object 2257"/>
            <p:cNvSpPr/>
            <p:nvPr/>
          </p:nvSpPr>
          <p:spPr>
            <a:xfrm>
              <a:off x="6155588" y="2301878"/>
              <a:ext cx="40005" cy="9525"/>
            </a:xfrm>
            <a:custGeom>
              <a:avLst/>
              <a:gdLst/>
              <a:ahLst/>
              <a:cxnLst/>
              <a:rect l="l" t="t" r="r" b="b"/>
              <a:pathLst>
                <a:path w="40004" h="9525">
                  <a:moveTo>
                    <a:pt x="0" y="4572"/>
                  </a:moveTo>
                  <a:lnTo>
                    <a:pt x="2285" y="0"/>
                  </a:lnTo>
                  <a:lnTo>
                    <a:pt x="39624" y="3810"/>
                  </a:lnTo>
                  <a:lnTo>
                    <a:pt x="37338" y="914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58" name="object 2258"/>
            <p:cNvPicPr/>
            <p:nvPr/>
          </p:nvPicPr>
          <p:blipFill>
            <a:blip r:embed="rId163" cstate="print"/>
            <a:stretch>
              <a:fillRect/>
            </a:stretch>
          </p:blipFill>
          <p:spPr>
            <a:xfrm>
              <a:off x="6195199" y="2305688"/>
              <a:ext cx="38862" cy="9906"/>
            </a:xfrm>
            <a:prstGeom prst="rect">
              <a:avLst/>
            </a:prstGeom>
          </p:spPr>
        </p:pic>
        <p:sp>
          <p:nvSpPr>
            <p:cNvPr id="2259" name="object 2259"/>
            <p:cNvSpPr/>
            <p:nvPr/>
          </p:nvSpPr>
          <p:spPr>
            <a:xfrm>
              <a:off x="6195199" y="2305688"/>
              <a:ext cx="39370" cy="10160"/>
            </a:xfrm>
            <a:custGeom>
              <a:avLst/>
              <a:gdLst/>
              <a:ahLst/>
              <a:cxnLst/>
              <a:rect l="l" t="t" r="r" b="b"/>
              <a:pathLst>
                <a:path w="39370" h="10160">
                  <a:moveTo>
                    <a:pt x="0" y="5334"/>
                  </a:moveTo>
                  <a:lnTo>
                    <a:pt x="2285" y="0"/>
                  </a:lnTo>
                  <a:lnTo>
                    <a:pt x="38862" y="3810"/>
                  </a:lnTo>
                  <a:lnTo>
                    <a:pt x="36576" y="9906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60" name="object 2260"/>
            <p:cNvPicPr/>
            <p:nvPr/>
          </p:nvPicPr>
          <p:blipFill>
            <a:blip r:embed="rId89" cstate="print"/>
            <a:stretch>
              <a:fillRect/>
            </a:stretch>
          </p:blipFill>
          <p:spPr>
            <a:xfrm>
              <a:off x="6234061" y="2310260"/>
              <a:ext cx="39624" cy="9144"/>
            </a:xfrm>
            <a:prstGeom prst="rect">
              <a:avLst/>
            </a:prstGeom>
          </p:spPr>
        </p:pic>
        <p:sp>
          <p:nvSpPr>
            <p:cNvPr id="2261" name="object 2261"/>
            <p:cNvSpPr/>
            <p:nvPr/>
          </p:nvSpPr>
          <p:spPr>
            <a:xfrm>
              <a:off x="6234061" y="2310260"/>
              <a:ext cx="40005" cy="9525"/>
            </a:xfrm>
            <a:custGeom>
              <a:avLst/>
              <a:gdLst/>
              <a:ahLst/>
              <a:cxnLst/>
              <a:rect l="l" t="t" r="r" b="b"/>
              <a:pathLst>
                <a:path w="40004" h="9525">
                  <a:moveTo>
                    <a:pt x="0" y="5334"/>
                  </a:moveTo>
                  <a:lnTo>
                    <a:pt x="3047" y="0"/>
                  </a:lnTo>
                  <a:lnTo>
                    <a:pt x="39624" y="3810"/>
                  </a:lnTo>
                  <a:lnTo>
                    <a:pt x="36576" y="9144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62" name="object 2262"/>
            <p:cNvPicPr/>
            <p:nvPr/>
          </p:nvPicPr>
          <p:blipFill>
            <a:blip r:embed="rId164" cstate="print"/>
            <a:stretch>
              <a:fillRect/>
            </a:stretch>
          </p:blipFill>
          <p:spPr>
            <a:xfrm>
              <a:off x="6275971" y="2314832"/>
              <a:ext cx="32003" cy="9144"/>
            </a:xfrm>
            <a:prstGeom prst="rect">
              <a:avLst/>
            </a:prstGeom>
          </p:spPr>
        </p:pic>
        <p:sp>
          <p:nvSpPr>
            <p:cNvPr id="2263" name="object 2263"/>
            <p:cNvSpPr/>
            <p:nvPr/>
          </p:nvSpPr>
          <p:spPr>
            <a:xfrm>
              <a:off x="6275971" y="2314832"/>
              <a:ext cx="32384" cy="9525"/>
            </a:xfrm>
            <a:custGeom>
              <a:avLst/>
              <a:gdLst/>
              <a:ahLst/>
              <a:cxnLst/>
              <a:rect l="l" t="t" r="r" b="b"/>
              <a:pathLst>
                <a:path w="32385" h="9525">
                  <a:moveTo>
                    <a:pt x="0" y="5334"/>
                  </a:moveTo>
                  <a:lnTo>
                    <a:pt x="3047" y="0"/>
                  </a:lnTo>
                  <a:lnTo>
                    <a:pt x="32004" y="3810"/>
                  </a:lnTo>
                  <a:lnTo>
                    <a:pt x="30480" y="9144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64" name="object 2264"/>
            <p:cNvPicPr/>
            <p:nvPr/>
          </p:nvPicPr>
          <p:blipFill>
            <a:blip r:embed="rId165" cstate="print"/>
            <a:stretch>
              <a:fillRect/>
            </a:stretch>
          </p:blipFill>
          <p:spPr>
            <a:xfrm>
              <a:off x="6311785" y="2318642"/>
              <a:ext cx="39624" cy="9906"/>
            </a:xfrm>
            <a:prstGeom prst="rect">
              <a:avLst/>
            </a:prstGeom>
          </p:spPr>
        </p:pic>
        <p:sp>
          <p:nvSpPr>
            <p:cNvPr id="2265" name="object 2265"/>
            <p:cNvSpPr/>
            <p:nvPr/>
          </p:nvSpPr>
          <p:spPr>
            <a:xfrm>
              <a:off x="6311785" y="2318642"/>
              <a:ext cx="40005" cy="10160"/>
            </a:xfrm>
            <a:custGeom>
              <a:avLst/>
              <a:gdLst/>
              <a:ahLst/>
              <a:cxnLst/>
              <a:rect l="l" t="t" r="r" b="b"/>
              <a:pathLst>
                <a:path w="40004" h="10160">
                  <a:moveTo>
                    <a:pt x="0" y="5334"/>
                  </a:moveTo>
                  <a:lnTo>
                    <a:pt x="2285" y="0"/>
                  </a:lnTo>
                  <a:lnTo>
                    <a:pt x="39624" y="4572"/>
                  </a:lnTo>
                  <a:lnTo>
                    <a:pt x="36576" y="9906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66" name="object 2266"/>
            <p:cNvPicPr/>
            <p:nvPr/>
          </p:nvPicPr>
          <p:blipFill>
            <a:blip r:embed="rId161" cstate="print"/>
            <a:stretch>
              <a:fillRect/>
            </a:stretch>
          </p:blipFill>
          <p:spPr>
            <a:xfrm>
              <a:off x="6136538" y="2298830"/>
              <a:ext cx="12191" cy="6096"/>
            </a:xfrm>
            <a:prstGeom prst="rect">
              <a:avLst/>
            </a:prstGeom>
          </p:spPr>
        </p:pic>
        <p:sp>
          <p:nvSpPr>
            <p:cNvPr id="2267" name="object 2267"/>
            <p:cNvSpPr/>
            <p:nvPr/>
          </p:nvSpPr>
          <p:spPr>
            <a:xfrm>
              <a:off x="6136538" y="2298830"/>
              <a:ext cx="12700" cy="6350"/>
            </a:xfrm>
            <a:custGeom>
              <a:avLst/>
              <a:gdLst/>
              <a:ahLst/>
              <a:cxnLst/>
              <a:rect l="l" t="t" r="r" b="b"/>
              <a:pathLst>
                <a:path w="12700" h="6350">
                  <a:moveTo>
                    <a:pt x="0" y="5334"/>
                  </a:moveTo>
                  <a:lnTo>
                    <a:pt x="3047" y="0"/>
                  </a:lnTo>
                  <a:lnTo>
                    <a:pt x="12192" y="1524"/>
                  </a:lnTo>
                  <a:lnTo>
                    <a:pt x="9906" y="6096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68" name="object 2268"/>
            <p:cNvPicPr/>
            <p:nvPr/>
          </p:nvPicPr>
          <p:blipFill>
            <a:blip r:embed="rId166" cstate="print"/>
            <a:stretch>
              <a:fillRect/>
            </a:stretch>
          </p:blipFill>
          <p:spPr>
            <a:xfrm>
              <a:off x="6156350" y="2301116"/>
              <a:ext cx="39624" cy="9906"/>
            </a:xfrm>
            <a:prstGeom prst="rect">
              <a:avLst/>
            </a:prstGeom>
          </p:spPr>
        </p:pic>
        <p:sp>
          <p:nvSpPr>
            <p:cNvPr id="2269" name="object 2269"/>
            <p:cNvSpPr/>
            <p:nvPr/>
          </p:nvSpPr>
          <p:spPr>
            <a:xfrm>
              <a:off x="6156350" y="2301116"/>
              <a:ext cx="40005" cy="10160"/>
            </a:xfrm>
            <a:custGeom>
              <a:avLst/>
              <a:gdLst/>
              <a:ahLst/>
              <a:cxnLst/>
              <a:rect l="l" t="t" r="r" b="b"/>
              <a:pathLst>
                <a:path w="40004" h="10160">
                  <a:moveTo>
                    <a:pt x="0" y="5334"/>
                  </a:moveTo>
                  <a:lnTo>
                    <a:pt x="2285" y="0"/>
                  </a:lnTo>
                  <a:lnTo>
                    <a:pt x="39624" y="4572"/>
                  </a:lnTo>
                  <a:lnTo>
                    <a:pt x="37338" y="9906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70" name="object 2270"/>
            <p:cNvPicPr/>
            <p:nvPr/>
          </p:nvPicPr>
          <p:blipFill>
            <a:blip r:embed="rId167" cstate="print"/>
            <a:stretch>
              <a:fillRect/>
            </a:stretch>
          </p:blipFill>
          <p:spPr>
            <a:xfrm>
              <a:off x="6195961" y="2305688"/>
              <a:ext cx="38862" cy="9144"/>
            </a:xfrm>
            <a:prstGeom prst="rect">
              <a:avLst/>
            </a:prstGeom>
          </p:spPr>
        </p:pic>
        <p:sp>
          <p:nvSpPr>
            <p:cNvPr id="2271" name="object 2271"/>
            <p:cNvSpPr/>
            <p:nvPr/>
          </p:nvSpPr>
          <p:spPr>
            <a:xfrm>
              <a:off x="6195961" y="2305688"/>
              <a:ext cx="39370" cy="9525"/>
            </a:xfrm>
            <a:custGeom>
              <a:avLst/>
              <a:gdLst/>
              <a:ahLst/>
              <a:cxnLst/>
              <a:rect l="l" t="t" r="r" b="b"/>
              <a:pathLst>
                <a:path w="39370" h="9525">
                  <a:moveTo>
                    <a:pt x="0" y="5334"/>
                  </a:moveTo>
                  <a:lnTo>
                    <a:pt x="2285" y="0"/>
                  </a:lnTo>
                  <a:lnTo>
                    <a:pt x="38862" y="3810"/>
                  </a:lnTo>
                  <a:lnTo>
                    <a:pt x="36576" y="9144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72" name="object 2272"/>
            <p:cNvPicPr/>
            <p:nvPr/>
          </p:nvPicPr>
          <p:blipFill>
            <a:blip r:embed="rId89" cstate="print"/>
            <a:stretch>
              <a:fillRect/>
            </a:stretch>
          </p:blipFill>
          <p:spPr>
            <a:xfrm>
              <a:off x="6234823" y="2309498"/>
              <a:ext cx="38862" cy="9906"/>
            </a:xfrm>
            <a:prstGeom prst="rect">
              <a:avLst/>
            </a:prstGeom>
          </p:spPr>
        </p:pic>
        <p:sp>
          <p:nvSpPr>
            <p:cNvPr id="2273" name="object 2273"/>
            <p:cNvSpPr/>
            <p:nvPr/>
          </p:nvSpPr>
          <p:spPr>
            <a:xfrm>
              <a:off x="6234823" y="2309498"/>
              <a:ext cx="39370" cy="10160"/>
            </a:xfrm>
            <a:custGeom>
              <a:avLst/>
              <a:gdLst/>
              <a:ahLst/>
              <a:cxnLst/>
              <a:rect l="l" t="t" r="r" b="b"/>
              <a:pathLst>
                <a:path w="39370" h="10160">
                  <a:moveTo>
                    <a:pt x="0" y="5334"/>
                  </a:moveTo>
                  <a:lnTo>
                    <a:pt x="2285" y="0"/>
                  </a:lnTo>
                  <a:lnTo>
                    <a:pt x="38862" y="4572"/>
                  </a:lnTo>
                  <a:lnTo>
                    <a:pt x="36576" y="9906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74" name="object 2274"/>
            <p:cNvPicPr/>
            <p:nvPr/>
          </p:nvPicPr>
          <p:blipFill>
            <a:blip r:embed="rId168" cstate="print"/>
            <a:stretch>
              <a:fillRect/>
            </a:stretch>
          </p:blipFill>
          <p:spPr>
            <a:xfrm>
              <a:off x="6276733" y="2314832"/>
              <a:ext cx="32003" cy="8382"/>
            </a:xfrm>
            <a:prstGeom prst="rect">
              <a:avLst/>
            </a:prstGeom>
          </p:spPr>
        </p:pic>
        <p:sp>
          <p:nvSpPr>
            <p:cNvPr id="2275" name="object 2275"/>
            <p:cNvSpPr/>
            <p:nvPr/>
          </p:nvSpPr>
          <p:spPr>
            <a:xfrm>
              <a:off x="6276733" y="2314832"/>
              <a:ext cx="32384" cy="8890"/>
            </a:xfrm>
            <a:custGeom>
              <a:avLst/>
              <a:gdLst/>
              <a:ahLst/>
              <a:cxnLst/>
              <a:rect l="l" t="t" r="r" b="b"/>
              <a:pathLst>
                <a:path w="32385" h="8889">
                  <a:moveTo>
                    <a:pt x="0" y="5334"/>
                  </a:moveTo>
                  <a:lnTo>
                    <a:pt x="2285" y="0"/>
                  </a:lnTo>
                  <a:lnTo>
                    <a:pt x="32004" y="3810"/>
                  </a:lnTo>
                  <a:lnTo>
                    <a:pt x="29718" y="8382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76" name="object 2276"/>
            <p:cNvPicPr/>
            <p:nvPr/>
          </p:nvPicPr>
          <p:blipFill>
            <a:blip r:embed="rId169" cstate="print"/>
            <a:stretch>
              <a:fillRect/>
            </a:stretch>
          </p:blipFill>
          <p:spPr>
            <a:xfrm>
              <a:off x="6269126" y="2327024"/>
              <a:ext cx="32765" cy="12192"/>
            </a:xfrm>
            <a:prstGeom prst="rect">
              <a:avLst/>
            </a:prstGeom>
          </p:spPr>
        </p:pic>
        <p:sp>
          <p:nvSpPr>
            <p:cNvPr id="2277" name="object 2277"/>
            <p:cNvSpPr/>
            <p:nvPr/>
          </p:nvSpPr>
          <p:spPr>
            <a:xfrm>
              <a:off x="6269126" y="2327024"/>
              <a:ext cx="33020" cy="12700"/>
            </a:xfrm>
            <a:custGeom>
              <a:avLst/>
              <a:gdLst/>
              <a:ahLst/>
              <a:cxnLst/>
              <a:rect l="l" t="t" r="r" b="b"/>
              <a:pathLst>
                <a:path w="33020" h="12700">
                  <a:moveTo>
                    <a:pt x="32765" y="3048"/>
                  </a:moveTo>
                  <a:lnTo>
                    <a:pt x="28193" y="12192"/>
                  </a:lnTo>
                  <a:lnTo>
                    <a:pt x="0" y="8382"/>
                  </a:lnTo>
                  <a:lnTo>
                    <a:pt x="5333" y="0"/>
                  </a:lnTo>
                  <a:lnTo>
                    <a:pt x="32765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78" name="object 2278"/>
            <p:cNvPicPr/>
            <p:nvPr/>
          </p:nvPicPr>
          <p:blipFill>
            <a:blip r:embed="rId170" cstate="print"/>
            <a:stretch>
              <a:fillRect/>
            </a:stretch>
          </p:blipFill>
          <p:spPr>
            <a:xfrm>
              <a:off x="6262268" y="2344550"/>
              <a:ext cx="30479" cy="8382"/>
            </a:xfrm>
            <a:prstGeom prst="rect">
              <a:avLst/>
            </a:prstGeom>
          </p:spPr>
        </p:pic>
        <p:sp>
          <p:nvSpPr>
            <p:cNvPr id="2279" name="object 2279"/>
            <p:cNvSpPr/>
            <p:nvPr/>
          </p:nvSpPr>
          <p:spPr>
            <a:xfrm>
              <a:off x="6262268" y="2344550"/>
              <a:ext cx="30480" cy="8890"/>
            </a:xfrm>
            <a:custGeom>
              <a:avLst/>
              <a:gdLst/>
              <a:ahLst/>
              <a:cxnLst/>
              <a:rect l="l" t="t" r="r" b="b"/>
              <a:pathLst>
                <a:path w="30479" h="8889">
                  <a:moveTo>
                    <a:pt x="0" y="4572"/>
                  </a:moveTo>
                  <a:lnTo>
                    <a:pt x="3047" y="0"/>
                  </a:lnTo>
                  <a:lnTo>
                    <a:pt x="30480" y="3048"/>
                  </a:lnTo>
                  <a:lnTo>
                    <a:pt x="27432" y="838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80" name="object 2280"/>
            <p:cNvPicPr/>
            <p:nvPr/>
          </p:nvPicPr>
          <p:blipFill>
            <a:blip r:embed="rId171" cstate="print"/>
            <a:stretch>
              <a:fillRect/>
            </a:stretch>
          </p:blipFill>
          <p:spPr>
            <a:xfrm>
              <a:off x="6273685" y="2340740"/>
              <a:ext cx="11429" cy="5334"/>
            </a:xfrm>
            <a:prstGeom prst="rect">
              <a:avLst/>
            </a:prstGeom>
          </p:spPr>
        </p:pic>
        <p:sp>
          <p:nvSpPr>
            <p:cNvPr id="2281" name="object 2281"/>
            <p:cNvSpPr/>
            <p:nvPr/>
          </p:nvSpPr>
          <p:spPr>
            <a:xfrm>
              <a:off x="6273685" y="2340740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0" y="4572"/>
                  </a:moveTo>
                  <a:lnTo>
                    <a:pt x="1523" y="0"/>
                  </a:lnTo>
                  <a:lnTo>
                    <a:pt x="11430" y="1524"/>
                  </a:lnTo>
                  <a:lnTo>
                    <a:pt x="10668" y="533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82" name="object 2282"/>
            <p:cNvPicPr/>
            <p:nvPr/>
          </p:nvPicPr>
          <p:blipFill>
            <a:blip r:embed="rId172" cstate="print"/>
            <a:stretch>
              <a:fillRect/>
            </a:stretch>
          </p:blipFill>
          <p:spPr>
            <a:xfrm>
              <a:off x="6294259" y="2330834"/>
              <a:ext cx="51815" cy="28955"/>
            </a:xfrm>
            <a:prstGeom prst="rect">
              <a:avLst/>
            </a:prstGeom>
          </p:spPr>
        </p:pic>
        <p:sp>
          <p:nvSpPr>
            <p:cNvPr id="2283" name="object 2283"/>
            <p:cNvSpPr/>
            <p:nvPr/>
          </p:nvSpPr>
          <p:spPr>
            <a:xfrm>
              <a:off x="6294259" y="2330834"/>
              <a:ext cx="52069" cy="29209"/>
            </a:xfrm>
            <a:custGeom>
              <a:avLst/>
              <a:gdLst/>
              <a:ahLst/>
              <a:cxnLst/>
              <a:rect l="l" t="t" r="r" b="b"/>
              <a:pathLst>
                <a:path w="52070" h="29210">
                  <a:moveTo>
                    <a:pt x="40386" y="28955"/>
                  </a:moveTo>
                  <a:lnTo>
                    <a:pt x="0" y="22859"/>
                  </a:lnTo>
                  <a:lnTo>
                    <a:pt x="12954" y="0"/>
                  </a:lnTo>
                  <a:lnTo>
                    <a:pt x="51816" y="3809"/>
                  </a:lnTo>
                  <a:lnTo>
                    <a:pt x="40386" y="2895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84" name="object 2284"/>
            <p:cNvPicPr/>
            <p:nvPr/>
          </p:nvPicPr>
          <p:blipFill>
            <a:blip r:embed="rId173" cstate="print"/>
            <a:stretch>
              <a:fillRect/>
            </a:stretch>
          </p:blipFill>
          <p:spPr>
            <a:xfrm>
              <a:off x="6305702" y="2330834"/>
              <a:ext cx="41148" cy="8382"/>
            </a:xfrm>
            <a:prstGeom prst="rect">
              <a:avLst/>
            </a:prstGeom>
          </p:spPr>
        </p:pic>
        <p:sp>
          <p:nvSpPr>
            <p:cNvPr id="2285" name="object 2285"/>
            <p:cNvSpPr/>
            <p:nvPr/>
          </p:nvSpPr>
          <p:spPr>
            <a:xfrm>
              <a:off x="6305702" y="2330834"/>
              <a:ext cx="41275" cy="8890"/>
            </a:xfrm>
            <a:custGeom>
              <a:avLst/>
              <a:gdLst/>
              <a:ahLst/>
              <a:cxnLst/>
              <a:rect l="l" t="t" r="r" b="b"/>
              <a:pathLst>
                <a:path w="41275" h="8889">
                  <a:moveTo>
                    <a:pt x="0" y="3810"/>
                  </a:moveTo>
                  <a:lnTo>
                    <a:pt x="2285" y="0"/>
                  </a:lnTo>
                  <a:lnTo>
                    <a:pt x="41148" y="3810"/>
                  </a:lnTo>
                  <a:lnTo>
                    <a:pt x="38862" y="8382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86" name="object 2286"/>
            <p:cNvPicPr/>
            <p:nvPr/>
          </p:nvPicPr>
          <p:blipFill>
            <a:blip r:embed="rId174" cstate="print"/>
            <a:stretch>
              <a:fillRect/>
            </a:stretch>
          </p:blipFill>
          <p:spPr>
            <a:xfrm>
              <a:off x="6303416" y="2335406"/>
              <a:ext cx="28955" cy="6858"/>
            </a:xfrm>
            <a:prstGeom prst="rect">
              <a:avLst/>
            </a:prstGeom>
          </p:spPr>
        </p:pic>
        <p:sp>
          <p:nvSpPr>
            <p:cNvPr id="2287" name="object 2287"/>
            <p:cNvSpPr/>
            <p:nvPr/>
          </p:nvSpPr>
          <p:spPr>
            <a:xfrm>
              <a:off x="6303416" y="2335406"/>
              <a:ext cx="29209" cy="6985"/>
            </a:xfrm>
            <a:custGeom>
              <a:avLst/>
              <a:gdLst/>
              <a:ahLst/>
              <a:cxnLst/>
              <a:rect l="l" t="t" r="r" b="b"/>
              <a:pathLst>
                <a:path w="29210" h="6985">
                  <a:moveTo>
                    <a:pt x="0" y="3810"/>
                  </a:moveTo>
                  <a:lnTo>
                    <a:pt x="2285" y="0"/>
                  </a:lnTo>
                  <a:lnTo>
                    <a:pt x="28956" y="2286"/>
                  </a:lnTo>
                  <a:lnTo>
                    <a:pt x="27432" y="6858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88" name="object 2288"/>
            <p:cNvPicPr/>
            <p:nvPr/>
          </p:nvPicPr>
          <p:blipFill>
            <a:blip r:embed="rId175" cstate="print"/>
            <a:stretch>
              <a:fillRect/>
            </a:stretch>
          </p:blipFill>
          <p:spPr>
            <a:xfrm>
              <a:off x="6300368" y="2339216"/>
              <a:ext cx="29717" cy="8382"/>
            </a:xfrm>
            <a:prstGeom prst="rect">
              <a:avLst/>
            </a:prstGeom>
          </p:spPr>
        </p:pic>
        <p:sp>
          <p:nvSpPr>
            <p:cNvPr id="2289" name="object 2289"/>
            <p:cNvSpPr/>
            <p:nvPr/>
          </p:nvSpPr>
          <p:spPr>
            <a:xfrm>
              <a:off x="6300368" y="2339216"/>
              <a:ext cx="29845" cy="8890"/>
            </a:xfrm>
            <a:custGeom>
              <a:avLst/>
              <a:gdLst/>
              <a:ahLst/>
              <a:cxnLst/>
              <a:rect l="l" t="t" r="r" b="b"/>
              <a:pathLst>
                <a:path w="29845" h="8889">
                  <a:moveTo>
                    <a:pt x="0" y="4572"/>
                  </a:moveTo>
                  <a:lnTo>
                    <a:pt x="3047" y="0"/>
                  </a:lnTo>
                  <a:lnTo>
                    <a:pt x="29718" y="3810"/>
                  </a:lnTo>
                  <a:lnTo>
                    <a:pt x="27432" y="838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90" name="object 2290"/>
            <p:cNvPicPr/>
            <p:nvPr/>
          </p:nvPicPr>
          <p:blipFill>
            <a:blip r:embed="rId176" cstate="print"/>
            <a:stretch>
              <a:fillRect/>
            </a:stretch>
          </p:blipFill>
          <p:spPr>
            <a:xfrm>
              <a:off x="6297320" y="2344550"/>
              <a:ext cx="30479" cy="7620"/>
            </a:xfrm>
            <a:prstGeom prst="rect">
              <a:avLst/>
            </a:prstGeom>
          </p:spPr>
        </p:pic>
        <p:sp>
          <p:nvSpPr>
            <p:cNvPr id="2291" name="object 2291"/>
            <p:cNvSpPr/>
            <p:nvPr/>
          </p:nvSpPr>
          <p:spPr>
            <a:xfrm>
              <a:off x="6297320" y="2344550"/>
              <a:ext cx="30480" cy="7620"/>
            </a:xfrm>
            <a:custGeom>
              <a:avLst/>
              <a:gdLst/>
              <a:ahLst/>
              <a:cxnLst/>
              <a:rect l="l" t="t" r="r" b="b"/>
              <a:pathLst>
                <a:path w="30479" h="7619">
                  <a:moveTo>
                    <a:pt x="0" y="3810"/>
                  </a:moveTo>
                  <a:lnTo>
                    <a:pt x="3047" y="0"/>
                  </a:lnTo>
                  <a:lnTo>
                    <a:pt x="30480" y="3048"/>
                  </a:lnTo>
                  <a:lnTo>
                    <a:pt x="28194" y="7620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92" name="object 2292"/>
            <p:cNvPicPr/>
            <p:nvPr/>
          </p:nvPicPr>
          <p:blipFill>
            <a:blip r:embed="rId108" cstate="print"/>
            <a:stretch>
              <a:fillRect/>
            </a:stretch>
          </p:blipFill>
          <p:spPr>
            <a:xfrm>
              <a:off x="6295021" y="2349122"/>
              <a:ext cx="30479" cy="8382"/>
            </a:xfrm>
            <a:prstGeom prst="rect">
              <a:avLst/>
            </a:prstGeom>
          </p:spPr>
        </p:pic>
        <p:sp>
          <p:nvSpPr>
            <p:cNvPr id="2293" name="object 2293"/>
            <p:cNvSpPr/>
            <p:nvPr/>
          </p:nvSpPr>
          <p:spPr>
            <a:xfrm>
              <a:off x="6295021" y="2349122"/>
              <a:ext cx="30480" cy="8890"/>
            </a:xfrm>
            <a:custGeom>
              <a:avLst/>
              <a:gdLst/>
              <a:ahLst/>
              <a:cxnLst/>
              <a:rect l="l" t="t" r="r" b="b"/>
              <a:pathLst>
                <a:path w="30479" h="8889">
                  <a:moveTo>
                    <a:pt x="0" y="4572"/>
                  </a:moveTo>
                  <a:lnTo>
                    <a:pt x="2285" y="0"/>
                  </a:lnTo>
                  <a:lnTo>
                    <a:pt x="30480" y="3048"/>
                  </a:lnTo>
                  <a:lnTo>
                    <a:pt x="28194" y="838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94" name="object 2294"/>
            <p:cNvPicPr/>
            <p:nvPr/>
          </p:nvPicPr>
          <p:blipFill>
            <a:blip r:embed="rId177" cstate="print"/>
            <a:stretch>
              <a:fillRect/>
            </a:stretch>
          </p:blipFill>
          <p:spPr>
            <a:xfrm>
              <a:off x="6323228" y="2337692"/>
              <a:ext cx="21336" cy="21336"/>
            </a:xfrm>
            <a:prstGeom prst="rect">
              <a:avLst/>
            </a:prstGeom>
          </p:spPr>
        </p:pic>
        <p:sp>
          <p:nvSpPr>
            <p:cNvPr id="2295" name="object 2295"/>
            <p:cNvSpPr/>
            <p:nvPr/>
          </p:nvSpPr>
          <p:spPr>
            <a:xfrm>
              <a:off x="6323228" y="2337692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0" y="19812"/>
                  </a:moveTo>
                  <a:lnTo>
                    <a:pt x="9905" y="0"/>
                  </a:lnTo>
                  <a:lnTo>
                    <a:pt x="21336" y="1524"/>
                  </a:lnTo>
                  <a:lnTo>
                    <a:pt x="12192" y="21336"/>
                  </a:lnTo>
                  <a:lnTo>
                    <a:pt x="0" y="1981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96" name="object 2296"/>
            <p:cNvPicPr/>
            <p:nvPr/>
          </p:nvPicPr>
          <p:blipFill>
            <a:blip r:embed="rId178" cstate="print"/>
            <a:stretch>
              <a:fillRect/>
            </a:stretch>
          </p:blipFill>
          <p:spPr>
            <a:xfrm>
              <a:off x="6270650" y="2330834"/>
              <a:ext cx="29717" cy="8382"/>
            </a:xfrm>
            <a:prstGeom prst="rect">
              <a:avLst/>
            </a:prstGeom>
          </p:spPr>
        </p:pic>
        <p:sp>
          <p:nvSpPr>
            <p:cNvPr id="2297" name="object 2297"/>
            <p:cNvSpPr/>
            <p:nvPr/>
          </p:nvSpPr>
          <p:spPr>
            <a:xfrm>
              <a:off x="6270650" y="2330834"/>
              <a:ext cx="29845" cy="8890"/>
            </a:xfrm>
            <a:custGeom>
              <a:avLst/>
              <a:gdLst/>
              <a:ahLst/>
              <a:cxnLst/>
              <a:rect l="l" t="t" r="r" b="b"/>
              <a:pathLst>
                <a:path w="29845" h="8889">
                  <a:moveTo>
                    <a:pt x="0" y="3810"/>
                  </a:moveTo>
                  <a:lnTo>
                    <a:pt x="2285" y="0"/>
                  </a:lnTo>
                  <a:lnTo>
                    <a:pt x="29718" y="3810"/>
                  </a:lnTo>
                  <a:lnTo>
                    <a:pt x="27432" y="8382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98" name="object 2298"/>
            <p:cNvPicPr/>
            <p:nvPr/>
          </p:nvPicPr>
          <p:blipFill>
            <a:blip r:embed="rId179" cstate="print"/>
            <a:stretch>
              <a:fillRect/>
            </a:stretch>
          </p:blipFill>
          <p:spPr>
            <a:xfrm>
              <a:off x="6272923" y="2326262"/>
              <a:ext cx="29717" cy="7620"/>
            </a:xfrm>
            <a:prstGeom prst="rect">
              <a:avLst/>
            </a:prstGeom>
          </p:spPr>
        </p:pic>
        <p:sp>
          <p:nvSpPr>
            <p:cNvPr id="2299" name="object 2299"/>
            <p:cNvSpPr/>
            <p:nvPr/>
          </p:nvSpPr>
          <p:spPr>
            <a:xfrm>
              <a:off x="6272923" y="2326262"/>
              <a:ext cx="29845" cy="7620"/>
            </a:xfrm>
            <a:custGeom>
              <a:avLst/>
              <a:gdLst/>
              <a:ahLst/>
              <a:cxnLst/>
              <a:rect l="l" t="t" r="r" b="b"/>
              <a:pathLst>
                <a:path w="29845" h="7619">
                  <a:moveTo>
                    <a:pt x="0" y="4572"/>
                  </a:moveTo>
                  <a:lnTo>
                    <a:pt x="2285" y="0"/>
                  </a:lnTo>
                  <a:lnTo>
                    <a:pt x="29718" y="3810"/>
                  </a:lnTo>
                  <a:lnTo>
                    <a:pt x="27432" y="7620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00" name="object 2300"/>
            <p:cNvPicPr/>
            <p:nvPr/>
          </p:nvPicPr>
          <p:blipFill>
            <a:blip r:embed="rId180" cstate="print"/>
            <a:stretch>
              <a:fillRect/>
            </a:stretch>
          </p:blipFill>
          <p:spPr>
            <a:xfrm>
              <a:off x="6243980" y="2343026"/>
              <a:ext cx="16763" cy="6096"/>
            </a:xfrm>
            <a:prstGeom prst="rect">
              <a:avLst/>
            </a:prstGeom>
          </p:spPr>
        </p:pic>
        <p:sp>
          <p:nvSpPr>
            <p:cNvPr id="2301" name="object 2301"/>
            <p:cNvSpPr/>
            <p:nvPr/>
          </p:nvSpPr>
          <p:spPr>
            <a:xfrm>
              <a:off x="6243980" y="2343026"/>
              <a:ext cx="17145" cy="6350"/>
            </a:xfrm>
            <a:custGeom>
              <a:avLst/>
              <a:gdLst/>
              <a:ahLst/>
              <a:cxnLst/>
              <a:rect l="l" t="t" r="r" b="b"/>
              <a:pathLst>
                <a:path w="17145" h="6350">
                  <a:moveTo>
                    <a:pt x="0" y="4572"/>
                  </a:moveTo>
                  <a:lnTo>
                    <a:pt x="3047" y="0"/>
                  </a:lnTo>
                  <a:lnTo>
                    <a:pt x="16764" y="1524"/>
                  </a:lnTo>
                  <a:lnTo>
                    <a:pt x="13716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02" name="object 2302"/>
            <p:cNvPicPr/>
            <p:nvPr/>
          </p:nvPicPr>
          <p:blipFill>
            <a:blip r:embed="rId181" cstate="print"/>
            <a:stretch>
              <a:fillRect/>
            </a:stretch>
          </p:blipFill>
          <p:spPr>
            <a:xfrm>
              <a:off x="6244742" y="2338454"/>
              <a:ext cx="18287" cy="5334"/>
            </a:xfrm>
            <a:prstGeom prst="rect">
              <a:avLst/>
            </a:prstGeom>
          </p:spPr>
        </p:pic>
        <p:sp>
          <p:nvSpPr>
            <p:cNvPr id="2303" name="object 2303"/>
            <p:cNvSpPr/>
            <p:nvPr/>
          </p:nvSpPr>
          <p:spPr>
            <a:xfrm>
              <a:off x="6244742" y="2338454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4" h="5714">
                  <a:moveTo>
                    <a:pt x="0" y="3810"/>
                  </a:moveTo>
                  <a:lnTo>
                    <a:pt x="2285" y="0"/>
                  </a:lnTo>
                  <a:lnTo>
                    <a:pt x="18288" y="1524"/>
                  </a:lnTo>
                  <a:lnTo>
                    <a:pt x="16002" y="5334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04" name="object 2304"/>
            <p:cNvPicPr/>
            <p:nvPr/>
          </p:nvPicPr>
          <p:blipFill>
            <a:blip r:embed="rId182" cstate="print"/>
            <a:stretch>
              <a:fillRect/>
            </a:stretch>
          </p:blipFill>
          <p:spPr>
            <a:xfrm>
              <a:off x="6252349" y="2329310"/>
              <a:ext cx="16001" cy="9906"/>
            </a:xfrm>
            <a:prstGeom prst="rect">
              <a:avLst/>
            </a:prstGeom>
          </p:spPr>
        </p:pic>
        <p:sp>
          <p:nvSpPr>
            <p:cNvPr id="2305" name="object 2305"/>
            <p:cNvSpPr/>
            <p:nvPr/>
          </p:nvSpPr>
          <p:spPr>
            <a:xfrm>
              <a:off x="6252349" y="2329310"/>
              <a:ext cx="16510" cy="10160"/>
            </a:xfrm>
            <a:custGeom>
              <a:avLst/>
              <a:gdLst/>
              <a:ahLst/>
              <a:cxnLst/>
              <a:rect l="l" t="t" r="r" b="b"/>
              <a:pathLst>
                <a:path w="16510" h="10160">
                  <a:moveTo>
                    <a:pt x="0" y="9144"/>
                  </a:moveTo>
                  <a:lnTo>
                    <a:pt x="3810" y="3810"/>
                  </a:lnTo>
                  <a:lnTo>
                    <a:pt x="1523" y="3810"/>
                  </a:lnTo>
                  <a:lnTo>
                    <a:pt x="3809" y="0"/>
                  </a:lnTo>
                  <a:lnTo>
                    <a:pt x="16002" y="1524"/>
                  </a:lnTo>
                  <a:lnTo>
                    <a:pt x="10668" y="9906"/>
                  </a:lnTo>
                  <a:lnTo>
                    <a:pt x="0" y="914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06" name="object 2306"/>
            <p:cNvPicPr/>
            <p:nvPr/>
          </p:nvPicPr>
          <p:blipFill>
            <a:blip r:embed="rId183" cstate="print"/>
            <a:stretch>
              <a:fillRect/>
            </a:stretch>
          </p:blipFill>
          <p:spPr>
            <a:xfrm>
              <a:off x="6216535" y="2339216"/>
              <a:ext cx="20574" cy="6858"/>
            </a:xfrm>
            <a:prstGeom prst="rect">
              <a:avLst/>
            </a:prstGeom>
          </p:spPr>
        </p:pic>
        <p:sp>
          <p:nvSpPr>
            <p:cNvPr id="2307" name="object 2307"/>
            <p:cNvSpPr/>
            <p:nvPr/>
          </p:nvSpPr>
          <p:spPr>
            <a:xfrm>
              <a:off x="6216535" y="2339216"/>
              <a:ext cx="20955" cy="6985"/>
            </a:xfrm>
            <a:custGeom>
              <a:avLst/>
              <a:gdLst/>
              <a:ahLst/>
              <a:cxnLst/>
              <a:rect l="l" t="t" r="r" b="b"/>
              <a:pathLst>
                <a:path w="20954" h="6985">
                  <a:moveTo>
                    <a:pt x="0" y="5334"/>
                  </a:moveTo>
                  <a:lnTo>
                    <a:pt x="2285" y="0"/>
                  </a:lnTo>
                  <a:lnTo>
                    <a:pt x="20574" y="2286"/>
                  </a:lnTo>
                  <a:lnTo>
                    <a:pt x="17526" y="6858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08" name="object 2308"/>
            <p:cNvPicPr/>
            <p:nvPr/>
          </p:nvPicPr>
          <p:blipFill>
            <a:blip r:embed="rId184" cstate="print"/>
            <a:stretch>
              <a:fillRect/>
            </a:stretch>
          </p:blipFill>
          <p:spPr>
            <a:xfrm>
              <a:off x="6188354" y="2336168"/>
              <a:ext cx="29717" cy="7620"/>
            </a:xfrm>
            <a:prstGeom prst="rect">
              <a:avLst/>
            </a:prstGeom>
          </p:spPr>
        </p:pic>
        <p:sp>
          <p:nvSpPr>
            <p:cNvPr id="2309" name="object 2309"/>
            <p:cNvSpPr/>
            <p:nvPr/>
          </p:nvSpPr>
          <p:spPr>
            <a:xfrm>
              <a:off x="6188354" y="2336168"/>
              <a:ext cx="29845" cy="7620"/>
            </a:xfrm>
            <a:custGeom>
              <a:avLst/>
              <a:gdLst/>
              <a:ahLst/>
              <a:cxnLst/>
              <a:rect l="l" t="t" r="r" b="b"/>
              <a:pathLst>
                <a:path w="29845" h="7619">
                  <a:moveTo>
                    <a:pt x="0" y="4572"/>
                  </a:moveTo>
                  <a:lnTo>
                    <a:pt x="1523" y="0"/>
                  </a:lnTo>
                  <a:lnTo>
                    <a:pt x="29718" y="3048"/>
                  </a:lnTo>
                  <a:lnTo>
                    <a:pt x="27432" y="7620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10" name="object 2310"/>
            <p:cNvPicPr/>
            <p:nvPr/>
          </p:nvPicPr>
          <p:blipFill>
            <a:blip r:embed="rId185" cstate="print"/>
            <a:stretch>
              <a:fillRect/>
            </a:stretch>
          </p:blipFill>
          <p:spPr>
            <a:xfrm>
              <a:off x="6164719" y="2333882"/>
              <a:ext cx="25146" cy="6858"/>
            </a:xfrm>
            <a:prstGeom prst="rect">
              <a:avLst/>
            </a:prstGeom>
          </p:spPr>
        </p:pic>
        <p:sp>
          <p:nvSpPr>
            <p:cNvPr id="2311" name="object 2311"/>
            <p:cNvSpPr/>
            <p:nvPr/>
          </p:nvSpPr>
          <p:spPr>
            <a:xfrm>
              <a:off x="6164719" y="2333882"/>
              <a:ext cx="25400" cy="6985"/>
            </a:xfrm>
            <a:custGeom>
              <a:avLst/>
              <a:gdLst/>
              <a:ahLst/>
              <a:cxnLst/>
              <a:rect l="l" t="t" r="r" b="b"/>
              <a:pathLst>
                <a:path w="25400" h="6985">
                  <a:moveTo>
                    <a:pt x="0" y="4572"/>
                  </a:moveTo>
                  <a:lnTo>
                    <a:pt x="2285" y="0"/>
                  </a:lnTo>
                  <a:lnTo>
                    <a:pt x="25146" y="2286"/>
                  </a:lnTo>
                  <a:lnTo>
                    <a:pt x="22860" y="6858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12" name="object 2312"/>
            <p:cNvPicPr/>
            <p:nvPr/>
          </p:nvPicPr>
          <p:blipFill>
            <a:blip r:embed="rId186" cstate="print"/>
            <a:stretch>
              <a:fillRect/>
            </a:stretch>
          </p:blipFill>
          <p:spPr>
            <a:xfrm>
              <a:off x="6149492" y="2332358"/>
              <a:ext cx="17525" cy="6096"/>
            </a:xfrm>
            <a:prstGeom prst="rect">
              <a:avLst/>
            </a:prstGeom>
          </p:spPr>
        </p:pic>
        <p:sp>
          <p:nvSpPr>
            <p:cNvPr id="2313" name="object 2313"/>
            <p:cNvSpPr/>
            <p:nvPr/>
          </p:nvSpPr>
          <p:spPr>
            <a:xfrm>
              <a:off x="6149492" y="2332358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4572"/>
                  </a:moveTo>
                  <a:lnTo>
                    <a:pt x="3047" y="0"/>
                  </a:lnTo>
                  <a:lnTo>
                    <a:pt x="17526" y="1524"/>
                  </a:lnTo>
                  <a:lnTo>
                    <a:pt x="15240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14" name="object 2314"/>
            <p:cNvPicPr/>
            <p:nvPr/>
          </p:nvPicPr>
          <p:blipFill>
            <a:blip r:embed="rId187" cstate="print"/>
            <a:stretch>
              <a:fillRect/>
            </a:stretch>
          </p:blipFill>
          <p:spPr>
            <a:xfrm>
              <a:off x="6139573" y="2330834"/>
              <a:ext cx="12191" cy="6096"/>
            </a:xfrm>
            <a:prstGeom prst="rect">
              <a:avLst/>
            </a:prstGeom>
          </p:spPr>
        </p:pic>
        <p:sp>
          <p:nvSpPr>
            <p:cNvPr id="2315" name="object 2315"/>
            <p:cNvSpPr/>
            <p:nvPr/>
          </p:nvSpPr>
          <p:spPr>
            <a:xfrm>
              <a:off x="6139573" y="2330834"/>
              <a:ext cx="12700" cy="6350"/>
            </a:xfrm>
            <a:custGeom>
              <a:avLst/>
              <a:gdLst/>
              <a:ahLst/>
              <a:cxnLst/>
              <a:rect l="l" t="t" r="r" b="b"/>
              <a:pathLst>
                <a:path w="12700" h="6350">
                  <a:moveTo>
                    <a:pt x="0" y="4572"/>
                  </a:moveTo>
                  <a:lnTo>
                    <a:pt x="3047" y="0"/>
                  </a:lnTo>
                  <a:lnTo>
                    <a:pt x="12192" y="1524"/>
                  </a:lnTo>
                  <a:lnTo>
                    <a:pt x="9906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16" name="object 2316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6114440" y="2328548"/>
              <a:ext cx="17525" cy="6096"/>
            </a:xfrm>
            <a:prstGeom prst="rect">
              <a:avLst/>
            </a:prstGeom>
          </p:spPr>
        </p:pic>
        <p:sp>
          <p:nvSpPr>
            <p:cNvPr id="2317" name="object 2317"/>
            <p:cNvSpPr/>
            <p:nvPr/>
          </p:nvSpPr>
          <p:spPr>
            <a:xfrm>
              <a:off x="6114440" y="2328548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4572"/>
                  </a:moveTo>
                  <a:lnTo>
                    <a:pt x="3810" y="0"/>
                  </a:lnTo>
                  <a:lnTo>
                    <a:pt x="17526" y="1524"/>
                  </a:lnTo>
                  <a:lnTo>
                    <a:pt x="14478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18" name="object 2318"/>
            <p:cNvPicPr/>
            <p:nvPr/>
          </p:nvPicPr>
          <p:blipFill>
            <a:blip r:embed="rId188" cstate="print"/>
            <a:stretch>
              <a:fillRect/>
            </a:stretch>
          </p:blipFill>
          <p:spPr>
            <a:xfrm>
              <a:off x="6118250" y="2323976"/>
              <a:ext cx="24384" cy="6096"/>
            </a:xfrm>
            <a:prstGeom prst="rect">
              <a:avLst/>
            </a:prstGeom>
          </p:spPr>
        </p:pic>
        <p:sp>
          <p:nvSpPr>
            <p:cNvPr id="2319" name="object 2319"/>
            <p:cNvSpPr/>
            <p:nvPr/>
          </p:nvSpPr>
          <p:spPr>
            <a:xfrm>
              <a:off x="6118250" y="2323976"/>
              <a:ext cx="24765" cy="6350"/>
            </a:xfrm>
            <a:custGeom>
              <a:avLst/>
              <a:gdLst/>
              <a:ahLst/>
              <a:cxnLst/>
              <a:rect l="l" t="t" r="r" b="b"/>
              <a:pathLst>
                <a:path w="24764" h="6350">
                  <a:moveTo>
                    <a:pt x="0" y="3810"/>
                  </a:moveTo>
                  <a:lnTo>
                    <a:pt x="3810" y="0"/>
                  </a:lnTo>
                  <a:lnTo>
                    <a:pt x="24384" y="2286"/>
                  </a:lnTo>
                  <a:lnTo>
                    <a:pt x="22098" y="6096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20" name="object 2320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6122047" y="2319404"/>
              <a:ext cx="16763" cy="5334"/>
            </a:xfrm>
            <a:prstGeom prst="rect">
              <a:avLst/>
            </a:prstGeom>
          </p:spPr>
        </p:pic>
        <p:sp>
          <p:nvSpPr>
            <p:cNvPr id="2321" name="object 2321"/>
            <p:cNvSpPr/>
            <p:nvPr/>
          </p:nvSpPr>
          <p:spPr>
            <a:xfrm>
              <a:off x="6122047" y="2319404"/>
              <a:ext cx="17145" cy="5715"/>
            </a:xfrm>
            <a:custGeom>
              <a:avLst/>
              <a:gdLst/>
              <a:ahLst/>
              <a:cxnLst/>
              <a:rect l="l" t="t" r="r" b="b"/>
              <a:pathLst>
                <a:path w="17145" h="5714">
                  <a:moveTo>
                    <a:pt x="0" y="3810"/>
                  </a:moveTo>
                  <a:lnTo>
                    <a:pt x="3047" y="0"/>
                  </a:lnTo>
                  <a:lnTo>
                    <a:pt x="16764" y="1524"/>
                  </a:lnTo>
                  <a:lnTo>
                    <a:pt x="13716" y="5334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22" name="object 2322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6125095" y="2314832"/>
              <a:ext cx="13715" cy="5334"/>
            </a:xfrm>
            <a:prstGeom prst="rect">
              <a:avLst/>
            </a:prstGeom>
          </p:spPr>
        </p:pic>
        <p:sp>
          <p:nvSpPr>
            <p:cNvPr id="2323" name="object 2323"/>
            <p:cNvSpPr/>
            <p:nvPr/>
          </p:nvSpPr>
          <p:spPr>
            <a:xfrm>
              <a:off x="6125095" y="2314832"/>
              <a:ext cx="13970" cy="5715"/>
            </a:xfrm>
            <a:custGeom>
              <a:avLst/>
              <a:gdLst/>
              <a:ahLst/>
              <a:cxnLst/>
              <a:rect l="l" t="t" r="r" b="b"/>
              <a:pathLst>
                <a:path w="13970" h="5714">
                  <a:moveTo>
                    <a:pt x="0" y="3810"/>
                  </a:moveTo>
                  <a:lnTo>
                    <a:pt x="3810" y="0"/>
                  </a:lnTo>
                  <a:lnTo>
                    <a:pt x="13716" y="762"/>
                  </a:lnTo>
                  <a:lnTo>
                    <a:pt x="10668" y="5334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24" name="object 232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128918" y="2309498"/>
              <a:ext cx="9905" cy="5334"/>
            </a:xfrm>
            <a:prstGeom prst="rect">
              <a:avLst/>
            </a:prstGeom>
          </p:spPr>
        </p:pic>
        <p:sp>
          <p:nvSpPr>
            <p:cNvPr id="2325" name="object 2325"/>
            <p:cNvSpPr/>
            <p:nvPr/>
          </p:nvSpPr>
          <p:spPr>
            <a:xfrm>
              <a:off x="6128918" y="2309498"/>
              <a:ext cx="10160" cy="5715"/>
            </a:xfrm>
            <a:custGeom>
              <a:avLst/>
              <a:gdLst/>
              <a:ahLst/>
              <a:cxnLst/>
              <a:rect l="l" t="t" r="r" b="b"/>
              <a:pathLst>
                <a:path w="10160" h="5714">
                  <a:moveTo>
                    <a:pt x="0" y="4572"/>
                  </a:moveTo>
                  <a:lnTo>
                    <a:pt x="3810" y="0"/>
                  </a:lnTo>
                  <a:lnTo>
                    <a:pt x="9906" y="1524"/>
                  </a:lnTo>
                  <a:lnTo>
                    <a:pt x="6858" y="533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26" name="object 2326"/>
            <p:cNvPicPr/>
            <p:nvPr/>
          </p:nvPicPr>
          <p:blipFill>
            <a:blip r:embed="rId189" cstate="print"/>
            <a:stretch>
              <a:fillRect/>
            </a:stretch>
          </p:blipFill>
          <p:spPr>
            <a:xfrm>
              <a:off x="6141097" y="2326262"/>
              <a:ext cx="105917" cy="16001"/>
            </a:xfrm>
            <a:prstGeom prst="rect">
              <a:avLst/>
            </a:prstGeom>
          </p:spPr>
        </p:pic>
        <p:sp>
          <p:nvSpPr>
            <p:cNvPr id="2327" name="object 2327"/>
            <p:cNvSpPr/>
            <p:nvPr/>
          </p:nvSpPr>
          <p:spPr>
            <a:xfrm>
              <a:off x="6141097" y="2326262"/>
              <a:ext cx="106045" cy="16510"/>
            </a:xfrm>
            <a:custGeom>
              <a:avLst/>
              <a:gdLst/>
              <a:ahLst/>
              <a:cxnLst/>
              <a:rect l="l" t="t" r="r" b="b"/>
              <a:pathLst>
                <a:path w="106045" h="16510">
                  <a:moveTo>
                    <a:pt x="0" y="3810"/>
                  </a:moveTo>
                  <a:lnTo>
                    <a:pt x="2285" y="0"/>
                  </a:lnTo>
                  <a:lnTo>
                    <a:pt x="105918" y="12192"/>
                  </a:lnTo>
                  <a:lnTo>
                    <a:pt x="102870" y="16002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28" name="object 2328"/>
            <p:cNvPicPr/>
            <p:nvPr/>
          </p:nvPicPr>
          <p:blipFill>
            <a:blip r:embed="rId190" cstate="print"/>
            <a:stretch>
              <a:fillRect/>
            </a:stretch>
          </p:blipFill>
          <p:spPr>
            <a:xfrm>
              <a:off x="6136538" y="2320928"/>
              <a:ext cx="118110" cy="17525"/>
            </a:xfrm>
            <a:prstGeom prst="rect">
              <a:avLst/>
            </a:prstGeom>
          </p:spPr>
        </p:pic>
        <p:sp>
          <p:nvSpPr>
            <p:cNvPr id="2329" name="object 2329"/>
            <p:cNvSpPr/>
            <p:nvPr/>
          </p:nvSpPr>
          <p:spPr>
            <a:xfrm>
              <a:off x="6136538" y="2320928"/>
              <a:ext cx="118110" cy="17780"/>
            </a:xfrm>
            <a:custGeom>
              <a:avLst/>
              <a:gdLst/>
              <a:ahLst/>
              <a:cxnLst/>
              <a:rect l="l" t="t" r="r" b="b"/>
              <a:pathLst>
                <a:path w="118110" h="17780">
                  <a:moveTo>
                    <a:pt x="0" y="3810"/>
                  </a:moveTo>
                  <a:lnTo>
                    <a:pt x="2285" y="0"/>
                  </a:lnTo>
                  <a:lnTo>
                    <a:pt x="118110" y="12954"/>
                  </a:lnTo>
                  <a:lnTo>
                    <a:pt x="115823" y="17526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30" name="object 2330"/>
            <p:cNvPicPr/>
            <p:nvPr/>
          </p:nvPicPr>
          <p:blipFill>
            <a:blip r:embed="rId191" cstate="print"/>
            <a:stretch>
              <a:fillRect/>
            </a:stretch>
          </p:blipFill>
          <p:spPr>
            <a:xfrm>
              <a:off x="6136538" y="2315594"/>
              <a:ext cx="119634" cy="18287"/>
            </a:xfrm>
            <a:prstGeom prst="rect">
              <a:avLst/>
            </a:prstGeom>
          </p:spPr>
        </p:pic>
        <p:sp>
          <p:nvSpPr>
            <p:cNvPr id="2331" name="object 2331"/>
            <p:cNvSpPr/>
            <p:nvPr/>
          </p:nvSpPr>
          <p:spPr>
            <a:xfrm>
              <a:off x="6136538" y="2315594"/>
              <a:ext cx="120014" cy="18415"/>
            </a:xfrm>
            <a:custGeom>
              <a:avLst/>
              <a:gdLst/>
              <a:ahLst/>
              <a:cxnLst/>
              <a:rect l="l" t="t" r="r" b="b"/>
              <a:pathLst>
                <a:path w="120014" h="18414">
                  <a:moveTo>
                    <a:pt x="0" y="4572"/>
                  </a:moveTo>
                  <a:lnTo>
                    <a:pt x="2285" y="0"/>
                  </a:lnTo>
                  <a:lnTo>
                    <a:pt x="119634" y="13716"/>
                  </a:lnTo>
                  <a:lnTo>
                    <a:pt x="116586" y="18288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32" name="object 2332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6135776" y="2311022"/>
              <a:ext cx="127253" cy="18287"/>
            </a:xfrm>
            <a:prstGeom prst="rect">
              <a:avLst/>
            </a:prstGeom>
          </p:spPr>
        </p:pic>
        <p:sp>
          <p:nvSpPr>
            <p:cNvPr id="2333" name="object 2333"/>
            <p:cNvSpPr/>
            <p:nvPr/>
          </p:nvSpPr>
          <p:spPr>
            <a:xfrm>
              <a:off x="6135776" y="2311022"/>
              <a:ext cx="127635" cy="18415"/>
            </a:xfrm>
            <a:custGeom>
              <a:avLst/>
              <a:gdLst/>
              <a:ahLst/>
              <a:cxnLst/>
              <a:rect l="l" t="t" r="r" b="b"/>
              <a:pathLst>
                <a:path w="127635" h="18414">
                  <a:moveTo>
                    <a:pt x="0" y="3810"/>
                  </a:moveTo>
                  <a:lnTo>
                    <a:pt x="3047" y="0"/>
                  </a:lnTo>
                  <a:lnTo>
                    <a:pt x="127254" y="13716"/>
                  </a:lnTo>
                  <a:lnTo>
                    <a:pt x="124968" y="18288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34" name="object 233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260744" y="2324738"/>
              <a:ext cx="10667" cy="6096"/>
            </a:xfrm>
            <a:prstGeom prst="rect">
              <a:avLst/>
            </a:prstGeom>
          </p:spPr>
        </p:pic>
        <p:sp>
          <p:nvSpPr>
            <p:cNvPr id="2335" name="object 2335"/>
            <p:cNvSpPr/>
            <p:nvPr/>
          </p:nvSpPr>
          <p:spPr>
            <a:xfrm>
              <a:off x="6260744" y="2324738"/>
              <a:ext cx="10795" cy="6350"/>
            </a:xfrm>
            <a:custGeom>
              <a:avLst/>
              <a:gdLst/>
              <a:ahLst/>
              <a:cxnLst/>
              <a:rect l="l" t="t" r="r" b="b"/>
              <a:pathLst>
                <a:path w="10795" h="6350">
                  <a:moveTo>
                    <a:pt x="0" y="4572"/>
                  </a:moveTo>
                  <a:lnTo>
                    <a:pt x="3047" y="0"/>
                  </a:lnTo>
                  <a:lnTo>
                    <a:pt x="10668" y="1524"/>
                  </a:lnTo>
                  <a:lnTo>
                    <a:pt x="8382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36" name="object 2336"/>
            <p:cNvPicPr/>
            <p:nvPr/>
          </p:nvPicPr>
          <p:blipFill>
            <a:blip r:embed="rId193" cstate="print"/>
            <a:stretch>
              <a:fillRect/>
            </a:stretch>
          </p:blipFill>
          <p:spPr>
            <a:xfrm>
              <a:off x="6100711" y="2335406"/>
              <a:ext cx="240791" cy="34289"/>
            </a:xfrm>
            <a:prstGeom prst="rect">
              <a:avLst/>
            </a:prstGeom>
          </p:spPr>
        </p:pic>
        <p:sp>
          <p:nvSpPr>
            <p:cNvPr id="2337" name="object 2337"/>
            <p:cNvSpPr/>
            <p:nvPr/>
          </p:nvSpPr>
          <p:spPr>
            <a:xfrm>
              <a:off x="6100711" y="2335406"/>
              <a:ext cx="241300" cy="34290"/>
            </a:xfrm>
            <a:custGeom>
              <a:avLst/>
              <a:gdLst/>
              <a:ahLst/>
              <a:cxnLst/>
              <a:rect l="l" t="t" r="r" b="b"/>
              <a:pathLst>
                <a:path w="241300" h="34289">
                  <a:moveTo>
                    <a:pt x="762" y="0"/>
                  </a:moveTo>
                  <a:lnTo>
                    <a:pt x="0" y="2286"/>
                  </a:lnTo>
                  <a:lnTo>
                    <a:pt x="0" y="5334"/>
                  </a:lnTo>
                  <a:lnTo>
                    <a:pt x="17526" y="7619"/>
                  </a:lnTo>
                  <a:lnTo>
                    <a:pt x="62484" y="12953"/>
                  </a:lnTo>
                  <a:lnTo>
                    <a:pt x="119634" y="19811"/>
                  </a:lnTo>
                  <a:lnTo>
                    <a:pt x="177546" y="27431"/>
                  </a:lnTo>
                  <a:lnTo>
                    <a:pt x="222504" y="32765"/>
                  </a:lnTo>
                  <a:lnTo>
                    <a:pt x="240030" y="34289"/>
                  </a:lnTo>
                  <a:lnTo>
                    <a:pt x="240030" y="32003"/>
                  </a:lnTo>
                  <a:lnTo>
                    <a:pt x="240792" y="28955"/>
                  </a:lnTo>
                  <a:lnTo>
                    <a:pt x="240792" y="28193"/>
                  </a:lnTo>
                  <a:lnTo>
                    <a:pt x="222504" y="25907"/>
                  </a:lnTo>
                  <a:lnTo>
                    <a:pt x="178308" y="20573"/>
                  </a:lnTo>
                  <a:lnTo>
                    <a:pt x="120396" y="13715"/>
                  </a:lnTo>
                  <a:lnTo>
                    <a:pt x="63246" y="6857"/>
                  </a:lnTo>
                  <a:lnTo>
                    <a:pt x="19050" y="1523"/>
                  </a:lnTo>
                  <a:lnTo>
                    <a:pt x="76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38" name="object 2338"/>
            <p:cNvPicPr/>
            <p:nvPr/>
          </p:nvPicPr>
          <p:blipFill>
            <a:blip r:embed="rId194" cstate="print"/>
            <a:stretch>
              <a:fillRect/>
            </a:stretch>
          </p:blipFill>
          <p:spPr>
            <a:xfrm>
              <a:off x="6334658" y="2278256"/>
              <a:ext cx="85344" cy="37337"/>
            </a:xfrm>
            <a:prstGeom prst="rect">
              <a:avLst/>
            </a:prstGeom>
          </p:spPr>
        </p:pic>
        <p:sp>
          <p:nvSpPr>
            <p:cNvPr id="2339" name="object 2339"/>
            <p:cNvSpPr/>
            <p:nvPr/>
          </p:nvSpPr>
          <p:spPr>
            <a:xfrm>
              <a:off x="6334658" y="2278256"/>
              <a:ext cx="85725" cy="37465"/>
            </a:xfrm>
            <a:custGeom>
              <a:avLst/>
              <a:gdLst/>
              <a:ahLst/>
              <a:cxnLst/>
              <a:rect l="l" t="t" r="r" b="b"/>
              <a:pathLst>
                <a:path w="85725" h="37464">
                  <a:moveTo>
                    <a:pt x="83058" y="37337"/>
                  </a:moveTo>
                  <a:lnTo>
                    <a:pt x="35052" y="3047"/>
                  </a:lnTo>
                  <a:lnTo>
                    <a:pt x="10668" y="2285"/>
                  </a:lnTo>
                  <a:lnTo>
                    <a:pt x="0" y="2285"/>
                  </a:lnTo>
                  <a:lnTo>
                    <a:pt x="0" y="1523"/>
                  </a:lnTo>
                  <a:lnTo>
                    <a:pt x="1524" y="0"/>
                  </a:lnTo>
                  <a:lnTo>
                    <a:pt x="12192" y="0"/>
                  </a:lnTo>
                  <a:lnTo>
                    <a:pt x="36576" y="761"/>
                  </a:lnTo>
                  <a:lnTo>
                    <a:pt x="61722" y="5333"/>
                  </a:lnTo>
                  <a:lnTo>
                    <a:pt x="81534" y="17525"/>
                  </a:lnTo>
                  <a:lnTo>
                    <a:pt x="85344" y="29717"/>
                  </a:lnTo>
                  <a:lnTo>
                    <a:pt x="84582" y="35051"/>
                  </a:lnTo>
                  <a:lnTo>
                    <a:pt x="83058" y="3733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40" name="object 2340"/>
            <p:cNvPicPr/>
            <p:nvPr/>
          </p:nvPicPr>
          <p:blipFill>
            <a:blip r:embed="rId195" cstate="print"/>
            <a:stretch>
              <a:fillRect/>
            </a:stretch>
          </p:blipFill>
          <p:spPr>
            <a:xfrm>
              <a:off x="6369697" y="2306450"/>
              <a:ext cx="73913" cy="21336"/>
            </a:xfrm>
            <a:prstGeom prst="rect">
              <a:avLst/>
            </a:prstGeom>
          </p:spPr>
        </p:pic>
        <p:sp>
          <p:nvSpPr>
            <p:cNvPr id="2341" name="object 2341"/>
            <p:cNvSpPr/>
            <p:nvPr/>
          </p:nvSpPr>
          <p:spPr>
            <a:xfrm>
              <a:off x="6369697" y="2306450"/>
              <a:ext cx="74295" cy="21590"/>
            </a:xfrm>
            <a:custGeom>
              <a:avLst/>
              <a:gdLst/>
              <a:ahLst/>
              <a:cxnLst/>
              <a:rect l="l" t="t" r="r" b="b"/>
              <a:pathLst>
                <a:path w="74295" h="21589">
                  <a:moveTo>
                    <a:pt x="73151" y="1524"/>
                  </a:moveTo>
                  <a:lnTo>
                    <a:pt x="44195" y="21336"/>
                  </a:lnTo>
                  <a:lnTo>
                    <a:pt x="0" y="18288"/>
                  </a:lnTo>
                  <a:lnTo>
                    <a:pt x="36575" y="0"/>
                  </a:lnTo>
                  <a:lnTo>
                    <a:pt x="73913" y="1524"/>
                  </a:lnTo>
                  <a:lnTo>
                    <a:pt x="73151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42" name="object 2342"/>
            <p:cNvPicPr/>
            <p:nvPr/>
          </p:nvPicPr>
          <p:blipFill>
            <a:blip r:embed="rId196" cstate="print"/>
            <a:stretch>
              <a:fillRect/>
            </a:stretch>
          </p:blipFill>
          <p:spPr>
            <a:xfrm>
              <a:off x="6362090" y="2314832"/>
              <a:ext cx="86867" cy="35813"/>
            </a:xfrm>
            <a:prstGeom prst="rect">
              <a:avLst/>
            </a:prstGeom>
          </p:spPr>
        </p:pic>
        <p:sp>
          <p:nvSpPr>
            <p:cNvPr id="2343" name="object 2343"/>
            <p:cNvSpPr/>
            <p:nvPr/>
          </p:nvSpPr>
          <p:spPr>
            <a:xfrm>
              <a:off x="6362090" y="2314832"/>
              <a:ext cx="86995" cy="36195"/>
            </a:xfrm>
            <a:custGeom>
              <a:avLst/>
              <a:gdLst/>
              <a:ahLst/>
              <a:cxnLst/>
              <a:rect l="l" t="t" r="r" b="b"/>
              <a:pathLst>
                <a:path w="86995" h="36194">
                  <a:moveTo>
                    <a:pt x="0" y="16763"/>
                  </a:moveTo>
                  <a:lnTo>
                    <a:pt x="52577" y="21335"/>
                  </a:lnTo>
                  <a:lnTo>
                    <a:pt x="86868" y="0"/>
                  </a:lnTo>
                  <a:lnTo>
                    <a:pt x="86868" y="13715"/>
                  </a:lnTo>
                  <a:lnTo>
                    <a:pt x="53340" y="35813"/>
                  </a:lnTo>
                  <a:lnTo>
                    <a:pt x="51053" y="35813"/>
                  </a:lnTo>
                  <a:lnTo>
                    <a:pt x="0" y="30479"/>
                  </a:lnTo>
                  <a:lnTo>
                    <a:pt x="0" y="1676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44" name="object 2344"/>
            <p:cNvPicPr/>
            <p:nvPr/>
          </p:nvPicPr>
          <p:blipFill>
            <a:blip r:embed="rId197" cstate="print"/>
            <a:stretch>
              <a:fillRect/>
            </a:stretch>
          </p:blipFill>
          <p:spPr>
            <a:xfrm>
              <a:off x="6362077" y="2307974"/>
              <a:ext cx="86868" cy="28193"/>
            </a:xfrm>
            <a:prstGeom prst="rect">
              <a:avLst/>
            </a:prstGeom>
          </p:spPr>
        </p:pic>
        <p:sp>
          <p:nvSpPr>
            <p:cNvPr id="2345" name="object 2345"/>
            <p:cNvSpPr/>
            <p:nvPr/>
          </p:nvSpPr>
          <p:spPr>
            <a:xfrm>
              <a:off x="6362077" y="2307974"/>
              <a:ext cx="86995" cy="28575"/>
            </a:xfrm>
            <a:custGeom>
              <a:avLst/>
              <a:gdLst/>
              <a:ahLst/>
              <a:cxnLst/>
              <a:rect l="l" t="t" r="r" b="b"/>
              <a:pathLst>
                <a:path w="86995" h="28575">
                  <a:moveTo>
                    <a:pt x="7620" y="16763"/>
                  </a:moveTo>
                  <a:lnTo>
                    <a:pt x="51054" y="19811"/>
                  </a:lnTo>
                  <a:lnTo>
                    <a:pt x="80772" y="0"/>
                  </a:lnTo>
                  <a:lnTo>
                    <a:pt x="86868" y="6857"/>
                  </a:lnTo>
                  <a:lnTo>
                    <a:pt x="53340" y="28193"/>
                  </a:lnTo>
                  <a:lnTo>
                    <a:pt x="0" y="24383"/>
                  </a:lnTo>
                  <a:lnTo>
                    <a:pt x="7620" y="1676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46" name="object 2346"/>
            <p:cNvPicPr/>
            <p:nvPr/>
          </p:nvPicPr>
          <p:blipFill>
            <a:blip r:embed="rId198" cstate="print"/>
            <a:stretch>
              <a:fillRect/>
            </a:stretch>
          </p:blipFill>
          <p:spPr>
            <a:xfrm>
              <a:off x="6400952" y="2306450"/>
              <a:ext cx="36575" cy="7620"/>
            </a:xfrm>
            <a:prstGeom prst="rect">
              <a:avLst/>
            </a:prstGeom>
          </p:spPr>
        </p:pic>
        <p:sp>
          <p:nvSpPr>
            <p:cNvPr id="2347" name="object 2347"/>
            <p:cNvSpPr/>
            <p:nvPr/>
          </p:nvSpPr>
          <p:spPr>
            <a:xfrm>
              <a:off x="6400952" y="2306450"/>
              <a:ext cx="36830" cy="7620"/>
            </a:xfrm>
            <a:custGeom>
              <a:avLst/>
              <a:gdLst/>
              <a:ahLst/>
              <a:cxnLst/>
              <a:rect l="l" t="t" r="r" b="b"/>
              <a:pathLst>
                <a:path w="36829" h="7619">
                  <a:moveTo>
                    <a:pt x="10667" y="0"/>
                  </a:moveTo>
                  <a:lnTo>
                    <a:pt x="0" y="6096"/>
                  </a:lnTo>
                  <a:lnTo>
                    <a:pt x="27431" y="7619"/>
                  </a:lnTo>
                  <a:lnTo>
                    <a:pt x="36575" y="1523"/>
                  </a:lnTo>
                  <a:lnTo>
                    <a:pt x="10667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48" name="object 2348"/>
            <p:cNvPicPr/>
            <p:nvPr/>
          </p:nvPicPr>
          <p:blipFill>
            <a:blip r:embed="rId199" cstate="print"/>
            <a:stretch>
              <a:fillRect/>
            </a:stretch>
          </p:blipFill>
          <p:spPr>
            <a:xfrm>
              <a:off x="6362090" y="2328548"/>
              <a:ext cx="86867" cy="24384"/>
            </a:xfrm>
            <a:prstGeom prst="rect">
              <a:avLst/>
            </a:prstGeom>
          </p:spPr>
        </p:pic>
        <p:sp>
          <p:nvSpPr>
            <p:cNvPr id="2349" name="object 2349"/>
            <p:cNvSpPr/>
            <p:nvPr/>
          </p:nvSpPr>
          <p:spPr>
            <a:xfrm>
              <a:off x="6362090" y="2328548"/>
              <a:ext cx="86995" cy="24765"/>
            </a:xfrm>
            <a:custGeom>
              <a:avLst/>
              <a:gdLst/>
              <a:ahLst/>
              <a:cxnLst/>
              <a:rect l="l" t="t" r="r" b="b"/>
              <a:pathLst>
                <a:path w="86995" h="24764">
                  <a:moveTo>
                    <a:pt x="0" y="16763"/>
                  </a:moveTo>
                  <a:lnTo>
                    <a:pt x="0" y="19049"/>
                  </a:lnTo>
                  <a:lnTo>
                    <a:pt x="51816" y="24383"/>
                  </a:lnTo>
                  <a:lnTo>
                    <a:pt x="86868" y="3047"/>
                  </a:lnTo>
                  <a:lnTo>
                    <a:pt x="86868" y="0"/>
                  </a:lnTo>
                  <a:lnTo>
                    <a:pt x="51053" y="22097"/>
                  </a:lnTo>
                  <a:lnTo>
                    <a:pt x="0" y="1676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50" name="object 2350"/>
            <p:cNvPicPr/>
            <p:nvPr/>
          </p:nvPicPr>
          <p:blipFill>
            <a:blip r:embed="rId200" cstate="print"/>
            <a:stretch>
              <a:fillRect/>
            </a:stretch>
          </p:blipFill>
          <p:spPr>
            <a:xfrm>
              <a:off x="6213868" y="2108711"/>
              <a:ext cx="163829" cy="112775"/>
            </a:xfrm>
            <a:prstGeom prst="rect">
              <a:avLst/>
            </a:prstGeom>
          </p:spPr>
        </p:pic>
        <p:sp>
          <p:nvSpPr>
            <p:cNvPr id="2351" name="object 2351"/>
            <p:cNvSpPr/>
            <p:nvPr/>
          </p:nvSpPr>
          <p:spPr>
            <a:xfrm>
              <a:off x="3102241" y="3889136"/>
              <a:ext cx="3810" cy="264795"/>
            </a:xfrm>
            <a:custGeom>
              <a:avLst/>
              <a:gdLst/>
              <a:ahLst/>
              <a:cxnLst/>
              <a:rect l="l" t="t" r="r" b="b"/>
              <a:pathLst>
                <a:path w="3810" h="264795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2" y="262890"/>
                  </a:lnTo>
                  <a:lnTo>
                    <a:pt x="12" y="264414"/>
                  </a:lnTo>
                  <a:lnTo>
                    <a:pt x="3810" y="264414"/>
                  </a:lnTo>
                  <a:lnTo>
                    <a:pt x="3810" y="262890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2" name="object 2352"/>
            <p:cNvSpPr/>
            <p:nvPr/>
          </p:nvSpPr>
          <p:spPr>
            <a:xfrm>
              <a:off x="3102254" y="3890648"/>
              <a:ext cx="3810" cy="261620"/>
            </a:xfrm>
            <a:custGeom>
              <a:avLst/>
              <a:gdLst/>
              <a:ahLst/>
              <a:cxnLst/>
              <a:rect l="l" t="t" r="r" b="b"/>
              <a:pathLst>
                <a:path w="3810" h="261620">
                  <a:moveTo>
                    <a:pt x="3809" y="0"/>
                  </a:moveTo>
                  <a:lnTo>
                    <a:pt x="3809" y="261365"/>
                  </a:lnTo>
                  <a:lnTo>
                    <a:pt x="0" y="261365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3" name="object 2353"/>
            <p:cNvSpPr/>
            <p:nvPr/>
          </p:nvSpPr>
          <p:spPr>
            <a:xfrm>
              <a:off x="3797947" y="3793124"/>
              <a:ext cx="4445" cy="233679"/>
            </a:xfrm>
            <a:custGeom>
              <a:avLst/>
              <a:gdLst/>
              <a:ahLst/>
              <a:cxnLst/>
              <a:rect l="l" t="t" r="r" b="b"/>
              <a:pathLst>
                <a:path w="4445" h="233679">
                  <a:moveTo>
                    <a:pt x="3822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231648"/>
                  </a:lnTo>
                  <a:lnTo>
                    <a:pt x="0" y="233172"/>
                  </a:lnTo>
                  <a:lnTo>
                    <a:pt x="3810" y="233172"/>
                  </a:lnTo>
                  <a:lnTo>
                    <a:pt x="3810" y="231648"/>
                  </a:lnTo>
                  <a:lnTo>
                    <a:pt x="3810" y="1524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4" name="object 2354"/>
            <p:cNvSpPr/>
            <p:nvPr/>
          </p:nvSpPr>
          <p:spPr>
            <a:xfrm>
              <a:off x="3797960" y="3794636"/>
              <a:ext cx="3810" cy="230504"/>
            </a:xfrm>
            <a:custGeom>
              <a:avLst/>
              <a:gdLst/>
              <a:ahLst/>
              <a:cxnLst/>
              <a:rect l="l" t="t" r="r" b="b"/>
              <a:pathLst>
                <a:path w="3810" h="230504">
                  <a:moveTo>
                    <a:pt x="3810" y="0"/>
                  </a:moveTo>
                  <a:lnTo>
                    <a:pt x="3810" y="230124"/>
                  </a:lnTo>
                  <a:lnTo>
                    <a:pt x="0" y="230124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5" name="object 2355"/>
            <p:cNvSpPr/>
            <p:nvPr/>
          </p:nvSpPr>
          <p:spPr>
            <a:xfrm>
              <a:off x="3696602" y="3822080"/>
              <a:ext cx="4445" cy="243840"/>
            </a:xfrm>
            <a:custGeom>
              <a:avLst/>
              <a:gdLst/>
              <a:ahLst/>
              <a:cxnLst/>
              <a:rect l="l" t="t" r="r" b="b"/>
              <a:pathLst>
                <a:path w="4445" h="243839">
                  <a:moveTo>
                    <a:pt x="3822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0" y="241554"/>
                  </a:lnTo>
                  <a:lnTo>
                    <a:pt x="0" y="243840"/>
                  </a:lnTo>
                  <a:lnTo>
                    <a:pt x="3810" y="243840"/>
                  </a:lnTo>
                  <a:lnTo>
                    <a:pt x="3810" y="241554"/>
                  </a:lnTo>
                  <a:lnTo>
                    <a:pt x="3810" y="2286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6" name="object 2356"/>
            <p:cNvSpPr/>
            <p:nvPr/>
          </p:nvSpPr>
          <p:spPr>
            <a:xfrm>
              <a:off x="3696614" y="3824354"/>
              <a:ext cx="3810" cy="239395"/>
            </a:xfrm>
            <a:custGeom>
              <a:avLst/>
              <a:gdLst/>
              <a:ahLst/>
              <a:cxnLst/>
              <a:rect l="l" t="t" r="r" b="b"/>
              <a:pathLst>
                <a:path w="3810" h="239395">
                  <a:moveTo>
                    <a:pt x="3810" y="0"/>
                  </a:moveTo>
                  <a:lnTo>
                    <a:pt x="3810" y="239268"/>
                  </a:lnTo>
                  <a:lnTo>
                    <a:pt x="0" y="239268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7" name="object 2357"/>
            <p:cNvSpPr/>
            <p:nvPr/>
          </p:nvSpPr>
          <p:spPr>
            <a:xfrm>
              <a:off x="3583063" y="3849512"/>
              <a:ext cx="4445" cy="262890"/>
            </a:xfrm>
            <a:custGeom>
              <a:avLst/>
              <a:gdLst/>
              <a:ahLst/>
              <a:cxnLst/>
              <a:rect l="l" t="t" r="r" b="b"/>
              <a:pathLst>
                <a:path w="4445" h="262889">
                  <a:moveTo>
                    <a:pt x="3822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261366"/>
                  </a:lnTo>
                  <a:lnTo>
                    <a:pt x="0" y="262890"/>
                  </a:lnTo>
                  <a:lnTo>
                    <a:pt x="3810" y="262890"/>
                  </a:lnTo>
                  <a:lnTo>
                    <a:pt x="3810" y="261366"/>
                  </a:lnTo>
                  <a:lnTo>
                    <a:pt x="3810" y="1524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8" name="object 2358"/>
            <p:cNvSpPr/>
            <p:nvPr/>
          </p:nvSpPr>
          <p:spPr>
            <a:xfrm>
              <a:off x="3583075" y="3851024"/>
              <a:ext cx="3810" cy="260350"/>
            </a:xfrm>
            <a:custGeom>
              <a:avLst/>
              <a:gdLst/>
              <a:ahLst/>
              <a:cxnLst/>
              <a:rect l="l" t="t" r="r" b="b"/>
              <a:pathLst>
                <a:path w="3810" h="260350">
                  <a:moveTo>
                    <a:pt x="3810" y="0"/>
                  </a:moveTo>
                  <a:lnTo>
                    <a:pt x="3810" y="259842"/>
                  </a:lnTo>
                  <a:lnTo>
                    <a:pt x="0" y="259842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9" name="object 2359"/>
            <p:cNvSpPr/>
            <p:nvPr/>
          </p:nvSpPr>
          <p:spPr>
            <a:xfrm>
              <a:off x="2113927" y="3895232"/>
              <a:ext cx="3810" cy="264795"/>
            </a:xfrm>
            <a:custGeom>
              <a:avLst/>
              <a:gdLst/>
              <a:ahLst/>
              <a:cxnLst/>
              <a:rect l="l" t="t" r="r" b="b"/>
              <a:pathLst>
                <a:path w="3810" h="264795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262890"/>
                  </a:lnTo>
                  <a:lnTo>
                    <a:pt x="0" y="264414"/>
                  </a:lnTo>
                  <a:lnTo>
                    <a:pt x="3810" y="264414"/>
                  </a:lnTo>
                  <a:lnTo>
                    <a:pt x="3810" y="262890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0" name="object 2360"/>
            <p:cNvSpPr/>
            <p:nvPr/>
          </p:nvSpPr>
          <p:spPr>
            <a:xfrm>
              <a:off x="2113940" y="3896744"/>
              <a:ext cx="3810" cy="261620"/>
            </a:xfrm>
            <a:custGeom>
              <a:avLst/>
              <a:gdLst/>
              <a:ahLst/>
              <a:cxnLst/>
              <a:rect l="l" t="t" r="r" b="b"/>
              <a:pathLst>
                <a:path w="3810" h="261620">
                  <a:moveTo>
                    <a:pt x="3810" y="0"/>
                  </a:moveTo>
                  <a:lnTo>
                    <a:pt x="3810" y="261365"/>
                  </a:lnTo>
                  <a:lnTo>
                    <a:pt x="0" y="261365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1" name="object 2361"/>
            <p:cNvSpPr/>
            <p:nvPr/>
          </p:nvSpPr>
          <p:spPr>
            <a:xfrm>
              <a:off x="2797441" y="3780932"/>
              <a:ext cx="3810" cy="245745"/>
            </a:xfrm>
            <a:custGeom>
              <a:avLst/>
              <a:gdLst/>
              <a:ahLst/>
              <a:cxnLst/>
              <a:rect l="l" t="t" r="r" b="b"/>
              <a:pathLst>
                <a:path w="3810" h="245745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2" y="243840"/>
                  </a:lnTo>
                  <a:lnTo>
                    <a:pt x="12" y="245364"/>
                  </a:lnTo>
                  <a:lnTo>
                    <a:pt x="3810" y="245364"/>
                  </a:lnTo>
                  <a:lnTo>
                    <a:pt x="3810" y="243840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2" name="object 2362"/>
            <p:cNvSpPr/>
            <p:nvPr/>
          </p:nvSpPr>
          <p:spPr>
            <a:xfrm>
              <a:off x="2797454" y="3782444"/>
              <a:ext cx="3810" cy="242570"/>
            </a:xfrm>
            <a:custGeom>
              <a:avLst/>
              <a:gdLst/>
              <a:ahLst/>
              <a:cxnLst/>
              <a:rect l="l" t="t" r="r" b="b"/>
              <a:pathLst>
                <a:path w="3810" h="242570">
                  <a:moveTo>
                    <a:pt x="3809" y="0"/>
                  </a:moveTo>
                  <a:lnTo>
                    <a:pt x="3809" y="242315"/>
                  </a:lnTo>
                  <a:lnTo>
                    <a:pt x="0" y="242315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3" name="object 2363"/>
            <p:cNvSpPr/>
            <p:nvPr/>
          </p:nvSpPr>
          <p:spPr>
            <a:xfrm>
              <a:off x="2697619" y="3818270"/>
              <a:ext cx="5080" cy="249554"/>
            </a:xfrm>
            <a:custGeom>
              <a:avLst/>
              <a:gdLst/>
              <a:ahLst/>
              <a:cxnLst/>
              <a:rect l="l" t="t" r="r" b="b"/>
              <a:pathLst>
                <a:path w="5080" h="249554">
                  <a:moveTo>
                    <a:pt x="4572" y="247650"/>
                  </a:moveTo>
                  <a:lnTo>
                    <a:pt x="3810" y="2286"/>
                  </a:lnTo>
                  <a:lnTo>
                    <a:pt x="3810" y="0"/>
                  </a:lnTo>
                  <a:lnTo>
                    <a:pt x="0" y="0"/>
                  </a:lnTo>
                  <a:lnTo>
                    <a:pt x="0" y="2286"/>
                  </a:lnTo>
                  <a:lnTo>
                    <a:pt x="762" y="247650"/>
                  </a:lnTo>
                  <a:lnTo>
                    <a:pt x="774" y="249174"/>
                  </a:lnTo>
                  <a:lnTo>
                    <a:pt x="4572" y="249174"/>
                  </a:lnTo>
                  <a:lnTo>
                    <a:pt x="4572" y="2476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4" name="object 2364"/>
            <p:cNvSpPr/>
            <p:nvPr/>
          </p:nvSpPr>
          <p:spPr>
            <a:xfrm>
              <a:off x="2697632" y="3820544"/>
              <a:ext cx="5080" cy="245745"/>
            </a:xfrm>
            <a:custGeom>
              <a:avLst/>
              <a:gdLst/>
              <a:ahLst/>
              <a:cxnLst/>
              <a:rect l="l" t="t" r="r" b="b"/>
              <a:pathLst>
                <a:path w="5080" h="245745">
                  <a:moveTo>
                    <a:pt x="4572" y="245363"/>
                  </a:moveTo>
                  <a:lnTo>
                    <a:pt x="762" y="245363"/>
                  </a:lnTo>
                  <a:lnTo>
                    <a:pt x="0" y="0"/>
                  </a:lnTo>
                  <a:lnTo>
                    <a:pt x="3810" y="0"/>
                  </a:lnTo>
                  <a:lnTo>
                    <a:pt x="4572" y="24536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5" name="object 2365"/>
            <p:cNvSpPr/>
            <p:nvPr/>
          </p:nvSpPr>
          <p:spPr>
            <a:xfrm>
              <a:off x="2629039" y="3850274"/>
              <a:ext cx="4445" cy="264160"/>
            </a:xfrm>
            <a:custGeom>
              <a:avLst/>
              <a:gdLst/>
              <a:ahLst/>
              <a:cxnLst/>
              <a:rect l="l" t="t" r="r" b="b"/>
              <a:pathLst>
                <a:path w="4444" h="264160">
                  <a:moveTo>
                    <a:pt x="3822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0" y="261366"/>
                  </a:lnTo>
                  <a:lnTo>
                    <a:pt x="0" y="263652"/>
                  </a:lnTo>
                  <a:lnTo>
                    <a:pt x="3810" y="263652"/>
                  </a:lnTo>
                  <a:lnTo>
                    <a:pt x="3810" y="261366"/>
                  </a:lnTo>
                  <a:lnTo>
                    <a:pt x="3810" y="2286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6" name="object 2366"/>
            <p:cNvSpPr/>
            <p:nvPr/>
          </p:nvSpPr>
          <p:spPr>
            <a:xfrm>
              <a:off x="2629052" y="3852548"/>
              <a:ext cx="3810" cy="259079"/>
            </a:xfrm>
            <a:custGeom>
              <a:avLst/>
              <a:gdLst/>
              <a:ahLst/>
              <a:cxnLst/>
              <a:rect l="l" t="t" r="r" b="b"/>
              <a:pathLst>
                <a:path w="3810" h="259079">
                  <a:moveTo>
                    <a:pt x="3810" y="0"/>
                  </a:moveTo>
                  <a:lnTo>
                    <a:pt x="3810" y="259080"/>
                  </a:lnTo>
                  <a:lnTo>
                    <a:pt x="0" y="259080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7" name="object 2367"/>
            <p:cNvSpPr/>
            <p:nvPr/>
          </p:nvSpPr>
          <p:spPr>
            <a:xfrm>
              <a:off x="5416448" y="3423542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8" name="object 2368"/>
            <p:cNvSpPr/>
            <p:nvPr/>
          </p:nvSpPr>
          <p:spPr>
            <a:xfrm>
              <a:off x="5416448" y="3423542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9" name="object 2369"/>
            <p:cNvSpPr/>
            <p:nvPr/>
          </p:nvSpPr>
          <p:spPr>
            <a:xfrm>
              <a:off x="5416448" y="234836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0" name="object 2370"/>
            <p:cNvSpPr/>
            <p:nvPr/>
          </p:nvSpPr>
          <p:spPr>
            <a:xfrm>
              <a:off x="5416448" y="234836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1" name="object 2371"/>
            <p:cNvSpPr/>
            <p:nvPr/>
          </p:nvSpPr>
          <p:spPr>
            <a:xfrm>
              <a:off x="5416448" y="2348360"/>
              <a:ext cx="7620" cy="1075690"/>
            </a:xfrm>
            <a:custGeom>
              <a:avLst/>
              <a:gdLst/>
              <a:ahLst/>
              <a:cxnLst/>
              <a:rect l="l" t="t" r="r" b="b"/>
              <a:pathLst>
                <a:path w="7620" h="1075689">
                  <a:moveTo>
                    <a:pt x="7620" y="0"/>
                  </a:moveTo>
                  <a:lnTo>
                    <a:pt x="7620" y="1075182"/>
                  </a:lnTo>
                  <a:lnTo>
                    <a:pt x="0" y="1075182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2" name="object 2372"/>
            <p:cNvSpPr/>
            <p:nvPr/>
          </p:nvSpPr>
          <p:spPr>
            <a:xfrm>
              <a:off x="5416448" y="2348360"/>
              <a:ext cx="7620" cy="1075690"/>
            </a:xfrm>
            <a:custGeom>
              <a:avLst/>
              <a:gdLst/>
              <a:ahLst/>
              <a:cxnLst/>
              <a:rect l="l" t="t" r="r" b="b"/>
              <a:pathLst>
                <a:path w="7620" h="1075689">
                  <a:moveTo>
                    <a:pt x="7620" y="0"/>
                  </a:moveTo>
                  <a:lnTo>
                    <a:pt x="7620" y="1075182"/>
                  </a:lnTo>
                  <a:lnTo>
                    <a:pt x="0" y="1075182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3" name="object 2373"/>
            <p:cNvSpPr/>
            <p:nvPr/>
          </p:nvSpPr>
          <p:spPr>
            <a:xfrm>
              <a:off x="5510174" y="3335912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4" name="object 2374"/>
            <p:cNvSpPr/>
            <p:nvPr/>
          </p:nvSpPr>
          <p:spPr>
            <a:xfrm>
              <a:off x="5510174" y="3335912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5" name="object 2375"/>
            <p:cNvSpPr/>
            <p:nvPr/>
          </p:nvSpPr>
          <p:spPr>
            <a:xfrm>
              <a:off x="5510161" y="236664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6" name="object 2376"/>
            <p:cNvSpPr/>
            <p:nvPr/>
          </p:nvSpPr>
          <p:spPr>
            <a:xfrm>
              <a:off x="5510161" y="236664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7" name="object 2377"/>
            <p:cNvSpPr/>
            <p:nvPr/>
          </p:nvSpPr>
          <p:spPr>
            <a:xfrm>
              <a:off x="5510174" y="2366648"/>
              <a:ext cx="7620" cy="969644"/>
            </a:xfrm>
            <a:custGeom>
              <a:avLst/>
              <a:gdLst/>
              <a:ahLst/>
              <a:cxnLst/>
              <a:rect l="l" t="t" r="r" b="b"/>
              <a:pathLst>
                <a:path w="7620" h="969645">
                  <a:moveTo>
                    <a:pt x="7620" y="0"/>
                  </a:moveTo>
                  <a:lnTo>
                    <a:pt x="7620" y="969263"/>
                  </a:lnTo>
                  <a:lnTo>
                    <a:pt x="0" y="969263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8" name="object 2378"/>
            <p:cNvSpPr/>
            <p:nvPr/>
          </p:nvSpPr>
          <p:spPr>
            <a:xfrm>
              <a:off x="5510174" y="2366648"/>
              <a:ext cx="7620" cy="969644"/>
            </a:xfrm>
            <a:custGeom>
              <a:avLst/>
              <a:gdLst/>
              <a:ahLst/>
              <a:cxnLst/>
              <a:rect l="l" t="t" r="r" b="b"/>
              <a:pathLst>
                <a:path w="7620" h="969645">
                  <a:moveTo>
                    <a:pt x="7620" y="0"/>
                  </a:moveTo>
                  <a:lnTo>
                    <a:pt x="7620" y="969263"/>
                  </a:lnTo>
                  <a:lnTo>
                    <a:pt x="0" y="969263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9" name="object 2379"/>
            <p:cNvSpPr/>
            <p:nvPr/>
          </p:nvSpPr>
          <p:spPr>
            <a:xfrm>
              <a:off x="5608472" y="324599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0" name="object 2380"/>
            <p:cNvSpPr/>
            <p:nvPr/>
          </p:nvSpPr>
          <p:spPr>
            <a:xfrm>
              <a:off x="5608472" y="324599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1" name="object 2381"/>
            <p:cNvSpPr/>
            <p:nvPr/>
          </p:nvSpPr>
          <p:spPr>
            <a:xfrm>
              <a:off x="5608459" y="2360552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2" name="object 2382"/>
            <p:cNvSpPr/>
            <p:nvPr/>
          </p:nvSpPr>
          <p:spPr>
            <a:xfrm>
              <a:off x="5608459" y="2360552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3" name="object 2383"/>
            <p:cNvSpPr/>
            <p:nvPr/>
          </p:nvSpPr>
          <p:spPr>
            <a:xfrm>
              <a:off x="5608472" y="2360552"/>
              <a:ext cx="8890" cy="885825"/>
            </a:xfrm>
            <a:custGeom>
              <a:avLst/>
              <a:gdLst/>
              <a:ahLst/>
              <a:cxnLst/>
              <a:rect l="l" t="t" r="r" b="b"/>
              <a:pathLst>
                <a:path w="8889" h="885825">
                  <a:moveTo>
                    <a:pt x="8382" y="0"/>
                  </a:moveTo>
                  <a:lnTo>
                    <a:pt x="8382" y="885443"/>
                  </a:lnTo>
                  <a:lnTo>
                    <a:pt x="0" y="885443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4" name="object 2384"/>
            <p:cNvSpPr/>
            <p:nvPr/>
          </p:nvSpPr>
          <p:spPr>
            <a:xfrm>
              <a:off x="5608472" y="2360552"/>
              <a:ext cx="8890" cy="885825"/>
            </a:xfrm>
            <a:custGeom>
              <a:avLst/>
              <a:gdLst/>
              <a:ahLst/>
              <a:cxnLst/>
              <a:rect l="l" t="t" r="r" b="b"/>
              <a:pathLst>
                <a:path w="8889" h="885825">
                  <a:moveTo>
                    <a:pt x="8382" y="0"/>
                  </a:moveTo>
                  <a:lnTo>
                    <a:pt x="8382" y="885443"/>
                  </a:lnTo>
                  <a:lnTo>
                    <a:pt x="0" y="885443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5" name="object 2385"/>
            <p:cNvSpPr/>
            <p:nvPr/>
          </p:nvSpPr>
          <p:spPr>
            <a:xfrm>
              <a:off x="2011832" y="3771014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5" h="3810">
                  <a:moveTo>
                    <a:pt x="0" y="3809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1524" y="3809"/>
                  </a:lnTo>
                  <a:lnTo>
                    <a:pt x="0" y="380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6" name="object 2386"/>
            <p:cNvSpPr/>
            <p:nvPr/>
          </p:nvSpPr>
          <p:spPr>
            <a:xfrm>
              <a:off x="2011832" y="3771014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5" h="3810">
                  <a:moveTo>
                    <a:pt x="0" y="3809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1524" y="3809"/>
                  </a:lnTo>
                  <a:lnTo>
                    <a:pt x="0" y="380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7" name="object 2387"/>
            <p:cNvSpPr/>
            <p:nvPr/>
          </p:nvSpPr>
          <p:spPr>
            <a:xfrm>
              <a:off x="1954682" y="3771014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2285" y="0"/>
                  </a:moveTo>
                  <a:lnTo>
                    <a:pt x="2285" y="3809"/>
                  </a:lnTo>
                  <a:lnTo>
                    <a:pt x="0" y="3809"/>
                  </a:lnTo>
                  <a:lnTo>
                    <a:pt x="0" y="0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8" name="object 2388"/>
            <p:cNvSpPr/>
            <p:nvPr/>
          </p:nvSpPr>
          <p:spPr>
            <a:xfrm>
              <a:off x="1954682" y="3771014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2285" y="0"/>
                  </a:moveTo>
                  <a:lnTo>
                    <a:pt x="2285" y="3809"/>
                  </a:lnTo>
                  <a:lnTo>
                    <a:pt x="0" y="3809"/>
                  </a:lnTo>
                  <a:lnTo>
                    <a:pt x="0" y="0"/>
                  </a:lnTo>
                  <a:lnTo>
                    <a:pt x="228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9" name="object 2389"/>
            <p:cNvSpPr/>
            <p:nvPr/>
          </p:nvSpPr>
          <p:spPr>
            <a:xfrm>
              <a:off x="1956968" y="3771014"/>
              <a:ext cx="55244" cy="3810"/>
            </a:xfrm>
            <a:custGeom>
              <a:avLst/>
              <a:gdLst/>
              <a:ahLst/>
              <a:cxnLst/>
              <a:rect l="l" t="t" r="r" b="b"/>
              <a:pathLst>
                <a:path w="55244" h="3810">
                  <a:moveTo>
                    <a:pt x="54863" y="3809"/>
                  </a:moveTo>
                  <a:lnTo>
                    <a:pt x="54863" y="0"/>
                  </a:lnTo>
                  <a:lnTo>
                    <a:pt x="0" y="0"/>
                  </a:lnTo>
                  <a:lnTo>
                    <a:pt x="0" y="3809"/>
                  </a:lnTo>
                  <a:lnTo>
                    <a:pt x="54863" y="380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0" name="object 2390"/>
            <p:cNvSpPr/>
            <p:nvPr/>
          </p:nvSpPr>
          <p:spPr>
            <a:xfrm>
              <a:off x="1886102" y="3734362"/>
              <a:ext cx="72390" cy="73025"/>
            </a:xfrm>
            <a:custGeom>
              <a:avLst/>
              <a:gdLst/>
              <a:ahLst/>
              <a:cxnLst/>
              <a:rect l="l" t="t" r="r" b="b"/>
              <a:pathLst>
                <a:path w="72389" h="73025">
                  <a:moveTo>
                    <a:pt x="72389" y="36652"/>
                  </a:moveTo>
                  <a:lnTo>
                    <a:pt x="70865" y="25984"/>
                  </a:lnTo>
                  <a:lnTo>
                    <a:pt x="55600" y="5761"/>
                  </a:lnTo>
                  <a:lnTo>
                    <a:pt x="34089" y="0"/>
                  </a:lnTo>
                  <a:lnTo>
                    <a:pt x="13440" y="7992"/>
                  </a:lnTo>
                  <a:lnTo>
                    <a:pt x="761" y="29032"/>
                  </a:lnTo>
                  <a:lnTo>
                    <a:pt x="0" y="33604"/>
                  </a:lnTo>
                  <a:lnTo>
                    <a:pt x="0" y="38938"/>
                  </a:lnTo>
                  <a:lnTo>
                    <a:pt x="11092" y="63028"/>
                  </a:lnTo>
                  <a:lnTo>
                    <a:pt x="32475" y="72837"/>
                  </a:lnTo>
                  <a:lnTo>
                    <a:pt x="55337" y="67602"/>
                  </a:lnTo>
                  <a:lnTo>
                    <a:pt x="70865" y="46558"/>
                  </a:lnTo>
                  <a:lnTo>
                    <a:pt x="72389" y="3665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1" name="object 2391"/>
            <p:cNvSpPr/>
            <p:nvPr/>
          </p:nvSpPr>
          <p:spPr>
            <a:xfrm>
              <a:off x="1886102" y="3734362"/>
              <a:ext cx="72390" cy="73025"/>
            </a:xfrm>
            <a:custGeom>
              <a:avLst/>
              <a:gdLst/>
              <a:ahLst/>
              <a:cxnLst/>
              <a:rect l="l" t="t" r="r" b="b"/>
              <a:pathLst>
                <a:path w="72389" h="73025">
                  <a:moveTo>
                    <a:pt x="72389" y="36652"/>
                  </a:moveTo>
                  <a:lnTo>
                    <a:pt x="70865" y="25984"/>
                  </a:lnTo>
                  <a:lnTo>
                    <a:pt x="55600" y="5761"/>
                  </a:lnTo>
                  <a:lnTo>
                    <a:pt x="34089" y="0"/>
                  </a:lnTo>
                  <a:lnTo>
                    <a:pt x="13440" y="7992"/>
                  </a:lnTo>
                  <a:lnTo>
                    <a:pt x="761" y="29032"/>
                  </a:lnTo>
                  <a:lnTo>
                    <a:pt x="0" y="33604"/>
                  </a:lnTo>
                  <a:lnTo>
                    <a:pt x="0" y="38938"/>
                  </a:lnTo>
                  <a:lnTo>
                    <a:pt x="11092" y="63028"/>
                  </a:lnTo>
                  <a:lnTo>
                    <a:pt x="32475" y="72837"/>
                  </a:lnTo>
                  <a:lnTo>
                    <a:pt x="55337" y="67602"/>
                  </a:lnTo>
                  <a:lnTo>
                    <a:pt x="70865" y="46558"/>
                  </a:lnTo>
                  <a:lnTo>
                    <a:pt x="71627" y="41986"/>
                  </a:lnTo>
                  <a:lnTo>
                    <a:pt x="72389" y="3665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2" name="object 2392"/>
            <p:cNvSpPr/>
            <p:nvPr/>
          </p:nvSpPr>
          <p:spPr>
            <a:xfrm>
              <a:off x="1914296" y="3754250"/>
              <a:ext cx="12700" cy="32384"/>
            </a:xfrm>
            <a:custGeom>
              <a:avLst/>
              <a:gdLst/>
              <a:ahLst/>
              <a:cxnLst/>
              <a:rect l="l" t="t" r="r" b="b"/>
              <a:pathLst>
                <a:path w="12700" h="32385">
                  <a:moveTo>
                    <a:pt x="12192" y="32004"/>
                  </a:moveTo>
                  <a:lnTo>
                    <a:pt x="12192" y="0"/>
                  </a:lnTo>
                  <a:lnTo>
                    <a:pt x="9144" y="0"/>
                  </a:lnTo>
                  <a:lnTo>
                    <a:pt x="8382" y="1524"/>
                  </a:lnTo>
                  <a:lnTo>
                    <a:pt x="7620" y="2286"/>
                  </a:lnTo>
                  <a:lnTo>
                    <a:pt x="5334" y="3810"/>
                  </a:lnTo>
                  <a:lnTo>
                    <a:pt x="2286" y="6858"/>
                  </a:lnTo>
                  <a:lnTo>
                    <a:pt x="0" y="7620"/>
                  </a:lnTo>
                  <a:lnTo>
                    <a:pt x="0" y="11430"/>
                  </a:lnTo>
                  <a:lnTo>
                    <a:pt x="1524" y="11430"/>
                  </a:lnTo>
                  <a:lnTo>
                    <a:pt x="3048" y="10668"/>
                  </a:lnTo>
                  <a:lnTo>
                    <a:pt x="3810" y="9144"/>
                  </a:lnTo>
                  <a:lnTo>
                    <a:pt x="6858" y="7620"/>
                  </a:lnTo>
                  <a:lnTo>
                    <a:pt x="7620" y="6858"/>
                  </a:lnTo>
                  <a:lnTo>
                    <a:pt x="7620" y="32004"/>
                  </a:lnTo>
                  <a:lnTo>
                    <a:pt x="12192" y="3200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93" name="object 2393"/>
            <p:cNvPicPr/>
            <p:nvPr/>
          </p:nvPicPr>
          <p:blipFill>
            <a:blip r:embed="rId201" cstate="print"/>
            <a:stretch>
              <a:fillRect/>
            </a:stretch>
          </p:blipFill>
          <p:spPr>
            <a:xfrm>
              <a:off x="2897657" y="3740882"/>
              <a:ext cx="242315" cy="72971"/>
            </a:xfrm>
            <a:prstGeom prst="rect">
              <a:avLst/>
            </a:prstGeom>
          </p:spPr>
        </p:pic>
        <p:sp>
          <p:nvSpPr>
            <p:cNvPr id="2394" name="object 2394"/>
            <p:cNvSpPr/>
            <p:nvPr/>
          </p:nvSpPr>
          <p:spPr>
            <a:xfrm>
              <a:off x="2938424" y="3598197"/>
              <a:ext cx="72390" cy="71755"/>
            </a:xfrm>
            <a:custGeom>
              <a:avLst/>
              <a:gdLst/>
              <a:ahLst/>
              <a:cxnLst/>
              <a:rect l="l" t="t" r="r" b="b"/>
              <a:pathLst>
                <a:path w="72389" h="71754">
                  <a:moveTo>
                    <a:pt x="72389" y="40990"/>
                  </a:moveTo>
                  <a:lnTo>
                    <a:pt x="72389" y="35656"/>
                  </a:lnTo>
                  <a:lnTo>
                    <a:pt x="72389" y="30322"/>
                  </a:lnTo>
                  <a:lnTo>
                    <a:pt x="70865" y="24988"/>
                  </a:lnTo>
                  <a:lnTo>
                    <a:pt x="56038" y="5778"/>
                  </a:lnTo>
                  <a:lnTo>
                    <a:pt x="34504" y="0"/>
                  </a:lnTo>
                  <a:lnTo>
                    <a:pt x="13624" y="7477"/>
                  </a:lnTo>
                  <a:lnTo>
                    <a:pt x="761" y="28036"/>
                  </a:lnTo>
                  <a:lnTo>
                    <a:pt x="0" y="33370"/>
                  </a:lnTo>
                  <a:lnTo>
                    <a:pt x="0" y="37942"/>
                  </a:lnTo>
                  <a:lnTo>
                    <a:pt x="10803" y="61574"/>
                  </a:lnTo>
                  <a:lnTo>
                    <a:pt x="31970" y="71313"/>
                  </a:lnTo>
                  <a:lnTo>
                    <a:pt x="54869" y="66462"/>
                  </a:lnTo>
                  <a:lnTo>
                    <a:pt x="70865" y="46324"/>
                  </a:lnTo>
                  <a:lnTo>
                    <a:pt x="72389" y="4099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5" name="object 2395"/>
            <p:cNvSpPr/>
            <p:nvPr/>
          </p:nvSpPr>
          <p:spPr>
            <a:xfrm>
              <a:off x="2938424" y="3598197"/>
              <a:ext cx="72390" cy="71755"/>
            </a:xfrm>
            <a:custGeom>
              <a:avLst/>
              <a:gdLst/>
              <a:ahLst/>
              <a:cxnLst/>
              <a:rect l="l" t="t" r="r" b="b"/>
              <a:pathLst>
                <a:path w="72389" h="71754">
                  <a:moveTo>
                    <a:pt x="72389" y="35656"/>
                  </a:moveTo>
                  <a:lnTo>
                    <a:pt x="72389" y="30322"/>
                  </a:lnTo>
                  <a:lnTo>
                    <a:pt x="70865" y="24988"/>
                  </a:lnTo>
                  <a:lnTo>
                    <a:pt x="56038" y="5778"/>
                  </a:lnTo>
                  <a:lnTo>
                    <a:pt x="34504" y="0"/>
                  </a:lnTo>
                  <a:lnTo>
                    <a:pt x="13624" y="7477"/>
                  </a:lnTo>
                  <a:lnTo>
                    <a:pt x="761" y="28036"/>
                  </a:lnTo>
                  <a:lnTo>
                    <a:pt x="0" y="33370"/>
                  </a:lnTo>
                  <a:lnTo>
                    <a:pt x="0" y="37942"/>
                  </a:lnTo>
                  <a:lnTo>
                    <a:pt x="10803" y="61574"/>
                  </a:lnTo>
                  <a:lnTo>
                    <a:pt x="31970" y="71313"/>
                  </a:lnTo>
                  <a:lnTo>
                    <a:pt x="54869" y="66462"/>
                  </a:lnTo>
                  <a:lnTo>
                    <a:pt x="70865" y="46324"/>
                  </a:lnTo>
                  <a:lnTo>
                    <a:pt x="72389" y="40990"/>
                  </a:lnTo>
                  <a:lnTo>
                    <a:pt x="72389" y="3565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6" name="object 2396"/>
            <p:cNvSpPr/>
            <p:nvPr/>
          </p:nvSpPr>
          <p:spPr>
            <a:xfrm>
              <a:off x="2963570" y="3617090"/>
              <a:ext cx="21590" cy="32384"/>
            </a:xfrm>
            <a:custGeom>
              <a:avLst/>
              <a:gdLst/>
              <a:ahLst/>
              <a:cxnLst/>
              <a:rect l="l" t="t" r="r" b="b"/>
              <a:pathLst>
                <a:path w="21589" h="32385">
                  <a:moveTo>
                    <a:pt x="21336" y="32003"/>
                  </a:moveTo>
                  <a:lnTo>
                    <a:pt x="21336" y="28193"/>
                  </a:lnTo>
                  <a:lnTo>
                    <a:pt x="6096" y="28193"/>
                  </a:lnTo>
                  <a:lnTo>
                    <a:pt x="18288" y="16001"/>
                  </a:lnTo>
                  <a:lnTo>
                    <a:pt x="21336" y="9143"/>
                  </a:lnTo>
                  <a:lnTo>
                    <a:pt x="20574" y="5333"/>
                  </a:lnTo>
                  <a:lnTo>
                    <a:pt x="16002" y="761"/>
                  </a:lnTo>
                  <a:lnTo>
                    <a:pt x="11430" y="0"/>
                  </a:lnTo>
                  <a:lnTo>
                    <a:pt x="7620" y="761"/>
                  </a:lnTo>
                  <a:lnTo>
                    <a:pt x="2286" y="5333"/>
                  </a:lnTo>
                  <a:lnTo>
                    <a:pt x="1524" y="9143"/>
                  </a:lnTo>
                  <a:lnTo>
                    <a:pt x="5334" y="9143"/>
                  </a:lnTo>
                  <a:lnTo>
                    <a:pt x="5334" y="6857"/>
                  </a:lnTo>
                  <a:lnTo>
                    <a:pt x="8382" y="3809"/>
                  </a:lnTo>
                  <a:lnTo>
                    <a:pt x="13716" y="3809"/>
                  </a:lnTo>
                  <a:lnTo>
                    <a:pt x="16764" y="6857"/>
                  </a:lnTo>
                  <a:lnTo>
                    <a:pt x="16764" y="10667"/>
                  </a:lnTo>
                  <a:lnTo>
                    <a:pt x="1524" y="27431"/>
                  </a:lnTo>
                  <a:lnTo>
                    <a:pt x="0" y="32003"/>
                  </a:lnTo>
                  <a:lnTo>
                    <a:pt x="21336" y="320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7" name="object 2397"/>
            <p:cNvSpPr/>
            <p:nvPr/>
          </p:nvSpPr>
          <p:spPr>
            <a:xfrm>
              <a:off x="3935120" y="3657472"/>
              <a:ext cx="73660" cy="72390"/>
            </a:xfrm>
            <a:custGeom>
              <a:avLst/>
              <a:gdLst/>
              <a:ahLst/>
              <a:cxnLst/>
              <a:rect l="l" t="t" r="r" b="b"/>
              <a:pathLst>
                <a:path w="73660" h="72389">
                  <a:moveTo>
                    <a:pt x="73151" y="36580"/>
                  </a:moveTo>
                  <a:lnTo>
                    <a:pt x="72389" y="30484"/>
                  </a:lnTo>
                  <a:lnTo>
                    <a:pt x="70865" y="25150"/>
                  </a:lnTo>
                  <a:lnTo>
                    <a:pt x="56302" y="5715"/>
                  </a:lnTo>
                  <a:lnTo>
                    <a:pt x="34790" y="0"/>
                  </a:lnTo>
                  <a:lnTo>
                    <a:pt x="13789" y="7621"/>
                  </a:lnTo>
                  <a:lnTo>
                    <a:pt x="761" y="28198"/>
                  </a:lnTo>
                  <a:lnTo>
                    <a:pt x="0" y="33532"/>
                  </a:lnTo>
                  <a:lnTo>
                    <a:pt x="0" y="38866"/>
                  </a:lnTo>
                  <a:lnTo>
                    <a:pt x="10815" y="62186"/>
                  </a:lnTo>
                  <a:lnTo>
                    <a:pt x="32527" y="71923"/>
                  </a:lnTo>
                  <a:lnTo>
                    <a:pt x="55692" y="67036"/>
                  </a:lnTo>
                  <a:lnTo>
                    <a:pt x="70865" y="46486"/>
                  </a:lnTo>
                  <a:lnTo>
                    <a:pt x="72389" y="41152"/>
                  </a:lnTo>
                  <a:lnTo>
                    <a:pt x="73151" y="3658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8" name="object 2398"/>
            <p:cNvSpPr/>
            <p:nvPr/>
          </p:nvSpPr>
          <p:spPr>
            <a:xfrm>
              <a:off x="3935120" y="3657472"/>
              <a:ext cx="73660" cy="72390"/>
            </a:xfrm>
            <a:custGeom>
              <a:avLst/>
              <a:gdLst/>
              <a:ahLst/>
              <a:cxnLst/>
              <a:rect l="l" t="t" r="r" b="b"/>
              <a:pathLst>
                <a:path w="73660" h="72389">
                  <a:moveTo>
                    <a:pt x="73151" y="36580"/>
                  </a:moveTo>
                  <a:lnTo>
                    <a:pt x="72389" y="30484"/>
                  </a:lnTo>
                  <a:lnTo>
                    <a:pt x="70865" y="25150"/>
                  </a:lnTo>
                  <a:lnTo>
                    <a:pt x="56302" y="5715"/>
                  </a:lnTo>
                  <a:lnTo>
                    <a:pt x="34790" y="0"/>
                  </a:lnTo>
                  <a:lnTo>
                    <a:pt x="13789" y="7621"/>
                  </a:lnTo>
                  <a:lnTo>
                    <a:pt x="761" y="28198"/>
                  </a:lnTo>
                  <a:lnTo>
                    <a:pt x="0" y="33532"/>
                  </a:lnTo>
                  <a:lnTo>
                    <a:pt x="0" y="38866"/>
                  </a:lnTo>
                  <a:lnTo>
                    <a:pt x="10815" y="62186"/>
                  </a:lnTo>
                  <a:lnTo>
                    <a:pt x="32527" y="71923"/>
                  </a:lnTo>
                  <a:lnTo>
                    <a:pt x="55692" y="67036"/>
                  </a:lnTo>
                  <a:lnTo>
                    <a:pt x="70865" y="46486"/>
                  </a:lnTo>
                  <a:lnTo>
                    <a:pt x="72389" y="41152"/>
                  </a:lnTo>
                  <a:lnTo>
                    <a:pt x="73151" y="3658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9" name="object 2399"/>
            <p:cNvSpPr/>
            <p:nvPr/>
          </p:nvSpPr>
          <p:spPr>
            <a:xfrm>
              <a:off x="2930791" y="3637676"/>
              <a:ext cx="1050925" cy="71755"/>
            </a:xfrm>
            <a:custGeom>
              <a:avLst/>
              <a:gdLst/>
              <a:ahLst/>
              <a:cxnLst/>
              <a:rect l="l" t="t" r="r" b="b"/>
              <a:pathLst>
                <a:path w="1050925" h="71754">
                  <a:moveTo>
                    <a:pt x="1524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524" y="3810"/>
                  </a:lnTo>
                  <a:lnTo>
                    <a:pt x="1524" y="0"/>
                  </a:lnTo>
                  <a:close/>
                </a:path>
                <a:path w="1050925" h="71754">
                  <a:moveTo>
                    <a:pt x="1050798" y="48006"/>
                  </a:moveTo>
                  <a:lnTo>
                    <a:pt x="1050036" y="44196"/>
                  </a:lnTo>
                  <a:lnTo>
                    <a:pt x="1045464" y="39624"/>
                  </a:lnTo>
                  <a:lnTo>
                    <a:pt x="1040892" y="38862"/>
                  </a:lnTo>
                  <a:lnTo>
                    <a:pt x="1034034" y="41148"/>
                  </a:lnTo>
                  <a:lnTo>
                    <a:pt x="1030986" y="48006"/>
                  </a:lnTo>
                  <a:lnTo>
                    <a:pt x="1034796" y="48768"/>
                  </a:lnTo>
                  <a:lnTo>
                    <a:pt x="1035558" y="45720"/>
                  </a:lnTo>
                  <a:lnTo>
                    <a:pt x="1038606" y="42672"/>
                  </a:lnTo>
                  <a:lnTo>
                    <a:pt x="1043178" y="42672"/>
                  </a:lnTo>
                  <a:lnTo>
                    <a:pt x="1046988" y="45720"/>
                  </a:lnTo>
                  <a:lnTo>
                    <a:pt x="1046988" y="50292"/>
                  </a:lnTo>
                  <a:lnTo>
                    <a:pt x="1031748" y="66294"/>
                  </a:lnTo>
                  <a:lnTo>
                    <a:pt x="1030224" y="71628"/>
                  </a:lnTo>
                  <a:lnTo>
                    <a:pt x="1050798" y="71628"/>
                  </a:lnTo>
                  <a:lnTo>
                    <a:pt x="1050798" y="67818"/>
                  </a:lnTo>
                  <a:lnTo>
                    <a:pt x="1035558" y="67818"/>
                  </a:lnTo>
                  <a:lnTo>
                    <a:pt x="1041654" y="61722"/>
                  </a:lnTo>
                  <a:lnTo>
                    <a:pt x="1050036" y="51816"/>
                  </a:lnTo>
                  <a:lnTo>
                    <a:pt x="1050798" y="4800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0" name="object 2400"/>
            <p:cNvSpPr/>
            <p:nvPr/>
          </p:nvSpPr>
          <p:spPr>
            <a:xfrm>
              <a:off x="2930804" y="3637664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5" h="3810">
                  <a:moveTo>
                    <a:pt x="0" y="3809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1524" y="3809"/>
                  </a:lnTo>
                  <a:lnTo>
                    <a:pt x="0" y="380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1" name="object 2401"/>
            <p:cNvSpPr/>
            <p:nvPr/>
          </p:nvSpPr>
          <p:spPr>
            <a:xfrm>
              <a:off x="2750971" y="3637664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5" h="3810">
                  <a:moveTo>
                    <a:pt x="1524" y="0"/>
                  </a:moveTo>
                  <a:lnTo>
                    <a:pt x="1524" y="3809"/>
                  </a:lnTo>
                  <a:lnTo>
                    <a:pt x="0" y="3809"/>
                  </a:lnTo>
                  <a:lnTo>
                    <a:pt x="0" y="0"/>
                  </a:lnTo>
                  <a:lnTo>
                    <a:pt x="152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2" name="object 2402"/>
            <p:cNvSpPr/>
            <p:nvPr/>
          </p:nvSpPr>
          <p:spPr>
            <a:xfrm>
              <a:off x="2750971" y="3637664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5" h="3810">
                  <a:moveTo>
                    <a:pt x="1524" y="0"/>
                  </a:moveTo>
                  <a:lnTo>
                    <a:pt x="1524" y="3809"/>
                  </a:lnTo>
                  <a:lnTo>
                    <a:pt x="0" y="3809"/>
                  </a:lnTo>
                  <a:lnTo>
                    <a:pt x="0" y="0"/>
                  </a:lnTo>
                  <a:lnTo>
                    <a:pt x="152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3" name="object 2403"/>
            <p:cNvSpPr/>
            <p:nvPr/>
          </p:nvSpPr>
          <p:spPr>
            <a:xfrm>
              <a:off x="2752483" y="3637676"/>
              <a:ext cx="1182370" cy="58419"/>
            </a:xfrm>
            <a:custGeom>
              <a:avLst/>
              <a:gdLst/>
              <a:ahLst/>
              <a:cxnLst/>
              <a:rect l="l" t="t" r="r" b="b"/>
              <a:pathLst>
                <a:path w="1182370" h="58420">
                  <a:moveTo>
                    <a:pt x="178308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78308" y="3810"/>
                  </a:lnTo>
                  <a:lnTo>
                    <a:pt x="178308" y="0"/>
                  </a:lnTo>
                  <a:close/>
                </a:path>
                <a:path w="1182370" h="58420">
                  <a:moveTo>
                    <a:pt x="1181874" y="54102"/>
                  </a:moveTo>
                  <a:lnTo>
                    <a:pt x="1179576" y="54102"/>
                  </a:lnTo>
                  <a:lnTo>
                    <a:pt x="1179576" y="57912"/>
                  </a:lnTo>
                  <a:lnTo>
                    <a:pt x="1181874" y="57912"/>
                  </a:lnTo>
                  <a:lnTo>
                    <a:pt x="1181874" y="5410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4" name="object 2404"/>
            <p:cNvSpPr/>
            <p:nvPr/>
          </p:nvSpPr>
          <p:spPr>
            <a:xfrm>
              <a:off x="3932072" y="3691766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0" y="3810"/>
                  </a:moveTo>
                  <a:lnTo>
                    <a:pt x="0" y="0"/>
                  </a:lnTo>
                  <a:lnTo>
                    <a:pt x="2286" y="0"/>
                  </a:lnTo>
                  <a:lnTo>
                    <a:pt x="2286" y="3810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5" name="object 2405"/>
            <p:cNvSpPr/>
            <p:nvPr/>
          </p:nvSpPr>
          <p:spPr>
            <a:xfrm>
              <a:off x="3752240" y="3691766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2286" y="0"/>
                  </a:moveTo>
                  <a:lnTo>
                    <a:pt x="2286" y="3810"/>
                  </a:lnTo>
                  <a:lnTo>
                    <a:pt x="0" y="3810"/>
                  </a:lnTo>
                  <a:lnTo>
                    <a:pt x="0" y="0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6" name="object 2406"/>
            <p:cNvSpPr/>
            <p:nvPr/>
          </p:nvSpPr>
          <p:spPr>
            <a:xfrm>
              <a:off x="3752240" y="3691766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2286" y="0"/>
                  </a:moveTo>
                  <a:lnTo>
                    <a:pt x="2286" y="3810"/>
                  </a:lnTo>
                  <a:lnTo>
                    <a:pt x="0" y="3810"/>
                  </a:lnTo>
                  <a:lnTo>
                    <a:pt x="0" y="0"/>
                  </a:lnTo>
                  <a:lnTo>
                    <a:pt x="228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7" name="object 2407"/>
            <p:cNvSpPr/>
            <p:nvPr/>
          </p:nvSpPr>
          <p:spPr>
            <a:xfrm>
              <a:off x="3754526" y="3691766"/>
              <a:ext cx="177800" cy="3810"/>
            </a:xfrm>
            <a:custGeom>
              <a:avLst/>
              <a:gdLst/>
              <a:ahLst/>
              <a:cxnLst/>
              <a:rect l="l" t="t" r="r" b="b"/>
              <a:pathLst>
                <a:path w="177800" h="3810">
                  <a:moveTo>
                    <a:pt x="177546" y="3810"/>
                  </a:moveTo>
                  <a:lnTo>
                    <a:pt x="177546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177546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08" name="object 2408"/>
            <p:cNvPicPr/>
            <p:nvPr/>
          </p:nvPicPr>
          <p:blipFill>
            <a:blip r:embed="rId202" cstate="print"/>
            <a:stretch>
              <a:fillRect/>
            </a:stretch>
          </p:blipFill>
          <p:spPr>
            <a:xfrm>
              <a:off x="3179978" y="3572132"/>
              <a:ext cx="691133" cy="294893"/>
            </a:xfrm>
            <a:prstGeom prst="rect">
              <a:avLst/>
            </a:prstGeom>
          </p:spPr>
        </p:pic>
        <p:pic>
          <p:nvPicPr>
            <p:cNvPr id="2409" name="object 2409"/>
            <p:cNvPicPr/>
            <p:nvPr/>
          </p:nvPicPr>
          <p:blipFill>
            <a:blip r:embed="rId203" cstate="print"/>
            <a:stretch>
              <a:fillRect/>
            </a:stretch>
          </p:blipFill>
          <p:spPr>
            <a:xfrm>
              <a:off x="3067456" y="1563119"/>
              <a:ext cx="467994" cy="111251"/>
            </a:xfrm>
            <a:prstGeom prst="rect">
              <a:avLst/>
            </a:prstGeom>
          </p:spPr>
        </p:pic>
        <p:pic>
          <p:nvPicPr>
            <p:cNvPr id="2410" name="object 2410"/>
            <p:cNvPicPr/>
            <p:nvPr/>
          </p:nvPicPr>
          <p:blipFill>
            <a:blip r:embed="rId204" cstate="print"/>
            <a:stretch>
              <a:fillRect/>
            </a:stretch>
          </p:blipFill>
          <p:spPr>
            <a:xfrm>
              <a:off x="2015642" y="3559940"/>
              <a:ext cx="843533" cy="332231"/>
            </a:xfrm>
            <a:prstGeom prst="rect">
              <a:avLst/>
            </a:prstGeom>
          </p:spPr>
        </p:pic>
        <p:pic>
          <p:nvPicPr>
            <p:cNvPr id="2411" name="object 2411"/>
            <p:cNvPicPr/>
            <p:nvPr/>
          </p:nvPicPr>
          <p:blipFill>
            <a:blip r:embed="rId205" cstate="print"/>
            <a:stretch>
              <a:fillRect/>
            </a:stretch>
          </p:blipFill>
          <p:spPr>
            <a:xfrm>
              <a:off x="2032406" y="3744344"/>
              <a:ext cx="503681" cy="124968"/>
            </a:xfrm>
            <a:prstGeom prst="rect">
              <a:avLst/>
            </a:prstGeom>
          </p:spPr>
        </p:pic>
        <p:sp>
          <p:nvSpPr>
            <p:cNvPr id="2412" name="object 2412"/>
            <p:cNvSpPr/>
            <p:nvPr/>
          </p:nvSpPr>
          <p:spPr>
            <a:xfrm>
              <a:off x="2120798" y="366662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3" name="object 2413"/>
            <p:cNvSpPr/>
            <p:nvPr/>
          </p:nvSpPr>
          <p:spPr>
            <a:xfrm>
              <a:off x="2120798" y="366662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4" name="object 2414"/>
            <p:cNvSpPr/>
            <p:nvPr/>
          </p:nvSpPr>
          <p:spPr>
            <a:xfrm>
              <a:off x="2120798" y="165189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5" name="object 2415"/>
            <p:cNvSpPr/>
            <p:nvPr/>
          </p:nvSpPr>
          <p:spPr>
            <a:xfrm>
              <a:off x="2120798" y="165189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6" name="object 2416"/>
            <p:cNvSpPr/>
            <p:nvPr/>
          </p:nvSpPr>
          <p:spPr>
            <a:xfrm>
              <a:off x="2120798" y="1651892"/>
              <a:ext cx="3810" cy="2014855"/>
            </a:xfrm>
            <a:custGeom>
              <a:avLst/>
              <a:gdLst/>
              <a:ahLst/>
              <a:cxnLst/>
              <a:rect l="l" t="t" r="r" b="b"/>
              <a:pathLst>
                <a:path w="3810" h="2014854">
                  <a:moveTo>
                    <a:pt x="3810" y="0"/>
                  </a:moveTo>
                  <a:lnTo>
                    <a:pt x="3810" y="2014727"/>
                  </a:lnTo>
                  <a:lnTo>
                    <a:pt x="0" y="2014727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7" name="object 2417"/>
            <p:cNvSpPr/>
            <p:nvPr/>
          </p:nvSpPr>
          <p:spPr>
            <a:xfrm>
              <a:off x="2120798" y="1651892"/>
              <a:ext cx="3810" cy="2014855"/>
            </a:xfrm>
            <a:custGeom>
              <a:avLst/>
              <a:gdLst/>
              <a:ahLst/>
              <a:cxnLst/>
              <a:rect l="l" t="t" r="r" b="b"/>
              <a:pathLst>
                <a:path w="3810" h="2014854">
                  <a:moveTo>
                    <a:pt x="3810" y="0"/>
                  </a:moveTo>
                  <a:lnTo>
                    <a:pt x="3810" y="2014727"/>
                  </a:lnTo>
                  <a:lnTo>
                    <a:pt x="0" y="2014727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8" name="object 2418"/>
            <p:cNvSpPr/>
            <p:nvPr/>
          </p:nvSpPr>
          <p:spPr>
            <a:xfrm>
              <a:off x="2100986" y="3623186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43434" y="0"/>
                  </a:moveTo>
                  <a:lnTo>
                    <a:pt x="0" y="0"/>
                  </a:lnTo>
                  <a:lnTo>
                    <a:pt x="21336" y="43434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9" name="object 2419"/>
            <p:cNvSpPr/>
            <p:nvPr/>
          </p:nvSpPr>
          <p:spPr>
            <a:xfrm>
              <a:off x="2100986" y="3623186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0" y="0"/>
                  </a:moveTo>
                  <a:lnTo>
                    <a:pt x="21336" y="43434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0" name="object 2420"/>
            <p:cNvSpPr/>
            <p:nvPr/>
          </p:nvSpPr>
          <p:spPr>
            <a:xfrm>
              <a:off x="2098700" y="3622424"/>
              <a:ext cx="26034" cy="48260"/>
            </a:xfrm>
            <a:custGeom>
              <a:avLst/>
              <a:gdLst/>
              <a:ahLst/>
              <a:cxnLst/>
              <a:rect l="l" t="t" r="r" b="b"/>
              <a:pathLst>
                <a:path w="26035" h="48260">
                  <a:moveTo>
                    <a:pt x="25908" y="44958"/>
                  </a:moveTo>
                  <a:lnTo>
                    <a:pt x="22098" y="43434"/>
                  </a:lnTo>
                  <a:lnTo>
                    <a:pt x="23622" y="39624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23622" y="48006"/>
                  </a:lnTo>
                  <a:lnTo>
                    <a:pt x="25908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1" name="object 2421"/>
            <p:cNvSpPr/>
            <p:nvPr/>
          </p:nvSpPr>
          <p:spPr>
            <a:xfrm>
              <a:off x="2098700" y="3622424"/>
              <a:ext cx="26034" cy="48260"/>
            </a:xfrm>
            <a:custGeom>
              <a:avLst/>
              <a:gdLst/>
              <a:ahLst/>
              <a:cxnLst/>
              <a:rect l="l" t="t" r="r" b="b"/>
              <a:pathLst>
                <a:path w="26035" h="48260">
                  <a:moveTo>
                    <a:pt x="0" y="1524"/>
                  </a:moveTo>
                  <a:lnTo>
                    <a:pt x="3810" y="0"/>
                  </a:lnTo>
                  <a:lnTo>
                    <a:pt x="23622" y="39624"/>
                  </a:lnTo>
                  <a:lnTo>
                    <a:pt x="22098" y="43434"/>
                  </a:lnTo>
                  <a:lnTo>
                    <a:pt x="25908" y="44958"/>
                  </a:lnTo>
                  <a:lnTo>
                    <a:pt x="23622" y="4800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2" name="object 2422"/>
            <p:cNvSpPr/>
            <p:nvPr/>
          </p:nvSpPr>
          <p:spPr>
            <a:xfrm>
              <a:off x="2120798" y="3620900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69" h="46989">
                  <a:moveTo>
                    <a:pt x="26670" y="0"/>
                  </a:moveTo>
                  <a:lnTo>
                    <a:pt x="23622" y="0"/>
                  </a:lnTo>
                  <a:lnTo>
                    <a:pt x="23622" y="3810"/>
                  </a:lnTo>
                  <a:lnTo>
                    <a:pt x="20574" y="3810"/>
                  </a:lnTo>
                  <a:lnTo>
                    <a:pt x="0" y="44958"/>
                  </a:lnTo>
                  <a:lnTo>
                    <a:pt x="3810" y="46482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3" name="object 2423"/>
            <p:cNvSpPr/>
            <p:nvPr/>
          </p:nvSpPr>
          <p:spPr>
            <a:xfrm>
              <a:off x="2120798" y="3620900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69" h="46989">
                  <a:moveTo>
                    <a:pt x="3810" y="46482"/>
                  </a:moveTo>
                  <a:lnTo>
                    <a:pt x="0" y="44958"/>
                  </a:lnTo>
                  <a:lnTo>
                    <a:pt x="20574" y="3810"/>
                  </a:lnTo>
                  <a:lnTo>
                    <a:pt x="23622" y="3810"/>
                  </a:lnTo>
                  <a:lnTo>
                    <a:pt x="23622" y="0"/>
                  </a:lnTo>
                  <a:lnTo>
                    <a:pt x="26670" y="0"/>
                  </a:lnTo>
                  <a:lnTo>
                    <a:pt x="3810" y="46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4" name="object 2424"/>
            <p:cNvSpPr/>
            <p:nvPr/>
          </p:nvSpPr>
          <p:spPr>
            <a:xfrm>
              <a:off x="2097176" y="3620900"/>
              <a:ext cx="47625" cy="3810"/>
            </a:xfrm>
            <a:custGeom>
              <a:avLst/>
              <a:gdLst/>
              <a:ahLst/>
              <a:cxnLst/>
              <a:rect l="l" t="t" r="r" b="b"/>
              <a:pathLst>
                <a:path w="47625" h="3810">
                  <a:moveTo>
                    <a:pt x="47243" y="3810"/>
                  </a:moveTo>
                  <a:lnTo>
                    <a:pt x="47243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5333" y="1524"/>
                  </a:lnTo>
                  <a:lnTo>
                    <a:pt x="6857" y="3810"/>
                  </a:lnTo>
                  <a:lnTo>
                    <a:pt x="47243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5" name="object 2425"/>
            <p:cNvSpPr/>
            <p:nvPr/>
          </p:nvSpPr>
          <p:spPr>
            <a:xfrm>
              <a:off x="2097176" y="3620900"/>
              <a:ext cx="47625" cy="3810"/>
            </a:xfrm>
            <a:custGeom>
              <a:avLst/>
              <a:gdLst/>
              <a:ahLst/>
              <a:cxnLst/>
              <a:rect l="l" t="t" r="r" b="b"/>
              <a:pathLst>
                <a:path w="47625" h="3810">
                  <a:moveTo>
                    <a:pt x="47243" y="0"/>
                  </a:moveTo>
                  <a:lnTo>
                    <a:pt x="47243" y="3810"/>
                  </a:lnTo>
                  <a:lnTo>
                    <a:pt x="6857" y="3810"/>
                  </a:lnTo>
                  <a:lnTo>
                    <a:pt x="5333" y="1524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4724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6" name="object 2426"/>
            <p:cNvSpPr/>
            <p:nvPr/>
          </p:nvSpPr>
          <p:spPr>
            <a:xfrm>
              <a:off x="2352446" y="359423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7" name="object 2427"/>
            <p:cNvSpPr/>
            <p:nvPr/>
          </p:nvSpPr>
          <p:spPr>
            <a:xfrm>
              <a:off x="2352446" y="359423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8" name="object 2428"/>
            <p:cNvSpPr/>
            <p:nvPr/>
          </p:nvSpPr>
          <p:spPr>
            <a:xfrm>
              <a:off x="2352446" y="164808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9" name="object 2429"/>
            <p:cNvSpPr/>
            <p:nvPr/>
          </p:nvSpPr>
          <p:spPr>
            <a:xfrm>
              <a:off x="2352446" y="164808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0" name="object 2430"/>
            <p:cNvSpPr/>
            <p:nvPr/>
          </p:nvSpPr>
          <p:spPr>
            <a:xfrm>
              <a:off x="2352446" y="1648082"/>
              <a:ext cx="3810" cy="1946275"/>
            </a:xfrm>
            <a:custGeom>
              <a:avLst/>
              <a:gdLst/>
              <a:ahLst/>
              <a:cxnLst/>
              <a:rect l="l" t="t" r="r" b="b"/>
              <a:pathLst>
                <a:path w="3810" h="1946275">
                  <a:moveTo>
                    <a:pt x="3809" y="0"/>
                  </a:moveTo>
                  <a:lnTo>
                    <a:pt x="3809" y="1946148"/>
                  </a:lnTo>
                  <a:lnTo>
                    <a:pt x="0" y="1946148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1" name="object 2431"/>
            <p:cNvSpPr/>
            <p:nvPr/>
          </p:nvSpPr>
          <p:spPr>
            <a:xfrm>
              <a:off x="2352446" y="1648082"/>
              <a:ext cx="3810" cy="1946275"/>
            </a:xfrm>
            <a:custGeom>
              <a:avLst/>
              <a:gdLst/>
              <a:ahLst/>
              <a:cxnLst/>
              <a:rect l="l" t="t" r="r" b="b"/>
              <a:pathLst>
                <a:path w="3810" h="1946275">
                  <a:moveTo>
                    <a:pt x="3809" y="0"/>
                  </a:moveTo>
                  <a:lnTo>
                    <a:pt x="3809" y="1946148"/>
                  </a:lnTo>
                  <a:lnTo>
                    <a:pt x="0" y="1946148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2" name="object 2432"/>
            <p:cNvSpPr/>
            <p:nvPr/>
          </p:nvSpPr>
          <p:spPr>
            <a:xfrm>
              <a:off x="2332634" y="3550796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43434" y="0"/>
                  </a:moveTo>
                  <a:lnTo>
                    <a:pt x="0" y="0"/>
                  </a:lnTo>
                  <a:lnTo>
                    <a:pt x="21336" y="43434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3" name="object 2433"/>
            <p:cNvSpPr/>
            <p:nvPr/>
          </p:nvSpPr>
          <p:spPr>
            <a:xfrm>
              <a:off x="2332634" y="3550796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0" y="0"/>
                  </a:moveTo>
                  <a:lnTo>
                    <a:pt x="21336" y="43434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4" name="object 2434"/>
            <p:cNvSpPr/>
            <p:nvPr/>
          </p:nvSpPr>
          <p:spPr>
            <a:xfrm>
              <a:off x="2331110" y="3550034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5">
                  <a:moveTo>
                    <a:pt x="25146" y="44958"/>
                  </a:moveTo>
                  <a:lnTo>
                    <a:pt x="21336" y="42672"/>
                  </a:lnTo>
                  <a:lnTo>
                    <a:pt x="22860" y="3962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2860" y="48768"/>
                  </a:lnTo>
                  <a:lnTo>
                    <a:pt x="25146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5" name="object 2435"/>
            <p:cNvSpPr/>
            <p:nvPr/>
          </p:nvSpPr>
          <p:spPr>
            <a:xfrm>
              <a:off x="2331110" y="3550034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5">
                  <a:moveTo>
                    <a:pt x="0" y="1524"/>
                  </a:moveTo>
                  <a:lnTo>
                    <a:pt x="3048" y="0"/>
                  </a:lnTo>
                  <a:lnTo>
                    <a:pt x="22860" y="39624"/>
                  </a:lnTo>
                  <a:lnTo>
                    <a:pt x="21336" y="42672"/>
                  </a:lnTo>
                  <a:lnTo>
                    <a:pt x="25146" y="44958"/>
                  </a:lnTo>
                  <a:lnTo>
                    <a:pt x="22860" y="48768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6" name="object 2436"/>
            <p:cNvSpPr/>
            <p:nvPr/>
          </p:nvSpPr>
          <p:spPr>
            <a:xfrm>
              <a:off x="2352446" y="3549272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20">
                  <a:moveTo>
                    <a:pt x="26670" y="0"/>
                  </a:moveTo>
                  <a:lnTo>
                    <a:pt x="23622" y="0"/>
                  </a:lnTo>
                  <a:lnTo>
                    <a:pt x="23622" y="3810"/>
                  </a:lnTo>
                  <a:lnTo>
                    <a:pt x="20574" y="3810"/>
                  </a:lnTo>
                  <a:lnTo>
                    <a:pt x="0" y="43434"/>
                  </a:lnTo>
                  <a:lnTo>
                    <a:pt x="3810" y="45720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7" name="object 2437"/>
            <p:cNvSpPr/>
            <p:nvPr/>
          </p:nvSpPr>
          <p:spPr>
            <a:xfrm>
              <a:off x="2352446" y="3549272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20">
                  <a:moveTo>
                    <a:pt x="3810" y="45720"/>
                  </a:moveTo>
                  <a:lnTo>
                    <a:pt x="0" y="43434"/>
                  </a:lnTo>
                  <a:lnTo>
                    <a:pt x="20574" y="3810"/>
                  </a:lnTo>
                  <a:lnTo>
                    <a:pt x="23622" y="3810"/>
                  </a:lnTo>
                  <a:lnTo>
                    <a:pt x="23622" y="0"/>
                  </a:lnTo>
                  <a:lnTo>
                    <a:pt x="26670" y="0"/>
                  </a:lnTo>
                  <a:lnTo>
                    <a:pt x="3810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8" name="object 2438"/>
            <p:cNvSpPr/>
            <p:nvPr/>
          </p:nvSpPr>
          <p:spPr>
            <a:xfrm>
              <a:off x="2329586" y="3549272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3810"/>
                  </a:moveTo>
                  <a:lnTo>
                    <a:pt x="46481" y="0"/>
                  </a:lnTo>
                  <a:lnTo>
                    <a:pt x="0" y="0"/>
                  </a:lnTo>
                  <a:lnTo>
                    <a:pt x="1523" y="2286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4648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9" name="object 2439"/>
            <p:cNvSpPr/>
            <p:nvPr/>
          </p:nvSpPr>
          <p:spPr>
            <a:xfrm>
              <a:off x="2329586" y="3549272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0"/>
                  </a:moveTo>
                  <a:lnTo>
                    <a:pt x="46481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1523" y="2286"/>
                  </a:lnTo>
                  <a:lnTo>
                    <a:pt x="0" y="0"/>
                  </a:lnTo>
                  <a:lnTo>
                    <a:pt x="4648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0" name="object 2440"/>
            <p:cNvSpPr/>
            <p:nvPr/>
          </p:nvSpPr>
          <p:spPr>
            <a:xfrm>
              <a:off x="2475890" y="355536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1" name="object 2441"/>
            <p:cNvSpPr/>
            <p:nvPr/>
          </p:nvSpPr>
          <p:spPr>
            <a:xfrm>
              <a:off x="2475890" y="355536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2" name="object 2442"/>
            <p:cNvSpPr/>
            <p:nvPr/>
          </p:nvSpPr>
          <p:spPr>
            <a:xfrm>
              <a:off x="2475890" y="165189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3" name="object 2443"/>
            <p:cNvSpPr/>
            <p:nvPr/>
          </p:nvSpPr>
          <p:spPr>
            <a:xfrm>
              <a:off x="2475890" y="165189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4" name="object 2444"/>
            <p:cNvSpPr/>
            <p:nvPr/>
          </p:nvSpPr>
          <p:spPr>
            <a:xfrm>
              <a:off x="2475890" y="1651892"/>
              <a:ext cx="3810" cy="1903730"/>
            </a:xfrm>
            <a:custGeom>
              <a:avLst/>
              <a:gdLst/>
              <a:ahLst/>
              <a:cxnLst/>
              <a:rect l="l" t="t" r="r" b="b"/>
              <a:pathLst>
                <a:path w="3810" h="1903729">
                  <a:moveTo>
                    <a:pt x="3809" y="0"/>
                  </a:moveTo>
                  <a:lnTo>
                    <a:pt x="3809" y="1903476"/>
                  </a:lnTo>
                  <a:lnTo>
                    <a:pt x="0" y="1903476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5" name="object 2445"/>
            <p:cNvSpPr/>
            <p:nvPr/>
          </p:nvSpPr>
          <p:spPr>
            <a:xfrm>
              <a:off x="2475890" y="1651892"/>
              <a:ext cx="3810" cy="1903730"/>
            </a:xfrm>
            <a:custGeom>
              <a:avLst/>
              <a:gdLst/>
              <a:ahLst/>
              <a:cxnLst/>
              <a:rect l="l" t="t" r="r" b="b"/>
              <a:pathLst>
                <a:path w="3810" h="1903729">
                  <a:moveTo>
                    <a:pt x="3809" y="0"/>
                  </a:moveTo>
                  <a:lnTo>
                    <a:pt x="3809" y="1903476"/>
                  </a:lnTo>
                  <a:lnTo>
                    <a:pt x="0" y="1903476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6" name="object 2446"/>
            <p:cNvSpPr/>
            <p:nvPr/>
          </p:nvSpPr>
          <p:spPr>
            <a:xfrm>
              <a:off x="2456078" y="3511934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43434" y="0"/>
                  </a:moveTo>
                  <a:lnTo>
                    <a:pt x="0" y="0"/>
                  </a:lnTo>
                  <a:lnTo>
                    <a:pt x="22098" y="43434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7" name="object 2447"/>
            <p:cNvSpPr/>
            <p:nvPr/>
          </p:nvSpPr>
          <p:spPr>
            <a:xfrm>
              <a:off x="2456078" y="3511934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0" y="0"/>
                  </a:moveTo>
                  <a:lnTo>
                    <a:pt x="22098" y="43434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8" name="object 2448"/>
            <p:cNvSpPr/>
            <p:nvPr/>
          </p:nvSpPr>
          <p:spPr>
            <a:xfrm>
              <a:off x="2454554" y="3511172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5">
                  <a:moveTo>
                    <a:pt x="25146" y="44958"/>
                  </a:moveTo>
                  <a:lnTo>
                    <a:pt x="21336" y="43434"/>
                  </a:lnTo>
                  <a:lnTo>
                    <a:pt x="22860" y="40386"/>
                  </a:lnTo>
                  <a:lnTo>
                    <a:pt x="3048" y="0"/>
                  </a:lnTo>
                  <a:lnTo>
                    <a:pt x="0" y="2286"/>
                  </a:lnTo>
                  <a:lnTo>
                    <a:pt x="23622" y="48768"/>
                  </a:lnTo>
                  <a:lnTo>
                    <a:pt x="25146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9" name="object 2449"/>
            <p:cNvSpPr/>
            <p:nvPr/>
          </p:nvSpPr>
          <p:spPr>
            <a:xfrm>
              <a:off x="2454554" y="3511172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5">
                  <a:moveTo>
                    <a:pt x="0" y="2286"/>
                  </a:moveTo>
                  <a:lnTo>
                    <a:pt x="3048" y="0"/>
                  </a:lnTo>
                  <a:lnTo>
                    <a:pt x="22860" y="40386"/>
                  </a:lnTo>
                  <a:lnTo>
                    <a:pt x="21336" y="43434"/>
                  </a:lnTo>
                  <a:lnTo>
                    <a:pt x="25146" y="44958"/>
                  </a:lnTo>
                  <a:lnTo>
                    <a:pt x="23622" y="48768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0" name="object 2450"/>
            <p:cNvSpPr/>
            <p:nvPr/>
          </p:nvSpPr>
          <p:spPr>
            <a:xfrm>
              <a:off x="2475890" y="3510410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20">
                  <a:moveTo>
                    <a:pt x="26670" y="0"/>
                  </a:moveTo>
                  <a:lnTo>
                    <a:pt x="23622" y="0"/>
                  </a:lnTo>
                  <a:lnTo>
                    <a:pt x="23622" y="3810"/>
                  </a:lnTo>
                  <a:lnTo>
                    <a:pt x="20574" y="3810"/>
                  </a:lnTo>
                  <a:lnTo>
                    <a:pt x="0" y="44196"/>
                  </a:lnTo>
                  <a:lnTo>
                    <a:pt x="3810" y="45720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1" name="object 2451"/>
            <p:cNvSpPr/>
            <p:nvPr/>
          </p:nvSpPr>
          <p:spPr>
            <a:xfrm>
              <a:off x="2475890" y="3510410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20">
                  <a:moveTo>
                    <a:pt x="3810" y="45720"/>
                  </a:moveTo>
                  <a:lnTo>
                    <a:pt x="0" y="44196"/>
                  </a:lnTo>
                  <a:lnTo>
                    <a:pt x="20574" y="3810"/>
                  </a:lnTo>
                  <a:lnTo>
                    <a:pt x="23622" y="3810"/>
                  </a:lnTo>
                  <a:lnTo>
                    <a:pt x="23622" y="0"/>
                  </a:lnTo>
                  <a:lnTo>
                    <a:pt x="26670" y="0"/>
                  </a:lnTo>
                  <a:lnTo>
                    <a:pt x="3810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2" name="object 2452"/>
            <p:cNvSpPr/>
            <p:nvPr/>
          </p:nvSpPr>
          <p:spPr>
            <a:xfrm>
              <a:off x="2453017" y="3510410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3810"/>
                  </a:moveTo>
                  <a:lnTo>
                    <a:pt x="46481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4648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3" name="object 2453"/>
            <p:cNvSpPr/>
            <p:nvPr/>
          </p:nvSpPr>
          <p:spPr>
            <a:xfrm>
              <a:off x="2453017" y="3510410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0"/>
                  </a:moveTo>
                  <a:lnTo>
                    <a:pt x="46481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4648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4" name="object 2454"/>
            <p:cNvSpPr/>
            <p:nvPr/>
          </p:nvSpPr>
          <p:spPr>
            <a:xfrm>
              <a:off x="2237384" y="361785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5" name="object 2455"/>
            <p:cNvSpPr/>
            <p:nvPr/>
          </p:nvSpPr>
          <p:spPr>
            <a:xfrm>
              <a:off x="2237384" y="361785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6" name="object 2456"/>
            <p:cNvSpPr/>
            <p:nvPr/>
          </p:nvSpPr>
          <p:spPr>
            <a:xfrm>
              <a:off x="2237384" y="165189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7" name="object 2457"/>
            <p:cNvSpPr/>
            <p:nvPr/>
          </p:nvSpPr>
          <p:spPr>
            <a:xfrm>
              <a:off x="2237384" y="165189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8" name="object 2458"/>
            <p:cNvSpPr/>
            <p:nvPr/>
          </p:nvSpPr>
          <p:spPr>
            <a:xfrm>
              <a:off x="2237384" y="1651892"/>
              <a:ext cx="3810" cy="1965960"/>
            </a:xfrm>
            <a:custGeom>
              <a:avLst/>
              <a:gdLst/>
              <a:ahLst/>
              <a:cxnLst/>
              <a:rect l="l" t="t" r="r" b="b"/>
              <a:pathLst>
                <a:path w="3810" h="1965960">
                  <a:moveTo>
                    <a:pt x="3810" y="0"/>
                  </a:moveTo>
                  <a:lnTo>
                    <a:pt x="3810" y="1965960"/>
                  </a:lnTo>
                  <a:lnTo>
                    <a:pt x="0" y="1965960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9" name="object 2459"/>
            <p:cNvSpPr/>
            <p:nvPr/>
          </p:nvSpPr>
          <p:spPr>
            <a:xfrm>
              <a:off x="2237384" y="1651892"/>
              <a:ext cx="3810" cy="1965960"/>
            </a:xfrm>
            <a:custGeom>
              <a:avLst/>
              <a:gdLst/>
              <a:ahLst/>
              <a:cxnLst/>
              <a:rect l="l" t="t" r="r" b="b"/>
              <a:pathLst>
                <a:path w="3810" h="1965960">
                  <a:moveTo>
                    <a:pt x="3810" y="0"/>
                  </a:moveTo>
                  <a:lnTo>
                    <a:pt x="3810" y="1965960"/>
                  </a:lnTo>
                  <a:lnTo>
                    <a:pt x="0" y="1965960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0" name="object 2460"/>
            <p:cNvSpPr/>
            <p:nvPr/>
          </p:nvSpPr>
          <p:spPr>
            <a:xfrm>
              <a:off x="2217572" y="3575180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79">
                  <a:moveTo>
                    <a:pt x="43434" y="0"/>
                  </a:moveTo>
                  <a:lnTo>
                    <a:pt x="0" y="0"/>
                  </a:lnTo>
                  <a:lnTo>
                    <a:pt x="22098" y="42672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1" name="object 2461"/>
            <p:cNvSpPr/>
            <p:nvPr/>
          </p:nvSpPr>
          <p:spPr>
            <a:xfrm>
              <a:off x="2217572" y="3575180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79">
                  <a:moveTo>
                    <a:pt x="0" y="0"/>
                  </a:moveTo>
                  <a:lnTo>
                    <a:pt x="22098" y="42672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2" name="object 2462"/>
            <p:cNvSpPr/>
            <p:nvPr/>
          </p:nvSpPr>
          <p:spPr>
            <a:xfrm>
              <a:off x="2216048" y="3574418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25146" y="44958"/>
                  </a:moveTo>
                  <a:lnTo>
                    <a:pt x="21336" y="42672"/>
                  </a:lnTo>
                  <a:lnTo>
                    <a:pt x="23622" y="3962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3622" y="48006"/>
                  </a:lnTo>
                  <a:lnTo>
                    <a:pt x="25146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3" name="object 2463"/>
            <p:cNvSpPr/>
            <p:nvPr/>
          </p:nvSpPr>
          <p:spPr>
            <a:xfrm>
              <a:off x="2216048" y="3574418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0" y="1524"/>
                  </a:moveTo>
                  <a:lnTo>
                    <a:pt x="3048" y="0"/>
                  </a:lnTo>
                  <a:lnTo>
                    <a:pt x="23622" y="39624"/>
                  </a:lnTo>
                  <a:lnTo>
                    <a:pt x="21336" y="42672"/>
                  </a:lnTo>
                  <a:lnTo>
                    <a:pt x="25146" y="44958"/>
                  </a:lnTo>
                  <a:lnTo>
                    <a:pt x="23622" y="4800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4" name="object 2464"/>
            <p:cNvSpPr/>
            <p:nvPr/>
          </p:nvSpPr>
          <p:spPr>
            <a:xfrm>
              <a:off x="2237384" y="3572894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69" h="46989">
                  <a:moveTo>
                    <a:pt x="26670" y="0"/>
                  </a:moveTo>
                  <a:lnTo>
                    <a:pt x="23622" y="0"/>
                  </a:lnTo>
                  <a:lnTo>
                    <a:pt x="23622" y="3810"/>
                  </a:lnTo>
                  <a:lnTo>
                    <a:pt x="20574" y="3810"/>
                  </a:lnTo>
                  <a:lnTo>
                    <a:pt x="0" y="44196"/>
                  </a:lnTo>
                  <a:lnTo>
                    <a:pt x="3810" y="46482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5" name="object 2465"/>
            <p:cNvSpPr/>
            <p:nvPr/>
          </p:nvSpPr>
          <p:spPr>
            <a:xfrm>
              <a:off x="2237384" y="3572894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69" h="46989">
                  <a:moveTo>
                    <a:pt x="3810" y="46482"/>
                  </a:moveTo>
                  <a:lnTo>
                    <a:pt x="0" y="44196"/>
                  </a:lnTo>
                  <a:lnTo>
                    <a:pt x="20574" y="3810"/>
                  </a:lnTo>
                  <a:lnTo>
                    <a:pt x="23622" y="3810"/>
                  </a:lnTo>
                  <a:lnTo>
                    <a:pt x="23622" y="0"/>
                  </a:lnTo>
                  <a:lnTo>
                    <a:pt x="26670" y="0"/>
                  </a:lnTo>
                  <a:lnTo>
                    <a:pt x="3810" y="46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6" name="object 2466"/>
            <p:cNvSpPr/>
            <p:nvPr/>
          </p:nvSpPr>
          <p:spPr>
            <a:xfrm>
              <a:off x="2214524" y="3572894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3810"/>
                  </a:moveTo>
                  <a:lnTo>
                    <a:pt x="46481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4571" y="1524"/>
                  </a:lnTo>
                  <a:lnTo>
                    <a:pt x="6095" y="3810"/>
                  </a:lnTo>
                  <a:lnTo>
                    <a:pt x="4648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7" name="object 2467"/>
            <p:cNvSpPr/>
            <p:nvPr/>
          </p:nvSpPr>
          <p:spPr>
            <a:xfrm>
              <a:off x="2214524" y="3572894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0"/>
                  </a:moveTo>
                  <a:lnTo>
                    <a:pt x="46481" y="3810"/>
                  </a:lnTo>
                  <a:lnTo>
                    <a:pt x="6095" y="3810"/>
                  </a:lnTo>
                  <a:lnTo>
                    <a:pt x="4571" y="1524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4648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68" name="object 2468"/>
            <p:cNvPicPr/>
            <p:nvPr/>
          </p:nvPicPr>
          <p:blipFill>
            <a:blip r:embed="rId206" cstate="print"/>
            <a:stretch>
              <a:fillRect/>
            </a:stretch>
          </p:blipFill>
          <p:spPr>
            <a:xfrm>
              <a:off x="2133244" y="1540259"/>
              <a:ext cx="404114" cy="112013"/>
            </a:xfrm>
            <a:prstGeom prst="rect">
              <a:avLst/>
            </a:prstGeom>
          </p:spPr>
        </p:pic>
        <p:sp>
          <p:nvSpPr>
            <p:cNvPr id="2469" name="object 2469"/>
            <p:cNvSpPr/>
            <p:nvPr/>
          </p:nvSpPr>
          <p:spPr>
            <a:xfrm>
              <a:off x="6590690" y="174485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61" y="0"/>
                  </a:moveTo>
                  <a:lnTo>
                    <a:pt x="761" y="761"/>
                  </a:lnTo>
                  <a:lnTo>
                    <a:pt x="0" y="761"/>
                  </a:lnTo>
                  <a:lnTo>
                    <a:pt x="0" y="0"/>
                  </a:lnTo>
                  <a:lnTo>
                    <a:pt x="7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0" name="object 2470"/>
            <p:cNvSpPr/>
            <p:nvPr/>
          </p:nvSpPr>
          <p:spPr>
            <a:xfrm>
              <a:off x="6590690" y="174485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61" y="0"/>
                  </a:moveTo>
                  <a:lnTo>
                    <a:pt x="761" y="761"/>
                  </a:lnTo>
                  <a:lnTo>
                    <a:pt x="0" y="761"/>
                  </a:lnTo>
                  <a:lnTo>
                    <a:pt x="0" y="0"/>
                  </a:lnTo>
                  <a:lnTo>
                    <a:pt x="76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1" name="object 2471"/>
            <p:cNvSpPr/>
            <p:nvPr/>
          </p:nvSpPr>
          <p:spPr>
            <a:xfrm>
              <a:off x="6590690" y="174485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762" y="0"/>
                  </a:moveTo>
                  <a:lnTo>
                    <a:pt x="0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2" name="object 2472"/>
            <p:cNvSpPr/>
            <p:nvPr/>
          </p:nvSpPr>
          <p:spPr>
            <a:xfrm>
              <a:off x="6590690" y="174485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3" name="object 2473"/>
            <p:cNvSpPr/>
            <p:nvPr/>
          </p:nvSpPr>
          <p:spPr>
            <a:xfrm>
              <a:off x="6591452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4" name="object 2474"/>
            <p:cNvSpPr/>
            <p:nvPr/>
          </p:nvSpPr>
          <p:spPr>
            <a:xfrm>
              <a:off x="6593738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5" name="object 2475"/>
            <p:cNvSpPr/>
            <p:nvPr/>
          </p:nvSpPr>
          <p:spPr>
            <a:xfrm>
              <a:off x="6596786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6" name="object 2476"/>
            <p:cNvSpPr/>
            <p:nvPr/>
          </p:nvSpPr>
          <p:spPr>
            <a:xfrm>
              <a:off x="6599834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7" name="object 2477"/>
            <p:cNvSpPr/>
            <p:nvPr/>
          </p:nvSpPr>
          <p:spPr>
            <a:xfrm>
              <a:off x="6601358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8" name="object 2478"/>
            <p:cNvSpPr/>
            <p:nvPr/>
          </p:nvSpPr>
          <p:spPr>
            <a:xfrm>
              <a:off x="6602882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9" name="object 2479"/>
            <p:cNvSpPr/>
            <p:nvPr/>
          </p:nvSpPr>
          <p:spPr>
            <a:xfrm>
              <a:off x="6605168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0" name="object 2480"/>
            <p:cNvSpPr/>
            <p:nvPr/>
          </p:nvSpPr>
          <p:spPr>
            <a:xfrm>
              <a:off x="6608216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1" name="object 2481"/>
            <p:cNvSpPr/>
            <p:nvPr/>
          </p:nvSpPr>
          <p:spPr>
            <a:xfrm>
              <a:off x="6611264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2" name="object 2482"/>
            <p:cNvSpPr/>
            <p:nvPr/>
          </p:nvSpPr>
          <p:spPr>
            <a:xfrm>
              <a:off x="6612788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3" name="object 2483"/>
            <p:cNvSpPr/>
            <p:nvPr/>
          </p:nvSpPr>
          <p:spPr>
            <a:xfrm>
              <a:off x="6614312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4" name="object 2484"/>
            <p:cNvSpPr/>
            <p:nvPr/>
          </p:nvSpPr>
          <p:spPr>
            <a:xfrm>
              <a:off x="6616598" y="174485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5" name="object 2485"/>
            <p:cNvSpPr/>
            <p:nvPr/>
          </p:nvSpPr>
          <p:spPr>
            <a:xfrm>
              <a:off x="6618884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6" name="object 2486"/>
            <p:cNvSpPr/>
            <p:nvPr/>
          </p:nvSpPr>
          <p:spPr>
            <a:xfrm>
              <a:off x="6620408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7" name="object 2487"/>
            <p:cNvSpPr/>
            <p:nvPr/>
          </p:nvSpPr>
          <p:spPr>
            <a:xfrm>
              <a:off x="6622694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8" name="object 2488"/>
            <p:cNvSpPr/>
            <p:nvPr/>
          </p:nvSpPr>
          <p:spPr>
            <a:xfrm>
              <a:off x="6625742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9" name="object 2489"/>
            <p:cNvSpPr/>
            <p:nvPr/>
          </p:nvSpPr>
          <p:spPr>
            <a:xfrm>
              <a:off x="6628790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0" name="object 2490"/>
            <p:cNvSpPr/>
            <p:nvPr/>
          </p:nvSpPr>
          <p:spPr>
            <a:xfrm>
              <a:off x="6630314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1" name="object 2491"/>
            <p:cNvSpPr/>
            <p:nvPr/>
          </p:nvSpPr>
          <p:spPr>
            <a:xfrm>
              <a:off x="6631838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2" name="object 2492"/>
            <p:cNvSpPr/>
            <p:nvPr/>
          </p:nvSpPr>
          <p:spPr>
            <a:xfrm>
              <a:off x="6634124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3" name="object 2493"/>
            <p:cNvSpPr/>
            <p:nvPr/>
          </p:nvSpPr>
          <p:spPr>
            <a:xfrm>
              <a:off x="6637172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4" name="object 2494"/>
            <p:cNvSpPr/>
            <p:nvPr/>
          </p:nvSpPr>
          <p:spPr>
            <a:xfrm>
              <a:off x="6640220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5" name="object 2495"/>
            <p:cNvSpPr/>
            <p:nvPr/>
          </p:nvSpPr>
          <p:spPr>
            <a:xfrm>
              <a:off x="6641744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6" name="object 2496"/>
            <p:cNvSpPr/>
            <p:nvPr/>
          </p:nvSpPr>
          <p:spPr>
            <a:xfrm>
              <a:off x="6643268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7" name="object 2497"/>
            <p:cNvSpPr/>
            <p:nvPr/>
          </p:nvSpPr>
          <p:spPr>
            <a:xfrm>
              <a:off x="6645554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8" name="object 2498"/>
            <p:cNvSpPr/>
            <p:nvPr/>
          </p:nvSpPr>
          <p:spPr>
            <a:xfrm>
              <a:off x="6648602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9" name="object 2499"/>
            <p:cNvSpPr/>
            <p:nvPr/>
          </p:nvSpPr>
          <p:spPr>
            <a:xfrm>
              <a:off x="6651650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0" name="object 2500"/>
            <p:cNvSpPr/>
            <p:nvPr/>
          </p:nvSpPr>
          <p:spPr>
            <a:xfrm>
              <a:off x="6653174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1" name="object 2501"/>
            <p:cNvSpPr/>
            <p:nvPr/>
          </p:nvSpPr>
          <p:spPr>
            <a:xfrm>
              <a:off x="6654698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2" name="object 2502"/>
            <p:cNvSpPr/>
            <p:nvPr/>
          </p:nvSpPr>
          <p:spPr>
            <a:xfrm>
              <a:off x="6656984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3" name="object 2503"/>
            <p:cNvSpPr/>
            <p:nvPr/>
          </p:nvSpPr>
          <p:spPr>
            <a:xfrm>
              <a:off x="6660032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4" name="object 2504"/>
            <p:cNvSpPr/>
            <p:nvPr/>
          </p:nvSpPr>
          <p:spPr>
            <a:xfrm>
              <a:off x="6663080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5" name="object 2505"/>
            <p:cNvSpPr/>
            <p:nvPr/>
          </p:nvSpPr>
          <p:spPr>
            <a:xfrm>
              <a:off x="6664604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6" name="object 2506"/>
            <p:cNvSpPr/>
            <p:nvPr/>
          </p:nvSpPr>
          <p:spPr>
            <a:xfrm>
              <a:off x="6666128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7" name="object 2507"/>
            <p:cNvSpPr/>
            <p:nvPr/>
          </p:nvSpPr>
          <p:spPr>
            <a:xfrm>
              <a:off x="6669176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8" name="object 2508"/>
            <p:cNvSpPr/>
            <p:nvPr/>
          </p:nvSpPr>
          <p:spPr>
            <a:xfrm>
              <a:off x="6670700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9" name="object 2509"/>
            <p:cNvSpPr/>
            <p:nvPr/>
          </p:nvSpPr>
          <p:spPr>
            <a:xfrm>
              <a:off x="6672224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0" name="object 2510"/>
            <p:cNvSpPr/>
            <p:nvPr/>
          </p:nvSpPr>
          <p:spPr>
            <a:xfrm>
              <a:off x="6674510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1" name="object 2511"/>
            <p:cNvSpPr/>
            <p:nvPr/>
          </p:nvSpPr>
          <p:spPr>
            <a:xfrm>
              <a:off x="6677558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2" name="object 2512"/>
            <p:cNvSpPr/>
            <p:nvPr/>
          </p:nvSpPr>
          <p:spPr>
            <a:xfrm>
              <a:off x="6680606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3" name="object 2513"/>
            <p:cNvSpPr/>
            <p:nvPr/>
          </p:nvSpPr>
          <p:spPr>
            <a:xfrm>
              <a:off x="6682130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4" name="object 2514"/>
            <p:cNvSpPr/>
            <p:nvPr/>
          </p:nvSpPr>
          <p:spPr>
            <a:xfrm>
              <a:off x="6683654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5" name="object 2515"/>
            <p:cNvSpPr/>
            <p:nvPr/>
          </p:nvSpPr>
          <p:spPr>
            <a:xfrm>
              <a:off x="6685940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6" name="object 2516"/>
            <p:cNvSpPr/>
            <p:nvPr/>
          </p:nvSpPr>
          <p:spPr>
            <a:xfrm>
              <a:off x="6688988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7" name="object 2517"/>
            <p:cNvSpPr/>
            <p:nvPr/>
          </p:nvSpPr>
          <p:spPr>
            <a:xfrm>
              <a:off x="6692036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8" name="object 2518"/>
            <p:cNvSpPr/>
            <p:nvPr/>
          </p:nvSpPr>
          <p:spPr>
            <a:xfrm>
              <a:off x="6693560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9" name="object 2519"/>
            <p:cNvSpPr/>
            <p:nvPr/>
          </p:nvSpPr>
          <p:spPr>
            <a:xfrm>
              <a:off x="6695084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0" name="object 2520"/>
            <p:cNvSpPr/>
            <p:nvPr/>
          </p:nvSpPr>
          <p:spPr>
            <a:xfrm>
              <a:off x="6697370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1" name="object 2521"/>
            <p:cNvSpPr/>
            <p:nvPr/>
          </p:nvSpPr>
          <p:spPr>
            <a:xfrm>
              <a:off x="6700418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2" name="object 2522"/>
            <p:cNvSpPr/>
            <p:nvPr/>
          </p:nvSpPr>
          <p:spPr>
            <a:xfrm>
              <a:off x="6703466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3" name="object 2523"/>
            <p:cNvSpPr/>
            <p:nvPr/>
          </p:nvSpPr>
          <p:spPr>
            <a:xfrm>
              <a:off x="6704990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4" name="object 2524"/>
            <p:cNvSpPr/>
            <p:nvPr/>
          </p:nvSpPr>
          <p:spPr>
            <a:xfrm>
              <a:off x="6706514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5" name="object 2525"/>
            <p:cNvSpPr/>
            <p:nvPr/>
          </p:nvSpPr>
          <p:spPr>
            <a:xfrm>
              <a:off x="6708800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6" name="object 2526"/>
            <p:cNvSpPr/>
            <p:nvPr/>
          </p:nvSpPr>
          <p:spPr>
            <a:xfrm>
              <a:off x="6711848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228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7" name="object 2527"/>
            <p:cNvSpPr/>
            <p:nvPr/>
          </p:nvSpPr>
          <p:spPr>
            <a:xfrm>
              <a:off x="6714896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8" name="object 2528"/>
            <p:cNvSpPr/>
            <p:nvPr/>
          </p:nvSpPr>
          <p:spPr>
            <a:xfrm>
              <a:off x="6717944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9" name="object 2529"/>
            <p:cNvSpPr/>
            <p:nvPr/>
          </p:nvSpPr>
          <p:spPr>
            <a:xfrm>
              <a:off x="6720992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0" name="object 2530"/>
            <p:cNvSpPr/>
            <p:nvPr/>
          </p:nvSpPr>
          <p:spPr>
            <a:xfrm>
              <a:off x="6722516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1" name="object 2531"/>
            <p:cNvSpPr/>
            <p:nvPr/>
          </p:nvSpPr>
          <p:spPr>
            <a:xfrm>
              <a:off x="6724040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2" name="object 2532"/>
            <p:cNvSpPr/>
            <p:nvPr/>
          </p:nvSpPr>
          <p:spPr>
            <a:xfrm>
              <a:off x="6726326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3" name="object 2533"/>
            <p:cNvSpPr/>
            <p:nvPr/>
          </p:nvSpPr>
          <p:spPr>
            <a:xfrm>
              <a:off x="6729374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4" name="object 2534"/>
            <p:cNvSpPr/>
            <p:nvPr/>
          </p:nvSpPr>
          <p:spPr>
            <a:xfrm>
              <a:off x="6732422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5" name="object 2535"/>
            <p:cNvSpPr/>
            <p:nvPr/>
          </p:nvSpPr>
          <p:spPr>
            <a:xfrm>
              <a:off x="6733946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6" name="object 2536"/>
            <p:cNvSpPr/>
            <p:nvPr/>
          </p:nvSpPr>
          <p:spPr>
            <a:xfrm>
              <a:off x="6735470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7" name="object 2537"/>
            <p:cNvSpPr/>
            <p:nvPr/>
          </p:nvSpPr>
          <p:spPr>
            <a:xfrm>
              <a:off x="6737756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8" name="object 2538"/>
            <p:cNvSpPr/>
            <p:nvPr/>
          </p:nvSpPr>
          <p:spPr>
            <a:xfrm>
              <a:off x="6740804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9" name="object 2539"/>
            <p:cNvSpPr/>
            <p:nvPr/>
          </p:nvSpPr>
          <p:spPr>
            <a:xfrm>
              <a:off x="6743852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0" name="object 2540"/>
            <p:cNvSpPr/>
            <p:nvPr/>
          </p:nvSpPr>
          <p:spPr>
            <a:xfrm>
              <a:off x="6745376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1" name="object 2541"/>
            <p:cNvSpPr/>
            <p:nvPr/>
          </p:nvSpPr>
          <p:spPr>
            <a:xfrm>
              <a:off x="6746900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2" name="object 2542"/>
            <p:cNvSpPr/>
            <p:nvPr/>
          </p:nvSpPr>
          <p:spPr>
            <a:xfrm>
              <a:off x="6749186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3" name="object 2543"/>
            <p:cNvSpPr/>
            <p:nvPr/>
          </p:nvSpPr>
          <p:spPr>
            <a:xfrm>
              <a:off x="6752234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4" name="object 2544"/>
            <p:cNvSpPr/>
            <p:nvPr/>
          </p:nvSpPr>
          <p:spPr>
            <a:xfrm>
              <a:off x="6755282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5" name="object 2545"/>
            <p:cNvSpPr/>
            <p:nvPr/>
          </p:nvSpPr>
          <p:spPr>
            <a:xfrm>
              <a:off x="6756806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6" name="object 2546"/>
            <p:cNvSpPr/>
            <p:nvPr/>
          </p:nvSpPr>
          <p:spPr>
            <a:xfrm>
              <a:off x="6758330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7" name="object 2547"/>
            <p:cNvSpPr/>
            <p:nvPr/>
          </p:nvSpPr>
          <p:spPr>
            <a:xfrm>
              <a:off x="6761378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8" name="object 2548"/>
            <p:cNvSpPr/>
            <p:nvPr/>
          </p:nvSpPr>
          <p:spPr>
            <a:xfrm>
              <a:off x="6762902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9" name="object 2549"/>
            <p:cNvSpPr/>
            <p:nvPr/>
          </p:nvSpPr>
          <p:spPr>
            <a:xfrm>
              <a:off x="6764426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0" name="object 2550"/>
            <p:cNvSpPr/>
            <p:nvPr/>
          </p:nvSpPr>
          <p:spPr>
            <a:xfrm>
              <a:off x="6766712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1" name="object 2551"/>
            <p:cNvSpPr/>
            <p:nvPr/>
          </p:nvSpPr>
          <p:spPr>
            <a:xfrm>
              <a:off x="6769760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2" name="object 2552"/>
            <p:cNvSpPr/>
            <p:nvPr/>
          </p:nvSpPr>
          <p:spPr>
            <a:xfrm>
              <a:off x="6772808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3" name="object 2553"/>
            <p:cNvSpPr/>
            <p:nvPr/>
          </p:nvSpPr>
          <p:spPr>
            <a:xfrm>
              <a:off x="6774332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4" name="object 2554"/>
            <p:cNvSpPr/>
            <p:nvPr/>
          </p:nvSpPr>
          <p:spPr>
            <a:xfrm>
              <a:off x="6775856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5" name="object 2555"/>
            <p:cNvSpPr/>
            <p:nvPr/>
          </p:nvSpPr>
          <p:spPr>
            <a:xfrm>
              <a:off x="6778142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6" name="object 2556"/>
            <p:cNvSpPr/>
            <p:nvPr/>
          </p:nvSpPr>
          <p:spPr>
            <a:xfrm>
              <a:off x="6781190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7" name="object 2557"/>
            <p:cNvSpPr/>
            <p:nvPr/>
          </p:nvSpPr>
          <p:spPr>
            <a:xfrm>
              <a:off x="6784238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8" name="object 2558"/>
            <p:cNvSpPr/>
            <p:nvPr/>
          </p:nvSpPr>
          <p:spPr>
            <a:xfrm>
              <a:off x="6785762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9" name="object 2559"/>
            <p:cNvSpPr/>
            <p:nvPr/>
          </p:nvSpPr>
          <p:spPr>
            <a:xfrm>
              <a:off x="6787286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0" name="object 2560"/>
            <p:cNvSpPr/>
            <p:nvPr/>
          </p:nvSpPr>
          <p:spPr>
            <a:xfrm>
              <a:off x="6789572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1" name="object 2561"/>
            <p:cNvSpPr/>
            <p:nvPr/>
          </p:nvSpPr>
          <p:spPr>
            <a:xfrm>
              <a:off x="6792620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2" name="object 2562"/>
            <p:cNvSpPr/>
            <p:nvPr/>
          </p:nvSpPr>
          <p:spPr>
            <a:xfrm>
              <a:off x="6795668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3" name="object 2563"/>
            <p:cNvSpPr/>
            <p:nvPr/>
          </p:nvSpPr>
          <p:spPr>
            <a:xfrm>
              <a:off x="6797192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4" name="object 2564"/>
            <p:cNvSpPr/>
            <p:nvPr/>
          </p:nvSpPr>
          <p:spPr>
            <a:xfrm>
              <a:off x="6798716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5" name="object 2565"/>
            <p:cNvSpPr/>
            <p:nvPr/>
          </p:nvSpPr>
          <p:spPr>
            <a:xfrm>
              <a:off x="6801002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6" name="object 2566"/>
            <p:cNvSpPr/>
            <p:nvPr/>
          </p:nvSpPr>
          <p:spPr>
            <a:xfrm>
              <a:off x="6804050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7" name="object 2567"/>
            <p:cNvSpPr/>
            <p:nvPr/>
          </p:nvSpPr>
          <p:spPr>
            <a:xfrm>
              <a:off x="6807098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8" name="object 2568"/>
            <p:cNvSpPr/>
            <p:nvPr/>
          </p:nvSpPr>
          <p:spPr>
            <a:xfrm>
              <a:off x="6810146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9" name="object 2569"/>
            <p:cNvSpPr/>
            <p:nvPr/>
          </p:nvSpPr>
          <p:spPr>
            <a:xfrm>
              <a:off x="6813194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0" name="object 2570"/>
            <p:cNvSpPr/>
            <p:nvPr/>
          </p:nvSpPr>
          <p:spPr>
            <a:xfrm>
              <a:off x="6814718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1" name="object 2571"/>
            <p:cNvSpPr/>
            <p:nvPr/>
          </p:nvSpPr>
          <p:spPr>
            <a:xfrm>
              <a:off x="6816242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2" name="object 2572"/>
            <p:cNvSpPr/>
            <p:nvPr/>
          </p:nvSpPr>
          <p:spPr>
            <a:xfrm>
              <a:off x="6818528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3" name="object 2573"/>
            <p:cNvSpPr/>
            <p:nvPr/>
          </p:nvSpPr>
          <p:spPr>
            <a:xfrm>
              <a:off x="6821576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4" name="object 2574"/>
            <p:cNvSpPr/>
            <p:nvPr/>
          </p:nvSpPr>
          <p:spPr>
            <a:xfrm>
              <a:off x="6824624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5" name="object 2575"/>
            <p:cNvSpPr/>
            <p:nvPr/>
          </p:nvSpPr>
          <p:spPr>
            <a:xfrm>
              <a:off x="6826148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6" name="object 2576"/>
            <p:cNvSpPr/>
            <p:nvPr/>
          </p:nvSpPr>
          <p:spPr>
            <a:xfrm>
              <a:off x="6827672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7" name="object 2577"/>
            <p:cNvSpPr/>
            <p:nvPr/>
          </p:nvSpPr>
          <p:spPr>
            <a:xfrm>
              <a:off x="6829958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8" name="object 2578"/>
            <p:cNvSpPr/>
            <p:nvPr/>
          </p:nvSpPr>
          <p:spPr>
            <a:xfrm>
              <a:off x="6833006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9" name="object 2579"/>
            <p:cNvSpPr/>
            <p:nvPr/>
          </p:nvSpPr>
          <p:spPr>
            <a:xfrm>
              <a:off x="6836054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0" name="object 2580"/>
            <p:cNvSpPr/>
            <p:nvPr/>
          </p:nvSpPr>
          <p:spPr>
            <a:xfrm>
              <a:off x="6837578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1" name="object 2581"/>
            <p:cNvSpPr/>
            <p:nvPr/>
          </p:nvSpPr>
          <p:spPr>
            <a:xfrm>
              <a:off x="6839102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2" name="object 2582"/>
            <p:cNvSpPr/>
            <p:nvPr/>
          </p:nvSpPr>
          <p:spPr>
            <a:xfrm>
              <a:off x="6841388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3" name="object 2583"/>
            <p:cNvSpPr/>
            <p:nvPr/>
          </p:nvSpPr>
          <p:spPr>
            <a:xfrm>
              <a:off x="6844436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4" name="object 2584"/>
            <p:cNvSpPr/>
            <p:nvPr/>
          </p:nvSpPr>
          <p:spPr>
            <a:xfrm>
              <a:off x="6847484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5" name="object 2585"/>
            <p:cNvSpPr/>
            <p:nvPr/>
          </p:nvSpPr>
          <p:spPr>
            <a:xfrm>
              <a:off x="6849008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6" name="object 2586"/>
            <p:cNvSpPr/>
            <p:nvPr/>
          </p:nvSpPr>
          <p:spPr>
            <a:xfrm>
              <a:off x="6850532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7" name="object 2587"/>
            <p:cNvSpPr/>
            <p:nvPr/>
          </p:nvSpPr>
          <p:spPr>
            <a:xfrm>
              <a:off x="6852818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8" name="object 2588"/>
            <p:cNvSpPr/>
            <p:nvPr/>
          </p:nvSpPr>
          <p:spPr>
            <a:xfrm>
              <a:off x="6856628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9" name="object 2589"/>
            <p:cNvSpPr/>
            <p:nvPr/>
          </p:nvSpPr>
          <p:spPr>
            <a:xfrm>
              <a:off x="6858914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0" name="object 2590"/>
            <p:cNvSpPr/>
            <p:nvPr/>
          </p:nvSpPr>
          <p:spPr>
            <a:xfrm>
              <a:off x="6861962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1" name="object 2591"/>
            <p:cNvSpPr/>
            <p:nvPr/>
          </p:nvSpPr>
          <p:spPr>
            <a:xfrm>
              <a:off x="6865010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2" name="object 2592"/>
            <p:cNvSpPr/>
            <p:nvPr/>
          </p:nvSpPr>
          <p:spPr>
            <a:xfrm>
              <a:off x="6866534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3" name="object 2593"/>
            <p:cNvSpPr/>
            <p:nvPr/>
          </p:nvSpPr>
          <p:spPr>
            <a:xfrm>
              <a:off x="6868058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4" name="object 2594"/>
            <p:cNvSpPr/>
            <p:nvPr/>
          </p:nvSpPr>
          <p:spPr>
            <a:xfrm>
              <a:off x="6870344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5" name="object 2595"/>
            <p:cNvSpPr/>
            <p:nvPr/>
          </p:nvSpPr>
          <p:spPr>
            <a:xfrm>
              <a:off x="6873392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6" name="object 2596"/>
            <p:cNvSpPr/>
            <p:nvPr/>
          </p:nvSpPr>
          <p:spPr>
            <a:xfrm>
              <a:off x="6876440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7" name="object 2597"/>
            <p:cNvSpPr/>
            <p:nvPr/>
          </p:nvSpPr>
          <p:spPr>
            <a:xfrm>
              <a:off x="6877964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8" name="object 2598"/>
            <p:cNvSpPr/>
            <p:nvPr/>
          </p:nvSpPr>
          <p:spPr>
            <a:xfrm>
              <a:off x="6879488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9" name="object 2599"/>
            <p:cNvSpPr/>
            <p:nvPr/>
          </p:nvSpPr>
          <p:spPr>
            <a:xfrm>
              <a:off x="6881774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0" name="object 2600"/>
            <p:cNvSpPr/>
            <p:nvPr/>
          </p:nvSpPr>
          <p:spPr>
            <a:xfrm>
              <a:off x="6884822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1" name="object 2601"/>
            <p:cNvSpPr/>
            <p:nvPr/>
          </p:nvSpPr>
          <p:spPr>
            <a:xfrm>
              <a:off x="6887870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2" name="object 2602"/>
            <p:cNvSpPr/>
            <p:nvPr/>
          </p:nvSpPr>
          <p:spPr>
            <a:xfrm>
              <a:off x="6889394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3" name="object 2603"/>
            <p:cNvSpPr/>
            <p:nvPr/>
          </p:nvSpPr>
          <p:spPr>
            <a:xfrm>
              <a:off x="6890918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4" name="object 2604"/>
            <p:cNvSpPr/>
            <p:nvPr/>
          </p:nvSpPr>
          <p:spPr>
            <a:xfrm>
              <a:off x="6893204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5" name="object 2605"/>
            <p:cNvSpPr/>
            <p:nvPr/>
          </p:nvSpPr>
          <p:spPr>
            <a:xfrm>
              <a:off x="6896252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6" name="object 2606"/>
            <p:cNvSpPr/>
            <p:nvPr/>
          </p:nvSpPr>
          <p:spPr>
            <a:xfrm>
              <a:off x="6899300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7" name="object 2607"/>
            <p:cNvSpPr/>
            <p:nvPr/>
          </p:nvSpPr>
          <p:spPr>
            <a:xfrm>
              <a:off x="6900824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8" name="object 2608"/>
            <p:cNvSpPr/>
            <p:nvPr/>
          </p:nvSpPr>
          <p:spPr>
            <a:xfrm>
              <a:off x="6902348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9" name="object 2609"/>
            <p:cNvSpPr/>
            <p:nvPr/>
          </p:nvSpPr>
          <p:spPr>
            <a:xfrm>
              <a:off x="6905396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0" name="object 2610"/>
            <p:cNvSpPr/>
            <p:nvPr/>
          </p:nvSpPr>
          <p:spPr>
            <a:xfrm>
              <a:off x="6906920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1" name="object 2611"/>
            <p:cNvSpPr/>
            <p:nvPr/>
          </p:nvSpPr>
          <p:spPr>
            <a:xfrm>
              <a:off x="6908444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2" name="object 2612"/>
            <p:cNvSpPr/>
            <p:nvPr/>
          </p:nvSpPr>
          <p:spPr>
            <a:xfrm>
              <a:off x="6910730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3" name="object 2613"/>
            <p:cNvSpPr/>
            <p:nvPr/>
          </p:nvSpPr>
          <p:spPr>
            <a:xfrm>
              <a:off x="6913778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4" name="object 2614"/>
            <p:cNvSpPr/>
            <p:nvPr/>
          </p:nvSpPr>
          <p:spPr>
            <a:xfrm>
              <a:off x="6916826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5" name="object 2615"/>
            <p:cNvSpPr/>
            <p:nvPr/>
          </p:nvSpPr>
          <p:spPr>
            <a:xfrm>
              <a:off x="6918350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6" name="object 2616"/>
            <p:cNvSpPr/>
            <p:nvPr/>
          </p:nvSpPr>
          <p:spPr>
            <a:xfrm>
              <a:off x="6919874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7" name="object 2617"/>
            <p:cNvSpPr/>
            <p:nvPr/>
          </p:nvSpPr>
          <p:spPr>
            <a:xfrm>
              <a:off x="6922160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8" name="object 2618"/>
            <p:cNvSpPr/>
            <p:nvPr/>
          </p:nvSpPr>
          <p:spPr>
            <a:xfrm>
              <a:off x="6925208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9" name="object 2619"/>
            <p:cNvSpPr/>
            <p:nvPr/>
          </p:nvSpPr>
          <p:spPr>
            <a:xfrm>
              <a:off x="6928256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0" name="object 2620"/>
            <p:cNvSpPr/>
            <p:nvPr/>
          </p:nvSpPr>
          <p:spPr>
            <a:xfrm>
              <a:off x="6929780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1" name="object 2621"/>
            <p:cNvSpPr/>
            <p:nvPr/>
          </p:nvSpPr>
          <p:spPr>
            <a:xfrm>
              <a:off x="6931304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2" name="object 2622"/>
            <p:cNvSpPr/>
            <p:nvPr/>
          </p:nvSpPr>
          <p:spPr>
            <a:xfrm>
              <a:off x="6933590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3" name="object 2623"/>
            <p:cNvSpPr/>
            <p:nvPr/>
          </p:nvSpPr>
          <p:spPr>
            <a:xfrm>
              <a:off x="6936638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4" name="object 2624"/>
            <p:cNvSpPr/>
            <p:nvPr/>
          </p:nvSpPr>
          <p:spPr>
            <a:xfrm>
              <a:off x="6939686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5" name="object 2625"/>
            <p:cNvSpPr/>
            <p:nvPr/>
          </p:nvSpPr>
          <p:spPr>
            <a:xfrm>
              <a:off x="6941210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6" name="object 2626"/>
            <p:cNvSpPr/>
            <p:nvPr/>
          </p:nvSpPr>
          <p:spPr>
            <a:xfrm>
              <a:off x="6942734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7" name="object 2627"/>
            <p:cNvSpPr/>
            <p:nvPr/>
          </p:nvSpPr>
          <p:spPr>
            <a:xfrm>
              <a:off x="6945020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8" name="object 2628"/>
            <p:cNvSpPr/>
            <p:nvPr/>
          </p:nvSpPr>
          <p:spPr>
            <a:xfrm>
              <a:off x="6948068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228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9" name="object 2629"/>
            <p:cNvSpPr/>
            <p:nvPr/>
          </p:nvSpPr>
          <p:spPr>
            <a:xfrm>
              <a:off x="6951116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0" name="object 2630"/>
            <p:cNvSpPr/>
            <p:nvPr/>
          </p:nvSpPr>
          <p:spPr>
            <a:xfrm>
              <a:off x="6954164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1" name="object 2631"/>
            <p:cNvSpPr/>
            <p:nvPr/>
          </p:nvSpPr>
          <p:spPr>
            <a:xfrm>
              <a:off x="6957212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2" name="object 2632"/>
            <p:cNvSpPr/>
            <p:nvPr/>
          </p:nvSpPr>
          <p:spPr>
            <a:xfrm>
              <a:off x="6958736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3" name="object 2633"/>
            <p:cNvSpPr/>
            <p:nvPr/>
          </p:nvSpPr>
          <p:spPr>
            <a:xfrm>
              <a:off x="6960260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4" name="object 2634"/>
            <p:cNvSpPr/>
            <p:nvPr/>
          </p:nvSpPr>
          <p:spPr>
            <a:xfrm>
              <a:off x="6962546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5" name="object 2635"/>
            <p:cNvSpPr/>
            <p:nvPr/>
          </p:nvSpPr>
          <p:spPr>
            <a:xfrm>
              <a:off x="6965594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6" name="object 2636"/>
            <p:cNvSpPr/>
            <p:nvPr/>
          </p:nvSpPr>
          <p:spPr>
            <a:xfrm>
              <a:off x="6968642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7" name="object 2637"/>
            <p:cNvSpPr/>
            <p:nvPr/>
          </p:nvSpPr>
          <p:spPr>
            <a:xfrm>
              <a:off x="6970166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8" name="object 2638"/>
            <p:cNvSpPr/>
            <p:nvPr/>
          </p:nvSpPr>
          <p:spPr>
            <a:xfrm>
              <a:off x="6971690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9" name="object 2639"/>
            <p:cNvSpPr/>
            <p:nvPr/>
          </p:nvSpPr>
          <p:spPr>
            <a:xfrm>
              <a:off x="6973976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0" name="object 2640"/>
            <p:cNvSpPr/>
            <p:nvPr/>
          </p:nvSpPr>
          <p:spPr>
            <a:xfrm>
              <a:off x="6977024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1" name="object 2641"/>
            <p:cNvSpPr/>
            <p:nvPr/>
          </p:nvSpPr>
          <p:spPr>
            <a:xfrm>
              <a:off x="6980072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2" name="object 2642"/>
            <p:cNvSpPr/>
            <p:nvPr/>
          </p:nvSpPr>
          <p:spPr>
            <a:xfrm>
              <a:off x="6981596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3" name="object 2643"/>
            <p:cNvSpPr/>
            <p:nvPr/>
          </p:nvSpPr>
          <p:spPr>
            <a:xfrm>
              <a:off x="6983120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4" name="object 2644"/>
            <p:cNvSpPr/>
            <p:nvPr/>
          </p:nvSpPr>
          <p:spPr>
            <a:xfrm>
              <a:off x="6985406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5" name="object 2645"/>
            <p:cNvSpPr/>
            <p:nvPr/>
          </p:nvSpPr>
          <p:spPr>
            <a:xfrm>
              <a:off x="6988454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6" name="object 2646"/>
            <p:cNvSpPr/>
            <p:nvPr/>
          </p:nvSpPr>
          <p:spPr>
            <a:xfrm>
              <a:off x="6991502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7" name="object 2647"/>
            <p:cNvSpPr/>
            <p:nvPr/>
          </p:nvSpPr>
          <p:spPr>
            <a:xfrm>
              <a:off x="6993026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8" name="object 2648"/>
            <p:cNvSpPr/>
            <p:nvPr/>
          </p:nvSpPr>
          <p:spPr>
            <a:xfrm>
              <a:off x="6994550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9" name="object 2649"/>
            <p:cNvSpPr/>
            <p:nvPr/>
          </p:nvSpPr>
          <p:spPr>
            <a:xfrm>
              <a:off x="6997598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0" name="object 2650"/>
            <p:cNvSpPr/>
            <p:nvPr/>
          </p:nvSpPr>
          <p:spPr>
            <a:xfrm>
              <a:off x="6999122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1" name="object 2651"/>
            <p:cNvSpPr/>
            <p:nvPr/>
          </p:nvSpPr>
          <p:spPr>
            <a:xfrm>
              <a:off x="7000646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2" name="object 2652"/>
            <p:cNvSpPr/>
            <p:nvPr/>
          </p:nvSpPr>
          <p:spPr>
            <a:xfrm>
              <a:off x="7002932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3" name="object 2653"/>
            <p:cNvSpPr/>
            <p:nvPr/>
          </p:nvSpPr>
          <p:spPr>
            <a:xfrm>
              <a:off x="7005980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4" name="object 2654"/>
            <p:cNvSpPr/>
            <p:nvPr/>
          </p:nvSpPr>
          <p:spPr>
            <a:xfrm>
              <a:off x="7009028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5" name="object 2655"/>
            <p:cNvSpPr/>
            <p:nvPr/>
          </p:nvSpPr>
          <p:spPr>
            <a:xfrm>
              <a:off x="7010552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6" name="object 2656"/>
            <p:cNvSpPr/>
            <p:nvPr/>
          </p:nvSpPr>
          <p:spPr>
            <a:xfrm>
              <a:off x="7012076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7" name="object 2657"/>
            <p:cNvSpPr/>
            <p:nvPr/>
          </p:nvSpPr>
          <p:spPr>
            <a:xfrm>
              <a:off x="7014362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8" name="object 2658"/>
            <p:cNvSpPr/>
            <p:nvPr/>
          </p:nvSpPr>
          <p:spPr>
            <a:xfrm>
              <a:off x="7017410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9" name="object 2659"/>
            <p:cNvSpPr/>
            <p:nvPr/>
          </p:nvSpPr>
          <p:spPr>
            <a:xfrm>
              <a:off x="7020458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0" name="object 2660"/>
            <p:cNvSpPr/>
            <p:nvPr/>
          </p:nvSpPr>
          <p:spPr>
            <a:xfrm>
              <a:off x="7021982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1" name="object 2661"/>
            <p:cNvSpPr/>
            <p:nvPr/>
          </p:nvSpPr>
          <p:spPr>
            <a:xfrm>
              <a:off x="7023506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2" name="object 2662"/>
            <p:cNvSpPr/>
            <p:nvPr/>
          </p:nvSpPr>
          <p:spPr>
            <a:xfrm>
              <a:off x="7025792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3" name="object 2663"/>
            <p:cNvSpPr/>
            <p:nvPr/>
          </p:nvSpPr>
          <p:spPr>
            <a:xfrm>
              <a:off x="7028840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4" name="object 2664"/>
            <p:cNvSpPr/>
            <p:nvPr/>
          </p:nvSpPr>
          <p:spPr>
            <a:xfrm>
              <a:off x="7031888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5" name="object 2665"/>
            <p:cNvSpPr/>
            <p:nvPr/>
          </p:nvSpPr>
          <p:spPr>
            <a:xfrm>
              <a:off x="7033412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6" name="object 2666"/>
            <p:cNvSpPr/>
            <p:nvPr/>
          </p:nvSpPr>
          <p:spPr>
            <a:xfrm>
              <a:off x="7034936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7" name="object 2667"/>
            <p:cNvSpPr/>
            <p:nvPr/>
          </p:nvSpPr>
          <p:spPr>
            <a:xfrm>
              <a:off x="7037222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8" name="object 2668"/>
            <p:cNvSpPr/>
            <p:nvPr/>
          </p:nvSpPr>
          <p:spPr>
            <a:xfrm>
              <a:off x="7040270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9" name="object 2669"/>
            <p:cNvSpPr/>
            <p:nvPr/>
          </p:nvSpPr>
          <p:spPr>
            <a:xfrm>
              <a:off x="7043318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0" name="object 2670"/>
            <p:cNvSpPr/>
            <p:nvPr/>
          </p:nvSpPr>
          <p:spPr>
            <a:xfrm>
              <a:off x="7044842" y="174485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1" name="object 2671"/>
            <p:cNvSpPr/>
            <p:nvPr/>
          </p:nvSpPr>
          <p:spPr>
            <a:xfrm>
              <a:off x="7046366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2" name="object 2672"/>
            <p:cNvSpPr/>
            <p:nvPr/>
          </p:nvSpPr>
          <p:spPr>
            <a:xfrm>
              <a:off x="7049414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3" name="object 2673"/>
            <p:cNvSpPr/>
            <p:nvPr/>
          </p:nvSpPr>
          <p:spPr>
            <a:xfrm>
              <a:off x="7050938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4" name="object 2674"/>
            <p:cNvSpPr/>
            <p:nvPr/>
          </p:nvSpPr>
          <p:spPr>
            <a:xfrm>
              <a:off x="7052462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5" name="object 2675"/>
            <p:cNvSpPr/>
            <p:nvPr/>
          </p:nvSpPr>
          <p:spPr>
            <a:xfrm>
              <a:off x="7054748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6" name="object 2676"/>
            <p:cNvSpPr/>
            <p:nvPr/>
          </p:nvSpPr>
          <p:spPr>
            <a:xfrm>
              <a:off x="7057796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7" name="object 2677"/>
            <p:cNvSpPr/>
            <p:nvPr/>
          </p:nvSpPr>
          <p:spPr>
            <a:xfrm>
              <a:off x="7060844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8" name="object 2678"/>
            <p:cNvSpPr/>
            <p:nvPr/>
          </p:nvSpPr>
          <p:spPr>
            <a:xfrm>
              <a:off x="7062368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9" name="object 2679"/>
            <p:cNvSpPr/>
            <p:nvPr/>
          </p:nvSpPr>
          <p:spPr>
            <a:xfrm>
              <a:off x="7063892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0" name="object 2680"/>
            <p:cNvSpPr/>
            <p:nvPr/>
          </p:nvSpPr>
          <p:spPr>
            <a:xfrm>
              <a:off x="7066178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1" name="object 2681"/>
            <p:cNvSpPr/>
            <p:nvPr/>
          </p:nvSpPr>
          <p:spPr>
            <a:xfrm>
              <a:off x="7069226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2" name="object 2682"/>
            <p:cNvSpPr/>
            <p:nvPr/>
          </p:nvSpPr>
          <p:spPr>
            <a:xfrm>
              <a:off x="7072274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3" name="object 2683"/>
            <p:cNvSpPr/>
            <p:nvPr/>
          </p:nvSpPr>
          <p:spPr>
            <a:xfrm>
              <a:off x="7073798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4" name="object 2684"/>
            <p:cNvSpPr/>
            <p:nvPr/>
          </p:nvSpPr>
          <p:spPr>
            <a:xfrm>
              <a:off x="7075322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5" name="object 2685"/>
            <p:cNvSpPr/>
            <p:nvPr/>
          </p:nvSpPr>
          <p:spPr>
            <a:xfrm>
              <a:off x="7077608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6" name="object 2686"/>
            <p:cNvSpPr/>
            <p:nvPr/>
          </p:nvSpPr>
          <p:spPr>
            <a:xfrm>
              <a:off x="7080656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7" name="object 2687"/>
            <p:cNvSpPr/>
            <p:nvPr/>
          </p:nvSpPr>
          <p:spPr>
            <a:xfrm>
              <a:off x="7083704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8" name="object 2688"/>
            <p:cNvSpPr/>
            <p:nvPr/>
          </p:nvSpPr>
          <p:spPr>
            <a:xfrm>
              <a:off x="7085228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9" name="object 2689"/>
            <p:cNvSpPr/>
            <p:nvPr/>
          </p:nvSpPr>
          <p:spPr>
            <a:xfrm>
              <a:off x="7086752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0" name="object 2690"/>
            <p:cNvSpPr/>
            <p:nvPr/>
          </p:nvSpPr>
          <p:spPr>
            <a:xfrm>
              <a:off x="7089038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1" name="object 2691"/>
            <p:cNvSpPr/>
            <p:nvPr/>
          </p:nvSpPr>
          <p:spPr>
            <a:xfrm>
              <a:off x="7092848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2" name="object 2692"/>
            <p:cNvSpPr/>
            <p:nvPr/>
          </p:nvSpPr>
          <p:spPr>
            <a:xfrm>
              <a:off x="7095134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3" name="object 2693"/>
            <p:cNvSpPr/>
            <p:nvPr/>
          </p:nvSpPr>
          <p:spPr>
            <a:xfrm>
              <a:off x="7098182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4" name="object 2694"/>
            <p:cNvSpPr/>
            <p:nvPr/>
          </p:nvSpPr>
          <p:spPr>
            <a:xfrm>
              <a:off x="7101230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5" name="object 2695"/>
            <p:cNvSpPr/>
            <p:nvPr/>
          </p:nvSpPr>
          <p:spPr>
            <a:xfrm>
              <a:off x="7102754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6" name="object 2696"/>
            <p:cNvSpPr/>
            <p:nvPr/>
          </p:nvSpPr>
          <p:spPr>
            <a:xfrm>
              <a:off x="7104278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7" name="object 2697"/>
            <p:cNvSpPr/>
            <p:nvPr/>
          </p:nvSpPr>
          <p:spPr>
            <a:xfrm>
              <a:off x="7106564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8" name="object 2698"/>
            <p:cNvSpPr/>
            <p:nvPr/>
          </p:nvSpPr>
          <p:spPr>
            <a:xfrm>
              <a:off x="7109612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9" name="object 2699"/>
            <p:cNvSpPr/>
            <p:nvPr/>
          </p:nvSpPr>
          <p:spPr>
            <a:xfrm>
              <a:off x="7112660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0" name="object 2700"/>
            <p:cNvSpPr/>
            <p:nvPr/>
          </p:nvSpPr>
          <p:spPr>
            <a:xfrm>
              <a:off x="7114184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1" name="object 2701"/>
            <p:cNvSpPr/>
            <p:nvPr/>
          </p:nvSpPr>
          <p:spPr>
            <a:xfrm>
              <a:off x="7115708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2" name="object 2702"/>
            <p:cNvSpPr/>
            <p:nvPr/>
          </p:nvSpPr>
          <p:spPr>
            <a:xfrm>
              <a:off x="7117994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3" name="object 2703"/>
            <p:cNvSpPr/>
            <p:nvPr/>
          </p:nvSpPr>
          <p:spPr>
            <a:xfrm>
              <a:off x="7121042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4" name="object 2704"/>
            <p:cNvSpPr/>
            <p:nvPr/>
          </p:nvSpPr>
          <p:spPr>
            <a:xfrm>
              <a:off x="7124090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5" name="object 2705"/>
            <p:cNvSpPr/>
            <p:nvPr/>
          </p:nvSpPr>
          <p:spPr>
            <a:xfrm>
              <a:off x="7125614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6" name="object 2706"/>
            <p:cNvSpPr/>
            <p:nvPr/>
          </p:nvSpPr>
          <p:spPr>
            <a:xfrm>
              <a:off x="7127138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7" name="object 2707"/>
            <p:cNvSpPr/>
            <p:nvPr/>
          </p:nvSpPr>
          <p:spPr>
            <a:xfrm>
              <a:off x="7129424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8" name="object 2708"/>
            <p:cNvSpPr/>
            <p:nvPr/>
          </p:nvSpPr>
          <p:spPr>
            <a:xfrm>
              <a:off x="7132472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9" name="object 2709"/>
            <p:cNvSpPr/>
            <p:nvPr/>
          </p:nvSpPr>
          <p:spPr>
            <a:xfrm>
              <a:off x="7135520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0" name="object 2710"/>
            <p:cNvSpPr/>
            <p:nvPr/>
          </p:nvSpPr>
          <p:spPr>
            <a:xfrm>
              <a:off x="7137044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1" name="object 2711"/>
            <p:cNvSpPr/>
            <p:nvPr/>
          </p:nvSpPr>
          <p:spPr>
            <a:xfrm>
              <a:off x="7138568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2" name="object 2712"/>
            <p:cNvSpPr/>
            <p:nvPr/>
          </p:nvSpPr>
          <p:spPr>
            <a:xfrm>
              <a:off x="7141616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3" name="object 2713"/>
            <p:cNvSpPr/>
            <p:nvPr/>
          </p:nvSpPr>
          <p:spPr>
            <a:xfrm>
              <a:off x="7143140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4" name="object 2714"/>
            <p:cNvSpPr/>
            <p:nvPr/>
          </p:nvSpPr>
          <p:spPr>
            <a:xfrm>
              <a:off x="7144664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5" name="object 2715"/>
            <p:cNvSpPr/>
            <p:nvPr/>
          </p:nvSpPr>
          <p:spPr>
            <a:xfrm>
              <a:off x="7146950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6" name="object 2716"/>
            <p:cNvSpPr/>
            <p:nvPr/>
          </p:nvSpPr>
          <p:spPr>
            <a:xfrm>
              <a:off x="7149998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7" name="object 2717"/>
            <p:cNvSpPr/>
            <p:nvPr/>
          </p:nvSpPr>
          <p:spPr>
            <a:xfrm>
              <a:off x="7153046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8" name="object 2718"/>
            <p:cNvSpPr/>
            <p:nvPr/>
          </p:nvSpPr>
          <p:spPr>
            <a:xfrm>
              <a:off x="7154570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9" name="object 2719"/>
            <p:cNvSpPr/>
            <p:nvPr/>
          </p:nvSpPr>
          <p:spPr>
            <a:xfrm>
              <a:off x="7156094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0" name="object 2720"/>
            <p:cNvSpPr/>
            <p:nvPr/>
          </p:nvSpPr>
          <p:spPr>
            <a:xfrm>
              <a:off x="7158380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1" name="object 2721"/>
            <p:cNvSpPr/>
            <p:nvPr/>
          </p:nvSpPr>
          <p:spPr>
            <a:xfrm>
              <a:off x="7161428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2" name="object 2722"/>
            <p:cNvSpPr/>
            <p:nvPr/>
          </p:nvSpPr>
          <p:spPr>
            <a:xfrm>
              <a:off x="7164476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3" name="object 2723"/>
            <p:cNvSpPr/>
            <p:nvPr/>
          </p:nvSpPr>
          <p:spPr>
            <a:xfrm>
              <a:off x="7166000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4" name="object 2724"/>
            <p:cNvSpPr/>
            <p:nvPr/>
          </p:nvSpPr>
          <p:spPr>
            <a:xfrm>
              <a:off x="7167524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5" name="object 2725"/>
            <p:cNvSpPr/>
            <p:nvPr/>
          </p:nvSpPr>
          <p:spPr>
            <a:xfrm>
              <a:off x="7169810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6" name="object 2726"/>
            <p:cNvSpPr/>
            <p:nvPr/>
          </p:nvSpPr>
          <p:spPr>
            <a:xfrm>
              <a:off x="7172858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7" name="object 2727"/>
            <p:cNvSpPr/>
            <p:nvPr/>
          </p:nvSpPr>
          <p:spPr>
            <a:xfrm>
              <a:off x="7175906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8" name="object 2728"/>
            <p:cNvSpPr/>
            <p:nvPr/>
          </p:nvSpPr>
          <p:spPr>
            <a:xfrm>
              <a:off x="7177430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9" name="object 2729"/>
            <p:cNvSpPr/>
            <p:nvPr/>
          </p:nvSpPr>
          <p:spPr>
            <a:xfrm>
              <a:off x="7178954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0" name="object 2730"/>
            <p:cNvSpPr/>
            <p:nvPr/>
          </p:nvSpPr>
          <p:spPr>
            <a:xfrm>
              <a:off x="7181240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1" name="object 2731"/>
            <p:cNvSpPr/>
            <p:nvPr/>
          </p:nvSpPr>
          <p:spPr>
            <a:xfrm>
              <a:off x="7184288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2" name="object 2732"/>
            <p:cNvSpPr/>
            <p:nvPr/>
          </p:nvSpPr>
          <p:spPr>
            <a:xfrm>
              <a:off x="7187336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3" name="object 2733"/>
            <p:cNvSpPr/>
            <p:nvPr/>
          </p:nvSpPr>
          <p:spPr>
            <a:xfrm>
              <a:off x="7190384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4" name="object 2734"/>
            <p:cNvSpPr/>
            <p:nvPr/>
          </p:nvSpPr>
          <p:spPr>
            <a:xfrm>
              <a:off x="7193432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5" name="object 2735"/>
            <p:cNvSpPr/>
            <p:nvPr/>
          </p:nvSpPr>
          <p:spPr>
            <a:xfrm>
              <a:off x="7194956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6" name="object 2736"/>
            <p:cNvSpPr/>
            <p:nvPr/>
          </p:nvSpPr>
          <p:spPr>
            <a:xfrm>
              <a:off x="7196480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7" name="object 2737"/>
            <p:cNvSpPr/>
            <p:nvPr/>
          </p:nvSpPr>
          <p:spPr>
            <a:xfrm>
              <a:off x="7198766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8" name="object 2738"/>
            <p:cNvSpPr/>
            <p:nvPr/>
          </p:nvSpPr>
          <p:spPr>
            <a:xfrm>
              <a:off x="7201814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9" name="object 2739"/>
            <p:cNvSpPr/>
            <p:nvPr/>
          </p:nvSpPr>
          <p:spPr>
            <a:xfrm>
              <a:off x="7204862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0" name="object 2740"/>
            <p:cNvSpPr/>
            <p:nvPr/>
          </p:nvSpPr>
          <p:spPr>
            <a:xfrm>
              <a:off x="7206386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1" name="object 2741"/>
            <p:cNvSpPr/>
            <p:nvPr/>
          </p:nvSpPr>
          <p:spPr>
            <a:xfrm>
              <a:off x="7207910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2" name="object 2742"/>
            <p:cNvSpPr/>
            <p:nvPr/>
          </p:nvSpPr>
          <p:spPr>
            <a:xfrm>
              <a:off x="7210196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3" name="object 2743"/>
            <p:cNvSpPr/>
            <p:nvPr/>
          </p:nvSpPr>
          <p:spPr>
            <a:xfrm>
              <a:off x="7213244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4" name="object 2744"/>
            <p:cNvSpPr/>
            <p:nvPr/>
          </p:nvSpPr>
          <p:spPr>
            <a:xfrm>
              <a:off x="7216292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5" name="object 2745"/>
            <p:cNvSpPr/>
            <p:nvPr/>
          </p:nvSpPr>
          <p:spPr>
            <a:xfrm>
              <a:off x="7217816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6" name="object 2746"/>
            <p:cNvSpPr/>
            <p:nvPr/>
          </p:nvSpPr>
          <p:spPr>
            <a:xfrm>
              <a:off x="7219340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7" name="object 2747"/>
            <p:cNvSpPr/>
            <p:nvPr/>
          </p:nvSpPr>
          <p:spPr>
            <a:xfrm>
              <a:off x="7221626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8" name="object 2748"/>
            <p:cNvSpPr/>
            <p:nvPr/>
          </p:nvSpPr>
          <p:spPr>
            <a:xfrm>
              <a:off x="7224674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9" name="object 2749"/>
            <p:cNvSpPr/>
            <p:nvPr/>
          </p:nvSpPr>
          <p:spPr>
            <a:xfrm>
              <a:off x="7227722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0" name="object 2750"/>
            <p:cNvSpPr/>
            <p:nvPr/>
          </p:nvSpPr>
          <p:spPr>
            <a:xfrm>
              <a:off x="7229246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1" name="object 2751"/>
            <p:cNvSpPr/>
            <p:nvPr/>
          </p:nvSpPr>
          <p:spPr>
            <a:xfrm>
              <a:off x="7230770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2" name="object 2752"/>
            <p:cNvSpPr/>
            <p:nvPr/>
          </p:nvSpPr>
          <p:spPr>
            <a:xfrm>
              <a:off x="7233056" y="174485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3" name="object 2753"/>
            <p:cNvSpPr/>
            <p:nvPr/>
          </p:nvSpPr>
          <p:spPr>
            <a:xfrm>
              <a:off x="7235342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4" name="object 2754"/>
            <p:cNvSpPr/>
            <p:nvPr/>
          </p:nvSpPr>
          <p:spPr>
            <a:xfrm>
              <a:off x="7236866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5" name="object 2755"/>
            <p:cNvSpPr/>
            <p:nvPr/>
          </p:nvSpPr>
          <p:spPr>
            <a:xfrm>
              <a:off x="7239152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6" name="object 2756"/>
            <p:cNvSpPr/>
            <p:nvPr/>
          </p:nvSpPr>
          <p:spPr>
            <a:xfrm>
              <a:off x="7242200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7" name="object 2757"/>
            <p:cNvSpPr/>
            <p:nvPr/>
          </p:nvSpPr>
          <p:spPr>
            <a:xfrm>
              <a:off x="7245248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8" name="object 2758"/>
            <p:cNvSpPr/>
            <p:nvPr/>
          </p:nvSpPr>
          <p:spPr>
            <a:xfrm>
              <a:off x="7246772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9" name="object 2759"/>
            <p:cNvSpPr/>
            <p:nvPr/>
          </p:nvSpPr>
          <p:spPr>
            <a:xfrm>
              <a:off x="7248296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0" name="object 2760"/>
            <p:cNvSpPr/>
            <p:nvPr/>
          </p:nvSpPr>
          <p:spPr>
            <a:xfrm>
              <a:off x="7250582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1" name="object 2761"/>
            <p:cNvSpPr/>
            <p:nvPr/>
          </p:nvSpPr>
          <p:spPr>
            <a:xfrm>
              <a:off x="7253630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2" name="object 2762"/>
            <p:cNvSpPr/>
            <p:nvPr/>
          </p:nvSpPr>
          <p:spPr>
            <a:xfrm>
              <a:off x="7256678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3" name="object 2763"/>
            <p:cNvSpPr/>
            <p:nvPr/>
          </p:nvSpPr>
          <p:spPr>
            <a:xfrm>
              <a:off x="7258202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4" name="object 2764"/>
            <p:cNvSpPr/>
            <p:nvPr/>
          </p:nvSpPr>
          <p:spPr>
            <a:xfrm>
              <a:off x="7259726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5" name="object 2765"/>
            <p:cNvSpPr/>
            <p:nvPr/>
          </p:nvSpPr>
          <p:spPr>
            <a:xfrm>
              <a:off x="7262012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6" name="object 2766"/>
            <p:cNvSpPr/>
            <p:nvPr/>
          </p:nvSpPr>
          <p:spPr>
            <a:xfrm>
              <a:off x="7265060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7" name="object 2767"/>
            <p:cNvSpPr/>
            <p:nvPr/>
          </p:nvSpPr>
          <p:spPr>
            <a:xfrm>
              <a:off x="7268108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8" name="object 2768"/>
            <p:cNvSpPr/>
            <p:nvPr/>
          </p:nvSpPr>
          <p:spPr>
            <a:xfrm>
              <a:off x="7269632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9" name="object 2769"/>
            <p:cNvSpPr/>
            <p:nvPr/>
          </p:nvSpPr>
          <p:spPr>
            <a:xfrm>
              <a:off x="7271156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0" name="object 2770"/>
            <p:cNvSpPr/>
            <p:nvPr/>
          </p:nvSpPr>
          <p:spPr>
            <a:xfrm>
              <a:off x="7273442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1" name="object 2771"/>
            <p:cNvSpPr/>
            <p:nvPr/>
          </p:nvSpPr>
          <p:spPr>
            <a:xfrm>
              <a:off x="7276490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2" name="object 2772"/>
            <p:cNvSpPr/>
            <p:nvPr/>
          </p:nvSpPr>
          <p:spPr>
            <a:xfrm>
              <a:off x="7279538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3" name="object 2773"/>
            <p:cNvSpPr/>
            <p:nvPr/>
          </p:nvSpPr>
          <p:spPr>
            <a:xfrm>
              <a:off x="7281062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4" name="object 2774"/>
            <p:cNvSpPr/>
            <p:nvPr/>
          </p:nvSpPr>
          <p:spPr>
            <a:xfrm>
              <a:off x="7282586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5" name="object 2775"/>
            <p:cNvSpPr/>
            <p:nvPr/>
          </p:nvSpPr>
          <p:spPr>
            <a:xfrm>
              <a:off x="7285634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6" name="object 2776"/>
            <p:cNvSpPr/>
            <p:nvPr/>
          </p:nvSpPr>
          <p:spPr>
            <a:xfrm>
              <a:off x="7287158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7" name="object 2777"/>
            <p:cNvSpPr/>
            <p:nvPr/>
          </p:nvSpPr>
          <p:spPr>
            <a:xfrm>
              <a:off x="7288682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8" name="object 2778"/>
            <p:cNvSpPr/>
            <p:nvPr/>
          </p:nvSpPr>
          <p:spPr>
            <a:xfrm>
              <a:off x="7290968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9" name="object 2779"/>
            <p:cNvSpPr/>
            <p:nvPr/>
          </p:nvSpPr>
          <p:spPr>
            <a:xfrm>
              <a:off x="7294016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0" name="object 2780"/>
            <p:cNvSpPr/>
            <p:nvPr/>
          </p:nvSpPr>
          <p:spPr>
            <a:xfrm>
              <a:off x="7297064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1" name="object 2781"/>
            <p:cNvSpPr/>
            <p:nvPr/>
          </p:nvSpPr>
          <p:spPr>
            <a:xfrm>
              <a:off x="7298588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2" name="object 2782"/>
            <p:cNvSpPr/>
            <p:nvPr/>
          </p:nvSpPr>
          <p:spPr>
            <a:xfrm>
              <a:off x="7300112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3" name="object 2783"/>
            <p:cNvSpPr/>
            <p:nvPr/>
          </p:nvSpPr>
          <p:spPr>
            <a:xfrm>
              <a:off x="7302398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4" name="object 2784"/>
            <p:cNvSpPr/>
            <p:nvPr/>
          </p:nvSpPr>
          <p:spPr>
            <a:xfrm>
              <a:off x="7305446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5" name="object 2785"/>
            <p:cNvSpPr/>
            <p:nvPr/>
          </p:nvSpPr>
          <p:spPr>
            <a:xfrm>
              <a:off x="7308494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6" name="object 2786"/>
            <p:cNvSpPr/>
            <p:nvPr/>
          </p:nvSpPr>
          <p:spPr>
            <a:xfrm>
              <a:off x="7310018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7" name="object 2787"/>
            <p:cNvSpPr/>
            <p:nvPr/>
          </p:nvSpPr>
          <p:spPr>
            <a:xfrm>
              <a:off x="7311542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8" name="object 2788"/>
            <p:cNvSpPr/>
            <p:nvPr/>
          </p:nvSpPr>
          <p:spPr>
            <a:xfrm>
              <a:off x="7313828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9" name="object 2789"/>
            <p:cNvSpPr/>
            <p:nvPr/>
          </p:nvSpPr>
          <p:spPr>
            <a:xfrm>
              <a:off x="7316876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0" name="object 2790"/>
            <p:cNvSpPr/>
            <p:nvPr/>
          </p:nvSpPr>
          <p:spPr>
            <a:xfrm>
              <a:off x="7319924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1" name="object 2791"/>
            <p:cNvSpPr/>
            <p:nvPr/>
          </p:nvSpPr>
          <p:spPr>
            <a:xfrm>
              <a:off x="7321448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2" name="object 2792"/>
            <p:cNvSpPr/>
            <p:nvPr/>
          </p:nvSpPr>
          <p:spPr>
            <a:xfrm>
              <a:off x="7322972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3" name="object 2793"/>
            <p:cNvSpPr/>
            <p:nvPr/>
          </p:nvSpPr>
          <p:spPr>
            <a:xfrm>
              <a:off x="7325258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4" name="object 2794"/>
            <p:cNvSpPr/>
            <p:nvPr/>
          </p:nvSpPr>
          <p:spPr>
            <a:xfrm>
              <a:off x="7328306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228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5" name="object 2795"/>
            <p:cNvSpPr/>
            <p:nvPr/>
          </p:nvSpPr>
          <p:spPr>
            <a:xfrm>
              <a:off x="7331354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6" name="object 2796"/>
            <p:cNvSpPr/>
            <p:nvPr/>
          </p:nvSpPr>
          <p:spPr>
            <a:xfrm>
              <a:off x="7334402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7" name="object 2797"/>
            <p:cNvSpPr/>
            <p:nvPr/>
          </p:nvSpPr>
          <p:spPr>
            <a:xfrm>
              <a:off x="7337450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8" name="object 2798"/>
            <p:cNvSpPr/>
            <p:nvPr/>
          </p:nvSpPr>
          <p:spPr>
            <a:xfrm>
              <a:off x="7338974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9" name="object 2799"/>
            <p:cNvSpPr/>
            <p:nvPr/>
          </p:nvSpPr>
          <p:spPr>
            <a:xfrm>
              <a:off x="7340498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0" name="object 2800"/>
            <p:cNvSpPr/>
            <p:nvPr/>
          </p:nvSpPr>
          <p:spPr>
            <a:xfrm>
              <a:off x="7342784" y="17448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0" y="0"/>
                  </a:moveTo>
                  <a:lnTo>
                    <a:pt x="761" y="0"/>
                  </a:lnTo>
                </a:path>
                <a:path w="2540">
                  <a:moveTo>
                    <a:pt x="1524" y="0"/>
                  </a:moveTo>
                  <a:lnTo>
                    <a:pt x="2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1" name="object 2801"/>
            <p:cNvSpPr/>
            <p:nvPr/>
          </p:nvSpPr>
          <p:spPr>
            <a:xfrm>
              <a:off x="7345832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2" name="object 2802"/>
            <p:cNvSpPr/>
            <p:nvPr/>
          </p:nvSpPr>
          <p:spPr>
            <a:xfrm>
              <a:off x="7348880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3" name="object 2803"/>
            <p:cNvSpPr/>
            <p:nvPr/>
          </p:nvSpPr>
          <p:spPr>
            <a:xfrm>
              <a:off x="7350404" y="17448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4" name="object 2804"/>
            <p:cNvSpPr/>
            <p:nvPr/>
          </p:nvSpPr>
          <p:spPr>
            <a:xfrm>
              <a:off x="7351928" y="17448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5" name="object 2805"/>
            <p:cNvSpPr/>
            <p:nvPr/>
          </p:nvSpPr>
          <p:spPr>
            <a:xfrm>
              <a:off x="7354214" y="174485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6" name="object 2806"/>
            <p:cNvSpPr/>
            <p:nvPr/>
          </p:nvSpPr>
          <p:spPr>
            <a:xfrm>
              <a:off x="7355738" y="174485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7" name="object 2807"/>
            <p:cNvSpPr/>
            <p:nvPr/>
          </p:nvSpPr>
          <p:spPr>
            <a:xfrm>
              <a:off x="7355738" y="174638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8" name="object 2808"/>
            <p:cNvSpPr/>
            <p:nvPr/>
          </p:nvSpPr>
          <p:spPr>
            <a:xfrm>
              <a:off x="7355738" y="174714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9" name="object 2809"/>
            <p:cNvSpPr/>
            <p:nvPr/>
          </p:nvSpPr>
          <p:spPr>
            <a:xfrm>
              <a:off x="7355738" y="174942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0" name="object 2810"/>
            <p:cNvSpPr/>
            <p:nvPr/>
          </p:nvSpPr>
          <p:spPr>
            <a:xfrm>
              <a:off x="7355738" y="17509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1" name="object 2811"/>
            <p:cNvSpPr/>
            <p:nvPr/>
          </p:nvSpPr>
          <p:spPr>
            <a:xfrm>
              <a:off x="7355738" y="175247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2" name="object 2812"/>
            <p:cNvSpPr/>
            <p:nvPr/>
          </p:nvSpPr>
          <p:spPr>
            <a:xfrm>
              <a:off x="7355738" y="175552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3" name="object 2813"/>
            <p:cNvSpPr/>
            <p:nvPr/>
          </p:nvSpPr>
          <p:spPr>
            <a:xfrm>
              <a:off x="7355738" y="17570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4" name="object 2814"/>
            <p:cNvSpPr/>
            <p:nvPr/>
          </p:nvSpPr>
          <p:spPr>
            <a:xfrm>
              <a:off x="7355738" y="175857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5" name="object 2815"/>
            <p:cNvSpPr/>
            <p:nvPr/>
          </p:nvSpPr>
          <p:spPr>
            <a:xfrm>
              <a:off x="7355738" y="176085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6" name="object 2816"/>
            <p:cNvSpPr/>
            <p:nvPr/>
          </p:nvSpPr>
          <p:spPr>
            <a:xfrm>
              <a:off x="7355738" y="176238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7" name="object 2817"/>
            <p:cNvSpPr/>
            <p:nvPr/>
          </p:nvSpPr>
          <p:spPr>
            <a:xfrm>
              <a:off x="7355738" y="176390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8" name="object 2818"/>
            <p:cNvSpPr/>
            <p:nvPr/>
          </p:nvSpPr>
          <p:spPr>
            <a:xfrm>
              <a:off x="7355738" y="17669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9" name="object 2819"/>
            <p:cNvSpPr/>
            <p:nvPr/>
          </p:nvSpPr>
          <p:spPr>
            <a:xfrm>
              <a:off x="7355738" y="176847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0" name="object 2820"/>
            <p:cNvSpPr/>
            <p:nvPr/>
          </p:nvSpPr>
          <p:spPr>
            <a:xfrm>
              <a:off x="7355738" y="177000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1" name="object 2821"/>
            <p:cNvSpPr/>
            <p:nvPr/>
          </p:nvSpPr>
          <p:spPr>
            <a:xfrm>
              <a:off x="7355738" y="17722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2" name="object 2822"/>
            <p:cNvSpPr/>
            <p:nvPr/>
          </p:nvSpPr>
          <p:spPr>
            <a:xfrm>
              <a:off x="7355738" y="17738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3" name="object 2823"/>
            <p:cNvSpPr/>
            <p:nvPr/>
          </p:nvSpPr>
          <p:spPr>
            <a:xfrm>
              <a:off x="7355738" y="177533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4" name="object 2824"/>
            <p:cNvSpPr/>
            <p:nvPr/>
          </p:nvSpPr>
          <p:spPr>
            <a:xfrm>
              <a:off x="7355738" y="177838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5" name="object 2825"/>
            <p:cNvSpPr/>
            <p:nvPr/>
          </p:nvSpPr>
          <p:spPr>
            <a:xfrm>
              <a:off x="7355738" y="177990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6" name="object 2826"/>
            <p:cNvSpPr/>
            <p:nvPr/>
          </p:nvSpPr>
          <p:spPr>
            <a:xfrm>
              <a:off x="7355738" y="178143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7" name="object 2827"/>
            <p:cNvSpPr/>
            <p:nvPr/>
          </p:nvSpPr>
          <p:spPr>
            <a:xfrm>
              <a:off x="7355738" y="178371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8" name="object 2828"/>
            <p:cNvSpPr/>
            <p:nvPr/>
          </p:nvSpPr>
          <p:spPr>
            <a:xfrm>
              <a:off x="7355738" y="178524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9" name="object 2829"/>
            <p:cNvSpPr/>
            <p:nvPr/>
          </p:nvSpPr>
          <p:spPr>
            <a:xfrm>
              <a:off x="7355738" y="178676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0" name="object 2830"/>
            <p:cNvSpPr/>
            <p:nvPr/>
          </p:nvSpPr>
          <p:spPr>
            <a:xfrm>
              <a:off x="7355738" y="178981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1" name="object 2831"/>
            <p:cNvSpPr/>
            <p:nvPr/>
          </p:nvSpPr>
          <p:spPr>
            <a:xfrm>
              <a:off x="7355738" y="179133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2" name="object 2832"/>
            <p:cNvSpPr/>
            <p:nvPr/>
          </p:nvSpPr>
          <p:spPr>
            <a:xfrm>
              <a:off x="7355738" y="179286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3" name="object 2833"/>
            <p:cNvSpPr/>
            <p:nvPr/>
          </p:nvSpPr>
          <p:spPr>
            <a:xfrm>
              <a:off x="7355738" y="179591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4" name="object 2834"/>
            <p:cNvSpPr/>
            <p:nvPr/>
          </p:nvSpPr>
          <p:spPr>
            <a:xfrm>
              <a:off x="7355738" y="179743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5" name="object 2835"/>
            <p:cNvSpPr/>
            <p:nvPr/>
          </p:nvSpPr>
          <p:spPr>
            <a:xfrm>
              <a:off x="7355738" y="179895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6" name="object 2836"/>
            <p:cNvSpPr/>
            <p:nvPr/>
          </p:nvSpPr>
          <p:spPr>
            <a:xfrm>
              <a:off x="7355738" y="180124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7" name="object 2837"/>
            <p:cNvSpPr/>
            <p:nvPr/>
          </p:nvSpPr>
          <p:spPr>
            <a:xfrm>
              <a:off x="7355738" y="180276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8" name="object 2838"/>
            <p:cNvSpPr/>
            <p:nvPr/>
          </p:nvSpPr>
          <p:spPr>
            <a:xfrm>
              <a:off x="7355738" y="180429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9" name="object 2839"/>
            <p:cNvSpPr/>
            <p:nvPr/>
          </p:nvSpPr>
          <p:spPr>
            <a:xfrm>
              <a:off x="7355738" y="180734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0" name="object 2840"/>
            <p:cNvSpPr/>
            <p:nvPr/>
          </p:nvSpPr>
          <p:spPr>
            <a:xfrm>
              <a:off x="7355738" y="180886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1" name="object 2841"/>
            <p:cNvSpPr/>
            <p:nvPr/>
          </p:nvSpPr>
          <p:spPr>
            <a:xfrm>
              <a:off x="7355738" y="181038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2" name="object 2842"/>
            <p:cNvSpPr/>
            <p:nvPr/>
          </p:nvSpPr>
          <p:spPr>
            <a:xfrm>
              <a:off x="7355738" y="18126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3" name="object 2843"/>
            <p:cNvSpPr/>
            <p:nvPr/>
          </p:nvSpPr>
          <p:spPr>
            <a:xfrm>
              <a:off x="7355738" y="181419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4" name="object 2844"/>
            <p:cNvSpPr/>
            <p:nvPr/>
          </p:nvSpPr>
          <p:spPr>
            <a:xfrm>
              <a:off x="7355738" y="181572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5" name="object 2845"/>
            <p:cNvSpPr/>
            <p:nvPr/>
          </p:nvSpPr>
          <p:spPr>
            <a:xfrm>
              <a:off x="7355738" y="181877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6" name="object 2846"/>
            <p:cNvSpPr/>
            <p:nvPr/>
          </p:nvSpPr>
          <p:spPr>
            <a:xfrm>
              <a:off x="7355738" y="182029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7" name="object 2847"/>
            <p:cNvSpPr/>
            <p:nvPr/>
          </p:nvSpPr>
          <p:spPr>
            <a:xfrm>
              <a:off x="7355738" y="182181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8" name="object 2848"/>
            <p:cNvSpPr/>
            <p:nvPr/>
          </p:nvSpPr>
          <p:spPr>
            <a:xfrm>
              <a:off x="7355738" y="182410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9" name="object 2849"/>
            <p:cNvSpPr/>
            <p:nvPr/>
          </p:nvSpPr>
          <p:spPr>
            <a:xfrm>
              <a:off x="7355738" y="182562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0" name="object 2850"/>
            <p:cNvSpPr/>
            <p:nvPr/>
          </p:nvSpPr>
          <p:spPr>
            <a:xfrm>
              <a:off x="7355738" y="182715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1" name="object 2851"/>
            <p:cNvSpPr/>
            <p:nvPr/>
          </p:nvSpPr>
          <p:spPr>
            <a:xfrm>
              <a:off x="7355738" y="183020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2" name="object 2852"/>
            <p:cNvSpPr/>
            <p:nvPr/>
          </p:nvSpPr>
          <p:spPr>
            <a:xfrm>
              <a:off x="7355738" y="183172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3" name="object 2853"/>
            <p:cNvSpPr/>
            <p:nvPr/>
          </p:nvSpPr>
          <p:spPr>
            <a:xfrm>
              <a:off x="7355738" y="183324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4" name="object 2854"/>
            <p:cNvSpPr/>
            <p:nvPr/>
          </p:nvSpPr>
          <p:spPr>
            <a:xfrm>
              <a:off x="7355738" y="183553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5" name="object 2855"/>
            <p:cNvSpPr/>
            <p:nvPr/>
          </p:nvSpPr>
          <p:spPr>
            <a:xfrm>
              <a:off x="7355738" y="183782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6" name="object 2856"/>
            <p:cNvSpPr/>
            <p:nvPr/>
          </p:nvSpPr>
          <p:spPr>
            <a:xfrm>
              <a:off x="7355738" y="183934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7" name="object 2857"/>
            <p:cNvSpPr/>
            <p:nvPr/>
          </p:nvSpPr>
          <p:spPr>
            <a:xfrm>
              <a:off x="7355738" y="184163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8" name="object 2858"/>
            <p:cNvSpPr/>
            <p:nvPr/>
          </p:nvSpPr>
          <p:spPr>
            <a:xfrm>
              <a:off x="7355738" y="184315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9" name="object 2859"/>
            <p:cNvSpPr/>
            <p:nvPr/>
          </p:nvSpPr>
          <p:spPr>
            <a:xfrm>
              <a:off x="7355738" y="184467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0" name="object 2860"/>
            <p:cNvSpPr/>
            <p:nvPr/>
          </p:nvSpPr>
          <p:spPr>
            <a:xfrm>
              <a:off x="7355738" y="184772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1" name="object 2861"/>
            <p:cNvSpPr/>
            <p:nvPr/>
          </p:nvSpPr>
          <p:spPr>
            <a:xfrm>
              <a:off x="7355738" y="18492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2" name="object 2862"/>
            <p:cNvSpPr/>
            <p:nvPr/>
          </p:nvSpPr>
          <p:spPr>
            <a:xfrm>
              <a:off x="7355738" y="185077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3" name="object 2863"/>
            <p:cNvSpPr/>
            <p:nvPr/>
          </p:nvSpPr>
          <p:spPr>
            <a:xfrm>
              <a:off x="7355738" y="185306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4" name="object 2864"/>
            <p:cNvSpPr/>
            <p:nvPr/>
          </p:nvSpPr>
          <p:spPr>
            <a:xfrm>
              <a:off x="7355738" y="185458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5" name="object 2865"/>
            <p:cNvSpPr/>
            <p:nvPr/>
          </p:nvSpPr>
          <p:spPr>
            <a:xfrm>
              <a:off x="7355738" y="185610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6" name="object 2866"/>
            <p:cNvSpPr/>
            <p:nvPr/>
          </p:nvSpPr>
          <p:spPr>
            <a:xfrm>
              <a:off x="7355738" y="18591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7" name="object 2867"/>
            <p:cNvSpPr/>
            <p:nvPr/>
          </p:nvSpPr>
          <p:spPr>
            <a:xfrm>
              <a:off x="7355738" y="18606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8" name="object 2868"/>
            <p:cNvSpPr/>
            <p:nvPr/>
          </p:nvSpPr>
          <p:spPr>
            <a:xfrm>
              <a:off x="7355738" y="186220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9" name="object 2869"/>
            <p:cNvSpPr/>
            <p:nvPr/>
          </p:nvSpPr>
          <p:spPr>
            <a:xfrm>
              <a:off x="7355738" y="186449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0" name="object 2870"/>
            <p:cNvSpPr/>
            <p:nvPr/>
          </p:nvSpPr>
          <p:spPr>
            <a:xfrm>
              <a:off x="7355738" y="186601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1" name="object 2871"/>
            <p:cNvSpPr/>
            <p:nvPr/>
          </p:nvSpPr>
          <p:spPr>
            <a:xfrm>
              <a:off x="7355738" y="186753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2" name="object 2872"/>
            <p:cNvSpPr/>
            <p:nvPr/>
          </p:nvSpPr>
          <p:spPr>
            <a:xfrm>
              <a:off x="7355738" y="187058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3" name="object 2873"/>
            <p:cNvSpPr/>
            <p:nvPr/>
          </p:nvSpPr>
          <p:spPr>
            <a:xfrm>
              <a:off x="7355738" y="187211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4" name="object 2874"/>
            <p:cNvSpPr/>
            <p:nvPr/>
          </p:nvSpPr>
          <p:spPr>
            <a:xfrm>
              <a:off x="7355738" y="187363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5" name="object 2875"/>
            <p:cNvSpPr/>
            <p:nvPr/>
          </p:nvSpPr>
          <p:spPr>
            <a:xfrm>
              <a:off x="7355738" y="187592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6" name="object 2876"/>
            <p:cNvSpPr/>
            <p:nvPr/>
          </p:nvSpPr>
          <p:spPr>
            <a:xfrm>
              <a:off x="7355738" y="187744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7" name="object 2877"/>
            <p:cNvSpPr/>
            <p:nvPr/>
          </p:nvSpPr>
          <p:spPr>
            <a:xfrm>
              <a:off x="7355738" y="187896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8" name="object 2878"/>
            <p:cNvSpPr/>
            <p:nvPr/>
          </p:nvSpPr>
          <p:spPr>
            <a:xfrm>
              <a:off x="7355738" y="188201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9" name="object 2879"/>
            <p:cNvSpPr/>
            <p:nvPr/>
          </p:nvSpPr>
          <p:spPr>
            <a:xfrm>
              <a:off x="7355738" y="188354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0" name="object 2880"/>
            <p:cNvSpPr/>
            <p:nvPr/>
          </p:nvSpPr>
          <p:spPr>
            <a:xfrm>
              <a:off x="7355738" y="188506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1" name="object 2881"/>
            <p:cNvSpPr/>
            <p:nvPr/>
          </p:nvSpPr>
          <p:spPr>
            <a:xfrm>
              <a:off x="7355738" y="188811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2" name="object 2882"/>
            <p:cNvSpPr/>
            <p:nvPr/>
          </p:nvSpPr>
          <p:spPr>
            <a:xfrm>
              <a:off x="7355738" y="188963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3" name="object 2883"/>
            <p:cNvSpPr/>
            <p:nvPr/>
          </p:nvSpPr>
          <p:spPr>
            <a:xfrm>
              <a:off x="7355738" y="189116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4" name="object 2884"/>
            <p:cNvSpPr/>
            <p:nvPr/>
          </p:nvSpPr>
          <p:spPr>
            <a:xfrm>
              <a:off x="7355738" y="189344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5" name="object 2885"/>
            <p:cNvSpPr/>
            <p:nvPr/>
          </p:nvSpPr>
          <p:spPr>
            <a:xfrm>
              <a:off x="7355738" y="18949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6" name="object 2886"/>
            <p:cNvSpPr/>
            <p:nvPr/>
          </p:nvSpPr>
          <p:spPr>
            <a:xfrm>
              <a:off x="7355738" y="189649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7" name="object 2887"/>
            <p:cNvSpPr/>
            <p:nvPr/>
          </p:nvSpPr>
          <p:spPr>
            <a:xfrm>
              <a:off x="7355738" y="189954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8" name="object 2888"/>
            <p:cNvSpPr/>
            <p:nvPr/>
          </p:nvSpPr>
          <p:spPr>
            <a:xfrm>
              <a:off x="7355738" y="190106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9" name="object 2889"/>
            <p:cNvSpPr/>
            <p:nvPr/>
          </p:nvSpPr>
          <p:spPr>
            <a:xfrm>
              <a:off x="7355738" y="190259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0" name="object 2890"/>
            <p:cNvSpPr/>
            <p:nvPr/>
          </p:nvSpPr>
          <p:spPr>
            <a:xfrm>
              <a:off x="7355738" y="19048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1" name="object 2891"/>
            <p:cNvSpPr/>
            <p:nvPr/>
          </p:nvSpPr>
          <p:spPr>
            <a:xfrm>
              <a:off x="7355738" y="190640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2" name="object 2892"/>
            <p:cNvSpPr/>
            <p:nvPr/>
          </p:nvSpPr>
          <p:spPr>
            <a:xfrm>
              <a:off x="7355738" y="190792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3" name="object 2893"/>
            <p:cNvSpPr/>
            <p:nvPr/>
          </p:nvSpPr>
          <p:spPr>
            <a:xfrm>
              <a:off x="7355738" y="191097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4" name="object 2894"/>
            <p:cNvSpPr/>
            <p:nvPr/>
          </p:nvSpPr>
          <p:spPr>
            <a:xfrm>
              <a:off x="7355738" y="19124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5" name="object 2895"/>
            <p:cNvSpPr/>
            <p:nvPr/>
          </p:nvSpPr>
          <p:spPr>
            <a:xfrm>
              <a:off x="7355738" y="191402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6" name="object 2896"/>
            <p:cNvSpPr/>
            <p:nvPr/>
          </p:nvSpPr>
          <p:spPr>
            <a:xfrm>
              <a:off x="7355738" y="191630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7" name="object 2897"/>
            <p:cNvSpPr/>
            <p:nvPr/>
          </p:nvSpPr>
          <p:spPr>
            <a:xfrm>
              <a:off x="7355738" y="191783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8" name="object 2898"/>
            <p:cNvSpPr/>
            <p:nvPr/>
          </p:nvSpPr>
          <p:spPr>
            <a:xfrm>
              <a:off x="7355738" y="191935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9" name="object 2899"/>
            <p:cNvSpPr/>
            <p:nvPr/>
          </p:nvSpPr>
          <p:spPr>
            <a:xfrm>
              <a:off x="7355738" y="192240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0" name="object 2900"/>
            <p:cNvSpPr/>
            <p:nvPr/>
          </p:nvSpPr>
          <p:spPr>
            <a:xfrm>
              <a:off x="7355738" y="192392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1" name="object 2901"/>
            <p:cNvSpPr/>
            <p:nvPr/>
          </p:nvSpPr>
          <p:spPr>
            <a:xfrm>
              <a:off x="7355738" y="192545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2" name="object 2902"/>
            <p:cNvSpPr/>
            <p:nvPr/>
          </p:nvSpPr>
          <p:spPr>
            <a:xfrm>
              <a:off x="7355738" y="19277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3" name="object 2903"/>
            <p:cNvSpPr/>
            <p:nvPr/>
          </p:nvSpPr>
          <p:spPr>
            <a:xfrm>
              <a:off x="7355738" y="192926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4" name="object 2904"/>
            <p:cNvSpPr/>
            <p:nvPr/>
          </p:nvSpPr>
          <p:spPr>
            <a:xfrm>
              <a:off x="7355738" y="1930784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228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5" name="object 2905"/>
            <p:cNvSpPr/>
            <p:nvPr/>
          </p:nvSpPr>
          <p:spPr>
            <a:xfrm>
              <a:off x="7355738" y="193383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6" name="object 2906"/>
            <p:cNvSpPr/>
            <p:nvPr/>
          </p:nvSpPr>
          <p:spPr>
            <a:xfrm>
              <a:off x="7355738" y="193535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7" name="object 2907"/>
            <p:cNvSpPr/>
            <p:nvPr/>
          </p:nvSpPr>
          <p:spPr>
            <a:xfrm>
              <a:off x="7355738" y="193688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8" name="object 2908"/>
            <p:cNvSpPr/>
            <p:nvPr/>
          </p:nvSpPr>
          <p:spPr>
            <a:xfrm>
              <a:off x="7355738" y="193992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9" name="object 2909"/>
            <p:cNvSpPr/>
            <p:nvPr/>
          </p:nvSpPr>
          <p:spPr>
            <a:xfrm>
              <a:off x="7355738" y="194145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0" name="object 2910"/>
            <p:cNvSpPr/>
            <p:nvPr/>
          </p:nvSpPr>
          <p:spPr>
            <a:xfrm>
              <a:off x="7355738" y="194297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1" name="object 2911"/>
            <p:cNvSpPr/>
            <p:nvPr/>
          </p:nvSpPr>
          <p:spPr>
            <a:xfrm>
              <a:off x="7355738" y="194526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2" name="object 2912"/>
            <p:cNvSpPr/>
            <p:nvPr/>
          </p:nvSpPr>
          <p:spPr>
            <a:xfrm>
              <a:off x="7355738" y="19467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3" name="object 2913"/>
            <p:cNvSpPr/>
            <p:nvPr/>
          </p:nvSpPr>
          <p:spPr>
            <a:xfrm>
              <a:off x="7355738" y="194831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4" name="object 2914"/>
            <p:cNvSpPr/>
            <p:nvPr/>
          </p:nvSpPr>
          <p:spPr>
            <a:xfrm>
              <a:off x="7355738" y="195135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5" name="object 2915"/>
            <p:cNvSpPr/>
            <p:nvPr/>
          </p:nvSpPr>
          <p:spPr>
            <a:xfrm>
              <a:off x="7355738" y="19528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6" name="object 2916"/>
            <p:cNvSpPr/>
            <p:nvPr/>
          </p:nvSpPr>
          <p:spPr>
            <a:xfrm>
              <a:off x="7355738" y="195440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7" name="object 2917"/>
            <p:cNvSpPr/>
            <p:nvPr/>
          </p:nvSpPr>
          <p:spPr>
            <a:xfrm>
              <a:off x="7355738" y="195669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8" name="object 2918"/>
            <p:cNvSpPr/>
            <p:nvPr/>
          </p:nvSpPr>
          <p:spPr>
            <a:xfrm>
              <a:off x="7355738" y="19582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9" name="object 2919"/>
            <p:cNvSpPr/>
            <p:nvPr/>
          </p:nvSpPr>
          <p:spPr>
            <a:xfrm>
              <a:off x="7355738" y="195974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0" name="object 2920"/>
            <p:cNvSpPr/>
            <p:nvPr/>
          </p:nvSpPr>
          <p:spPr>
            <a:xfrm>
              <a:off x="7355738" y="196278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1" name="object 2921"/>
            <p:cNvSpPr/>
            <p:nvPr/>
          </p:nvSpPr>
          <p:spPr>
            <a:xfrm>
              <a:off x="7354976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2" name="object 2922"/>
            <p:cNvSpPr/>
            <p:nvPr/>
          </p:nvSpPr>
          <p:spPr>
            <a:xfrm>
              <a:off x="7351928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3" name="object 2923"/>
            <p:cNvSpPr/>
            <p:nvPr/>
          </p:nvSpPr>
          <p:spPr>
            <a:xfrm>
              <a:off x="7350404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4" name="object 2924"/>
            <p:cNvSpPr/>
            <p:nvPr/>
          </p:nvSpPr>
          <p:spPr>
            <a:xfrm>
              <a:off x="7348880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5" name="object 2925"/>
            <p:cNvSpPr/>
            <p:nvPr/>
          </p:nvSpPr>
          <p:spPr>
            <a:xfrm>
              <a:off x="7345832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6" name="object 2926"/>
            <p:cNvSpPr/>
            <p:nvPr/>
          </p:nvSpPr>
          <p:spPr>
            <a:xfrm>
              <a:off x="7342784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7" name="object 2927"/>
            <p:cNvSpPr/>
            <p:nvPr/>
          </p:nvSpPr>
          <p:spPr>
            <a:xfrm>
              <a:off x="7340498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8" name="object 2928"/>
            <p:cNvSpPr/>
            <p:nvPr/>
          </p:nvSpPr>
          <p:spPr>
            <a:xfrm>
              <a:off x="7338974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9" name="object 2929"/>
            <p:cNvSpPr/>
            <p:nvPr/>
          </p:nvSpPr>
          <p:spPr>
            <a:xfrm>
              <a:off x="7337450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0" name="object 2930"/>
            <p:cNvSpPr/>
            <p:nvPr/>
          </p:nvSpPr>
          <p:spPr>
            <a:xfrm>
              <a:off x="7334402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1" name="object 2931"/>
            <p:cNvSpPr/>
            <p:nvPr/>
          </p:nvSpPr>
          <p:spPr>
            <a:xfrm>
              <a:off x="7331354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2" name="object 2932"/>
            <p:cNvSpPr/>
            <p:nvPr/>
          </p:nvSpPr>
          <p:spPr>
            <a:xfrm>
              <a:off x="7328306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228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3" name="object 2933"/>
            <p:cNvSpPr/>
            <p:nvPr/>
          </p:nvSpPr>
          <p:spPr>
            <a:xfrm>
              <a:off x="7325258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4" name="object 2934"/>
            <p:cNvSpPr/>
            <p:nvPr/>
          </p:nvSpPr>
          <p:spPr>
            <a:xfrm>
              <a:off x="7322972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5" name="object 2935"/>
            <p:cNvSpPr/>
            <p:nvPr/>
          </p:nvSpPr>
          <p:spPr>
            <a:xfrm>
              <a:off x="7321448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6" name="object 2936"/>
            <p:cNvSpPr/>
            <p:nvPr/>
          </p:nvSpPr>
          <p:spPr>
            <a:xfrm>
              <a:off x="7319924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7" name="object 2937"/>
            <p:cNvSpPr/>
            <p:nvPr/>
          </p:nvSpPr>
          <p:spPr>
            <a:xfrm>
              <a:off x="7316876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8" name="object 2938"/>
            <p:cNvSpPr/>
            <p:nvPr/>
          </p:nvSpPr>
          <p:spPr>
            <a:xfrm>
              <a:off x="7313828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9" name="object 2939"/>
            <p:cNvSpPr/>
            <p:nvPr/>
          </p:nvSpPr>
          <p:spPr>
            <a:xfrm>
              <a:off x="7311542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0" name="object 2940"/>
            <p:cNvSpPr/>
            <p:nvPr/>
          </p:nvSpPr>
          <p:spPr>
            <a:xfrm>
              <a:off x="7310018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1" name="object 2941"/>
            <p:cNvSpPr/>
            <p:nvPr/>
          </p:nvSpPr>
          <p:spPr>
            <a:xfrm>
              <a:off x="7308494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2" name="object 2942"/>
            <p:cNvSpPr/>
            <p:nvPr/>
          </p:nvSpPr>
          <p:spPr>
            <a:xfrm>
              <a:off x="7305446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3" name="object 2943"/>
            <p:cNvSpPr/>
            <p:nvPr/>
          </p:nvSpPr>
          <p:spPr>
            <a:xfrm>
              <a:off x="7302398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4" name="object 2944"/>
            <p:cNvSpPr/>
            <p:nvPr/>
          </p:nvSpPr>
          <p:spPr>
            <a:xfrm>
              <a:off x="7300112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5" name="object 2945"/>
            <p:cNvSpPr/>
            <p:nvPr/>
          </p:nvSpPr>
          <p:spPr>
            <a:xfrm>
              <a:off x="7298588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6" name="object 2946"/>
            <p:cNvSpPr/>
            <p:nvPr/>
          </p:nvSpPr>
          <p:spPr>
            <a:xfrm>
              <a:off x="7297064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7" name="object 2947"/>
            <p:cNvSpPr/>
            <p:nvPr/>
          </p:nvSpPr>
          <p:spPr>
            <a:xfrm>
              <a:off x="7294016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8" name="object 2948"/>
            <p:cNvSpPr/>
            <p:nvPr/>
          </p:nvSpPr>
          <p:spPr>
            <a:xfrm>
              <a:off x="7290968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9" name="object 2949"/>
            <p:cNvSpPr/>
            <p:nvPr/>
          </p:nvSpPr>
          <p:spPr>
            <a:xfrm>
              <a:off x="7288682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0" name="object 2950"/>
            <p:cNvSpPr/>
            <p:nvPr/>
          </p:nvSpPr>
          <p:spPr>
            <a:xfrm>
              <a:off x="7287158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1" name="object 2951"/>
            <p:cNvSpPr/>
            <p:nvPr/>
          </p:nvSpPr>
          <p:spPr>
            <a:xfrm>
              <a:off x="7285634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2" name="object 2952"/>
            <p:cNvSpPr/>
            <p:nvPr/>
          </p:nvSpPr>
          <p:spPr>
            <a:xfrm>
              <a:off x="7282586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3" name="object 2953"/>
            <p:cNvSpPr/>
            <p:nvPr/>
          </p:nvSpPr>
          <p:spPr>
            <a:xfrm>
              <a:off x="7281062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4" name="object 2954"/>
            <p:cNvSpPr/>
            <p:nvPr/>
          </p:nvSpPr>
          <p:spPr>
            <a:xfrm>
              <a:off x="7279538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5" name="object 2955"/>
            <p:cNvSpPr/>
            <p:nvPr/>
          </p:nvSpPr>
          <p:spPr>
            <a:xfrm>
              <a:off x="7276490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6" name="object 2956"/>
            <p:cNvSpPr/>
            <p:nvPr/>
          </p:nvSpPr>
          <p:spPr>
            <a:xfrm>
              <a:off x="7273442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7" name="object 2957"/>
            <p:cNvSpPr/>
            <p:nvPr/>
          </p:nvSpPr>
          <p:spPr>
            <a:xfrm>
              <a:off x="7271156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8" name="object 2958"/>
            <p:cNvSpPr/>
            <p:nvPr/>
          </p:nvSpPr>
          <p:spPr>
            <a:xfrm>
              <a:off x="7269632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9" name="object 2959"/>
            <p:cNvSpPr/>
            <p:nvPr/>
          </p:nvSpPr>
          <p:spPr>
            <a:xfrm>
              <a:off x="7268108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0" name="object 2960"/>
            <p:cNvSpPr/>
            <p:nvPr/>
          </p:nvSpPr>
          <p:spPr>
            <a:xfrm>
              <a:off x="7265060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1" name="object 2961"/>
            <p:cNvSpPr/>
            <p:nvPr/>
          </p:nvSpPr>
          <p:spPr>
            <a:xfrm>
              <a:off x="7262012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2" name="object 2962"/>
            <p:cNvSpPr/>
            <p:nvPr/>
          </p:nvSpPr>
          <p:spPr>
            <a:xfrm>
              <a:off x="7259726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3" name="object 2963"/>
            <p:cNvSpPr/>
            <p:nvPr/>
          </p:nvSpPr>
          <p:spPr>
            <a:xfrm>
              <a:off x="7258202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4" name="object 2964"/>
            <p:cNvSpPr/>
            <p:nvPr/>
          </p:nvSpPr>
          <p:spPr>
            <a:xfrm>
              <a:off x="7256678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5" name="object 2965"/>
            <p:cNvSpPr/>
            <p:nvPr/>
          </p:nvSpPr>
          <p:spPr>
            <a:xfrm>
              <a:off x="7253630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6" name="object 2966"/>
            <p:cNvSpPr/>
            <p:nvPr/>
          </p:nvSpPr>
          <p:spPr>
            <a:xfrm>
              <a:off x="7250582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7" name="object 2967"/>
            <p:cNvSpPr/>
            <p:nvPr/>
          </p:nvSpPr>
          <p:spPr>
            <a:xfrm>
              <a:off x="7248296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8" name="object 2968"/>
            <p:cNvSpPr/>
            <p:nvPr/>
          </p:nvSpPr>
          <p:spPr>
            <a:xfrm>
              <a:off x="7246772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9" name="object 2969"/>
            <p:cNvSpPr/>
            <p:nvPr/>
          </p:nvSpPr>
          <p:spPr>
            <a:xfrm>
              <a:off x="7245248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0" name="object 2970"/>
            <p:cNvSpPr/>
            <p:nvPr/>
          </p:nvSpPr>
          <p:spPr>
            <a:xfrm>
              <a:off x="7242200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1" name="object 2971"/>
            <p:cNvSpPr/>
            <p:nvPr/>
          </p:nvSpPr>
          <p:spPr>
            <a:xfrm>
              <a:off x="7239152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2" name="object 2972"/>
            <p:cNvSpPr/>
            <p:nvPr/>
          </p:nvSpPr>
          <p:spPr>
            <a:xfrm>
              <a:off x="7236866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3" name="object 2973"/>
            <p:cNvSpPr/>
            <p:nvPr/>
          </p:nvSpPr>
          <p:spPr>
            <a:xfrm>
              <a:off x="7235342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4" name="object 2974"/>
            <p:cNvSpPr/>
            <p:nvPr/>
          </p:nvSpPr>
          <p:spPr>
            <a:xfrm>
              <a:off x="7233056" y="196355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5" name="object 2975"/>
            <p:cNvSpPr/>
            <p:nvPr/>
          </p:nvSpPr>
          <p:spPr>
            <a:xfrm>
              <a:off x="7230770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6" name="object 2976"/>
            <p:cNvSpPr/>
            <p:nvPr/>
          </p:nvSpPr>
          <p:spPr>
            <a:xfrm>
              <a:off x="7229246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7" name="object 2977"/>
            <p:cNvSpPr/>
            <p:nvPr/>
          </p:nvSpPr>
          <p:spPr>
            <a:xfrm>
              <a:off x="7227722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8" name="object 2978"/>
            <p:cNvSpPr/>
            <p:nvPr/>
          </p:nvSpPr>
          <p:spPr>
            <a:xfrm>
              <a:off x="7224674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9" name="object 2979"/>
            <p:cNvSpPr/>
            <p:nvPr/>
          </p:nvSpPr>
          <p:spPr>
            <a:xfrm>
              <a:off x="7221626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0" name="object 2980"/>
            <p:cNvSpPr/>
            <p:nvPr/>
          </p:nvSpPr>
          <p:spPr>
            <a:xfrm>
              <a:off x="7219340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1" name="object 2981"/>
            <p:cNvSpPr/>
            <p:nvPr/>
          </p:nvSpPr>
          <p:spPr>
            <a:xfrm>
              <a:off x="7217816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2" name="object 2982"/>
            <p:cNvSpPr/>
            <p:nvPr/>
          </p:nvSpPr>
          <p:spPr>
            <a:xfrm>
              <a:off x="7216292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3" name="object 2983"/>
            <p:cNvSpPr/>
            <p:nvPr/>
          </p:nvSpPr>
          <p:spPr>
            <a:xfrm>
              <a:off x="7213244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4" name="object 2984"/>
            <p:cNvSpPr/>
            <p:nvPr/>
          </p:nvSpPr>
          <p:spPr>
            <a:xfrm>
              <a:off x="7210196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5" name="object 2985"/>
            <p:cNvSpPr/>
            <p:nvPr/>
          </p:nvSpPr>
          <p:spPr>
            <a:xfrm>
              <a:off x="7207910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6" name="object 2986"/>
            <p:cNvSpPr/>
            <p:nvPr/>
          </p:nvSpPr>
          <p:spPr>
            <a:xfrm>
              <a:off x="7206386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7" name="object 2987"/>
            <p:cNvSpPr/>
            <p:nvPr/>
          </p:nvSpPr>
          <p:spPr>
            <a:xfrm>
              <a:off x="7204862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8" name="object 2988"/>
            <p:cNvSpPr/>
            <p:nvPr/>
          </p:nvSpPr>
          <p:spPr>
            <a:xfrm>
              <a:off x="7201814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9" name="object 2989"/>
            <p:cNvSpPr/>
            <p:nvPr/>
          </p:nvSpPr>
          <p:spPr>
            <a:xfrm>
              <a:off x="7198766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0" name="object 2990"/>
            <p:cNvSpPr/>
            <p:nvPr/>
          </p:nvSpPr>
          <p:spPr>
            <a:xfrm>
              <a:off x="7196480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1" name="object 2991"/>
            <p:cNvSpPr/>
            <p:nvPr/>
          </p:nvSpPr>
          <p:spPr>
            <a:xfrm>
              <a:off x="7194956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2" name="object 2992"/>
            <p:cNvSpPr/>
            <p:nvPr/>
          </p:nvSpPr>
          <p:spPr>
            <a:xfrm>
              <a:off x="7193432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3" name="object 2993"/>
            <p:cNvSpPr/>
            <p:nvPr/>
          </p:nvSpPr>
          <p:spPr>
            <a:xfrm>
              <a:off x="7190384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4" name="object 2994"/>
            <p:cNvSpPr/>
            <p:nvPr/>
          </p:nvSpPr>
          <p:spPr>
            <a:xfrm>
              <a:off x="7187323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5" name="object 2995"/>
            <p:cNvSpPr/>
            <p:nvPr/>
          </p:nvSpPr>
          <p:spPr>
            <a:xfrm>
              <a:off x="7184275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6" name="object 2996"/>
            <p:cNvSpPr/>
            <p:nvPr/>
          </p:nvSpPr>
          <p:spPr>
            <a:xfrm>
              <a:off x="7181227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7" name="object 2997"/>
            <p:cNvSpPr/>
            <p:nvPr/>
          </p:nvSpPr>
          <p:spPr>
            <a:xfrm>
              <a:off x="7178941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8" name="object 2998"/>
            <p:cNvSpPr/>
            <p:nvPr/>
          </p:nvSpPr>
          <p:spPr>
            <a:xfrm>
              <a:off x="7177417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9" name="object 2999"/>
            <p:cNvSpPr/>
            <p:nvPr/>
          </p:nvSpPr>
          <p:spPr>
            <a:xfrm>
              <a:off x="7175893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0" name="object 3000"/>
            <p:cNvSpPr/>
            <p:nvPr/>
          </p:nvSpPr>
          <p:spPr>
            <a:xfrm>
              <a:off x="7172845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1" name="object 3001"/>
            <p:cNvSpPr/>
            <p:nvPr/>
          </p:nvSpPr>
          <p:spPr>
            <a:xfrm>
              <a:off x="7169797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2" name="object 3002"/>
            <p:cNvSpPr/>
            <p:nvPr/>
          </p:nvSpPr>
          <p:spPr>
            <a:xfrm>
              <a:off x="7167511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3" name="object 3003"/>
            <p:cNvSpPr/>
            <p:nvPr/>
          </p:nvSpPr>
          <p:spPr>
            <a:xfrm>
              <a:off x="7165987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4" name="object 3004"/>
            <p:cNvSpPr/>
            <p:nvPr/>
          </p:nvSpPr>
          <p:spPr>
            <a:xfrm>
              <a:off x="7164463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5" name="object 3005"/>
            <p:cNvSpPr/>
            <p:nvPr/>
          </p:nvSpPr>
          <p:spPr>
            <a:xfrm>
              <a:off x="7161415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6" name="object 3006"/>
            <p:cNvSpPr/>
            <p:nvPr/>
          </p:nvSpPr>
          <p:spPr>
            <a:xfrm>
              <a:off x="7158367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7" name="object 3007"/>
            <p:cNvSpPr/>
            <p:nvPr/>
          </p:nvSpPr>
          <p:spPr>
            <a:xfrm>
              <a:off x="7156081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8" name="object 3008"/>
            <p:cNvSpPr/>
            <p:nvPr/>
          </p:nvSpPr>
          <p:spPr>
            <a:xfrm>
              <a:off x="7154557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9" name="object 3009"/>
            <p:cNvSpPr/>
            <p:nvPr/>
          </p:nvSpPr>
          <p:spPr>
            <a:xfrm>
              <a:off x="7153033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0" name="object 3010"/>
            <p:cNvSpPr/>
            <p:nvPr/>
          </p:nvSpPr>
          <p:spPr>
            <a:xfrm>
              <a:off x="7149985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1" name="object 3011"/>
            <p:cNvSpPr/>
            <p:nvPr/>
          </p:nvSpPr>
          <p:spPr>
            <a:xfrm>
              <a:off x="7146937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2" name="object 3012"/>
            <p:cNvSpPr/>
            <p:nvPr/>
          </p:nvSpPr>
          <p:spPr>
            <a:xfrm>
              <a:off x="7144652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3" name="object 3013"/>
            <p:cNvSpPr/>
            <p:nvPr/>
          </p:nvSpPr>
          <p:spPr>
            <a:xfrm>
              <a:off x="7143127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4" name="object 3014"/>
            <p:cNvSpPr/>
            <p:nvPr/>
          </p:nvSpPr>
          <p:spPr>
            <a:xfrm>
              <a:off x="7141603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5" name="object 3015"/>
            <p:cNvSpPr/>
            <p:nvPr/>
          </p:nvSpPr>
          <p:spPr>
            <a:xfrm>
              <a:off x="7138555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6" name="object 3016"/>
            <p:cNvSpPr/>
            <p:nvPr/>
          </p:nvSpPr>
          <p:spPr>
            <a:xfrm>
              <a:off x="7137031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7" name="object 3017"/>
            <p:cNvSpPr/>
            <p:nvPr/>
          </p:nvSpPr>
          <p:spPr>
            <a:xfrm>
              <a:off x="7135507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8" name="object 3018"/>
            <p:cNvSpPr/>
            <p:nvPr/>
          </p:nvSpPr>
          <p:spPr>
            <a:xfrm>
              <a:off x="7132459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9" name="object 3019"/>
            <p:cNvSpPr/>
            <p:nvPr/>
          </p:nvSpPr>
          <p:spPr>
            <a:xfrm>
              <a:off x="7129411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0" name="object 3020"/>
            <p:cNvSpPr/>
            <p:nvPr/>
          </p:nvSpPr>
          <p:spPr>
            <a:xfrm>
              <a:off x="7127125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1" name="object 3021"/>
            <p:cNvSpPr/>
            <p:nvPr/>
          </p:nvSpPr>
          <p:spPr>
            <a:xfrm>
              <a:off x="7125602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2" name="object 3022"/>
            <p:cNvSpPr/>
            <p:nvPr/>
          </p:nvSpPr>
          <p:spPr>
            <a:xfrm>
              <a:off x="7124077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3" name="object 3023"/>
            <p:cNvSpPr/>
            <p:nvPr/>
          </p:nvSpPr>
          <p:spPr>
            <a:xfrm>
              <a:off x="7121029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4" name="object 3024"/>
            <p:cNvSpPr/>
            <p:nvPr/>
          </p:nvSpPr>
          <p:spPr>
            <a:xfrm>
              <a:off x="7117981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5" name="object 3025"/>
            <p:cNvSpPr/>
            <p:nvPr/>
          </p:nvSpPr>
          <p:spPr>
            <a:xfrm>
              <a:off x="7115695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6" name="object 3026"/>
            <p:cNvSpPr/>
            <p:nvPr/>
          </p:nvSpPr>
          <p:spPr>
            <a:xfrm>
              <a:off x="7114171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7" name="object 3027"/>
            <p:cNvSpPr/>
            <p:nvPr/>
          </p:nvSpPr>
          <p:spPr>
            <a:xfrm>
              <a:off x="7112647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8" name="object 3028"/>
            <p:cNvSpPr/>
            <p:nvPr/>
          </p:nvSpPr>
          <p:spPr>
            <a:xfrm>
              <a:off x="7109599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9" name="object 3029"/>
            <p:cNvSpPr/>
            <p:nvPr/>
          </p:nvSpPr>
          <p:spPr>
            <a:xfrm>
              <a:off x="7106552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0" name="object 3030"/>
            <p:cNvSpPr/>
            <p:nvPr/>
          </p:nvSpPr>
          <p:spPr>
            <a:xfrm>
              <a:off x="7104265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1" name="object 3031"/>
            <p:cNvSpPr/>
            <p:nvPr/>
          </p:nvSpPr>
          <p:spPr>
            <a:xfrm>
              <a:off x="7102741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2" name="object 3032"/>
            <p:cNvSpPr/>
            <p:nvPr/>
          </p:nvSpPr>
          <p:spPr>
            <a:xfrm>
              <a:off x="7101217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3" name="object 3033"/>
            <p:cNvSpPr/>
            <p:nvPr/>
          </p:nvSpPr>
          <p:spPr>
            <a:xfrm>
              <a:off x="7098169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4" name="object 3034"/>
            <p:cNvSpPr/>
            <p:nvPr/>
          </p:nvSpPr>
          <p:spPr>
            <a:xfrm>
              <a:off x="7095121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5" name="object 3035"/>
            <p:cNvSpPr/>
            <p:nvPr/>
          </p:nvSpPr>
          <p:spPr>
            <a:xfrm>
              <a:off x="7092835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6" name="object 3036"/>
            <p:cNvSpPr/>
            <p:nvPr/>
          </p:nvSpPr>
          <p:spPr>
            <a:xfrm>
              <a:off x="7089025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7" name="object 3037"/>
            <p:cNvSpPr/>
            <p:nvPr/>
          </p:nvSpPr>
          <p:spPr>
            <a:xfrm>
              <a:off x="7086740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8" name="object 3038"/>
            <p:cNvSpPr/>
            <p:nvPr/>
          </p:nvSpPr>
          <p:spPr>
            <a:xfrm>
              <a:off x="7085215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9" name="object 3039"/>
            <p:cNvSpPr/>
            <p:nvPr/>
          </p:nvSpPr>
          <p:spPr>
            <a:xfrm>
              <a:off x="7083691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0" name="object 3040"/>
            <p:cNvSpPr/>
            <p:nvPr/>
          </p:nvSpPr>
          <p:spPr>
            <a:xfrm>
              <a:off x="7080643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1" name="object 3041"/>
            <p:cNvSpPr/>
            <p:nvPr/>
          </p:nvSpPr>
          <p:spPr>
            <a:xfrm>
              <a:off x="7077595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2" name="object 3042"/>
            <p:cNvSpPr/>
            <p:nvPr/>
          </p:nvSpPr>
          <p:spPr>
            <a:xfrm>
              <a:off x="7075309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3" name="object 3043"/>
            <p:cNvSpPr/>
            <p:nvPr/>
          </p:nvSpPr>
          <p:spPr>
            <a:xfrm>
              <a:off x="7073785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4" name="object 3044"/>
            <p:cNvSpPr/>
            <p:nvPr/>
          </p:nvSpPr>
          <p:spPr>
            <a:xfrm>
              <a:off x="7072261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5" name="object 3045"/>
            <p:cNvSpPr/>
            <p:nvPr/>
          </p:nvSpPr>
          <p:spPr>
            <a:xfrm>
              <a:off x="7069213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6" name="object 3046"/>
            <p:cNvSpPr/>
            <p:nvPr/>
          </p:nvSpPr>
          <p:spPr>
            <a:xfrm>
              <a:off x="7066165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7" name="object 3047"/>
            <p:cNvSpPr/>
            <p:nvPr/>
          </p:nvSpPr>
          <p:spPr>
            <a:xfrm>
              <a:off x="7063879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8" name="object 3048"/>
            <p:cNvSpPr/>
            <p:nvPr/>
          </p:nvSpPr>
          <p:spPr>
            <a:xfrm>
              <a:off x="7062355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9" name="object 3049"/>
            <p:cNvSpPr/>
            <p:nvPr/>
          </p:nvSpPr>
          <p:spPr>
            <a:xfrm>
              <a:off x="7060831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0" name="object 3050"/>
            <p:cNvSpPr/>
            <p:nvPr/>
          </p:nvSpPr>
          <p:spPr>
            <a:xfrm>
              <a:off x="7057783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1" name="object 3051"/>
            <p:cNvSpPr/>
            <p:nvPr/>
          </p:nvSpPr>
          <p:spPr>
            <a:xfrm>
              <a:off x="7054735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2" name="object 3052"/>
            <p:cNvSpPr/>
            <p:nvPr/>
          </p:nvSpPr>
          <p:spPr>
            <a:xfrm>
              <a:off x="7052449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3" name="object 3053"/>
            <p:cNvSpPr/>
            <p:nvPr/>
          </p:nvSpPr>
          <p:spPr>
            <a:xfrm>
              <a:off x="7050925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4" name="object 3054"/>
            <p:cNvSpPr/>
            <p:nvPr/>
          </p:nvSpPr>
          <p:spPr>
            <a:xfrm>
              <a:off x="7049402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5" name="object 3055"/>
            <p:cNvSpPr/>
            <p:nvPr/>
          </p:nvSpPr>
          <p:spPr>
            <a:xfrm>
              <a:off x="7046353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6" name="object 3056"/>
            <p:cNvSpPr/>
            <p:nvPr/>
          </p:nvSpPr>
          <p:spPr>
            <a:xfrm>
              <a:off x="7044829" y="196355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7" name="object 3057"/>
            <p:cNvSpPr/>
            <p:nvPr/>
          </p:nvSpPr>
          <p:spPr>
            <a:xfrm>
              <a:off x="7043305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8" name="object 3058"/>
            <p:cNvSpPr/>
            <p:nvPr/>
          </p:nvSpPr>
          <p:spPr>
            <a:xfrm>
              <a:off x="7040257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9" name="object 3059"/>
            <p:cNvSpPr/>
            <p:nvPr/>
          </p:nvSpPr>
          <p:spPr>
            <a:xfrm>
              <a:off x="7037209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0" name="object 3060"/>
            <p:cNvSpPr/>
            <p:nvPr/>
          </p:nvSpPr>
          <p:spPr>
            <a:xfrm>
              <a:off x="7034923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1" name="object 3061"/>
            <p:cNvSpPr/>
            <p:nvPr/>
          </p:nvSpPr>
          <p:spPr>
            <a:xfrm>
              <a:off x="7033399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2" name="object 3062"/>
            <p:cNvSpPr/>
            <p:nvPr/>
          </p:nvSpPr>
          <p:spPr>
            <a:xfrm>
              <a:off x="7031875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3" name="object 3063"/>
            <p:cNvSpPr/>
            <p:nvPr/>
          </p:nvSpPr>
          <p:spPr>
            <a:xfrm>
              <a:off x="7028827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4" name="object 3064"/>
            <p:cNvSpPr/>
            <p:nvPr/>
          </p:nvSpPr>
          <p:spPr>
            <a:xfrm>
              <a:off x="7025779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5" name="object 3065"/>
            <p:cNvSpPr/>
            <p:nvPr/>
          </p:nvSpPr>
          <p:spPr>
            <a:xfrm>
              <a:off x="7023493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6" name="object 3066"/>
            <p:cNvSpPr/>
            <p:nvPr/>
          </p:nvSpPr>
          <p:spPr>
            <a:xfrm>
              <a:off x="7021969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7" name="object 3067"/>
            <p:cNvSpPr/>
            <p:nvPr/>
          </p:nvSpPr>
          <p:spPr>
            <a:xfrm>
              <a:off x="7020445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8" name="object 3068"/>
            <p:cNvSpPr/>
            <p:nvPr/>
          </p:nvSpPr>
          <p:spPr>
            <a:xfrm>
              <a:off x="7017397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9" name="object 3069"/>
            <p:cNvSpPr/>
            <p:nvPr/>
          </p:nvSpPr>
          <p:spPr>
            <a:xfrm>
              <a:off x="7014349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0" name="object 3070"/>
            <p:cNvSpPr/>
            <p:nvPr/>
          </p:nvSpPr>
          <p:spPr>
            <a:xfrm>
              <a:off x="7012063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1" name="object 3071"/>
            <p:cNvSpPr/>
            <p:nvPr/>
          </p:nvSpPr>
          <p:spPr>
            <a:xfrm>
              <a:off x="7010540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2" name="object 3072"/>
            <p:cNvSpPr/>
            <p:nvPr/>
          </p:nvSpPr>
          <p:spPr>
            <a:xfrm>
              <a:off x="7009015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3" name="object 3073"/>
            <p:cNvSpPr/>
            <p:nvPr/>
          </p:nvSpPr>
          <p:spPr>
            <a:xfrm>
              <a:off x="7005967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4" name="object 3074"/>
            <p:cNvSpPr/>
            <p:nvPr/>
          </p:nvSpPr>
          <p:spPr>
            <a:xfrm>
              <a:off x="7002919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5" name="object 3075"/>
            <p:cNvSpPr/>
            <p:nvPr/>
          </p:nvSpPr>
          <p:spPr>
            <a:xfrm>
              <a:off x="7000633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6" name="object 3076"/>
            <p:cNvSpPr/>
            <p:nvPr/>
          </p:nvSpPr>
          <p:spPr>
            <a:xfrm>
              <a:off x="6999109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7" name="object 3077"/>
            <p:cNvSpPr/>
            <p:nvPr/>
          </p:nvSpPr>
          <p:spPr>
            <a:xfrm>
              <a:off x="6997585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8" name="object 3078"/>
            <p:cNvSpPr/>
            <p:nvPr/>
          </p:nvSpPr>
          <p:spPr>
            <a:xfrm>
              <a:off x="6994537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9" name="object 3079"/>
            <p:cNvSpPr/>
            <p:nvPr/>
          </p:nvSpPr>
          <p:spPr>
            <a:xfrm>
              <a:off x="6993013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0" name="object 3080"/>
            <p:cNvSpPr/>
            <p:nvPr/>
          </p:nvSpPr>
          <p:spPr>
            <a:xfrm>
              <a:off x="6991490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1" name="object 3081"/>
            <p:cNvSpPr/>
            <p:nvPr/>
          </p:nvSpPr>
          <p:spPr>
            <a:xfrm>
              <a:off x="6988441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2" name="object 3082"/>
            <p:cNvSpPr/>
            <p:nvPr/>
          </p:nvSpPr>
          <p:spPr>
            <a:xfrm>
              <a:off x="6985393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3" name="object 3083"/>
            <p:cNvSpPr/>
            <p:nvPr/>
          </p:nvSpPr>
          <p:spPr>
            <a:xfrm>
              <a:off x="6983107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4" name="object 3084"/>
            <p:cNvSpPr/>
            <p:nvPr/>
          </p:nvSpPr>
          <p:spPr>
            <a:xfrm>
              <a:off x="6981583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5" name="object 3085"/>
            <p:cNvSpPr/>
            <p:nvPr/>
          </p:nvSpPr>
          <p:spPr>
            <a:xfrm>
              <a:off x="6980059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6" name="object 3086"/>
            <p:cNvSpPr/>
            <p:nvPr/>
          </p:nvSpPr>
          <p:spPr>
            <a:xfrm>
              <a:off x="6977011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7" name="object 3087"/>
            <p:cNvSpPr/>
            <p:nvPr/>
          </p:nvSpPr>
          <p:spPr>
            <a:xfrm>
              <a:off x="6973963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8" name="object 3088"/>
            <p:cNvSpPr/>
            <p:nvPr/>
          </p:nvSpPr>
          <p:spPr>
            <a:xfrm>
              <a:off x="6971677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9" name="object 3089"/>
            <p:cNvSpPr/>
            <p:nvPr/>
          </p:nvSpPr>
          <p:spPr>
            <a:xfrm>
              <a:off x="6970153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0" name="object 3090"/>
            <p:cNvSpPr/>
            <p:nvPr/>
          </p:nvSpPr>
          <p:spPr>
            <a:xfrm>
              <a:off x="6968629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1" name="object 3091"/>
            <p:cNvSpPr/>
            <p:nvPr/>
          </p:nvSpPr>
          <p:spPr>
            <a:xfrm>
              <a:off x="6965581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2" name="object 3092"/>
            <p:cNvSpPr/>
            <p:nvPr/>
          </p:nvSpPr>
          <p:spPr>
            <a:xfrm>
              <a:off x="6962533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3" name="object 3093"/>
            <p:cNvSpPr/>
            <p:nvPr/>
          </p:nvSpPr>
          <p:spPr>
            <a:xfrm>
              <a:off x="6960247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4" name="object 3094"/>
            <p:cNvSpPr/>
            <p:nvPr/>
          </p:nvSpPr>
          <p:spPr>
            <a:xfrm>
              <a:off x="6958723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5" name="object 3095"/>
            <p:cNvSpPr/>
            <p:nvPr/>
          </p:nvSpPr>
          <p:spPr>
            <a:xfrm>
              <a:off x="6957199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6" name="object 3096"/>
            <p:cNvSpPr/>
            <p:nvPr/>
          </p:nvSpPr>
          <p:spPr>
            <a:xfrm>
              <a:off x="6954152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7" name="object 3097"/>
            <p:cNvSpPr/>
            <p:nvPr/>
          </p:nvSpPr>
          <p:spPr>
            <a:xfrm>
              <a:off x="6951103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8" name="object 3098"/>
            <p:cNvSpPr/>
            <p:nvPr/>
          </p:nvSpPr>
          <p:spPr>
            <a:xfrm>
              <a:off x="6948055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228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9" name="object 3099"/>
            <p:cNvSpPr/>
            <p:nvPr/>
          </p:nvSpPr>
          <p:spPr>
            <a:xfrm>
              <a:off x="6945007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0" name="object 3100"/>
            <p:cNvSpPr/>
            <p:nvPr/>
          </p:nvSpPr>
          <p:spPr>
            <a:xfrm>
              <a:off x="6942721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1" name="object 3101"/>
            <p:cNvSpPr/>
            <p:nvPr/>
          </p:nvSpPr>
          <p:spPr>
            <a:xfrm>
              <a:off x="6941197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2" name="object 3102"/>
            <p:cNvSpPr/>
            <p:nvPr/>
          </p:nvSpPr>
          <p:spPr>
            <a:xfrm>
              <a:off x="6939673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3" name="object 3103"/>
            <p:cNvSpPr/>
            <p:nvPr/>
          </p:nvSpPr>
          <p:spPr>
            <a:xfrm>
              <a:off x="6936625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4" name="object 3104"/>
            <p:cNvSpPr/>
            <p:nvPr/>
          </p:nvSpPr>
          <p:spPr>
            <a:xfrm>
              <a:off x="6933577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5" name="object 3105"/>
            <p:cNvSpPr/>
            <p:nvPr/>
          </p:nvSpPr>
          <p:spPr>
            <a:xfrm>
              <a:off x="6931291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6" name="object 3106"/>
            <p:cNvSpPr/>
            <p:nvPr/>
          </p:nvSpPr>
          <p:spPr>
            <a:xfrm>
              <a:off x="6929767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7" name="object 3107"/>
            <p:cNvSpPr/>
            <p:nvPr/>
          </p:nvSpPr>
          <p:spPr>
            <a:xfrm>
              <a:off x="6928243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8" name="object 3108"/>
            <p:cNvSpPr/>
            <p:nvPr/>
          </p:nvSpPr>
          <p:spPr>
            <a:xfrm>
              <a:off x="6925195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9" name="object 3109"/>
            <p:cNvSpPr/>
            <p:nvPr/>
          </p:nvSpPr>
          <p:spPr>
            <a:xfrm>
              <a:off x="6922147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0" name="object 3110"/>
            <p:cNvSpPr/>
            <p:nvPr/>
          </p:nvSpPr>
          <p:spPr>
            <a:xfrm>
              <a:off x="6919861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1" name="object 3111"/>
            <p:cNvSpPr/>
            <p:nvPr/>
          </p:nvSpPr>
          <p:spPr>
            <a:xfrm>
              <a:off x="6918337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2" name="object 3112"/>
            <p:cNvSpPr/>
            <p:nvPr/>
          </p:nvSpPr>
          <p:spPr>
            <a:xfrm>
              <a:off x="6916813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3" name="object 3113"/>
            <p:cNvSpPr/>
            <p:nvPr/>
          </p:nvSpPr>
          <p:spPr>
            <a:xfrm>
              <a:off x="6913765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4" name="object 3114"/>
            <p:cNvSpPr/>
            <p:nvPr/>
          </p:nvSpPr>
          <p:spPr>
            <a:xfrm>
              <a:off x="6910717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5" name="object 3115"/>
            <p:cNvSpPr/>
            <p:nvPr/>
          </p:nvSpPr>
          <p:spPr>
            <a:xfrm>
              <a:off x="6908431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6" name="object 3116"/>
            <p:cNvSpPr/>
            <p:nvPr/>
          </p:nvSpPr>
          <p:spPr>
            <a:xfrm>
              <a:off x="6906907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7" name="object 3117"/>
            <p:cNvSpPr/>
            <p:nvPr/>
          </p:nvSpPr>
          <p:spPr>
            <a:xfrm>
              <a:off x="6905383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8" name="object 3118"/>
            <p:cNvSpPr/>
            <p:nvPr/>
          </p:nvSpPr>
          <p:spPr>
            <a:xfrm>
              <a:off x="6902335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9" name="object 3119"/>
            <p:cNvSpPr/>
            <p:nvPr/>
          </p:nvSpPr>
          <p:spPr>
            <a:xfrm>
              <a:off x="6900811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0" name="object 3120"/>
            <p:cNvSpPr/>
            <p:nvPr/>
          </p:nvSpPr>
          <p:spPr>
            <a:xfrm>
              <a:off x="6899287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1" name="object 3121"/>
            <p:cNvSpPr/>
            <p:nvPr/>
          </p:nvSpPr>
          <p:spPr>
            <a:xfrm>
              <a:off x="6896240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2" name="object 3122"/>
            <p:cNvSpPr/>
            <p:nvPr/>
          </p:nvSpPr>
          <p:spPr>
            <a:xfrm>
              <a:off x="6893191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3" name="object 3123"/>
            <p:cNvSpPr/>
            <p:nvPr/>
          </p:nvSpPr>
          <p:spPr>
            <a:xfrm>
              <a:off x="6890905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4" name="object 3124"/>
            <p:cNvSpPr/>
            <p:nvPr/>
          </p:nvSpPr>
          <p:spPr>
            <a:xfrm>
              <a:off x="6889381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5" name="object 3125"/>
            <p:cNvSpPr/>
            <p:nvPr/>
          </p:nvSpPr>
          <p:spPr>
            <a:xfrm>
              <a:off x="6887857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6" name="object 3126"/>
            <p:cNvSpPr/>
            <p:nvPr/>
          </p:nvSpPr>
          <p:spPr>
            <a:xfrm>
              <a:off x="6884809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7" name="object 3127"/>
            <p:cNvSpPr/>
            <p:nvPr/>
          </p:nvSpPr>
          <p:spPr>
            <a:xfrm>
              <a:off x="6881761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8" name="object 3128"/>
            <p:cNvSpPr/>
            <p:nvPr/>
          </p:nvSpPr>
          <p:spPr>
            <a:xfrm>
              <a:off x="6879475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9" name="object 3129"/>
            <p:cNvSpPr/>
            <p:nvPr/>
          </p:nvSpPr>
          <p:spPr>
            <a:xfrm>
              <a:off x="6877952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0" name="object 3130"/>
            <p:cNvSpPr/>
            <p:nvPr/>
          </p:nvSpPr>
          <p:spPr>
            <a:xfrm>
              <a:off x="6876427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1" name="object 3131"/>
            <p:cNvSpPr/>
            <p:nvPr/>
          </p:nvSpPr>
          <p:spPr>
            <a:xfrm>
              <a:off x="6873379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2" name="object 3132"/>
            <p:cNvSpPr/>
            <p:nvPr/>
          </p:nvSpPr>
          <p:spPr>
            <a:xfrm>
              <a:off x="6870331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3" name="object 3133"/>
            <p:cNvSpPr/>
            <p:nvPr/>
          </p:nvSpPr>
          <p:spPr>
            <a:xfrm>
              <a:off x="6868045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4" name="object 3134"/>
            <p:cNvSpPr/>
            <p:nvPr/>
          </p:nvSpPr>
          <p:spPr>
            <a:xfrm>
              <a:off x="6866521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5" name="object 3135"/>
            <p:cNvSpPr/>
            <p:nvPr/>
          </p:nvSpPr>
          <p:spPr>
            <a:xfrm>
              <a:off x="6864997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6" name="object 3136"/>
            <p:cNvSpPr/>
            <p:nvPr/>
          </p:nvSpPr>
          <p:spPr>
            <a:xfrm>
              <a:off x="6861949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7" name="object 3137"/>
            <p:cNvSpPr/>
            <p:nvPr/>
          </p:nvSpPr>
          <p:spPr>
            <a:xfrm>
              <a:off x="6858902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8" name="object 3138"/>
            <p:cNvSpPr/>
            <p:nvPr/>
          </p:nvSpPr>
          <p:spPr>
            <a:xfrm>
              <a:off x="6856615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9" name="object 3139"/>
            <p:cNvSpPr/>
            <p:nvPr/>
          </p:nvSpPr>
          <p:spPr>
            <a:xfrm>
              <a:off x="6852805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0" name="object 3140"/>
            <p:cNvSpPr/>
            <p:nvPr/>
          </p:nvSpPr>
          <p:spPr>
            <a:xfrm>
              <a:off x="6850519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1" name="object 3141"/>
            <p:cNvSpPr/>
            <p:nvPr/>
          </p:nvSpPr>
          <p:spPr>
            <a:xfrm>
              <a:off x="6848995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2" name="object 3142"/>
            <p:cNvSpPr/>
            <p:nvPr/>
          </p:nvSpPr>
          <p:spPr>
            <a:xfrm>
              <a:off x="6847471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3" name="object 3143"/>
            <p:cNvSpPr/>
            <p:nvPr/>
          </p:nvSpPr>
          <p:spPr>
            <a:xfrm>
              <a:off x="6844423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4" name="object 3144"/>
            <p:cNvSpPr/>
            <p:nvPr/>
          </p:nvSpPr>
          <p:spPr>
            <a:xfrm>
              <a:off x="6841375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5" name="object 3145"/>
            <p:cNvSpPr/>
            <p:nvPr/>
          </p:nvSpPr>
          <p:spPr>
            <a:xfrm>
              <a:off x="6839090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6" name="object 3146"/>
            <p:cNvSpPr/>
            <p:nvPr/>
          </p:nvSpPr>
          <p:spPr>
            <a:xfrm>
              <a:off x="6837565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7" name="object 3147"/>
            <p:cNvSpPr/>
            <p:nvPr/>
          </p:nvSpPr>
          <p:spPr>
            <a:xfrm>
              <a:off x="6836041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8" name="object 3148"/>
            <p:cNvSpPr/>
            <p:nvPr/>
          </p:nvSpPr>
          <p:spPr>
            <a:xfrm>
              <a:off x="6832993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9" name="object 3149"/>
            <p:cNvSpPr/>
            <p:nvPr/>
          </p:nvSpPr>
          <p:spPr>
            <a:xfrm>
              <a:off x="6829945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0" name="object 3150"/>
            <p:cNvSpPr/>
            <p:nvPr/>
          </p:nvSpPr>
          <p:spPr>
            <a:xfrm>
              <a:off x="6827659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1" name="object 3151"/>
            <p:cNvSpPr/>
            <p:nvPr/>
          </p:nvSpPr>
          <p:spPr>
            <a:xfrm>
              <a:off x="6826135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2" name="object 3152"/>
            <p:cNvSpPr/>
            <p:nvPr/>
          </p:nvSpPr>
          <p:spPr>
            <a:xfrm>
              <a:off x="6824611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3" name="object 3153"/>
            <p:cNvSpPr/>
            <p:nvPr/>
          </p:nvSpPr>
          <p:spPr>
            <a:xfrm>
              <a:off x="6821563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4" name="object 3154"/>
            <p:cNvSpPr/>
            <p:nvPr/>
          </p:nvSpPr>
          <p:spPr>
            <a:xfrm>
              <a:off x="6818515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5" name="object 3155"/>
            <p:cNvSpPr/>
            <p:nvPr/>
          </p:nvSpPr>
          <p:spPr>
            <a:xfrm>
              <a:off x="6816229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6" name="object 3156"/>
            <p:cNvSpPr/>
            <p:nvPr/>
          </p:nvSpPr>
          <p:spPr>
            <a:xfrm>
              <a:off x="6814705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7" name="object 3157"/>
            <p:cNvSpPr/>
            <p:nvPr/>
          </p:nvSpPr>
          <p:spPr>
            <a:xfrm>
              <a:off x="6813181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8" name="object 3158"/>
            <p:cNvSpPr/>
            <p:nvPr/>
          </p:nvSpPr>
          <p:spPr>
            <a:xfrm>
              <a:off x="6810133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9" name="object 3159"/>
            <p:cNvSpPr/>
            <p:nvPr/>
          </p:nvSpPr>
          <p:spPr>
            <a:xfrm>
              <a:off x="6807085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0" name="object 3160"/>
            <p:cNvSpPr/>
            <p:nvPr/>
          </p:nvSpPr>
          <p:spPr>
            <a:xfrm>
              <a:off x="6804037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1" name="object 3161"/>
            <p:cNvSpPr/>
            <p:nvPr/>
          </p:nvSpPr>
          <p:spPr>
            <a:xfrm>
              <a:off x="6800990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2" name="object 3162"/>
            <p:cNvSpPr/>
            <p:nvPr/>
          </p:nvSpPr>
          <p:spPr>
            <a:xfrm>
              <a:off x="6798703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3" name="object 3163"/>
            <p:cNvSpPr/>
            <p:nvPr/>
          </p:nvSpPr>
          <p:spPr>
            <a:xfrm>
              <a:off x="6797179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4" name="object 3164"/>
            <p:cNvSpPr/>
            <p:nvPr/>
          </p:nvSpPr>
          <p:spPr>
            <a:xfrm>
              <a:off x="6795655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5" name="object 3165"/>
            <p:cNvSpPr/>
            <p:nvPr/>
          </p:nvSpPr>
          <p:spPr>
            <a:xfrm>
              <a:off x="6792607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6" name="object 3166"/>
            <p:cNvSpPr/>
            <p:nvPr/>
          </p:nvSpPr>
          <p:spPr>
            <a:xfrm>
              <a:off x="6789559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7" name="object 3167"/>
            <p:cNvSpPr/>
            <p:nvPr/>
          </p:nvSpPr>
          <p:spPr>
            <a:xfrm>
              <a:off x="6787273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8" name="object 3168"/>
            <p:cNvSpPr/>
            <p:nvPr/>
          </p:nvSpPr>
          <p:spPr>
            <a:xfrm>
              <a:off x="6785749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9" name="object 3169"/>
            <p:cNvSpPr/>
            <p:nvPr/>
          </p:nvSpPr>
          <p:spPr>
            <a:xfrm>
              <a:off x="6784225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0" name="object 3170"/>
            <p:cNvSpPr/>
            <p:nvPr/>
          </p:nvSpPr>
          <p:spPr>
            <a:xfrm>
              <a:off x="6781177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1" name="object 3171"/>
            <p:cNvSpPr/>
            <p:nvPr/>
          </p:nvSpPr>
          <p:spPr>
            <a:xfrm>
              <a:off x="6778129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2" name="object 3172"/>
            <p:cNvSpPr/>
            <p:nvPr/>
          </p:nvSpPr>
          <p:spPr>
            <a:xfrm>
              <a:off x="6775843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3" name="object 3173"/>
            <p:cNvSpPr/>
            <p:nvPr/>
          </p:nvSpPr>
          <p:spPr>
            <a:xfrm>
              <a:off x="6774319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4" name="object 3174"/>
            <p:cNvSpPr/>
            <p:nvPr/>
          </p:nvSpPr>
          <p:spPr>
            <a:xfrm>
              <a:off x="6772795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5" name="object 3175"/>
            <p:cNvSpPr/>
            <p:nvPr/>
          </p:nvSpPr>
          <p:spPr>
            <a:xfrm>
              <a:off x="6769747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6" name="object 3176"/>
            <p:cNvSpPr/>
            <p:nvPr/>
          </p:nvSpPr>
          <p:spPr>
            <a:xfrm>
              <a:off x="6766699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7" name="object 3177"/>
            <p:cNvSpPr/>
            <p:nvPr/>
          </p:nvSpPr>
          <p:spPr>
            <a:xfrm>
              <a:off x="6764413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8" name="object 3178"/>
            <p:cNvSpPr/>
            <p:nvPr/>
          </p:nvSpPr>
          <p:spPr>
            <a:xfrm>
              <a:off x="6762890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9" name="object 3179"/>
            <p:cNvSpPr/>
            <p:nvPr/>
          </p:nvSpPr>
          <p:spPr>
            <a:xfrm>
              <a:off x="6761365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0" name="object 3180"/>
            <p:cNvSpPr/>
            <p:nvPr/>
          </p:nvSpPr>
          <p:spPr>
            <a:xfrm>
              <a:off x="6758317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1" name="object 3181"/>
            <p:cNvSpPr/>
            <p:nvPr/>
          </p:nvSpPr>
          <p:spPr>
            <a:xfrm>
              <a:off x="6756793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2" name="object 3182"/>
            <p:cNvSpPr/>
            <p:nvPr/>
          </p:nvSpPr>
          <p:spPr>
            <a:xfrm>
              <a:off x="6755269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3" name="object 3183"/>
            <p:cNvSpPr/>
            <p:nvPr/>
          </p:nvSpPr>
          <p:spPr>
            <a:xfrm>
              <a:off x="6752221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4" name="object 3184"/>
            <p:cNvSpPr/>
            <p:nvPr/>
          </p:nvSpPr>
          <p:spPr>
            <a:xfrm>
              <a:off x="6749173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5" name="object 3185"/>
            <p:cNvSpPr/>
            <p:nvPr/>
          </p:nvSpPr>
          <p:spPr>
            <a:xfrm>
              <a:off x="6746887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6" name="object 3186"/>
            <p:cNvSpPr/>
            <p:nvPr/>
          </p:nvSpPr>
          <p:spPr>
            <a:xfrm>
              <a:off x="6745363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7" name="object 3187"/>
            <p:cNvSpPr/>
            <p:nvPr/>
          </p:nvSpPr>
          <p:spPr>
            <a:xfrm>
              <a:off x="6743840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8" name="object 3188"/>
            <p:cNvSpPr/>
            <p:nvPr/>
          </p:nvSpPr>
          <p:spPr>
            <a:xfrm>
              <a:off x="6740791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9" name="object 3189"/>
            <p:cNvSpPr/>
            <p:nvPr/>
          </p:nvSpPr>
          <p:spPr>
            <a:xfrm>
              <a:off x="6737743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0" name="object 3190"/>
            <p:cNvSpPr/>
            <p:nvPr/>
          </p:nvSpPr>
          <p:spPr>
            <a:xfrm>
              <a:off x="6735457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1" name="object 3191"/>
            <p:cNvSpPr/>
            <p:nvPr/>
          </p:nvSpPr>
          <p:spPr>
            <a:xfrm>
              <a:off x="6733933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2" name="object 3192"/>
            <p:cNvSpPr/>
            <p:nvPr/>
          </p:nvSpPr>
          <p:spPr>
            <a:xfrm>
              <a:off x="6732409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3" name="object 3193"/>
            <p:cNvSpPr/>
            <p:nvPr/>
          </p:nvSpPr>
          <p:spPr>
            <a:xfrm>
              <a:off x="6729361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4" name="object 3194"/>
            <p:cNvSpPr/>
            <p:nvPr/>
          </p:nvSpPr>
          <p:spPr>
            <a:xfrm>
              <a:off x="6726313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5" name="object 3195"/>
            <p:cNvSpPr/>
            <p:nvPr/>
          </p:nvSpPr>
          <p:spPr>
            <a:xfrm>
              <a:off x="6724027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6" name="object 3196"/>
            <p:cNvSpPr/>
            <p:nvPr/>
          </p:nvSpPr>
          <p:spPr>
            <a:xfrm>
              <a:off x="6722503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7" name="object 3197"/>
            <p:cNvSpPr/>
            <p:nvPr/>
          </p:nvSpPr>
          <p:spPr>
            <a:xfrm>
              <a:off x="6720979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8" name="object 3198"/>
            <p:cNvSpPr/>
            <p:nvPr/>
          </p:nvSpPr>
          <p:spPr>
            <a:xfrm>
              <a:off x="6717931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9" name="object 3199"/>
            <p:cNvSpPr/>
            <p:nvPr/>
          </p:nvSpPr>
          <p:spPr>
            <a:xfrm>
              <a:off x="6714883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0" name="object 3200"/>
            <p:cNvSpPr/>
            <p:nvPr/>
          </p:nvSpPr>
          <p:spPr>
            <a:xfrm>
              <a:off x="6711835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228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1" name="object 3201"/>
            <p:cNvSpPr/>
            <p:nvPr/>
          </p:nvSpPr>
          <p:spPr>
            <a:xfrm>
              <a:off x="6708787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02" name="object 3202"/>
            <p:cNvPicPr/>
            <p:nvPr/>
          </p:nvPicPr>
          <p:blipFill>
            <a:blip r:embed="rId207" cstate="print"/>
            <a:stretch>
              <a:fillRect/>
            </a:stretch>
          </p:blipFill>
          <p:spPr>
            <a:xfrm>
              <a:off x="3019196" y="3682622"/>
              <a:ext cx="525779" cy="220979"/>
            </a:xfrm>
            <a:prstGeom prst="rect">
              <a:avLst/>
            </a:prstGeom>
          </p:spPr>
        </p:pic>
        <p:sp>
          <p:nvSpPr>
            <p:cNvPr id="3203" name="object 3203"/>
            <p:cNvSpPr/>
            <p:nvPr/>
          </p:nvSpPr>
          <p:spPr>
            <a:xfrm>
              <a:off x="6706502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4" name="object 3204"/>
            <p:cNvSpPr/>
            <p:nvPr/>
          </p:nvSpPr>
          <p:spPr>
            <a:xfrm>
              <a:off x="6704977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5" name="object 3205"/>
            <p:cNvSpPr/>
            <p:nvPr/>
          </p:nvSpPr>
          <p:spPr>
            <a:xfrm>
              <a:off x="6703453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6" name="object 3206"/>
            <p:cNvSpPr/>
            <p:nvPr/>
          </p:nvSpPr>
          <p:spPr>
            <a:xfrm>
              <a:off x="6700405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7" name="object 3207"/>
            <p:cNvSpPr/>
            <p:nvPr/>
          </p:nvSpPr>
          <p:spPr>
            <a:xfrm>
              <a:off x="6697357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8" name="object 3208"/>
            <p:cNvSpPr/>
            <p:nvPr/>
          </p:nvSpPr>
          <p:spPr>
            <a:xfrm>
              <a:off x="6695071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9" name="object 3209"/>
            <p:cNvSpPr/>
            <p:nvPr/>
          </p:nvSpPr>
          <p:spPr>
            <a:xfrm>
              <a:off x="6693547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0" name="object 3210"/>
            <p:cNvSpPr/>
            <p:nvPr/>
          </p:nvSpPr>
          <p:spPr>
            <a:xfrm>
              <a:off x="6692023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1" name="object 3211"/>
            <p:cNvSpPr/>
            <p:nvPr/>
          </p:nvSpPr>
          <p:spPr>
            <a:xfrm>
              <a:off x="6688975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2" name="object 3212"/>
            <p:cNvSpPr/>
            <p:nvPr/>
          </p:nvSpPr>
          <p:spPr>
            <a:xfrm>
              <a:off x="6685927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3" name="object 3213"/>
            <p:cNvSpPr/>
            <p:nvPr/>
          </p:nvSpPr>
          <p:spPr>
            <a:xfrm>
              <a:off x="6683641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4" name="object 3214"/>
            <p:cNvSpPr/>
            <p:nvPr/>
          </p:nvSpPr>
          <p:spPr>
            <a:xfrm>
              <a:off x="6682117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5" name="object 3215"/>
            <p:cNvSpPr/>
            <p:nvPr/>
          </p:nvSpPr>
          <p:spPr>
            <a:xfrm>
              <a:off x="6680593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6" name="object 3216"/>
            <p:cNvSpPr/>
            <p:nvPr/>
          </p:nvSpPr>
          <p:spPr>
            <a:xfrm>
              <a:off x="6677545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7" name="object 3217"/>
            <p:cNvSpPr/>
            <p:nvPr/>
          </p:nvSpPr>
          <p:spPr>
            <a:xfrm>
              <a:off x="6674497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8" name="object 3218"/>
            <p:cNvSpPr/>
            <p:nvPr/>
          </p:nvSpPr>
          <p:spPr>
            <a:xfrm>
              <a:off x="6672211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9" name="object 3219"/>
            <p:cNvSpPr/>
            <p:nvPr/>
          </p:nvSpPr>
          <p:spPr>
            <a:xfrm>
              <a:off x="6670687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0" name="object 3220"/>
            <p:cNvSpPr/>
            <p:nvPr/>
          </p:nvSpPr>
          <p:spPr>
            <a:xfrm>
              <a:off x="6669163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1" name="object 3221"/>
            <p:cNvSpPr/>
            <p:nvPr/>
          </p:nvSpPr>
          <p:spPr>
            <a:xfrm>
              <a:off x="6666115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2" name="object 3222"/>
            <p:cNvSpPr/>
            <p:nvPr/>
          </p:nvSpPr>
          <p:spPr>
            <a:xfrm>
              <a:off x="6664591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3" name="object 3223"/>
            <p:cNvSpPr/>
            <p:nvPr/>
          </p:nvSpPr>
          <p:spPr>
            <a:xfrm>
              <a:off x="6663067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4" name="object 3224"/>
            <p:cNvSpPr/>
            <p:nvPr/>
          </p:nvSpPr>
          <p:spPr>
            <a:xfrm>
              <a:off x="6660019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5" name="object 3225"/>
            <p:cNvSpPr/>
            <p:nvPr/>
          </p:nvSpPr>
          <p:spPr>
            <a:xfrm>
              <a:off x="6656971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6" name="object 3226"/>
            <p:cNvSpPr/>
            <p:nvPr/>
          </p:nvSpPr>
          <p:spPr>
            <a:xfrm>
              <a:off x="6654685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7" name="object 3227"/>
            <p:cNvSpPr/>
            <p:nvPr/>
          </p:nvSpPr>
          <p:spPr>
            <a:xfrm>
              <a:off x="6653161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8" name="object 3228"/>
            <p:cNvSpPr/>
            <p:nvPr/>
          </p:nvSpPr>
          <p:spPr>
            <a:xfrm>
              <a:off x="6651637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9" name="object 3229"/>
            <p:cNvSpPr/>
            <p:nvPr/>
          </p:nvSpPr>
          <p:spPr>
            <a:xfrm>
              <a:off x="6648589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0" name="object 3230"/>
            <p:cNvSpPr/>
            <p:nvPr/>
          </p:nvSpPr>
          <p:spPr>
            <a:xfrm>
              <a:off x="6645541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1" name="object 3231"/>
            <p:cNvSpPr/>
            <p:nvPr/>
          </p:nvSpPr>
          <p:spPr>
            <a:xfrm>
              <a:off x="6643255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2" name="object 3232"/>
            <p:cNvSpPr/>
            <p:nvPr/>
          </p:nvSpPr>
          <p:spPr>
            <a:xfrm>
              <a:off x="6641731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3" name="object 3233"/>
            <p:cNvSpPr/>
            <p:nvPr/>
          </p:nvSpPr>
          <p:spPr>
            <a:xfrm>
              <a:off x="6640207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4" name="object 3234"/>
            <p:cNvSpPr/>
            <p:nvPr/>
          </p:nvSpPr>
          <p:spPr>
            <a:xfrm>
              <a:off x="6637159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5" name="object 3235"/>
            <p:cNvSpPr/>
            <p:nvPr/>
          </p:nvSpPr>
          <p:spPr>
            <a:xfrm>
              <a:off x="6634111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6" name="object 3236"/>
            <p:cNvSpPr/>
            <p:nvPr/>
          </p:nvSpPr>
          <p:spPr>
            <a:xfrm>
              <a:off x="6631825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7" name="object 3237"/>
            <p:cNvSpPr/>
            <p:nvPr/>
          </p:nvSpPr>
          <p:spPr>
            <a:xfrm>
              <a:off x="6630301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8" name="object 3238"/>
            <p:cNvSpPr/>
            <p:nvPr/>
          </p:nvSpPr>
          <p:spPr>
            <a:xfrm>
              <a:off x="6628777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9" name="object 3239"/>
            <p:cNvSpPr/>
            <p:nvPr/>
          </p:nvSpPr>
          <p:spPr>
            <a:xfrm>
              <a:off x="6625729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0" name="object 3240"/>
            <p:cNvSpPr/>
            <p:nvPr/>
          </p:nvSpPr>
          <p:spPr>
            <a:xfrm>
              <a:off x="6622681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1" name="object 3241"/>
            <p:cNvSpPr/>
            <p:nvPr/>
          </p:nvSpPr>
          <p:spPr>
            <a:xfrm>
              <a:off x="6620395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2" name="object 3242"/>
            <p:cNvSpPr/>
            <p:nvPr/>
          </p:nvSpPr>
          <p:spPr>
            <a:xfrm>
              <a:off x="6618871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3" name="object 3243"/>
            <p:cNvSpPr/>
            <p:nvPr/>
          </p:nvSpPr>
          <p:spPr>
            <a:xfrm>
              <a:off x="6616585" y="196355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4" name="object 3244"/>
            <p:cNvSpPr/>
            <p:nvPr/>
          </p:nvSpPr>
          <p:spPr>
            <a:xfrm>
              <a:off x="6614299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5" name="object 3245"/>
            <p:cNvSpPr/>
            <p:nvPr/>
          </p:nvSpPr>
          <p:spPr>
            <a:xfrm>
              <a:off x="6612775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6" name="object 3246"/>
            <p:cNvSpPr/>
            <p:nvPr/>
          </p:nvSpPr>
          <p:spPr>
            <a:xfrm>
              <a:off x="6611251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7" name="object 3247"/>
            <p:cNvSpPr/>
            <p:nvPr/>
          </p:nvSpPr>
          <p:spPr>
            <a:xfrm>
              <a:off x="6608203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8" name="object 3248"/>
            <p:cNvSpPr/>
            <p:nvPr/>
          </p:nvSpPr>
          <p:spPr>
            <a:xfrm>
              <a:off x="6605155" y="196355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>
                  <a:moveTo>
                    <a:pt x="1524" y="0"/>
                  </a:moveTo>
                  <a:lnTo>
                    <a:pt x="2285" y="0"/>
                  </a:lnTo>
                </a:path>
                <a:path w="2540">
                  <a:moveTo>
                    <a:pt x="0" y="0"/>
                  </a:moveTo>
                  <a:lnTo>
                    <a:pt x="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9" name="object 3249"/>
            <p:cNvSpPr/>
            <p:nvPr/>
          </p:nvSpPr>
          <p:spPr>
            <a:xfrm>
              <a:off x="6602869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0" name="object 3250"/>
            <p:cNvSpPr/>
            <p:nvPr/>
          </p:nvSpPr>
          <p:spPr>
            <a:xfrm>
              <a:off x="6601345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1" name="object 3251"/>
            <p:cNvSpPr/>
            <p:nvPr/>
          </p:nvSpPr>
          <p:spPr>
            <a:xfrm>
              <a:off x="6599821" y="19635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2" name="object 3252"/>
            <p:cNvSpPr/>
            <p:nvPr/>
          </p:nvSpPr>
          <p:spPr>
            <a:xfrm>
              <a:off x="6596773" y="196355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5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3" name="object 3253"/>
            <p:cNvSpPr/>
            <p:nvPr/>
          </p:nvSpPr>
          <p:spPr>
            <a:xfrm>
              <a:off x="6591439" y="196355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3809" y="0"/>
                  </a:moveTo>
                  <a:lnTo>
                    <a:pt x="4571" y="0"/>
                  </a:lnTo>
                </a:path>
                <a:path w="5079">
                  <a:moveTo>
                    <a:pt x="2285" y="0"/>
                  </a:moveTo>
                  <a:lnTo>
                    <a:pt x="3047" y="0"/>
                  </a:lnTo>
                </a:path>
                <a:path w="5079">
                  <a:moveTo>
                    <a:pt x="0" y="0"/>
                  </a:moveTo>
                  <a:lnTo>
                    <a:pt x="152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4" name="object 3254"/>
            <p:cNvSpPr/>
            <p:nvPr/>
          </p:nvSpPr>
          <p:spPr>
            <a:xfrm>
              <a:off x="6591439" y="196202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5" name="object 3255"/>
            <p:cNvSpPr/>
            <p:nvPr/>
          </p:nvSpPr>
          <p:spPr>
            <a:xfrm>
              <a:off x="6591439" y="196050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6" name="object 3256"/>
            <p:cNvSpPr/>
            <p:nvPr/>
          </p:nvSpPr>
          <p:spPr>
            <a:xfrm>
              <a:off x="6591439" y="195745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380" y="762"/>
                  </a:moveTo>
                  <a:lnTo>
                    <a:pt x="380" y="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7" name="object 3257"/>
            <p:cNvSpPr/>
            <p:nvPr/>
          </p:nvSpPr>
          <p:spPr>
            <a:xfrm>
              <a:off x="6591439" y="195593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8" name="object 3258"/>
            <p:cNvSpPr/>
            <p:nvPr/>
          </p:nvSpPr>
          <p:spPr>
            <a:xfrm>
              <a:off x="6591439" y="195440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9" name="object 3259"/>
            <p:cNvSpPr/>
            <p:nvPr/>
          </p:nvSpPr>
          <p:spPr>
            <a:xfrm>
              <a:off x="6591439" y="195135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0" name="object 3260"/>
            <p:cNvSpPr/>
            <p:nvPr/>
          </p:nvSpPr>
          <p:spPr>
            <a:xfrm>
              <a:off x="6591439" y="194983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1" name="object 3261"/>
            <p:cNvSpPr/>
            <p:nvPr/>
          </p:nvSpPr>
          <p:spPr>
            <a:xfrm>
              <a:off x="6591439" y="194831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2" name="object 3262"/>
            <p:cNvSpPr/>
            <p:nvPr/>
          </p:nvSpPr>
          <p:spPr>
            <a:xfrm>
              <a:off x="6591439" y="194602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3" name="object 3263"/>
            <p:cNvSpPr/>
            <p:nvPr/>
          </p:nvSpPr>
          <p:spPr>
            <a:xfrm>
              <a:off x="6591439" y="194450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4" name="object 3264"/>
            <p:cNvSpPr/>
            <p:nvPr/>
          </p:nvSpPr>
          <p:spPr>
            <a:xfrm>
              <a:off x="6591439" y="194297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5" name="object 3265"/>
            <p:cNvSpPr/>
            <p:nvPr/>
          </p:nvSpPr>
          <p:spPr>
            <a:xfrm>
              <a:off x="6591439" y="193992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6" name="object 3266"/>
            <p:cNvSpPr/>
            <p:nvPr/>
          </p:nvSpPr>
          <p:spPr>
            <a:xfrm>
              <a:off x="6591439" y="193840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7" name="object 3267"/>
            <p:cNvSpPr/>
            <p:nvPr/>
          </p:nvSpPr>
          <p:spPr>
            <a:xfrm>
              <a:off x="6591439" y="193688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8" name="object 3268"/>
            <p:cNvSpPr/>
            <p:nvPr/>
          </p:nvSpPr>
          <p:spPr>
            <a:xfrm>
              <a:off x="6591439" y="193459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9" name="object 3269"/>
            <p:cNvSpPr/>
            <p:nvPr/>
          </p:nvSpPr>
          <p:spPr>
            <a:xfrm>
              <a:off x="6591439" y="193307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0" name="object 3270"/>
            <p:cNvSpPr/>
            <p:nvPr/>
          </p:nvSpPr>
          <p:spPr>
            <a:xfrm>
              <a:off x="6591439" y="193078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1" name="object 3271"/>
            <p:cNvSpPr/>
            <p:nvPr/>
          </p:nvSpPr>
          <p:spPr>
            <a:xfrm>
              <a:off x="6591439" y="192849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2" name="object 3272"/>
            <p:cNvSpPr/>
            <p:nvPr/>
          </p:nvSpPr>
          <p:spPr>
            <a:xfrm>
              <a:off x="6591439" y="192697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3" name="object 3273"/>
            <p:cNvSpPr/>
            <p:nvPr/>
          </p:nvSpPr>
          <p:spPr>
            <a:xfrm>
              <a:off x="6591439" y="19254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4" name="object 3274"/>
            <p:cNvSpPr/>
            <p:nvPr/>
          </p:nvSpPr>
          <p:spPr>
            <a:xfrm>
              <a:off x="6591439" y="192240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5" name="object 3275"/>
            <p:cNvSpPr/>
            <p:nvPr/>
          </p:nvSpPr>
          <p:spPr>
            <a:xfrm>
              <a:off x="6591439" y="19208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6" name="object 3276"/>
            <p:cNvSpPr/>
            <p:nvPr/>
          </p:nvSpPr>
          <p:spPr>
            <a:xfrm>
              <a:off x="6591439" y="191935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7" name="object 3277"/>
            <p:cNvSpPr/>
            <p:nvPr/>
          </p:nvSpPr>
          <p:spPr>
            <a:xfrm>
              <a:off x="6591439" y="191706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8" name="object 3278"/>
            <p:cNvSpPr/>
            <p:nvPr/>
          </p:nvSpPr>
          <p:spPr>
            <a:xfrm>
              <a:off x="6591439" y="191554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9" name="object 3279"/>
            <p:cNvSpPr/>
            <p:nvPr/>
          </p:nvSpPr>
          <p:spPr>
            <a:xfrm>
              <a:off x="6591439" y="191402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0" name="object 3280"/>
            <p:cNvSpPr/>
            <p:nvPr/>
          </p:nvSpPr>
          <p:spPr>
            <a:xfrm>
              <a:off x="6591439" y="191097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1" name="object 3281"/>
            <p:cNvSpPr/>
            <p:nvPr/>
          </p:nvSpPr>
          <p:spPr>
            <a:xfrm>
              <a:off x="6591439" y="190944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2" name="object 3282"/>
            <p:cNvSpPr/>
            <p:nvPr/>
          </p:nvSpPr>
          <p:spPr>
            <a:xfrm>
              <a:off x="6591439" y="190792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3" name="object 3283"/>
            <p:cNvSpPr/>
            <p:nvPr/>
          </p:nvSpPr>
          <p:spPr>
            <a:xfrm>
              <a:off x="6591439" y="190563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4" name="object 3284"/>
            <p:cNvSpPr/>
            <p:nvPr/>
          </p:nvSpPr>
          <p:spPr>
            <a:xfrm>
              <a:off x="6591439" y="190411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5" name="object 3285"/>
            <p:cNvSpPr/>
            <p:nvPr/>
          </p:nvSpPr>
          <p:spPr>
            <a:xfrm>
              <a:off x="6591439" y="190259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6" name="object 3286"/>
            <p:cNvSpPr/>
            <p:nvPr/>
          </p:nvSpPr>
          <p:spPr>
            <a:xfrm>
              <a:off x="6591439" y="189954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7" name="object 3287"/>
            <p:cNvSpPr/>
            <p:nvPr/>
          </p:nvSpPr>
          <p:spPr>
            <a:xfrm>
              <a:off x="6591439" y="189801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8" name="object 3288"/>
            <p:cNvSpPr/>
            <p:nvPr/>
          </p:nvSpPr>
          <p:spPr>
            <a:xfrm>
              <a:off x="6591439" y="189649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9" name="object 3289"/>
            <p:cNvSpPr/>
            <p:nvPr/>
          </p:nvSpPr>
          <p:spPr>
            <a:xfrm>
              <a:off x="6591439" y="189420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0" name="object 3290"/>
            <p:cNvSpPr/>
            <p:nvPr/>
          </p:nvSpPr>
          <p:spPr>
            <a:xfrm>
              <a:off x="6591439" y="189268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1" name="object 3291"/>
            <p:cNvSpPr/>
            <p:nvPr/>
          </p:nvSpPr>
          <p:spPr>
            <a:xfrm>
              <a:off x="6591439" y="189116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2" name="object 3292"/>
            <p:cNvSpPr/>
            <p:nvPr/>
          </p:nvSpPr>
          <p:spPr>
            <a:xfrm>
              <a:off x="6591439" y="188811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3" name="object 3293"/>
            <p:cNvSpPr/>
            <p:nvPr/>
          </p:nvSpPr>
          <p:spPr>
            <a:xfrm>
              <a:off x="6591439" y="18865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4" name="object 3294"/>
            <p:cNvSpPr/>
            <p:nvPr/>
          </p:nvSpPr>
          <p:spPr>
            <a:xfrm>
              <a:off x="6591439" y="188506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5" name="object 3295"/>
            <p:cNvSpPr/>
            <p:nvPr/>
          </p:nvSpPr>
          <p:spPr>
            <a:xfrm>
              <a:off x="6591439" y="188201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6" name="object 3296"/>
            <p:cNvSpPr/>
            <p:nvPr/>
          </p:nvSpPr>
          <p:spPr>
            <a:xfrm>
              <a:off x="6591439" y="188049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7" name="object 3297"/>
            <p:cNvSpPr/>
            <p:nvPr/>
          </p:nvSpPr>
          <p:spPr>
            <a:xfrm>
              <a:off x="6591439" y="187896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8" name="object 3298"/>
            <p:cNvSpPr/>
            <p:nvPr/>
          </p:nvSpPr>
          <p:spPr>
            <a:xfrm>
              <a:off x="6591439" y="187668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9" name="object 3299"/>
            <p:cNvSpPr/>
            <p:nvPr/>
          </p:nvSpPr>
          <p:spPr>
            <a:xfrm>
              <a:off x="6591439" y="187515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0" name="object 3300"/>
            <p:cNvSpPr/>
            <p:nvPr/>
          </p:nvSpPr>
          <p:spPr>
            <a:xfrm>
              <a:off x="6591439" y="187363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1" name="object 3301"/>
            <p:cNvSpPr/>
            <p:nvPr/>
          </p:nvSpPr>
          <p:spPr>
            <a:xfrm>
              <a:off x="6591439" y="187058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2" name="object 3302"/>
            <p:cNvSpPr/>
            <p:nvPr/>
          </p:nvSpPr>
          <p:spPr>
            <a:xfrm>
              <a:off x="6591439" y="186906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3" name="object 3303"/>
            <p:cNvSpPr/>
            <p:nvPr/>
          </p:nvSpPr>
          <p:spPr>
            <a:xfrm>
              <a:off x="6591439" y="186753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4" name="object 3304"/>
            <p:cNvSpPr/>
            <p:nvPr/>
          </p:nvSpPr>
          <p:spPr>
            <a:xfrm>
              <a:off x="6591439" y="186525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5" name="object 3305"/>
            <p:cNvSpPr/>
            <p:nvPr/>
          </p:nvSpPr>
          <p:spPr>
            <a:xfrm>
              <a:off x="6591439" y="186372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6" name="object 3306"/>
            <p:cNvSpPr/>
            <p:nvPr/>
          </p:nvSpPr>
          <p:spPr>
            <a:xfrm>
              <a:off x="6591439" y="186220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7" name="object 3307"/>
            <p:cNvSpPr/>
            <p:nvPr/>
          </p:nvSpPr>
          <p:spPr>
            <a:xfrm>
              <a:off x="6591439" y="185915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8" name="object 3308"/>
            <p:cNvSpPr/>
            <p:nvPr/>
          </p:nvSpPr>
          <p:spPr>
            <a:xfrm>
              <a:off x="6591439" y="185763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9" name="object 3309"/>
            <p:cNvSpPr/>
            <p:nvPr/>
          </p:nvSpPr>
          <p:spPr>
            <a:xfrm>
              <a:off x="6591439" y="18561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0" name="object 3310"/>
            <p:cNvSpPr/>
            <p:nvPr/>
          </p:nvSpPr>
          <p:spPr>
            <a:xfrm>
              <a:off x="6591439" y="185382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1" name="object 3311"/>
            <p:cNvSpPr/>
            <p:nvPr/>
          </p:nvSpPr>
          <p:spPr>
            <a:xfrm>
              <a:off x="6591439" y="185229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2" name="object 3312"/>
            <p:cNvSpPr/>
            <p:nvPr/>
          </p:nvSpPr>
          <p:spPr>
            <a:xfrm>
              <a:off x="6591439" y="185077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3" name="object 3313"/>
            <p:cNvSpPr/>
            <p:nvPr/>
          </p:nvSpPr>
          <p:spPr>
            <a:xfrm>
              <a:off x="6591439" y="184772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4" name="object 3314"/>
            <p:cNvSpPr/>
            <p:nvPr/>
          </p:nvSpPr>
          <p:spPr>
            <a:xfrm>
              <a:off x="6591439" y="184620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5" name="object 3315"/>
            <p:cNvSpPr/>
            <p:nvPr/>
          </p:nvSpPr>
          <p:spPr>
            <a:xfrm>
              <a:off x="6591439" y="18446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6" name="object 3316"/>
            <p:cNvSpPr/>
            <p:nvPr/>
          </p:nvSpPr>
          <p:spPr>
            <a:xfrm>
              <a:off x="6591439" y="184239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7" name="object 3317"/>
            <p:cNvSpPr/>
            <p:nvPr/>
          </p:nvSpPr>
          <p:spPr>
            <a:xfrm>
              <a:off x="6591439" y="184086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8" name="object 3318"/>
            <p:cNvSpPr/>
            <p:nvPr/>
          </p:nvSpPr>
          <p:spPr>
            <a:xfrm>
              <a:off x="6591439" y="183934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9" name="object 3319"/>
            <p:cNvSpPr/>
            <p:nvPr/>
          </p:nvSpPr>
          <p:spPr>
            <a:xfrm>
              <a:off x="6591439" y="183629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0" name="object 3320"/>
            <p:cNvSpPr/>
            <p:nvPr/>
          </p:nvSpPr>
          <p:spPr>
            <a:xfrm>
              <a:off x="6591439" y="183477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1" name="object 3321"/>
            <p:cNvSpPr/>
            <p:nvPr/>
          </p:nvSpPr>
          <p:spPr>
            <a:xfrm>
              <a:off x="6591439" y="183324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2" name="object 3322"/>
            <p:cNvSpPr/>
            <p:nvPr/>
          </p:nvSpPr>
          <p:spPr>
            <a:xfrm>
              <a:off x="6591439" y="183020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3" name="object 3323"/>
            <p:cNvSpPr/>
            <p:nvPr/>
          </p:nvSpPr>
          <p:spPr>
            <a:xfrm>
              <a:off x="6591439" y="18286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4" name="object 3324"/>
            <p:cNvSpPr/>
            <p:nvPr/>
          </p:nvSpPr>
          <p:spPr>
            <a:xfrm>
              <a:off x="6591439" y="18271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5" name="object 3325"/>
            <p:cNvSpPr/>
            <p:nvPr/>
          </p:nvSpPr>
          <p:spPr>
            <a:xfrm>
              <a:off x="6591439" y="182486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6" name="object 3326"/>
            <p:cNvSpPr/>
            <p:nvPr/>
          </p:nvSpPr>
          <p:spPr>
            <a:xfrm>
              <a:off x="6591439" y="182334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7" name="object 3327"/>
            <p:cNvSpPr/>
            <p:nvPr/>
          </p:nvSpPr>
          <p:spPr>
            <a:xfrm>
              <a:off x="6591439" y="182181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8" name="object 3328"/>
            <p:cNvSpPr/>
            <p:nvPr/>
          </p:nvSpPr>
          <p:spPr>
            <a:xfrm>
              <a:off x="6591439" y="181877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9" name="object 3329"/>
            <p:cNvSpPr/>
            <p:nvPr/>
          </p:nvSpPr>
          <p:spPr>
            <a:xfrm>
              <a:off x="6591439" y="181724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0" name="object 3330"/>
            <p:cNvSpPr/>
            <p:nvPr/>
          </p:nvSpPr>
          <p:spPr>
            <a:xfrm>
              <a:off x="6591439" y="181572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1" name="object 3331"/>
            <p:cNvSpPr/>
            <p:nvPr/>
          </p:nvSpPr>
          <p:spPr>
            <a:xfrm>
              <a:off x="6591439" y="181343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2" name="object 3332"/>
            <p:cNvSpPr/>
            <p:nvPr/>
          </p:nvSpPr>
          <p:spPr>
            <a:xfrm>
              <a:off x="6591439" y="181191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3" name="object 3333"/>
            <p:cNvSpPr/>
            <p:nvPr/>
          </p:nvSpPr>
          <p:spPr>
            <a:xfrm>
              <a:off x="6591439" y="181038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4" name="object 3334"/>
            <p:cNvSpPr/>
            <p:nvPr/>
          </p:nvSpPr>
          <p:spPr>
            <a:xfrm>
              <a:off x="6591439" y="180734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5" name="object 3335"/>
            <p:cNvSpPr/>
            <p:nvPr/>
          </p:nvSpPr>
          <p:spPr>
            <a:xfrm>
              <a:off x="6591439" y="18058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6" name="object 3336"/>
            <p:cNvSpPr/>
            <p:nvPr/>
          </p:nvSpPr>
          <p:spPr>
            <a:xfrm>
              <a:off x="6591439" y="180429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7" name="object 3337"/>
            <p:cNvSpPr/>
            <p:nvPr/>
          </p:nvSpPr>
          <p:spPr>
            <a:xfrm>
              <a:off x="6591439" y="180200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8" name="object 3338"/>
            <p:cNvSpPr/>
            <p:nvPr/>
          </p:nvSpPr>
          <p:spPr>
            <a:xfrm>
              <a:off x="6591439" y="180048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9" name="object 3339"/>
            <p:cNvSpPr/>
            <p:nvPr/>
          </p:nvSpPr>
          <p:spPr>
            <a:xfrm>
              <a:off x="6591439" y="179895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0" name="object 3340"/>
            <p:cNvSpPr/>
            <p:nvPr/>
          </p:nvSpPr>
          <p:spPr>
            <a:xfrm>
              <a:off x="6591452" y="179591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1" name="object 3341"/>
            <p:cNvSpPr/>
            <p:nvPr/>
          </p:nvSpPr>
          <p:spPr>
            <a:xfrm>
              <a:off x="6591452" y="17943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2" name="object 3342"/>
            <p:cNvSpPr/>
            <p:nvPr/>
          </p:nvSpPr>
          <p:spPr>
            <a:xfrm>
              <a:off x="6591452" y="179286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3" name="object 3343"/>
            <p:cNvSpPr/>
            <p:nvPr/>
          </p:nvSpPr>
          <p:spPr>
            <a:xfrm>
              <a:off x="6591452" y="179057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4" name="object 3344"/>
            <p:cNvSpPr/>
            <p:nvPr/>
          </p:nvSpPr>
          <p:spPr>
            <a:xfrm>
              <a:off x="6591452" y="178829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5" name="object 3345"/>
            <p:cNvSpPr/>
            <p:nvPr/>
          </p:nvSpPr>
          <p:spPr>
            <a:xfrm>
              <a:off x="6591452" y="178676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6" name="object 3346"/>
            <p:cNvSpPr/>
            <p:nvPr/>
          </p:nvSpPr>
          <p:spPr>
            <a:xfrm>
              <a:off x="6591452" y="178448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7" name="object 3347"/>
            <p:cNvSpPr/>
            <p:nvPr/>
          </p:nvSpPr>
          <p:spPr>
            <a:xfrm>
              <a:off x="6591452" y="17829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8" name="object 3348"/>
            <p:cNvSpPr/>
            <p:nvPr/>
          </p:nvSpPr>
          <p:spPr>
            <a:xfrm>
              <a:off x="6591452" y="178143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9" name="object 3349"/>
            <p:cNvSpPr/>
            <p:nvPr/>
          </p:nvSpPr>
          <p:spPr>
            <a:xfrm>
              <a:off x="6591452" y="177838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0" name="object 3350"/>
            <p:cNvSpPr/>
            <p:nvPr/>
          </p:nvSpPr>
          <p:spPr>
            <a:xfrm>
              <a:off x="6591452" y="177686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1" name="object 3351"/>
            <p:cNvSpPr/>
            <p:nvPr/>
          </p:nvSpPr>
          <p:spPr>
            <a:xfrm>
              <a:off x="6591452" y="17753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2" name="object 3352"/>
            <p:cNvSpPr/>
            <p:nvPr/>
          </p:nvSpPr>
          <p:spPr>
            <a:xfrm>
              <a:off x="6591452" y="177305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3" name="object 3353"/>
            <p:cNvSpPr/>
            <p:nvPr/>
          </p:nvSpPr>
          <p:spPr>
            <a:xfrm>
              <a:off x="6591452" y="177152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4" name="object 3354"/>
            <p:cNvSpPr/>
            <p:nvPr/>
          </p:nvSpPr>
          <p:spPr>
            <a:xfrm>
              <a:off x="6591452" y="177000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5" name="object 3355"/>
            <p:cNvSpPr/>
            <p:nvPr/>
          </p:nvSpPr>
          <p:spPr>
            <a:xfrm>
              <a:off x="6591452" y="176695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6" name="object 3356"/>
            <p:cNvSpPr/>
            <p:nvPr/>
          </p:nvSpPr>
          <p:spPr>
            <a:xfrm>
              <a:off x="6591452" y="176543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7" name="object 3357"/>
            <p:cNvSpPr/>
            <p:nvPr/>
          </p:nvSpPr>
          <p:spPr>
            <a:xfrm>
              <a:off x="6591452" y="176390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8" name="object 3358"/>
            <p:cNvSpPr/>
            <p:nvPr/>
          </p:nvSpPr>
          <p:spPr>
            <a:xfrm>
              <a:off x="6591452" y="176162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9" name="object 3359"/>
            <p:cNvSpPr/>
            <p:nvPr/>
          </p:nvSpPr>
          <p:spPr>
            <a:xfrm>
              <a:off x="6591452" y="17600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0" name="object 3360"/>
            <p:cNvSpPr/>
            <p:nvPr/>
          </p:nvSpPr>
          <p:spPr>
            <a:xfrm>
              <a:off x="6591452" y="175857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1" name="object 3361"/>
            <p:cNvSpPr/>
            <p:nvPr/>
          </p:nvSpPr>
          <p:spPr>
            <a:xfrm>
              <a:off x="6591452" y="175552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2" name="object 3362"/>
            <p:cNvSpPr/>
            <p:nvPr/>
          </p:nvSpPr>
          <p:spPr>
            <a:xfrm>
              <a:off x="6591452" y="175400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3" name="object 3363"/>
            <p:cNvSpPr/>
            <p:nvPr/>
          </p:nvSpPr>
          <p:spPr>
            <a:xfrm>
              <a:off x="6591452" y="17524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4" name="object 3364"/>
            <p:cNvSpPr/>
            <p:nvPr/>
          </p:nvSpPr>
          <p:spPr>
            <a:xfrm>
              <a:off x="6591452" y="175019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5" name="object 3365"/>
            <p:cNvSpPr/>
            <p:nvPr/>
          </p:nvSpPr>
          <p:spPr>
            <a:xfrm>
              <a:off x="6591452" y="174866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6" name="object 3366"/>
            <p:cNvSpPr/>
            <p:nvPr/>
          </p:nvSpPr>
          <p:spPr>
            <a:xfrm>
              <a:off x="6591452" y="174714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7" name="object 3367"/>
            <p:cNvSpPr/>
            <p:nvPr/>
          </p:nvSpPr>
          <p:spPr>
            <a:xfrm>
              <a:off x="6591452" y="174485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7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8" name="object 3368"/>
            <p:cNvSpPr/>
            <p:nvPr/>
          </p:nvSpPr>
          <p:spPr>
            <a:xfrm>
              <a:off x="6826123" y="1898792"/>
              <a:ext cx="3810" cy="92710"/>
            </a:xfrm>
            <a:custGeom>
              <a:avLst/>
              <a:gdLst/>
              <a:ahLst/>
              <a:cxnLst/>
              <a:rect l="l" t="t" r="r" b="b"/>
              <a:pathLst>
                <a:path w="3809" h="92710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2" y="90678"/>
                  </a:lnTo>
                  <a:lnTo>
                    <a:pt x="12" y="92202"/>
                  </a:lnTo>
                  <a:lnTo>
                    <a:pt x="3810" y="92202"/>
                  </a:lnTo>
                  <a:lnTo>
                    <a:pt x="3810" y="90678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9" name="object 3369"/>
            <p:cNvSpPr/>
            <p:nvPr/>
          </p:nvSpPr>
          <p:spPr>
            <a:xfrm>
              <a:off x="6826135" y="1900304"/>
              <a:ext cx="3810" cy="89535"/>
            </a:xfrm>
            <a:custGeom>
              <a:avLst/>
              <a:gdLst/>
              <a:ahLst/>
              <a:cxnLst/>
              <a:rect l="l" t="t" r="r" b="b"/>
              <a:pathLst>
                <a:path w="3809" h="89535">
                  <a:moveTo>
                    <a:pt x="3809" y="0"/>
                  </a:moveTo>
                  <a:lnTo>
                    <a:pt x="3809" y="89153"/>
                  </a:lnTo>
                  <a:lnTo>
                    <a:pt x="0" y="89153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0" name="object 3370"/>
            <p:cNvSpPr/>
            <p:nvPr/>
          </p:nvSpPr>
          <p:spPr>
            <a:xfrm>
              <a:off x="6792607" y="1988110"/>
              <a:ext cx="73660" cy="72390"/>
            </a:xfrm>
            <a:custGeom>
              <a:avLst/>
              <a:gdLst/>
              <a:ahLst/>
              <a:cxnLst/>
              <a:rect l="l" t="t" r="r" b="b"/>
              <a:pathLst>
                <a:path w="73659" h="72389">
                  <a:moveTo>
                    <a:pt x="73151" y="35637"/>
                  </a:moveTo>
                  <a:lnTo>
                    <a:pt x="71627" y="25731"/>
                  </a:lnTo>
                  <a:lnTo>
                    <a:pt x="57051" y="6041"/>
                  </a:lnTo>
                  <a:lnTo>
                    <a:pt x="35442" y="0"/>
                  </a:lnTo>
                  <a:lnTo>
                    <a:pt x="14210" y="7395"/>
                  </a:lnTo>
                  <a:lnTo>
                    <a:pt x="761" y="28017"/>
                  </a:lnTo>
                  <a:lnTo>
                    <a:pt x="0" y="33351"/>
                  </a:lnTo>
                  <a:lnTo>
                    <a:pt x="0" y="38685"/>
                  </a:lnTo>
                  <a:lnTo>
                    <a:pt x="10990" y="62317"/>
                  </a:lnTo>
                  <a:lnTo>
                    <a:pt x="32246" y="72237"/>
                  </a:lnTo>
                  <a:lnTo>
                    <a:pt x="55287" y="67476"/>
                  </a:lnTo>
                  <a:lnTo>
                    <a:pt x="71627" y="47067"/>
                  </a:lnTo>
                  <a:lnTo>
                    <a:pt x="73151" y="3563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1" name="object 3371"/>
            <p:cNvSpPr/>
            <p:nvPr/>
          </p:nvSpPr>
          <p:spPr>
            <a:xfrm>
              <a:off x="6792607" y="1988110"/>
              <a:ext cx="73660" cy="72390"/>
            </a:xfrm>
            <a:custGeom>
              <a:avLst/>
              <a:gdLst/>
              <a:ahLst/>
              <a:cxnLst/>
              <a:rect l="l" t="t" r="r" b="b"/>
              <a:pathLst>
                <a:path w="73659" h="72389">
                  <a:moveTo>
                    <a:pt x="73151" y="35637"/>
                  </a:moveTo>
                  <a:lnTo>
                    <a:pt x="72389" y="31065"/>
                  </a:lnTo>
                  <a:lnTo>
                    <a:pt x="71627" y="25731"/>
                  </a:lnTo>
                  <a:lnTo>
                    <a:pt x="57051" y="6041"/>
                  </a:lnTo>
                  <a:lnTo>
                    <a:pt x="35442" y="0"/>
                  </a:lnTo>
                  <a:lnTo>
                    <a:pt x="14210" y="7395"/>
                  </a:lnTo>
                  <a:lnTo>
                    <a:pt x="761" y="28017"/>
                  </a:lnTo>
                  <a:lnTo>
                    <a:pt x="0" y="33351"/>
                  </a:lnTo>
                  <a:lnTo>
                    <a:pt x="0" y="38685"/>
                  </a:lnTo>
                  <a:lnTo>
                    <a:pt x="10990" y="62317"/>
                  </a:lnTo>
                  <a:lnTo>
                    <a:pt x="32246" y="72237"/>
                  </a:lnTo>
                  <a:lnTo>
                    <a:pt x="55287" y="67476"/>
                  </a:lnTo>
                  <a:lnTo>
                    <a:pt x="71627" y="47067"/>
                  </a:lnTo>
                  <a:lnTo>
                    <a:pt x="72389" y="41733"/>
                  </a:lnTo>
                  <a:lnTo>
                    <a:pt x="73151" y="3563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2" name="object 3372"/>
            <p:cNvSpPr/>
            <p:nvPr/>
          </p:nvSpPr>
          <p:spPr>
            <a:xfrm>
              <a:off x="6821551" y="1917842"/>
              <a:ext cx="191135" cy="121920"/>
            </a:xfrm>
            <a:custGeom>
              <a:avLst/>
              <a:gdLst/>
              <a:ahLst/>
              <a:cxnLst/>
              <a:rect l="l" t="t" r="r" b="b"/>
              <a:pathLst>
                <a:path w="191134" h="121919">
                  <a:moveTo>
                    <a:pt x="11430" y="89916"/>
                  </a:moveTo>
                  <a:lnTo>
                    <a:pt x="9144" y="89916"/>
                  </a:lnTo>
                  <a:lnTo>
                    <a:pt x="8382" y="90678"/>
                  </a:lnTo>
                  <a:lnTo>
                    <a:pt x="7620" y="92202"/>
                  </a:lnTo>
                  <a:lnTo>
                    <a:pt x="6096" y="93726"/>
                  </a:lnTo>
                  <a:lnTo>
                    <a:pt x="3810" y="95250"/>
                  </a:lnTo>
                  <a:lnTo>
                    <a:pt x="2286" y="96774"/>
                  </a:lnTo>
                  <a:lnTo>
                    <a:pt x="0" y="97536"/>
                  </a:lnTo>
                  <a:lnTo>
                    <a:pt x="0" y="101346"/>
                  </a:lnTo>
                  <a:lnTo>
                    <a:pt x="3048" y="99822"/>
                  </a:lnTo>
                  <a:lnTo>
                    <a:pt x="3810" y="99060"/>
                  </a:lnTo>
                  <a:lnTo>
                    <a:pt x="6858" y="97536"/>
                  </a:lnTo>
                  <a:lnTo>
                    <a:pt x="7620" y="96774"/>
                  </a:lnTo>
                  <a:lnTo>
                    <a:pt x="7620" y="121920"/>
                  </a:lnTo>
                  <a:lnTo>
                    <a:pt x="11430" y="121920"/>
                  </a:lnTo>
                  <a:lnTo>
                    <a:pt x="11430" y="89916"/>
                  </a:lnTo>
                  <a:close/>
                </a:path>
                <a:path w="191134" h="121919">
                  <a:moveTo>
                    <a:pt x="190512" y="0"/>
                  </a:moveTo>
                  <a:lnTo>
                    <a:pt x="186702" y="0"/>
                  </a:lnTo>
                  <a:lnTo>
                    <a:pt x="186702" y="94488"/>
                  </a:lnTo>
                  <a:lnTo>
                    <a:pt x="186715" y="96774"/>
                  </a:lnTo>
                  <a:lnTo>
                    <a:pt x="190512" y="96774"/>
                  </a:lnTo>
                  <a:lnTo>
                    <a:pt x="190512" y="94488"/>
                  </a:lnTo>
                  <a:lnTo>
                    <a:pt x="1905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3" name="object 3373"/>
            <p:cNvSpPr/>
            <p:nvPr/>
          </p:nvSpPr>
          <p:spPr>
            <a:xfrm>
              <a:off x="7010171" y="1917830"/>
              <a:ext cx="0" cy="95250"/>
            </a:xfrm>
            <a:custGeom>
              <a:avLst/>
              <a:gdLst/>
              <a:ahLst/>
              <a:cxnLst/>
              <a:rect l="l" t="t" r="r" b="b"/>
              <a:pathLst>
                <a:path h="95250">
                  <a:moveTo>
                    <a:pt x="0" y="0"/>
                  </a:moveTo>
                  <a:lnTo>
                    <a:pt x="0" y="94869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4" name="object 3374"/>
            <p:cNvSpPr/>
            <p:nvPr/>
          </p:nvSpPr>
          <p:spPr>
            <a:xfrm>
              <a:off x="6972452" y="1988068"/>
              <a:ext cx="72390" cy="73025"/>
            </a:xfrm>
            <a:custGeom>
              <a:avLst/>
              <a:gdLst/>
              <a:ahLst/>
              <a:cxnLst/>
              <a:rect l="l" t="t" r="r" b="b"/>
              <a:pathLst>
                <a:path w="72390" h="73025">
                  <a:moveTo>
                    <a:pt x="72390" y="41776"/>
                  </a:moveTo>
                  <a:lnTo>
                    <a:pt x="72390" y="35680"/>
                  </a:lnTo>
                  <a:lnTo>
                    <a:pt x="72390" y="31108"/>
                  </a:lnTo>
                  <a:lnTo>
                    <a:pt x="70866" y="25774"/>
                  </a:lnTo>
                  <a:lnTo>
                    <a:pt x="56451" y="6147"/>
                  </a:lnTo>
                  <a:lnTo>
                    <a:pt x="34842" y="0"/>
                  </a:lnTo>
                  <a:lnTo>
                    <a:pt x="13719" y="7311"/>
                  </a:lnTo>
                  <a:lnTo>
                    <a:pt x="762" y="28060"/>
                  </a:lnTo>
                  <a:lnTo>
                    <a:pt x="0" y="33394"/>
                  </a:lnTo>
                  <a:lnTo>
                    <a:pt x="0" y="38728"/>
                  </a:lnTo>
                  <a:lnTo>
                    <a:pt x="10867" y="62594"/>
                  </a:lnTo>
                  <a:lnTo>
                    <a:pt x="31856" y="72399"/>
                  </a:lnTo>
                  <a:lnTo>
                    <a:pt x="54633" y="67464"/>
                  </a:lnTo>
                  <a:lnTo>
                    <a:pt x="70866" y="47110"/>
                  </a:lnTo>
                  <a:lnTo>
                    <a:pt x="72390" y="4177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5" name="object 3375"/>
            <p:cNvSpPr/>
            <p:nvPr/>
          </p:nvSpPr>
          <p:spPr>
            <a:xfrm>
              <a:off x="6972452" y="1988068"/>
              <a:ext cx="72390" cy="73025"/>
            </a:xfrm>
            <a:custGeom>
              <a:avLst/>
              <a:gdLst/>
              <a:ahLst/>
              <a:cxnLst/>
              <a:rect l="l" t="t" r="r" b="b"/>
              <a:pathLst>
                <a:path w="72390" h="73025">
                  <a:moveTo>
                    <a:pt x="72390" y="35680"/>
                  </a:moveTo>
                  <a:lnTo>
                    <a:pt x="72390" y="31108"/>
                  </a:lnTo>
                  <a:lnTo>
                    <a:pt x="70866" y="25774"/>
                  </a:lnTo>
                  <a:lnTo>
                    <a:pt x="56451" y="6147"/>
                  </a:lnTo>
                  <a:lnTo>
                    <a:pt x="34842" y="0"/>
                  </a:lnTo>
                  <a:lnTo>
                    <a:pt x="13719" y="7311"/>
                  </a:lnTo>
                  <a:lnTo>
                    <a:pt x="762" y="28060"/>
                  </a:lnTo>
                  <a:lnTo>
                    <a:pt x="0" y="33394"/>
                  </a:lnTo>
                  <a:lnTo>
                    <a:pt x="0" y="38728"/>
                  </a:lnTo>
                  <a:lnTo>
                    <a:pt x="10867" y="62594"/>
                  </a:lnTo>
                  <a:lnTo>
                    <a:pt x="31856" y="72399"/>
                  </a:lnTo>
                  <a:lnTo>
                    <a:pt x="54633" y="67464"/>
                  </a:lnTo>
                  <a:lnTo>
                    <a:pt x="70866" y="47110"/>
                  </a:lnTo>
                  <a:lnTo>
                    <a:pt x="72390" y="41776"/>
                  </a:lnTo>
                  <a:lnTo>
                    <a:pt x="72390" y="3568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6" name="object 3376"/>
            <p:cNvSpPr/>
            <p:nvPr/>
          </p:nvSpPr>
          <p:spPr>
            <a:xfrm>
              <a:off x="6676783" y="1901078"/>
              <a:ext cx="341630" cy="222885"/>
            </a:xfrm>
            <a:custGeom>
              <a:avLst/>
              <a:gdLst/>
              <a:ahLst/>
              <a:cxnLst/>
              <a:rect l="l" t="t" r="r" b="b"/>
              <a:pathLst>
                <a:path w="341629" h="222885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220980"/>
                  </a:lnTo>
                  <a:lnTo>
                    <a:pt x="0" y="222504"/>
                  </a:lnTo>
                  <a:lnTo>
                    <a:pt x="3797" y="222504"/>
                  </a:lnTo>
                  <a:lnTo>
                    <a:pt x="3797" y="220980"/>
                  </a:lnTo>
                  <a:lnTo>
                    <a:pt x="3797" y="1524"/>
                  </a:lnTo>
                  <a:lnTo>
                    <a:pt x="3810" y="0"/>
                  </a:lnTo>
                  <a:close/>
                </a:path>
                <a:path w="341629" h="222885">
                  <a:moveTo>
                    <a:pt x="341363" y="115062"/>
                  </a:moveTo>
                  <a:lnTo>
                    <a:pt x="340601" y="112014"/>
                  </a:lnTo>
                  <a:lnTo>
                    <a:pt x="336029" y="107442"/>
                  </a:lnTo>
                  <a:lnTo>
                    <a:pt x="332219" y="106680"/>
                  </a:lnTo>
                  <a:lnTo>
                    <a:pt x="324599" y="108966"/>
                  </a:lnTo>
                  <a:lnTo>
                    <a:pt x="321551" y="115824"/>
                  </a:lnTo>
                  <a:lnTo>
                    <a:pt x="325361" y="115824"/>
                  </a:lnTo>
                  <a:lnTo>
                    <a:pt x="326123" y="113538"/>
                  </a:lnTo>
                  <a:lnTo>
                    <a:pt x="329171" y="109728"/>
                  </a:lnTo>
                  <a:lnTo>
                    <a:pt x="333743" y="109728"/>
                  </a:lnTo>
                  <a:lnTo>
                    <a:pt x="336791" y="112776"/>
                  </a:lnTo>
                  <a:lnTo>
                    <a:pt x="336791" y="117348"/>
                  </a:lnTo>
                  <a:lnTo>
                    <a:pt x="323837" y="131064"/>
                  </a:lnTo>
                  <a:lnTo>
                    <a:pt x="320789" y="137922"/>
                  </a:lnTo>
                  <a:lnTo>
                    <a:pt x="341363" y="137922"/>
                  </a:lnTo>
                  <a:lnTo>
                    <a:pt x="341363" y="134874"/>
                  </a:lnTo>
                  <a:lnTo>
                    <a:pt x="326123" y="134874"/>
                  </a:lnTo>
                  <a:lnTo>
                    <a:pt x="339839" y="120396"/>
                  </a:lnTo>
                  <a:lnTo>
                    <a:pt x="341363" y="1150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7" name="object 3377"/>
            <p:cNvSpPr/>
            <p:nvPr/>
          </p:nvSpPr>
          <p:spPr>
            <a:xfrm>
              <a:off x="6676784" y="1902590"/>
              <a:ext cx="3810" cy="219710"/>
            </a:xfrm>
            <a:custGeom>
              <a:avLst/>
              <a:gdLst/>
              <a:ahLst/>
              <a:cxnLst/>
              <a:rect l="l" t="t" r="r" b="b"/>
              <a:pathLst>
                <a:path w="3809" h="219710">
                  <a:moveTo>
                    <a:pt x="3809" y="0"/>
                  </a:moveTo>
                  <a:lnTo>
                    <a:pt x="3809" y="219455"/>
                  </a:lnTo>
                  <a:lnTo>
                    <a:pt x="0" y="219455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8" name="object 3378"/>
            <p:cNvSpPr/>
            <p:nvPr/>
          </p:nvSpPr>
          <p:spPr>
            <a:xfrm>
              <a:off x="6628790" y="1810426"/>
              <a:ext cx="98425" cy="98425"/>
            </a:xfrm>
            <a:custGeom>
              <a:avLst/>
              <a:gdLst/>
              <a:ahLst/>
              <a:cxnLst/>
              <a:rect l="l" t="t" r="r" b="b"/>
              <a:pathLst>
                <a:path w="98425" h="98425">
                  <a:moveTo>
                    <a:pt x="98298" y="55587"/>
                  </a:moveTo>
                  <a:lnTo>
                    <a:pt x="98298" y="49491"/>
                  </a:lnTo>
                  <a:lnTo>
                    <a:pt x="98298" y="43395"/>
                  </a:lnTo>
                  <a:lnTo>
                    <a:pt x="96774" y="37299"/>
                  </a:lnTo>
                  <a:lnTo>
                    <a:pt x="76889" y="8366"/>
                  </a:lnTo>
                  <a:lnTo>
                    <a:pt x="46181" y="0"/>
                  </a:lnTo>
                  <a:lnTo>
                    <a:pt x="16576" y="11807"/>
                  </a:lnTo>
                  <a:lnTo>
                    <a:pt x="0" y="43395"/>
                  </a:lnTo>
                  <a:lnTo>
                    <a:pt x="0" y="55587"/>
                  </a:lnTo>
                  <a:lnTo>
                    <a:pt x="17022" y="87006"/>
                  </a:lnTo>
                  <a:lnTo>
                    <a:pt x="46715" y="98274"/>
                  </a:lnTo>
                  <a:lnTo>
                    <a:pt x="77243" y="89722"/>
                  </a:lnTo>
                  <a:lnTo>
                    <a:pt x="96774" y="61683"/>
                  </a:lnTo>
                  <a:lnTo>
                    <a:pt x="98298" y="555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9" name="object 3379"/>
            <p:cNvSpPr/>
            <p:nvPr/>
          </p:nvSpPr>
          <p:spPr>
            <a:xfrm>
              <a:off x="6628790" y="1810426"/>
              <a:ext cx="98425" cy="98425"/>
            </a:xfrm>
            <a:custGeom>
              <a:avLst/>
              <a:gdLst/>
              <a:ahLst/>
              <a:cxnLst/>
              <a:rect l="l" t="t" r="r" b="b"/>
              <a:pathLst>
                <a:path w="98425" h="98425">
                  <a:moveTo>
                    <a:pt x="98298" y="49491"/>
                  </a:moveTo>
                  <a:lnTo>
                    <a:pt x="98298" y="43395"/>
                  </a:lnTo>
                  <a:lnTo>
                    <a:pt x="96774" y="37299"/>
                  </a:lnTo>
                  <a:lnTo>
                    <a:pt x="76889" y="8366"/>
                  </a:lnTo>
                  <a:lnTo>
                    <a:pt x="46181" y="0"/>
                  </a:lnTo>
                  <a:lnTo>
                    <a:pt x="16576" y="11807"/>
                  </a:lnTo>
                  <a:lnTo>
                    <a:pt x="0" y="43395"/>
                  </a:lnTo>
                  <a:lnTo>
                    <a:pt x="0" y="55587"/>
                  </a:lnTo>
                  <a:lnTo>
                    <a:pt x="17022" y="87006"/>
                  </a:lnTo>
                  <a:lnTo>
                    <a:pt x="46715" y="98274"/>
                  </a:lnTo>
                  <a:lnTo>
                    <a:pt x="77243" y="89722"/>
                  </a:lnTo>
                  <a:lnTo>
                    <a:pt x="96774" y="61683"/>
                  </a:lnTo>
                  <a:lnTo>
                    <a:pt x="98298" y="55587"/>
                  </a:lnTo>
                  <a:lnTo>
                    <a:pt x="98298" y="4949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0" name="object 3380"/>
            <p:cNvSpPr/>
            <p:nvPr/>
          </p:nvSpPr>
          <p:spPr>
            <a:xfrm>
              <a:off x="6642493" y="1809956"/>
              <a:ext cx="71120" cy="99695"/>
            </a:xfrm>
            <a:custGeom>
              <a:avLst/>
              <a:gdLst/>
              <a:ahLst/>
              <a:cxnLst/>
              <a:rect l="l" t="t" r="r" b="b"/>
              <a:pathLst>
                <a:path w="71120" h="99694">
                  <a:moveTo>
                    <a:pt x="70853" y="14160"/>
                  </a:moveTo>
                  <a:lnTo>
                    <a:pt x="67043" y="10350"/>
                  </a:lnTo>
                  <a:lnTo>
                    <a:pt x="51816" y="2425"/>
                  </a:lnTo>
                  <a:lnTo>
                    <a:pt x="35331" y="0"/>
                  </a:lnTo>
                  <a:lnTo>
                    <a:pt x="18884" y="2933"/>
                  </a:lnTo>
                  <a:lnTo>
                    <a:pt x="3797" y="11112"/>
                  </a:lnTo>
                  <a:lnTo>
                    <a:pt x="749" y="14160"/>
                  </a:lnTo>
                  <a:lnTo>
                    <a:pt x="35039" y="49212"/>
                  </a:lnTo>
                  <a:lnTo>
                    <a:pt x="35801" y="49212"/>
                  </a:lnTo>
                  <a:lnTo>
                    <a:pt x="70853" y="14160"/>
                  </a:lnTo>
                  <a:close/>
                </a:path>
                <a:path w="71120" h="99694">
                  <a:moveTo>
                    <a:pt x="70866" y="85026"/>
                  </a:moveTo>
                  <a:lnTo>
                    <a:pt x="35814" y="50736"/>
                  </a:lnTo>
                  <a:lnTo>
                    <a:pt x="35052" y="50736"/>
                  </a:lnTo>
                  <a:lnTo>
                    <a:pt x="0" y="85788"/>
                  </a:lnTo>
                  <a:lnTo>
                    <a:pt x="3810" y="88836"/>
                  </a:lnTo>
                  <a:lnTo>
                    <a:pt x="18834" y="96850"/>
                  </a:lnTo>
                  <a:lnTo>
                    <a:pt x="35712" y="99618"/>
                  </a:lnTo>
                  <a:lnTo>
                    <a:pt x="52463" y="96812"/>
                  </a:lnTo>
                  <a:lnTo>
                    <a:pt x="67056" y="88074"/>
                  </a:lnTo>
                  <a:lnTo>
                    <a:pt x="70866" y="8502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1" name="object 3381"/>
            <p:cNvSpPr/>
            <p:nvPr/>
          </p:nvSpPr>
          <p:spPr>
            <a:xfrm>
              <a:off x="6628790" y="1810426"/>
              <a:ext cx="98425" cy="98425"/>
            </a:xfrm>
            <a:custGeom>
              <a:avLst/>
              <a:gdLst/>
              <a:ahLst/>
              <a:cxnLst/>
              <a:rect l="l" t="t" r="r" b="b"/>
              <a:pathLst>
                <a:path w="98425" h="98425">
                  <a:moveTo>
                    <a:pt x="98298" y="49491"/>
                  </a:moveTo>
                  <a:lnTo>
                    <a:pt x="98298" y="43395"/>
                  </a:lnTo>
                  <a:lnTo>
                    <a:pt x="96774" y="37299"/>
                  </a:lnTo>
                  <a:lnTo>
                    <a:pt x="76889" y="8366"/>
                  </a:lnTo>
                  <a:lnTo>
                    <a:pt x="46181" y="0"/>
                  </a:lnTo>
                  <a:lnTo>
                    <a:pt x="16576" y="11807"/>
                  </a:lnTo>
                  <a:lnTo>
                    <a:pt x="0" y="43395"/>
                  </a:lnTo>
                  <a:lnTo>
                    <a:pt x="0" y="55587"/>
                  </a:lnTo>
                  <a:lnTo>
                    <a:pt x="17022" y="87006"/>
                  </a:lnTo>
                  <a:lnTo>
                    <a:pt x="46715" y="98274"/>
                  </a:lnTo>
                  <a:lnTo>
                    <a:pt x="77243" y="89722"/>
                  </a:lnTo>
                  <a:lnTo>
                    <a:pt x="96774" y="61683"/>
                  </a:lnTo>
                  <a:lnTo>
                    <a:pt x="98298" y="55587"/>
                  </a:lnTo>
                  <a:lnTo>
                    <a:pt x="98298" y="49491"/>
                  </a:lnTo>
                  <a:close/>
                </a:path>
              </a:pathLst>
            </a:custGeom>
            <a:ln w="46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2" name="object 3382"/>
            <p:cNvSpPr/>
            <p:nvPr/>
          </p:nvSpPr>
          <p:spPr>
            <a:xfrm>
              <a:off x="6724790" y="1853060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4572" y="6096"/>
                  </a:moveTo>
                  <a:lnTo>
                    <a:pt x="4572" y="0"/>
                  </a:lnTo>
                  <a:lnTo>
                    <a:pt x="0" y="762"/>
                  </a:lnTo>
                  <a:lnTo>
                    <a:pt x="0" y="6858"/>
                  </a:lnTo>
                  <a:lnTo>
                    <a:pt x="4572" y="60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3" name="object 3383"/>
            <p:cNvSpPr/>
            <p:nvPr/>
          </p:nvSpPr>
          <p:spPr>
            <a:xfrm>
              <a:off x="6724790" y="1853060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4572" y="6096"/>
                  </a:moveTo>
                  <a:lnTo>
                    <a:pt x="0" y="6858"/>
                  </a:lnTo>
                  <a:lnTo>
                    <a:pt x="0" y="762"/>
                  </a:lnTo>
                  <a:lnTo>
                    <a:pt x="4572" y="0"/>
                  </a:lnTo>
                  <a:lnTo>
                    <a:pt x="4572" y="60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4" name="object 3384"/>
            <p:cNvSpPr/>
            <p:nvPr/>
          </p:nvSpPr>
          <p:spPr>
            <a:xfrm>
              <a:off x="6723265" y="1846964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5">
                  <a:moveTo>
                    <a:pt x="175" y="1465"/>
                  </a:moveTo>
                  <a:lnTo>
                    <a:pt x="0" y="762"/>
                  </a:lnTo>
                  <a:lnTo>
                    <a:pt x="0" y="1524"/>
                  </a:lnTo>
                  <a:lnTo>
                    <a:pt x="175" y="1465"/>
                  </a:lnTo>
                  <a:close/>
                </a:path>
                <a:path w="6350" h="6985">
                  <a:moveTo>
                    <a:pt x="6096" y="6096"/>
                  </a:moveTo>
                  <a:lnTo>
                    <a:pt x="4572" y="0"/>
                  </a:lnTo>
                  <a:lnTo>
                    <a:pt x="175" y="1465"/>
                  </a:lnTo>
                  <a:lnTo>
                    <a:pt x="1524" y="6858"/>
                  </a:lnTo>
                  <a:lnTo>
                    <a:pt x="6096" y="60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5" name="object 3385"/>
            <p:cNvSpPr/>
            <p:nvPr/>
          </p:nvSpPr>
          <p:spPr>
            <a:xfrm>
              <a:off x="6723265" y="1846964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5">
                  <a:moveTo>
                    <a:pt x="6096" y="6096"/>
                  </a:moveTo>
                  <a:lnTo>
                    <a:pt x="1524" y="6858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4572" y="0"/>
                  </a:lnTo>
                  <a:lnTo>
                    <a:pt x="6096" y="60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6" name="object 3386"/>
            <p:cNvSpPr/>
            <p:nvPr/>
          </p:nvSpPr>
          <p:spPr>
            <a:xfrm>
              <a:off x="6721754" y="1840868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19">
                  <a:moveTo>
                    <a:pt x="6096" y="6096"/>
                  </a:moveTo>
                  <a:lnTo>
                    <a:pt x="3810" y="0"/>
                  </a:lnTo>
                  <a:lnTo>
                    <a:pt x="0" y="1524"/>
                  </a:lnTo>
                  <a:lnTo>
                    <a:pt x="1524" y="7620"/>
                  </a:lnTo>
                  <a:lnTo>
                    <a:pt x="6096" y="60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7" name="object 3387"/>
            <p:cNvSpPr/>
            <p:nvPr/>
          </p:nvSpPr>
          <p:spPr>
            <a:xfrm>
              <a:off x="6721754" y="1840868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19">
                  <a:moveTo>
                    <a:pt x="6096" y="6096"/>
                  </a:moveTo>
                  <a:lnTo>
                    <a:pt x="1524" y="7620"/>
                  </a:lnTo>
                  <a:lnTo>
                    <a:pt x="0" y="1524"/>
                  </a:lnTo>
                  <a:lnTo>
                    <a:pt x="3810" y="0"/>
                  </a:lnTo>
                  <a:lnTo>
                    <a:pt x="6096" y="60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8" name="object 3388"/>
            <p:cNvSpPr/>
            <p:nvPr/>
          </p:nvSpPr>
          <p:spPr>
            <a:xfrm>
              <a:off x="6719468" y="1834772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19">
                  <a:moveTo>
                    <a:pt x="6096" y="6096"/>
                  </a:moveTo>
                  <a:lnTo>
                    <a:pt x="3810" y="0"/>
                  </a:lnTo>
                  <a:lnTo>
                    <a:pt x="0" y="2286"/>
                  </a:lnTo>
                  <a:lnTo>
                    <a:pt x="2286" y="7620"/>
                  </a:lnTo>
                  <a:lnTo>
                    <a:pt x="6096" y="60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9" name="object 3389"/>
            <p:cNvSpPr/>
            <p:nvPr/>
          </p:nvSpPr>
          <p:spPr>
            <a:xfrm>
              <a:off x="6719468" y="1834772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19">
                  <a:moveTo>
                    <a:pt x="6096" y="6096"/>
                  </a:moveTo>
                  <a:lnTo>
                    <a:pt x="2286" y="7620"/>
                  </a:lnTo>
                  <a:lnTo>
                    <a:pt x="0" y="2286"/>
                  </a:lnTo>
                  <a:lnTo>
                    <a:pt x="3810" y="0"/>
                  </a:lnTo>
                  <a:lnTo>
                    <a:pt x="6096" y="60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0" name="object 3390"/>
            <p:cNvSpPr/>
            <p:nvPr/>
          </p:nvSpPr>
          <p:spPr>
            <a:xfrm>
              <a:off x="6715658" y="1828676"/>
              <a:ext cx="7620" cy="8890"/>
            </a:xfrm>
            <a:custGeom>
              <a:avLst/>
              <a:gdLst/>
              <a:ahLst/>
              <a:cxnLst/>
              <a:rect l="l" t="t" r="r" b="b"/>
              <a:pathLst>
                <a:path w="7620" h="8889">
                  <a:moveTo>
                    <a:pt x="7620" y="6096"/>
                  </a:moveTo>
                  <a:lnTo>
                    <a:pt x="3810" y="762"/>
                  </a:lnTo>
                  <a:lnTo>
                    <a:pt x="3810" y="0"/>
                  </a:lnTo>
                  <a:lnTo>
                    <a:pt x="762" y="3048"/>
                  </a:lnTo>
                  <a:lnTo>
                    <a:pt x="0" y="3048"/>
                  </a:lnTo>
                  <a:lnTo>
                    <a:pt x="3810" y="8382"/>
                  </a:lnTo>
                  <a:lnTo>
                    <a:pt x="7620" y="60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1" name="object 3391"/>
            <p:cNvSpPr/>
            <p:nvPr/>
          </p:nvSpPr>
          <p:spPr>
            <a:xfrm>
              <a:off x="6715658" y="1828676"/>
              <a:ext cx="7620" cy="8890"/>
            </a:xfrm>
            <a:custGeom>
              <a:avLst/>
              <a:gdLst/>
              <a:ahLst/>
              <a:cxnLst/>
              <a:rect l="l" t="t" r="r" b="b"/>
              <a:pathLst>
                <a:path w="7620" h="8889">
                  <a:moveTo>
                    <a:pt x="7620" y="6096"/>
                  </a:moveTo>
                  <a:lnTo>
                    <a:pt x="3810" y="8382"/>
                  </a:lnTo>
                  <a:lnTo>
                    <a:pt x="0" y="3048"/>
                  </a:lnTo>
                  <a:lnTo>
                    <a:pt x="762" y="3048"/>
                  </a:lnTo>
                  <a:lnTo>
                    <a:pt x="3810" y="0"/>
                  </a:lnTo>
                  <a:lnTo>
                    <a:pt x="3810" y="762"/>
                  </a:lnTo>
                  <a:lnTo>
                    <a:pt x="7620" y="60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2" name="object 3392"/>
            <p:cNvSpPr/>
            <p:nvPr/>
          </p:nvSpPr>
          <p:spPr>
            <a:xfrm>
              <a:off x="6712610" y="1824104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6857" y="4572"/>
                  </a:moveTo>
                  <a:lnTo>
                    <a:pt x="3047" y="0"/>
                  </a:lnTo>
                  <a:lnTo>
                    <a:pt x="0" y="3048"/>
                  </a:lnTo>
                  <a:lnTo>
                    <a:pt x="3809" y="7620"/>
                  </a:lnTo>
                  <a:lnTo>
                    <a:pt x="6857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3" name="object 3393"/>
            <p:cNvSpPr/>
            <p:nvPr/>
          </p:nvSpPr>
          <p:spPr>
            <a:xfrm>
              <a:off x="6712610" y="1824104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6857" y="4572"/>
                  </a:moveTo>
                  <a:lnTo>
                    <a:pt x="3809" y="7620"/>
                  </a:lnTo>
                  <a:lnTo>
                    <a:pt x="0" y="3048"/>
                  </a:lnTo>
                  <a:lnTo>
                    <a:pt x="3047" y="0"/>
                  </a:lnTo>
                  <a:lnTo>
                    <a:pt x="6857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4" name="object 3394"/>
            <p:cNvSpPr/>
            <p:nvPr/>
          </p:nvSpPr>
          <p:spPr>
            <a:xfrm>
              <a:off x="6707263" y="1819532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90" h="7619">
                  <a:moveTo>
                    <a:pt x="8381" y="4572"/>
                  </a:moveTo>
                  <a:lnTo>
                    <a:pt x="3809" y="0"/>
                  </a:lnTo>
                  <a:lnTo>
                    <a:pt x="761" y="3810"/>
                  </a:lnTo>
                  <a:lnTo>
                    <a:pt x="0" y="3810"/>
                  </a:lnTo>
                  <a:lnTo>
                    <a:pt x="5333" y="7620"/>
                  </a:lnTo>
                  <a:lnTo>
                    <a:pt x="8381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5" name="object 3395"/>
            <p:cNvSpPr/>
            <p:nvPr/>
          </p:nvSpPr>
          <p:spPr>
            <a:xfrm>
              <a:off x="6707263" y="1819532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90" h="7619">
                  <a:moveTo>
                    <a:pt x="8381" y="4572"/>
                  </a:moveTo>
                  <a:lnTo>
                    <a:pt x="5333" y="7620"/>
                  </a:lnTo>
                  <a:lnTo>
                    <a:pt x="0" y="3810"/>
                  </a:lnTo>
                  <a:lnTo>
                    <a:pt x="761" y="3810"/>
                  </a:lnTo>
                  <a:lnTo>
                    <a:pt x="3809" y="0"/>
                  </a:lnTo>
                  <a:lnTo>
                    <a:pt x="8381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6" name="object 3396"/>
            <p:cNvSpPr/>
            <p:nvPr/>
          </p:nvSpPr>
          <p:spPr>
            <a:xfrm>
              <a:off x="6702691" y="1815722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90" h="7619">
                  <a:moveTo>
                    <a:pt x="280" y="4010"/>
                  </a:moveTo>
                  <a:lnTo>
                    <a:pt x="0" y="3810"/>
                  </a:lnTo>
                  <a:lnTo>
                    <a:pt x="0" y="4572"/>
                  </a:lnTo>
                  <a:lnTo>
                    <a:pt x="280" y="4010"/>
                  </a:lnTo>
                  <a:close/>
                </a:path>
                <a:path w="8890" h="7619">
                  <a:moveTo>
                    <a:pt x="8381" y="3810"/>
                  </a:moveTo>
                  <a:lnTo>
                    <a:pt x="2285" y="0"/>
                  </a:lnTo>
                  <a:lnTo>
                    <a:pt x="280" y="4010"/>
                  </a:lnTo>
                  <a:lnTo>
                    <a:pt x="5333" y="7620"/>
                  </a:lnTo>
                  <a:lnTo>
                    <a:pt x="838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7" name="object 3397"/>
            <p:cNvSpPr/>
            <p:nvPr/>
          </p:nvSpPr>
          <p:spPr>
            <a:xfrm>
              <a:off x="6702691" y="1815722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90" h="7619">
                  <a:moveTo>
                    <a:pt x="8381" y="3810"/>
                  </a:moveTo>
                  <a:lnTo>
                    <a:pt x="5333" y="7620"/>
                  </a:lnTo>
                  <a:lnTo>
                    <a:pt x="0" y="3810"/>
                  </a:lnTo>
                  <a:lnTo>
                    <a:pt x="0" y="4572"/>
                  </a:lnTo>
                  <a:lnTo>
                    <a:pt x="2285" y="0"/>
                  </a:lnTo>
                  <a:lnTo>
                    <a:pt x="8381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8" name="object 3398"/>
            <p:cNvSpPr/>
            <p:nvPr/>
          </p:nvSpPr>
          <p:spPr>
            <a:xfrm>
              <a:off x="6697370" y="181267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20" y="3048"/>
                  </a:moveTo>
                  <a:lnTo>
                    <a:pt x="2286" y="0"/>
                  </a:lnTo>
                  <a:lnTo>
                    <a:pt x="762" y="4572"/>
                  </a:lnTo>
                  <a:lnTo>
                    <a:pt x="0" y="4572"/>
                  </a:lnTo>
                  <a:lnTo>
                    <a:pt x="5334" y="7620"/>
                  </a:lnTo>
                  <a:lnTo>
                    <a:pt x="7620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9" name="object 3399"/>
            <p:cNvSpPr/>
            <p:nvPr/>
          </p:nvSpPr>
          <p:spPr>
            <a:xfrm>
              <a:off x="6697370" y="181267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20" y="3048"/>
                  </a:moveTo>
                  <a:lnTo>
                    <a:pt x="5334" y="7620"/>
                  </a:lnTo>
                  <a:lnTo>
                    <a:pt x="0" y="4572"/>
                  </a:lnTo>
                  <a:lnTo>
                    <a:pt x="762" y="4572"/>
                  </a:lnTo>
                  <a:lnTo>
                    <a:pt x="2286" y="0"/>
                  </a:lnTo>
                  <a:lnTo>
                    <a:pt x="7620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0" name="object 3400"/>
            <p:cNvSpPr/>
            <p:nvPr/>
          </p:nvSpPr>
          <p:spPr>
            <a:xfrm>
              <a:off x="6692023" y="1810388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620" y="2286"/>
                  </a:moveTo>
                  <a:lnTo>
                    <a:pt x="1524" y="0"/>
                  </a:lnTo>
                  <a:lnTo>
                    <a:pt x="0" y="4572"/>
                  </a:lnTo>
                  <a:lnTo>
                    <a:pt x="6096" y="6858"/>
                  </a:lnTo>
                  <a:lnTo>
                    <a:pt x="7620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1" name="object 3401"/>
            <p:cNvSpPr/>
            <p:nvPr/>
          </p:nvSpPr>
          <p:spPr>
            <a:xfrm>
              <a:off x="6692023" y="1810388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620" y="2286"/>
                  </a:moveTo>
                  <a:lnTo>
                    <a:pt x="6096" y="6858"/>
                  </a:lnTo>
                  <a:lnTo>
                    <a:pt x="0" y="4572"/>
                  </a:lnTo>
                  <a:lnTo>
                    <a:pt x="1524" y="0"/>
                  </a:lnTo>
                  <a:lnTo>
                    <a:pt x="762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2" name="object 3402"/>
            <p:cNvSpPr/>
            <p:nvPr/>
          </p:nvSpPr>
          <p:spPr>
            <a:xfrm>
              <a:off x="6686690" y="1808864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4" h="6350">
                  <a:moveTo>
                    <a:pt x="6857" y="1524"/>
                  </a:moveTo>
                  <a:lnTo>
                    <a:pt x="761" y="0"/>
                  </a:lnTo>
                  <a:lnTo>
                    <a:pt x="0" y="4572"/>
                  </a:lnTo>
                  <a:lnTo>
                    <a:pt x="5333" y="6096"/>
                  </a:lnTo>
                  <a:lnTo>
                    <a:pt x="6857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3" name="object 3403"/>
            <p:cNvSpPr/>
            <p:nvPr/>
          </p:nvSpPr>
          <p:spPr>
            <a:xfrm>
              <a:off x="6686690" y="1808864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4" h="6350">
                  <a:moveTo>
                    <a:pt x="6857" y="1524"/>
                  </a:moveTo>
                  <a:lnTo>
                    <a:pt x="5333" y="6096"/>
                  </a:lnTo>
                  <a:lnTo>
                    <a:pt x="0" y="4572"/>
                  </a:lnTo>
                  <a:lnTo>
                    <a:pt x="761" y="0"/>
                  </a:lnTo>
                  <a:lnTo>
                    <a:pt x="6857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4" name="object 3404"/>
            <p:cNvSpPr/>
            <p:nvPr/>
          </p:nvSpPr>
          <p:spPr>
            <a:xfrm>
              <a:off x="6680606" y="1808102"/>
              <a:ext cx="6985" cy="5715"/>
            </a:xfrm>
            <a:custGeom>
              <a:avLst/>
              <a:gdLst/>
              <a:ahLst/>
              <a:cxnLst/>
              <a:rect l="l" t="t" r="r" b="b"/>
              <a:pathLst>
                <a:path w="6984" h="5714">
                  <a:moveTo>
                    <a:pt x="6857" y="762"/>
                  </a:moveTo>
                  <a:lnTo>
                    <a:pt x="761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6095" y="5334"/>
                  </a:lnTo>
                  <a:lnTo>
                    <a:pt x="6857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5" name="object 3405"/>
            <p:cNvSpPr/>
            <p:nvPr/>
          </p:nvSpPr>
          <p:spPr>
            <a:xfrm>
              <a:off x="6680606" y="1808102"/>
              <a:ext cx="6985" cy="5715"/>
            </a:xfrm>
            <a:custGeom>
              <a:avLst/>
              <a:gdLst/>
              <a:ahLst/>
              <a:cxnLst/>
              <a:rect l="l" t="t" r="r" b="b"/>
              <a:pathLst>
                <a:path w="6984" h="5714">
                  <a:moveTo>
                    <a:pt x="6857" y="762"/>
                  </a:moveTo>
                  <a:lnTo>
                    <a:pt x="6095" y="5334"/>
                  </a:lnTo>
                  <a:lnTo>
                    <a:pt x="0" y="4572"/>
                  </a:lnTo>
                  <a:lnTo>
                    <a:pt x="0" y="0"/>
                  </a:lnTo>
                  <a:lnTo>
                    <a:pt x="761" y="0"/>
                  </a:lnTo>
                  <a:lnTo>
                    <a:pt x="6857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6" name="object 3406"/>
            <p:cNvSpPr/>
            <p:nvPr/>
          </p:nvSpPr>
          <p:spPr>
            <a:xfrm>
              <a:off x="6674497" y="1808102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6096" y="4572"/>
                  </a:moveTo>
                  <a:lnTo>
                    <a:pt x="6096" y="0"/>
                  </a:lnTo>
                  <a:lnTo>
                    <a:pt x="0" y="0"/>
                  </a:lnTo>
                  <a:lnTo>
                    <a:pt x="762" y="4571"/>
                  </a:lnTo>
                  <a:lnTo>
                    <a:pt x="6096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7" name="object 3407"/>
            <p:cNvSpPr/>
            <p:nvPr/>
          </p:nvSpPr>
          <p:spPr>
            <a:xfrm>
              <a:off x="6674497" y="1808102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6096" y="0"/>
                  </a:moveTo>
                  <a:lnTo>
                    <a:pt x="6096" y="4572"/>
                  </a:lnTo>
                  <a:lnTo>
                    <a:pt x="0" y="4572"/>
                  </a:lnTo>
                  <a:lnTo>
                    <a:pt x="762" y="4572"/>
                  </a:lnTo>
                  <a:lnTo>
                    <a:pt x="0" y="0"/>
                  </a:lnTo>
                  <a:lnTo>
                    <a:pt x="609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8" name="object 3408"/>
            <p:cNvSpPr/>
            <p:nvPr/>
          </p:nvSpPr>
          <p:spPr>
            <a:xfrm>
              <a:off x="6667640" y="1808102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7619" y="4572"/>
                  </a:moveTo>
                  <a:lnTo>
                    <a:pt x="6857" y="0"/>
                  </a:lnTo>
                  <a:lnTo>
                    <a:pt x="761" y="762"/>
                  </a:lnTo>
                  <a:lnTo>
                    <a:pt x="0" y="762"/>
                  </a:lnTo>
                  <a:lnTo>
                    <a:pt x="1523" y="5334"/>
                  </a:lnTo>
                  <a:lnTo>
                    <a:pt x="7619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9" name="object 3409"/>
            <p:cNvSpPr/>
            <p:nvPr/>
          </p:nvSpPr>
          <p:spPr>
            <a:xfrm>
              <a:off x="6667640" y="1808102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6857" y="0"/>
                  </a:moveTo>
                  <a:lnTo>
                    <a:pt x="7619" y="4572"/>
                  </a:lnTo>
                  <a:lnTo>
                    <a:pt x="1523" y="5334"/>
                  </a:lnTo>
                  <a:lnTo>
                    <a:pt x="0" y="762"/>
                  </a:lnTo>
                  <a:lnTo>
                    <a:pt x="761" y="762"/>
                  </a:lnTo>
                  <a:lnTo>
                    <a:pt x="6857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0" name="object 3410"/>
            <p:cNvSpPr/>
            <p:nvPr/>
          </p:nvSpPr>
          <p:spPr>
            <a:xfrm>
              <a:off x="6661556" y="1808864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620" y="4572"/>
                  </a:moveTo>
                  <a:lnTo>
                    <a:pt x="6096" y="0"/>
                  </a:lnTo>
                  <a:lnTo>
                    <a:pt x="0" y="1524"/>
                  </a:lnTo>
                  <a:lnTo>
                    <a:pt x="2201" y="5926"/>
                  </a:lnTo>
                  <a:lnTo>
                    <a:pt x="7620" y="4572"/>
                  </a:lnTo>
                  <a:close/>
                </a:path>
                <a:path w="7620" h="6350">
                  <a:moveTo>
                    <a:pt x="2286" y="6096"/>
                  </a:moveTo>
                  <a:lnTo>
                    <a:pt x="2201" y="5926"/>
                  </a:lnTo>
                  <a:lnTo>
                    <a:pt x="1524" y="6096"/>
                  </a:lnTo>
                  <a:lnTo>
                    <a:pt x="2286" y="60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1" name="object 3411"/>
            <p:cNvSpPr/>
            <p:nvPr/>
          </p:nvSpPr>
          <p:spPr>
            <a:xfrm>
              <a:off x="6661556" y="1808864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6096" y="0"/>
                  </a:moveTo>
                  <a:lnTo>
                    <a:pt x="7620" y="4572"/>
                  </a:lnTo>
                  <a:lnTo>
                    <a:pt x="1524" y="6096"/>
                  </a:lnTo>
                  <a:lnTo>
                    <a:pt x="2286" y="6096"/>
                  </a:lnTo>
                  <a:lnTo>
                    <a:pt x="0" y="1524"/>
                  </a:lnTo>
                  <a:lnTo>
                    <a:pt x="609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2" name="object 3412"/>
            <p:cNvSpPr/>
            <p:nvPr/>
          </p:nvSpPr>
          <p:spPr>
            <a:xfrm>
              <a:off x="6655447" y="1810388"/>
              <a:ext cx="8890" cy="6985"/>
            </a:xfrm>
            <a:custGeom>
              <a:avLst/>
              <a:gdLst/>
              <a:ahLst/>
              <a:cxnLst/>
              <a:rect l="l" t="t" r="r" b="b"/>
              <a:pathLst>
                <a:path w="8890" h="6985">
                  <a:moveTo>
                    <a:pt x="8382" y="4572"/>
                  </a:moveTo>
                  <a:lnTo>
                    <a:pt x="6096" y="0"/>
                  </a:lnTo>
                  <a:lnTo>
                    <a:pt x="0" y="2286"/>
                  </a:lnTo>
                  <a:lnTo>
                    <a:pt x="0" y="3048"/>
                  </a:lnTo>
                  <a:lnTo>
                    <a:pt x="2286" y="6858"/>
                  </a:lnTo>
                  <a:lnTo>
                    <a:pt x="8382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3" name="object 3413"/>
            <p:cNvSpPr/>
            <p:nvPr/>
          </p:nvSpPr>
          <p:spPr>
            <a:xfrm>
              <a:off x="6655447" y="1810388"/>
              <a:ext cx="8890" cy="6985"/>
            </a:xfrm>
            <a:custGeom>
              <a:avLst/>
              <a:gdLst/>
              <a:ahLst/>
              <a:cxnLst/>
              <a:rect l="l" t="t" r="r" b="b"/>
              <a:pathLst>
                <a:path w="8890" h="6985">
                  <a:moveTo>
                    <a:pt x="6096" y="0"/>
                  </a:moveTo>
                  <a:lnTo>
                    <a:pt x="8382" y="4572"/>
                  </a:lnTo>
                  <a:lnTo>
                    <a:pt x="2286" y="6858"/>
                  </a:lnTo>
                  <a:lnTo>
                    <a:pt x="0" y="3048"/>
                  </a:lnTo>
                  <a:lnTo>
                    <a:pt x="0" y="2286"/>
                  </a:lnTo>
                  <a:lnTo>
                    <a:pt x="609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4" name="object 3414"/>
            <p:cNvSpPr/>
            <p:nvPr/>
          </p:nvSpPr>
          <p:spPr>
            <a:xfrm>
              <a:off x="6650113" y="1813436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619" y="3810"/>
                  </a:moveTo>
                  <a:lnTo>
                    <a:pt x="5333" y="0"/>
                  </a:lnTo>
                  <a:lnTo>
                    <a:pt x="0" y="2286"/>
                  </a:lnTo>
                  <a:lnTo>
                    <a:pt x="0" y="3048"/>
                  </a:lnTo>
                  <a:lnTo>
                    <a:pt x="2285" y="6096"/>
                  </a:lnTo>
                  <a:lnTo>
                    <a:pt x="2285" y="6858"/>
                  </a:lnTo>
                  <a:lnTo>
                    <a:pt x="761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5" name="object 3415"/>
            <p:cNvSpPr/>
            <p:nvPr/>
          </p:nvSpPr>
          <p:spPr>
            <a:xfrm>
              <a:off x="6650113" y="1813436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5333" y="0"/>
                  </a:moveTo>
                  <a:lnTo>
                    <a:pt x="7619" y="3810"/>
                  </a:lnTo>
                  <a:lnTo>
                    <a:pt x="2285" y="6858"/>
                  </a:lnTo>
                  <a:lnTo>
                    <a:pt x="2285" y="6096"/>
                  </a:lnTo>
                  <a:lnTo>
                    <a:pt x="0" y="3048"/>
                  </a:lnTo>
                  <a:lnTo>
                    <a:pt x="0" y="2286"/>
                  </a:lnTo>
                  <a:lnTo>
                    <a:pt x="533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6" name="object 3416"/>
            <p:cNvSpPr/>
            <p:nvPr/>
          </p:nvSpPr>
          <p:spPr>
            <a:xfrm>
              <a:off x="6644792" y="1816484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619" y="3048"/>
                  </a:moveTo>
                  <a:lnTo>
                    <a:pt x="5333" y="0"/>
                  </a:lnTo>
                  <a:lnTo>
                    <a:pt x="0" y="3048"/>
                  </a:lnTo>
                  <a:lnTo>
                    <a:pt x="0" y="3810"/>
                  </a:lnTo>
                  <a:lnTo>
                    <a:pt x="3047" y="6858"/>
                  </a:lnTo>
                  <a:lnTo>
                    <a:pt x="7619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7" name="object 3417"/>
            <p:cNvSpPr/>
            <p:nvPr/>
          </p:nvSpPr>
          <p:spPr>
            <a:xfrm>
              <a:off x="6644792" y="1816484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5333" y="0"/>
                  </a:moveTo>
                  <a:lnTo>
                    <a:pt x="7619" y="3048"/>
                  </a:lnTo>
                  <a:lnTo>
                    <a:pt x="3047" y="6858"/>
                  </a:lnTo>
                  <a:lnTo>
                    <a:pt x="0" y="3810"/>
                  </a:lnTo>
                  <a:lnTo>
                    <a:pt x="0" y="3048"/>
                  </a:lnTo>
                  <a:lnTo>
                    <a:pt x="533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8" name="object 3418"/>
            <p:cNvSpPr/>
            <p:nvPr/>
          </p:nvSpPr>
          <p:spPr>
            <a:xfrm>
              <a:off x="6640220" y="1820294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620" y="3047"/>
                  </a:moveTo>
                  <a:lnTo>
                    <a:pt x="4572" y="0"/>
                  </a:lnTo>
                  <a:lnTo>
                    <a:pt x="0" y="3810"/>
                  </a:lnTo>
                  <a:lnTo>
                    <a:pt x="3048" y="6858"/>
                  </a:lnTo>
                  <a:lnTo>
                    <a:pt x="7620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9" name="object 3419"/>
            <p:cNvSpPr/>
            <p:nvPr/>
          </p:nvSpPr>
          <p:spPr>
            <a:xfrm>
              <a:off x="6640220" y="1820294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4572" y="0"/>
                  </a:moveTo>
                  <a:lnTo>
                    <a:pt x="7620" y="3047"/>
                  </a:lnTo>
                  <a:lnTo>
                    <a:pt x="3048" y="6858"/>
                  </a:lnTo>
                  <a:lnTo>
                    <a:pt x="0" y="3810"/>
                  </a:lnTo>
                  <a:lnTo>
                    <a:pt x="457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0" name="object 3420"/>
            <p:cNvSpPr/>
            <p:nvPr/>
          </p:nvSpPr>
          <p:spPr>
            <a:xfrm>
              <a:off x="6635648" y="182410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20" y="3047"/>
                  </a:moveTo>
                  <a:lnTo>
                    <a:pt x="4572" y="0"/>
                  </a:lnTo>
                  <a:lnTo>
                    <a:pt x="0" y="5334"/>
                  </a:lnTo>
                  <a:lnTo>
                    <a:pt x="3810" y="7620"/>
                  </a:lnTo>
                  <a:lnTo>
                    <a:pt x="7620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1" name="object 3421"/>
            <p:cNvSpPr/>
            <p:nvPr/>
          </p:nvSpPr>
          <p:spPr>
            <a:xfrm>
              <a:off x="6635648" y="182410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4572" y="0"/>
                  </a:moveTo>
                  <a:lnTo>
                    <a:pt x="7620" y="3047"/>
                  </a:lnTo>
                  <a:lnTo>
                    <a:pt x="3810" y="7620"/>
                  </a:lnTo>
                  <a:lnTo>
                    <a:pt x="0" y="5334"/>
                  </a:lnTo>
                  <a:lnTo>
                    <a:pt x="457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2" name="object 3422"/>
            <p:cNvSpPr/>
            <p:nvPr/>
          </p:nvSpPr>
          <p:spPr>
            <a:xfrm>
              <a:off x="6632587" y="1829438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6858" y="2285"/>
                  </a:moveTo>
                  <a:lnTo>
                    <a:pt x="3048" y="0"/>
                  </a:lnTo>
                  <a:lnTo>
                    <a:pt x="0" y="5334"/>
                  </a:lnTo>
                  <a:lnTo>
                    <a:pt x="0" y="6096"/>
                  </a:lnTo>
                  <a:lnTo>
                    <a:pt x="3810" y="7620"/>
                  </a:lnTo>
                  <a:lnTo>
                    <a:pt x="6858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3" name="object 3423"/>
            <p:cNvSpPr/>
            <p:nvPr/>
          </p:nvSpPr>
          <p:spPr>
            <a:xfrm>
              <a:off x="6632587" y="1829438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3048" y="0"/>
                  </a:moveTo>
                  <a:lnTo>
                    <a:pt x="6858" y="2285"/>
                  </a:lnTo>
                  <a:lnTo>
                    <a:pt x="3810" y="7620"/>
                  </a:lnTo>
                  <a:lnTo>
                    <a:pt x="0" y="6096"/>
                  </a:lnTo>
                  <a:lnTo>
                    <a:pt x="0" y="5334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4" name="object 3424"/>
            <p:cNvSpPr/>
            <p:nvPr/>
          </p:nvSpPr>
          <p:spPr>
            <a:xfrm>
              <a:off x="6629552" y="1835534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4" h="6985">
                  <a:moveTo>
                    <a:pt x="6858" y="1523"/>
                  </a:moveTo>
                  <a:lnTo>
                    <a:pt x="3048" y="0"/>
                  </a:lnTo>
                  <a:lnTo>
                    <a:pt x="0" y="5334"/>
                  </a:lnTo>
                  <a:lnTo>
                    <a:pt x="4572" y="6858"/>
                  </a:lnTo>
                  <a:lnTo>
                    <a:pt x="6858" y="15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5" name="object 3425"/>
            <p:cNvSpPr/>
            <p:nvPr/>
          </p:nvSpPr>
          <p:spPr>
            <a:xfrm>
              <a:off x="6629552" y="1835534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4" h="6985">
                  <a:moveTo>
                    <a:pt x="3048" y="0"/>
                  </a:moveTo>
                  <a:lnTo>
                    <a:pt x="6858" y="1523"/>
                  </a:lnTo>
                  <a:lnTo>
                    <a:pt x="4572" y="6858"/>
                  </a:lnTo>
                  <a:lnTo>
                    <a:pt x="0" y="5334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6" name="object 3426"/>
            <p:cNvSpPr/>
            <p:nvPr/>
          </p:nvSpPr>
          <p:spPr>
            <a:xfrm>
              <a:off x="6628028" y="1840868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19">
                  <a:moveTo>
                    <a:pt x="6096" y="1523"/>
                  </a:moveTo>
                  <a:lnTo>
                    <a:pt x="1524" y="0"/>
                  </a:lnTo>
                  <a:lnTo>
                    <a:pt x="0" y="6096"/>
                  </a:lnTo>
                  <a:lnTo>
                    <a:pt x="3810" y="6858"/>
                  </a:lnTo>
                  <a:lnTo>
                    <a:pt x="3810" y="7620"/>
                  </a:lnTo>
                  <a:lnTo>
                    <a:pt x="6096" y="15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7" name="object 3427"/>
            <p:cNvSpPr/>
            <p:nvPr/>
          </p:nvSpPr>
          <p:spPr>
            <a:xfrm>
              <a:off x="6628028" y="1840868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19">
                  <a:moveTo>
                    <a:pt x="1524" y="0"/>
                  </a:moveTo>
                  <a:lnTo>
                    <a:pt x="6096" y="1523"/>
                  </a:lnTo>
                  <a:lnTo>
                    <a:pt x="3810" y="7620"/>
                  </a:lnTo>
                  <a:lnTo>
                    <a:pt x="3810" y="6858"/>
                  </a:lnTo>
                  <a:lnTo>
                    <a:pt x="0" y="6096"/>
                  </a:lnTo>
                  <a:lnTo>
                    <a:pt x="152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8" name="object 3428"/>
            <p:cNvSpPr/>
            <p:nvPr/>
          </p:nvSpPr>
          <p:spPr>
            <a:xfrm>
              <a:off x="6626504" y="1846964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5" h="6985">
                  <a:moveTo>
                    <a:pt x="5334" y="761"/>
                  </a:moveTo>
                  <a:lnTo>
                    <a:pt x="1524" y="0"/>
                  </a:lnTo>
                  <a:lnTo>
                    <a:pt x="0" y="6096"/>
                  </a:lnTo>
                  <a:lnTo>
                    <a:pt x="0" y="6858"/>
                  </a:lnTo>
                  <a:lnTo>
                    <a:pt x="4572" y="6858"/>
                  </a:lnTo>
                  <a:lnTo>
                    <a:pt x="5334" y="7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9" name="object 3429"/>
            <p:cNvSpPr/>
            <p:nvPr/>
          </p:nvSpPr>
          <p:spPr>
            <a:xfrm>
              <a:off x="6626504" y="1846964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5" h="6985">
                  <a:moveTo>
                    <a:pt x="1524" y="0"/>
                  </a:moveTo>
                  <a:lnTo>
                    <a:pt x="5334" y="761"/>
                  </a:lnTo>
                  <a:lnTo>
                    <a:pt x="4572" y="6858"/>
                  </a:lnTo>
                  <a:lnTo>
                    <a:pt x="0" y="6858"/>
                  </a:lnTo>
                  <a:lnTo>
                    <a:pt x="0" y="6096"/>
                  </a:lnTo>
                  <a:lnTo>
                    <a:pt x="152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0" name="object 3430"/>
            <p:cNvSpPr/>
            <p:nvPr/>
          </p:nvSpPr>
          <p:spPr>
            <a:xfrm>
              <a:off x="6626504" y="1853822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0" y="6096"/>
                  </a:moveTo>
                  <a:lnTo>
                    <a:pt x="0" y="0"/>
                  </a:lnTo>
                  <a:lnTo>
                    <a:pt x="4571" y="0"/>
                  </a:lnTo>
                  <a:lnTo>
                    <a:pt x="4571" y="6096"/>
                  </a:lnTo>
                  <a:lnTo>
                    <a:pt x="0" y="60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1" name="object 3431"/>
            <p:cNvSpPr/>
            <p:nvPr/>
          </p:nvSpPr>
          <p:spPr>
            <a:xfrm>
              <a:off x="6626504" y="1853822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0" y="6096"/>
                  </a:moveTo>
                  <a:lnTo>
                    <a:pt x="0" y="0"/>
                  </a:lnTo>
                  <a:lnTo>
                    <a:pt x="4571" y="0"/>
                  </a:lnTo>
                  <a:lnTo>
                    <a:pt x="4571" y="6096"/>
                  </a:lnTo>
                  <a:lnTo>
                    <a:pt x="0" y="60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2" name="object 3432"/>
            <p:cNvSpPr/>
            <p:nvPr/>
          </p:nvSpPr>
          <p:spPr>
            <a:xfrm>
              <a:off x="6626504" y="1859918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2" y="5334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6096"/>
                  </a:lnTo>
                  <a:lnTo>
                    <a:pt x="4572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3" name="object 3433"/>
            <p:cNvSpPr/>
            <p:nvPr/>
          </p:nvSpPr>
          <p:spPr>
            <a:xfrm>
              <a:off x="6626504" y="1859918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0" y="0"/>
                  </a:moveTo>
                  <a:lnTo>
                    <a:pt x="4572" y="0"/>
                  </a:lnTo>
                  <a:lnTo>
                    <a:pt x="4572" y="6096"/>
                  </a:lnTo>
                  <a:lnTo>
                    <a:pt x="4572" y="5334"/>
                  </a:lnTo>
                  <a:lnTo>
                    <a:pt x="0" y="609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4" name="object 3434"/>
            <p:cNvSpPr/>
            <p:nvPr/>
          </p:nvSpPr>
          <p:spPr>
            <a:xfrm>
              <a:off x="6626504" y="1865252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5" h="7619">
                  <a:moveTo>
                    <a:pt x="5334" y="6096"/>
                  </a:moveTo>
                  <a:lnTo>
                    <a:pt x="4572" y="0"/>
                  </a:lnTo>
                  <a:lnTo>
                    <a:pt x="0" y="762"/>
                  </a:lnTo>
                  <a:lnTo>
                    <a:pt x="1524" y="7620"/>
                  </a:lnTo>
                  <a:lnTo>
                    <a:pt x="5334" y="60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5" name="object 3435"/>
            <p:cNvSpPr/>
            <p:nvPr/>
          </p:nvSpPr>
          <p:spPr>
            <a:xfrm>
              <a:off x="6626504" y="1865252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5" h="7619">
                  <a:moveTo>
                    <a:pt x="0" y="762"/>
                  </a:moveTo>
                  <a:lnTo>
                    <a:pt x="4572" y="0"/>
                  </a:lnTo>
                  <a:lnTo>
                    <a:pt x="5334" y="6096"/>
                  </a:lnTo>
                  <a:lnTo>
                    <a:pt x="1524" y="7620"/>
                  </a:lnTo>
                  <a:lnTo>
                    <a:pt x="0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6" name="object 3436"/>
            <p:cNvSpPr/>
            <p:nvPr/>
          </p:nvSpPr>
          <p:spPr>
            <a:xfrm>
              <a:off x="6628028" y="1871348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19">
                  <a:moveTo>
                    <a:pt x="6096" y="5334"/>
                  </a:moveTo>
                  <a:lnTo>
                    <a:pt x="3810" y="0"/>
                  </a:lnTo>
                  <a:lnTo>
                    <a:pt x="0" y="1524"/>
                  </a:lnTo>
                  <a:lnTo>
                    <a:pt x="1524" y="7620"/>
                  </a:lnTo>
                  <a:lnTo>
                    <a:pt x="6096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7" name="object 3437"/>
            <p:cNvSpPr/>
            <p:nvPr/>
          </p:nvSpPr>
          <p:spPr>
            <a:xfrm>
              <a:off x="6628028" y="1871348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19">
                  <a:moveTo>
                    <a:pt x="0" y="1524"/>
                  </a:moveTo>
                  <a:lnTo>
                    <a:pt x="3810" y="0"/>
                  </a:lnTo>
                  <a:lnTo>
                    <a:pt x="6096" y="5334"/>
                  </a:lnTo>
                  <a:lnTo>
                    <a:pt x="1524" y="762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8" name="object 3438"/>
            <p:cNvSpPr/>
            <p:nvPr/>
          </p:nvSpPr>
          <p:spPr>
            <a:xfrm>
              <a:off x="6629552" y="1876682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4" h="8889">
                  <a:moveTo>
                    <a:pt x="6858" y="6096"/>
                  </a:moveTo>
                  <a:lnTo>
                    <a:pt x="4572" y="0"/>
                  </a:lnTo>
                  <a:lnTo>
                    <a:pt x="0" y="2286"/>
                  </a:lnTo>
                  <a:lnTo>
                    <a:pt x="3048" y="8382"/>
                  </a:lnTo>
                  <a:lnTo>
                    <a:pt x="6858" y="60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9" name="object 3439"/>
            <p:cNvSpPr/>
            <p:nvPr/>
          </p:nvSpPr>
          <p:spPr>
            <a:xfrm>
              <a:off x="6629552" y="1876682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4" h="8889">
                  <a:moveTo>
                    <a:pt x="0" y="2286"/>
                  </a:moveTo>
                  <a:lnTo>
                    <a:pt x="4572" y="0"/>
                  </a:lnTo>
                  <a:lnTo>
                    <a:pt x="6858" y="6096"/>
                  </a:lnTo>
                  <a:lnTo>
                    <a:pt x="3048" y="8382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0" name="object 3440"/>
            <p:cNvSpPr/>
            <p:nvPr/>
          </p:nvSpPr>
          <p:spPr>
            <a:xfrm>
              <a:off x="6632600" y="1882778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6858" y="4572"/>
                  </a:moveTo>
                  <a:lnTo>
                    <a:pt x="3810" y="0"/>
                  </a:lnTo>
                  <a:lnTo>
                    <a:pt x="0" y="2286"/>
                  </a:lnTo>
                  <a:lnTo>
                    <a:pt x="3048" y="7620"/>
                  </a:lnTo>
                  <a:lnTo>
                    <a:pt x="3810" y="7620"/>
                  </a:lnTo>
                  <a:lnTo>
                    <a:pt x="6858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1" name="object 3441"/>
            <p:cNvSpPr/>
            <p:nvPr/>
          </p:nvSpPr>
          <p:spPr>
            <a:xfrm>
              <a:off x="6632600" y="1882778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0" y="2286"/>
                  </a:moveTo>
                  <a:lnTo>
                    <a:pt x="3810" y="0"/>
                  </a:lnTo>
                  <a:lnTo>
                    <a:pt x="6858" y="4572"/>
                  </a:lnTo>
                  <a:lnTo>
                    <a:pt x="3810" y="7620"/>
                  </a:lnTo>
                  <a:lnTo>
                    <a:pt x="3048" y="7620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2" name="object 3442"/>
            <p:cNvSpPr/>
            <p:nvPr/>
          </p:nvSpPr>
          <p:spPr>
            <a:xfrm>
              <a:off x="6636397" y="1887350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6858" y="4572"/>
                  </a:moveTo>
                  <a:lnTo>
                    <a:pt x="3047" y="0"/>
                  </a:lnTo>
                  <a:lnTo>
                    <a:pt x="0" y="3048"/>
                  </a:lnTo>
                  <a:lnTo>
                    <a:pt x="3810" y="7620"/>
                  </a:lnTo>
                  <a:lnTo>
                    <a:pt x="6858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3" name="object 3443"/>
            <p:cNvSpPr/>
            <p:nvPr/>
          </p:nvSpPr>
          <p:spPr>
            <a:xfrm>
              <a:off x="6636397" y="1887350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0" y="3048"/>
                  </a:moveTo>
                  <a:lnTo>
                    <a:pt x="3047" y="0"/>
                  </a:lnTo>
                  <a:lnTo>
                    <a:pt x="6858" y="4572"/>
                  </a:lnTo>
                  <a:lnTo>
                    <a:pt x="3810" y="7620"/>
                  </a:lnTo>
                  <a:lnTo>
                    <a:pt x="0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4" name="object 3444"/>
            <p:cNvSpPr/>
            <p:nvPr/>
          </p:nvSpPr>
          <p:spPr>
            <a:xfrm>
              <a:off x="6640220" y="1891922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281" y="4233"/>
                  </a:moveTo>
                  <a:lnTo>
                    <a:pt x="3047" y="0"/>
                  </a:lnTo>
                  <a:lnTo>
                    <a:pt x="0" y="3048"/>
                  </a:lnTo>
                  <a:lnTo>
                    <a:pt x="4572" y="7620"/>
                  </a:lnTo>
                  <a:lnTo>
                    <a:pt x="7281" y="4233"/>
                  </a:lnTo>
                  <a:close/>
                </a:path>
                <a:path w="7620" h="7619">
                  <a:moveTo>
                    <a:pt x="7620" y="4572"/>
                  </a:moveTo>
                  <a:lnTo>
                    <a:pt x="7620" y="3810"/>
                  </a:lnTo>
                  <a:lnTo>
                    <a:pt x="7281" y="4233"/>
                  </a:lnTo>
                  <a:lnTo>
                    <a:pt x="762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5" name="object 3445"/>
            <p:cNvSpPr/>
            <p:nvPr/>
          </p:nvSpPr>
          <p:spPr>
            <a:xfrm>
              <a:off x="6640220" y="1891922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0" y="3048"/>
                  </a:moveTo>
                  <a:lnTo>
                    <a:pt x="3047" y="0"/>
                  </a:lnTo>
                  <a:lnTo>
                    <a:pt x="7620" y="4572"/>
                  </a:lnTo>
                  <a:lnTo>
                    <a:pt x="7620" y="3810"/>
                  </a:lnTo>
                  <a:lnTo>
                    <a:pt x="4572" y="7620"/>
                  </a:lnTo>
                  <a:lnTo>
                    <a:pt x="0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6" name="object 3446"/>
            <p:cNvSpPr/>
            <p:nvPr/>
          </p:nvSpPr>
          <p:spPr>
            <a:xfrm>
              <a:off x="6644792" y="1895732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20" y="3810"/>
                  </a:moveTo>
                  <a:lnTo>
                    <a:pt x="3047" y="0"/>
                  </a:lnTo>
                  <a:lnTo>
                    <a:pt x="0" y="3810"/>
                  </a:lnTo>
                  <a:lnTo>
                    <a:pt x="5334" y="7620"/>
                  </a:lnTo>
                  <a:lnTo>
                    <a:pt x="762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7" name="object 3447"/>
            <p:cNvSpPr/>
            <p:nvPr/>
          </p:nvSpPr>
          <p:spPr>
            <a:xfrm>
              <a:off x="6644792" y="1895732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0" y="3810"/>
                  </a:moveTo>
                  <a:lnTo>
                    <a:pt x="3047" y="0"/>
                  </a:lnTo>
                  <a:lnTo>
                    <a:pt x="7620" y="3810"/>
                  </a:lnTo>
                  <a:lnTo>
                    <a:pt x="5334" y="7620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8" name="object 3448"/>
            <p:cNvSpPr/>
            <p:nvPr/>
          </p:nvSpPr>
          <p:spPr>
            <a:xfrm>
              <a:off x="6650126" y="1899542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620" y="3048"/>
                  </a:moveTo>
                  <a:lnTo>
                    <a:pt x="2285" y="0"/>
                  </a:lnTo>
                  <a:lnTo>
                    <a:pt x="0" y="3810"/>
                  </a:lnTo>
                  <a:lnTo>
                    <a:pt x="5334" y="6858"/>
                  </a:lnTo>
                  <a:lnTo>
                    <a:pt x="7620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9" name="object 3449"/>
            <p:cNvSpPr/>
            <p:nvPr/>
          </p:nvSpPr>
          <p:spPr>
            <a:xfrm>
              <a:off x="6650126" y="1899542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0" y="3810"/>
                  </a:moveTo>
                  <a:lnTo>
                    <a:pt x="2285" y="0"/>
                  </a:lnTo>
                  <a:lnTo>
                    <a:pt x="7620" y="3048"/>
                  </a:lnTo>
                  <a:lnTo>
                    <a:pt x="5334" y="6858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0" name="object 3450"/>
            <p:cNvSpPr/>
            <p:nvPr/>
          </p:nvSpPr>
          <p:spPr>
            <a:xfrm>
              <a:off x="6655447" y="1902590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397" y="2190"/>
                  </a:moveTo>
                  <a:lnTo>
                    <a:pt x="2285" y="0"/>
                  </a:lnTo>
                  <a:lnTo>
                    <a:pt x="0" y="3810"/>
                  </a:lnTo>
                  <a:lnTo>
                    <a:pt x="6096" y="6096"/>
                  </a:lnTo>
                  <a:lnTo>
                    <a:pt x="7397" y="2190"/>
                  </a:lnTo>
                  <a:close/>
                </a:path>
                <a:path w="7620" h="6350">
                  <a:moveTo>
                    <a:pt x="7620" y="2286"/>
                  </a:moveTo>
                  <a:lnTo>
                    <a:pt x="7620" y="1524"/>
                  </a:lnTo>
                  <a:lnTo>
                    <a:pt x="7397" y="2190"/>
                  </a:lnTo>
                  <a:lnTo>
                    <a:pt x="7620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1" name="object 3451"/>
            <p:cNvSpPr/>
            <p:nvPr/>
          </p:nvSpPr>
          <p:spPr>
            <a:xfrm>
              <a:off x="6655447" y="1902590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3810"/>
                  </a:moveTo>
                  <a:lnTo>
                    <a:pt x="2285" y="0"/>
                  </a:lnTo>
                  <a:lnTo>
                    <a:pt x="7620" y="2286"/>
                  </a:lnTo>
                  <a:lnTo>
                    <a:pt x="7620" y="1524"/>
                  </a:lnTo>
                  <a:lnTo>
                    <a:pt x="6096" y="6096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2" name="object 3452"/>
            <p:cNvSpPr/>
            <p:nvPr/>
          </p:nvSpPr>
          <p:spPr>
            <a:xfrm>
              <a:off x="6661543" y="1904114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620" y="1524"/>
                  </a:moveTo>
                  <a:lnTo>
                    <a:pt x="1523" y="0"/>
                  </a:lnTo>
                  <a:lnTo>
                    <a:pt x="0" y="4572"/>
                  </a:lnTo>
                  <a:lnTo>
                    <a:pt x="6858" y="6096"/>
                  </a:lnTo>
                  <a:lnTo>
                    <a:pt x="7620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3" name="object 3453"/>
            <p:cNvSpPr/>
            <p:nvPr/>
          </p:nvSpPr>
          <p:spPr>
            <a:xfrm>
              <a:off x="6661543" y="1904114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4572"/>
                  </a:moveTo>
                  <a:lnTo>
                    <a:pt x="1523" y="0"/>
                  </a:lnTo>
                  <a:lnTo>
                    <a:pt x="7620" y="1524"/>
                  </a:lnTo>
                  <a:lnTo>
                    <a:pt x="6858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4" name="object 3454"/>
            <p:cNvSpPr/>
            <p:nvPr/>
          </p:nvSpPr>
          <p:spPr>
            <a:xfrm>
              <a:off x="6668414" y="1905638"/>
              <a:ext cx="6985" cy="5715"/>
            </a:xfrm>
            <a:custGeom>
              <a:avLst/>
              <a:gdLst/>
              <a:ahLst/>
              <a:cxnLst/>
              <a:rect l="l" t="t" r="r" b="b"/>
              <a:pathLst>
                <a:path w="6984" h="5714">
                  <a:moveTo>
                    <a:pt x="6858" y="762"/>
                  </a:moveTo>
                  <a:lnTo>
                    <a:pt x="761" y="0"/>
                  </a:lnTo>
                  <a:lnTo>
                    <a:pt x="0" y="4572"/>
                  </a:lnTo>
                  <a:lnTo>
                    <a:pt x="6096" y="5334"/>
                  </a:lnTo>
                  <a:lnTo>
                    <a:pt x="6096" y="762"/>
                  </a:lnTo>
                  <a:lnTo>
                    <a:pt x="6858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5" name="object 3455"/>
            <p:cNvSpPr/>
            <p:nvPr/>
          </p:nvSpPr>
          <p:spPr>
            <a:xfrm>
              <a:off x="6668414" y="1905638"/>
              <a:ext cx="6985" cy="5715"/>
            </a:xfrm>
            <a:custGeom>
              <a:avLst/>
              <a:gdLst/>
              <a:ahLst/>
              <a:cxnLst/>
              <a:rect l="l" t="t" r="r" b="b"/>
              <a:pathLst>
                <a:path w="6984" h="5714">
                  <a:moveTo>
                    <a:pt x="0" y="4572"/>
                  </a:moveTo>
                  <a:lnTo>
                    <a:pt x="761" y="0"/>
                  </a:lnTo>
                  <a:lnTo>
                    <a:pt x="6858" y="762"/>
                  </a:lnTo>
                  <a:lnTo>
                    <a:pt x="6096" y="762"/>
                  </a:lnTo>
                  <a:lnTo>
                    <a:pt x="6096" y="533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6" name="object 3456"/>
            <p:cNvSpPr/>
            <p:nvPr/>
          </p:nvSpPr>
          <p:spPr>
            <a:xfrm>
              <a:off x="6674497" y="1906400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4" h="5080">
                  <a:moveTo>
                    <a:pt x="6858" y="4572"/>
                  </a:moveTo>
                  <a:lnTo>
                    <a:pt x="6096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6858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7" name="object 3457"/>
            <p:cNvSpPr/>
            <p:nvPr/>
          </p:nvSpPr>
          <p:spPr>
            <a:xfrm>
              <a:off x="6674497" y="1906400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4" h="5080">
                  <a:moveTo>
                    <a:pt x="0" y="4572"/>
                  </a:moveTo>
                  <a:lnTo>
                    <a:pt x="0" y="0"/>
                  </a:lnTo>
                  <a:lnTo>
                    <a:pt x="6096" y="0"/>
                  </a:lnTo>
                  <a:lnTo>
                    <a:pt x="6858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8" name="object 3458"/>
            <p:cNvSpPr/>
            <p:nvPr/>
          </p:nvSpPr>
          <p:spPr>
            <a:xfrm>
              <a:off x="6680606" y="1905638"/>
              <a:ext cx="6985" cy="5715"/>
            </a:xfrm>
            <a:custGeom>
              <a:avLst/>
              <a:gdLst/>
              <a:ahLst/>
              <a:cxnLst/>
              <a:rect l="l" t="t" r="r" b="b"/>
              <a:pathLst>
                <a:path w="6984" h="5714">
                  <a:moveTo>
                    <a:pt x="6857" y="4572"/>
                  </a:moveTo>
                  <a:lnTo>
                    <a:pt x="6095" y="0"/>
                  </a:lnTo>
                  <a:lnTo>
                    <a:pt x="0" y="762"/>
                  </a:lnTo>
                  <a:lnTo>
                    <a:pt x="761" y="5334"/>
                  </a:lnTo>
                  <a:lnTo>
                    <a:pt x="6857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9" name="object 3459"/>
            <p:cNvSpPr/>
            <p:nvPr/>
          </p:nvSpPr>
          <p:spPr>
            <a:xfrm>
              <a:off x="6680606" y="1905638"/>
              <a:ext cx="6985" cy="5715"/>
            </a:xfrm>
            <a:custGeom>
              <a:avLst/>
              <a:gdLst/>
              <a:ahLst/>
              <a:cxnLst/>
              <a:rect l="l" t="t" r="r" b="b"/>
              <a:pathLst>
                <a:path w="6984" h="5714">
                  <a:moveTo>
                    <a:pt x="761" y="5334"/>
                  </a:moveTo>
                  <a:lnTo>
                    <a:pt x="0" y="762"/>
                  </a:lnTo>
                  <a:lnTo>
                    <a:pt x="6095" y="0"/>
                  </a:lnTo>
                  <a:lnTo>
                    <a:pt x="6857" y="4572"/>
                  </a:lnTo>
                  <a:lnTo>
                    <a:pt x="761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0" name="object 3460"/>
            <p:cNvSpPr/>
            <p:nvPr/>
          </p:nvSpPr>
          <p:spPr>
            <a:xfrm>
              <a:off x="6686702" y="1904114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4" h="6350">
                  <a:moveTo>
                    <a:pt x="6857" y="4572"/>
                  </a:moveTo>
                  <a:lnTo>
                    <a:pt x="5333" y="762"/>
                  </a:lnTo>
                  <a:lnTo>
                    <a:pt x="5333" y="0"/>
                  </a:lnTo>
                  <a:lnTo>
                    <a:pt x="0" y="1524"/>
                  </a:lnTo>
                  <a:lnTo>
                    <a:pt x="761" y="6096"/>
                  </a:lnTo>
                  <a:lnTo>
                    <a:pt x="6857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1" name="object 3461"/>
            <p:cNvSpPr/>
            <p:nvPr/>
          </p:nvSpPr>
          <p:spPr>
            <a:xfrm>
              <a:off x="6686702" y="1904114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4" h="6350">
                  <a:moveTo>
                    <a:pt x="761" y="6096"/>
                  </a:moveTo>
                  <a:lnTo>
                    <a:pt x="0" y="1524"/>
                  </a:lnTo>
                  <a:lnTo>
                    <a:pt x="5333" y="0"/>
                  </a:lnTo>
                  <a:lnTo>
                    <a:pt x="5333" y="762"/>
                  </a:lnTo>
                  <a:lnTo>
                    <a:pt x="6857" y="4572"/>
                  </a:lnTo>
                  <a:lnTo>
                    <a:pt x="761" y="60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2" name="object 3462"/>
            <p:cNvSpPr/>
            <p:nvPr/>
          </p:nvSpPr>
          <p:spPr>
            <a:xfrm>
              <a:off x="6692023" y="1902590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620" y="3810"/>
                  </a:moveTo>
                  <a:lnTo>
                    <a:pt x="5473" y="233"/>
                  </a:lnTo>
                  <a:lnTo>
                    <a:pt x="0" y="2286"/>
                  </a:lnTo>
                  <a:lnTo>
                    <a:pt x="1524" y="6096"/>
                  </a:lnTo>
                  <a:lnTo>
                    <a:pt x="7620" y="3810"/>
                  </a:lnTo>
                  <a:close/>
                </a:path>
                <a:path w="7620" h="6350">
                  <a:moveTo>
                    <a:pt x="6096" y="0"/>
                  </a:moveTo>
                  <a:lnTo>
                    <a:pt x="5334" y="0"/>
                  </a:lnTo>
                  <a:lnTo>
                    <a:pt x="5473" y="233"/>
                  </a:lnTo>
                  <a:lnTo>
                    <a:pt x="609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3" name="object 3463"/>
            <p:cNvSpPr/>
            <p:nvPr/>
          </p:nvSpPr>
          <p:spPr>
            <a:xfrm>
              <a:off x="6692023" y="1902590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1524" y="6096"/>
                  </a:moveTo>
                  <a:lnTo>
                    <a:pt x="0" y="2286"/>
                  </a:lnTo>
                  <a:lnTo>
                    <a:pt x="6096" y="0"/>
                  </a:lnTo>
                  <a:lnTo>
                    <a:pt x="5334" y="0"/>
                  </a:lnTo>
                  <a:lnTo>
                    <a:pt x="7620" y="3810"/>
                  </a:lnTo>
                  <a:lnTo>
                    <a:pt x="1524" y="60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4" name="object 3464"/>
            <p:cNvSpPr/>
            <p:nvPr/>
          </p:nvSpPr>
          <p:spPr>
            <a:xfrm>
              <a:off x="6697357" y="1899542"/>
              <a:ext cx="8890" cy="6985"/>
            </a:xfrm>
            <a:custGeom>
              <a:avLst/>
              <a:gdLst/>
              <a:ahLst/>
              <a:cxnLst/>
              <a:rect l="l" t="t" r="r" b="b"/>
              <a:pathLst>
                <a:path w="8890" h="6985">
                  <a:moveTo>
                    <a:pt x="8381" y="3810"/>
                  </a:moveTo>
                  <a:lnTo>
                    <a:pt x="5333" y="0"/>
                  </a:lnTo>
                  <a:lnTo>
                    <a:pt x="0" y="3048"/>
                  </a:lnTo>
                  <a:lnTo>
                    <a:pt x="2285" y="6858"/>
                  </a:lnTo>
                  <a:lnTo>
                    <a:pt x="838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5" name="object 3465"/>
            <p:cNvSpPr/>
            <p:nvPr/>
          </p:nvSpPr>
          <p:spPr>
            <a:xfrm>
              <a:off x="6697357" y="1899542"/>
              <a:ext cx="8890" cy="6985"/>
            </a:xfrm>
            <a:custGeom>
              <a:avLst/>
              <a:gdLst/>
              <a:ahLst/>
              <a:cxnLst/>
              <a:rect l="l" t="t" r="r" b="b"/>
              <a:pathLst>
                <a:path w="8890" h="6985">
                  <a:moveTo>
                    <a:pt x="2285" y="6858"/>
                  </a:moveTo>
                  <a:lnTo>
                    <a:pt x="0" y="3048"/>
                  </a:lnTo>
                  <a:lnTo>
                    <a:pt x="5333" y="0"/>
                  </a:lnTo>
                  <a:lnTo>
                    <a:pt x="8381" y="3810"/>
                  </a:lnTo>
                  <a:lnTo>
                    <a:pt x="2285" y="68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6" name="object 3466"/>
            <p:cNvSpPr/>
            <p:nvPr/>
          </p:nvSpPr>
          <p:spPr>
            <a:xfrm>
              <a:off x="6702704" y="1895732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90" h="7619">
                  <a:moveTo>
                    <a:pt x="8382" y="3810"/>
                  </a:moveTo>
                  <a:lnTo>
                    <a:pt x="4572" y="762"/>
                  </a:lnTo>
                  <a:lnTo>
                    <a:pt x="5334" y="0"/>
                  </a:lnTo>
                  <a:lnTo>
                    <a:pt x="0" y="3810"/>
                  </a:lnTo>
                  <a:lnTo>
                    <a:pt x="3048" y="7620"/>
                  </a:lnTo>
                  <a:lnTo>
                    <a:pt x="838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7" name="object 3467"/>
            <p:cNvSpPr/>
            <p:nvPr/>
          </p:nvSpPr>
          <p:spPr>
            <a:xfrm>
              <a:off x="6702704" y="1895732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90" h="7619">
                  <a:moveTo>
                    <a:pt x="3048" y="7620"/>
                  </a:moveTo>
                  <a:lnTo>
                    <a:pt x="0" y="3810"/>
                  </a:lnTo>
                  <a:lnTo>
                    <a:pt x="5334" y="0"/>
                  </a:lnTo>
                  <a:lnTo>
                    <a:pt x="4572" y="762"/>
                  </a:lnTo>
                  <a:lnTo>
                    <a:pt x="8382" y="3810"/>
                  </a:lnTo>
                  <a:lnTo>
                    <a:pt x="3048" y="76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8" name="object 3468"/>
            <p:cNvSpPr/>
            <p:nvPr/>
          </p:nvSpPr>
          <p:spPr>
            <a:xfrm>
              <a:off x="6707263" y="1891922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90" h="7619">
                  <a:moveTo>
                    <a:pt x="8381" y="3048"/>
                  </a:moveTo>
                  <a:lnTo>
                    <a:pt x="5333" y="0"/>
                  </a:lnTo>
                  <a:lnTo>
                    <a:pt x="0" y="4572"/>
                  </a:lnTo>
                  <a:lnTo>
                    <a:pt x="3809" y="7620"/>
                  </a:lnTo>
                  <a:lnTo>
                    <a:pt x="8381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9" name="object 3469"/>
            <p:cNvSpPr/>
            <p:nvPr/>
          </p:nvSpPr>
          <p:spPr>
            <a:xfrm>
              <a:off x="6707263" y="1891922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90" h="7619">
                  <a:moveTo>
                    <a:pt x="3809" y="7620"/>
                  </a:moveTo>
                  <a:lnTo>
                    <a:pt x="0" y="4572"/>
                  </a:lnTo>
                  <a:lnTo>
                    <a:pt x="5333" y="0"/>
                  </a:lnTo>
                  <a:lnTo>
                    <a:pt x="8381" y="3048"/>
                  </a:lnTo>
                  <a:lnTo>
                    <a:pt x="3809" y="76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0" name="object 3470"/>
            <p:cNvSpPr/>
            <p:nvPr/>
          </p:nvSpPr>
          <p:spPr>
            <a:xfrm>
              <a:off x="6712597" y="188735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20" y="3048"/>
                  </a:moveTo>
                  <a:lnTo>
                    <a:pt x="3537" y="326"/>
                  </a:lnTo>
                  <a:lnTo>
                    <a:pt x="0" y="4572"/>
                  </a:lnTo>
                  <a:lnTo>
                    <a:pt x="3048" y="7620"/>
                  </a:lnTo>
                  <a:lnTo>
                    <a:pt x="6858" y="3048"/>
                  </a:lnTo>
                  <a:lnTo>
                    <a:pt x="7620" y="3048"/>
                  </a:lnTo>
                  <a:close/>
                </a:path>
                <a:path w="7620" h="7619">
                  <a:moveTo>
                    <a:pt x="3810" y="0"/>
                  </a:moveTo>
                  <a:lnTo>
                    <a:pt x="3048" y="0"/>
                  </a:lnTo>
                  <a:lnTo>
                    <a:pt x="3537" y="32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1" name="object 3471"/>
            <p:cNvSpPr/>
            <p:nvPr/>
          </p:nvSpPr>
          <p:spPr>
            <a:xfrm>
              <a:off x="6712597" y="188735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3048" y="7620"/>
                  </a:moveTo>
                  <a:lnTo>
                    <a:pt x="0" y="4572"/>
                  </a:lnTo>
                  <a:lnTo>
                    <a:pt x="3810" y="0"/>
                  </a:lnTo>
                  <a:lnTo>
                    <a:pt x="3048" y="0"/>
                  </a:lnTo>
                  <a:lnTo>
                    <a:pt x="7620" y="3048"/>
                  </a:lnTo>
                  <a:lnTo>
                    <a:pt x="6858" y="3048"/>
                  </a:lnTo>
                  <a:lnTo>
                    <a:pt x="3048" y="76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2" name="object 3472"/>
            <p:cNvSpPr/>
            <p:nvPr/>
          </p:nvSpPr>
          <p:spPr>
            <a:xfrm>
              <a:off x="6715658" y="1882778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620" y="2286"/>
                  </a:moveTo>
                  <a:lnTo>
                    <a:pt x="7620" y="1524"/>
                  </a:lnTo>
                  <a:lnTo>
                    <a:pt x="3810" y="0"/>
                  </a:lnTo>
                  <a:lnTo>
                    <a:pt x="0" y="4572"/>
                  </a:lnTo>
                  <a:lnTo>
                    <a:pt x="4572" y="7620"/>
                  </a:lnTo>
                  <a:lnTo>
                    <a:pt x="7620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3" name="object 3473"/>
            <p:cNvSpPr/>
            <p:nvPr/>
          </p:nvSpPr>
          <p:spPr>
            <a:xfrm>
              <a:off x="6715658" y="1882778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4572" y="7620"/>
                  </a:moveTo>
                  <a:lnTo>
                    <a:pt x="0" y="4572"/>
                  </a:lnTo>
                  <a:lnTo>
                    <a:pt x="3810" y="0"/>
                  </a:lnTo>
                  <a:lnTo>
                    <a:pt x="7620" y="1524"/>
                  </a:lnTo>
                  <a:lnTo>
                    <a:pt x="7620" y="2286"/>
                  </a:lnTo>
                  <a:lnTo>
                    <a:pt x="4572" y="76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4" name="object 3474"/>
            <p:cNvSpPr/>
            <p:nvPr/>
          </p:nvSpPr>
          <p:spPr>
            <a:xfrm>
              <a:off x="6719468" y="1876682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6857" y="1524"/>
                  </a:moveTo>
                  <a:lnTo>
                    <a:pt x="2285" y="0"/>
                  </a:lnTo>
                  <a:lnTo>
                    <a:pt x="0" y="6096"/>
                  </a:lnTo>
                  <a:lnTo>
                    <a:pt x="3809" y="7620"/>
                  </a:lnTo>
                  <a:lnTo>
                    <a:pt x="6857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5" name="object 3475"/>
            <p:cNvSpPr/>
            <p:nvPr/>
          </p:nvSpPr>
          <p:spPr>
            <a:xfrm>
              <a:off x="6719468" y="1876682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4" h="7619">
                  <a:moveTo>
                    <a:pt x="3809" y="7620"/>
                  </a:moveTo>
                  <a:lnTo>
                    <a:pt x="0" y="6096"/>
                  </a:lnTo>
                  <a:lnTo>
                    <a:pt x="2285" y="0"/>
                  </a:lnTo>
                  <a:lnTo>
                    <a:pt x="6857" y="1524"/>
                  </a:lnTo>
                  <a:lnTo>
                    <a:pt x="3809" y="76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6" name="object 3476"/>
            <p:cNvSpPr/>
            <p:nvPr/>
          </p:nvSpPr>
          <p:spPr>
            <a:xfrm>
              <a:off x="6721754" y="1871348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5">
                  <a:moveTo>
                    <a:pt x="6096" y="762"/>
                  </a:moveTo>
                  <a:lnTo>
                    <a:pt x="1524" y="0"/>
                  </a:lnTo>
                  <a:lnTo>
                    <a:pt x="0" y="5334"/>
                  </a:lnTo>
                  <a:lnTo>
                    <a:pt x="4572" y="6858"/>
                  </a:lnTo>
                  <a:lnTo>
                    <a:pt x="6096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7" name="object 3477"/>
            <p:cNvSpPr/>
            <p:nvPr/>
          </p:nvSpPr>
          <p:spPr>
            <a:xfrm>
              <a:off x="6721754" y="1871348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5">
                  <a:moveTo>
                    <a:pt x="4572" y="6858"/>
                  </a:moveTo>
                  <a:lnTo>
                    <a:pt x="0" y="5334"/>
                  </a:lnTo>
                  <a:lnTo>
                    <a:pt x="1524" y="0"/>
                  </a:lnTo>
                  <a:lnTo>
                    <a:pt x="6096" y="762"/>
                  </a:lnTo>
                  <a:lnTo>
                    <a:pt x="4572" y="68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8" name="object 3478"/>
            <p:cNvSpPr/>
            <p:nvPr/>
          </p:nvSpPr>
          <p:spPr>
            <a:xfrm>
              <a:off x="6723278" y="1865252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5">
                  <a:moveTo>
                    <a:pt x="6096" y="762"/>
                  </a:moveTo>
                  <a:lnTo>
                    <a:pt x="1524" y="762"/>
                  </a:lnTo>
                  <a:lnTo>
                    <a:pt x="1524" y="0"/>
                  </a:lnTo>
                  <a:lnTo>
                    <a:pt x="0" y="6096"/>
                  </a:lnTo>
                  <a:lnTo>
                    <a:pt x="4572" y="6858"/>
                  </a:lnTo>
                  <a:lnTo>
                    <a:pt x="6096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9" name="object 3479"/>
            <p:cNvSpPr/>
            <p:nvPr/>
          </p:nvSpPr>
          <p:spPr>
            <a:xfrm>
              <a:off x="6723278" y="1865252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5">
                  <a:moveTo>
                    <a:pt x="4572" y="6858"/>
                  </a:moveTo>
                  <a:lnTo>
                    <a:pt x="0" y="6096"/>
                  </a:lnTo>
                  <a:lnTo>
                    <a:pt x="1524" y="0"/>
                  </a:lnTo>
                  <a:lnTo>
                    <a:pt x="1524" y="762"/>
                  </a:lnTo>
                  <a:lnTo>
                    <a:pt x="6096" y="762"/>
                  </a:lnTo>
                  <a:lnTo>
                    <a:pt x="4572" y="68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0" name="object 3480"/>
            <p:cNvSpPr/>
            <p:nvPr/>
          </p:nvSpPr>
          <p:spPr>
            <a:xfrm>
              <a:off x="6724790" y="1859918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1" y="0"/>
                  </a:moveTo>
                  <a:lnTo>
                    <a:pt x="4571" y="6096"/>
                  </a:lnTo>
                  <a:lnTo>
                    <a:pt x="0" y="6096"/>
                  </a:lnTo>
                  <a:lnTo>
                    <a:pt x="0" y="0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1" name="object 3481"/>
            <p:cNvSpPr/>
            <p:nvPr/>
          </p:nvSpPr>
          <p:spPr>
            <a:xfrm>
              <a:off x="6724790" y="1859918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1" y="0"/>
                  </a:moveTo>
                  <a:lnTo>
                    <a:pt x="4571" y="6096"/>
                  </a:lnTo>
                  <a:lnTo>
                    <a:pt x="0" y="6096"/>
                  </a:lnTo>
                  <a:lnTo>
                    <a:pt x="0" y="0"/>
                  </a:lnTo>
                  <a:lnTo>
                    <a:pt x="457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2" name="object 3482"/>
            <p:cNvSpPr/>
            <p:nvPr/>
          </p:nvSpPr>
          <p:spPr>
            <a:xfrm>
              <a:off x="6724790" y="1859156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4572" y="762"/>
                  </a:moveTo>
                  <a:lnTo>
                    <a:pt x="4572" y="0"/>
                  </a:lnTo>
                  <a:lnTo>
                    <a:pt x="0" y="762"/>
                  </a:lnTo>
                  <a:lnTo>
                    <a:pt x="4572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3" name="object 3483"/>
            <p:cNvSpPr/>
            <p:nvPr/>
          </p:nvSpPr>
          <p:spPr>
            <a:xfrm>
              <a:off x="6724790" y="1859156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4572" y="762"/>
                  </a:moveTo>
                  <a:lnTo>
                    <a:pt x="0" y="762"/>
                  </a:lnTo>
                  <a:lnTo>
                    <a:pt x="4572" y="0"/>
                  </a:lnTo>
                  <a:lnTo>
                    <a:pt x="4572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4" name="object 3484"/>
            <p:cNvSpPr/>
            <p:nvPr/>
          </p:nvSpPr>
          <p:spPr>
            <a:xfrm>
              <a:off x="6901573" y="1808102"/>
              <a:ext cx="203835" cy="109855"/>
            </a:xfrm>
            <a:custGeom>
              <a:avLst/>
              <a:gdLst/>
              <a:ahLst/>
              <a:cxnLst/>
              <a:rect l="l" t="t" r="r" b="b"/>
              <a:pathLst>
                <a:path w="203834" h="109855">
                  <a:moveTo>
                    <a:pt x="0" y="109728"/>
                  </a:moveTo>
                  <a:lnTo>
                    <a:pt x="0" y="0"/>
                  </a:lnTo>
                  <a:lnTo>
                    <a:pt x="203454" y="0"/>
                  </a:lnTo>
                  <a:lnTo>
                    <a:pt x="203454" y="109727"/>
                  </a:lnTo>
                  <a:lnTo>
                    <a:pt x="0" y="1097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5" name="object 3485"/>
            <p:cNvSpPr/>
            <p:nvPr/>
          </p:nvSpPr>
          <p:spPr>
            <a:xfrm>
              <a:off x="6901573" y="1808102"/>
              <a:ext cx="203835" cy="109855"/>
            </a:xfrm>
            <a:custGeom>
              <a:avLst/>
              <a:gdLst/>
              <a:ahLst/>
              <a:cxnLst/>
              <a:rect l="l" t="t" r="r" b="b"/>
              <a:pathLst>
                <a:path w="203834" h="109855">
                  <a:moveTo>
                    <a:pt x="0" y="109728"/>
                  </a:moveTo>
                  <a:lnTo>
                    <a:pt x="0" y="0"/>
                  </a:lnTo>
                  <a:lnTo>
                    <a:pt x="203454" y="0"/>
                  </a:lnTo>
                  <a:lnTo>
                    <a:pt x="203454" y="109727"/>
                  </a:lnTo>
                  <a:lnTo>
                    <a:pt x="0" y="109728"/>
                  </a:lnTo>
                  <a:close/>
                </a:path>
              </a:pathLst>
            </a:custGeom>
            <a:ln w="46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6" name="object 3486"/>
            <p:cNvSpPr/>
            <p:nvPr/>
          </p:nvSpPr>
          <p:spPr>
            <a:xfrm>
              <a:off x="6901561" y="1805828"/>
              <a:ext cx="205740" cy="5080"/>
            </a:xfrm>
            <a:custGeom>
              <a:avLst/>
              <a:gdLst/>
              <a:ahLst/>
              <a:cxnLst/>
              <a:rect l="l" t="t" r="r" b="b"/>
              <a:pathLst>
                <a:path w="205740" h="5080">
                  <a:moveTo>
                    <a:pt x="205740" y="0"/>
                  </a:moveTo>
                  <a:lnTo>
                    <a:pt x="20066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200660" y="4572"/>
                  </a:lnTo>
                  <a:lnTo>
                    <a:pt x="200660" y="2286"/>
                  </a:lnTo>
                  <a:lnTo>
                    <a:pt x="205740" y="2286"/>
                  </a:lnTo>
                  <a:lnTo>
                    <a:pt x="2057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7" name="object 3487"/>
            <p:cNvSpPr/>
            <p:nvPr/>
          </p:nvSpPr>
          <p:spPr>
            <a:xfrm>
              <a:off x="6901573" y="1805816"/>
              <a:ext cx="205740" cy="5080"/>
            </a:xfrm>
            <a:custGeom>
              <a:avLst/>
              <a:gdLst/>
              <a:ahLst/>
              <a:cxnLst/>
              <a:rect l="l" t="t" r="r" b="b"/>
              <a:pathLst>
                <a:path w="205740" h="5080">
                  <a:moveTo>
                    <a:pt x="0" y="4572"/>
                  </a:moveTo>
                  <a:lnTo>
                    <a:pt x="0" y="0"/>
                  </a:lnTo>
                  <a:lnTo>
                    <a:pt x="205740" y="0"/>
                  </a:lnTo>
                  <a:lnTo>
                    <a:pt x="205740" y="2286"/>
                  </a:lnTo>
                  <a:lnTo>
                    <a:pt x="201168" y="2286"/>
                  </a:lnTo>
                  <a:lnTo>
                    <a:pt x="201168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8" name="object 3488"/>
            <p:cNvSpPr/>
            <p:nvPr/>
          </p:nvSpPr>
          <p:spPr>
            <a:xfrm>
              <a:off x="7102742" y="1808114"/>
              <a:ext cx="5080" cy="112395"/>
            </a:xfrm>
            <a:custGeom>
              <a:avLst/>
              <a:gdLst/>
              <a:ahLst/>
              <a:cxnLst/>
              <a:rect l="l" t="t" r="r" b="b"/>
              <a:pathLst>
                <a:path w="5079" h="112394">
                  <a:moveTo>
                    <a:pt x="508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107442"/>
                  </a:lnTo>
                  <a:lnTo>
                    <a:pt x="2540" y="107442"/>
                  </a:lnTo>
                  <a:lnTo>
                    <a:pt x="2540" y="112014"/>
                  </a:lnTo>
                  <a:lnTo>
                    <a:pt x="5080" y="112014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9" name="object 3489"/>
            <p:cNvSpPr/>
            <p:nvPr/>
          </p:nvSpPr>
          <p:spPr>
            <a:xfrm>
              <a:off x="7102754" y="1808102"/>
              <a:ext cx="5080" cy="112395"/>
            </a:xfrm>
            <a:custGeom>
              <a:avLst/>
              <a:gdLst/>
              <a:ahLst/>
              <a:cxnLst/>
              <a:rect l="l" t="t" r="r" b="b"/>
              <a:pathLst>
                <a:path w="5079" h="112394">
                  <a:moveTo>
                    <a:pt x="0" y="0"/>
                  </a:moveTo>
                  <a:lnTo>
                    <a:pt x="4572" y="0"/>
                  </a:lnTo>
                  <a:lnTo>
                    <a:pt x="4572" y="112014"/>
                  </a:lnTo>
                  <a:lnTo>
                    <a:pt x="2286" y="112014"/>
                  </a:lnTo>
                  <a:lnTo>
                    <a:pt x="2286" y="107442"/>
                  </a:lnTo>
                  <a:lnTo>
                    <a:pt x="0" y="10744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0" name="object 3490"/>
            <p:cNvSpPr/>
            <p:nvPr/>
          </p:nvSpPr>
          <p:spPr>
            <a:xfrm>
              <a:off x="6898018" y="1915556"/>
              <a:ext cx="207010" cy="5080"/>
            </a:xfrm>
            <a:custGeom>
              <a:avLst/>
              <a:gdLst/>
              <a:ahLst/>
              <a:cxnLst/>
              <a:rect l="l" t="t" r="r" b="b"/>
              <a:pathLst>
                <a:path w="207009" h="5080">
                  <a:moveTo>
                    <a:pt x="207010" y="0"/>
                  </a:moveTo>
                  <a:lnTo>
                    <a:pt x="6350" y="0"/>
                  </a:lnTo>
                  <a:lnTo>
                    <a:pt x="6350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6350" y="4572"/>
                  </a:lnTo>
                  <a:lnTo>
                    <a:pt x="207010" y="4572"/>
                  </a:lnTo>
                  <a:lnTo>
                    <a:pt x="2070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1" name="object 3491"/>
            <p:cNvSpPr/>
            <p:nvPr/>
          </p:nvSpPr>
          <p:spPr>
            <a:xfrm>
              <a:off x="6898538" y="1915544"/>
              <a:ext cx="207010" cy="5080"/>
            </a:xfrm>
            <a:custGeom>
              <a:avLst/>
              <a:gdLst/>
              <a:ahLst/>
              <a:cxnLst/>
              <a:rect l="l" t="t" r="r" b="b"/>
              <a:pathLst>
                <a:path w="207009" h="5080">
                  <a:moveTo>
                    <a:pt x="206501" y="0"/>
                  </a:moveTo>
                  <a:lnTo>
                    <a:pt x="206501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5333" y="2286"/>
                  </a:lnTo>
                  <a:lnTo>
                    <a:pt x="5333" y="0"/>
                  </a:lnTo>
                  <a:lnTo>
                    <a:pt x="20650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2" name="object 3492"/>
            <p:cNvSpPr/>
            <p:nvPr/>
          </p:nvSpPr>
          <p:spPr>
            <a:xfrm>
              <a:off x="6898767" y="1805828"/>
              <a:ext cx="5080" cy="112395"/>
            </a:xfrm>
            <a:custGeom>
              <a:avLst/>
              <a:gdLst/>
              <a:ahLst/>
              <a:cxnLst/>
              <a:rect l="l" t="t" r="r" b="b"/>
              <a:pathLst>
                <a:path w="5079" h="112394">
                  <a:moveTo>
                    <a:pt x="5080" y="4572"/>
                  </a:moveTo>
                  <a:lnTo>
                    <a:pt x="2540" y="4572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12014"/>
                  </a:lnTo>
                  <a:lnTo>
                    <a:pt x="2540" y="112014"/>
                  </a:lnTo>
                  <a:lnTo>
                    <a:pt x="5080" y="112014"/>
                  </a:lnTo>
                  <a:lnTo>
                    <a:pt x="508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3" name="object 3493"/>
            <p:cNvSpPr/>
            <p:nvPr/>
          </p:nvSpPr>
          <p:spPr>
            <a:xfrm>
              <a:off x="6898525" y="1805816"/>
              <a:ext cx="5715" cy="112395"/>
            </a:xfrm>
            <a:custGeom>
              <a:avLst/>
              <a:gdLst/>
              <a:ahLst/>
              <a:cxnLst/>
              <a:rect l="l" t="t" r="r" b="b"/>
              <a:pathLst>
                <a:path w="5715" h="112394">
                  <a:moveTo>
                    <a:pt x="5333" y="112013"/>
                  </a:moveTo>
                  <a:lnTo>
                    <a:pt x="0" y="112013"/>
                  </a:lnTo>
                  <a:lnTo>
                    <a:pt x="0" y="0"/>
                  </a:lnTo>
                  <a:lnTo>
                    <a:pt x="3047" y="0"/>
                  </a:lnTo>
                  <a:lnTo>
                    <a:pt x="3047" y="4571"/>
                  </a:lnTo>
                  <a:lnTo>
                    <a:pt x="5333" y="4571"/>
                  </a:lnTo>
                  <a:lnTo>
                    <a:pt x="5333" y="11201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4" name="object 3494"/>
            <p:cNvSpPr/>
            <p:nvPr/>
          </p:nvSpPr>
          <p:spPr>
            <a:xfrm>
              <a:off x="7066940" y="1837058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09" h="5714">
                  <a:moveTo>
                    <a:pt x="3810" y="761"/>
                  </a:moveTo>
                  <a:lnTo>
                    <a:pt x="1524" y="0"/>
                  </a:lnTo>
                  <a:lnTo>
                    <a:pt x="0" y="4572"/>
                  </a:lnTo>
                  <a:lnTo>
                    <a:pt x="2286" y="5334"/>
                  </a:lnTo>
                  <a:lnTo>
                    <a:pt x="3810" y="7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5" name="object 3495"/>
            <p:cNvSpPr/>
            <p:nvPr/>
          </p:nvSpPr>
          <p:spPr>
            <a:xfrm>
              <a:off x="7066940" y="1837058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09" h="5714">
                  <a:moveTo>
                    <a:pt x="1524" y="0"/>
                  </a:moveTo>
                  <a:lnTo>
                    <a:pt x="3810" y="761"/>
                  </a:lnTo>
                  <a:lnTo>
                    <a:pt x="2286" y="5334"/>
                  </a:lnTo>
                  <a:lnTo>
                    <a:pt x="0" y="4572"/>
                  </a:lnTo>
                  <a:lnTo>
                    <a:pt x="152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6" name="object 3496"/>
            <p:cNvSpPr/>
            <p:nvPr/>
          </p:nvSpPr>
          <p:spPr>
            <a:xfrm>
              <a:off x="7061606" y="1834772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09" h="5714">
                  <a:moveTo>
                    <a:pt x="3809" y="1524"/>
                  </a:moveTo>
                  <a:lnTo>
                    <a:pt x="1523" y="0"/>
                  </a:lnTo>
                  <a:lnTo>
                    <a:pt x="0" y="4572"/>
                  </a:lnTo>
                  <a:lnTo>
                    <a:pt x="2285" y="5334"/>
                  </a:lnTo>
                  <a:lnTo>
                    <a:pt x="3809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7" name="object 3497"/>
            <p:cNvSpPr/>
            <p:nvPr/>
          </p:nvSpPr>
          <p:spPr>
            <a:xfrm>
              <a:off x="7061606" y="1834772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09" h="5714">
                  <a:moveTo>
                    <a:pt x="2285" y="5334"/>
                  </a:moveTo>
                  <a:lnTo>
                    <a:pt x="0" y="4572"/>
                  </a:lnTo>
                  <a:lnTo>
                    <a:pt x="1523" y="0"/>
                  </a:lnTo>
                  <a:lnTo>
                    <a:pt x="3809" y="1524"/>
                  </a:lnTo>
                  <a:lnTo>
                    <a:pt x="2285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8" name="object 3498"/>
            <p:cNvSpPr/>
            <p:nvPr/>
          </p:nvSpPr>
          <p:spPr>
            <a:xfrm>
              <a:off x="7066178" y="1837058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40" h="5080">
                  <a:moveTo>
                    <a:pt x="2285" y="0"/>
                  </a:moveTo>
                  <a:lnTo>
                    <a:pt x="1523" y="0"/>
                  </a:lnTo>
                  <a:lnTo>
                    <a:pt x="0" y="3810"/>
                  </a:lnTo>
                  <a:lnTo>
                    <a:pt x="761" y="4572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9" name="object 3499"/>
            <p:cNvSpPr/>
            <p:nvPr/>
          </p:nvSpPr>
          <p:spPr>
            <a:xfrm>
              <a:off x="7066178" y="1837058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40" h="5080">
                  <a:moveTo>
                    <a:pt x="2285" y="0"/>
                  </a:moveTo>
                  <a:lnTo>
                    <a:pt x="761" y="4572"/>
                  </a:lnTo>
                  <a:lnTo>
                    <a:pt x="0" y="3810"/>
                  </a:lnTo>
                  <a:lnTo>
                    <a:pt x="1523" y="0"/>
                  </a:lnTo>
                  <a:lnTo>
                    <a:pt x="228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0" name="object 3500"/>
            <p:cNvSpPr/>
            <p:nvPr/>
          </p:nvSpPr>
          <p:spPr>
            <a:xfrm>
              <a:off x="7064654" y="1836296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80">
                  <a:moveTo>
                    <a:pt x="3048" y="762"/>
                  </a:moveTo>
                  <a:lnTo>
                    <a:pt x="1524" y="0"/>
                  </a:lnTo>
                  <a:lnTo>
                    <a:pt x="0" y="4572"/>
                  </a:lnTo>
                  <a:lnTo>
                    <a:pt x="1524" y="4572"/>
                  </a:lnTo>
                  <a:lnTo>
                    <a:pt x="3048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1" name="object 3501"/>
            <p:cNvSpPr/>
            <p:nvPr/>
          </p:nvSpPr>
          <p:spPr>
            <a:xfrm>
              <a:off x="7064654" y="1836296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80">
                  <a:moveTo>
                    <a:pt x="3048" y="762"/>
                  </a:moveTo>
                  <a:lnTo>
                    <a:pt x="1524" y="4572"/>
                  </a:lnTo>
                  <a:lnTo>
                    <a:pt x="0" y="4572"/>
                  </a:lnTo>
                  <a:lnTo>
                    <a:pt x="1524" y="0"/>
                  </a:lnTo>
                  <a:lnTo>
                    <a:pt x="3048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2" name="object 3502"/>
            <p:cNvSpPr/>
            <p:nvPr/>
          </p:nvSpPr>
          <p:spPr>
            <a:xfrm>
              <a:off x="7063892" y="1836296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40" h="5080">
                  <a:moveTo>
                    <a:pt x="2285" y="0"/>
                  </a:moveTo>
                  <a:lnTo>
                    <a:pt x="1523" y="0"/>
                  </a:lnTo>
                  <a:lnTo>
                    <a:pt x="0" y="3810"/>
                  </a:lnTo>
                  <a:lnTo>
                    <a:pt x="761" y="4572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3" name="object 3503"/>
            <p:cNvSpPr/>
            <p:nvPr/>
          </p:nvSpPr>
          <p:spPr>
            <a:xfrm>
              <a:off x="7063892" y="1836296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40" h="5080">
                  <a:moveTo>
                    <a:pt x="2285" y="0"/>
                  </a:moveTo>
                  <a:lnTo>
                    <a:pt x="761" y="4572"/>
                  </a:lnTo>
                  <a:lnTo>
                    <a:pt x="0" y="3810"/>
                  </a:lnTo>
                  <a:lnTo>
                    <a:pt x="1523" y="0"/>
                  </a:lnTo>
                  <a:lnTo>
                    <a:pt x="228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4" name="object 3504"/>
            <p:cNvSpPr/>
            <p:nvPr/>
          </p:nvSpPr>
          <p:spPr>
            <a:xfrm>
              <a:off x="7064654" y="1835534"/>
              <a:ext cx="2540" cy="5715"/>
            </a:xfrm>
            <a:custGeom>
              <a:avLst/>
              <a:gdLst/>
              <a:ahLst/>
              <a:cxnLst/>
              <a:rect l="l" t="t" r="r" b="b"/>
              <a:pathLst>
                <a:path w="2540" h="5714">
                  <a:moveTo>
                    <a:pt x="2286" y="5334"/>
                  </a:moveTo>
                  <a:lnTo>
                    <a:pt x="2286" y="761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2286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5" name="object 3505"/>
            <p:cNvSpPr/>
            <p:nvPr/>
          </p:nvSpPr>
          <p:spPr>
            <a:xfrm>
              <a:off x="7064654" y="1835534"/>
              <a:ext cx="2540" cy="5715"/>
            </a:xfrm>
            <a:custGeom>
              <a:avLst/>
              <a:gdLst/>
              <a:ahLst/>
              <a:cxnLst/>
              <a:rect l="l" t="t" r="r" b="b"/>
              <a:pathLst>
                <a:path w="2540" h="5714">
                  <a:moveTo>
                    <a:pt x="0" y="0"/>
                  </a:moveTo>
                  <a:lnTo>
                    <a:pt x="2286" y="761"/>
                  </a:lnTo>
                  <a:lnTo>
                    <a:pt x="2286" y="5334"/>
                  </a:lnTo>
                  <a:lnTo>
                    <a:pt x="0" y="457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6" name="object 3506"/>
            <p:cNvSpPr/>
            <p:nvPr/>
          </p:nvSpPr>
          <p:spPr>
            <a:xfrm>
              <a:off x="6935102" y="1891160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80">
                  <a:moveTo>
                    <a:pt x="5333" y="2286"/>
                  </a:moveTo>
                  <a:lnTo>
                    <a:pt x="1523" y="0"/>
                  </a:lnTo>
                  <a:lnTo>
                    <a:pt x="0" y="1524"/>
                  </a:lnTo>
                  <a:lnTo>
                    <a:pt x="3809" y="4572"/>
                  </a:lnTo>
                  <a:lnTo>
                    <a:pt x="5333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7" name="object 3507"/>
            <p:cNvSpPr/>
            <p:nvPr/>
          </p:nvSpPr>
          <p:spPr>
            <a:xfrm>
              <a:off x="6935102" y="1891160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80">
                  <a:moveTo>
                    <a:pt x="5333" y="2286"/>
                  </a:moveTo>
                  <a:lnTo>
                    <a:pt x="3809" y="4572"/>
                  </a:lnTo>
                  <a:lnTo>
                    <a:pt x="0" y="1524"/>
                  </a:lnTo>
                  <a:lnTo>
                    <a:pt x="1523" y="0"/>
                  </a:lnTo>
                  <a:lnTo>
                    <a:pt x="5333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8" name="object 3508"/>
            <p:cNvSpPr/>
            <p:nvPr/>
          </p:nvSpPr>
          <p:spPr>
            <a:xfrm>
              <a:off x="7010552" y="1830962"/>
              <a:ext cx="54610" cy="9525"/>
            </a:xfrm>
            <a:custGeom>
              <a:avLst/>
              <a:gdLst/>
              <a:ahLst/>
              <a:cxnLst/>
              <a:rect l="l" t="t" r="r" b="b"/>
              <a:pathLst>
                <a:path w="54609" h="9525">
                  <a:moveTo>
                    <a:pt x="54101" y="9144"/>
                  </a:moveTo>
                  <a:lnTo>
                    <a:pt x="54101" y="4572"/>
                  </a:lnTo>
                  <a:lnTo>
                    <a:pt x="0" y="0"/>
                  </a:lnTo>
                  <a:lnTo>
                    <a:pt x="1523" y="4572"/>
                  </a:lnTo>
                  <a:lnTo>
                    <a:pt x="761" y="5334"/>
                  </a:lnTo>
                  <a:lnTo>
                    <a:pt x="54101" y="91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9" name="object 3509"/>
            <p:cNvSpPr/>
            <p:nvPr/>
          </p:nvSpPr>
          <p:spPr>
            <a:xfrm>
              <a:off x="7010552" y="1830962"/>
              <a:ext cx="54610" cy="9525"/>
            </a:xfrm>
            <a:custGeom>
              <a:avLst/>
              <a:gdLst/>
              <a:ahLst/>
              <a:cxnLst/>
              <a:rect l="l" t="t" r="r" b="b"/>
              <a:pathLst>
                <a:path w="54609" h="9525">
                  <a:moveTo>
                    <a:pt x="54101" y="4572"/>
                  </a:moveTo>
                  <a:lnTo>
                    <a:pt x="54101" y="9144"/>
                  </a:lnTo>
                  <a:lnTo>
                    <a:pt x="761" y="5334"/>
                  </a:lnTo>
                  <a:lnTo>
                    <a:pt x="1523" y="4572"/>
                  </a:lnTo>
                  <a:lnTo>
                    <a:pt x="0" y="0"/>
                  </a:lnTo>
                  <a:lnTo>
                    <a:pt x="54101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0" name="object 3510"/>
            <p:cNvSpPr/>
            <p:nvPr/>
          </p:nvSpPr>
          <p:spPr>
            <a:xfrm>
              <a:off x="6964070" y="1830962"/>
              <a:ext cx="48260" cy="24130"/>
            </a:xfrm>
            <a:custGeom>
              <a:avLst/>
              <a:gdLst/>
              <a:ahLst/>
              <a:cxnLst/>
              <a:rect l="l" t="t" r="r" b="b"/>
              <a:pathLst>
                <a:path w="48259" h="24130">
                  <a:moveTo>
                    <a:pt x="48005" y="4572"/>
                  </a:moveTo>
                  <a:lnTo>
                    <a:pt x="46481" y="0"/>
                  </a:lnTo>
                  <a:lnTo>
                    <a:pt x="0" y="20574"/>
                  </a:lnTo>
                  <a:lnTo>
                    <a:pt x="3546" y="23410"/>
                  </a:lnTo>
                  <a:lnTo>
                    <a:pt x="48005" y="4572"/>
                  </a:lnTo>
                  <a:close/>
                </a:path>
                <a:path w="48259" h="24130">
                  <a:moveTo>
                    <a:pt x="3809" y="23622"/>
                  </a:moveTo>
                  <a:lnTo>
                    <a:pt x="3546" y="23410"/>
                  </a:lnTo>
                  <a:lnTo>
                    <a:pt x="3047" y="23622"/>
                  </a:lnTo>
                  <a:lnTo>
                    <a:pt x="3809" y="2362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1" name="object 3511"/>
            <p:cNvSpPr/>
            <p:nvPr/>
          </p:nvSpPr>
          <p:spPr>
            <a:xfrm>
              <a:off x="6964070" y="1830962"/>
              <a:ext cx="48260" cy="24130"/>
            </a:xfrm>
            <a:custGeom>
              <a:avLst/>
              <a:gdLst/>
              <a:ahLst/>
              <a:cxnLst/>
              <a:rect l="l" t="t" r="r" b="b"/>
              <a:pathLst>
                <a:path w="48259" h="24130">
                  <a:moveTo>
                    <a:pt x="46481" y="0"/>
                  </a:moveTo>
                  <a:lnTo>
                    <a:pt x="48005" y="4572"/>
                  </a:lnTo>
                  <a:lnTo>
                    <a:pt x="3047" y="23622"/>
                  </a:lnTo>
                  <a:lnTo>
                    <a:pt x="3809" y="23622"/>
                  </a:lnTo>
                  <a:lnTo>
                    <a:pt x="0" y="20574"/>
                  </a:lnTo>
                  <a:lnTo>
                    <a:pt x="4648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2" name="object 3512"/>
            <p:cNvSpPr/>
            <p:nvPr/>
          </p:nvSpPr>
          <p:spPr>
            <a:xfrm>
              <a:off x="6936638" y="1851536"/>
              <a:ext cx="31750" cy="41910"/>
            </a:xfrm>
            <a:custGeom>
              <a:avLst/>
              <a:gdLst/>
              <a:ahLst/>
              <a:cxnLst/>
              <a:rect l="l" t="t" r="r" b="b"/>
              <a:pathLst>
                <a:path w="31750" h="41910">
                  <a:moveTo>
                    <a:pt x="31241" y="3047"/>
                  </a:moveTo>
                  <a:lnTo>
                    <a:pt x="27431" y="0"/>
                  </a:lnTo>
                  <a:lnTo>
                    <a:pt x="0" y="39624"/>
                  </a:lnTo>
                  <a:lnTo>
                    <a:pt x="3809" y="41910"/>
                  </a:lnTo>
                  <a:lnTo>
                    <a:pt x="31241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3" name="object 3513"/>
            <p:cNvSpPr/>
            <p:nvPr/>
          </p:nvSpPr>
          <p:spPr>
            <a:xfrm>
              <a:off x="6936638" y="1851536"/>
              <a:ext cx="31750" cy="41910"/>
            </a:xfrm>
            <a:custGeom>
              <a:avLst/>
              <a:gdLst/>
              <a:ahLst/>
              <a:cxnLst/>
              <a:rect l="l" t="t" r="r" b="b"/>
              <a:pathLst>
                <a:path w="31750" h="41910">
                  <a:moveTo>
                    <a:pt x="27431" y="0"/>
                  </a:moveTo>
                  <a:lnTo>
                    <a:pt x="31241" y="3047"/>
                  </a:lnTo>
                  <a:lnTo>
                    <a:pt x="3809" y="41910"/>
                  </a:lnTo>
                  <a:lnTo>
                    <a:pt x="0" y="39624"/>
                  </a:lnTo>
                  <a:lnTo>
                    <a:pt x="2743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4" name="object 3514"/>
            <p:cNvSpPr/>
            <p:nvPr/>
          </p:nvSpPr>
          <p:spPr>
            <a:xfrm>
              <a:off x="6935863" y="189041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2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4559" y="4572"/>
                  </a:lnTo>
                  <a:lnTo>
                    <a:pt x="4559" y="2286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5" name="object 3515"/>
            <p:cNvSpPr/>
            <p:nvPr/>
          </p:nvSpPr>
          <p:spPr>
            <a:xfrm>
              <a:off x="6935876" y="1892684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6" name="object 3516"/>
            <p:cNvSpPr/>
            <p:nvPr/>
          </p:nvSpPr>
          <p:spPr>
            <a:xfrm>
              <a:off x="6935876" y="1892684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572" y="0"/>
                  </a:move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7" name="object 3517"/>
            <p:cNvSpPr/>
            <p:nvPr/>
          </p:nvSpPr>
          <p:spPr>
            <a:xfrm>
              <a:off x="6935876" y="1892684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8" name="object 3518"/>
            <p:cNvSpPr/>
            <p:nvPr/>
          </p:nvSpPr>
          <p:spPr>
            <a:xfrm>
              <a:off x="6935876" y="1892684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572" y="0"/>
                  </a:move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9" name="object 3519"/>
            <p:cNvSpPr/>
            <p:nvPr/>
          </p:nvSpPr>
          <p:spPr>
            <a:xfrm>
              <a:off x="6935876" y="1892684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0" name="object 3520"/>
            <p:cNvSpPr/>
            <p:nvPr/>
          </p:nvSpPr>
          <p:spPr>
            <a:xfrm>
              <a:off x="7025030" y="187592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1523"/>
                  </a:moveTo>
                  <a:lnTo>
                    <a:pt x="3048" y="0"/>
                  </a:lnTo>
                  <a:lnTo>
                    <a:pt x="0" y="3810"/>
                  </a:lnTo>
                  <a:lnTo>
                    <a:pt x="2286" y="5334"/>
                  </a:lnTo>
                  <a:lnTo>
                    <a:pt x="4572" y="15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1" name="object 3521"/>
            <p:cNvSpPr/>
            <p:nvPr/>
          </p:nvSpPr>
          <p:spPr>
            <a:xfrm>
              <a:off x="7025030" y="187592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3048" y="0"/>
                  </a:moveTo>
                  <a:lnTo>
                    <a:pt x="4572" y="1523"/>
                  </a:lnTo>
                  <a:lnTo>
                    <a:pt x="2286" y="5334"/>
                  </a:lnTo>
                  <a:lnTo>
                    <a:pt x="0" y="3810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2" name="object 3522"/>
            <p:cNvSpPr/>
            <p:nvPr/>
          </p:nvSpPr>
          <p:spPr>
            <a:xfrm>
              <a:off x="6982345" y="184925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1524"/>
                  </a:moveTo>
                  <a:lnTo>
                    <a:pt x="2286" y="0"/>
                  </a:lnTo>
                  <a:lnTo>
                    <a:pt x="0" y="3810"/>
                  </a:lnTo>
                  <a:lnTo>
                    <a:pt x="1524" y="5334"/>
                  </a:lnTo>
                  <a:lnTo>
                    <a:pt x="4572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3" name="object 3523"/>
            <p:cNvSpPr/>
            <p:nvPr/>
          </p:nvSpPr>
          <p:spPr>
            <a:xfrm>
              <a:off x="6982345" y="184925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1524" y="5334"/>
                  </a:moveTo>
                  <a:lnTo>
                    <a:pt x="0" y="3810"/>
                  </a:lnTo>
                  <a:lnTo>
                    <a:pt x="2286" y="0"/>
                  </a:lnTo>
                  <a:lnTo>
                    <a:pt x="4572" y="1524"/>
                  </a:lnTo>
                  <a:lnTo>
                    <a:pt x="1524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4" name="object 3524"/>
            <p:cNvSpPr/>
            <p:nvPr/>
          </p:nvSpPr>
          <p:spPr>
            <a:xfrm>
              <a:off x="6983882" y="1850774"/>
              <a:ext cx="44450" cy="29209"/>
            </a:xfrm>
            <a:custGeom>
              <a:avLst/>
              <a:gdLst/>
              <a:ahLst/>
              <a:cxnLst/>
              <a:rect l="l" t="t" r="r" b="b"/>
              <a:pathLst>
                <a:path w="44450" h="29210">
                  <a:moveTo>
                    <a:pt x="44196" y="25146"/>
                  </a:moveTo>
                  <a:lnTo>
                    <a:pt x="3048" y="0"/>
                  </a:lnTo>
                  <a:lnTo>
                    <a:pt x="0" y="3810"/>
                  </a:lnTo>
                  <a:lnTo>
                    <a:pt x="41148" y="28956"/>
                  </a:lnTo>
                  <a:lnTo>
                    <a:pt x="44196" y="2514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5" name="object 3525"/>
            <p:cNvSpPr/>
            <p:nvPr/>
          </p:nvSpPr>
          <p:spPr>
            <a:xfrm>
              <a:off x="6983882" y="1850774"/>
              <a:ext cx="44450" cy="29209"/>
            </a:xfrm>
            <a:custGeom>
              <a:avLst/>
              <a:gdLst/>
              <a:ahLst/>
              <a:cxnLst/>
              <a:rect l="l" t="t" r="r" b="b"/>
              <a:pathLst>
                <a:path w="44450" h="29210">
                  <a:moveTo>
                    <a:pt x="44196" y="25146"/>
                  </a:moveTo>
                  <a:lnTo>
                    <a:pt x="41148" y="28956"/>
                  </a:lnTo>
                  <a:lnTo>
                    <a:pt x="0" y="3810"/>
                  </a:lnTo>
                  <a:lnTo>
                    <a:pt x="3048" y="0"/>
                  </a:lnTo>
                  <a:lnTo>
                    <a:pt x="44196" y="2514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6" name="object 3526"/>
            <p:cNvSpPr/>
            <p:nvPr/>
          </p:nvSpPr>
          <p:spPr>
            <a:xfrm>
              <a:off x="6975500" y="1843916"/>
              <a:ext cx="17145" cy="18415"/>
            </a:xfrm>
            <a:custGeom>
              <a:avLst/>
              <a:gdLst/>
              <a:ahLst/>
              <a:cxnLst/>
              <a:rect l="l" t="t" r="r" b="b"/>
              <a:pathLst>
                <a:path w="17145" h="18414">
                  <a:moveTo>
                    <a:pt x="16764" y="3048"/>
                  </a:moveTo>
                  <a:lnTo>
                    <a:pt x="16764" y="1524"/>
                  </a:lnTo>
                  <a:lnTo>
                    <a:pt x="762" y="0"/>
                  </a:lnTo>
                  <a:lnTo>
                    <a:pt x="0" y="1524"/>
                  </a:lnTo>
                  <a:lnTo>
                    <a:pt x="3810" y="17526"/>
                  </a:lnTo>
                  <a:lnTo>
                    <a:pt x="3810" y="18288"/>
                  </a:lnTo>
                  <a:lnTo>
                    <a:pt x="1676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7" name="object 3527"/>
            <p:cNvSpPr/>
            <p:nvPr/>
          </p:nvSpPr>
          <p:spPr>
            <a:xfrm>
              <a:off x="6975500" y="1843916"/>
              <a:ext cx="17145" cy="18415"/>
            </a:xfrm>
            <a:custGeom>
              <a:avLst/>
              <a:gdLst/>
              <a:ahLst/>
              <a:cxnLst/>
              <a:rect l="l" t="t" r="r" b="b"/>
              <a:pathLst>
                <a:path w="17145" h="18414">
                  <a:moveTo>
                    <a:pt x="16764" y="1524"/>
                  </a:moveTo>
                  <a:lnTo>
                    <a:pt x="762" y="0"/>
                  </a:lnTo>
                  <a:lnTo>
                    <a:pt x="0" y="1524"/>
                  </a:lnTo>
                  <a:lnTo>
                    <a:pt x="3810" y="17526"/>
                  </a:lnTo>
                  <a:lnTo>
                    <a:pt x="3810" y="18288"/>
                  </a:lnTo>
                  <a:lnTo>
                    <a:pt x="16764" y="3048"/>
                  </a:lnTo>
                  <a:lnTo>
                    <a:pt x="16764" y="1524"/>
                  </a:lnTo>
                  <a:close/>
                </a:path>
              </a:pathLst>
            </a:custGeom>
            <a:ln w="46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8" name="object 3528"/>
            <p:cNvSpPr/>
            <p:nvPr/>
          </p:nvSpPr>
          <p:spPr>
            <a:xfrm>
              <a:off x="6974738" y="1841630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17525" y="6096"/>
                  </a:moveTo>
                  <a:lnTo>
                    <a:pt x="17525" y="1524"/>
                  </a:lnTo>
                  <a:lnTo>
                    <a:pt x="761" y="0"/>
                  </a:lnTo>
                  <a:lnTo>
                    <a:pt x="0" y="1524"/>
                  </a:lnTo>
                  <a:lnTo>
                    <a:pt x="3809" y="3810"/>
                  </a:lnTo>
                  <a:lnTo>
                    <a:pt x="3047" y="4572"/>
                  </a:lnTo>
                  <a:lnTo>
                    <a:pt x="17525" y="60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9" name="object 3529"/>
            <p:cNvSpPr/>
            <p:nvPr/>
          </p:nvSpPr>
          <p:spPr>
            <a:xfrm>
              <a:off x="6974738" y="1841630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17525" y="1524"/>
                  </a:moveTo>
                  <a:lnTo>
                    <a:pt x="17525" y="6096"/>
                  </a:lnTo>
                  <a:lnTo>
                    <a:pt x="3047" y="4572"/>
                  </a:lnTo>
                  <a:lnTo>
                    <a:pt x="3809" y="3810"/>
                  </a:lnTo>
                  <a:lnTo>
                    <a:pt x="0" y="1524"/>
                  </a:lnTo>
                  <a:lnTo>
                    <a:pt x="761" y="0"/>
                  </a:lnTo>
                  <a:lnTo>
                    <a:pt x="17525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0" name="object 3530"/>
            <p:cNvSpPr/>
            <p:nvPr/>
          </p:nvSpPr>
          <p:spPr>
            <a:xfrm>
              <a:off x="6973214" y="1843154"/>
              <a:ext cx="5715" cy="2540"/>
            </a:xfrm>
            <a:custGeom>
              <a:avLst/>
              <a:gdLst/>
              <a:ahLst/>
              <a:cxnLst/>
              <a:rect l="l" t="t" r="r" b="b"/>
              <a:pathLst>
                <a:path w="5715" h="2539">
                  <a:moveTo>
                    <a:pt x="4174" y="1590"/>
                  </a:moveTo>
                  <a:lnTo>
                    <a:pt x="1524" y="0"/>
                  </a:lnTo>
                  <a:lnTo>
                    <a:pt x="0" y="1524"/>
                  </a:lnTo>
                  <a:lnTo>
                    <a:pt x="0" y="2286"/>
                  </a:lnTo>
                  <a:lnTo>
                    <a:pt x="4174" y="1590"/>
                  </a:lnTo>
                  <a:close/>
                </a:path>
                <a:path w="5715" h="2539">
                  <a:moveTo>
                    <a:pt x="4572" y="1828"/>
                  </a:moveTo>
                  <a:lnTo>
                    <a:pt x="4572" y="1523"/>
                  </a:lnTo>
                  <a:lnTo>
                    <a:pt x="4174" y="1590"/>
                  </a:lnTo>
                  <a:lnTo>
                    <a:pt x="4572" y="1828"/>
                  </a:lnTo>
                  <a:close/>
                </a:path>
                <a:path w="5715" h="2539">
                  <a:moveTo>
                    <a:pt x="5334" y="2285"/>
                  </a:moveTo>
                  <a:lnTo>
                    <a:pt x="4572" y="1828"/>
                  </a:lnTo>
                  <a:lnTo>
                    <a:pt x="4572" y="2285"/>
                  </a:lnTo>
                  <a:lnTo>
                    <a:pt x="5334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1" name="object 3531"/>
            <p:cNvSpPr/>
            <p:nvPr/>
          </p:nvSpPr>
          <p:spPr>
            <a:xfrm>
              <a:off x="6973214" y="1843154"/>
              <a:ext cx="5715" cy="2540"/>
            </a:xfrm>
            <a:custGeom>
              <a:avLst/>
              <a:gdLst/>
              <a:ahLst/>
              <a:cxnLst/>
              <a:rect l="l" t="t" r="r" b="b"/>
              <a:pathLst>
                <a:path w="5715" h="2539">
                  <a:moveTo>
                    <a:pt x="1524" y="0"/>
                  </a:moveTo>
                  <a:lnTo>
                    <a:pt x="5334" y="2285"/>
                  </a:lnTo>
                  <a:lnTo>
                    <a:pt x="4572" y="2285"/>
                  </a:lnTo>
                  <a:lnTo>
                    <a:pt x="4572" y="1523"/>
                  </a:lnTo>
                  <a:lnTo>
                    <a:pt x="0" y="2286"/>
                  </a:lnTo>
                  <a:lnTo>
                    <a:pt x="0" y="1524"/>
                  </a:lnTo>
                  <a:lnTo>
                    <a:pt x="152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2" name="object 3532"/>
            <p:cNvSpPr/>
            <p:nvPr/>
          </p:nvSpPr>
          <p:spPr>
            <a:xfrm>
              <a:off x="6973214" y="1844678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90" h="17144">
                  <a:moveTo>
                    <a:pt x="8382" y="16764"/>
                  </a:moveTo>
                  <a:lnTo>
                    <a:pt x="8382" y="16002"/>
                  </a:lnTo>
                  <a:lnTo>
                    <a:pt x="4572" y="0"/>
                  </a:lnTo>
                  <a:lnTo>
                    <a:pt x="0" y="762"/>
                  </a:lnTo>
                  <a:lnTo>
                    <a:pt x="3810" y="16764"/>
                  </a:lnTo>
                  <a:lnTo>
                    <a:pt x="8382" y="167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3" name="object 3533"/>
            <p:cNvSpPr/>
            <p:nvPr/>
          </p:nvSpPr>
          <p:spPr>
            <a:xfrm>
              <a:off x="6973214" y="1844678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90" h="17144">
                  <a:moveTo>
                    <a:pt x="0" y="762"/>
                  </a:moveTo>
                  <a:lnTo>
                    <a:pt x="4572" y="0"/>
                  </a:lnTo>
                  <a:lnTo>
                    <a:pt x="8382" y="16002"/>
                  </a:lnTo>
                  <a:lnTo>
                    <a:pt x="8382" y="16764"/>
                  </a:lnTo>
                  <a:lnTo>
                    <a:pt x="3810" y="16764"/>
                  </a:lnTo>
                  <a:lnTo>
                    <a:pt x="0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4" name="object 3534"/>
            <p:cNvSpPr/>
            <p:nvPr/>
          </p:nvSpPr>
          <p:spPr>
            <a:xfrm>
              <a:off x="6977011" y="1856108"/>
              <a:ext cx="5080" cy="12700"/>
            </a:xfrm>
            <a:custGeom>
              <a:avLst/>
              <a:gdLst/>
              <a:ahLst/>
              <a:cxnLst/>
              <a:rect l="l" t="t" r="r" b="b"/>
              <a:pathLst>
                <a:path w="5079" h="12700">
                  <a:moveTo>
                    <a:pt x="4572" y="5334"/>
                  </a:moveTo>
                  <a:lnTo>
                    <a:pt x="4572" y="0"/>
                  </a:lnTo>
                  <a:lnTo>
                    <a:pt x="0" y="4572"/>
                  </a:lnTo>
                  <a:lnTo>
                    <a:pt x="952" y="5334"/>
                  </a:lnTo>
                  <a:lnTo>
                    <a:pt x="4572" y="5334"/>
                  </a:lnTo>
                  <a:close/>
                </a:path>
                <a:path w="5079" h="12700">
                  <a:moveTo>
                    <a:pt x="3810" y="7620"/>
                  </a:moveTo>
                  <a:lnTo>
                    <a:pt x="952" y="5334"/>
                  </a:lnTo>
                  <a:lnTo>
                    <a:pt x="0" y="5334"/>
                  </a:lnTo>
                  <a:lnTo>
                    <a:pt x="0" y="12192"/>
                  </a:lnTo>
                  <a:lnTo>
                    <a:pt x="3810" y="76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5" name="object 3535"/>
            <p:cNvSpPr/>
            <p:nvPr/>
          </p:nvSpPr>
          <p:spPr>
            <a:xfrm>
              <a:off x="6977011" y="1856108"/>
              <a:ext cx="5080" cy="12700"/>
            </a:xfrm>
            <a:custGeom>
              <a:avLst/>
              <a:gdLst/>
              <a:ahLst/>
              <a:cxnLst/>
              <a:rect l="l" t="t" r="r" b="b"/>
              <a:pathLst>
                <a:path w="5079" h="12700">
                  <a:moveTo>
                    <a:pt x="0" y="5334"/>
                  </a:moveTo>
                  <a:lnTo>
                    <a:pt x="4572" y="5334"/>
                  </a:lnTo>
                  <a:lnTo>
                    <a:pt x="4572" y="0"/>
                  </a:lnTo>
                  <a:lnTo>
                    <a:pt x="0" y="4572"/>
                  </a:lnTo>
                  <a:lnTo>
                    <a:pt x="3810" y="7620"/>
                  </a:lnTo>
                  <a:lnTo>
                    <a:pt x="0" y="12192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6" name="object 3536"/>
            <p:cNvSpPr/>
            <p:nvPr/>
          </p:nvSpPr>
          <p:spPr>
            <a:xfrm>
              <a:off x="6977011" y="1846202"/>
              <a:ext cx="18415" cy="17780"/>
            </a:xfrm>
            <a:custGeom>
              <a:avLst/>
              <a:gdLst/>
              <a:ahLst/>
              <a:cxnLst/>
              <a:rect l="l" t="t" r="r" b="b"/>
              <a:pathLst>
                <a:path w="18415" h="17780">
                  <a:moveTo>
                    <a:pt x="18287" y="1523"/>
                  </a:moveTo>
                  <a:lnTo>
                    <a:pt x="18287" y="761"/>
                  </a:lnTo>
                  <a:lnTo>
                    <a:pt x="12953" y="761"/>
                  </a:lnTo>
                  <a:lnTo>
                    <a:pt x="12953" y="0"/>
                  </a:lnTo>
                  <a:lnTo>
                    <a:pt x="0" y="14477"/>
                  </a:lnTo>
                  <a:lnTo>
                    <a:pt x="3809" y="17525"/>
                  </a:lnTo>
                  <a:lnTo>
                    <a:pt x="18287" y="15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7" name="object 3537"/>
            <p:cNvSpPr/>
            <p:nvPr/>
          </p:nvSpPr>
          <p:spPr>
            <a:xfrm>
              <a:off x="6977011" y="1846202"/>
              <a:ext cx="18415" cy="17780"/>
            </a:xfrm>
            <a:custGeom>
              <a:avLst/>
              <a:gdLst/>
              <a:ahLst/>
              <a:cxnLst/>
              <a:rect l="l" t="t" r="r" b="b"/>
              <a:pathLst>
                <a:path w="18415" h="17780">
                  <a:moveTo>
                    <a:pt x="3809" y="17525"/>
                  </a:moveTo>
                  <a:lnTo>
                    <a:pt x="0" y="14477"/>
                  </a:lnTo>
                  <a:lnTo>
                    <a:pt x="12953" y="0"/>
                  </a:lnTo>
                  <a:lnTo>
                    <a:pt x="12953" y="761"/>
                  </a:lnTo>
                  <a:lnTo>
                    <a:pt x="18287" y="761"/>
                  </a:lnTo>
                  <a:lnTo>
                    <a:pt x="18287" y="1523"/>
                  </a:lnTo>
                  <a:lnTo>
                    <a:pt x="3809" y="1752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8" name="object 3538"/>
            <p:cNvSpPr/>
            <p:nvPr/>
          </p:nvSpPr>
          <p:spPr>
            <a:xfrm>
              <a:off x="6989965" y="184315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80">
                  <a:moveTo>
                    <a:pt x="2285" y="4572"/>
                  </a:moveTo>
                  <a:lnTo>
                    <a:pt x="2285" y="3810"/>
                  </a:lnTo>
                  <a:lnTo>
                    <a:pt x="0" y="3810"/>
                  </a:lnTo>
                  <a:lnTo>
                    <a:pt x="0" y="4572"/>
                  </a:lnTo>
                  <a:lnTo>
                    <a:pt x="2285" y="4572"/>
                  </a:lnTo>
                  <a:close/>
                </a:path>
                <a:path w="5715" h="5080">
                  <a:moveTo>
                    <a:pt x="5333" y="3810"/>
                  </a:moveTo>
                  <a:lnTo>
                    <a:pt x="5333" y="762"/>
                  </a:lnTo>
                  <a:lnTo>
                    <a:pt x="2285" y="0"/>
                  </a:lnTo>
                  <a:lnTo>
                    <a:pt x="2285" y="3810"/>
                  </a:lnTo>
                  <a:lnTo>
                    <a:pt x="5333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9" name="object 3539"/>
            <p:cNvSpPr/>
            <p:nvPr/>
          </p:nvSpPr>
          <p:spPr>
            <a:xfrm>
              <a:off x="6989965" y="184315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80">
                  <a:moveTo>
                    <a:pt x="5333" y="3810"/>
                  </a:moveTo>
                  <a:lnTo>
                    <a:pt x="0" y="3810"/>
                  </a:lnTo>
                  <a:lnTo>
                    <a:pt x="0" y="4572"/>
                  </a:lnTo>
                  <a:lnTo>
                    <a:pt x="2285" y="4572"/>
                  </a:lnTo>
                  <a:lnTo>
                    <a:pt x="2285" y="0"/>
                  </a:lnTo>
                  <a:lnTo>
                    <a:pt x="5333" y="762"/>
                  </a:lnTo>
                  <a:lnTo>
                    <a:pt x="5333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0" name="object 3540"/>
            <p:cNvSpPr/>
            <p:nvPr/>
          </p:nvSpPr>
          <p:spPr>
            <a:xfrm>
              <a:off x="7145426" y="1804292"/>
              <a:ext cx="178435" cy="111760"/>
            </a:xfrm>
            <a:custGeom>
              <a:avLst/>
              <a:gdLst/>
              <a:ahLst/>
              <a:cxnLst/>
              <a:rect l="l" t="t" r="r" b="b"/>
              <a:pathLst>
                <a:path w="178434" h="111760">
                  <a:moveTo>
                    <a:pt x="0" y="111252"/>
                  </a:moveTo>
                  <a:lnTo>
                    <a:pt x="0" y="0"/>
                  </a:lnTo>
                  <a:lnTo>
                    <a:pt x="178308" y="0"/>
                  </a:lnTo>
                  <a:lnTo>
                    <a:pt x="178308" y="111252"/>
                  </a:lnTo>
                  <a:lnTo>
                    <a:pt x="0" y="111252"/>
                  </a:lnTo>
                  <a:close/>
                </a:path>
              </a:pathLst>
            </a:custGeom>
            <a:ln w="46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1" name="object 3541"/>
            <p:cNvSpPr/>
            <p:nvPr/>
          </p:nvSpPr>
          <p:spPr>
            <a:xfrm>
              <a:off x="7145413" y="1802018"/>
              <a:ext cx="181610" cy="5080"/>
            </a:xfrm>
            <a:custGeom>
              <a:avLst/>
              <a:gdLst/>
              <a:ahLst/>
              <a:cxnLst/>
              <a:rect l="l" t="t" r="r" b="b"/>
              <a:pathLst>
                <a:path w="181609" h="5080">
                  <a:moveTo>
                    <a:pt x="181610" y="0"/>
                  </a:moveTo>
                  <a:lnTo>
                    <a:pt x="17653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176530" y="4572"/>
                  </a:lnTo>
                  <a:lnTo>
                    <a:pt x="176530" y="2286"/>
                  </a:lnTo>
                  <a:lnTo>
                    <a:pt x="181610" y="2286"/>
                  </a:lnTo>
                  <a:lnTo>
                    <a:pt x="1816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2" name="object 3542"/>
            <p:cNvSpPr/>
            <p:nvPr/>
          </p:nvSpPr>
          <p:spPr>
            <a:xfrm>
              <a:off x="7145426" y="1802006"/>
              <a:ext cx="181610" cy="5080"/>
            </a:xfrm>
            <a:custGeom>
              <a:avLst/>
              <a:gdLst/>
              <a:ahLst/>
              <a:cxnLst/>
              <a:rect l="l" t="t" r="r" b="b"/>
              <a:pathLst>
                <a:path w="181609" h="5080">
                  <a:moveTo>
                    <a:pt x="0" y="4572"/>
                  </a:moveTo>
                  <a:lnTo>
                    <a:pt x="0" y="0"/>
                  </a:lnTo>
                  <a:lnTo>
                    <a:pt x="181356" y="0"/>
                  </a:lnTo>
                  <a:lnTo>
                    <a:pt x="181356" y="2286"/>
                  </a:lnTo>
                  <a:lnTo>
                    <a:pt x="176022" y="2286"/>
                  </a:lnTo>
                  <a:lnTo>
                    <a:pt x="176022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3" name="object 3543"/>
            <p:cNvSpPr/>
            <p:nvPr/>
          </p:nvSpPr>
          <p:spPr>
            <a:xfrm>
              <a:off x="7321423" y="1804304"/>
              <a:ext cx="5080" cy="113664"/>
            </a:xfrm>
            <a:custGeom>
              <a:avLst/>
              <a:gdLst/>
              <a:ahLst/>
              <a:cxnLst/>
              <a:rect l="l" t="t" r="r" b="b"/>
              <a:pathLst>
                <a:path w="5079" h="113664">
                  <a:moveTo>
                    <a:pt x="508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108966"/>
                  </a:lnTo>
                  <a:lnTo>
                    <a:pt x="2540" y="108966"/>
                  </a:lnTo>
                  <a:lnTo>
                    <a:pt x="2540" y="113538"/>
                  </a:lnTo>
                  <a:lnTo>
                    <a:pt x="5080" y="113538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4" name="object 3544"/>
            <p:cNvSpPr/>
            <p:nvPr/>
          </p:nvSpPr>
          <p:spPr>
            <a:xfrm>
              <a:off x="7321435" y="1804292"/>
              <a:ext cx="5715" cy="113664"/>
            </a:xfrm>
            <a:custGeom>
              <a:avLst/>
              <a:gdLst/>
              <a:ahLst/>
              <a:cxnLst/>
              <a:rect l="l" t="t" r="r" b="b"/>
              <a:pathLst>
                <a:path w="5715" h="113664">
                  <a:moveTo>
                    <a:pt x="0" y="0"/>
                  </a:moveTo>
                  <a:lnTo>
                    <a:pt x="5334" y="0"/>
                  </a:lnTo>
                  <a:lnTo>
                    <a:pt x="5334" y="113538"/>
                  </a:lnTo>
                  <a:lnTo>
                    <a:pt x="2286" y="113538"/>
                  </a:lnTo>
                  <a:lnTo>
                    <a:pt x="2286" y="108966"/>
                  </a:lnTo>
                  <a:lnTo>
                    <a:pt x="0" y="10896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5" name="object 3545"/>
            <p:cNvSpPr/>
            <p:nvPr/>
          </p:nvSpPr>
          <p:spPr>
            <a:xfrm>
              <a:off x="7143369" y="1913270"/>
              <a:ext cx="180340" cy="5080"/>
            </a:xfrm>
            <a:custGeom>
              <a:avLst/>
              <a:gdLst/>
              <a:ahLst/>
              <a:cxnLst/>
              <a:rect l="l" t="t" r="r" b="b"/>
              <a:pathLst>
                <a:path w="180340" h="5080">
                  <a:moveTo>
                    <a:pt x="180340" y="0"/>
                  </a:moveTo>
                  <a:lnTo>
                    <a:pt x="3810" y="0"/>
                  </a:lnTo>
                  <a:lnTo>
                    <a:pt x="3810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3810" y="4572"/>
                  </a:lnTo>
                  <a:lnTo>
                    <a:pt x="180340" y="4572"/>
                  </a:lnTo>
                  <a:lnTo>
                    <a:pt x="1803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6" name="object 3546"/>
            <p:cNvSpPr/>
            <p:nvPr/>
          </p:nvSpPr>
          <p:spPr>
            <a:xfrm>
              <a:off x="7143127" y="1913258"/>
              <a:ext cx="180975" cy="5080"/>
            </a:xfrm>
            <a:custGeom>
              <a:avLst/>
              <a:gdLst/>
              <a:ahLst/>
              <a:cxnLst/>
              <a:rect l="l" t="t" r="r" b="b"/>
              <a:pathLst>
                <a:path w="180975" h="5080">
                  <a:moveTo>
                    <a:pt x="180594" y="0"/>
                  </a:moveTo>
                  <a:lnTo>
                    <a:pt x="180594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2" y="2286"/>
                  </a:lnTo>
                  <a:lnTo>
                    <a:pt x="4572" y="0"/>
                  </a:lnTo>
                  <a:lnTo>
                    <a:pt x="18059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7" name="object 3547"/>
            <p:cNvSpPr/>
            <p:nvPr/>
          </p:nvSpPr>
          <p:spPr>
            <a:xfrm>
              <a:off x="7142607" y="1802018"/>
              <a:ext cx="5080" cy="113664"/>
            </a:xfrm>
            <a:custGeom>
              <a:avLst/>
              <a:gdLst/>
              <a:ahLst/>
              <a:cxnLst/>
              <a:rect l="l" t="t" r="r" b="b"/>
              <a:pathLst>
                <a:path w="5079" h="113664">
                  <a:moveTo>
                    <a:pt x="5080" y="4572"/>
                  </a:moveTo>
                  <a:lnTo>
                    <a:pt x="2540" y="4572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13538"/>
                  </a:lnTo>
                  <a:lnTo>
                    <a:pt x="2540" y="113538"/>
                  </a:lnTo>
                  <a:lnTo>
                    <a:pt x="5080" y="113538"/>
                  </a:lnTo>
                  <a:lnTo>
                    <a:pt x="508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8" name="object 3548"/>
            <p:cNvSpPr/>
            <p:nvPr/>
          </p:nvSpPr>
          <p:spPr>
            <a:xfrm>
              <a:off x="7143127" y="1802006"/>
              <a:ext cx="5080" cy="113664"/>
            </a:xfrm>
            <a:custGeom>
              <a:avLst/>
              <a:gdLst/>
              <a:ahLst/>
              <a:cxnLst/>
              <a:rect l="l" t="t" r="r" b="b"/>
              <a:pathLst>
                <a:path w="5079" h="113664">
                  <a:moveTo>
                    <a:pt x="4572" y="113537"/>
                  </a:moveTo>
                  <a:lnTo>
                    <a:pt x="0" y="113537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1353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9" name="object 3549"/>
            <p:cNvSpPr/>
            <p:nvPr/>
          </p:nvSpPr>
          <p:spPr>
            <a:xfrm>
              <a:off x="7222388" y="1812674"/>
              <a:ext cx="27940" cy="24765"/>
            </a:xfrm>
            <a:custGeom>
              <a:avLst/>
              <a:gdLst/>
              <a:ahLst/>
              <a:cxnLst/>
              <a:rect l="l" t="t" r="r" b="b"/>
              <a:pathLst>
                <a:path w="27940" h="24764">
                  <a:moveTo>
                    <a:pt x="27431" y="12191"/>
                  </a:moveTo>
                  <a:lnTo>
                    <a:pt x="16001" y="0"/>
                  </a:lnTo>
                  <a:lnTo>
                    <a:pt x="12953" y="0"/>
                  </a:lnTo>
                  <a:lnTo>
                    <a:pt x="9905" y="761"/>
                  </a:lnTo>
                  <a:lnTo>
                    <a:pt x="6095" y="1523"/>
                  </a:lnTo>
                  <a:lnTo>
                    <a:pt x="3809" y="3047"/>
                  </a:lnTo>
                  <a:lnTo>
                    <a:pt x="1523" y="5333"/>
                  </a:lnTo>
                  <a:lnTo>
                    <a:pt x="761" y="7619"/>
                  </a:lnTo>
                  <a:lnTo>
                    <a:pt x="0" y="10667"/>
                  </a:lnTo>
                  <a:lnTo>
                    <a:pt x="0" y="13715"/>
                  </a:lnTo>
                  <a:lnTo>
                    <a:pt x="761" y="16001"/>
                  </a:lnTo>
                  <a:lnTo>
                    <a:pt x="1523" y="19049"/>
                  </a:lnTo>
                  <a:lnTo>
                    <a:pt x="3809" y="21335"/>
                  </a:lnTo>
                  <a:lnTo>
                    <a:pt x="6095" y="22859"/>
                  </a:lnTo>
                  <a:lnTo>
                    <a:pt x="9905" y="24383"/>
                  </a:lnTo>
                  <a:lnTo>
                    <a:pt x="16001" y="24383"/>
                  </a:lnTo>
                  <a:lnTo>
                    <a:pt x="26669" y="15239"/>
                  </a:lnTo>
                  <a:lnTo>
                    <a:pt x="27431" y="12191"/>
                  </a:lnTo>
                  <a:close/>
                </a:path>
              </a:pathLst>
            </a:custGeom>
            <a:ln w="46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0" name="object 3550"/>
            <p:cNvSpPr/>
            <p:nvPr/>
          </p:nvSpPr>
          <p:spPr>
            <a:xfrm>
              <a:off x="7246759" y="1821056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5" h="3810">
                  <a:moveTo>
                    <a:pt x="5333" y="3048"/>
                  </a:moveTo>
                  <a:lnTo>
                    <a:pt x="4571" y="0"/>
                  </a:lnTo>
                  <a:lnTo>
                    <a:pt x="761" y="1524"/>
                  </a:lnTo>
                  <a:lnTo>
                    <a:pt x="0" y="1524"/>
                  </a:lnTo>
                  <a:lnTo>
                    <a:pt x="761" y="3810"/>
                  </a:lnTo>
                  <a:lnTo>
                    <a:pt x="5333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1" name="object 3551"/>
            <p:cNvSpPr/>
            <p:nvPr/>
          </p:nvSpPr>
          <p:spPr>
            <a:xfrm>
              <a:off x="7246759" y="1821056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5" h="3810">
                  <a:moveTo>
                    <a:pt x="5333" y="3048"/>
                  </a:moveTo>
                  <a:lnTo>
                    <a:pt x="761" y="3810"/>
                  </a:lnTo>
                  <a:lnTo>
                    <a:pt x="0" y="1524"/>
                  </a:lnTo>
                  <a:lnTo>
                    <a:pt x="761" y="1524"/>
                  </a:lnTo>
                  <a:lnTo>
                    <a:pt x="4571" y="0"/>
                  </a:lnTo>
                  <a:lnTo>
                    <a:pt x="5333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2" name="object 3552"/>
            <p:cNvSpPr/>
            <p:nvPr/>
          </p:nvSpPr>
          <p:spPr>
            <a:xfrm>
              <a:off x="7246010" y="181800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80">
                  <a:moveTo>
                    <a:pt x="5333" y="3048"/>
                  </a:moveTo>
                  <a:lnTo>
                    <a:pt x="4571" y="0"/>
                  </a:lnTo>
                  <a:lnTo>
                    <a:pt x="3809" y="0"/>
                  </a:lnTo>
                  <a:lnTo>
                    <a:pt x="761" y="3048"/>
                  </a:lnTo>
                  <a:lnTo>
                    <a:pt x="0" y="2286"/>
                  </a:lnTo>
                  <a:lnTo>
                    <a:pt x="1523" y="4572"/>
                  </a:lnTo>
                  <a:lnTo>
                    <a:pt x="5333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3" name="object 3553"/>
            <p:cNvSpPr/>
            <p:nvPr/>
          </p:nvSpPr>
          <p:spPr>
            <a:xfrm>
              <a:off x="7246010" y="181800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80">
                  <a:moveTo>
                    <a:pt x="5333" y="3048"/>
                  </a:moveTo>
                  <a:lnTo>
                    <a:pt x="1523" y="4572"/>
                  </a:lnTo>
                  <a:lnTo>
                    <a:pt x="0" y="2286"/>
                  </a:lnTo>
                  <a:lnTo>
                    <a:pt x="761" y="3048"/>
                  </a:lnTo>
                  <a:lnTo>
                    <a:pt x="3809" y="0"/>
                  </a:lnTo>
                  <a:lnTo>
                    <a:pt x="4571" y="0"/>
                  </a:lnTo>
                  <a:lnTo>
                    <a:pt x="5333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4" name="object 3554"/>
            <p:cNvSpPr/>
            <p:nvPr/>
          </p:nvSpPr>
          <p:spPr>
            <a:xfrm>
              <a:off x="7244486" y="1814960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5333" y="3048"/>
                  </a:moveTo>
                  <a:lnTo>
                    <a:pt x="3809" y="762"/>
                  </a:lnTo>
                  <a:lnTo>
                    <a:pt x="3809" y="0"/>
                  </a:lnTo>
                  <a:lnTo>
                    <a:pt x="761" y="3810"/>
                  </a:lnTo>
                  <a:lnTo>
                    <a:pt x="0" y="3810"/>
                  </a:lnTo>
                  <a:lnTo>
                    <a:pt x="2285" y="6096"/>
                  </a:lnTo>
                  <a:lnTo>
                    <a:pt x="5333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5" name="object 3555"/>
            <p:cNvSpPr/>
            <p:nvPr/>
          </p:nvSpPr>
          <p:spPr>
            <a:xfrm>
              <a:off x="7244486" y="1814960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5333" y="3048"/>
                  </a:moveTo>
                  <a:lnTo>
                    <a:pt x="2285" y="6096"/>
                  </a:lnTo>
                  <a:lnTo>
                    <a:pt x="0" y="3810"/>
                  </a:lnTo>
                  <a:lnTo>
                    <a:pt x="761" y="3810"/>
                  </a:lnTo>
                  <a:lnTo>
                    <a:pt x="3809" y="0"/>
                  </a:lnTo>
                  <a:lnTo>
                    <a:pt x="3809" y="762"/>
                  </a:lnTo>
                  <a:lnTo>
                    <a:pt x="5333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6" name="object 3556"/>
            <p:cNvSpPr/>
            <p:nvPr/>
          </p:nvSpPr>
          <p:spPr>
            <a:xfrm>
              <a:off x="7242962" y="1812674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5333" y="2286"/>
                  </a:moveTo>
                  <a:lnTo>
                    <a:pt x="2285" y="762"/>
                  </a:lnTo>
                  <a:lnTo>
                    <a:pt x="2285" y="0"/>
                  </a:lnTo>
                  <a:lnTo>
                    <a:pt x="0" y="4572"/>
                  </a:lnTo>
                  <a:lnTo>
                    <a:pt x="2285" y="6096"/>
                  </a:lnTo>
                  <a:lnTo>
                    <a:pt x="5333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7" name="object 3557"/>
            <p:cNvSpPr/>
            <p:nvPr/>
          </p:nvSpPr>
          <p:spPr>
            <a:xfrm>
              <a:off x="7242962" y="1812674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5333" y="2286"/>
                  </a:moveTo>
                  <a:lnTo>
                    <a:pt x="2285" y="6096"/>
                  </a:lnTo>
                  <a:lnTo>
                    <a:pt x="0" y="4572"/>
                  </a:lnTo>
                  <a:lnTo>
                    <a:pt x="2285" y="0"/>
                  </a:lnTo>
                  <a:lnTo>
                    <a:pt x="2285" y="762"/>
                  </a:lnTo>
                  <a:lnTo>
                    <a:pt x="5333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8" name="object 3558"/>
            <p:cNvSpPr/>
            <p:nvPr/>
          </p:nvSpPr>
          <p:spPr>
            <a:xfrm>
              <a:off x="7240663" y="1811150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2" y="1524"/>
                  </a:moveTo>
                  <a:lnTo>
                    <a:pt x="1524" y="0"/>
                  </a:lnTo>
                  <a:lnTo>
                    <a:pt x="0" y="4572"/>
                  </a:lnTo>
                  <a:lnTo>
                    <a:pt x="2286" y="6096"/>
                  </a:lnTo>
                  <a:lnTo>
                    <a:pt x="4572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9" name="object 3559"/>
            <p:cNvSpPr/>
            <p:nvPr/>
          </p:nvSpPr>
          <p:spPr>
            <a:xfrm>
              <a:off x="7240663" y="1811150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2" y="1524"/>
                  </a:moveTo>
                  <a:lnTo>
                    <a:pt x="2286" y="6096"/>
                  </a:lnTo>
                  <a:lnTo>
                    <a:pt x="0" y="4572"/>
                  </a:lnTo>
                  <a:lnTo>
                    <a:pt x="1524" y="0"/>
                  </a:lnTo>
                  <a:lnTo>
                    <a:pt x="4572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0" name="object 3560"/>
            <p:cNvSpPr/>
            <p:nvPr/>
          </p:nvSpPr>
          <p:spPr>
            <a:xfrm>
              <a:off x="7238390" y="1810388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09" h="5714">
                  <a:moveTo>
                    <a:pt x="3809" y="762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2285" y="5334"/>
                  </a:lnTo>
                  <a:lnTo>
                    <a:pt x="3809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1" name="object 3561"/>
            <p:cNvSpPr/>
            <p:nvPr/>
          </p:nvSpPr>
          <p:spPr>
            <a:xfrm>
              <a:off x="7238390" y="1810388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09" h="5714">
                  <a:moveTo>
                    <a:pt x="3809" y="762"/>
                  </a:moveTo>
                  <a:lnTo>
                    <a:pt x="2285" y="5334"/>
                  </a:lnTo>
                  <a:lnTo>
                    <a:pt x="0" y="4572"/>
                  </a:lnTo>
                  <a:lnTo>
                    <a:pt x="0" y="0"/>
                  </a:lnTo>
                  <a:lnTo>
                    <a:pt x="3809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2" name="object 3562"/>
            <p:cNvSpPr/>
            <p:nvPr/>
          </p:nvSpPr>
          <p:spPr>
            <a:xfrm>
              <a:off x="7234580" y="1810388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09" h="5080">
                  <a:moveTo>
                    <a:pt x="3809" y="4572"/>
                  </a:moveTo>
                  <a:lnTo>
                    <a:pt x="3809" y="0"/>
                  </a:lnTo>
                  <a:lnTo>
                    <a:pt x="0" y="0"/>
                  </a:lnTo>
                  <a:lnTo>
                    <a:pt x="761" y="4572"/>
                  </a:lnTo>
                  <a:lnTo>
                    <a:pt x="3809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3" name="object 3563"/>
            <p:cNvSpPr/>
            <p:nvPr/>
          </p:nvSpPr>
          <p:spPr>
            <a:xfrm>
              <a:off x="7234580" y="1810388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09" h="5080">
                  <a:moveTo>
                    <a:pt x="3809" y="0"/>
                  </a:moveTo>
                  <a:lnTo>
                    <a:pt x="3809" y="4572"/>
                  </a:lnTo>
                  <a:lnTo>
                    <a:pt x="761" y="4572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4" name="object 3564"/>
            <p:cNvSpPr/>
            <p:nvPr/>
          </p:nvSpPr>
          <p:spPr>
            <a:xfrm>
              <a:off x="7231532" y="1810388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09" h="5714">
                  <a:moveTo>
                    <a:pt x="3810" y="4572"/>
                  </a:moveTo>
                  <a:lnTo>
                    <a:pt x="3048" y="0"/>
                  </a:lnTo>
                  <a:lnTo>
                    <a:pt x="0" y="762"/>
                  </a:lnTo>
                  <a:lnTo>
                    <a:pt x="1524" y="4572"/>
                  </a:lnTo>
                  <a:lnTo>
                    <a:pt x="1524" y="5334"/>
                  </a:lnTo>
                  <a:lnTo>
                    <a:pt x="381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5" name="object 3565"/>
            <p:cNvSpPr/>
            <p:nvPr/>
          </p:nvSpPr>
          <p:spPr>
            <a:xfrm>
              <a:off x="7231532" y="1810388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09" h="5714">
                  <a:moveTo>
                    <a:pt x="3048" y="0"/>
                  </a:moveTo>
                  <a:lnTo>
                    <a:pt x="3810" y="4572"/>
                  </a:lnTo>
                  <a:lnTo>
                    <a:pt x="1524" y="5334"/>
                  </a:lnTo>
                  <a:lnTo>
                    <a:pt x="1524" y="4572"/>
                  </a:lnTo>
                  <a:lnTo>
                    <a:pt x="0" y="762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6" name="object 3566"/>
            <p:cNvSpPr/>
            <p:nvPr/>
          </p:nvSpPr>
          <p:spPr>
            <a:xfrm>
              <a:off x="7227709" y="181115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3" y="3810"/>
                  </a:moveTo>
                  <a:lnTo>
                    <a:pt x="3809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285" y="5334"/>
                  </a:lnTo>
                  <a:lnTo>
                    <a:pt x="5333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7" name="object 3567"/>
            <p:cNvSpPr/>
            <p:nvPr/>
          </p:nvSpPr>
          <p:spPr>
            <a:xfrm>
              <a:off x="7227709" y="181115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3809" y="0"/>
                  </a:moveTo>
                  <a:lnTo>
                    <a:pt x="5333" y="3810"/>
                  </a:lnTo>
                  <a:lnTo>
                    <a:pt x="2285" y="5334"/>
                  </a:lnTo>
                  <a:lnTo>
                    <a:pt x="0" y="1524"/>
                  </a:lnTo>
                  <a:lnTo>
                    <a:pt x="0" y="762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8" name="object 3568"/>
            <p:cNvSpPr/>
            <p:nvPr/>
          </p:nvSpPr>
          <p:spPr>
            <a:xfrm>
              <a:off x="7224661" y="181267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4" y="3810"/>
                  </a:moveTo>
                  <a:lnTo>
                    <a:pt x="3048" y="0"/>
                  </a:lnTo>
                  <a:lnTo>
                    <a:pt x="0" y="1524"/>
                  </a:lnTo>
                  <a:lnTo>
                    <a:pt x="3048" y="4572"/>
                  </a:lnTo>
                  <a:lnTo>
                    <a:pt x="3048" y="5334"/>
                  </a:lnTo>
                  <a:lnTo>
                    <a:pt x="5334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9" name="object 3569"/>
            <p:cNvSpPr/>
            <p:nvPr/>
          </p:nvSpPr>
          <p:spPr>
            <a:xfrm>
              <a:off x="7224661" y="181267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3048" y="0"/>
                  </a:moveTo>
                  <a:lnTo>
                    <a:pt x="5334" y="3810"/>
                  </a:lnTo>
                  <a:lnTo>
                    <a:pt x="3048" y="5334"/>
                  </a:lnTo>
                  <a:lnTo>
                    <a:pt x="3048" y="4572"/>
                  </a:lnTo>
                  <a:lnTo>
                    <a:pt x="0" y="1524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0" name="object 3570"/>
            <p:cNvSpPr/>
            <p:nvPr/>
          </p:nvSpPr>
          <p:spPr>
            <a:xfrm>
              <a:off x="7222375" y="181419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3" y="3047"/>
                  </a:moveTo>
                  <a:lnTo>
                    <a:pt x="2285" y="0"/>
                  </a:lnTo>
                  <a:lnTo>
                    <a:pt x="0" y="2286"/>
                  </a:lnTo>
                  <a:lnTo>
                    <a:pt x="0" y="3048"/>
                  </a:lnTo>
                  <a:lnTo>
                    <a:pt x="3809" y="5334"/>
                  </a:lnTo>
                  <a:lnTo>
                    <a:pt x="5333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1" name="object 3571"/>
            <p:cNvSpPr/>
            <p:nvPr/>
          </p:nvSpPr>
          <p:spPr>
            <a:xfrm>
              <a:off x="7222375" y="181419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2285" y="0"/>
                  </a:moveTo>
                  <a:lnTo>
                    <a:pt x="5333" y="3047"/>
                  </a:lnTo>
                  <a:lnTo>
                    <a:pt x="3809" y="5334"/>
                  </a:lnTo>
                  <a:lnTo>
                    <a:pt x="0" y="3048"/>
                  </a:lnTo>
                  <a:lnTo>
                    <a:pt x="0" y="2286"/>
                  </a:lnTo>
                  <a:lnTo>
                    <a:pt x="228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2" name="object 3572"/>
            <p:cNvSpPr/>
            <p:nvPr/>
          </p:nvSpPr>
          <p:spPr>
            <a:xfrm>
              <a:off x="7220864" y="181724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80">
                  <a:moveTo>
                    <a:pt x="5334" y="2285"/>
                  </a:moveTo>
                  <a:lnTo>
                    <a:pt x="1524" y="0"/>
                  </a:lnTo>
                  <a:lnTo>
                    <a:pt x="0" y="2286"/>
                  </a:lnTo>
                  <a:lnTo>
                    <a:pt x="0" y="3048"/>
                  </a:lnTo>
                  <a:lnTo>
                    <a:pt x="3810" y="3810"/>
                  </a:lnTo>
                  <a:lnTo>
                    <a:pt x="3810" y="4572"/>
                  </a:lnTo>
                  <a:lnTo>
                    <a:pt x="5334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3" name="object 3573"/>
            <p:cNvSpPr/>
            <p:nvPr/>
          </p:nvSpPr>
          <p:spPr>
            <a:xfrm>
              <a:off x="7220864" y="181724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80">
                  <a:moveTo>
                    <a:pt x="1524" y="0"/>
                  </a:moveTo>
                  <a:lnTo>
                    <a:pt x="5334" y="2285"/>
                  </a:lnTo>
                  <a:lnTo>
                    <a:pt x="3810" y="4572"/>
                  </a:lnTo>
                  <a:lnTo>
                    <a:pt x="3810" y="3810"/>
                  </a:lnTo>
                  <a:lnTo>
                    <a:pt x="0" y="3048"/>
                  </a:lnTo>
                  <a:lnTo>
                    <a:pt x="0" y="2286"/>
                  </a:lnTo>
                  <a:lnTo>
                    <a:pt x="152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4" name="object 3574"/>
            <p:cNvSpPr/>
            <p:nvPr/>
          </p:nvSpPr>
          <p:spPr>
            <a:xfrm>
              <a:off x="7220102" y="1820294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571" y="3047"/>
                  </a:moveTo>
                  <a:lnTo>
                    <a:pt x="4571" y="761"/>
                  </a:lnTo>
                  <a:lnTo>
                    <a:pt x="761" y="0"/>
                  </a:lnTo>
                  <a:lnTo>
                    <a:pt x="0" y="3048"/>
                  </a:lnTo>
                  <a:lnTo>
                    <a:pt x="4571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5" name="object 3575"/>
            <p:cNvSpPr/>
            <p:nvPr/>
          </p:nvSpPr>
          <p:spPr>
            <a:xfrm>
              <a:off x="7220102" y="1820294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761" y="0"/>
                  </a:moveTo>
                  <a:lnTo>
                    <a:pt x="4571" y="761"/>
                  </a:lnTo>
                  <a:lnTo>
                    <a:pt x="4571" y="3047"/>
                  </a:lnTo>
                  <a:lnTo>
                    <a:pt x="0" y="3048"/>
                  </a:lnTo>
                  <a:lnTo>
                    <a:pt x="76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6" name="object 3576"/>
            <p:cNvSpPr/>
            <p:nvPr/>
          </p:nvSpPr>
          <p:spPr>
            <a:xfrm>
              <a:off x="7220102" y="1823342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572" y="2285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3810" y="2285"/>
                  </a:lnTo>
                  <a:lnTo>
                    <a:pt x="4572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7" name="object 3577"/>
            <p:cNvSpPr/>
            <p:nvPr/>
          </p:nvSpPr>
          <p:spPr>
            <a:xfrm>
              <a:off x="7220102" y="1823342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4572" y="0"/>
                  </a:lnTo>
                  <a:lnTo>
                    <a:pt x="4572" y="2285"/>
                  </a:lnTo>
                  <a:lnTo>
                    <a:pt x="3810" y="2285"/>
                  </a:lnTo>
                  <a:lnTo>
                    <a:pt x="0" y="381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8" name="object 3578"/>
            <p:cNvSpPr/>
            <p:nvPr/>
          </p:nvSpPr>
          <p:spPr>
            <a:xfrm>
              <a:off x="7220102" y="182562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2" y="2286"/>
                  </a:moveTo>
                  <a:lnTo>
                    <a:pt x="3810" y="0"/>
                  </a:lnTo>
                  <a:lnTo>
                    <a:pt x="0" y="1524"/>
                  </a:lnTo>
                  <a:lnTo>
                    <a:pt x="762" y="4572"/>
                  </a:lnTo>
                  <a:lnTo>
                    <a:pt x="4572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9" name="object 3579"/>
            <p:cNvSpPr/>
            <p:nvPr/>
          </p:nvSpPr>
          <p:spPr>
            <a:xfrm>
              <a:off x="7220102" y="182562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0" y="1524"/>
                  </a:moveTo>
                  <a:lnTo>
                    <a:pt x="3810" y="0"/>
                  </a:lnTo>
                  <a:lnTo>
                    <a:pt x="4572" y="2286"/>
                  </a:lnTo>
                  <a:lnTo>
                    <a:pt x="762" y="4572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0" name="object 3580"/>
            <p:cNvSpPr/>
            <p:nvPr/>
          </p:nvSpPr>
          <p:spPr>
            <a:xfrm>
              <a:off x="7220864" y="182791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4" y="2286"/>
                  </a:moveTo>
                  <a:lnTo>
                    <a:pt x="3810" y="0"/>
                  </a:lnTo>
                  <a:lnTo>
                    <a:pt x="0" y="2286"/>
                  </a:lnTo>
                  <a:lnTo>
                    <a:pt x="1524" y="4572"/>
                  </a:lnTo>
                  <a:lnTo>
                    <a:pt x="1524" y="5334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1" name="object 3581"/>
            <p:cNvSpPr/>
            <p:nvPr/>
          </p:nvSpPr>
          <p:spPr>
            <a:xfrm>
              <a:off x="7220864" y="182791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2286"/>
                  </a:moveTo>
                  <a:lnTo>
                    <a:pt x="3810" y="0"/>
                  </a:lnTo>
                  <a:lnTo>
                    <a:pt x="5334" y="2286"/>
                  </a:lnTo>
                  <a:lnTo>
                    <a:pt x="1524" y="5334"/>
                  </a:lnTo>
                  <a:lnTo>
                    <a:pt x="1524" y="4572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2" name="object 3582"/>
            <p:cNvSpPr/>
            <p:nvPr/>
          </p:nvSpPr>
          <p:spPr>
            <a:xfrm>
              <a:off x="7222388" y="1830200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5334" y="1524"/>
                  </a:moveTo>
                  <a:lnTo>
                    <a:pt x="3810" y="0"/>
                  </a:lnTo>
                  <a:lnTo>
                    <a:pt x="0" y="3048"/>
                  </a:lnTo>
                  <a:lnTo>
                    <a:pt x="2286" y="5334"/>
                  </a:lnTo>
                  <a:lnTo>
                    <a:pt x="2286" y="6096"/>
                  </a:lnTo>
                  <a:lnTo>
                    <a:pt x="5334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3" name="object 3583"/>
            <p:cNvSpPr/>
            <p:nvPr/>
          </p:nvSpPr>
          <p:spPr>
            <a:xfrm>
              <a:off x="7222388" y="1830200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0" y="3048"/>
                  </a:moveTo>
                  <a:lnTo>
                    <a:pt x="3810" y="0"/>
                  </a:lnTo>
                  <a:lnTo>
                    <a:pt x="5334" y="1524"/>
                  </a:lnTo>
                  <a:lnTo>
                    <a:pt x="2286" y="6096"/>
                  </a:lnTo>
                  <a:lnTo>
                    <a:pt x="2286" y="5334"/>
                  </a:lnTo>
                  <a:lnTo>
                    <a:pt x="0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4" name="object 3584"/>
            <p:cNvSpPr/>
            <p:nvPr/>
          </p:nvSpPr>
          <p:spPr>
            <a:xfrm>
              <a:off x="7224661" y="1831724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5334" y="1524"/>
                  </a:moveTo>
                  <a:lnTo>
                    <a:pt x="3047" y="0"/>
                  </a:lnTo>
                  <a:lnTo>
                    <a:pt x="0" y="4572"/>
                  </a:lnTo>
                  <a:lnTo>
                    <a:pt x="3048" y="6096"/>
                  </a:lnTo>
                  <a:lnTo>
                    <a:pt x="5334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5" name="object 3585"/>
            <p:cNvSpPr/>
            <p:nvPr/>
          </p:nvSpPr>
          <p:spPr>
            <a:xfrm>
              <a:off x="7224661" y="1831724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0" y="4572"/>
                  </a:moveTo>
                  <a:lnTo>
                    <a:pt x="3047" y="0"/>
                  </a:lnTo>
                  <a:lnTo>
                    <a:pt x="5334" y="1524"/>
                  </a:lnTo>
                  <a:lnTo>
                    <a:pt x="3048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6" name="object 3586"/>
            <p:cNvSpPr/>
            <p:nvPr/>
          </p:nvSpPr>
          <p:spPr>
            <a:xfrm>
              <a:off x="7227709" y="1833248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5334" y="762"/>
                  </a:moveTo>
                  <a:lnTo>
                    <a:pt x="2285" y="0"/>
                  </a:lnTo>
                  <a:lnTo>
                    <a:pt x="0" y="4572"/>
                  </a:lnTo>
                  <a:lnTo>
                    <a:pt x="3810" y="6096"/>
                  </a:lnTo>
                  <a:lnTo>
                    <a:pt x="4572" y="762"/>
                  </a:lnTo>
                  <a:lnTo>
                    <a:pt x="5334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7" name="object 3587"/>
            <p:cNvSpPr/>
            <p:nvPr/>
          </p:nvSpPr>
          <p:spPr>
            <a:xfrm>
              <a:off x="7227709" y="1833248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0" y="4572"/>
                  </a:moveTo>
                  <a:lnTo>
                    <a:pt x="2285" y="0"/>
                  </a:lnTo>
                  <a:lnTo>
                    <a:pt x="5334" y="762"/>
                  </a:lnTo>
                  <a:lnTo>
                    <a:pt x="4572" y="762"/>
                  </a:lnTo>
                  <a:lnTo>
                    <a:pt x="3810" y="6096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8" name="object 3588"/>
            <p:cNvSpPr/>
            <p:nvPr/>
          </p:nvSpPr>
          <p:spPr>
            <a:xfrm>
              <a:off x="7231519" y="1834010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09" h="5714">
                  <a:moveTo>
                    <a:pt x="3810" y="5334"/>
                  </a:moveTo>
                  <a:lnTo>
                    <a:pt x="3810" y="762"/>
                  </a:lnTo>
                  <a:lnTo>
                    <a:pt x="761" y="0"/>
                  </a:lnTo>
                  <a:lnTo>
                    <a:pt x="0" y="5334"/>
                  </a:lnTo>
                  <a:lnTo>
                    <a:pt x="3810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9" name="object 3589"/>
            <p:cNvSpPr/>
            <p:nvPr/>
          </p:nvSpPr>
          <p:spPr>
            <a:xfrm>
              <a:off x="7231519" y="1834010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09" h="5714">
                  <a:moveTo>
                    <a:pt x="0" y="5334"/>
                  </a:moveTo>
                  <a:lnTo>
                    <a:pt x="761" y="0"/>
                  </a:lnTo>
                  <a:lnTo>
                    <a:pt x="3810" y="762"/>
                  </a:lnTo>
                  <a:lnTo>
                    <a:pt x="3810" y="5334"/>
                  </a:lnTo>
                  <a:lnTo>
                    <a:pt x="0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0" name="object 3590"/>
            <p:cNvSpPr/>
            <p:nvPr/>
          </p:nvSpPr>
          <p:spPr>
            <a:xfrm>
              <a:off x="7235342" y="1834772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09" h="5080">
                  <a:moveTo>
                    <a:pt x="3810" y="4572"/>
                  </a:moveTo>
                  <a:lnTo>
                    <a:pt x="2285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381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1" name="object 3591"/>
            <p:cNvSpPr/>
            <p:nvPr/>
          </p:nvSpPr>
          <p:spPr>
            <a:xfrm>
              <a:off x="7235342" y="1834772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09" h="5080">
                  <a:moveTo>
                    <a:pt x="0" y="4572"/>
                  </a:moveTo>
                  <a:lnTo>
                    <a:pt x="0" y="0"/>
                  </a:lnTo>
                  <a:lnTo>
                    <a:pt x="3047" y="0"/>
                  </a:lnTo>
                  <a:lnTo>
                    <a:pt x="2285" y="0"/>
                  </a:lnTo>
                  <a:lnTo>
                    <a:pt x="3810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2" name="object 3592"/>
            <p:cNvSpPr/>
            <p:nvPr/>
          </p:nvSpPr>
          <p:spPr>
            <a:xfrm>
              <a:off x="7237628" y="183401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4572"/>
                  </a:moveTo>
                  <a:lnTo>
                    <a:pt x="3048" y="0"/>
                  </a:lnTo>
                  <a:lnTo>
                    <a:pt x="0" y="762"/>
                  </a:lnTo>
                  <a:lnTo>
                    <a:pt x="1524" y="5334"/>
                  </a:lnTo>
                  <a:lnTo>
                    <a:pt x="4572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3" name="object 3593"/>
            <p:cNvSpPr/>
            <p:nvPr/>
          </p:nvSpPr>
          <p:spPr>
            <a:xfrm>
              <a:off x="7237628" y="183401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1524" y="5334"/>
                  </a:moveTo>
                  <a:lnTo>
                    <a:pt x="0" y="762"/>
                  </a:lnTo>
                  <a:lnTo>
                    <a:pt x="3048" y="0"/>
                  </a:lnTo>
                  <a:lnTo>
                    <a:pt x="4572" y="4572"/>
                  </a:lnTo>
                  <a:lnTo>
                    <a:pt x="1524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4" name="object 3594"/>
            <p:cNvSpPr/>
            <p:nvPr/>
          </p:nvSpPr>
          <p:spPr>
            <a:xfrm>
              <a:off x="7240676" y="1832486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5334" y="3810"/>
                  </a:moveTo>
                  <a:lnTo>
                    <a:pt x="2286" y="0"/>
                  </a:lnTo>
                  <a:lnTo>
                    <a:pt x="0" y="1524"/>
                  </a:lnTo>
                  <a:lnTo>
                    <a:pt x="1524" y="6096"/>
                  </a:lnTo>
                  <a:lnTo>
                    <a:pt x="4572" y="4572"/>
                  </a:lnTo>
                  <a:lnTo>
                    <a:pt x="5334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5" name="object 3595"/>
            <p:cNvSpPr/>
            <p:nvPr/>
          </p:nvSpPr>
          <p:spPr>
            <a:xfrm>
              <a:off x="7240676" y="1832486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1524" y="6096"/>
                  </a:moveTo>
                  <a:lnTo>
                    <a:pt x="0" y="1524"/>
                  </a:lnTo>
                  <a:lnTo>
                    <a:pt x="2286" y="0"/>
                  </a:lnTo>
                  <a:lnTo>
                    <a:pt x="5334" y="3810"/>
                  </a:lnTo>
                  <a:lnTo>
                    <a:pt x="4572" y="4572"/>
                  </a:lnTo>
                  <a:lnTo>
                    <a:pt x="1524" y="60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6" name="object 3596"/>
            <p:cNvSpPr/>
            <p:nvPr/>
          </p:nvSpPr>
          <p:spPr>
            <a:xfrm>
              <a:off x="7242949" y="183096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4" y="3048"/>
                  </a:moveTo>
                  <a:lnTo>
                    <a:pt x="1524" y="0"/>
                  </a:lnTo>
                  <a:lnTo>
                    <a:pt x="0" y="1524"/>
                  </a:lnTo>
                  <a:lnTo>
                    <a:pt x="3048" y="5334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7" name="object 3597"/>
            <p:cNvSpPr/>
            <p:nvPr/>
          </p:nvSpPr>
          <p:spPr>
            <a:xfrm>
              <a:off x="7242949" y="183096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3048" y="5334"/>
                  </a:moveTo>
                  <a:lnTo>
                    <a:pt x="0" y="1524"/>
                  </a:lnTo>
                  <a:lnTo>
                    <a:pt x="1524" y="0"/>
                  </a:lnTo>
                  <a:lnTo>
                    <a:pt x="5334" y="3048"/>
                  </a:lnTo>
                  <a:lnTo>
                    <a:pt x="3048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8" name="object 3598"/>
            <p:cNvSpPr/>
            <p:nvPr/>
          </p:nvSpPr>
          <p:spPr>
            <a:xfrm>
              <a:off x="7244486" y="1829438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6095" y="2286"/>
                  </a:moveTo>
                  <a:lnTo>
                    <a:pt x="6095" y="1524"/>
                  </a:lnTo>
                  <a:lnTo>
                    <a:pt x="1523" y="0"/>
                  </a:lnTo>
                  <a:lnTo>
                    <a:pt x="0" y="1524"/>
                  </a:lnTo>
                  <a:lnTo>
                    <a:pt x="3809" y="4572"/>
                  </a:lnTo>
                  <a:lnTo>
                    <a:pt x="6095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9" name="object 3599"/>
            <p:cNvSpPr/>
            <p:nvPr/>
          </p:nvSpPr>
          <p:spPr>
            <a:xfrm>
              <a:off x="7244486" y="1829438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3809" y="4572"/>
                  </a:moveTo>
                  <a:lnTo>
                    <a:pt x="0" y="1524"/>
                  </a:lnTo>
                  <a:lnTo>
                    <a:pt x="1523" y="0"/>
                  </a:lnTo>
                  <a:lnTo>
                    <a:pt x="6095" y="1524"/>
                  </a:lnTo>
                  <a:lnTo>
                    <a:pt x="6095" y="2286"/>
                  </a:lnTo>
                  <a:lnTo>
                    <a:pt x="3809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0" name="object 3600"/>
            <p:cNvSpPr/>
            <p:nvPr/>
          </p:nvSpPr>
          <p:spPr>
            <a:xfrm>
              <a:off x="7245997" y="1827152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5" h="3810">
                  <a:moveTo>
                    <a:pt x="5334" y="762"/>
                  </a:moveTo>
                  <a:lnTo>
                    <a:pt x="762" y="0"/>
                  </a:lnTo>
                  <a:lnTo>
                    <a:pt x="0" y="2286"/>
                  </a:lnTo>
                  <a:lnTo>
                    <a:pt x="4572" y="3810"/>
                  </a:lnTo>
                  <a:lnTo>
                    <a:pt x="5334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1" name="object 3601"/>
            <p:cNvSpPr/>
            <p:nvPr/>
          </p:nvSpPr>
          <p:spPr>
            <a:xfrm>
              <a:off x="7245997" y="1827152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5" h="3810">
                  <a:moveTo>
                    <a:pt x="4572" y="3810"/>
                  </a:moveTo>
                  <a:lnTo>
                    <a:pt x="0" y="2286"/>
                  </a:lnTo>
                  <a:lnTo>
                    <a:pt x="762" y="0"/>
                  </a:lnTo>
                  <a:lnTo>
                    <a:pt x="5334" y="762"/>
                  </a:lnTo>
                  <a:lnTo>
                    <a:pt x="4572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2" name="object 3602"/>
            <p:cNvSpPr/>
            <p:nvPr/>
          </p:nvSpPr>
          <p:spPr>
            <a:xfrm>
              <a:off x="7246772" y="1824866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5" h="3175">
                  <a:moveTo>
                    <a:pt x="5334" y="0"/>
                  </a:moveTo>
                  <a:lnTo>
                    <a:pt x="762" y="0"/>
                  </a:lnTo>
                  <a:lnTo>
                    <a:pt x="0" y="2286"/>
                  </a:lnTo>
                  <a:lnTo>
                    <a:pt x="4572" y="3048"/>
                  </a:lnTo>
                  <a:lnTo>
                    <a:pt x="53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3" name="object 3603"/>
            <p:cNvSpPr/>
            <p:nvPr/>
          </p:nvSpPr>
          <p:spPr>
            <a:xfrm>
              <a:off x="7246772" y="1824866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5" h="3175">
                  <a:moveTo>
                    <a:pt x="4572" y="3048"/>
                  </a:moveTo>
                  <a:lnTo>
                    <a:pt x="0" y="2286"/>
                  </a:lnTo>
                  <a:lnTo>
                    <a:pt x="762" y="0"/>
                  </a:lnTo>
                  <a:lnTo>
                    <a:pt x="5334" y="0"/>
                  </a:lnTo>
                  <a:lnTo>
                    <a:pt x="4572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4" name="object 3604"/>
            <p:cNvSpPr/>
            <p:nvPr/>
          </p:nvSpPr>
          <p:spPr>
            <a:xfrm>
              <a:off x="7247521" y="1824104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4572" y="762"/>
                  </a:moveTo>
                  <a:lnTo>
                    <a:pt x="4572" y="0"/>
                  </a:lnTo>
                  <a:lnTo>
                    <a:pt x="0" y="762"/>
                  </a:lnTo>
                  <a:lnTo>
                    <a:pt x="4572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5" name="object 3605"/>
            <p:cNvSpPr/>
            <p:nvPr/>
          </p:nvSpPr>
          <p:spPr>
            <a:xfrm>
              <a:off x="7247521" y="1824104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4572" y="762"/>
                  </a:moveTo>
                  <a:lnTo>
                    <a:pt x="0" y="762"/>
                  </a:lnTo>
                  <a:lnTo>
                    <a:pt x="4572" y="0"/>
                  </a:lnTo>
                  <a:lnTo>
                    <a:pt x="4572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6" name="object 3606"/>
            <p:cNvSpPr/>
            <p:nvPr/>
          </p:nvSpPr>
          <p:spPr>
            <a:xfrm>
              <a:off x="7157605" y="1885826"/>
              <a:ext cx="28575" cy="24130"/>
            </a:xfrm>
            <a:custGeom>
              <a:avLst/>
              <a:gdLst/>
              <a:ahLst/>
              <a:cxnLst/>
              <a:rect l="l" t="t" r="r" b="b"/>
              <a:pathLst>
                <a:path w="28575" h="24130">
                  <a:moveTo>
                    <a:pt x="28194" y="12191"/>
                  </a:moveTo>
                  <a:lnTo>
                    <a:pt x="16002" y="0"/>
                  </a:lnTo>
                  <a:lnTo>
                    <a:pt x="12954" y="0"/>
                  </a:lnTo>
                  <a:lnTo>
                    <a:pt x="0" y="10667"/>
                  </a:lnTo>
                  <a:lnTo>
                    <a:pt x="0" y="12953"/>
                  </a:lnTo>
                  <a:lnTo>
                    <a:pt x="12954" y="23621"/>
                  </a:lnTo>
                  <a:lnTo>
                    <a:pt x="16002" y="23621"/>
                  </a:lnTo>
                  <a:lnTo>
                    <a:pt x="19050" y="22859"/>
                  </a:lnTo>
                  <a:lnTo>
                    <a:pt x="22098" y="21335"/>
                  </a:lnTo>
                  <a:lnTo>
                    <a:pt x="26670" y="16763"/>
                  </a:lnTo>
                  <a:lnTo>
                    <a:pt x="28194" y="12191"/>
                  </a:lnTo>
                  <a:close/>
                </a:path>
              </a:pathLst>
            </a:custGeom>
            <a:ln w="46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7" name="object 3607"/>
            <p:cNvSpPr/>
            <p:nvPr/>
          </p:nvSpPr>
          <p:spPr>
            <a:xfrm>
              <a:off x="7182752" y="1894208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5" h="3810">
                  <a:moveTo>
                    <a:pt x="5333" y="3048"/>
                  </a:moveTo>
                  <a:lnTo>
                    <a:pt x="4571" y="0"/>
                  </a:lnTo>
                  <a:lnTo>
                    <a:pt x="0" y="1524"/>
                  </a:lnTo>
                  <a:lnTo>
                    <a:pt x="0" y="3810"/>
                  </a:lnTo>
                  <a:lnTo>
                    <a:pt x="5333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8" name="object 3608"/>
            <p:cNvSpPr/>
            <p:nvPr/>
          </p:nvSpPr>
          <p:spPr>
            <a:xfrm>
              <a:off x="7182752" y="1894208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5" h="3810">
                  <a:moveTo>
                    <a:pt x="5333" y="3048"/>
                  </a:moveTo>
                  <a:lnTo>
                    <a:pt x="0" y="3810"/>
                  </a:lnTo>
                  <a:lnTo>
                    <a:pt x="0" y="1524"/>
                  </a:lnTo>
                  <a:lnTo>
                    <a:pt x="4571" y="0"/>
                  </a:lnTo>
                  <a:lnTo>
                    <a:pt x="5333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9" name="object 3609"/>
            <p:cNvSpPr/>
            <p:nvPr/>
          </p:nvSpPr>
          <p:spPr>
            <a:xfrm>
              <a:off x="7181990" y="1891160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80">
                  <a:moveTo>
                    <a:pt x="5333" y="3048"/>
                  </a:moveTo>
                  <a:lnTo>
                    <a:pt x="3809" y="0"/>
                  </a:lnTo>
                  <a:lnTo>
                    <a:pt x="0" y="2286"/>
                  </a:lnTo>
                  <a:lnTo>
                    <a:pt x="761" y="4572"/>
                  </a:lnTo>
                  <a:lnTo>
                    <a:pt x="5333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0" name="object 3610"/>
            <p:cNvSpPr/>
            <p:nvPr/>
          </p:nvSpPr>
          <p:spPr>
            <a:xfrm>
              <a:off x="7181990" y="1891160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80">
                  <a:moveTo>
                    <a:pt x="5333" y="3048"/>
                  </a:moveTo>
                  <a:lnTo>
                    <a:pt x="761" y="4572"/>
                  </a:lnTo>
                  <a:lnTo>
                    <a:pt x="0" y="2286"/>
                  </a:lnTo>
                  <a:lnTo>
                    <a:pt x="3809" y="0"/>
                  </a:lnTo>
                  <a:lnTo>
                    <a:pt x="5333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1" name="object 3611"/>
            <p:cNvSpPr/>
            <p:nvPr/>
          </p:nvSpPr>
          <p:spPr>
            <a:xfrm>
              <a:off x="7180465" y="188811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3" y="3048"/>
                  </a:moveTo>
                  <a:lnTo>
                    <a:pt x="3047" y="762"/>
                  </a:lnTo>
                  <a:lnTo>
                    <a:pt x="3047" y="0"/>
                  </a:lnTo>
                  <a:lnTo>
                    <a:pt x="0" y="3810"/>
                  </a:lnTo>
                  <a:lnTo>
                    <a:pt x="1523" y="5334"/>
                  </a:lnTo>
                  <a:lnTo>
                    <a:pt x="5333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2" name="object 3612"/>
            <p:cNvSpPr/>
            <p:nvPr/>
          </p:nvSpPr>
          <p:spPr>
            <a:xfrm>
              <a:off x="7180465" y="188811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3" y="3048"/>
                  </a:moveTo>
                  <a:lnTo>
                    <a:pt x="1523" y="5334"/>
                  </a:lnTo>
                  <a:lnTo>
                    <a:pt x="0" y="3810"/>
                  </a:lnTo>
                  <a:lnTo>
                    <a:pt x="3047" y="0"/>
                  </a:lnTo>
                  <a:lnTo>
                    <a:pt x="3047" y="762"/>
                  </a:lnTo>
                  <a:lnTo>
                    <a:pt x="5333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3" name="object 3613"/>
            <p:cNvSpPr/>
            <p:nvPr/>
          </p:nvSpPr>
          <p:spPr>
            <a:xfrm>
              <a:off x="7178192" y="1885826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5333" y="2286"/>
                  </a:moveTo>
                  <a:lnTo>
                    <a:pt x="2285" y="762"/>
                  </a:lnTo>
                  <a:lnTo>
                    <a:pt x="2285" y="0"/>
                  </a:lnTo>
                  <a:lnTo>
                    <a:pt x="0" y="4572"/>
                  </a:lnTo>
                  <a:lnTo>
                    <a:pt x="2285" y="6096"/>
                  </a:lnTo>
                  <a:lnTo>
                    <a:pt x="5333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4" name="object 3614"/>
            <p:cNvSpPr/>
            <p:nvPr/>
          </p:nvSpPr>
          <p:spPr>
            <a:xfrm>
              <a:off x="7178192" y="1885826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5333" y="2286"/>
                  </a:moveTo>
                  <a:lnTo>
                    <a:pt x="2285" y="6096"/>
                  </a:lnTo>
                  <a:lnTo>
                    <a:pt x="0" y="4572"/>
                  </a:lnTo>
                  <a:lnTo>
                    <a:pt x="2285" y="0"/>
                  </a:lnTo>
                  <a:lnTo>
                    <a:pt x="2285" y="762"/>
                  </a:lnTo>
                  <a:lnTo>
                    <a:pt x="5333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5" name="object 3615"/>
            <p:cNvSpPr/>
            <p:nvPr/>
          </p:nvSpPr>
          <p:spPr>
            <a:xfrm>
              <a:off x="7175906" y="1884302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2" y="1524"/>
                  </a:moveTo>
                  <a:lnTo>
                    <a:pt x="1524" y="762"/>
                  </a:lnTo>
                  <a:lnTo>
                    <a:pt x="1524" y="0"/>
                  </a:lnTo>
                  <a:lnTo>
                    <a:pt x="0" y="4572"/>
                  </a:lnTo>
                  <a:lnTo>
                    <a:pt x="2286" y="6096"/>
                  </a:lnTo>
                  <a:lnTo>
                    <a:pt x="4572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6" name="object 3616"/>
            <p:cNvSpPr/>
            <p:nvPr/>
          </p:nvSpPr>
          <p:spPr>
            <a:xfrm>
              <a:off x="7175906" y="1884302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2" y="1524"/>
                  </a:moveTo>
                  <a:lnTo>
                    <a:pt x="2286" y="6096"/>
                  </a:lnTo>
                  <a:lnTo>
                    <a:pt x="0" y="4572"/>
                  </a:lnTo>
                  <a:lnTo>
                    <a:pt x="1524" y="0"/>
                  </a:lnTo>
                  <a:lnTo>
                    <a:pt x="1524" y="762"/>
                  </a:lnTo>
                  <a:lnTo>
                    <a:pt x="4572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7" name="object 3617"/>
            <p:cNvSpPr/>
            <p:nvPr/>
          </p:nvSpPr>
          <p:spPr>
            <a:xfrm>
              <a:off x="7173620" y="1883540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09" h="5714">
                  <a:moveTo>
                    <a:pt x="3809" y="762"/>
                  </a:moveTo>
                  <a:lnTo>
                    <a:pt x="761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2285" y="5334"/>
                  </a:lnTo>
                  <a:lnTo>
                    <a:pt x="3809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8" name="object 3618"/>
            <p:cNvSpPr/>
            <p:nvPr/>
          </p:nvSpPr>
          <p:spPr>
            <a:xfrm>
              <a:off x="7173620" y="1883540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09" h="5714">
                  <a:moveTo>
                    <a:pt x="3809" y="762"/>
                  </a:moveTo>
                  <a:lnTo>
                    <a:pt x="2285" y="5334"/>
                  </a:lnTo>
                  <a:lnTo>
                    <a:pt x="0" y="4572"/>
                  </a:lnTo>
                  <a:lnTo>
                    <a:pt x="0" y="0"/>
                  </a:lnTo>
                  <a:lnTo>
                    <a:pt x="761" y="0"/>
                  </a:lnTo>
                  <a:lnTo>
                    <a:pt x="3809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9" name="object 3619"/>
            <p:cNvSpPr/>
            <p:nvPr/>
          </p:nvSpPr>
          <p:spPr>
            <a:xfrm>
              <a:off x="7166737" y="1883552"/>
              <a:ext cx="6985" cy="5715"/>
            </a:xfrm>
            <a:custGeom>
              <a:avLst/>
              <a:gdLst/>
              <a:ahLst/>
              <a:cxnLst/>
              <a:rect l="l" t="t" r="r" b="b"/>
              <a:pathLst>
                <a:path w="6984" h="5714">
                  <a:moveTo>
                    <a:pt x="3810" y="0"/>
                  </a:moveTo>
                  <a:lnTo>
                    <a:pt x="0" y="762"/>
                  </a:lnTo>
                  <a:lnTo>
                    <a:pt x="1524" y="5334"/>
                  </a:lnTo>
                  <a:lnTo>
                    <a:pt x="3810" y="4572"/>
                  </a:lnTo>
                  <a:lnTo>
                    <a:pt x="3810" y="0"/>
                  </a:lnTo>
                  <a:close/>
                </a:path>
                <a:path w="6984" h="5714">
                  <a:moveTo>
                    <a:pt x="6870" y="0"/>
                  </a:moveTo>
                  <a:lnTo>
                    <a:pt x="3822" y="0"/>
                  </a:lnTo>
                  <a:lnTo>
                    <a:pt x="3822" y="4572"/>
                  </a:lnTo>
                  <a:lnTo>
                    <a:pt x="6870" y="4572"/>
                  </a:lnTo>
                  <a:lnTo>
                    <a:pt x="68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0" name="object 3620"/>
            <p:cNvSpPr/>
            <p:nvPr/>
          </p:nvSpPr>
          <p:spPr>
            <a:xfrm>
              <a:off x="7166749" y="1883540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09" h="5714">
                  <a:moveTo>
                    <a:pt x="3809" y="0"/>
                  </a:moveTo>
                  <a:lnTo>
                    <a:pt x="3809" y="4572"/>
                  </a:lnTo>
                  <a:lnTo>
                    <a:pt x="1523" y="5334"/>
                  </a:lnTo>
                  <a:lnTo>
                    <a:pt x="0" y="762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1" name="object 3621"/>
            <p:cNvSpPr/>
            <p:nvPr/>
          </p:nvSpPr>
          <p:spPr>
            <a:xfrm>
              <a:off x="7162940" y="188430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3" y="4572"/>
                  </a:moveTo>
                  <a:lnTo>
                    <a:pt x="3809" y="0"/>
                  </a:lnTo>
                  <a:lnTo>
                    <a:pt x="761" y="1524"/>
                  </a:lnTo>
                  <a:lnTo>
                    <a:pt x="0" y="1524"/>
                  </a:lnTo>
                  <a:lnTo>
                    <a:pt x="2920" y="5175"/>
                  </a:lnTo>
                  <a:lnTo>
                    <a:pt x="5333" y="4572"/>
                  </a:lnTo>
                  <a:close/>
                </a:path>
                <a:path w="5715" h="5714">
                  <a:moveTo>
                    <a:pt x="3047" y="5334"/>
                  </a:moveTo>
                  <a:lnTo>
                    <a:pt x="2920" y="5175"/>
                  </a:lnTo>
                  <a:lnTo>
                    <a:pt x="2285" y="5334"/>
                  </a:lnTo>
                  <a:lnTo>
                    <a:pt x="3047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2" name="object 3622"/>
            <p:cNvSpPr/>
            <p:nvPr/>
          </p:nvSpPr>
          <p:spPr>
            <a:xfrm>
              <a:off x="7162940" y="188430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3809" y="0"/>
                  </a:moveTo>
                  <a:lnTo>
                    <a:pt x="5333" y="4572"/>
                  </a:lnTo>
                  <a:lnTo>
                    <a:pt x="2285" y="5334"/>
                  </a:lnTo>
                  <a:lnTo>
                    <a:pt x="3047" y="5334"/>
                  </a:lnTo>
                  <a:lnTo>
                    <a:pt x="0" y="1524"/>
                  </a:lnTo>
                  <a:lnTo>
                    <a:pt x="761" y="1524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3" name="object 3623"/>
            <p:cNvSpPr/>
            <p:nvPr/>
          </p:nvSpPr>
          <p:spPr>
            <a:xfrm>
              <a:off x="7160666" y="188582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3" y="3810"/>
                  </a:moveTo>
                  <a:lnTo>
                    <a:pt x="2285" y="0"/>
                  </a:lnTo>
                  <a:lnTo>
                    <a:pt x="0" y="1524"/>
                  </a:lnTo>
                  <a:lnTo>
                    <a:pt x="3047" y="4572"/>
                  </a:lnTo>
                  <a:lnTo>
                    <a:pt x="3047" y="5334"/>
                  </a:lnTo>
                  <a:lnTo>
                    <a:pt x="5333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4" name="object 3624"/>
            <p:cNvSpPr/>
            <p:nvPr/>
          </p:nvSpPr>
          <p:spPr>
            <a:xfrm>
              <a:off x="7160666" y="188582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2285" y="0"/>
                  </a:moveTo>
                  <a:lnTo>
                    <a:pt x="5333" y="3810"/>
                  </a:lnTo>
                  <a:lnTo>
                    <a:pt x="3047" y="5334"/>
                  </a:lnTo>
                  <a:lnTo>
                    <a:pt x="3047" y="4572"/>
                  </a:lnTo>
                  <a:lnTo>
                    <a:pt x="0" y="1524"/>
                  </a:lnTo>
                  <a:lnTo>
                    <a:pt x="228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5" name="object 3625"/>
            <p:cNvSpPr/>
            <p:nvPr/>
          </p:nvSpPr>
          <p:spPr>
            <a:xfrm>
              <a:off x="7157618" y="1887350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6096" y="3047"/>
                  </a:moveTo>
                  <a:lnTo>
                    <a:pt x="3048" y="0"/>
                  </a:lnTo>
                  <a:lnTo>
                    <a:pt x="0" y="3048"/>
                  </a:lnTo>
                  <a:lnTo>
                    <a:pt x="4064" y="5080"/>
                  </a:lnTo>
                  <a:lnTo>
                    <a:pt x="6096" y="3047"/>
                  </a:lnTo>
                  <a:close/>
                </a:path>
                <a:path w="6350" h="5714">
                  <a:moveTo>
                    <a:pt x="4572" y="5334"/>
                  </a:moveTo>
                  <a:lnTo>
                    <a:pt x="4064" y="5080"/>
                  </a:lnTo>
                  <a:lnTo>
                    <a:pt x="3810" y="5334"/>
                  </a:lnTo>
                  <a:lnTo>
                    <a:pt x="4572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6" name="object 3626"/>
            <p:cNvSpPr/>
            <p:nvPr/>
          </p:nvSpPr>
          <p:spPr>
            <a:xfrm>
              <a:off x="7157618" y="1887350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3048" y="0"/>
                  </a:moveTo>
                  <a:lnTo>
                    <a:pt x="6096" y="3047"/>
                  </a:lnTo>
                  <a:lnTo>
                    <a:pt x="3810" y="5334"/>
                  </a:lnTo>
                  <a:lnTo>
                    <a:pt x="4572" y="5334"/>
                  </a:lnTo>
                  <a:lnTo>
                    <a:pt x="0" y="3048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7" name="object 3627"/>
            <p:cNvSpPr/>
            <p:nvPr/>
          </p:nvSpPr>
          <p:spPr>
            <a:xfrm>
              <a:off x="7156094" y="1890398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10">
                  <a:moveTo>
                    <a:pt x="6096" y="2285"/>
                  </a:moveTo>
                  <a:lnTo>
                    <a:pt x="1524" y="0"/>
                  </a:lnTo>
                  <a:lnTo>
                    <a:pt x="0" y="2286"/>
                  </a:lnTo>
                  <a:lnTo>
                    <a:pt x="0" y="3048"/>
                  </a:lnTo>
                  <a:lnTo>
                    <a:pt x="4572" y="3810"/>
                  </a:lnTo>
                  <a:lnTo>
                    <a:pt x="6096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8" name="object 3628"/>
            <p:cNvSpPr/>
            <p:nvPr/>
          </p:nvSpPr>
          <p:spPr>
            <a:xfrm>
              <a:off x="7156094" y="1890398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10">
                  <a:moveTo>
                    <a:pt x="1524" y="0"/>
                  </a:moveTo>
                  <a:lnTo>
                    <a:pt x="6096" y="2285"/>
                  </a:lnTo>
                  <a:lnTo>
                    <a:pt x="4572" y="3810"/>
                  </a:lnTo>
                  <a:lnTo>
                    <a:pt x="0" y="3048"/>
                  </a:lnTo>
                  <a:lnTo>
                    <a:pt x="0" y="2286"/>
                  </a:lnTo>
                  <a:lnTo>
                    <a:pt x="152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9" name="object 3629"/>
            <p:cNvSpPr/>
            <p:nvPr/>
          </p:nvSpPr>
          <p:spPr>
            <a:xfrm>
              <a:off x="7155332" y="1893446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5" h="3175">
                  <a:moveTo>
                    <a:pt x="5333" y="761"/>
                  </a:moveTo>
                  <a:lnTo>
                    <a:pt x="761" y="0"/>
                  </a:lnTo>
                  <a:lnTo>
                    <a:pt x="0" y="2286"/>
                  </a:lnTo>
                  <a:lnTo>
                    <a:pt x="0" y="3048"/>
                  </a:lnTo>
                  <a:lnTo>
                    <a:pt x="4571" y="3047"/>
                  </a:lnTo>
                  <a:lnTo>
                    <a:pt x="5333" y="7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0" name="object 3630"/>
            <p:cNvSpPr/>
            <p:nvPr/>
          </p:nvSpPr>
          <p:spPr>
            <a:xfrm>
              <a:off x="7155332" y="1893446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5" h="3175">
                  <a:moveTo>
                    <a:pt x="761" y="0"/>
                  </a:moveTo>
                  <a:lnTo>
                    <a:pt x="5333" y="761"/>
                  </a:lnTo>
                  <a:lnTo>
                    <a:pt x="4571" y="3047"/>
                  </a:lnTo>
                  <a:lnTo>
                    <a:pt x="0" y="3048"/>
                  </a:lnTo>
                  <a:lnTo>
                    <a:pt x="0" y="2286"/>
                  </a:lnTo>
                  <a:lnTo>
                    <a:pt x="76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1" name="object 3631"/>
            <p:cNvSpPr/>
            <p:nvPr/>
          </p:nvSpPr>
          <p:spPr>
            <a:xfrm>
              <a:off x="7155319" y="1896494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572" y="2285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3048"/>
                  </a:lnTo>
                  <a:lnTo>
                    <a:pt x="4572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2" name="object 3632"/>
            <p:cNvSpPr/>
            <p:nvPr/>
          </p:nvSpPr>
          <p:spPr>
            <a:xfrm>
              <a:off x="7155319" y="1896494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0" y="0"/>
                  </a:moveTo>
                  <a:lnTo>
                    <a:pt x="4572" y="0"/>
                  </a:lnTo>
                  <a:lnTo>
                    <a:pt x="4572" y="2285"/>
                  </a:lnTo>
                  <a:lnTo>
                    <a:pt x="0" y="304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3" name="object 3633"/>
            <p:cNvSpPr/>
            <p:nvPr/>
          </p:nvSpPr>
          <p:spPr>
            <a:xfrm>
              <a:off x="7155319" y="1898780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5" h="3810">
                  <a:moveTo>
                    <a:pt x="5122" y="1651"/>
                  </a:moveTo>
                  <a:lnTo>
                    <a:pt x="4572" y="0"/>
                  </a:lnTo>
                  <a:lnTo>
                    <a:pt x="0" y="762"/>
                  </a:lnTo>
                  <a:lnTo>
                    <a:pt x="762" y="3810"/>
                  </a:lnTo>
                  <a:lnTo>
                    <a:pt x="1524" y="3810"/>
                  </a:lnTo>
                  <a:lnTo>
                    <a:pt x="5122" y="1651"/>
                  </a:lnTo>
                  <a:close/>
                </a:path>
                <a:path w="5715" h="3810">
                  <a:moveTo>
                    <a:pt x="5334" y="2286"/>
                  </a:moveTo>
                  <a:lnTo>
                    <a:pt x="5334" y="1524"/>
                  </a:lnTo>
                  <a:lnTo>
                    <a:pt x="5122" y="1651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4" name="object 3634"/>
            <p:cNvSpPr/>
            <p:nvPr/>
          </p:nvSpPr>
          <p:spPr>
            <a:xfrm>
              <a:off x="7155319" y="1898780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5" h="3810">
                  <a:moveTo>
                    <a:pt x="0" y="762"/>
                  </a:moveTo>
                  <a:lnTo>
                    <a:pt x="4572" y="0"/>
                  </a:lnTo>
                  <a:lnTo>
                    <a:pt x="5334" y="2286"/>
                  </a:lnTo>
                  <a:lnTo>
                    <a:pt x="5334" y="1524"/>
                  </a:lnTo>
                  <a:lnTo>
                    <a:pt x="1524" y="3810"/>
                  </a:lnTo>
                  <a:lnTo>
                    <a:pt x="762" y="3810"/>
                  </a:lnTo>
                  <a:lnTo>
                    <a:pt x="0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5" name="object 3635"/>
            <p:cNvSpPr/>
            <p:nvPr/>
          </p:nvSpPr>
          <p:spPr>
            <a:xfrm>
              <a:off x="7156843" y="190030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2286"/>
                  </a:moveTo>
                  <a:lnTo>
                    <a:pt x="3810" y="0"/>
                  </a:lnTo>
                  <a:lnTo>
                    <a:pt x="0" y="2286"/>
                  </a:lnTo>
                  <a:lnTo>
                    <a:pt x="1524" y="5334"/>
                  </a:lnTo>
                  <a:lnTo>
                    <a:pt x="4572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6" name="object 3636"/>
            <p:cNvSpPr/>
            <p:nvPr/>
          </p:nvSpPr>
          <p:spPr>
            <a:xfrm>
              <a:off x="7156843" y="190030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2286"/>
                  </a:moveTo>
                  <a:lnTo>
                    <a:pt x="3810" y="0"/>
                  </a:lnTo>
                  <a:lnTo>
                    <a:pt x="4572" y="2286"/>
                  </a:lnTo>
                  <a:lnTo>
                    <a:pt x="1524" y="5334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7" name="object 3637"/>
            <p:cNvSpPr/>
            <p:nvPr/>
          </p:nvSpPr>
          <p:spPr>
            <a:xfrm>
              <a:off x="7158380" y="190259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4" y="1524"/>
                  </a:moveTo>
                  <a:lnTo>
                    <a:pt x="3047" y="0"/>
                  </a:lnTo>
                  <a:lnTo>
                    <a:pt x="0" y="3048"/>
                  </a:lnTo>
                  <a:lnTo>
                    <a:pt x="2286" y="5334"/>
                  </a:lnTo>
                  <a:lnTo>
                    <a:pt x="4572" y="1524"/>
                  </a:lnTo>
                  <a:lnTo>
                    <a:pt x="5334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8" name="object 3638"/>
            <p:cNvSpPr/>
            <p:nvPr/>
          </p:nvSpPr>
          <p:spPr>
            <a:xfrm>
              <a:off x="7158380" y="190259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3048"/>
                  </a:moveTo>
                  <a:lnTo>
                    <a:pt x="3047" y="0"/>
                  </a:lnTo>
                  <a:lnTo>
                    <a:pt x="5334" y="1524"/>
                  </a:lnTo>
                  <a:lnTo>
                    <a:pt x="4572" y="1524"/>
                  </a:lnTo>
                  <a:lnTo>
                    <a:pt x="2286" y="5334"/>
                  </a:lnTo>
                  <a:lnTo>
                    <a:pt x="0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9" name="object 3639"/>
            <p:cNvSpPr/>
            <p:nvPr/>
          </p:nvSpPr>
          <p:spPr>
            <a:xfrm>
              <a:off x="7160666" y="1904114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2" y="1524"/>
                  </a:moveTo>
                  <a:lnTo>
                    <a:pt x="2285" y="0"/>
                  </a:lnTo>
                  <a:lnTo>
                    <a:pt x="0" y="3810"/>
                  </a:lnTo>
                  <a:lnTo>
                    <a:pt x="3048" y="6096"/>
                  </a:lnTo>
                  <a:lnTo>
                    <a:pt x="4572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0" name="object 3640"/>
            <p:cNvSpPr/>
            <p:nvPr/>
          </p:nvSpPr>
          <p:spPr>
            <a:xfrm>
              <a:off x="7160666" y="1904114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0" y="3810"/>
                  </a:moveTo>
                  <a:lnTo>
                    <a:pt x="2285" y="0"/>
                  </a:lnTo>
                  <a:lnTo>
                    <a:pt x="4572" y="1524"/>
                  </a:lnTo>
                  <a:lnTo>
                    <a:pt x="3048" y="6096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1" name="object 3641"/>
            <p:cNvSpPr/>
            <p:nvPr/>
          </p:nvSpPr>
          <p:spPr>
            <a:xfrm>
              <a:off x="7163714" y="1905638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762"/>
                  </a:moveTo>
                  <a:lnTo>
                    <a:pt x="1523" y="0"/>
                  </a:lnTo>
                  <a:lnTo>
                    <a:pt x="0" y="4572"/>
                  </a:lnTo>
                  <a:lnTo>
                    <a:pt x="3048" y="5334"/>
                  </a:lnTo>
                  <a:lnTo>
                    <a:pt x="3810" y="762"/>
                  </a:lnTo>
                  <a:lnTo>
                    <a:pt x="4572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2" name="object 3642"/>
            <p:cNvSpPr/>
            <p:nvPr/>
          </p:nvSpPr>
          <p:spPr>
            <a:xfrm>
              <a:off x="7163714" y="1905638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4572"/>
                  </a:moveTo>
                  <a:lnTo>
                    <a:pt x="1523" y="0"/>
                  </a:lnTo>
                  <a:lnTo>
                    <a:pt x="4572" y="762"/>
                  </a:lnTo>
                  <a:lnTo>
                    <a:pt x="3810" y="762"/>
                  </a:lnTo>
                  <a:lnTo>
                    <a:pt x="3048" y="533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3" name="object 3643"/>
            <p:cNvSpPr/>
            <p:nvPr/>
          </p:nvSpPr>
          <p:spPr>
            <a:xfrm>
              <a:off x="7166749" y="1906400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09" h="5714">
                  <a:moveTo>
                    <a:pt x="3810" y="5334"/>
                  </a:moveTo>
                  <a:lnTo>
                    <a:pt x="3810" y="762"/>
                  </a:lnTo>
                  <a:lnTo>
                    <a:pt x="761" y="0"/>
                  </a:lnTo>
                  <a:lnTo>
                    <a:pt x="0" y="4572"/>
                  </a:lnTo>
                  <a:lnTo>
                    <a:pt x="3810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4" name="object 3644"/>
            <p:cNvSpPr/>
            <p:nvPr/>
          </p:nvSpPr>
          <p:spPr>
            <a:xfrm>
              <a:off x="7166749" y="1906400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09" h="5714">
                  <a:moveTo>
                    <a:pt x="0" y="4572"/>
                  </a:moveTo>
                  <a:lnTo>
                    <a:pt x="761" y="0"/>
                  </a:lnTo>
                  <a:lnTo>
                    <a:pt x="3810" y="762"/>
                  </a:lnTo>
                  <a:lnTo>
                    <a:pt x="3810" y="533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5" name="object 3645"/>
            <p:cNvSpPr/>
            <p:nvPr/>
          </p:nvSpPr>
          <p:spPr>
            <a:xfrm>
              <a:off x="7170559" y="1907162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09" h="5080">
                  <a:moveTo>
                    <a:pt x="3810" y="4572"/>
                  </a:moveTo>
                  <a:lnTo>
                    <a:pt x="2285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381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6" name="object 3646"/>
            <p:cNvSpPr/>
            <p:nvPr/>
          </p:nvSpPr>
          <p:spPr>
            <a:xfrm>
              <a:off x="7170559" y="1907162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09" h="5080">
                  <a:moveTo>
                    <a:pt x="0" y="4572"/>
                  </a:moveTo>
                  <a:lnTo>
                    <a:pt x="0" y="0"/>
                  </a:lnTo>
                  <a:lnTo>
                    <a:pt x="3047" y="0"/>
                  </a:lnTo>
                  <a:lnTo>
                    <a:pt x="2285" y="0"/>
                  </a:lnTo>
                  <a:lnTo>
                    <a:pt x="3810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7" name="object 3647"/>
            <p:cNvSpPr/>
            <p:nvPr/>
          </p:nvSpPr>
          <p:spPr>
            <a:xfrm>
              <a:off x="7172845" y="190640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4" y="3810"/>
                  </a:moveTo>
                  <a:lnTo>
                    <a:pt x="3048" y="0"/>
                  </a:lnTo>
                  <a:lnTo>
                    <a:pt x="0" y="762"/>
                  </a:lnTo>
                  <a:lnTo>
                    <a:pt x="1524" y="5334"/>
                  </a:lnTo>
                  <a:lnTo>
                    <a:pt x="4572" y="4572"/>
                  </a:lnTo>
                  <a:lnTo>
                    <a:pt x="5334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8" name="object 3648"/>
            <p:cNvSpPr/>
            <p:nvPr/>
          </p:nvSpPr>
          <p:spPr>
            <a:xfrm>
              <a:off x="7172845" y="190640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1524" y="5334"/>
                  </a:moveTo>
                  <a:lnTo>
                    <a:pt x="0" y="762"/>
                  </a:lnTo>
                  <a:lnTo>
                    <a:pt x="3048" y="0"/>
                  </a:lnTo>
                  <a:lnTo>
                    <a:pt x="5334" y="3810"/>
                  </a:lnTo>
                  <a:lnTo>
                    <a:pt x="4572" y="4572"/>
                  </a:lnTo>
                  <a:lnTo>
                    <a:pt x="1524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9" name="object 3649"/>
            <p:cNvSpPr/>
            <p:nvPr/>
          </p:nvSpPr>
          <p:spPr>
            <a:xfrm>
              <a:off x="7175906" y="190487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3" y="3810"/>
                  </a:moveTo>
                  <a:lnTo>
                    <a:pt x="2285" y="762"/>
                  </a:lnTo>
                  <a:lnTo>
                    <a:pt x="2285" y="0"/>
                  </a:lnTo>
                  <a:lnTo>
                    <a:pt x="0" y="1524"/>
                  </a:lnTo>
                  <a:lnTo>
                    <a:pt x="2285" y="5334"/>
                  </a:lnTo>
                  <a:lnTo>
                    <a:pt x="4571" y="3810"/>
                  </a:lnTo>
                  <a:lnTo>
                    <a:pt x="5333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0" name="object 3650"/>
            <p:cNvSpPr/>
            <p:nvPr/>
          </p:nvSpPr>
          <p:spPr>
            <a:xfrm>
              <a:off x="7175906" y="190487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2285" y="5334"/>
                  </a:moveTo>
                  <a:lnTo>
                    <a:pt x="0" y="1524"/>
                  </a:lnTo>
                  <a:lnTo>
                    <a:pt x="2285" y="0"/>
                  </a:lnTo>
                  <a:lnTo>
                    <a:pt x="2285" y="762"/>
                  </a:lnTo>
                  <a:lnTo>
                    <a:pt x="5333" y="3810"/>
                  </a:lnTo>
                  <a:lnTo>
                    <a:pt x="4571" y="3810"/>
                  </a:lnTo>
                  <a:lnTo>
                    <a:pt x="2285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1" name="object 3651"/>
            <p:cNvSpPr/>
            <p:nvPr/>
          </p:nvSpPr>
          <p:spPr>
            <a:xfrm>
              <a:off x="7178192" y="1904114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6096" y="3048"/>
                  </a:moveTo>
                  <a:lnTo>
                    <a:pt x="6096" y="2286"/>
                  </a:lnTo>
                  <a:lnTo>
                    <a:pt x="1524" y="0"/>
                  </a:lnTo>
                  <a:lnTo>
                    <a:pt x="0" y="1524"/>
                  </a:lnTo>
                  <a:lnTo>
                    <a:pt x="3048" y="4572"/>
                  </a:lnTo>
                  <a:lnTo>
                    <a:pt x="6096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2" name="object 3652"/>
            <p:cNvSpPr/>
            <p:nvPr/>
          </p:nvSpPr>
          <p:spPr>
            <a:xfrm>
              <a:off x="7178192" y="1903352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3048" y="5334"/>
                  </a:moveTo>
                  <a:lnTo>
                    <a:pt x="0" y="2286"/>
                  </a:lnTo>
                  <a:lnTo>
                    <a:pt x="2286" y="0"/>
                  </a:lnTo>
                  <a:lnTo>
                    <a:pt x="1524" y="762"/>
                  </a:lnTo>
                  <a:lnTo>
                    <a:pt x="6096" y="3048"/>
                  </a:lnTo>
                  <a:lnTo>
                    <a:pt x="6096" y="3810"/>
                  </a:lnTo>
                  <a:lnTo>
                    <a:pt x="3048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3" name="object 3653"/>
            <p:cNvSpPr/>
            <p:nvPr/>
          </p:nvSpPr>
          <p:spPr>
            <a:xfrm>
              <a:off x="7179716" y="1901828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6096" y="2286"/>
                  </a:moveTo>
                  <a:lnTo>
                    <a:pt x="2032" y="254"/>
                  </a:lnTo>
                  <a:lnTo>
                    <a:pt x="0" y="2286"/>
                  </a:lnTo>
                  <a:lnTo>
                    <a:pt x="4572" y="4572"/>
                  </a:lnTo>
                  <a:lnTo>
                    <a:pt x="6096" y="2286"/>
                  </a:lnTo>
                  <a:close/>
                </a:path>
                <a:path w="6350" h="5080">
                  <a:moveTo>
                    <a:pt x="2286" y="0"/>
                  </a:moveTo>
                  <a:lnTo>
                    <a:pt x="1524" y="0"/>
                  </a:lnTo>
                  <a:lnTo>
                    <a:pt x="2032" y="254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4" name="object 3654"/>
            <p:cNvSpPr/>
            <p:nvPr/>
          </p:nvSpPr>
          <p:spPr>
            <a:xfrm>
              <a:off x="7179716" y="1901828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4572" y="4572"/>
                  </a:moveTo>
                  <a:lnTo>
                    <a:pt x="0" y="2286"/>
                  </a:lnTo>
                  <a:lnTo>
                    <a:pt x="2286" y="0"/>
                  </a:lnTo>
                  <a:lnTo>
                    <a:pt x="1524" y="0"/>
                  </a:lnTo>
                  <a:lnTo>
                    <a:pt x="6096" y="2286"/>
                  </a:lnTo>
                  <a:lnTo>
                    <a:pt x="4572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5" name="object 3655"/>
            <p:cNvSpPr/>
            <p:nvPr/>
          </p:nvSpPr>
          <p:spPr>
            <a:xfrm>
              <a:off x="7181227" y="1899542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6096" y="1524"/>
                  </a:moveTo>
                  <a:lnTo>
                    <a:pt x="1524" y="762"/>
                  </a:lnTo>
                  <a:lnTo>
                    <a:pt x="1524" y="0"/>
                  </a:lnTo>
                  <a:lnTo>
                    <a:pt x="0" y="2286"/>
                  </a:lnTo>
                  <a:lnTo>
                    <a:pt x="4572" y="4572"/>
                  </a:lnTo>
                  <a:lnTo>
                    <a:pt x="6096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6" name="object 3656"/>
            <p:cNvSpPr/>
            <p:nvPr/>
          </p:nvSpPr>
          <p:spPr>
            <a:xfrm>
              <a:off x="7181227" y="1899542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4572" y="4572"/>
                  </a:moveTo>
                  <a:lnTo>
                    <a:pt x="0" y="2286"/>
                  </a:lnTo>
                  <a:lnTo>
                    <a:pt x="1524" y="0"/>
                  </a:lnTo>
                  <a:lnTo>
                    <a:pt x="1524" y="762"/>
                  </a:lnTo>
                  <a:lnTo>
                    <a:pt x="6096" y="1524"/>
                  </a:lnTo>
                  <a:lnTo>
                    <a:pt x="4572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7" name="object 3657"/>
            <p:cNvSpPr/>
            <p:nvPr/>
          </p:nvSpPr>
          <p:spPr>
            <a:xfrm>
              <a:off x="7182752" y="189801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5" h="3175">
                  <a:moveTo>
                    <a:pt x="5334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4572" y="3048"/>
                  </a:lnTo>
                  <a:lnTo>
                    <a:pt x="53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8" name="object 3658"/>
            <p:cNvSpPr/>
            <p:nvPr/>
          </p:nvSpPr>
          <p:spPr>
            <a:xfrm>
              <a:off x="7182752" y="1897256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5" h="3810">
                  <a:moveTo>
                    <a:pt x="4572" y="3810"/>
                  </a:moveTo>
                  <a:lnTo>
                    <a:pt x="0" y="3048"/>
                  </a:lnTo>
                  <a:lnTo>
                    <a:pt x="0" y="0"/>
                  </a:lnTo>
                  <a:lnTo>
                    <a:pt x="0" y="762"/>
                  </a:lnTo>
                  <a:lnTo>
                    <a:pt x="5334" y="762"/>
                  </a:lnTo>
                  <a:lnTo>
                    <a:pt x="4572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9" name="object 3659"/>
            <p:cNvSpPr/>
            <p:nvPr/>
          </p:nvSpPr>
          <p:spPr>
            <a:xfrm>
              <a:off x="7182752" y="1897256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5" h="1269">
                  <a:moveTo>
                    <a:pt x="5333" y="762"/>
                  </a:moveTo>
                  <a:lnTo>
                    <a:pt x="5333" y="0"/>
                  </a:lnTo>
                  <a:lnTo>
                    <a:pt x="0" y="762"/>
                  </a:lnTo>
                  <a:lnTo>
                    <a:pt x="5333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0" name="object 3660"/>
            <p:cNvSpPr/>
            <p:nvPr/>
          </p:nvSpPr>
          <p:spPr>
            <a:xfrm>
              <a:off x="7182752" y="1897256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5" h="1269">
                  <a:moveTo>
                    <a:pt x="5333" y="762"/>
                  </a:moveTo>
                  <a:lnTo>
                    <a:pt x="0" y="762"/>
                  </a:lnTo>
                  <a:lnTo>
                    <a:pt x="5333" y="0"/>
                  </a:lnTo>
                  <a:lnTo>
                    <a:pt x="5333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1" name="object 3661"/>
            <p:cNvSpPr/>
            <p:nvPr/>
          </p:nvSpPr>
          <p:spPr>
            <a:xfrm>
              <a:off x="7281811" y="1885059"/>
              <a:ext cx="27940" cy="23495"/>
            </a:xfrm>
            <a:custGeom>
              <a:avLst/>
              <a:gdLst/>
              <a:ahLst/>
              <a:cxnLst/>
              <a:rect l="l" t="t" r="r" b="b"/>
              <a:pathLst>
                <a:path w="27940" h="23494">
                  <a:moveTo>
                    <a:pt x="27431" y="12196"/>
                  </a:moveTo>
                  <a:lnTo>
                    <a:pt x="27431" y="9148"/>
                  </a:lnTo>
                  <a:lnTo>
                    <a:pt x="25907" y="6862"/>
                  </a:lnTo>
                  <a:lnTo>
                    <a:pt x="20626" y="1440"/>
                  </a:lnTo>
                  <a:lnTo>
                    <a:pt x="13273" y="0"/>
                  </a:lnTo>
                  <a:lnTo>
                    <a:pt x="5950" y="2181"/>
                  </a:lnTo>
                  <a:lnTo>
                    <a:pt x="761" y="7624"/>
                  </a:lnTo>
                  <a:lnTo>
                    <a:pt x="0" y="10672"/>
                  </a:lnTo>
                  <a:lnTo>
                    <a:pt x="0" y="12958"/>
                  </a:lnTo>
                  <a:lnTo>
                    <a:pt x="4007" y="20115"/>
                  </a:lnTo>
                  <a:lnTo>
                    <a:pt x="11663" y="23455"/>
                  </a:lnTo>
                  <a:lnTo>
                    <a:pt x="19964" y="22499"/>
                  </a:lnTo>
                  <a:lnTo>
                    <a:pt x="25907" y="16768"/>
                  </a:lnTo>
                  <a:lnTo>
                    <a:pt x="27431" y="14482"/>
                  </a:lnTo>
                  <a:lnTo>
                    <a:pt x="27431" y="12196"/>
                  </a:lnTo>
                  <a:close/>
                </a:path>
              </a:pathLst>
            </a:custGeom>
            <a:ln w="46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2" name="object 3662"/>
            <p:cNvSpPr/>
            <p:nvPr/>
          </p:nvSpPr>
          <p:spPr>
            <a:xfrm>
              <a:off x="7306970" y="1893446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572" y="3048"/>
                  </a:moveTo>
                  <a:lnTo>
                    <a:pt x="4572" y="0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0" y="3810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3" name="object 3663"/>
            <p:cNvSpPr/>
            <p:nvPr/>
          </p:nvSpPr>
          <p:spPr>
            <a:xfrm>
              <a:off x="7306970" y="1893446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572" y="3048"/>
                  </a:moveTo>
                  <a:lnTo>
                    <a:pt x="0" y="3810"/>
                  </a:lnTo>
                  <a:lnTo>
                    <a:pt x="0" y="1524"/>
                  </a:lnTo>
                  <a:lnTo>
                    <a:pt x="3810" y="0"/>
                  </a:lnTo>
                  <a:lnTo>
                    <a:pt x="4572" y="0"/>
                  </a:lnTo>
                  <a:lnTo>
                    <a:pt x="4572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4" name="object 3664"/>
            <p:cNvSpPr/>
            <p:nvPr/>
          </p:nvSpPr>
          <p:spPr>
            <a:xfrm>
              <a:off x="7306208" y="189039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2" y="3048"/>
                  </a:moveTo>
                  <a:lnTo>
                    <a:pt x="3810" y="0"/>
                  </a:lnTo>
                  <a:lnTo>
                    <a:pt x="0" y="2286"/>
                  </a:lnTo>
                  <a:lnTo>
                    <a:pt x="762" y="4572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5" name="object 3665"/>
            <p:cNvSpPr/>
            <p:nvPr/>
          </p:nvSpPr>
          <p:spPr>
            <a:xfrm>
              <a:off x="7306208" y="189039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2" y="3048"/>
                  </a:moveTo>
                  <a:lnTo>
                    <a:pt x="762" y="4572"/>
                  </a:lnTo>
                  <a:lnTo>
                    <a:pt x="0" y="2286"/>
                  </a:lnTo>
                  <a:lnTo>
                    <a:pt x="3810" y="0"/>
                  </a:lnTo>
                  <a:lnTo>
                    <a:pt x="4572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6" name="object 3666"/>
            <p:cNvSpPr/>
            <p:nvPr/>
          </p:nvSpPr>
          <p:spPr>
            <a:xfrm>
              <a:off x="7304684" y="188735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3" y="3048"/>
                  </a:moveTo>
                  <a:lnTo>
                    <a:pt x="3047" y="762"/>
                  </a:lnTo>
                  <a:lnTo>
                    <a:pt x="3047" y="0"/>
                  </a:lnTo>
                  <a:lnTo>
                    <a:pt x="0" y="3810"/>
                  </a:lnTo>
                  <a:lnTo>
                    <a:pt x="1523" y="5334"/>
                  </a:lnTo>
                  <a:lnTo>
                    <a:pt x="5333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7" name="object 3667"/>
            <p:cNvSpPr/>
            <p:nvPr/>
          </p:nvSpPr>
          <p:spPr>
            <a:xfrm>
              <a:off x="7304684" y="188735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3" y="3048"/>
                  </a:moveTo>
                  <a:lnTo>
                    <a:pt x="1523" y="5334"/>
                  </a:lnTo>
                  <a:lnTo>
                    <a:pt x="0" y="3810"/>
                  </a:lnTo>
                  <a:lnTo>
                    <a:pt x="3047" y="0"/>
                  </a:lnTo>
                  <a:lnTo>
                    <a:pt x="3047" y="762"/>
                  </a:lnTo>
                  <a:lnTo>
                    <a:pt x="5333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8" name="object 3668"/>
            <p:cNvSpPr/>
            <p:nvPr/>
          </p:nvSpPr>
          <p:spPr>
            <a:xfrm>
              <a:off x="7302385" y="1885064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5333" y="2286"/>
                  </a:moveTo>
                  <a:lnTo>
                    <a:pt x="3047" y="762"/>
                  </a:lnTo>
                  <a:lnTo>
                    <a:pt x="2285" y="0"/>
                  </a:lnTo>
                  <a:lnTo>
                    <a:pt x="761" y="4572"/>
                  </a:lnTo>
                  <a:lnTo>
                    <a:pt x="0" y="4572"/>
                  </a:lnTo>
                  <a:lnTo>
                    <a:pt x="2285" y="6096"/>
                  </a:lnTo>
                  <a:lnTo>
                    <a:pt x="5333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9" name="object 3669"/>
            <p:cNvSpPr/>
            <p:nvPr/>
          </p:nvSpPr>
          <p:spPr>
            <a:xfrm>
              <a:off x="7302385" y="1885064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5333" y="2286"/>
                  </a:moveTo>
                  <a:lnTo>
                    <a:pt x="2285" y="6096"/>
                  </a:lnTo>
                  <a:lnTo>
                    <a:pt x="0" y="4572"/>
                  </a:lnTo>
                  <a:lnTo>
                    <a:pt x="761" y="4572"/>
                  </a:lnTo>
                  <a:lnTo>
                    <a:pt x="2285" y="0"/>
                  </a:lnTo>
                  <a:lnTo>
                    <a:pt x="3047" y="762"/>
                  </a:lnTo>
                  <a:lnTo>
                    <a:pt x="5333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0" name="object 3670"/>
            <p:cNvSpPr/>
            <p:nvPr/>
          </p:nvSpPr>
          <p:spPr>
            <a:xfrm>
              <a:off x="7300099" y="1883540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2" y="1524"/>
                  </a:moveTo>
                  <a:lnTo>
                    <a:pt x="1524" y="762"/>
                  </a:lnTo>
                  <a:lnTo>
                    <a:pt x="1524" y="0"/>
                  </a:lnTo>
                  <a:lnTo>
                    <a:pt x="762" y="4572"/>
                  </a:lnTo>
                  <a:lnTo>
                    <a:pt x="0" y="4572"/>
                  </a:lnTo>
                  <a:lnTo>
                    <a:pt x="3048" y="6096"/>
                  </a:lnTo>
                  <a:lnTo>
                    <a:pt x="4572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1" name="object 3671"/>
            <p:cNvSpPr/>
            <p:nvPr/>
          </p:nvSpPr>
          <p:spPr>
            <a:xfrm>
              <a:off x="7300099" y="1883540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572" y="1524"/>
                  </a:moveTo>
                  <a:lnTo>
                    <a:pt x="3048" y="6096"/>
                  </a:lnTo>
                  <a:lnTo>
                    <a:pt x="0" y="4572"/>
                  </a:lnTo>
                  <a:lnTo>
                    <a:pt x="762" y="4572"/>
                  </a:lnTo>
                  <a:lnTo>
                    <a:pt x="1524" y="0"/>
                  </a:lnTo>
                  <a:lnTo>
                    <a:pt x="1524" y="762"/>
                  </a:lnTo>
                  <a:lnTo>
                    <a:pt x="4572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2" name="object 3672"/>
            <p:cNvSpPr/>
            <p:nvPr/>
          </p:nvSpPr>
          <p:spPr>
            <a:xfrm>
              <a:off x="7297813" y="1882778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09" h="5714">
                  <a:moveTo>
                    <a:pt x="3809" y="762"/>
                  </a:moveTo>
                  <a:lnTo>
                    <a:pt x="761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3047" y="5334"/>
                  </a:lnTo>
                  <a:lnTo>
                    <a:pt x="3809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3" name="object 3673"/>
            <p:cNvSpPr/>
            <p:nvPr/>
          </p:nvSpPr>
          <p:spPr>
            <a:xfrm>
              <a:off x="7297813" y="1882778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09" h="5714">
                  <a:moveTo>
                    <a:pt x="3809" y="762"/>
                  </a:moveTo>
                  <a:lnTo>
                    <a:pt x="3047" y="5334"/>
                  </a:lnTo>
                  <a:lnTo>
                    <a:pt x="0" y="4572"/>
                  </a:lnTo>
                  <a:lnTo>
                    <a:pt x="0" y="0"/>
                  </a:lnTo>
                  <a:lnTo>
                    <a:pt x="761" y="0"/>
                  </a:lnTo>
                  <a:lnTo>
                    <a:pt x="3809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4" name="object 3674"/>
            <p:cNvSpPr/>
            <p:nvPr/>
          </p:nvSpPr>
          <p:spPr>
            <a:xfrm>
              <a:off x="7294778" y="1882778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80">
                  <a:moveTo>
                    <a:pt x="3048" y="4572"/>
                  </a:moveTo>
                  <a:lnTo>
                    <a:pt x="3048" y="0"/>
                  </a:lnTo>
                  <a:lnTo>
                    <a:pt x="0" y="0"/>
                  </a:lnTo>
                  <a:lnTo>
                    <a:pt x="762" y="4572"/>
                  </a:lnTo>
                  <a:lnTo>
                    <a:pt x="3048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5" name="object 3675"/>
            <p:cNvSpPr/>
            <p:nvPr/>
          </p:nvSpPr>
          <p:spPr>
            <a:xfrm>
              <a:off x="7294778" y="1882778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80">
                  <a:moveTo>
                    <a:pt x="3048" y="0"/>
                  </a:moveTo>
                  <a:lnTo>
                    <a:pt x="3048" y="4572"/>
                  </a:lnTo>
                  <a:lnTo>
                    <a:pt x="0" y="4572"/>
                  </a:lnTo>
                  <a:lnTo>
                    <a:pt x="762" y="4572"/>
                  </a:lnTo>
                  <a:lnTo>
                    <a:pt x="0" y="0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6" name="object 3676"/>
            <p:cNvSpPr/>
            <p:nvPr/>
          </p:nvSpPr>
          <p:spPr>
            <a:xfrm>
              <a:off x="7290968" y="1882778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1" y="4572"/>
                  </a:moveTo>
                  <a:lnTo>
                    <a:pt x="3809" y="0"/>
                  </a:lnTo>
                  <a:lnTo>
                    <a:pt x="0" y="762"/>
                  </a:lnTo>
                  <a:lnTo>
                    <a:pt x="1523" y="5334"/>
                  </a:lnTo>
                  <a:lnTo>
                    <a:pt x="4571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7" name="object 3677"/>
            <p:cNvSpPr/>
            <p:nvPr/>
          </p:nvSpPr>
          <p:spPr>
            <a:xfrm>
              <a:off x="7290968" y="1882778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3809" y="0"/>
                  </a:moveTo>
                  <a:lnTo>
                    <a:pt x="4571" y="4572"/>
                  </a:lnTo>
                  <a:lnTo>
                    <a:pt x="1523" y="5334"/>
                  </a:lnTo>
                  <a:lnTo>
                    <a:pt x="0" y="762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8" name="object 3678"/>
            <p:cNvSpPr/>
            <p:nvPr/>
          </p:nvSpPr>
          <p:spPr>
            <a:xfrm>
              <a:off x="7287920" y="188354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4572"/>
                  </a:moveTo>
                  <a:lnTo>
                    <a:pt x="3048" y="0"/>
                  </a:lnTo>
                  <a:lnTo>
                    <a:pt x="0" y="1524"/>
                  </a:lnTo>
                  <a:lnTo>
                    <a:pt x="2286" y="5334"/>
                  </a:lnTo>
                  <a:lnTo>
                    <a:pt x="4572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9" name="object 3679"/>
            <p:cNvSpPr/>
            <p:nvPr/>
          </p:nvSpPr>
          <p:spPr>
            <a:xfrm>
              <a:off x="7287920" y="188354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3048" y="0"/>
                  </a:moveTo>
                  <a:lnTo>
                    <a:pt x="4572" y="4572"/>
                  </a:lnTo>
                  <a:lnTo>
                    <a:pt x="2286" y="5334"/>
                  </a:lnTo>
                  <a:lnTo>
                    <a:pt x="0" y="1524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0" name="object 3680"/>
            <p:cNvSpPr/>
            <p:nvPr/>
          </p:nvSpPr>
          <p:spPr>
            <a:xfrm>
              <a:off x="7284872" y="188506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4" y="3810"/>
                  </a:moveTo>
                  <a:lnTo>
                    <a:pt x="3048" y="0"/>
                  </a:lnTo>
                  <a:lnTo>
                    <a:pt x="0" y="1524"/>
                  </a:lnTo>
                  <a:lnTo>
                    <a:pt x="3048" y="4572"/>
                  </a:lnTo>
                  <a:lnTo>
                    <a:pt x="3048" y="5334"/>
                  </a:lnTo>
                  <a:lnTo>
                    <a:pt x="5334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1" name="object 3681"/>
            <p:cNvSpPr/>
            <p:nvPr/>
          </p:nvSpPr>
          <p:spPr>
            <a:xfrm>
              <a:off x="7284872" y="188506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3048" y="0"/>
                  </a:moveTo>
                  <a:lnTo>
                    <a:pt x="5334" y="3810"/>
                  </a:lnTo>
                  <a:lnTo>
                    <a:pt x="3048" y="5334"/>
                  </a:lnTo>
                  <a:lnTo>
                    <a:pt x="3048" y="4572"/>
                  </a:lnTo>
                  <a:lnTo>
                    <a:pt x="0" y="1524"/>
                  </a:lnTo>
                  <a:lnTo>
                    <a:pt x="304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2" name="object 3682"/>
            <p:cNvSpPr/>
            <p:nvPr/>
          </p:nvSpPr>
          <p:spPr>
            <a:xfrm>
              <a:off x="7282573" y="188658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3" y="3047"/>
                  </a:moveTo>
                  <a:lnTo>
                    <a:pt x="2285" y="0"/>
                  </a:lnTo>
                  <a:lnTo>
                    <a:pt x="0" y="2286"/>
                  </a:lnTo>
                  <a:lnTo>
                    <a:pt x="0" y="3048"/>
                  </a:lnTo>
                  <a:lnTo>
                    <a:pt x="3809" y="5334"/>
                  </a:lnTo>
                  <a:lnTo>
                    <a:pt x="5333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3" name="object 3683"/>
            <p:cNvSpPr/>
            <p:nvPr/>
          </p:nvSpPr>
          <p:spPr>
            <a:xfrm>
              <a:off x="7282573" y="188658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2285" y="0"/>
                  </a:moveTo>
                  <a:lnTo>
                    <a:pt x="5333" y="3047"/>
                  </a:lnTo>
                  <a:lnTo>
                    <a:pt x="3809" y="5334"/>
                  </a:lnTo>
                  <a:lnTo>
                    <a:pt x="0" y="3048"/>
                  </a:lnTo>
                  <a:lnTo>
                    <a:pt x="0" y="2286"/>
                  </a:lnTo>
                  <a:lnTo>
                    <a:pt x="228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4" name="object 3684"/>
            <p:cNvSpPr/>
            <p:nvPr/>
          </p:nvSpPr>
          <p:spPr>
            <a:xfrm>
              <a:off x="7280287" y="1889636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10">
                  <a:moveTo>
                    <a:pt x="6095" y="2285"/>
                  </a:moveTo>
                  <a:lnTo>
                    <a:pt x="2285" y="0"/>
                  </a:lnTo>
                  <a:lnTo>
                    <a:pt x="761" y="2286"/>
                  </a:lnTo>
                  <a:lnTo>
                    <a:pt x="0" y="3048"/>
                  </a:lnTo>
                  <a:lnTo>
                    <a:pt x="4571" y="3810"/>
                  </a:lnTo>
                  <a:lnTo>
                    <a:pt x="6095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5" name="object 3685"/>
            <p:cNvSpPr/>
            <p:nvPr/>
          </p:nvSpPr>
          <p:spPr>
            <a:xfrm>
              <a:off x="7280287" y="1889636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10">
                  <a:moveTo>
                    <a:pt x="2285" y="0"/>
                  </a:moveTo>
                  <a:lnTo>
                    <a:pt x="6095" y="2285"/>
                  </a:lnTo>
                  <a:lnTo>
                    <a:pt x="4571" y="3810"/>
                  </a:lnTo>
                  <a:lnTo>
                    <a:pt x="0" y="3048"/>
                  </a:lnTo>
                  <a:lnTo>
                    <a:pt x="761" y="2286"/>
                  </a:lnTo>
                  <a:lnTo>
                    <a:pt x="228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6" name="object 3686"/>
            <p:cNvSpPr/>
            <p:nvPr/>
          </p:nvSpPr>
          <p:spPr>
            <a:xfrm>
              <a:off x="7279538" y="1892684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5" h="3175">
                  <a:moveTo>
                    <a:pt x="5333" y="761"/>
                  </a:moveTo>
                  <a:lnTo>
                    <a:pt x="761" y="0"/>
                  </a:lnTo>
                  <a:lnTo>
                    <a:pt x="0" y="2286"/>
                  </a:lnTo>
                  <a:lnTo>
                    <a:pt x="0" y="3048"/>
                  </a:lnTo>
                  <a:lnTo>
                    <a:pt x="4571" y="3047"/>
                  </a:lnTo>
                  <a:lnTo>
                    <a:pt x="5333" y="7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7" name="object 3687"/>
            <p:cNvSpPr/>
            <p:nvPr/>
          </p:nvSpPr>
          <p:spPr>
            <a:xfrm>
              <a:off x="7279538" y="1892684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5" h="3175">
                  <a:moveTo>
                    <a:pt x="761" y="0"/>
                  </a:moveTo>
                  <a:lnTo>
                    <a:pt x="5333" y="761"/>
                  </a:lnTo>
                  <a:lnTo>
                    <a:pt x="4571" y="3047"/>
                  </a:lnTo>
                  <a:lnTo>
                    <a:pt x="0" y="3048"/>
                  </a:lnTo>
                  <a:lnTo>
                    <a:pt x="0" y="2286"/>
                  </a:lnTo>
                  <a:lnTo>
                    <a:pt x="76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8" name="object 3688"/>
            <p:cNvSpPr/>
            <p:nvPr/>
          </p:nvSpPr>
          <p:spPr>
            <a:xfrm>
              <a:off x="7279538" y="1895732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572" y="2285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3048"/>
                  </a:lnTo>
                  <a:lnTo>
                    <a:pt x="762" y="3048"/>
                  </a:lnTo>
                  <a:lnTo>
                    <a:pt x="4572" y="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9" name="object 3689"/>
            <p:cNvSpPr/>
            <p:nvPr/>
          </p:nvSpPr>
          <p:spPr>
            <a:xfrm>
              <a:off x="7279538" y="1895732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0" y="0"/>
                  </a:moveTo>
                  <a:lnTo>
                    <a:pt x="4572" y="0"/>
                  </a:lnTo>
                  <a:lnTo>
                    <a:pt x="4572" y="2285"/>
                  </a:lnTo>
                  <a:lnTo>
                    <a:pt x="762" y="3048"/>
                  </a:lnTo>
                  <a:lnTo>
                    <a:pt x="0" y="304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0" name="object 3690"/>
            <p:cNvSpPr/>
            <p:nvPr/>
          </p:nvSpPr>
          <p:spPr>
            <a:xfrm>
              <a:off x="7280300" y="1898018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360" y="1651"/>
                  </a:moveTo>
                  <a:lnTo>
                    <a:pt x="3810" y="0"/>
                  </a:lnTo>
                  <a:lnTo>
                    <a:pt x="0" y="762"/>
                  </a:lnTo>
                  <a:lnTo>
                    <a:pt x="762" y="3810"/>
                  </a:lnTo>
                  <a:lnTo>
                    <a:pt x="4360" y="1651"/>
                  </a:lnTo>
                  <a:close/>
                </a:path>
                <a:path w="5079" h="3810">
                  <a:moveTo>
                    <a:pt x="4572" y="2286"/>
                  </a:moveTo>
                  <a:lnTo>
                    <a:pt x="4572" y="1524"/>
                  </a:lnTo>
                  <a:lnTo>
                    <a:pt x="4360" y="1651"/>
                  </a:lnTo>
                  <a:lnTo>
                    <a:pt x="4572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1" name="object 3691"/>
            <p:cNvSpPr/>
            <p:nvPr/>
          </p:nvSpPr>
          <p:spPr>
            <a:xfrm>
              <a:off x="7280300" y="1898018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762"/>
                  </a:moveTo>
                  <a:lnTo>
                    <a:pt x="3810" y="0"/>
                  </a:lnTo>
                  <a:lnTo>
                    <a:pt x="4572" y="2286"/>
                  </a:lnTo>
                  <a:lnTo>
                    <a:pt x="4572" y="1524"/>
                  </a:lnTo>
                  <a:lnTo>
                    <a:pt x="762" y="3810"/>
                  </a:lnTo>
                  <a:lnTo>
                    <a:pt x="0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2" name="object 3692"/>
            <p:cNvSpPr/>
            <p:nvPr/>
          </p:nvSpPr>
          <p:spPr>
            <a:xfrm>
              <a:off x="7281049" y="189954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4" y="2286"/>
                  </a:moveTo>
                  <a:lnTo>
                    <a:pt x="3810" y="0"/>
                  </a:lnTo>
                  <a:lnTo>
                    <a:pt x="0" y="2286"/>
                  </a:lnTo>
                  <a:lnTo>
                    <a:pt x="1524" y="5334"/>
                  </a:lnTo>
                  <a:lnTo>
                    <a:pt x="4572" y="2286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3" name="object 3693"/>
            <p:cNvSpPr/>
            <p:nvPr/>
          </p:nvSpPr>
          <p:spPr>
            <a:xfrm>
              <a:off x="7281049" y="189954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2286"/>
                  </a:moveTo>
                  <a:lnTo>
                    <a:pt x="3810" y="0"/>
                  </a:lnTo>
                  <a:lnTo>
                    <a:pt x="5334" y="2286"/>
                  </a:lnTo>
                  <a:lnTo>
                    <a:pt x="4572" y="2286"/>
                  </a:lnTo>
                  <a:lnTo>
                    <a:pt x="1524" y="5334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4" name="object 3694"/>
            <p:cNvSpPr/>
            <p:nvPr/>
          </p:nvSpPr>
          <p:spPr>
            <a:xfrm>
              <a:off x="7282573" y="190182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4" y="1524"/>
                  </a:moveTo>
                  <a:lnTo>
                    <a:pt x="3047" y="0"/>
                  </a:lnTo>
                  <a:lnTo>
                    <a:pt x="0" y="3048"/>
                  </a:lnTo>
                  <a:lnTo>
                    <a:pt x="2286" y="5334"/>
                  </a:lnTo>
                  <a:lnTo>
                    <a:pt x="5334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5" name="object 3695"/>
            <p:cNvSpPr/>
            <p:nvPr/>
          </p:nvSpPr>
          <p:spPr>
            <a:xfrm>
              <a:off x="7282573" y="190182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3048"/>
                  </a:moveTo>
                  <a:lnTo>
                    <a:pt x="3047" y="0"/>
                  </a:lnTo>
                  <a:lnTo>
                    <a:pt x="5334" y="1524"/>
                  </a:lnTo>
                  <a:lnTo>
                    <a:pt x="2286" y="5334"/>
                  </a:lnTo>
                  <a:lnTo>
                    <a:pt x="0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6" name="object 3696"/>
            <p:cNvSpPr/>
            <p:nvPr/>
          </p:nvSpPr>
          <p:spPr>
            <a:xfrm>
              <a:off x="7284859" y="1903352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5334" y="1524"/>
                  </a:moveTo>
                  <a:lnTo>
                    <a:pt x="3047" y="0"/>
                  </a:lnTo>
                  <a:lnTo>
                    <a:pt x="0" y="3810"/>
                  </a:lnTo>
                  <a:lnTo>
                    <a:pt x="3048" y="6096"/>
                  </a:lnTo>
                  <a:lnTo>
                    <a:pt x="4572" y="1524"/>
                  </a:lnTo>
                  <a:lnTo>
                    <a:pt x="5334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7" name="object 3697"/>
            <p:cNvSpPr/>
            <p:nvPr/>
          </p:nvSpPr>
          <p:spPr>
            <a:xfrm>
              <a:off x="7284859" y="1903352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0" y="3810"/>
                  </a:moveTo>
                  <a:lnTo>
                    <a:pt x="3047" y="0"/>
                  </a:lnTo>
                  <a:lnTo>
                    <a:pt x="5334" y="1524"/>
                  </a:lnTo>
                  <a:lnTo>
                    <a:pt x="4572" y="1524"/>
                  </a:lnTo>
                  <a:lnTo>
                    <a:pt x="3048" y="6096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8" name="object 3698"/>
            <p:cNvSpPr/>
            <p:nvPr/>
          </p:nvSpPr>
          <p:spPr>
            <a:xfrm>
              <a:off x="7287920" y="190487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762"/>
                  </a:moveTo>
                  <a:lnTo>
                    <a:pt x="1523" y="0"/>
                  </a:lnTo>
                  <a:lnTo>
                    <a:pt x="0" y="4572"/>
                  </a:lnTo>
                  <a:lnTo>
                    <a:pt x="3048" y="5334"/>
                  </a:lnTo>
                  <a:lnTo>
                    <a:pt x="3810" y="5334"/>
                  </a:lnTo>
                  <a:lnTo>
                    <a:pt x="4572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9" name="object 3699"/>
            <p:cNvSpPr/>
            <p:nvPr/>
          </p:nvSpPr>
          <p:spPr>
            <a:xfrm>
              <a:off x="7287920" y="190487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4572"/>
                  </a:moveTo>
                  <a:lnTo>
                    <a:pt x="1523" y="0"/>
                  </a:lnTo>
                  <a:lnTo>
                    <a:pt x="4572" y="762"/>
                  </a:lnTo>
                  <a:lnTo>
                    <a:pt x="3810" y="5334"/>
                  </a:lnTo>
                  <a:lnTo>
                    <a:pt x="3048" y="533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0" name="object 3700"/>
            <p:cNvSpPr/>
            <p:nvPr/>
          </p:nvSpPr>
          <p:spPr>
            <a:xfrm>
              <a:off x="7291730" y="1905638"/>
              <a:ext cx="3175" cy="5715"/>
            </a:xfrm>
            <a:custGeom>
              <a:avLst/>
              <a:gdLst/>
              <a:ahLst/>
              <a:cxnLst/>
              <a:rect l="l" t="t" r="r" b="b"/>
              <a:pathLst>
                <a:path w="3175" h="5714">
                  <a:moveTo>
                    <a:pt x="3048" y="5334"/>
                  </a:moveTo>
                  <a:lnTo>
                    <a:pt x="3047" y="762"/>
                  </a:lnTo>
                  <a:lnTo>
                    <a:pt x="761" y="0"/>
                  </a:lnTo>
                  <a:lnTo>
                    <a:pt x="0" y="4572"/>
                  </a:lnTo>
                  <a:lnTo>
                    <a:pt x="3048" y="53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1" name="object 3701"/>
            <p:cNvSpPr/>
            <p:nvPr/>
          </p:nvSpPr>
          <p:spPr>
            <a:xfrm>
              <a:off x="7291730" y="1905638"/>
              <a:ext cx="3175" cy="5715"/>
            </a:xfrm>
            <a:custGeom>
              <a:avLst/>
              <a:gdLst/>
              <a:ahLst/>
              <a:cxnLst/>
              <a:rect l="l" t="t" r="r" b="b"/>
              <a:pathLst>
                <a:path w="3175" h="5714">
                  <a:moveTo>
                    <a:pt x="0" y="4572"/>
                  </a:moveTo>
                  <a:lnTo>
                    <a:pt x="761" y="0"/>
                  </a:lnTo>
                  <a:lnTo>
                    <a:pt x="3047" y="762"/>
                  </a:lnTo>
                  <a:lnTo>
                    <a:pt x="3048" y="5334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2" name="object 3702"/>
            <p:cNvSpPr/>
            <p:nvPr/>
          </p:nvSpPr>
          <p:spPr>
            <a:xfrm>
              <a:off x="7294778" y="1906400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09" h="5080">
                  <a:moveTo>
                    <a:pt x="3810" y="4572"/>
                  </a:moveTo>
                  <a:lnTo>
                    <a:pt x="3047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381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3" name="object 3703"/>
            <p:cNvSpPr/>
            <p:nvPr/>
          </p:nvSpPr>
          <p:spPr>
            <a:xfrm>
              <a:off x="7294778" y="1906400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09" h="5080">
                  <a:moveTo>
                    <a:pt x="0" y="4572"/>
                  </a:moveTo>
                  <a:lnTo>
                    <a:pt x="0" y="0"/>
                  </a:lnTo>
                  <a:lnTo>
                    <a:pt x="3047" y="0"/>
                  </a:lnTo>
                  <a:lnTo>
                    <a:pt x="3810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4" name="object 3704"/>
            <p:cNvSpPr/>
            <p:nvPr/>
          </p:nvSpPr>
          <p:spPr>
            <a:xfrm>
              <a:off x="7297826" y="1905638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1" y="3810"/>
                  </a:moveTo>
                  <a:lnTo>
                    <a:pt x="2285" y="0"/>
                  </a:lnTo>
                  <a:lnTo>
                    <a:pt x="0" y="762"/>
                  </a:lnTo>
                  <a:lnTo>
                    <a:pt x="761" y="5334"/>
                  </a:lnTo>
                  <a:lnTo>
                    <a:pt x="3809" y="4572"/>
                  </a:lnTo>
                  <a:lnTo>
                    <a:pt x="457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5" name="object 3705"/>
            <p:cNvSpPr/>
            <p:nvPr/>
          </p:nvSpPr>
          <p:spPr>
            <a:xfrm>
              <a:off x="7297826" y="1905638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761" y="5334"/>
                  </a:moveTo>
                  <a:lnTo>
                    <a:pt x="0" y="762"/>
                  </a:lnTo>
                  <a:lnTo>
                    <a:pt x="2285" y="0"/>
                  </a:lnTo>
                  <a:lnTo>
                    <a:pt x="4571" y="3810"/>
                  </a:lnTo>
                  <a:lnTo>
                    <a:pt x="3809" y="4572"/>
                  </a:lnTo>
                  <a:lnTo>
                    <a:pt x="761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6" name="object 3706"/>
            <p:cNvSpPr/>
            <p:nvPr/>
          </p:nvSpPr>
          <p:spPr>
            <a:xfrm>
              <a:off x="7300099" y="190411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3" y="3810"/>
                  </a:moveTo>
                  <a:lnTo>
                    <a:pt x="2285" y="762"/>
                  </a:lnTo>
                  <a:lnTo>
                    <a:pt x="2285" y="0"/>
                  </a:lnTo>
                  <a:lnTo>
                    <a:pt x="0" y="1524"/>
                  </a:lnTo>
                  <a:lnTo>
                    <a:pt x="2285" y="5334"/>
                  </a:lnTo>
                  <a:lnTo>
                    <a:pt x="5333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7" name="object 3707"/>
            <p:cNvSpPr/>
            <p:nvPr/>
          </p:nvSpPr>
          <p:spPr>
            <a:xfrm>
              <a:off x="7300099" y="190411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2285" y="5334"/>
                  </a:moveTo>
                  <a:lnTo>
                    <a:pt x="0" y="1524"/>
                  </a:lnTo>
                  <a:lnTo>
                    <a:pt x="2285" y="0"/>
                  </a:lnTo>
                  <a:lnTo>
                    <a:pt x="2285" y="762"/>
                  </a:lnTo>
                  <a:lnTo>
                    <a:pt x="5333" y="3810"/>
                  </a:lnTo>
                  <a:lnTo>
                    <a:pt x="2285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8" name="object 3708"/>
            <p:cNvSpPr/>
            <p:nvPr/>
          </p:nvSpPr>
          <p:spPr>
            <a:xfrm>
              <a:off x="7302398" y="190259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334" y="3810"/>
                  </a:moveTo>
                  <a:lnTo>
                    <a:pt x="5334" y="3048"/>
                  </a:lnTo>
                  <a:lnTo>
                    <a:pt x="2286" y="762"/>
                  </a:lnTo>
                  <a:lnTo>
                    <a:pt x="2286" y="0"/>
                  </a:lnTo>
                  <a:lnTo>
                    <a:pt x="0" y="2286"/>
                  </a:lnTo>
                  <a:lnTo>
                    <a:pt x="3048" y="5334"/>
                  </a:lnTo>
                  <a:lnTo>
                    <a:pt x="5334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9" name="object 3709"/>
            <p:cNvSpPr/>
            <p:nvPr/>
          </p:nvSpPr>
          <p:spPr>
            <a:xfrm>
              <a:off x="7302398" y="190259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3048" y="5334"/>
                  </a:moveTo>
                  <a:lnTo>
                    <a:pt x="0" y="2286"/>
                  </a:lnTo>
                  <a:lnTo>
                    <a:pt x="2286" y="0"/>
                  </a:lnTo>
                  <a:lnTo>
                    <a:pt x="2286" y="762"/>
                  </a:lnTo>
                  <a:lnTo>
                    <a:pt x="5334" y="3048"/>
                  </a:lnTo>
                  <a:lnTo>
                    <a:pt x="5334" y="3810"/>
                  </a:lnTo>
                  <a:lnTo>
                    <a:pt x="3048" y="53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0" name="object 3710"/>
            <p:cNvSpPr/>
            <p:nvPr/>
          </p:nvSpPr>
          <p:spPr>
            <a:xfrm>
              <a:off x="7304671" y="190106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80">
                  <a:moveTo>
                    <a:pt x="5334" y="2286"/>
                  </a:moveTo>
                  <a:lnTo>
                    <a:pt x="1524" y="0"/>
                  </a:lnTo>
                  <a:lnTo>
                    <a:pt x="0" y="2286"/>
                  </a:lnTo>
                  <a:lnTo>
                    <a:pt x="3048" y="4572"/>
                  </a:lnTo>
                  <a:lnTo>
                    <a:pt x="5334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1" name="object 3711"/>
            <p:cNvSpPr/>
            <p:nvPr/>
          </p:nvSpPr>
          <p:spPr>
            <a:xfrm>
              <a:off x="7304671" y="190106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80">
                  <a:moveTo>
                    <a:pt x="3048" y="4572"/>
                  </a:moveTo>
                  <a:lnTo>
                    <a:pt x="0" y="2286"/>
                  </a:lnTo>
                  <a:lnTo>
                    <a:pt x="1524" y="0"/>
                  </a:lnTo>
                  <a:lnTo>
                    <a:pt x="5334" y="2286"/>
                  </a:lnTo>
                  <a:lnTo>
                    <a:pt x="3048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2" name="object 3712"/>
            <p:cNvSpPr/>
            <p:nvPr/>
          </p:nvSpPr>
          <p:spPr>
            <a:xfrm>
              <a:off x="7306208" y="1898780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80">
                  <a:moveTo>
                    <a:pt x="5333" y="1524"/>
                  </a:moveTo>
                  <a:lnTo>
                    <a:pt x="761" y="762"/>
                  </a:lnTo>
                  <a:lnTo>
                    <a:pt x="761" y="0"/>
                  </a:lnTo>
                  <a:lnTo>
                    <a:pt x="0" y="2286"/>
                  </a:lnTo>
                  <a:lnTo>
                    <a:pt x="3809" y="4572"/>
                  </a:lnTo>
                  <a:lnTo>
                    <a:pt x="5333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3" name="object 3713"/>
            <p:cNvSpPr/>
            <p:nvPr/>
          </p:nvSpPr>
          <p:spPr>
            <a:xfrm>
              <a:off x="7306208" y="1898780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80">
                  <a:moveTo>
                    <a:pt x="3809" y="4572"/>
                  </a:moveTo>
                  <a:lnTo>
                    <a:pt x="0" y="2286"/>
                  </a:lnTo>
                  <a:lnTo>
                    <a:pt x="761" y="0"/>
                  </a:lnTo>
                  <a:lnTo>
                    <a:pt x="761" y="762"/>
                  </a:lnTo>
                  <a:lnTo>
                    <a:pt x="5333" y="1524"/>
                  </a:lnTo>
                  <a:lnTo>
                    <a:pt x="3809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4" name="object 3714"/>
            <p:cNvSpPr/>
            <p:nvPr/>
          </p:nvSpPr>
          <p:spPr>
            <a:xfrm>
              <a:off x="7306970" y="1897256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572" y="3048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2286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5" name="object 3715"/>
            <p:cNvSpPr/>
            <p:nvPr/>
          </p:nvSpPr>
          <p:spPr>
            <a:xfrm>
              <a:off x="7306970" y="1896494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572" y="3810"/>
                  </a:moveTo>
                  <a:lnTo>
                    <a:pt x="0" y="3048"/>
                  </a:lnTo>
                  <a:lnTo>
                    <a:pt x="0" y="0"/>
                  </a:lnTo>
                  <a:lnTo>
                    <a:pt x="0" y="762"/>
                  </a:lnTo>
                  <a:lnTo>
                    <a:pt x="4572" y="762"/>
                  </a:lnTo>
                  <a:lnTo>
                    <a:pt x="4572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6" name="object 3716"/>
            <p:cNvSpPr/>
            <p:nvPr/>
          </p:nvSpPr>
          <p:spPr>
            <a:xfrm>
              <a:off x="7306970" y="1896494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4572" y="762"/>
                  </a:moveTo>
                  <a:lnTo>
                    <a:pt x="4572" y="0"/>
                  </a:lnTo>
                  <a:lnTo>
                    <a:pt x="0" y="762"/>
                  </a:lnTo>
                  <a:lnTo>
                    <a:pt x="4572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7" name="object 3717"/>
            <p:cNvSpPr/>
            <p:nvPr/>
          </p:nvSpPr>
          <p:spPr>
            <a:xfrm>
              <a:off x="7306970" y="1896494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4572" y="762"/>
                  </a:moveTo>
                  <a:lnTo>
                    <a:pt x="0" y="762"/>
                  </a:lnTo>
                  <a:lnTo>
                    <a:pt x="4572" y="0"/>
                  </a:lnTo>
                  <a:lnTo>
                    <a:pt x="4572" y="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8" name="object 3718"/>
            <p:cNvSpPr/>
            <p:nvPr/>
          </p:nvSpPr>
          <p:spPr>
            <a:xfrm>
              <a:off x="7159904" y="1843916"/>
              <a:ext cx="151130" cy="33655"/>
            </a:xfrm>
            <a:custGeom>
              <a:avLst/>
              <a:gdLst/>
              <a:ahLst/>
              <a:cxnLst/>
              <a:rect l="l" t="t" r="r" b="b"/>
              <a:pathLst>
                <a:path w="151129" h="33655">
                  <a:moveTo>
                    <a:pt x="0" y="33528"/>
                  </a:moveTo>
                  <a:lnTo>
                    <a:pt x="0" y="0"/>
                  </a:lnTo>
                  <a:lnTo>
                    <a:pt x="150876" y="0"/>
                  </a:lnTo>
                  <a:lnTo>
                    <a:pt x="150876" y="33527"/>
                  </a:lnTo>
                  <a:lnTo>
                    <a:pt x="0" y="335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9" name="object 3719"/>
            <p:cNvSpPr/>
            <p:nvPr/>
          </p:nvSpPr>
          <p:spPr>
            <a:xfrm>
              <a:off x="7159904" y="1843916"/>
              <a:ext cx="151130" cy="33655"/>
            </a:xfrm>
            <a:custGeom>
              <a:avLst/>
              <a:gdLst/>
              <a:ahLst/>
              <a:cxnLst/>
              <a:rect l="l" t="t" r="r" b="b"/>
              <a:pathLst>
                <a:path w="151129" h="33655">
                  <a:moveTo>
                    <a:pt x="0" y="33528"/>
                  </a:moveTo>
                  <a:lnTo>
                    <a:pt x="0" y="0"/>
                  </a:lnTo>
                  <a:lnTo>
                    <a:pt x="150876" y="0"/>
                  </a:lnTo>
                  <a:lnTo>
                    <a:pt x="150876" y="33527"/>
                  </a:lnTo>
                  <a:lnTo>
                    <a:pt x="0" y="33528"/>
                  </a:lnTo>
                  <a:close/>
                </a:path>
              </a:pathLst>
            </a:custGeom>
            <a:ln w="46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0" name="object 3720"/>
            <p:cNvSpPr/>
            <p:nvPr/>
          </p:nvSpPr>
          <p:spPr>
            <a:xfrm>
              <a:off x="7159892" y="1841642"/>
              <a:ext cx="153670" cy="5080"/>
            </a:xfrm>
            <a:custGeom>
              <a:avLst/>
              <a:gdLst/>
              <a:ahLst/>
              <a:cxnLst/>
              <a:rect l="l" t="t" r="r" b="b"/>
              <a:pathLst>
                <a:path w="153670" h="5080">
                  <a:moveTo>
                    <a:pt x="153670" y="0"/>
                  </a:moveTo>
                  <a:lnTo>
                    <a:pt x="14859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148590" y="4572"/>
                  </a:lnTo>
                  <a:lnTo>
                    <a:pt x="148590" y="2286"/>
                  </a:lnTo>
                  <a:lnTo>
                    <a:pt x="153670" y="2286"/>
                  </a:lnTo>
                  <a:lnTo>
                    <a:pt x="153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1" name="object 3721"/>
            <p:cNvSpPr/>
            <p:nvPr/>
          </p:nvSpPr>
          <p:spPr>
            <a:xfrm>
              <a:off x="7159904" y="1841630"/>
              <a:ext cx="153670" cy="5080"/>
            </a:xfrm>
            <a:custGeom>
              <a:avLst/>
              <a:gdLst/>
              <a:ahLst/>
              <a:cxnLst/>
              <a:rect l="l" t="t" r="r" b="b"/>
              <a:pathLst>
                <a:path w="153670" h="5080">
                  <a:moveTo>
                    <a:pt x="0" y="4572"/>
                  </a:moveTo>
                  <a:lnTo>
                    <a:pt x="0" y="0"/>
                  </a:lnTo>
                  <a:lnTo>
                    <a:pt x="153162" y="0"/>
                  </a:lnTo>
                  <a:lnTo>
                    <a:pt x="153162" y="2286"/>
                  </a:lnTo>
                  <a:lnTo>
                    <a:pt x="148590" y="2286"/>
                  </a:lnTo>
                  <a:lnTo>
                    <a:pt x="148590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2" name="object 3722"/>
            <p:cNvSpPr/>
            <p:nvPr/>
          </p:nvSpPr>
          <p:spPr>
            <a:xfrm>
              <a:off x="7308494" y="1843916"/>
              <a:ext cx="5080" cy="36195"/>
            </a:xfrm>
            <a:custGeom>
              <a:avLst/>
              <a:gdLst/>
              <a:ahLst/>
              <a:cxnLst/>
              <a:rect l="l" t="t" r="r" b="b"/>
              <a:pathLst>
                <a:path w="5079" h="36194">
                  <a:moveTo>
                    <a:pt x="4572" y="35814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31242"/>
                  </a:lnTo>
                  <a:lnTo>
                    <a:pt x="2286" y="31242"/>
                  </a:lnTo>
                  <a:lnTo>
                    <a:pt x="2286" y="35814"/>
                  </a:lnTo>
                  <a:lnTo>
                    <a:pt x="4572" y="3581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3" name="object 3723"/>
            <p:cNvSpPr/>
            <p:nvPr/>
          </p:nvSpPr>
          <p:spPr>
            <a:xfrm>
              <a:off x="7308494" y="1843916"/>
              <a:ext cx="5080" cy="36195"/>
            </a:xfrm>
            <a:custGeom>
              <a:avLst/>
              <a:gdLst/>
              <a:ahLst/>
              <a:cxnLst/>
              <a:rect l="l" t="t" r="r" b="b"/>
              <a:pathLst>
                <a:path w="5079" h="36194">
                  <a:moveTo>
                    <a:pt x="0" y="0"/>
                  </a:moveTo>
                  <a:lnTo>
                    <a:pt x="4572" y="0"/>
                  </a:lnTo>
                  <a:lnTo>
                    <a:pt x="4572" y="35814"/>
                  </a:lnTo>
                  <a:lnTo>
                    <a:pt x="2286" y="35814"/>
                  </a:lnTo>
                  <a:lnTo>
                    <a:pt x="2286" y="31242"/>
                  </a:lnTo>
                  <a:lnTo>
                    <a:pt x="0" y="3124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4" name="object 3724"/>
            <p:cNvSpPr/>
            <p:nvPr/>
          </p:nvSpPr>
          <p:spPr>
            <a:xfrm>
              <a:off x="7157097" y="1875170"/>
              <a:ext cx="153670" cy="5080"/>
            </a:xfrm>
            <a:custGeom>
              <a:avLst/>
              <a:gdLst/>
              <a:ahLst/>
              <a:cxnLst/>
              <a:rect l="l" t="t" r="r" b="b"/>
              <a:pathLst>
                <a:path w="153670" h="5080">
                  <a:moveTo>
                    <a:pt x="153670" y="0"/>
                  </a:moveTo>
                  <a:lnTo>
                    <a:pt x="5080" y="0"/>
                  </a:lnTo>
                  <a:lnTo>
                    <a:pt x="5080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5080" y="4572"/>
                  </a:lnTo>
                  <a:lnTo>
                    <a:pt x="153670" y="4572"/>
                  </a:lnTo>
                  <a:lnTo>
                    <a:pt x="153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5" name="object 3725"/>
            <p:cNvSpPr/>
            <p:nvPr/>
          </p:nvSpPr>
          <p:spPr>
            <a:xfrm>
              <a:off x="7157618" y="1875158"/>
              <a:ext cx="153670" cy="5080"/>
            </a:xfrm>
            <a:custGeom>
              <a:avLst/>
              <a:gdLst/>
              <a:ahLst/>
              <a:cxnLst/>
              <a:rect l="l" t="t" r="r" b="b"/>
              <a:pathLst>
                <a:path w="153670" h="5080">
                  <a:moveTo>
                    <a:pt x="153161" y="0"/>
                  </a:moveTo>
                  <a:lnTo>
                    <a:pt x="153161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1" y="2286"/>
                  </a:lnTo>
                  <a:lnTo>
                    <a:pt x="4571" y="0"/>
                  </a:lnTo>
                  <a:lnTo>
                    <a:pt x="15316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6" name="object 3726"/>
            <p:cNvSpPr/>
            <p:nvPr/>
          </p:nvSpPr>
          <p:spPr>
            <a:xfrm>
              <a:off x="7157618" y="1841630"/>
              <a:ext cx="5080" cy="36195"/>
            </a:xfrm>
            <a:custGeom>
              <a:avLst/>
              <a:gdLst/>
              <a:ahLst/>
              <a:cxnLst/>
              <a:rect l="l" t="t" r="r" b="b"/>
              <a:pathLst>
                <a:path w="5079" h="36194">
                  <a:moveTo>
                    <a:pt x="4572" y="35813"/>
                  </a:moveTo>
                  <a:lnTo>
                    <a:pt x="4572" y="4571"/>
                  </a:lnTo>
                  <a:lnTo>
                    <a:pt x="2286" y="4571"/>
                  </a:lnTo>
                  <a:lnTo>
                    <a:pt x="2286" y="0"/>
                  </a:lnTo>
                  <a:lnTo>
                    <a:pt x="0" y="0"/>
                  </a:lnTo>
                  <a:lnTo>
                    <a:pt x="0" y="35813"/>
                  </a:lnTo>
                  <a:lnTo>
                    <a:pt x="4572" y="3581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7" name="object 3727"/>
            <p:cNvSpPr/>
            <p:nvPr/>
          </p:nvSpPr>
          <p:spPr>
            <a:xfrm>
              <a:off x="7157618" y="1841630"/>
              <a:ext cx="5080" cy="36195"/>
            </a:xfrm>
            <a:custGeom>
              <a:avLst/>
              <a:gdLst/>
              <a:ahLst/>
              <a:cxnLst/>
              <a:rect l="l" t="t" r="r" b="b"/>
              <a:pathLst>
                <a:path w="5079" h="36194">
                  <a:moveTo>
                    <a:pt x="4572" y="35813"/>
                  </a:moveTo>
                  <a:lnTo>
                    <a:pt x="0" y="35813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3581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8" name="object 3728"/>
            <p:cNvSpPr/>
            <p:nvPr/>
          </p:nvSpPr>
          <p:spPr>
            <a:xfrm>
              <a:off x="7159142" y="1821818"/>
              <a:ext cx="24130" cy="15240"/>
            </a:xfrm>
            <a:custGeom>
              <a:avLst/>
              <a:gdLst/>
              <a:ahLst/>
              <a:cxnLst/>
              <a:rect l="l" t="t" r="r" b="b"/>
              <a:pathLst>
                <a:path w="24129" h="15239">
                  <a:moveTo>
                    <a:pt x="0" y="15240"/>
                  </a:moveTo>
                  <a:lnTo>
                    <a:pt x="0" y="0"/>
                  </a:lnTo>
                  <a:lnTo>
                    <a:pt x="23622" y="0"/>
                  </a:lnTo>
                  <a:lnTo>
                    <a:pt x="23622" y="15239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9" name="object 3729"/>
            <p:cNvSpPr/>
            <p:nvPr/>
          </p:nvSpPr>
          <p:spPr>
            <a:xfrm>
              <a:off x="7159142" y="1821818"/>
              <a:ext cx="24130" cy="15240"/>
            </a:xfrm>
            <a:custGeom>
              <a:avLst/>
              <a:gdLst/>
              <a:ahLst/>
              <a:cxnLst/>
              <a:rect l="l" t="t" r="r" b="b"/>
              <a:pathLst>
                <a:path w="24129" h="15239">
                  <a:moveTo>
                    <a:pt x="0" y="15240"/>
                  </a:moveTo>
                  <a:lnTo>
                    <a:pt x="0" y="0"/>
                  </a:lnTo>
                  <a:lnTo>
                    <a:pt x="23622" y="0"/>
                  </a:lnTo>
                  <a:lnTo>
                    <a:pt x="23622" y="15239"/>
                  </a:lnTo>
                  <a:lnTo>
                    <a:pt x="0" y="15240"/>
                  </a:lnTo>
                  <a:close/>
                </a:path>
              </a:pathLst>
            </a:custGeom>
            <a:ln w="46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0" name="object 3730"/>
            <p:cNvSpPr/>
            <p:nvPr/>
          </p:nvSpPr>
          <p:spPr>
            <a:xfrm>
              <a:off x="7159142" y="1819532"/>
              <a:ext cx="26670" cy="5080"/>
            </a:xfrm>
            <a:custGeom>
              <a:avLst/>
              <a:gdLst/>
              <a:ahLst/>
              <a:cxnLst/>
              <a:rect l="l" t="t" r="r" b="b"/>
              <a:pathLst>
                <a:path w="26670" h="5080">
                  <a:moveTo>
                    <a:pt x="26670" y="2286"/>
                  </a:moveTo>
                  <a:lnTo>
                    <a:pt x="2667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21336" y="4572"/>
                  </a:lnTo>
                  <a:lnTo>
                    <a:pt x="21336" y="2286"/>
                  </a:lnTo>
                  <a:lnTo>
                    <a:pt x="26670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1" name="object 3731"/>
            <p:cNvSpPr/>
            <p:nvPr/>
          </p:nvSpPr>
          <p:spPr>
            <a:xfrm>
              <a:off x="7159142" y="1819532"/>
              <a:ext cx="26670" cy="5080"/>
            </a:xfrm>
            <a:custGeom>
              <a:avLst/>
              <a:gdLst/>
              <a:ahLst/>
              <a:cxnLst/>
              <a:rect l="l" t="t" r="r" b="b"/>
              <a:pathLst>
                <a:path w="26670" h="5080">
                  <a:moveTo>
                    <a:pt x="0" y="4572"/>
                  </a:moveTo>
                  <a:lnTo>
                    <a:pt x="0" y="0"/>
                  </a:lnTo>
                  <a:lnTo>
                    <a:pt x="26670" y="0"/>
                  </a:lnTo>
                  <a:lnTo>
                    <a:pt x="26670" y="2286"/>
                  </a:lnTo>
                  <a:lnTo>
                    <a:pt x="21336" y="2286"/>
                  </a:lnTo>
                  <a:lnTo>
                    <a:pt x="21336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2" name="object 3732"/>
            <p:cNvSpPr/>
            <p:nvPr/>
          </p:nvSpPr>
          <p:spPr>
            <a:xfrm>
              <a:off x="7180478" y="1821818"/>
              <a:ext cx="5715" cy="17780"/>
            </a:xfrm>
            <a:custGeom>
              <a:avLst/>
              <a:gdLst/>
              <a:ahLst/>
              <a:cxnLst/>
              <a:rect l="l" t="t" r="r" b="b"/>
              <a:pathLst>
                <a:path w="5715" h="17780">
                  <a:moveTo>
                    <a:pt x="5334" y="17526"/>
                  </a:moveTo>
                  <a:lnTo>
                    <a:pt x="5334" y="0"/>
                  </a:lnTo>
                  <a:lnTo>
                    <a:pt x="0" y="0"/>
                  </a:lnTo>
                  <a:lnTo>
                    <a:pt x="0" y="12954"/>
                  </a:lnTo>
                  <a:lnTo>
                    <a:pt x="2286" y="12954"/>
                  </a:lnTo>
                  <a:lnTo>
                    <a:pt x="2286" y="17526"/>
                  </a:lnTo>
                  <a:lnTo>
                    <a:pt x="5334" y="175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3" name="object 3733"/>
            <p:cNvSpPr/>
            <p:nvPr/>
          </p:nvSpPr>
          <p:spPr>
            <a:xfrm>
              <a:off x="7180478" y="1821818"/>
              <a:ext cx="5715" cy="17780"/>
            </a:xfrm>
            <a:custGeom>
              <a:avLst/>
              <a:gdLst/>
              <a:ahLst/>
              <a:cxnLst/>
              <a:rect l="l" t="t" r="r" b="b"/>
              <a:pathLst>
                <a:path w="5715" h="17780">
                  <a:moveTo>
                    <a:pt x="0" y="0"/>
                  </a:moveTo>
                  <a:lnTo>
                    <a:pt x="5334" y="0"/>
                  </a:lnTo>
                  <a:lnTo>
                    <a:pt x="5334" y="17526"/>
                  </a:lnTo>
                  <a:lnTo>
                    <a:pt x="2286" y="17526"/>
                  </a:lnTo>
                  <a:lnTo>
                    <a:pt x="2286" y="12954"/>
                  </a:lnTo>
                  <a:lnTo>
                    <a:pt x="0" y="1295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4" name="object 3734"/>
            <p:cNvSpPr/>
            <p:nvPr/>
          </p:nvSpPr>
          <p:spPr>
            <a:xfrm>
              <a:off x="7156856" y="1834772"/>
              <a:ext cx="26034" cy="5080"/>
            </a:xfrm>
            <a:custGeom>
              <a:avLst/>
              <a:gdLst/>
              <a:ahLst/>
              <a:cxnLst/>
              <a:rect l="l" t="t" r="r" b="b"/>
              <a:pathLst>
                <a:path w="26034" h="5080">
                  <a:moveTo>
                    <a:pt x="25907" y="4572"/>
                  </a:moveTo>
                  <a:lnTo>
                    <a:pt x="25907" y="0"/>
                  </a:lnTo>
                  <a:lnTo>
                    <a:pt x="4571" y="0"/>
                  </a:lnTo>
                  <a:lnTo>
                    <a:pt x="4571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25907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5" name="object 3735"/>
            <p:cNvSpPr/>
            <p:nvPr/>
          </p:nvSpPr>
          <p:spPr>
            <a:xfrm>
              <a:off x="7156856" y="1834772"/>
              <a:ext cx="26034" cy="5080"/>
            </a:xfrm>
            <a:custGeom>
              <a:avLst/>
              <a:gdLst/>
              <a:ahLst/>
              <a:cxnLst/>
              <a:rect l="l" t="t" r="r" b="b"/>
              <a:pathLst>
                <a:path w="26034" h="5080">
                  <a:moveTo>
                    <a:pt x="25907" y="0"/>
                  </a:moveTo>
                  <a:lnTo>
                    <a:pt x="25907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1" y="2286"/>
                  </a:lnTo>
                  <a:lnTo>
                    <a:pt x="4571" y="0"/>
                  </a:lnTo>
                  <a:lnTo>
                    <a:pt x="25907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6" name="object 3736"/>
            <p:cNvSpPr/>
            <p:nvPr/>
          </p:nvSpPr>
          <p:spPr>
            <a:xfrm>
              <a:off x="7156856" y="1819532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80">
                  <a:moveTo>
                    <a:pt x="4572" y="17525"/>
                  </a:moveTo>
                  <a:lnTo>
                    <a:pt x="4572" y="4571"/>
                  </a:lnTo>
                  <a:lnTo>
                    <a:pt x="2286" y="4571"/>
                  </a:lnTo>
                  <a:lnTo>
                    <a:pt x="2286" y="0"/>
                  </a:lnTo>
                  <a:lnTo>
                    <a:pt x="0" y="0"/>
                  </a:lnTo>
                  <a:lnTo>
                    <a:pt x="0" y="17525"/>
                  </a:lnTo>
                  <a:lnTo>
                    <a:pt x="4572" y="1752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7" name="object 3737"/>
            <p:cNvSpPr/>
            <p:nvPr/>
          </p:nvSpPr>
          <p:spPr>
            <a:xfrm>
              <a:off x="7156856" y="1819532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80">
                  <a:moveTo>
                    <a:pt x="4572" y="17525"/>
                  </a:moveTo>
                  <a:lnTo>
                    <a:pt x="0" y="17525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752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8" name="object 3738"/>
            <p:cNvSpPr/>
            <p:nvPr/>
          </p:nvSpPr>
          <p:spPr>
            <a:xfrm>
              <a:off x="7286396" y="1821818"/>
              <a:ext cx="24765" cy="15240"/>
            </a:xfrm>
            <a:custGeom>
              <a:avLst/>
              <a:gdLst/>
              <a:ahLst/>
              <a:cxnLst/>
              <a:rect l="l" t="t" r="r" b="b"/>
              <a:pathLst>
                <a:path w="24765" h="15239">
                  <a:moveTo>
                    <a:pt x="0" y="15240"/>
                  </a:moveTo>
                  <a:lnTo>
                    <a:pt x="0" y="0"/>
                  </a:lnTo>
                  <a:lnTo>
                    <a:pt x="24384" y="0"/>
                  </a:lnTo>
                  <a:lnTo>
                    <a:pt x="24384" y="15239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9" name="object 3739"/>
            <p:cNvSpPr/>
            <p:nvPr/>
          </p:nvSpPr>
          <p:spPr>
            <a:xfrm>
              <a:off x="7286396" y="1821818"/>
              <a:ext cx="24765" cy="15240"/>
            </a:xfrm>
            <a:custGeom>
              <a:avLst/>
              <a:gdLst/>
              <a:ahLst/>
              <a:cxnLst/>
              <a:rect l="l" t="t" r="r" b="b"/>
              <a:pathLst>
                <a:path w="24765" h="15239">
                  <a:moveTo>
                    <a:pt x="0" y="15240"/>
                  </a:moveTo>
                  <a:lnTo>
                    <a:pt x="0" y="0"/>
                  </a:lnTo>
                  <a:lnTo>
                    <a:pt x="24384" y="0"/>
                  </a:lnTo>
                  <a:lnTo>
                    <a:pt x="24384" y="15239"/>
                  </a:lnTo>
                  <a:lnTo>
                    <a:pt x="0" y="15240"/>
                  </a:lnTo>
                  <a:close/>
                </a:path>
              </a:pathLst>
            </a:custGeom>
            <a:ln w="46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0" name="object 3740"/>
            <p:cNvSpPr/>
            <p:nvPr/>
          </p:nvSpPr>
          <p:spPr>
            <a:xfrm>
              <a:off x="7286396" y="1819532"/>
              <a:ext cx="26670" cy="5080"/>
            </a:xfrm>
            <a:custGeom>
              <a:avLst/>
              <a:gdLst/>
              <a:ahLst/>
              <a:cxnLst/>
              <a:rect l="l" t="t" r="r" b="b"/>
              <a:pathLst>
                <a:path w="26670" h="5080">
                  <a:moveTo>
                    <a:pt x="26670" y="2286"/>
                  </a:moveTo>
                  <a:lnTo>
                    <a:pt x="2667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22098" y="4572"/>
                  </a:lnTo>
                  <a:lnTo>
                    <a:pt x="22098" y="2286"/>
                  </a:lnTo>
                  <a:lnTo>
                    <a:pt x="26670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1" name="object 3741"/>
            <p:cNvSpPr/>
            <p:nvPr/>
          </p:nvSpPr>
          <p:spPr>
            <a:xfrm>
              <a:off x="7286396" y="1819532"/>
              <a:ext cx="26670" cy="5080"/>
            </a:xfrm>
            <a:custGeom>
              <a:avLst/>
              <a:gdLst/>
              <a:ahLst/>
              <a:cxnLst/>
              <a:rect l="l" t="t" r="r" b="b"/>
              <a:pathLst>
                <a:path w="26670" h="5080">
                  <a:moveTo>
                    <a:pt x="0" y="4572"/>
                  </a:moveTo>
                  <a:lnTo>
                    <a:pt x="0" y="0"/>
                  </a:lnTo>
                  <a:lnTo>
                    <a:pt x="26670" y="0"/>
                  </a:lnTo>
                  <a:lnTo>
                    <a:pt x="26670" y="2286"/>
                  </a:lnTo>
                  <a:lnTo>
                    <a:pt x="22098" y="2286"/>
                  </a:lnTo>
                  <a:lnTo>
                    <a:pt x="22098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2" name="object 3742"/>
            <p:cNvSpPr/>
            <p:nvPr/>
          </p:nvSpPr>
          <p:spPr>
            <a:xfrm>
              <a:off x="7308494" y="1821818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80">
                  <a:moveTo>
                    <a:pt x="4572" y="17526"/>
                  </a:moveTo>
                  <a:lnTo>
                    <a:pt x="4572" y="0"/>
                  </a:lnTo>
                  <a:lnTo>
                    <a:pt x="0" y="0"/>
                  </a:lnTo>
                  <a:lnTo>
                    <a:pt x="0" y="12954"/>
                  </a:lnTo>
                  <a:lnTo>
                    <a:pt x="2286" y="12954"/>
                  </a:lnTo>
                  <a:lnTo>
                    <a:pt x="2286" y="17526"/>
                  </a:lnTo>
                  <a:lnTo>
                    <a:pt x="4572" y="175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3" name="object 3743"/>
            <p:cNvSpPr/>
            <p:nvPr/>
          </p:nvSpPr>
          <p:spPr>
            <a:xfrm>
              <a:off x="7308494" y="1821818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80">
                  <a:moveTo>
                    <a:pt x="0" y="0"/>
                  </a:moveTo>
                  <a:lnTo>
                    <a:pt x="4572" y="0"/>
                  </a:lnTo>
                  <a:lnTo>
                    <a:pt x="4572" y="17526"/>
                  </a:lnTo>
                  <a:lnTo>
                    <a:pt x="2286" y="17526"/>
                  </a:lnTo>
                  <a:lnTo>
                    <a:pt x="2286" y="12954"/>
                  </a:lnTo>
                  <a:lnTo>
                    <a:pt x="0" y="1295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4" name="object 3744"/>
            <p:cNvSpPr/>
            <p:nvPr/>
          </p:nvSpPr>
          <p:spPr>
            <a:xfrm>
              <a:off x="7284110" y="1834772"/>
              <a:ext cx="26670" cy="5080"/>
            </a:xfrm>
            <a:custGeom>
              <a:avLst/>
              <a:gdLst/>
              <a:ahLst/>
              <a:cxnLst/>
              <a:rect l="l" t="t" r="r" b="b"/>
              <a:pathLst>
                <a:path w="26670" h="5080">
                  <a:moveTo>
                    <a:pt x="26670" y="4572"/>
                  </a:moveTo>
                  <a:lnTo>
                    <a:pt x="26670" y="0"/>
                  </a:lnTo>
                  <a:lnTo>
                    <a:pt x="4572" y="0"/>
                  </a:lnTo>
                  <a:lnTo>
                    <a:pt x="4572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2667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5" name="object 3745"/>
            <p:cNvSpPr/>
            <p:nvPr/>
          </p:nvSpPr>
          <p:spPr>
            <a:xfrm>
              <a:off x="7284110" y="1834772"/>
              <a:ext cx="26670" cy="5080"/>
            </a:xfrm>
            <a:custGeom>
              <a:avLst/>
              <a:gdLst/>
              <a:ahLst/>
              <a:cxnLst/>
              <a:rect l="l" t="t" r="r" b="b"/>
              <a:pathLst>
                <a:path w="26670" h="5080">
                  <a:moveTo>
                    <a:pt x="26670" y="0"/>
                  </a:moveTo>
                  <a:lnTo>
                    <a:pt x="26670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2" y="2286"/>
                  </a:lnTo>
                  <a:lnTo>
                    <a:pt x="4572" y="0"/>
                  </a:lnTo>
                  <a:lnTo>
                    <a:pt x="2667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6" name="object 3746"/>
            <p:cNvSpPr/>
            <p:nvPr/>
          </p:nvSpPr>
          <p:spPr>
            <a:xfrm>
              <a:off x="7284097" y="1819532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80">
                  <a:moveTo>
                    <a:pt x="4572" y="17525"/>
                  </a:moveTo>
                  <a:lnTo>
                    <a:pt x="4572" y="4571"/>
                  </a:lnTo>
                  <a:lnTo>
                    <a:pt x="2286" y="4571"/>
                  </a:lnTo>
                  <a:lnTo>
                    <a:pt x="2286" y="0"/>
                  </a:lnTo>
                  <a:lnTo>
                    <a:pt x="0" y="0"/>
                  </a:lnTo>
                  <a:lnTo>
                    <a:pt x="0" y="17525"/>
                  </a:lnTo>
                  <a:lnTo>
                    <a:pt x="4572" y="1752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7" name="object 3747"/>
            <p:cNvSpPr/>
            <p:nvPr/>
          </p:nvSpPr>
          <p:spPr>
            <a:xfrm>
              <a:off x="7284097" y="1819532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80">
                  <a:moveTo>
                    <a:pt x="4572" y="17525"/>
                  </a:moveTo>
                  <a:lnTo>
                    <a:pt x="0" y="17525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752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8" name="object 3748"/>
            <p:cNvSpPr/>
            <p:nvPr/>
          </p:nvSpPr>
          <p:spPr>
            <a:xfrm>
              <a:off x="6778142" y="1809055"/>
              <a:ext cx="102235" cy="101600"/>
            </a:xfrm>
            <a:custGeom>
              <a:avLst/>
              <a:gdLst/>
              <a:ahLst/>
              <a:cxnLst/>
              <a:rect l="l" t="t" r="r" b="b"/>
              <a:pathLst>
                <a:path w="102234" h="101600">
                  <a:moveTo>
                    <a:pt x="102107" y="50863"/>
                  </a:moveTo>
                  <a:lnTo>
                    <a:pt x="100583" y="38671"/>
                  </a:lnTo>
                  <a:lnTo>
                    <a:pt x="80602" y="9211"/>
                  </a:lnTo>
                  <a:lnTo>
                    <a:pt x="49449" y="0"/>
                  </a:lnTo>
                  <a:lnTo>
                    <a:pt x="18907" y="10885"/>
                  </a:lnTo>
                  <a:lnTo>
                    <a:pt x="761" y="41719"/>
                  </a:lnTo>
                  <a:lnTo>
                    <a:pt x="0" y="47815"/>
                  </a:lnTo>
                  <a:lnTo>
                    <a:pt x="0" y="53911"/>
                  </a:lnTo>
                  <a:lnTo>
                    <a:pt x="15746" y="87701"/>
                  </a:lnTo>
                  <a:lnTo>
                    <a:pt x="46591" y="101212"/>
                  </a:lnTo>
                  <a:lnTo>
                    <a:pt x="79286" y="93359"/>
                  </a:lnTo>
                  <a:lnTo>
                    <a:pt x="100583" y="63055"/>
                  </a:lnTo>
                  <a:lnTo>
                    <a:pt x="102107" y="5086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9" name="object 3749"/>
            <p:cNvSpPr/>
            <p:nvPr/>
          </p:nvSpPr>
          <p:spPr>
            <a:xfrm>
              <a:off x="6778142" y="1809055"/>
              <a:ext cx="102235" cy="101600"/>
            </a:xfrm>
            <a:custGeom>
              <a:avLst/>
              <a:gdLst/>
              <a:ahLst/>
              <a:cxnLst/>
              <a:rect l="l" t="t" r="r" b="b"/>
              <a:pathLst>
                <a:path w="102234" h="101600">
                  <a:moveTo>
                    <a:pt x="102107" y="50863"/>
                  </a:moveTo>
                  <a:lnTo>
                    <a:pt x="100583" y="38671"/>
                  </a:lnTo>
                  <a:lnTo>
                    <a:pt x="80602" y="9211"/>
                  </a:lnTo>
                  <a:lnTo>
                    <a:pt x="49449" y="0"/>
                  </a:lnTo>
                  <a:lnTo>
                    <a:pt x="18907" y="10885"/>
                  </a:lnTo>
                  <a:lnTo>
                    <a:pt x="761" y="41719"/>
                  </a:lnTo>
                  <a:lnTo>
                    <a:pt x="0" y="47815"/>
                  </a:lnTo>
                  <a:lnTo>
                    <a:pt x="0" y="53911"/>
                  </a:lnTo>
                  <a:lnTo>
                    <a:pt x="15746" y="87701"/>
                  </a:lnTo>
                  <a:lnTo>
                    <a:pt x="46591" y="101212"/>
                  </a:lnTo>
                  <a:lnTo>
                    <a:pt x="79286" y="93359"/>
                  </a:lnTo>
                  <a:lnTo>
                    <a:pt x="100583" y="63055"/>
                  </a:lnTo>
                  <a:lnTo>
                    <a:pt x="102107" y="5086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0" name="object 3750"/>
            <p:cNvSpPr/>
            <p:nvPr/>
          </p:nvSpPr>
          <p:spPr>
            <a:xfrm>
              <a:off x="6792607" y="1823314"/>
              <a:ext cx="73660" cy="73025"/>
            </a:xfrm>
            <a:custGeom>
              <a:avLst/>
              <a:gdLst/>
              <a:ahLst/>
              <a:cxnLst/>
              <a:rect l="l" t="t" r="r" b="b"/>
              <a:pathLst>
                <a:path w="73659" h="73025">
                  <a:moveTo>
                    <a:pt x="73151" y="36604"/>
                  </a:moveTo>
                  <a:lnTo>
                    <a:pt x="71627" y="25936"/>
                  </a:lnTo>
                  <a:lnTo>
                    <a:pt x="56626" y="5956"/>
                  </a:lnTo>
                  <a:lnTo>
                    <a:pt x="34966" y="0"/>
                  </a:lnTo>
                  <a:lnTo>
                    <a:pt x="13920" y="7773"/>
                  </a:lnTo>
                  <a:lnTo>
                    <a:pt x="761" y="28984"/>
                  </a:lnTo>
                  <a:lnTo>
                    <a:pt x="0" y="33556"/>
                  </a:lnTo>
                  <a:lnTo>
                    <a:pt x="0" y="38890"/>
                  </a:lnTo>
                  <a:lnTo>
                    <a:pt x="11070" y="62589"/>
                  </a:lnTo>
                  <a:lnTo>
                    <a:pt x="32680" y="72632"/>
                  </a:lnTo>
                  <a:lnTo>
                    <a:pt x="55856" y="67710"/>
                  </a:lnTo>
                  <a:lnTo>
                    <a:pt x="71627" y="46510"/>
                  </a:lnTo>
                  <a:lnTo>
                    <a:pt x="73151" y="36604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1" name="object 3751"/>
            <p:cNvSpPr/>
            <p:nvPr/>
          </p:nvSpPr>
          <p:spPr>
            <a:xfrm>
              <a:off x="6792607" y="1823314"/>
              <a:ext cx="73660" cy="73025"/>
            </a:xfrm>
            <a:custGeom>
              <a:avLst/>
              <a:gdLst/>
              <a:ahLst/>
              <a:cxnLst/>
              <a:rect l="l" t="t" r="r" b="b"/>
              <a:pathLst>
                <a:path w="73659" h="73025">
                  <a:moveTo>
                    <a:pt x="73151" y="36604"/>
                  </a:moveTo>
                  <a:lnTo>
                    <a:pt x="71627" y="25936"/>
                  </a:lnTo>
                  <a:lnTo>
                    <a:pt x="56626" y="5956"/>
                  </a:lnTo>
                  <a:lnTo>
                    <a:pt x="34966" y="0"/>
                  </a:lnTo>
                  <a:lnTo>
                    <a:pt x="13920" y="7773"/>
                  </a:lnTo>
                  <a:lnTo>
                    <a:pt x="761" y="28984"/>
                  </a:lnTo>
                  <a:lnTo>
                    <a:pt x="0" y="33556"/>
                  </a:lnTo>
                  <a:lnTo>
                    <a:pt x="0" y="38890"/>
                  </a:lnTo>
                  <a:lnTo>
                    <a:pt x="11070" y="62589"/>
                  </a:lnTo>
                  <a:lnTo>
                    <a:pt x="32680" y="72632"/>
                  </a:lnTo>
                  <a:lnTo>
                    <a:pt x="55856" y="67710"/>
                  </a:lnTo>
                  <a:lnTo>
                    <a:pt x="71627" y="46510"/>
                  </a:lnTo>
                  <a:lnTo>
                    <a:pt x="72389" y="41938"/>
                  </a:lnTo>
                  <a:lnTo>
                    <a:pt x="73151" y="3660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52" name="object 3752"/>
            <p:cNvPicPr/>
            <p:nvPr/>
          </p:nvPicPr>
          <p:blipFill>
            <a:blip r:embed="rId208" cstate="print"/>
            <a:stretch>
              <a:fillRect/>
            </a:stretch>
          </p:blipFill>
          <p:spPr>
            <a:xfrm>
              <a:off x="6719468" y="2097662"/>
              <a:ext cx="409955" cy="220980"/>
            </a:xfrm>
            <a:prstGeom prst="rect">
              <a:avLst/>
            </a:prstGeom>
          </p:spPr>
        </p:pic>
        <p:sp>
          <p:nvSpPr>
            <p:cNvPr id="3753" name="object 3753"/>
            <p:cNvSpPr/>
            <p:nvPr/>
          </p:nvSpPr>
          <p:spPr>
            <a:xfrm>
              <a:off x="6676783" y="2041286"/>
              <a:ext cx="63500" cy="57150"/>
            </a:xfrm>
            <a:custGeom>
              <a:avLst/>
              <a:gdLst/>
              <a:ahLst/>
              <a:cxnLst/>
              <a:rect l="l" t="t" r="r" b="b"/>
              <a:pathLst>
                <a:path w="63500" h="57150">
                  <a:moveTo>
                    <a:pt x="1524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524" y="3810"/>
                  </a:lnTo>
                  <a:lnTo>
                    <a:pt x="1524" y="0"/>
                  </a:lnTo>
                  <a:close/>
                </a:path>
                <a:path w="63500" h="57150">
                  <a:moveTo>
                    <a:pt x="63246" y="55626"/>
                  </a:moveTo>
                  <a:lnTo>
                    <a:pt x="59436" y="55626"/>
                  </a:lnTo>
                  <a:lnTo>
                    <a:pt x="59436" y="57150"/>
                  </a:lnTo>
                  <a:lnTo>
                    <a:pt x="63246" y="57150"/>
                  </a:lnTo>
                  <a:lnTo>
                    <a:pt x="63246" y="556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4" name="object 3754"/>
            <p:cNvSpPr/>
            <p:nvPr/>
          </p:nvSpPr>
          <p:spPr>
            <a:xfrm>
              <a:off x="6676796" y="2041274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10">
                  <a:moveTo>
                    <a:pt x="1524" y="0"/>
                  </a:moveTo>
                  <a:lnTo>
                    <a:pt x="1524" y="3810"/>
                  </a:lnTo>
                  <a:lnTo>
                    <a:pt x="0" y="3810"/>
                  </a:lnTo>
                  <a:lnTo>
                    <a:pt x="0" y="0"/>
                  </a:lnTo>
                  <a:lnTo>
                    <a:pt x="152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5" name="object 3755"/>
            <p:cNvSpPr/>
            <p:nvPr/>
          </p:nvSpPr>
          <p:spPr>
            <a:xfrm>
              <a:off x="6736232" y="2041274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09" h="55880">
                  <a:moveTo>
                    <a:pt x="3809" y="55625"/>
                  </a:moveTo>
                  <a:lnTo>
                    <a:pt x="3809" y="0"/>
                  </a:lnTo>
                  <a:lnTo>
                    <a:pt x="1523" y="0"/>
                  </a:lnTo>
                  <a:lnTo>
                    <a:pt x="1523" y="3809"/>
                  </a:lnTo>
                  <a:lnTo>
                    <a:pt x="0" y="3809"/>
                  </a:lnTo>
                  <a:lnTo>
                    <a:pt x="0" y="55625"/>
                  </a:lnTo>
                  <a:lnTo>
                    <a:pt x="3809" y="5562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6" name="object 3756"/>
            <p:cNvSpPr/>
            <p:nvPr/>
          </p:nvSpPr>
          <p:spPr>
            <a:xfrm>
              <a:off x="6736232" y="2041274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09" h="55880">
                  <a:moveTo>
                    <a:pt x="3809" y="55625"/>
                  </a:moveTo>
                  <a:lnTo>
                    <a:pt x="0" y="55625"/>
                  </a:lnTo>
                  <a:lnTo>
                    <a:pt x="0" y="3809"/>
                  </a:lnTo>
                  <a:lnTo>
                    <a:pt x="1523" y="3809"/>
                  </a:lnTo>
                  <a:lnTo>
                    <a:pt x="1523" y="0"/>
                  </a:lnTo>
                  <a:lnTo>
                    <a:pt x="3809" y="0"/>
                  </a:lnTo>
                  <a:lnTo>
                    <a:pt x="3809" y="5562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7" name="object 3757"/>
            <p:cNvSpPr/>
            <p:nvPr/>
          </p:nvSpPr>
          <p:spPr>
            <a:xfrm>
              <a:off x="6678309" y="2041274"/>
              <a:ext cx="59690" cy="3810"/>
            </a:xfrm>
            <a:custGeom>
              <a:avLst/>
              <a:gdLst/>
              <a:ahLst/>
              <a:cxnLst/>
              <a:rect l="l" t="t" r="r" b="b"/>
              <a:pathLst>
                <a:path w="59690" h="3810">
                  <a:moveTo>
                    <a:pt x="59434" y="3810"/>
                  </a:moveTo>
                  <a:lnTo>
                    <a:pt x="59434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59434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8" name="object 3758"/>
            <p:cNvSpPr/>
            <p:nvPr/>
          </p:nvSpPr>
          <p:spPr>
            <a:xfrm>
              <a:off x="5840107" y="3274190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82"/>
                  </a:moveTo>
                  <a:lnTo>
                    <a:pt x="0" y="0"/>
                  </a:lnTo>
                  <a:lnTo>
                    <a:pt x="0" y="838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9" name="object 3759"/>
            <p:cNvSpPr/>
            <p:nvPr/>
          </p:nvSpPr>
          <p:spPr>
            <a:xfrm>
              <a:off x="5840107" y="3274190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-380" y="4191"/>
                  </a:moveTo>
                  <a:lnTo>
                    <a:pt x="380" y="4191"/>
                  </a:lnTo>
                </a:path>
              </a:pathLst>
            </a:custGeom>
            <a:ln w="8382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0" name="object 3760"/>
            <p:cNvSpPr/>
            <p:nvPr/>
          </p:nvSpPr>
          <p:spPr>
            <a:xfrm>
              <a:off x="6688988" y="237426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1" name="object 3761"/>
            <p:cNvSpPr/>
            <p:nvPr/>
          </p:nvSpPr>
          <p:spPr>
            <a:xfrm>
              <a:off x="6688988" y="237426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2" name="object 3762"/>
            <p:cNvSpPr/>
            <p:nvPr/>
          </p:nvSpPr>
          <p:spPr>
            <a:xfrm>
              <a:off x="5840095" y="3274202"/>
              <a:ext cx="857250" cy="8890"/>
            </a:xfrm>
            <a:custGeom>
              <a:avLst/>
              <a:gdLst/>
              <a:ahLst/>
              <a:cxnLst/>
              <a:rect l="l" t="t" r="r" b="b"/>
              <a:pathLst>
                <a:path w="857250" h="8889">
                  <a:moveTo>
                    <a:pt x="857250" y="4572"/>
                  </a:moveTo>
                  <a:lnTo>
                    <a:pt x="848360" y="4572"/>
                  </a:lnTo>
                  <a:lnTo>
                    <a:pt x="848360" y="0"/>
                  </a:lnTo>
                  <a:lnTo>
                    <a:pt x="0" y="0"/>
                  </a:lnTo>
                  <a:lnTo>
                    <a:pt x="0" y="8382"/>
                  </a:lnTo>
                  <a:lnTo>
                    <a:pt x="848360" y="8382"/>
                  </a:lnTo>
                  <a:lnTo>
                    <a:pt x="857250" y="8382"/>
                  </a:lnTo>
                  <a:lnTo>
                    <a:pt x="857250" y="457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3" name="object 3763"/>
            <p:cNvSpPr/>
            <p:nvPr/>
          </p:nvSpPr>
          <p:spPr>
            <a:xfrm>
              <a:off x="5840107" y="3274190"/>
              <a:ext cx="857250" cy="8890"/>
            </a:xfrm>
            <a:custGeom>
              <a:avLst/>
              <a:gdLst/>
              <a:ahLst/>
              <a:cxnLst/>
              <a:rect l="l" t="t" r="r" b="b"/>
              <a:pathLst>
                <a:path w="857250" h="8889">
                  <a:moveTo>
                    <a:pt x="-380" y="4191"/>
                  </a:moveTo>
                  <a:lnTo>
                    <a:pt x="857630" y="4191"/>
                  </a:lnTo>
                </a:path>
              </a:pathLst>
            </a:custGeom>
            <a:ln w="9143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4" name="object 3764"/>
            <p:cNvSpPr/>
            <p:nvPr/>
          </p:nvSpPr>
          <p:spPr>
            <a:xfrm>
              <a:off x="6688988" y="2374268"/>
              <a:ext cx="8890" cy="904875"/>
            </a:xfrm>
            <a:custGeom>
              <a:avLst/>
              <a:gdLst/>
              <a:ahLst/>
              <a:cxnLst/>
              <a:rect l="l" t="t" r="r" b="b"/>
              <a:pathLst>
                <a:path w="8890" h="904875">
                  <a:moveTo>
                    <a:pt x="8382" y="0"/>
                  </a:moveTo>
                  <a:lnTo>
                    <a:pt x="8382" y="904493"/>
                  </a:lnTo>
                  <a:lnTo>
                    <a:pt x="0" y="904493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5" name="object 3765"/>
            <p:cNvSpPr/>
            <p:nvPr/>
          </p:nvSpPr>
          <p:spPr>
            <a:xfrm>
              <a:off x="6688988" y="2374268"/>
              <a:ext cx="8890" cy="904875"/>
            </a:xfrm>
            <a:custGeom>
              <a:avLst/>
              <a:gdLst/>
              <a:ahLst/>
              <a:cxnLst/>
              <a:rect l="l" t="t" r="r" b="b"/>
              <a:pathLst>
                <a:path w="8890" h="904875">
                  <a:moveTo>
                    <a:pt x="8382" y="0"/>
                  </a:moveTo>
                  <a:lnTo>
                    <a:pt x="8382" y="904493"/>
                  </a:lnTo>
                  <a:lnTo>
                    <a:pt x="0" y="904493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6" name="object 3766"/>
            <p:cNvSpPr/>
            <p:nvPr/>
          </p:nvSpPr>
          <p:spPr>
            <a:xfrm>
              <a:off x="5747143" y="3394586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7620"/>
                  </a:moveTo>
                  <a:lnTo>
                    <a:pt x="0" y="0"/>
                  </a:lnTo>
                  <a:lnTo>
                    <a:pt x="0" y="762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7" name="object 3767"/>
            <p:cNvSpPr/>
            <p:nvPr/>
          </p:nvSpPr>
          <p:spPr>
            <a:xfrm>
              <a:off x="5747143" y="3394586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380" y="3810"/>
                  </a:moveTo>
                  <a:lnTo>
                    <a:pt x="380" y="3810"/>
                  </a:lnTo>
                </a:path>
              </a:pathLst>
            </a:custGeom>
            <a:ln w="7620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8" name="object 3768"/>
            <p:cNvSpPr/>
            <p:nvPr/>
          </p:nvSpPr>
          <p:spPr>
            <a:xfrm>
              <a:off x="6801764" y="2378840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9" name="object 3769"/>
            <p:cNvSpPr/>
            <p:nvPr/>
          </p:nvSpPr>
          <p:spPr>
            <a:xfrm>
              <a:off x="6801764" y="2378840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0" name="object 3770"/>
            <p:cNvSpPr/>
            <p:nvPr/>
          </p:nvSpPr>
          <p:spPr>
            <a:xfrm>
              <a:off x="5747131" y="3394598"/>
              <a:ext cx="1064260" cy="7620"/>
            </a:xfrm>
            <a:custGeom>
              <a:avLst/>
              <a:gdLst/>
              <a:ahLst/>
              <a:cxnLst/>
              <a:rect l="l" t="t" r="r" b="b"/>
              <a:pathLst>
                <a:path w="1064259" h="7620">
                  <a:moveTo>
                    <a:pt x="1064260" y="3810"/>
                  </a:moveTo>
                  <a:lnTo>
                    <a:pt x="1056640" y="3810"/>
                  </a:lnTo>
                  <a:lnTo>
                    <a:pt x="1056640" y="0"/>
                  </a:lnTo>
                  <a:lnTo>
                    <a:pt x="0" y="0"/>
                  </a:lnTo>
                  <a:lnTo>
                    <a:pt x="0" y="7620"/>
                  </a:lnTo>
                  <a:lnTo>
                    <a:pt x="1056640" y="7620"/>
                  </a:lnTo>
                  <a:lnTo>
                    <a:pt x="1064260" y="7620"/>
                  </a:lnTo>
                  <a:lnTo>
                    <a:pt x="1064260" y="381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1" name="object 3771"/>
            <p:cNvSpPr/>
            <p:nvPr/>
          </p:nvSpPr>
          <p:spPr>
            <a:xfrm>
              <a:off x="5747143" y="3394586"/>
              <a:ext cx="1064895" cy="7620"/>
            </a:xfrm>
            <a:custGeom>
              <a:avLst/>
              <a:gdLst/>
              <a:ahLst/>
              <a:cxnLst/>
              <a:rect l="l" t="t" r="r" b="b"/>
              <a:pathLst>
                <a:path w="1064895" h="7620">
                  <a:moveTo>
                    <a:pt x="-380" y="3810"/>
                  </a:moveTo>
                  <a:lnTo>
                    <a:pt x="1064894" y="3810"/>
                  </a:lnTo>
                </a:path>
              </a:pathLst>
            </a:custGeom>
            <a:ln w="8381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2" name="object 3772"/>
            <p:cNvSpPr/>
            <p:nvPr/>
          </p:nvSpPr>
          <p:spPr>
            <a:xfrm>
              <a:off x="6801764" y="2378840"/>
              <a:ext cx="10160" cy="1019810"/>
            </a:xfrm>
            <a:custGeom>
              <a:avLst/>
              <a:gdLst/>
              <a:ahLst/>
              <a:cxnLst/>
              <a:rect l="l" t="t" r="r" b="b"/>
              <a:pathLst>
                <a:path w="10159" h="1019810">
                  <a:moveTo>
                    <a:pt x="9905" y="1019556"/>
                  </a:moveTo>
                  <a:lnTo>
                    <a:pt x="8381" y="0"/>
                  </a:lnTo>
                  <a:lnTo>
                    <a:pt x="0" y="0"/>
                  </a:lnTo>
                  <a:lnTo>
                    <a:pt x="1523" y="1019556"/>
                  </a:lnTo>
                  <a:lnTo>
                    <a:pt x="9905" y="1019556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3" name="object 3773"/>
            <p:cNvSpPr/>
            <p:nvPr/>
          </p:nvSpPr>
          <p:spPr>
            <a:xfrm>
              <a:off x="6801764" y="2378840"/>
              <a:ext cx="10160" cy="1019810"/>
            </a:xfrm>
            <a:custGeom>
              <a:avLst/>
              <a:gdLst/>
              <a:ahLst/>
              <a:cxnLst/>
              <a:rect l="l" t="t" r="r" b="b"/>
              <a:pathLst>
                <a:path w="10159" h="1019810">
                  <a:moveTo>
                    <a:pt x="4952" y="-380"/>
                  </a:moveTo>
                  <a:lnTo>
                    <a:pt x="4952" y="1019936"/>
                  </a:lnTo>
                </a:path>
              </a:pathLst>
            </a:custGeom>
            <a:ln w="1066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4" name="object 3774"/>
            <p:cNvSpPr/>
            <p:nvPr/>
          </p:nvSpPr>
          <p:spPr>
            <a:xfrm>
              <a:off x="5652655" y="3502790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82"/>
                  </a:moveTo>
                  <a:lnTo>
                    <a:pt x="0" y="0"/>
                  </a:lnTo>
                  <a:lnTo>
                    <a:pt x="0" y="838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5" name="object 3775"/>
            <p:cNvSpPr/>
            <p:nvPr/>
          </p:nvSpPr>
          <p:spPr>
            <a:xfrm>
              <a:off x="5652655" y="3502790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-380" y="4191"/>
                  </a:moveTo>
                  <a:lnTo>
                    <a:pt x="380" y="4191"/>
                  </a:lnTo>
                </a:path>
              </a:pathLst>
            </a:custGeom>
            <a:ln w="8382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6" name="object 3776"/>
            <p:cNvSpPr/>
            <p:nvPr/>
          </p:nvSpPr>
          <p:spPr>
            <a:xfrm>
              <a:off x="6924446" y="237884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7" name="object 3777"/>
            <p:cNvSpPr/>
            <p:nvPr/>
          </p:nvSpPr>
          <p:spPr>
            <a:xfrm>
              <a:off x="6924446" y="237884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1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8" name="object 3778"/>
            <p:cNvSpPr/>
            <p:nvPr/>
          </p:nvSpPr>
          <p:spPr>
            <a:xfrm>
              <a:off x="5652643" y="3502802"/>
              <a:ext cx="1281430" cy="8890"/>
            </a:xfrm>
            <a:custGeom>
              <a:avLst/>
              <a:gdLst/>
              <a:ahLst/>
              <a:cxnLst/>
              <a:rect l="l" t="t" r="r" b="b"/>
              <a:pathLst>
                <a:path w="1281429" h="8889">
                  <a:moveTo>
                    <a:pt x="1281430" y="4572"/>
                  </a:moveTo>
                  <a:lnTo>
                    <a:pt x="1272540" y="4572"/>
                  </a:lnTo>
                  <a:lnTo>
                    <a:pt x="1272540" y="0"/>
                  </a:lnTo>
                  <a:lnTo>
                    <a:pt x="0" y="0"/>
                  </a:lnTo>
                  <a:lnTo>
                    <a:pt x="0" y="8382"/>
                  </a:lnTo>
                  <a:lnTo>
                    <a:pt x="1272540" y="8382"/>
                  </a:lnTo>
                  <a:lnTo>
                    <a:pt x="1281430" y="8382"/>
                  </a:lnTo>
                  <a:lnTo>
                    <a:pt x="1281430" y="457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9" name="object 3779"/>
            <p:cNvSpPr/>
            <p:nvPr/>
          </p:nvSpPr>
          <p:spPr>
            <a:xfrm>
              <a:off x="5652655" y="3502790"/>
              <a:ext cx="1281430" cy="8890"/>
            </a:xfrm>
            <a:custGeom>
              <a:avLst/>
              <a:gdLst/>
              <a:ahLst/>
              <a:cxnLst/>
              <a:rect l="l" t="t" r="r" b="b"/>
              <a:pathLst>
                <a:path w="1281429" h="8889">
                  <a:moveTo>
                    <a:pt x="-380" y="4191"/>
                  </a:moveTo>
                  <a:lnTo>
                    <a:pt x="1281302" y="4191"/>
                  </a:lnTo>
                </a:path>
              </a:pathLst>
            </a:custGeom>
            <a:ln w="9143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0" name="object 3780"/>
            <p:cNvSpPr/>
            <p:nvPr/>
          </p:nvSpPr>
          <p:spPr>
            <a:xfrm>
              <a:off x="6924446" y="2378840"/>
              <a:ext cx="9525" cy="1129030"/>
            </a:xfrm>
            <a:custGeom>
              <a:avLst/>
              <a:gdLst/>
              <a:ahLst/>
              <a:cxnLst/>
              <a:rect l="l" t="t" r="r" b="b"/>
              <a:pathLst>
                <a:path w="9525" h="1129029">
                  <a:moveTo>
                    <a:pt x="9144" y="1128522"/>
                  </a:moveTo>
                  <a:lnTo>
                    <a:pt x="7620" y="0"/>
                  </a:lnTo>
                  <a:lnTo>
                    <a:pt x="0" y="0"/>
                  </a:lnTo>
                  <a:lnTo>
                    <a:pt x="762" y="1128522"/>
                  </a:lnTo>
                  <a:lnTo>
                    <a:pt x="9144" y="112852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1" name="object 3781"/>
            <p:cNvSpPr/>
            <p:nvPr/>
          </p:nvSpPr>
          <p:spPr>
            <a:xfrm>
              <a:off x="6924446" y="2378840"/>
              <a:ext cx="9525" cy="1129030"/>
            </a:xfrm>
            <a:custGeom>
              <a:avLst/>
              <a:gdLst/>
              <a:ahLst/>
              <a:cxnLst/>
              <a:rect l="l" t="t" r="r" b="b"/>
              <a:pathLst>
                <a:path w="9525" h="1129029">
                  <a:moveTo>
                    <a:pt x="4572" y="-380"/>
                  </a:moveTo>
                  <a:lnTo>
                    <a:pt x="4572" y="1128902"/>
                  </a:lnTo>
                </a:path>
              </a:pathLst>
            </a:custGeom>
            <a:ln w="990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2" name="object 3782"/>
            <p:cNvSpPr/>
            <p:nvPr/>
          </p:nvSpPr>
          <p:spPr>
            <a:xfrm>
              <a:off x="5567311" y="3601850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81"/>
                  </a:moveTo>
                  <a:lnTo>
                    <a:pt x="0" y="0"/>
                  </a:lnTo>
                  <a:lnTo>
                    <a:pt x="0" y="8381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3" name="object 3783"/>
            <p:cNvSpPr/>
            <p:nvPr/>
          </p:nvSpPr>
          <p:spPr>
            <a:xfrm>
              <a:off x="5567311" y="3601850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-380" y="4190"/>
                  </a:moveTo>
                  <a:lnTo>
                    <a:pt x="380" y="4190"/>
                  </a:lnTo>
                </a:path>
              </a:pathLst>
            </a:custGeom>
            <a:ln w="8381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4" name="object 3784"/>
            <p:cNvSpPr/>
            <p:nvPr/>
          </p:nvSpPr>
          <p:spPr>
            <a:xfrm>
              <a:off x="7025792" y="237884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5" name="object 3785"/>
            <p:cNvSpPr/>
            <p:nvPr/>
          </p:nvSpPr>
          <p:spPr>
            <a:xfrm>
              <a:off x="7025792" y="237884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6" name="object 3786"/>
            <p:cNvSpPr/>
            <p:nvPr/>
          </p:nvSpPr>
          <p:spPr>
            <a:xfrm>
              <a:off x="5567299" y="3601862"/>
              <a:ext cx="1468120" cy="8890"/>
            </a:xfrm>
            <a:custGeom>
              <a:avLst/>
              <a:gdLst/>
              <a:ahLst/>
              <a:cxnLst/>
              <a:rect l="l" t="t" r="r" b="b"/>
              <a:pathLst>
                <a:path w="1468120" h="8889">
                  <a:moveTo>
                    <a:pt x="1468120" y="4572"/>
                  </a:moveTo>
                  <a:lnTo>
                    <a:pt x="1460500" y="4572"/>
                  </a:lnTo>
                  <a:lnTo>
                    <a:pt x="1460500" y="0"/>
                  </a:lnTo>
                  <a:lnTo>
                    <a:pt x="0" y="0"/>
                  </a:lnTo>
                  <a:lnTo>
                    <a:pt x="0" y="8382"/>
                  </a:lnTo>
                  <a:lnTo>
                    <a:pt x="1460500" y="8382"/>
                  </a:lnTo>
                  <a:lnTo>
                    <a:pt x="1468120" y="8382"/>
                  </a:lnTo>
                  <a:lnTo>
                    <a:pt x="1468120" y="457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7" name="object 3787"/>
            <p:cNvSpPr/>
            <p:nvPr/>
          </p:nvSpPr>
          <p:spPr>
            <a:xfrm>
              <a:off x="5567311" y="3601850"/>
              <a:ext cx="1468120" cy="8890"/>
            </a:xfrm>
            <a:custGeom>
              <a:avLst/>
              <a:gdLst/>
              <a:ahLst/>
              <a:cxnLst/>
              <a:rect l="l" t="t" r="r" b="b"/>
              <a:pathLst>
                <a:path w="1468120" h="8889">
                  <a:moveTo>
                    <a:pt x="-380" y="4190"/>
                  </a:moveTo>
                  <a:lnTo>
                    <a:pt x="1467992" y="4190"/>
                  </a:lnTo>
                </a:path>
              </a:pathLst>
            </a:custGeom>
            <a:ln w="9143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8" name="object 3788"/>
            <p:cNvSpPr/>
            <p:nvPr/>
          </p:nvSpPr>
          <p:spPr>
            <a:xfrm>
              <a:off x="7025779" y="2378840"/>
              <a:ext cx="9525" cy="1228090"/>
            </a:xfrm>
            <a:custGeom>
              <a:avLst/>
              <a:gdLst/>
              <a:ahLst/>
              <a:cxnLst/>
              <a:rect l="l" t="t" r="r" b="b"/>
              <a:pathLst>
                <a:path w="9525" h="1228089">
                  <a:moveTo>
                    <a:pt x="9144" y="1227582"/>
                  </a:moveTo>
                  <a:lnTo>
                    <a:pt x="7620" y="0"/>
                  </a:lnTo>
                  <a:lnTo>
                    <a:pt x="0" y="0"/>
                  </a:lnTo>
                  <a:lnTo>
                    <a:pt x="1524" y="1227582"/>
                  </a:lnTo>
                  <a:lnTo>
                    <a:pt x="9144" y="122758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9" name="object 3789"/>
            <p:cNvSpPr/>
            <p:nvPr/>
          </p:nvSpPr>
          <p:spPr>
            <a:xfrm>
              <a:off x="7025779" y="2378840"/>
              <a:ext cx="9525" cy="1228090"/>
            </a:xfrm>
            <a:custGeom>
              <a:avLst/>
              <a:gdLst/>
              <a:ahLst/>
              <a:cxnLst/>
              <a:rect l="l" t="t" r="r" b="b"/>
              <a:pathLst>
                <a:path w="9525" h="1228089">
                  <a:moveTo>
                    <a:pt x="4572" y="-380"/>
                  </a:moveTo>
                  <a:lnTo>
                    <a:pt x="4572" y="1227963"/>
                  </a:lnTo>
                </a:path>
              </a:pathLst>
            </a:custGeom>
            <a:ln w="990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0" name="object 3790"/>
            <p:cNvSpPr/>
            <p:nvPr/>
          </p:nvSpPr>
          <p:spPr>
            <a:xfrm>
              <a:off x="5838583" y="331533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7620"/>
                  </a:moveTo>
                  <a:lnTo>
                    <a:pt x="0" y="0"/>
                  </a:lnTo>
                  <a:lnTo>
                    <a:pt x="0" y="762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1" name="object 3791"/>
            <p:cNvSpPr/>
            <p:nvPr/>
          </p:nvSpPr>
          <p:spPr>
            <a:xfrm>
              <a:off x="5838583" y="331533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380" y="3810"/>
                  </a:moveTo>
                  <a:lnTo>
                    <a:pt x="380" y="3810"/>
                  </a:lnTo>
                </a:path>
              </a:pathLst>
            </a:custGeom>
            <a:ln w="7620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2" name="object 3792"/>
            <p:cNvSpPr/>
            <p:nvPr/>
          </p:nvSpPr>
          <p:spPr>
            <a:xfrm>
              <a:off x="6749935" y="2378840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3" name="object 3793"/>
            <p:cNvSpPr/>
            <p:nvPr/>
          </p:nvSpPr>
          <p:spPr>
            <a:xfrm>
              <a:off x="6749935" y="2378840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4" name="object 3794"/>
            <p:cNvSpPr/>
            <p:nvPr/>
          </p:nvSpPr>
          <p:spPr>
            <a:xfrm>
              <a:off x="5838571" y="3315350"/>
              <a:ext cx="919480" cy="7620"/>
            </a:xfrm>
            <a:custGeom>
              <a:avLst/>
              <a:gdLst/>
              <a:ahLst/>
              <a:cxnLst/>
              <a:rect l="l" t="t" r="r" b="b"/>
              <a:pathLst>
                <a:path w="919479" h="7620">
                  <a:moveTo>
                    <a:pt x="919480" y="3810"/>
                  </a:moveTo>
                  <a:lnTo>
                    <a:pt x="911860" y="3810"/>
                  </a:lnTo>
                  <a:lnTo>
                    <a:pt x="911860" y="0"/>
                  </a:lnTo>
                  <a:lnTo>
                    <a:pt x="0" y="0"/>
                  </a:lnTo>
                  <a:lnTo>
                    <a:pt x="0" y="7620"/>
                  </a:lnTo>
                  <a:lnTo>
                    <a:pt x="911860" y="7620"/>
                  </a:lnTo>
                  <a:lnTo>
                    <a:pt x="919480" y="7620"/>
                  </a:lnTo>
                  <a:lnTo>
                    <a:pt x="919480" y="381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5" name="object 3795"/>
            <p:cNvSpPr/>
            <p:nvPr/>
          </p:nvSpPr>
          <p:spPr>
            <a:xfrm>
              <a:off x="5838583" y="3315338"/>
              <a:ext cx="920115" cy="7620"/>
            </a:xfrm>
            <a:custGeom>
              <a:avLst/>
              <a:gdLst/>
              <a:ahLst/>
              <a:cxnLst/>
              <a:rect l="l" t="t" r="r" b="b"/>
              <a:pathLst>
                <a:path w="920115" h="7620">
                  <a:moveTo>
                    <a:pt x="-380" y="3810"/>
                  </a:moveTo>
                  <a:lnTo>
                    <a:pt x="920114" y="3810"/>
                  </a:lnTo>
                </a:path>
              </a:pathLst>
            </a:custGeom>
            <a:ln w="8381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6" name="object 3796"/>
            <p:cNvSpPr/>
            <p:nvPr/>
          </p:nvSpPr>
          <p:spPr>
            <a:xfrm>
              <a:off x="6749948" y="2378840"/>
              <a:ext cx="8890" cy="940435"/>
            </a:xfrm>
            <a:custGeom>
              <a:avLst/>
              <a:gdLst/>
              <a:ahLst/>
              <a:cxnLst/>
              <a:rect l="l" t="t" r="r" b="b"/>
              <a:pathLst>
                <a:path w="8890" h="940435">
                  <a:moveTo>
                    <a:pt x="8382" y="0"/>
                  </a:moveTo>
                  <a:lnTo>
                    <a:pt x="8382" y="940308"/>
                  </a:lnTo>
                  <a:lnTo>
                    <a:pt x="0" y="940308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7" name="object 3797"/>
            <p:cNvSpPr/>
            <p:nvPr/>
          </p:nvSpPr>
          <p:spPr>
            <a:xfrm>
              <a:off x="6749948" y="2378840"/>
              <a:ext cx="8890" cy="940435"/>
            </a:xfrm>
            <a:custGeom>
              <a:avLst/>
              <a:gdLst/>
              <a:ahLst/>
              <a:cxnLst/>
              <a:rect l="l" t="t" r="r" b="b"/>
              <a:pathLst>
                <a:path w="8890" h="940435">
                  <a:moveTo>
                    <a:pt x="8382" y="0"/>
                  </a:moveTo>
                  <a:lnTo>
                    <a:pt x="8382" y="940308"/>
                  </a:lnTo>
                  <a:lnTo>
                    <a:pt x="0" y="940308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8" name="object 3798"/>
            <p:cNvSpPr/>
            <p:nvPr/>
          </p:nvSpPr>
          <p:spPr>
            <a:xfrm>
              <a:off x="5746394" y="3434972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7620"/>
                  </a:moveTo>
                  <a:lnTo>
                    <a:pt x="0" y="0"/>
                  </a:lnTo>
                  <a:lnTo>
                    <a:pt x="0" y="762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9" name="object 3799"/>
            <p:cNvSpPr/>
            <p:nvPr/>
          </p:nvSpPr>
          <p:spPr>
            <a:xfrm>
              <a:off x="5746394" y="3434972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380" y="3810"/>
                  </a:moveTo>
                  <a:lnTo>
                    <a:pt x="380" y="3810"/>
                  </a:lnTo>
                </a:path>
              </a:pathLst>
            </a:custGeom>
            <a:ln w="7620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0" name="object 3800"/>
            <p:cNvSpPr/>
            <p:nvPr/>
          </p:nvSpPr>
          <p:spPr>
            <a:xfrm>
              <a:off x="6874154" y="236969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1" name="object 3801"/>
            <p:cNvSpPr/>
            <p:nvPr/>
          </p:nvSpPr>
          <p:spPr>
            <a:xfrm>
              <a:off x="6874154" y="236969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1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2" name="object 3802"/>
            <p:cNvSpPr/>
            <p:nvPr/>
          </p:nvSpPr>
          <p:spPr>
            <a:xfrm>
              <a:off x="5746381" y="3434985"/>
              <a:ext cx="1136650" cy="7620"/>
            </a:xfrm>
            <a:custGeom>
              <a:avLst/>
              <a:gdLst/>
              <a:ahLst/>
              <a:cxnLst/>
              <a:rect l="l" t="t" r="r" b="b"/>
              <a:pathLst>
                <a:path w="1136650" h="7620">
                  <a:moveTo>
                    <a:pt x="1136650" y="3810"/>
                  </a:moveTo>
                  <a:lnTo>
                    <a:pt x="1129030" y="3810"/>
                  </a:lnTo>
                  <a:lnTo>
                    <a:pt x="1129030" y="0"/>
                  </a:lnTo>
                  <a:lnTo>
                    <a:pt x="0" y="0"/>
                  </a:lnTo>
                  <a:lnTo>
                    <a:pt x="0" y="7620"/>
                  </a:lnTo>
                  <a:lnTo>
                    <a:pt x="1129030" y="7620"/>
                  </a:lnTo>
                  <a:lnTo>
                    <a:pt x="1136650" y="7620"/>
                  </a:lnTo>
                  <a:lnTo>
                    <a:pt x="1136650" y="381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3" name="object 3803"/>
            <p:cNvSpPr/>
            <p:nvPr/>
          </p:nvSpPr>
          <p:spPr>
            <a:xfrm>
              <a:off x="5746394" y="3434972"/>
              <a:ext cx="1137285" cy="7620"/>
            </a:xfrm>
            <a:custGeom>
              <a:avLst/>
              <a:gdLst/>
              <a:ahLst/>
              <a:cxnLst/>
              <a:rect l="l" t="t" r="r" b="b"/>
              <a:pathLst>
                <a:path w="1137284" h="7620">
                  <a:moveTo>
                    <a:pt x="-380" y="3810"/>
                  </a:moveTo>
                  <a:lnTo>
                    <a:pt x="1137284" y="3810"/>
                  </a:lnTo>
                </a:path>
              </a:pathLst>
            </a:custGeom>
            <a:ln w="8381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4" name="object 3804"/>
            <p:cNvSpPr/>
            <p:nvPr/>
          </p:nvSpPr>
          <p:spPr>
            <a:xfrm>
              <a:off x="6874141" y="2369696"/>
              <a:ext cx="9525" cy="1069340"/>
            </a:xfrm>
            <a:custGeom>
              <a:avLst/>
              <a:gdLst/>
              <a:ahLst/>
              <a:cxnLst/>
              <a:rect l="l" t="t" r="r" b="b"/>
              <a:pathLst>
                <a:path w="9525" h="1069339">
                  <a:moveTo>
                    <a:pt x="9144" y="1069086"/>
                  </a:moveTo>
                  <a:lnTo>
                    <a:pt x="7620" y="0"/>
                  </a:lnTo>
                  <a:lnTo>
                    <a:pt x="0" y="0"/>
                  </a:lnTo>
                  <a:lnTo>
                    <a:pt x="762" y="1069086"/>
                  </a:lnTo>
                  <a:lnTo>
                    <a:pt x="9144" y="1069086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5" name="object 3805"/>
            <p:cNvSpPr/>
            <p:nvPr/>
          </p:nvSpPr>
          <p:spPr>
            <a:xfrm>
              <a:off x="6874141" y="2369696"/>
              <a:ext cx="9525" cy="1069340"/>
            </a:xfrm>
            <a:custGeom>
              <a:avLst/>
              <a:gdLst/>
              <a:ahLst/>
              <a:cxnLst/>
              <a:rect l="l" t="t" r="r" b="b"/>
              <a:pathLst>
                <a:path w="9525" h="1069339">
                  <a:moveTo>
                    <a:pt x="4572" y="-381"/>
                  </a:moveTo>
                  <a:lnTo>
                    <a:pt x="4572" y="1069466"/>
                  </a:lnTo>
                </a:path>
              </a:pathLst>
            </a:custGeom>
            <a:ln w="990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6" name="object 3806"/>
            <p:cNvSpPr/>
            <p:nvPr/>
          </p:nvSpPr>
          <p:spPr>
            <a:xfrm>
              <a:off x="5565800" y="3642236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82"/>
                  </a:moveTo>
                  <a:lnTo>
                    <a:pt x="0" y="0"/>
                  </a:lnTo>
                  <a:lnTo>
                    <a:pt x="0" y="838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7" name="object 3807"/>
            <p:cNvSpPr/>
            <p:nvPr/>
          </p:nvSpPr>
          <p:spPr>
            <a:xfrm>
              <a:off x="5565800" y="3642236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-380" y="4191"/>
                  </a:moveTo>
                  <a:lnTo>
                    <a:pt x="380" y="4191"/>
                  </a:lnTo>
                </a:path>
              </a:pathLst>
            </a:custGeom>
            <a:ln w="8381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8" name="object 3808"/>
            <p:cNvSpPr/>
            <p:nvPr/>
          </p:nvSpPr>
          <p:spPr>
            <a:xfrm>
              <a:off x="7090549" y="237426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9" name="object 3809"/>
            <p:cNvSpPr/>
            <p:nvPr/>
          </p:nvSpPr>
          <p:spPr>
            <a:xfrm>
              <a:off x="7090549" y="237426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0" name="object 3810"/>
            <p:cNvSpPr/>
            <p:nvPr/>
          </p:nvSpPr>
          <p:spPr>
            <a:xfrm>
              <a:off x="5565787" y="3642248"/>
              <a:ext cx="1534160" cy="8890"/>
            </a:xfrm>
            <a:custGeom>
              <a:avLst/>
              <a:gdLst/>
              <a:ahLst/>
              <a:cxnLst/>
              <a:rect l="l" t="t" r="r" b="b"/>
              <a:pathLst>
                <a:path w="1534159" h="8889">
                  <a:moveTo>
                    <a:pt x="1534160" y="3810"/>
                  </a:moveTo>
                  <a:lnTo>
                    <a:pt x="1526540" y="3810"/>
                  </a:lnTo>
                  <a:lnTo>
                    <a:pt x="1526540" y="0"/>
                  </a:lnTo>
                  <a:lnTo>
                    <a:pt x="0" y="0"/>
                  </a:lnTo>
                  <a:lnTo>
                    <a:pt x="0" y="8382"/>
                  </a:lnTo>
                  <a:lnTo>
                    <a:pt x="1526540" y="8382"/>
                  </a:lnTo>
                  <a:lnTo>
                    <a:pt x="1534160" y="8382"/>
                  </a:lnTo>
                  <a:lnTo>
                    <a:pt x="1534160" y="381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1" name="object 3811"/>
            <p:cNvSpPr/>
            <p:nvPr/>
          </p:nvSpPr>
          <p:spPr>
            <a:xfrm>
              <a:off x="5565800" y="3642236"/>
              <a:ext cx="1534795" cy="8890"/>
            </a:xfrm>
            <a:custGeom>
              <a:avLst/>
              <a:gdLst/>
              <a:ahLst/>
              <a:cxnLst/>
              <a:rect l="l" t="t" r="r" b="b"/>
              <a:pathLst>
                <a:path w="1534795" h="8889">
                  <a:moveTo>
                    <a:pt x="-380" y="4191"/>
                  </a:moveTo>
                  <a:lnTo>
                    <a:pt x="1535049" y="4191"/>
                  </a:lnTo>
                </a:path>
              </a:pathLst>
            </a:custGeom>
            <a:ln w="9143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2" name="object 3812"/>
            <p:cNvSpPr/>
            <p:nvPr/>
          </p:nvSpPr>
          <p:spPr>
            <a:xfrm>
              <a:off x="7090562" y="2374268"/>
              <a:ext cx="10160" cy="1271905"/>
            </a:xfrm>
            <a:custGeom>
              <a:avLst/>
              <a:gdLst/>
              <a:ahLst/>
              <a:cxnLst/>
              <a:rect l="l" t="t" r="r" b="b"/>
              <a:pathLst>
                <a:path w="10159" h="1271904">
                  <a:moveTo>
                    <a:pt x="9905" y="1271777"/>
                  </a:moveTo>
                  <a:lnTo>
                    <a:pt x="8381" y="0"/>
                  </a:lnTo>
                  <a:lnTo>
                    <a:pt x="0" y="0"/>
                  </a:lnTo>
                  <a:lnTo>
                    <a:pt x="1523" y="1271777"/>
                  </a:lnTo>
                  <a:lnTo>
                    <a:pt x="9905" y="1271777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3" name="object 3813"/>
            <p:cNvSpPr/>
            <p:nvPr/>
          </p:nvSpPr>
          <p:spPr>
            <a:xfrm>
              <a:off x="7090562" y="2374268"/>
              <a:ext cx="10160" cy="1271905"/>
            </a:xfrm>
            <a:custGeom>
              <a:avLst/>
              <a:gdLst/>
              <a:ahLst/>
              <a:cxnLst/>
              <a:rect l="l" t="t" r="r" b="b"/>
              <a:pathLst>
                <a:path w="10159" h="1271904">
                  <a:moveTo>
                    <a:pt x="4952" y="-380"/>
                  </a:moveTo>
                  <a:lnTo>
                    <a:pt x="4952" y="1272158"/>
                  </a:lnTo>
                </a:path>
              </a:pathLst>
            </a:custGeom>
            <a:ln w="1066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4" name="object 3814"/>
            <p:cNvSpPr/>
            <p:nvPr/>
          </p:nvSpPr>
          <p:spPr>
            <a:xfrm>
              <a:off x="5654954" y="3537080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82"/>
                  </a:moveTo>
                  <a:lnTo>
                    <a:pt x="0" y="0"/>
                  </a:lnTo>
                  <a:lnTo>
                    <a:pt x="0" y="838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5" name="object 3815"/>
            <p:cNvSpPr/>
            <p:nvPr/>
          </p:nvSpPr>
          <p:spPr>
            <a:xfrm>
              <a:off x="5654954" y="3537080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-380" y="4191"/>
                  </a:moveTo>
                  <a:lnTo>
                    <a:pt x="380" y="4191"/>
                  </a:lnTo>
                </a:path>
              </a:pathLst>
            </a:custGeom>
            <a:ln w="8382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6" name="object 3816"/>
            <p:cNvSpPr/>
            <p:nvPr/>
          </p:nvSpPr>
          <p:spPr>
            <a:xfrm>
              <a:off x="6972452" y="2378840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7" name="object 3817"/>
            <p:cNvSpPr/>
            <p:nvPr/>
          </p:nvSpPr>
          <p:spPr>
            <a:xfrm>
              <a:off x="6972452" y="2378840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8" name="object 3818"/>
            <p:cNvSpPr/>
            <p:nvPr/>
          </p:nvSpPr>
          <p:spPr>
            <a:xfrm>
              <a:off x="5654941" y="3537092"/>
              <a:ext cx="1327150" cy="8890"/>
            </a:xfrm>
            <a:custGeom>
              <a:avLst/>
              <a:gdLst/>
              <a:ahLst/>
              <a:cxnLst/>
              <a:rect l="l" t="t" r="r" b="b"/>
              <a:pathLst>
                <a:path w="1327150" h="8889">
                  <a:moveTo>
                    <a:pt x="1327150" y="3810"/>
                  </a:moveTo>
                  <a:lnTo>
                    <a:pt x="1319530" y="3810"/>
                  </a:lnTo>
                  <a:lnTo>
                    <a:pt x="1319530" y="0"/>
                  </a:lnTo>
                  <a:lnTo>
                    <a:pt x="0" y="0"/>
                  </a:lnTo>
                  <a:lnTo>
                    <a:pt x="0" y="8382"/>
                  </a:lnTo>
                  <a:lnTo>
                    <a:pt x="1319530" y="8382"/>
                  </a:lnTo>
                  <a:lnTo>
                    <a:pt x="1327150" y="8382"/>
                  </a:lnTo>
                  <a:lnTo>
                    <a:pt x="1327150" y="381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9" name="object 3819"/>
            <p:cNvSpPr/>
            <p:nvPr/>
          </p:nvSpPr>
          <p:spPr>
            <a:xfrm>
              <a:off x="5654954" y="3537080"/>
              <a:ext cx="1327785" cy="8890"/>
            </a:xfrm>
            <a:custGeom>
              <a:avLst/>
              <a:gdLst/>
              <a:ahLst/>
              <a:cxnLst/>
              <a:rect l="l" t="t" r="r" b="b"/>
              <a:pathLst>
                <a:path w="1327784" h="8889">
                  <a:moveTo>
                    <a:pt x="-380" y="4191"/>
                  </a:moveTo>
                  <a:lnTo>
                    <a:pt x="1327784" y="4191"/>
                  </a:lnTo>
                </a:path>
              </a:pathLst>
            </a:custGeom>
            <a:ln w="9143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0" name="object 3820"/>
            <p:cNvSpPr/>
            <p:nvPr/>
          </p:nvSpPr>
          <p:spPr>
            <a:xfrm>
              <a:off x="6972440" y="2378840"/>
              <a:ext cx="10160" cy="1162050"/>
            </a:xfrm>
            <a:custGeom>
              <a:avLst/>
              <a:gdLst/>
              <a:ahLst/>
              <a:cxnLst/>
              <a:rect l="l" t="t" r="r" b="b"/>
              <a:pathLst>
                <a:path w="10159" h="1162050">
                  <a:moveTo>
                    <a:pt x="9905" y="1162050"/>
                  </a:moveTo>
                  <a:lnTo>
                    <a:pt x="8381" y="0"/>
                  </a:lnTo>
                  <a:lnTo>
                    <a:pt x="0" y="0"/>
                  </a:lnTo>
                  <a:lnTo>
                    <a:pt x="1523" y="1162050"/>
                  </a:lnTo>
                  <a:lnTo>
                    <a:pt x="9905" y="116205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1" name="object 3821"/>
            <p:cNvSpPr/>
            <p:nvPr/>
          </p:nvSpPr>
          <p:spPr>
            <a:xfrm>
              <a:off x="6972440" y="2378840"/>
              <a:ext cx="10160" cy="1162050"/>
            </a:xfrm>
            <a:custGeom>
              <a:avLst/>
              <a:gdLst/>
              <a:ahLst/>
              <a:cxnLst/>
              <a:rect l="l" t="t" r="r" b="b"/>
              <a:pathLst>
                <a:path w="10159" h="1162050">
                  <a:moveTo>
                    <a:pt x="4952" y="-380"/>
                  </a:moveTo>
                  <a:lnTo>
                    <a:pt x="4952" y="1162430"/>
                  </a:lnTo>
                </a:path>
              </a:pathLst>
            </a:custGeom>
            <a:ln w="1066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2" name="object 3822"/>
            <p:cNvSpPr/>
            <p:nvPr/>
          </p:nvSpPr>
          <p:spPr>
            <a:xfrm>
              <a:off x="4926469" y="3697646"/>
              <a:ext cx="280670" cy="105410"/>
            </a:xfrm>
            <a:custGeom>
              <a:avLst/>
              <a:gdLst/>
              <a:ahLst/>
              <a:cxnLst/>
              <a:rect l="l" t="t" r="r" b="b"/>
              <a:pathLst>
                <a:path w="280670" h="105410">
                  <a:moveTo>
                    <a:pt x="24384" y="84048"/>
                  </a:moveTo>
                  <a:lnTo>
                    <a:pt x="20574" y="77190"/>
                  </a:lnTo>
                  <a:lnTo>
                    <a:pt x="12192" y="74904"/>
                  </a:lnTo>
                  <a:lnTo>
                    <a:pt x="9144" y="75666"/>
                  </a:lnTo>
                  <a:lnTo>
                    <a:pt x="3048" y="78714"/>
                  </a:lnTo>
                  <a:lnTo>
                    <a:pt x="0" y="86334"/>
                  </a:lnTo>
                  <a:lnTo>
                    <a:pt x="762" y="97002"/>
                  </a:lnTo>
                  <a:lnTo>
                    <a:pt x="5334" y="103860"/>
                  </a:lnTo>
                  <a:lnTo>
                    <a:pt x="12192" y="105384"/>
                  </a:lnTo>
                  <a:lnTo>
                    <a:pt x="16764" y="104622"/>
                  </a:lnTo>
                  <a:lnTo>
                    <a:pt x="20574" y="103098"/>
                  </a:lnTo>
                  <a:lnTo>
                    <a:pt x="22860" y="99288"/>
                  </a:lnTo>
                  <a:lnTo>
                    <a:pt x="24384" y="94716"/>
                  </a:lnTo>
                  <a:lnTo>
                    <a:pt x="19812" y="94716"/>
                  </a:lnTo>
                  <a:lnTo>
                    <a:pt x="17526" y="100050"/>
                  </a:lnTo>
                  <a:lnTo>
                    <a:pt x="12192" y="101574"/>
                  </a:lnTo>
                  <a:lnTo>
                    <a:pt x="6858" y="99288"/>
                  </a:lnTo>
                  <a:lnTo>
                    <a:pt x="5334" y="95478"/>
                  </a:lnTo>
                  <a:lnTo>
                    <a:pt x="4572" y="90144"/>
                  </a:lnTo>
                  <a:lnTo>
                    <a:pt x="6858" y="81762"/>
                  </a:lnTo>
                  <a:lnTo>
                    <a:pt x="12954" y="78714"/>
                  </a:lnTo>
                  <a:lnTo>
                    <a:pt x="16764" y="80238"/>
                  </a:lnTo>
                  <a:lnTo>
                    <a:pt x="19050" y="84810"/>
                  </a:lnTo>
                  <a:lnTo>
                    <a:pt x="24384" y="84048"/>
                  </a:lnTo>
                  <a:close/>
                </a:path>
                <a:path w="280670" h="105410">
                  <a:moveTo>
                    <a:pt x="32004" y="8610"/>
                  </a:moveTo>
                  <a:lnTo>
                    <a:pt x="31242" y="6324"/>
                  </a:lnTo>
                  <a:lnTo>
                    <a:pt x="30480" y="4800"/>
                  </a:lnTo>
                  <a:lnTo>
                    <a:pt x="28956" y="4038"/>
                  </a:lnTo>
                  <a:lnTo>
                    <a:pt x="27432" y="2514"/>
                  </a:lnTo>
                  <a:lnTo>
                    <a:pt x="27165" y="2387"/>
                  </a:lnTo>
                  <a:lnTo>
                    <a:pt x="27165" y="19545"/>
                  </a:lnTo>
                  <a:lnTo>
                    <a:pt x="19519" y="19621"/>
                  </a:lnTo>
                  <a:lnTo>
                    <a:pt x="14478" y="19278"/>
                  </a:lnTo>
                  <a:lnTo>
                    <a:pt x="6858" y="19278"/>
                  </a:lnTo>
                  <a:lnTo>
                    <a:pt x="6858" y="5562"/>
                  </a:lnTo>
                  <a:lnTo>
                    <a:pt x="14478" y="5562"/>
                  </a:lnTo>
                  <a:lnTo>
                    <a:pt x="19977" y="6045"/>
                  </a:lnTo>
                  <a:lnTo>
                    <a:pt x="23266" y="3670"/>
                  </a:lnTo>
                  <a:lnTo>
                    <a:pt x="25908" y="9372"/>
                  </a:lnTo>
                  <a:lnTo>
                    <a:pt x="26670" y="10896"/>
                  </a:lnTo>
                  <a:lnTo>
                    <a:pt x="26670" y="12420"/>
                  </a:lnTo>
                  <a:lnTo>
                    <a:pt x="27165" y="19545"/>
                  </a:lnTo>
                  <a:lnTo>
                    <a:pt x="27165" y="2387"/>
                  </a:lnTo>
                  <a:lnTo>
                    <a:pt x="24384" y="990"/>
                  </a:lnTo>
                  <a:lnTo>
                    <a:pt x="22860" y="990"/>
                  </a:lnTo>
                  <a:lnTo>
                    <a:pt x="21336" y="228"/>
                  </a:lnTo>
                  <a:lnTo>
                    <a:pt x="1524" y="228"/>
                  </a:lnTo>
                  <a:lnTo>
                    <a:pt x="1524" y="39852"/>
                  </a:lnTo>
                  <a:lnTo>
                    <a:pt x="6858" y="39852"/>
                  </a:lnTo>
                  <a:lnTo>
                    <a:pt x="6858" y="23850"/>
                  </a:lnTo>
                  <a:lnTo>
                    <a:pt x="14478" y="23850"/>
                  </a:lnTo>
                  <a:lnTo>
                    <a:pt x="22364" y="23583"/>
                  </a:lnTo>
                  <a:lnTo>
                    <a:pt x="27165" y="21704"/>
                  </a:lnTo>
                  <a:lnTo>
                    <a:pt x="28244" y="21285"/>
                  </a:lnTo>
                  <a:lnTo>
                    <a:pt x="31623" y="16459"/>
                  </a:lnTo>
                  <a:lnTo>
                    <a:pt x="32004" y="8610"/>
                  </a:lnTo>
                  <a:close/>
                </a:path>
                <a:path w="280670" h="105410">
                  <a:moveTo>
                    <a:pt x="54102" y="90144"/>
                  </a:moveTo>
                  <a:lnTo>
                    <a:pt x="53340" y="85572"/>
                  </a:lnTo>
                  <a:lnTo>
                    <a:pt x="52578" y="81762"/>
                  </a:lnTo>
                  <a:lnTo>
                    <a:pt x="50292" y="78714"/>
                  </a:lnTo>
                  <a:lnTo>
                    <a:pt x="48768" y="77190"/>
                  </a:lnTo>
                  <a:lnTo>
                    <a:pt x="48768" y="84810"/>
                  </a:lnTo>
                  <a:lnTo>
                    <a:pt x="48768" y="87096"/>
                  </a:lnTo>
                  <a:lnTo>
                    <a:pt x="32766" y="87096"/>
                  </a:lnTo>
                  <a:lnTo>
                    <a:pt x="33528" y="84810"/>
                  </a:lnTo>
                  <a:lnTo>
                    <a:pt x="34290" y="83286"/>
                  </a:lnTo>
                  <a:lnTo>
                    <a:pt x="35052" y="81000"/>
                  </a:lnTo>
                  <a:lnTo>
                    <a:pt x="37338" y="80238"/>
                  </a:lnTo>
                  <a:lnTo>
                    <a:pt x="38862" y="79476"/>
                  </a:lnTo>
                  <a:lnTo>
                    <a:pt x="41148" y="78714"/>
                  </a:lnTo>
                  <a:lnTo>
                    <a:pt x="45720" y="80238"/>
                  </a:lnTo>
                  <a:lnTo>
                    <a:pt x="47244" y="81762"/>
                  </a:lnTo>
                  <a:lnTo>
                    <a:pt x="48768" y="84810"/>
                  </a:lnTo>
                  <a:lnTo>
                    <a:pt x="48768" y="77190"/>
                  </a:lnTo>
                  <a:lnTo>
                    <a:pt x="48006" y="76428"/>
                  </a:lnTo>
                  <a:lnTo>
                    <a:pt x="44932" y="75653"/>
                  </a:lnTo>
                  <a:lnTo>
                    <a:pt x="41148" y="74904"/>
                  </a:lnTo>
                  <a:lnTo>
                    <a:pt x="37338" y="75666"/>
                  </a:lnTo>
                  <a:lnTo>
                    <a:pt x="26670" y="90906"/>
                  </a:lnTo>
                  <a:lnTo>
                    <a:pt x="27432" y="94716"/>
                  </a:lnTo>
                  <a:lnTo>
                    <a:pt x="28956" y="98526"/>
                  </a:lnTo>
                  <a:lnTo>
                    <a:pt x="31242" y="101574"/>
                  </a:lnTo>
                  <a:lnTo>
                    <a:pt x="32004" y="102146"/>
                  </a:lnTo>
                  <a:lnTo>
                    <a:pt x="34290" y="103860"/>
                  </a:lnTo>
                  <a:lnTo>
                    <a:pt x="37338" y="105384"/>
                  </a:lnTo>
                  <a:lnTo>
                    <a:pt x="44196" y="105384"/>
                  </a:lnTo>
                  <a:lnTo>
                    <a:pt x="54102" y="96240"/>
                  </a:lnTo>
                  <a:lnTo>
                    <a:pt x="52578" y="96240"/>
                  </a:lnTo>
                  <a:lnTo>
                    <a:pt x="50292" y="95478"/>
                  </a:lnTo>
                  <a:lnTo>
                    <a:pt x="48768" y="95478"/>
                  </a:lnTo>
                  <a:lnTo>
                    <a:pt x="48006" y="97002"/>
                  </a:lnTo>
                  <a:lnTo>
                    <a:pt x="44932" y="104597"/>
                  </a:lnTo>
                  <a:lnTo>
                    <a:pt x="33985" y="101917"/>
                  </a:lnTo>
                  <a:lnTo>
                    <a:pt x="32766" y="94716"/>
                  </a:lnTo>
                  <a:lnTo>
                    <a:pt x="32004" y="91668"/>
                  </a:lnTo>
                  <a:lnTo>
                    <a:pt x="32766" y="91668"/>
                  </a:lnTo>
                  <a:lnTo>
                    <a:pt x="48768" y="91668"/>
                  </a:lnTo>
                  <a:lnTo>
                    <a:pt x="54102" y="91668"/>
                  </a:lnTo>
                  <a:lnTo>
                    <a:pt x="54102" y="90144"/>
                  </a:lnTo>
                  <a:close/>
                </a:path>
                <a:path w="280670" h="105410">
                  <a:moveTo>
                    <a:pt x="73914" y="39852"/>
                  </a:moveTo>
                  <a:lnTo>
                    <a:pt x="65532" y="26136"/>
                  </a:lnTo>
                  <a:lnTo>
                    <a:pt x="59436" y="22326"/>
                  </a:lnTo>
                  <a:lnTo>
                    <a:pt x="65532" y="20294"/>
                  </a:lnTo>
                  <a:lnTo>
                    <a:pt x="66294" y="20040"/>
                  </a:lnTo>
                  <a:lnTo>
                    <a:pt x="70104" y="15468"/>
                  </a:lnTo>
                  <a:lnTo>
                    <a:pt x="70866" y="11658"/>
                  </a:lnTo>
                  <a:lnTo>
                    <a:pt x="70866" y="8610"/>
                  </a:lnTo>
                  <a:lnTo>
                    <a:pt x="67056" y="3276"/>
                  </a:lnTo>
                  <a:lnTo>
                    <a:pt x="65532" y="2628"/>
                  </a:lnTo>
                  <a:lnTo>
                    <a:pt x="65532" y="9372"/>
                  </a:lnTo>
                  <a:lnTo>
                    <a:pt x="65532" y="12420"/>
                  </a:lnTo>
                  <a:lnTo>
                    <a:pt x="64770" y="13944"/>
                  </a:lnTo>
                  <a:lnTo>
                    <a:pt x="64770" y="15468"/>
                  </a:lnTo>
                  <a:lnTo>
                    <a:pt x="64008" y="16230"/>
                  </a:lnTo>
                  <a:lnTo>
                    <a:pt x="60960" y="17754"/>
                  </a:lnTo>
                  <a:lnTo>
                    <a:pt x="57912" y="17754"/>
                  </a:lnTo>
                  <a:lnTo>
                    <a:pt x="55626" y="18516"/>
                  </a:lnTo>
                  <a:lnTo>
                    <a:pt x="44196" y="18516"/>
                  </a:lnTo>
                  <a:lnTo>
                    <a:pt x="44196" y="4800"/>
                  </a:lnTo>
                  <a:lnTo>
                    <a:pt x="59436" y="4800"/>
                  </a:lnTo>
                  <a:lnTo>
                    <a:pt x="61722" y="5562"/>
                  </a:lnTo>
                  <a:lnTo>
                    <a:pt x="63246" y="7086"/>
                  </a:lnTo>
                  <a:lnTo>
                    <a:pt x="64770" y="7848"/>
                  </a:lnTo>
                  <a:lnTo>
                    <a:pt x="65532" y="9372"/>
                  </a:lnTo>
                  <a:lnTo>
                    <a:pt x="65532" y="2628"/>
                  </a:lnTo>
                  <a:lnTo>
                    <a:pt x="61722" y="990"/>
                  </a:lnTo>
                  <a:lnTo>
                    <a:pt x="38862" y="228"/>
                  </a:lnTo>
                  <a:lnTo>
                    <a:pt x="38862" y="39852"/>
                  </a:lnTo>
                  <a:lnTo>
                    <a:pt x="44196" y="39852"/>
                  </a:lnTo>
                  <a:lnTo>
                    <a:pt x="44196" y="23088"/>
                  </a:lnTo>
                  <a:lnTo>
                    <a:pt x="53340" y="23088"/>
                  </a:lnTo>
                  <a:lnTo>
                    <a:pt x="57150" y="24612"/>
                  </a:lnTo>
                  <a:lnTo>
                    <a:pt x="59436" y="27876"/>
                  </a:lnTo>
                  <a:lnTo>
                    <a:pt x="67818" y="39852"/>
                  </a:lnTo>
                  <a:lnTo>
                    <a:pt x="73914" y="39852"/>
                  </a:lnTo>
                  <a:close/>
                </a:path>
                <a:path w="280670" h="105410">
                  <a:moveTo>
                    <a:pt x="80772" y="75666"/>
                  </a:moveTo>
                  <a:lnTo>
                    <a:pt x="57150" y="75666"/>
                  </a:lnTo>
                  <a:lnTo>
                    <a:pt x="57150" y="79476"/>
                  </a:lnTo>
                  <a:lnTo>
                    <a:pt x="66294" y="79476"/>
                  </a:lnTo>
                  <a:lnTo>
                    <a:pt x="66294" y="104622"/>
                  </a:lnTo>
                  <a:lnTo>
                    <a:pt x="71628" y="104622"/>
                  </a:lnTo>
                  <a:lnTo>
                    <a:pt x="71628" y="79476"/>
                  </a:lnTo>
                  <a:lnTo>
                    <a:pt x="80772" y="79476"/>
                  </a:lnTo>
                  <a:lnTo>
                    <a:pt x="80772" y="75666"/>
                  </a:lnTo>
                  <a:close/>
                </a:path>
                <a:path w="280670" h="105410">
                  <a:moveTo>
                    <a:pt x="109715" y="96316"/>
                  </a:moveTo>
                  <a:lnTo>
                    <a:pt x="104990" y="89115"/>
                  </a:lnTo>
                  <a:lnTo>
                    <a:pt x="104394" y="89027"/>
                  </a:lnTo>
                  <a:lnTo>
                    <a:pt x="104394" y="94716"/>
                  </a:lnTo>
                  <a:lnTo>
                    <a:pt x="104394" y="97764"/>
                  </a:lnTo>
                  <a:lnTo>
                    <a:pt x="102108" y="100050"/>
                  </a:lnTo>
                  <a:lnTo>
                    <a:pt x="100584" y="100050"/>
                  </a:lnTo>
                  <a:lnTo>
                    <a:pt x="98298" y="100812"/>
                  </a:lnTo>
                  <a:lnTo>
                    <a:pt x="90678" y="100812"/>
                  </a:lnTo>
                  <a:lnTo>
                    <a:pt x="90678" y="91668"/>
                  </a:lnTo>
                  <a:lnTo>
                    <a:pt x="94488" y="91668"/>
                  </a:lnTo>
                  <a:lnTo>
                    <a:pt x="100088" y="92138"/>
                  </a:lnTo>
                  <a:lnTo>
                    <a:pt x="100914" y="92214"/>
                  </a:lnTo>
                  <a:lnTo>
                    <a:pt x="100088" y="89712"/>
                  </a:lnTo>
                  <a:lnTo>
                    <a:pt x="104394" y="94716"/>
                  </a:lnTo>
                  <a:lnTo>
                    <a:pt x="104394" y="89027"/>
                  </a:lnTo>
                  <a:lnTo>
                    <a:pt x="92202" y="87096"/>
                  </a:lnTo>
                  <a:lnTo>
                    <a:pt x="90678" y="87096"/>
                  </a:lnTo>
                  <a:lnTo>
                    <a:pt x="90678" y="75666"/>
                  </a:lnTo>
                  <a:lnTo>
                    <a:pt x="85344" y="75666"/>
                  </a:lnTo>
                  <a:lnTo>
                    <a:pt x="85344" y="104622"/>
                  </a:lnTo>
                  <a:lnTo>
                    <a:pt x="88392" y="104622"/>
                  </a:lnTo>
                  <a:lnTo>
                    <a:pt x="104394" y="103314"/>
                  </a:lnTo>
                  <a:lnTo>
                    <a:pt x="104749" y="103289"/>
                  </a:lnTo>
                  <a:lnTo>
                    <a:pt x="109715" y="96316"/>
                  </a:lnTo>
                  <a:close/>
                </a:path>
                <a:path w="280670" h="105410">
                  <a:moveTo>
                    <a:pt x="115824" y="20802"/>
                  </a:moveTo>
                  <a:lnTo>
                    <a:pt x="112547" y="7962"/>
                  </a:lnTo>
                  <a:lnTo>
                    <a:pt x="110490" y="6502"/>
                  </a:lnTo>
                  <a:lnTo>
                    <a:pt x="110490" y="17754"/>
                  </a:lnTo>
                  <a:lnTo>
                    <a:pt x="110490" y="20802"/>
                  </a:lnTo>
                  <a:lnTo>
                    <a:pt x="108331" y="30365"/>
                  </a:lnTo>
                  <a:lnTo>
                    <a:pt x="101053" y="35623"/>
                  </a:lnTo>
                  <a:lnTo>
                    <a:pt x="92024" y="35560"/>
                  </a:lnTo>
                  <a:lnTo>
                    <a:pt x="84582" y="29184"/>
                  </a:lnTo>
                  <a:lnTo>
                    <a:pt x="83820" y="25374"/>
                  </a:lnTo>
                  <a:lnTo>
                    <a:pt x="83058" y="20802"/>
                  </a:lnTo>
                  <a:lnTo>
                    <a:pt x="83820" y="15468"/>
                  </a:lnTo>
                  <a:lnTo>
                    <a:pt x="85344" y="11658"/>
                  </a:lnTo>
                  <a:lnTo>
                    <a:pt x="87630" y="8610"/>
                  </a:lnTo>
                  <a:lnTo>
                    <a:pt x="89916" y="6324"/>
                  </a:lnTo>
                  <a:lnTo>
                    <a:pt x="93726" y="4800"/>
                  </a:lnTo>
                  <a:lnTo>
                    <a:pt x="99822" y="4800"/>
                  </a:lnTo>
                  <a:lnTo>
                    <a:pt x="110490" y="17754"/>
                  </a:lnTo>
                  <a:lnTo>
                    <a:pt x="110490" y="6502"/>
                  </a:lnTo>
                  <a:lnTo>
                    <a:pt x="102590" y="838"/>
                  </a:lnTo>
                  <a:lnTo>
                    <a:pt x="90297" y="838"/>
                  </a:lnTo>
                  <a:lnTo>
                    <a:pt x="80010" y="9372"/>
                  </a:lnTo>
                  <a:lnTo>
                    <a:pt x="78486" y="14706"/>
                  </a:lnTo>
                  <a:lnTo>
                    <a:pt x="77724" y="20802"/>
                  </a:lnTo>
                  <a:lnTo>
                    <a:pt x="78486" y="23850"/>
                  </a:lnTo>
                  <a:lnTo>
                    <a:pt x="79248" y="27660"/>
                  </a:lnTo>
                  <a:lnTo>
                    <a:pt x="83058" y="33350"/>
                  </a:lnTo>
                  <a:lnTo>
                    <a:pt x="86220" y="38061"/>
                  </a:lnTo>
                  <a:lnTo>
                    <a:pt x="97066" y="41363"/>
                  </a:lnTo>
                  <a:lnTo>
                    <a:pt x="107962" y="37807"/>
                  </a:lnTo>
                  <a:lnTo>
                    <a:pt x="110490" y="34188"/>
                  </a:lnTo>
                  <a:lnTo>
                    <a:pt x="115062" y="27660"/>
                  </a:lnTo>
                  <a:lnTo>
                    <a:pt x="115824" y="24612"/>
                  </a:lnTo>
                  <a:lnTo>
                    <a:pt x="115824" y="20802"/>
                  </a:lnTo>
                  <a:close/>
                </a:path>
                <a:path w="280670" h="105410">
                  <a:moveTo>
                    <a:pt x="150114" y="228"/>
                  </a:moveTo>
                  <a:lnTo>
                    <a:pt x="122682" y="228"/>
                  </a:lnTo>
                  <a:lnTo>
                    <a:pt x="122682" y="39852"/>
                  </a:lnTo>
                  <a:lnTo>
                    <a:pt x="128778" y="39852"/>
                  </a:lnTo>
                  <a:lnTo>
                    <a:pt x="128778" y="22326"/>
                  </a:lnTo>
                  <a:lnTo>
                    <a:pt x="147066" y="22326"/>
                  </a:lnTo>
                  <a:lnTo>
                    <a:pt x="147066" y="17754"/>
                  </a:lnTo>
                  <a:lnTo>
                    <a:pt x="128778" y="17754"/>
                  </a:lnTo>
                  <a:lnTo>
                    <a:pt x="128778" y="5562"/>
                  </a:lnTo>
                  <a:lnTo>
                    <a:pt x="150114" y="5562"/>
                  </a:lnTo>
                  <a:lnTo>
                    <a:pt x="150114" y="228"/>
                  </a:lnTo>
                  <a:close/>
                </a:path>
                <a:path w="280670" h="105410">
                  <a:moveTo>
                    <a:pt x="163080" y="228"/>
                  </a:moveTo>
                  <a:lnTo>
                    <a:pt x="157734" y="228"/>
                  </a:lnTo>
                  <a:lnTo>
                    <a:pt x="157734" y="39852"/>
                  </a:lnTo>
                  <a:lnTo>
                    <a:pt x="163080" y="39852"/>
                  </a:lnTo>
                  <a:lnTo>
                    <a:pt x="163080" y="228"/>
                  </a:lnTo>
                  <a:close/>
                </a:path>
                <a:path w="280670" h="105410">
                  <a:moveTo>
                    <a:pt x="163830" y="104622"/>
                  </a:moveTo>
                  <a:lnTo>
                    <a:pt x="152400" y="74904"/>
                  </a:lnTo>
                  <a:lnTo>
                    <a:pt x="151638" y="73253"/>
                  </a:lnTo>
                  <a:lnTo>
                    <a:pt x="151638" y="88620"/>
                  </a:lnTo>
                  <a:lnTo>
                    <a:pt x="137922" y="88620"/>
                  </a:lnTo>
                  <a:lnTo>
                    <a:pt x="139446" y="84810"/>
                  </a:lnTo>
                  <a:lnTo>
                    <a:pt x="141732" y="79476"/>
                  </a:lnTo>
                  <a:lnTo>
                    <a:pt x="142494" y="76428"/>
                  </a:lnTo>
                  <a:lnTo>
                    <a:pt x="143256" y="74142"/>
                  </a:lnTo>
                  <a:lnTo>
                    <a:pt x="144018" y="71094"/>
                  </a:lnTo>
                  <a:lnTo>
                    <a:pt x="144780" y="68808"/>
                  </a:lnTo>
                  <a:lnTo>
                    <a:pt x="145542" y="71094"/>
                  </a:lnTo>
                  <a:lnTo>
                    <a:pt x="146304" y="74142"/>
                  </a:lnTo>
                  <a:lnTo>
                    <a:pt x="147828" y="77190"/>
                  </a:lnTo>
                  <a:lnTo>
                    <a:pt x="148590" y="79476"/>
                  </a:lnTo>
                  <a:lnTo>
                    <a:pt x="150876" y="84810"/>
                  </a:lnTo>
                  <a:lnTo>
                    <a:pt x="151638" y="88620"/>
                  </a:lnTo>
                  <a:lnTo>
                    <a:pt x="151638" y="73253"/>
                  </a:lnTo>
                  <a:lnTo>
                    <a:pt x="147828" y="64998"/>
                  </a:lnTo>
                  <a:lnTo>
                    <a:pt x="141732" y="64998"/>
                  </a:lnTo>
                  <a:lnTo>
                    <a:pt x="126492" y="104622"/>
                  </a:lnTo>
                  <a:lnTo>
                    <a:pt x="132588" y="104622"/>
                  </a:lnTo>
                  <a:lnTo>
                    <a:pt x="133350" y="101574"/>
                  </a:lnTo>
                  <a:lnTo>
                    <a:pt x="135636" y="96240"/>
                  </a:lnTo>
                  <a:lnTo>
                    <a:pt x="136398" y="93192"/>
                  </a:lnTo>
                  <a:lnTo>
                    <a:pt x="137922" y="93192"/>
                  </a:lnTo>
                  <a:lnTo>
                    <a:pt x="151638" y="93192"/>
                  </a:lnTo>
                  <a:lnTo>
                    <a:pt x="153162" y="93192"/>
                  </a:lnTo>
                  <a:lnTo>
                    <a:pt x="154686" y="96240"/>
                  </a:lnTo>
                  <a:lnTo>
                    <a:pt x="156972" y="101574"/>
                  </a:lnTo>
                  <a:lnTo>
                    <a:pt x="157734" y="104622"/>
                  </a:lnTo>
                  <a:lnTo>
                    <a:pt x="163830" y="104622"/>
                  </a:lnTo>
                  <a:close/>
                </a:path>
                <a:path w="280670" h="105410">
                  <a:moveTo>
                    <a:pt x="204622" y="27863"/>
                  </a:moveTo>
                  <a:lnTo>
                    <a:pt x="202336" y="25146"/>
                  </a:lnTo>
                  <a:lnTo>
                    <a:pt x="198882" y="20802"/>
                  </a:lnTo>
                  <a:lnTo>
                    <a:pt x="197358" y="20040"/>
                  </a:lnTo>
                  <a:lnTo>
                    <a:pt x="197358" y="28422"/>
                  </a:lnTo>
                  <a:lnTo>
                    <a:pt x="196596" y="29946"/>
                  </a:lnTo>
                  <a:lnTo>
                    <a:pt x="196596" y="32232"/>
                  </a:lnTo>
                  <a:lnTo>
                    <a:pt x="194310" y="34518"/>
                  </a:lnTo>
                  <a:lnTo>
                    <a:pt x="193548" y="34518"/>
                  </a:lnTo>
                  <a:lnTo>
                    <a:pt x="192252" y="35166"/>
                  </a:lnTo>
                  <a:lnTo>
                    <a:pt x="177546" y="35280"/>
                  </a:lnTo>
                  <a:lnTo>
                    <a:pt x="177546" y="22326"/>
                  </a:lnTo>
                  <a:lnTo>
                    <a:pt x="191262" y="22326"/>
                  </a:lnTo>
                  <a:lnTo>
                    <a:pt x="192786" y="23088"/>
                  </a:lnTo>
                  <a:lnTo>
                    <a:pt x="194310" y="23088"/>
                  </a:lnTo>
                  <a:lnTo>
                    <a:pt x="195834" y="24612"/>
                  </a:lnTo>
                  <a:lnTo>
                    <a:pt x="196596" y="26136"/>
                  </a:lnTo>
                  <a:lnTo>
                    <a:pt x="196596" y="27660"/>
                  </a:lnTo>
                  <a:lnTo>
                    <a:pt x="197358" y="28422"/>
                  </a:lnTo>
                  <a:lnTo>
                    <a:pt x="197358" y="20040"/>
                  </a:lnTo>
                  <a:lnTo>
                    <a:pt x="195072" y="19278"/>
                  </a:lnTo>
                  <a:lnTo>
                    <a:pt x="195834" y="18897"/>
                  </a:lnTo>
                  <a:lnTo>
                    <a:pt x="196596" y="18516"/>
                  </a:lnTo>
                  <a:lnTo>
                    <a:pt x="198120" y="16992"/>
                  </a:lnTo>
                  <a:lnTo>
                    <a:pt x="199682" y="14020"/>
                  </a:lnTo>
                  <a:lnTo>
                    <a:pt x="201853" y="10579"/>
                  </a:lnTo>
                  <a:lnTo>
                    <a:pt x="199644" y="7086"/>
                  </a:lnTo>
                  <a:lnTo>
                    <a:pt x="198120" y="4038"/>
                  </a:lnTo>
                  <a:lnTo>
                    <a:pt x="195834" y="1435"/>
                  </a:lnTo>
                  <a:lnTo>
                    <a:pt x="195834" y="11658"/>
                  </a:lnTo>
                  <a:lnTo>
                    <a:pt x="195072" y="12420"/>
                  </a:lnTo>
                  <a:lnTo>
                    <a:pt x="195072" y="13944"/>
                  </a:lnTo>
                  <a:lnTo>
                    <a:pt x="192786" y="16230"/>
                  </a:lnTo>
                  <a:lnTo>
                    <a:pt x="191262" y="16992"/>
                  </a:lnTo>
                  <a:lnTo>
                    <a:pt x="188214" y="16992"/>
                  </a:lnTo>
                  <a:lnTo>
                    <a:pt x="186690" y="17754"/>
                  </a:lnTo>
                  <a:lnTo>
                    <a:pt x="177546" y="17754"/>
                  </a:lnTo>
                  <a:lnTo>
                    <a:pt x="177546" y="5562"/>
                  </a:lnTo>
                  <a:lnTo>
                    <a:pt x="192024" y="5562"/>
                  </a:lnTo>
                  <a:lnTo>
                    <a:pt x="195072" y="8610"/>
                  </a:lnTo>
                  <a:lnTo>
                    <a:pt x="195072" y="10134"/>
                  </a:lnTo>
                  <a:lnTo>
                    <a:pt x="195834" y="11658"/>
                  </a:lnTo>
                  <a:lnTo>
                    <a:pt x="195834" y="1435"/>
                  </a:lnTo>
                  <a:lnTo>
                    <a:pt x="194589" y="0"/>
                  </a:lnTo>
                  <a:lnTo>
                    <a:pt x="186690" y="88"/>
                  </a:lnTo>
                  <a:lnTo>
                    <a:pt x="183642" y="228"/>
                  </a:lnTo>
                  <a:lnTo>
                    <a:pt x="172212" y="228"/>
                  </a:lnTo>
                  <a:lnTo>
                    <a:pt x="172212" y="39852"/>
                  </a:lnTo>
                  <a:lnTo>
                    <a:pt x="177546" y="39852"/>
                  </a:lnTo>
                  <a:lnTo>
                    <a:pt x="183642" y="39852"/>
                  </a:lnTo>
                  <a:lnTo>
                    <a:pt x="193230" y="39268"/>
                  </a:lnTo>
                  <a:lnTo>
                    <a:pt x="192252" y="41808"/>
                  </a:lnTo>
                  <a:lnTo>
                    <a:pt x="193230" y="41135"/>
                  </a:lnTo>
                  <a:lnTo>
                    <a:pt x="197358" y="38341"/>
                  </a:lnTo>
                  <a:lnTo>
                    <a:pt x="199644" y="36804"/>
                  </a:lnTo>
                  <a:lnTo>
                    <a:pt x="201168" y="33756"/>
                  </a:lnTo>
                  <a:lnTo>
                    <a:pt x="204622" y="27863"/>
                  </a:lnTo>
                  <a:close/>
                </a:path>
                <a:path w="280670" h="105410">
                  <a:moveTo>
                    <a:pt x="241554" y="228"/>
                  </a:moveTo>
                  <a:lnTo>
                    <a:pt x="236220" y="228"/>
                  </a:lnTo>
                  <a:lnTo>
                    <a:pt x="236220" y="23850"/>
                  </a:lnTo>
                  <a:lnTo>
                    <a:pt x="234696" y="32232"/>
                  </a:lnTo>
                  <a:lnTo>
                    <a:pt x="230124" y="35280"/>
                  </a:lnTo>
                  <a:lnTo>
                    <a:pt x="222504" y="36042"/>
                  </a:lnTo>
                  <a:lnTo>
                    <a:pt x="217170" y="32994"/>
                  </a:lnTo>
                  <a:lnTo>
                    <a:pt x="214884" y="27660"/>
                  </a:lnTo>
                  <a:lnTo>
                    <a:pt x="214884" y="228"/>
                  </a:lnTo>
                  <a:lnTo>
                    <a:pt x="209550" y="228"/>
                  </a:lnTo>
                  <a:lnTo>
                    <a:pt x="210312" y="29184"/>
                  </a:lnTo>
                  <a:lnTo>
                    <a:pt x="213360" y="36804"/>
                  </a:lnTo>
                  <a:lnTo>
                    <a:pt x="220980" y="40614"/>
                  </a:lnTo>
                  <a:lnTo>
                    <a:pt x="230886" y="40614"/>
                  </a:lnTo>
                  <a:lnTo>
                    <a:pt x="237744" y="36042"/>
                  </a:lnTo>
                  <a:lnTo>
                    <a:pt x="240792" y="28422"/>
                  </a:lnTo>
                  <a:lnTo>
                    <a:pt x="241554" y="228"/>
                  </a:lnTo>
                  <a:close/>
                </a:path>
                <a:path w="280670" h="105410">
                  <a:moveTo>
                    <a:pt x="280416" y="29184"/>
                  </a:moveTo>
                  <a:lnTo>
                    <a:pt x="278892" y="23850"/>
                  </a:lnTo>
                  <a:lnTo>
                    <a:pt x="273558" y="19278"/>
                  </a:lnTo>
                  <a:lnTo>
                    <a:pt x="259080" y="15468"/>
                  </a:lnTo>
                  <a:lnTo>
                    <a:pt x="255270" y="12420"/>
                  </a:lnTo>
                  <a:lnTo>
                    <a:pt x="255270" y="8610"/>
                  </a:lnTo>
                  <a:lnTo>
                    <a:pt x="259842" y="4800"/>
                  </a:lnTo>
                  <a:lnTo>
                    <a:pt x="268986" y="4800"/>
                  </a:lnTo>
                  <a:lnTo>
                    <a:pt x="271272" y="6324"/>
                  </a:lnTo>
                  <a:lnTo>
                    <a:pt x="274320" y="12420"/>
                  </a:lnTo>
                  <a:lnTo>
                    <a:pt x="278892" y="11658"/>
                  </a:lnTo>
                  <a:lnTo>
                    <a:pt x="278892" y="8610"/>
                  </a:lnTo>
                  <a:lnTo>
                    <a:pt x="275082" y="3276"/>
                  </a:lnTo>
                  <a:lnTo>
                    <a:pt x="268224" y="228"/>
                  </a:lnTo>
                  <a:lnTo>
                    <a:pt x="259842" y="228"/>
                  </a:lnTo>
                  <a:lnTo>
                    <a:pt x="253746" y="3276"/>
                  </a:lnTo>
                  <a:lnTo>
                    <a:pt x="249936" y="7848"/>
                  </a:lnTo>
                  <a:lnTo>
                    <a:pt x="249936" y="13944"/>
                  </a:lnTo>
                  <a:lnTo>
                    <a:pt x="255270" y="20040"/>
                  </a:lnTo>
                  <a:lnTo>
                    <a:pt x="268224" y="23088"/>
                  </a:lnTo>
                  <a:lnTo>
                    <a:pt x="274320" y="26136"/>
                  </a:lnTo>
                  <a:lnTo>
                    <a:pt x="275082" y="29184"/>
                  </a:lnTo>
                  <a:lnTo>
                    <a:pt x="274320" y="32994"/>
                  </a:lnTo>
                  <a:lnTo>
                    <a:pt x="268224" y="36042"/>
                  </a:lnTo>
                  <a:lnTo>
                    <a:pt x="262128" y="36042"/>
                  </a:lnTo>
                  <a:lnTo>
                    <a:pt x="256794" y="33756"/>
                  </a:lnTo>
                  <a:lnTo>
                    <a:pt x="252984" y="26898"/>
                  </a:lnTo>
                  <a:lnTo>
                    <a:pt x="248412" y="27660"/>
                  </a:lnTo>
                  <a:lnTo>
                    <a:pt x="250698" y="34518"/>
                  </a:lnTo>
                  <a:lnTo>
                    <a:pt x="256032" y="39090"/>
                  </a:lnTo>
                  <a:lnTo>
                    <a:pt x="265176" y="41376"/>
                  </a:lnTo>
                  <a:lnTo>
                    <a:pt x="273558" y="39090"/>
                  </a:lnTo>
                  <a:lnTo>
                    <a:pt x="278892" y="34518"/>
                  </a:lnTo>
                  <a:lnTo>
                    <a:pt x="280416" y="291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23" name="object 3823"/>
            <p:cNvPicPr/>
            <p:nvPr/>
          </p:nvPicPr>
          <p:blipFill>
            <a:blip r:embed="rId209" cstate="print"/>
            <a:stretch>
              <a:fillRect/>
            </a:stretch>
          </p:blipFill>
          <p:spPr>
            <a:xfrm>
              <a:off x="4926482" y="3982698"/>
              <a:ext cx="280415" cy="106070"/>
            </a:xfrm>
            <a:prstGeom prst="rect">
              <a:avLst/>
            </a:prstGeom>
          </p:spPr>
        </p:pic>
        <p:sp>
          <p:nvSpPr>
            <p:cNvPr id="3824" name="object 3824"/>
            <p:cNvSpPr/>
            <p:nvPr/>
          </p:nvSpPr>
          <p:spPr>
            <a:xfrm>
              <a:off x="4926469" y="4274708"/>
              <a:ext cx="297180" cy="423545"/>
            </a:xfrm>
            <a:custGeom>
              <a:avLst/>
              <a:gdLst/>
              <a:ahLst/>
              <a:cxnLst/>
              <a:rect l="l" t="t" r="r" b="b"/>
              <a:pathLst>
                <a:path w="297179" h="423545">
                  <a:moveTo>
                    <a:pt x="24384" y="411480"/>
                  </a:moveTo>
                  <a:lnTo>
                    <a:pt x="19812" y="410718"/>
                  </a:lnTo>
                  <a:lnTo>
                    <a:pt x="16764" y="416814"/>
                  </a:lnTo>
                  <a:lnTo>
                    <a:pt x="12192" y="418338"/>
                  </a:lnTo>
                  <a:lnTo>
                    <a:pt x="6858" y="416052"/>
                  </a:lnTo>
                  <a:lnTo>
                    <a:pt x="4572" y="406908"/>
                  </a:lnTo>
                  <a:lnTo>
                    <a:pt x="6858" y="399288"/>
                  </a:lnTo>
                  <a:lnTo>
                    <a:pt x="12192" y="396240"/>
                  </a:lnTo>
                  <a:lnTo>
                    <a:pt x="16764" y="397764"/>
                  </a:lnTo>
                  <a:lnTo>
                    <a:pt x="19050" y="402336"/>
                  </a:lnTo>
                  <a:lnTo>
                    <a:pt x="23622" y="401574"/>
                  </a:lnTo>
                  <a:lnTo>
                    <a:pt x="22860" y="397764"/>
                  </a:lnTo>
                  <a:lnTo>
                    <a:pt x="19812" y="394716"/>
                  </a:lnTo>
                  <a:lnTo>
                    <a:pt x="12192" y="392430"/>
                  </a:lnTo>
                  <a:lnTo>
                    <a:pt x="9144" y="392430"/>
                  </a:lnTo>
                  <a:lnTo>
                    <a:pt x="3048" y="396240"/>
                  </a:lnTo>
                  <a:lnTo>
                    <a:pt x="0" y="403098"/>
                  </a:lnTo>
                  <a:lnTo>
                    <a:pt x="0" y="413766"/>
                  </a:lnTo>
                  <a:lnTo>
                    <a:pt x="3048" y="419100"/>
                  </a:lnTo>
                  <a:lnTo>
                    <a:pt x="9144" y="422148"/>
                  </a:lnTo>
                  <a:lnTo>
                    <a:pt x="16764" y="422148"/>
                  </a:lnTo>
                  <a:lnTo>
                    <a:pt x="22860" y="416814"/>
                  </a:lnTo>
                  <a:lnTo>
                    <a:pt x="24384" y="411480"/>
                  </a:lnTo>
                  <a:close/>
                </a:path>
                <a:path w="297179" h="423545">
                  <a:moveTo>
                    <a:pt x="24384" y="94488"/>
                  </a:moveTo>
                  <a:lnTo>
                    <a:pt x="19812" y="93726"/>
                  </a:lnTo>
                  <a:lnTo>
                    <a:pt x="16764" y="99060"/>
                  </a:lnTo>
                  <a:lnTo>
                    <a:pt x="12192" y="100584"/>
                  </a:lnTo>
                  <a:lnTo>
                    <a:pt x="6858" y="98298"/>
                  </a:lnTo>
                  <a:lnTo>
                    <a:pt x="4572" y="89916"/>
                  </a:lnTo>
                  <a:lnTo>
                    <a:pt x="6858" y="81534"/>
                  </a:lnTo>
                  <a:lnTo>
                    <a:pt x="9144" y="79248"/>
                  </a:lnTo>
                  <a:lnTo>
                    <a:pt x="14478" y="79248"/>
                  </a:lnTo>
                  <a:lnTo>
                    <a:pt x="19050" y="85344"/>
                  </a:lnTo>
                  <a:lnTo>
                    <a:pt x="23622" y="84582"/>
                  </a:lnTo>
                  <a:lnTo>
                    <a:pt x="22860" y="80010"/>
                  </a:lnTo>
                  <a:lnTo>
                    <a:pt x="19812" y="76962"/>
                  </a:lnTo>
                  <a:lnTo>
                    <a:pt x="12192" y="74676"/>
                  </a:lnTo>
                  <a:lnTo>
                    <a:pt x="9144" y="75438"/>
                  </a:lnTo>
                  <a:lnTo>
                    <a:pt x="3048" y="78486"/>
                  </a:lnTo>
                  <a:lnTo>
                    <a:pt x="0" y="85344"/>
                  </a:lnTo>
                  <a:lnTo>
                    <a:pt x="0" y="96012"/>
                  </a:lnTo>
                  <a:lnTo>
                    <a:pt x="3048" y="101346"/>
                  </a:lnTo>
                  <a:lnTo>
                    <a:pt x="9144" y="104394"/>
                  </a:lnTo>
                  <a:lnTo>
                    <a:pt x="16764" y="104394"/>
                  </a:lnTo>
                  <a:lnTo>
                    <a:pt x="22860" y="99060"/>
                  </a:lnTo>
                  <a:lnTo>
                    <a:pt x="24384" y="94488"/>
                  </a:lnTo>
                  <a:close/>
                </a:path>
                <a:path w="297179" h="423545">
                  <a:moveTo>
                    <a:pt x="31242" y="352806"/>
                  </a:moveTo>
                  <a:lnTo>
                    <a:pt x="6858" y="352806"/>
                  </a:lnTo>
                  <a:lnTo>
                    <a:pt x="6858" y="339090"/>
                  </a:lnTo>
                  <a:lnTo>
                    <a:pt x="28956" y="339090"/>
                  </a:lnTo>
                  <a:lnTo>
                    <a:pt x="28956" y="334518"/>
                  </a:lnTo>
                  <a:lnTo>
                    <a:pt x="6858" y="334518"/>
                  </a:lnTo>
                  <a:lnTo>
                    <a:pt x="6858" y="322326"/>
                  </a:lnTo>
                  <a:lnTo>
                    <a:pt x="30480" y="322326"/>
                  </a:lnTo>
                  <a:lnTo>
                    <a:pt x="30480" y="316992"/>
                  </a:lnTo>
                  <a:lnTo>
                    <a:pt x="1524" y="316992"/>
                  </a:lnTo>
                  <a:lnTo>
                    <a:pt x="1524" y="357378"/>
                  </a:lnTo>
                  <a:lnTo>
                    <a:pt x="31242" y="357378"/>
                  </a:lnTo>
                  <a:lnTo>
                    <a:pt x="31242" y="352806"/>
                  </a:lnTo>
                  <a:close/>
                </a:path>
                <a:path w="297179" h="423545">
                  <a:moveTo>
                    <a:pt x="31242" y="35814"/>
                  </a:moveTo>
                  <a:lnTo>
                    <a:pt x="6858" y="35814"/>
                  </a:lnTo>
                  <a:lnTo>
                    <a:pt x="6858" y="21336"/>
                  </a:lnTo>
                  <a:lnTo>
                    <a:pt x="28956" y="21336"/>
                  </a:lnTo>
                  <a:lnTo>
                    <a:pt x="28956" y="16764"/>
                  </a:lnTo>
                  <a:lnTo>
                    <a:pt x="6858" y="16764"/>
                  </a:lnTo>
                  <a:lnTo>
                    <a:pt x="6858" y="4572"/>
                  </a:lnTo>
                  <a:lnTo>
                    <a:pt x="30480" y="4572"/>
                  </a:lnTo>
                  <a:lnTo>
                    <a:pt x="30480" y="0"/>
                  </a:lnTo>
                  <a:lnTo>
                    <a:pt x="1524" y="0"/>
                  </a:lnTo>
                  <a:lnTo>
                    <a:pt x="1524" y="40386"/>
                  </a:lnTo>
                  <a:lnTo>
                    <a:pt x="31242" y="40386"/>
                  </a:lnTo>
                  <a:lnTo>
                    <a:pt x="31242" y="35814"/>
                  </a:lnTo>
                  <a:close/>
                </a:path>
                <a:path w="297179" h="423545">
                  <a:moveTo>
                    <a:pt x="53340" y="406908"/>
                  </a:moveTo>
                  <a:lnTo>
                    <a:pt x="51104" y="397497"/>
                  </a:lnTo>
                  <a:lnTo>
                    <a:pt x="48768" y="395884"/>
                  </a:lnTo>
                  <a:lnTo>
                    <a:pt x="48768" y="404622"/>
                  </a:lnTo>
                  <a:lnTo>
                    <a:pt x="32004" y="404622"/>
                  </a:lnTo>
                  <a:lnTo>
                    <a:pt x="33528" y="400050"/>
                  </a:lnTo>
                  <a:lnTo>
                    <a:pt x="36576" y="397002"/>
                  </a:lnTo>
                  <a:lnTo>
                    <a:pt x="38862" y="396240"/>
                  </a:lnTo>
                  <a:lnTo>
                    <a:pt x="43434" y="396240"/>
                  </a:lnTo>
                  <a:lnTo>
                    <a:pt x="48006" y="400812"/>
                  </a:lnTo>
                  <a:lnTo>
                    <a:pt x="48006" y="402336"/>
                  </a:lnTo>
                  <a:lnTo>
                    <a:pt x="48768" y="404622"/>
                  </a:lnTo>
                  <a:lnTo>
                    <a:pt x="48768" y="395884"/>
                  </a:lnTo>
                  <a:lnTo>
                    <a:pt x="44196" y="392709"/>
                  </a:lnTo>
                  <a:lnTo>
                    <a:pt x="26670" y="407670"/>
                  </a:lnTo>
                  <a:lnTo>
                    <a:pt x="27432" y="411480"/>
                  </a:lnTo>
                  <a:lnTo>
                    <a:pt x="28194" y="416052"/>
                  </a:lnTo>
                  <a:lnTo>
                    <a:pt x="30480" y="418338"/>
                  </a:lnTo>
                  <a:lnTo>
                    <a:pt x="32004" y="419481"/>
                  </a:lnTo>
                  <a:lnTo>
                    <a:pt x="33528" y="420624"/>
                  </a:lnTo>
                  <a:lnTo>
                    <a:pt x="37338" y="422148"/>
                  </a:lnTo>
                  <a:lnTo>
                    <a:pt x="41148" y="422910"/>
                  </a:lnTo>
                  <a:lnTo>
                    <a:pt x="47244" y="421386"/>
                  </a:lnTo>
                  <a:lnTo>
                    <a:pt x="48768" y="419862"/>
                  </a:lnTo>
                  <a:lnTo>
                    <a:pt x="51054" y="418338"/>
                  </a:lnTo>
                  <a:lnTo>
                    <a:pt x="52578" y="416052"/>
                  </a:lnTo>
                  <a:lnTo>
                    <a:pt x="53340" y="413004"/>
                  </a:lnTo>
                  <a:lnTo>
                    <a:pt x="52578" y="413004"/>
                  </a:lnTo>
                  <a:lnTo>
                    <a:pt x="50292" y="412242"/>
                  </a:lnTo>
                  <a:lnTo>
                    <a:pt x="48768" y="412242"/>
                  </a:lnTo>
                  <a:lnTo>
                    <a:pt x="48006" y="414528"/>
                  </a:lnTo>
                  <a:lnTo>
                    <a:pt x="44196" y="418338"/>
                  </a:lnTo>
                  <a:lnTo>
                    <a:pt x="38862" y="418338"/>
                  </a:lnTo>
                  <a:lnTo>
                    <a:pt x="36576" y="417576"/>
                  </a:lnTo>
                  <a:lnTo>
                    <a:pt x="35052" y="416052"/>
                  </a:lnTo>
                  <a:lnTo>
                    <a:pt x="33528" y="413766"/>
                  </a:lnTo>
                  <a:lnTo>
                    <a:pt x="32766" y="411480"/>
                  </a:lnTo>
                  <a:lnTo>
                    <a:pt x="32004" y="408432"/>
                  </a:lnTo>
                  <a:lnTo>
                    <a:pt x="48768" y="408432"/>
                  </a:lnTo>
                  <a:lnTo>
                    <a:pt x="53340" y="408432"/>
                  </a:lnTo>
                  <a:lnTo>
                    <a:pt x="53340" y="406908"/>
                  </a:lnTo>
                  <a:close/>
                </a:path>
                <a:path w="297179" h="423545">
                  <a:moveTo>
                    <a:pt x="53340" y="89916"/>
                  </a:moveTo>
                  <a:lnTo>
                    <a:pt x="51104" y="79781"/>
                  </a:lnTo>
                  <a:lnTo>
                    <a:pt x="48768" y="78295"/>
                  </a:lnTo>
                  <a:lnTo>
                    <a:pt x="48768" y="86868"/>
                  </a:lnTo>
                  <a:lnTo>
                    <a:pt x="32004" y="86868"/>
                  </a:lnTo>
                  <a:lnTo>
                    <a:pt x="38862" y="78486"/>
                  </a:lnTo>
                  <a:lnTo>
                    <a:pt x="40386" y="78486"/>
                  </a:lnTo>
                  <a:lnTo>
                    <a:pt x="43434" y="79248"/>
                  </a:lnTo>
                  <a:lnTo>
                    <a:pt x="44958" y="80010"/>
                  </a:lnTo>
                  <a:lnTo>
                    <a:pt x="48006" y="83058"/>
                  </a:lnTo>
                  <a:lnTo>
                    <a:pt x="48006" y="85344"/>
                  </a:lnTo>
                  <a:lnTo>
                    <a:pt x="48768" y="86868"/>
                  </a:lnTo>
                  <a:lnTo>
                    <a:pt x="48768" y="78295"/>
                  </a:lnTo>
                  <a:lnTo>
                    <a:pt x="43802" y="75107"/>
                  </a:lnTo>
                  <a:lnTo>
                    <a:pt x="34988" y="75742"/>
                  </a:lnTo>
                  <a:lnTo>
                    <a:pt x="28194" y="81534"/>
                  </a:lnTo>
                  <a:lnTo>
                    <a:pt x="27432" y="85344"/>
                  </a:lnTo>
                  <a:lnTo>
                    <a:pt x="26670" y="89916"/>
                  </a:lnTo>
                  <a:lnTo>
                    <a:pt x="27432" y="94488"/>
                  </a:lnTo>
                  <a:lnTo>
                    <a:pt x="28194" y="98298"/>
                  </a:lnTo>
                  <a:lnTo>
                    <a:pt x="30480" y="101346"/>
                  </a:lnTo>
                  <a:lnTo>
                    <a:pt x="32004" y="102489"/>
                  </a:lnTo>
                  <a:lnTo>
                    <a:pt x="33528" y="103632"/>
                  </a:lnTo>
                  <a:lnTo>
                    <a:pt x="41148" y="105156"/>
                  </a:lnTo>
                  <a:lnTo>
                    <a:pt x="44196" y="105156"/>
                  </a:lnTo>
                  <a:lnTo>
                    <a:pt x="47244" y="103632"/>
                  </a:lnTo>
                  <a:lnTo>
                    <a:pt x="48768" y="102108"/>
                  </a:lnTo>
                  <a:lnTo>
                    <a:pt x="51054" y="100584"/>
                  </a:lnTo>
                  <a:lnTo>
                    <a:pt x="52578" y="98298"/>
                  </a:lnTo>
                  <a:lnTo>
                    <a:pt x="53340" y="95250"/>
                  </a:lnTo>
                  <a:lnTo>
                    <a:pt x="48768" y="95250"/>
                  </a:lnTo>
                  <a:lnTo>
                    <a:pt x="48006" y="96774"/>
                  </a:lnTo>
                  <a:lnTo>
                    <a:pt x="44196" y="100584"/>
                  </a:lnTo>
                  <a:lnTo>
                    <a:pt x="38862" y="100584"/>
                  </a:lnTo>
                  <a:lnTo>
                    <a:pt x="36576" y="99822"/>
                  </a:lnTo>
                  <a:lnTo>
                    <a:pt x="33528" y="96774"/>
                  </a:lnTo>
                  <a:lnTo>
                    <a:pt x="32766" y="94488"/>
                  </a:lnTo>
                  <a:lnTo>
                    <a:pt x="32004" y="91440"/>
                  </a:lnTo>
                  <a:lnTo>
                    <a:pt x="48768" y="91440"/>
                  </a:lnTo>
                  <a:lnTo>
                    <a:pt x="53340" y="91440"/>
                  </a:lnTo>
                  <a:lnTo>
                    <a:pt x="53340" y="89916"/>
                  </a:lnTo>
                  <a:close/>
                </a:path>
                <a:path w="297179" h="423545">
                  <a:moveTo>
                    <a:pt x="67056" y="316992"/>
                  </a:moveTo>
                  <a:lnTo>
                    <a:pt x="35814" y="316992"/>
                  </a:lnTo>
                  <a:lnTo>
                    <a:pt x="35814" y="322326"/>
                  </a:lnTo>
                  <a:lnTo>
                    <a:pt x="48768" y="322326"/>
                  </a:lnTo>
                  <a:lnTo>
                    <a:pt x="48768" y="357378"/>
                  </a:lnTo>
                  <a:lnTo>
                    <a:pt x="54102" y="357378"/>
                  </a:lnTo>
                  <a:lnTo>
                    <a:pt x="54102" y="322326"/>
                  </a:lnTo>
                  <a:lnTo>
                    <a:pt x="67056" y="322326"/>
                  </a:lnTo>
                  <a:lnTo>
                    <a:pt x="67056" y="316992"/>
                  </a:lnTo>
                  <a:close/>
                </a:path>
                <a:path w="297179" h="423545">
                  <a:moveTo>
                    <a:pt x="67056" y="0"/>
                  </a:moveTo>
                  <a:lnTo>
                    <a:pt x="35814" y="0"/>
                  </a:lnTo>
                  <a:lnTo>
                    <a:pt x="35814" y="4572"/>
                  </a:lnTo>
                  <a:lnTo>
                    <a:pt x="48768" y="4572"/>
                  </a:lnTo>
                  <a:lnTo>
                    <a:pt x="48768" y="40386"/>
                  </a:lnTo>
                  <a:lnTo>
                    <a:pt x="54102" y="40386"/>
                  </a:lnTo>
                  <a:lnTo>
                    <a:pt x="54102" y="4572"/>
                  </a:lnTo>
                  <a:lnTo>
                    <a:pt x="67056" y="4572"/>
                  </a:lnTo>
                  <a:lnTo>
                    <a:pt x="67056" y="0"/>
                  </a:lnTo>
                  <a:close/>
                </a:path>
                <a:path w="297179" h="423545">
                  <a:moveTo>
                    <a:pt x="80772" y="393192"/>
                  </a:moveTo>
                  <a:lnTo>
                    <a:pt x="57150" y="393192"/>
                  </a:lnTo>
                  <a:lnTo>
                    <a:pt x="57150" y="397002"/>
                  </a:lnTo>
                  <a:lnTo>
                    <a:pt x="66294" y="397002"/>
                  </a:lnTo>
                  <a:lnTo>
                    <a:pt x="66294" y="422148"/>
                  </a:lnTo>
                  <a:lnTo>
                    <a:pt x="70866" y="422148"/>
                  </a:lnTo>
                  <a:lnTo>
                    <a:pt x="70866" y="397002"/>
                  </a:lnTo>
                  <a:lnTo>
                    <a:pt x="80772" y="397002"/>
                  </a:lnTo>
                  <a:lnTo>
                    <a:pt x="80772" y="393192"/>
                  </a:lnTo>
                  <a:close/>
                </a:path>
                <a:path w="297179" h="423545">
                  <a:moveTo>
                    <a:pt x="80772" y="75438"/>
                  </a:moveTo>
                  <a:lnTo>
                    <a:pt x="57150" y="75438"/>
                  </a:lnTo>
                  <a:lnTo>
                    <a:pt x="57150" y="79248"/>
                  </a:lnTo>
                  <a:lnTo>
                    <a:pt x="66294" y="79248"/>
                  </a:lnTo>
                  <a:lnTo>
                    <a:pt x="66294" y="104394"/>
                  </a:lnTo>
                  <a:lnTo>
                    <a:pt x="70866" y="104394"/>
                  </a:lnTo>
                  <a:lnTo>
                    <a:pt x="70866" y="79248"/>
                  </a:lnTo>
                  <a:lnTo>
                    <a:pt x="80772" y="79248"/>
                  </a:lnTo>
                  <a:lnTo>
                    <a:pt x="80772" y="75438"/>
                  </a:lnTo>
                  <a:close/>
                </a:path>
                <a:path w="297179" h="423545">
                  <a:moveTo>
                    <a:pt x="104394" y="316992"/>
                  </a:moveTo>
                  <a:lnTo>
                    <a:pt x="99060" y="316992"/>
                  </a:lnTo>
                  <a:lnTo>
                    <a:pt x="99060" y="333756"/>
                  </a:lnTo>
                  <a:lnTo>
                    <a:pt x="78486" y="333756"/>
                  </a:lnTo>
                  <a:lnTo>
                    <a:pt x="78486" y="316992"/>
                  </a:lnTo>
                  <a:lnTo>
                    <a:pt x="73152" y="316992"/>
                  </a:lnTo>
                  <a:lnTo>
                    <a:pt x="73152" y="357378"/>
                  </a:lnTo>
                  <a:lnTo>
                    <a:pt x="78486" y="357378"/>
                  </a:lnTo>
                  <a:lnTo>
                    <a:pt x="78486" y="338328"/>
                  </a:lnTo>
                  <a:lnTo>
                    <a:pt x="99060" y="338328"/>
                  </a:lnTo>
                  <a:lnTo>
                    <a:pt x="99060" y="357378"/>
                  </a:lnTo>
                  <a:lnTo>
                    <a:pt x="104394" y="357378"/>
                  </a:lnTo>
                  <a:lnTo>
                    <a:pt x="104394" y="316992"/>
                  </a:lnTo>
                  <a:close/>
                </a:path>
                <a:path w="297179" h="423545">
                  <a:moveTo>
                    <a:pt x="104394" y="0"/>
                  </a:moveTo>
                  <a:lnTo>
                    <a:pt x="99060" y="0"/>
                  </a:lnTo>
                  <a:lnTo>
                    <a:pt x="99060" y="16002"/>
                  </a:lnTo>
                  <a:lnTo>
                    <a:pt x="78486" y="16002"/>
                  </a:lnTo>
                  <a:lnTo>
                    <a:pt x="78486" y="0"/>
                  </a:lnTo>
                  <a:lnTo>
                    <a:pt x="73152" y="0"/>
                  </a:lnTo>
                  <a:lnTo>
                    <a:pt x="73152" y="40386"/>
                  </a:lnTo>
                  <a:lnTo>
                    <a:pt x="78486" y="40386"/>
                  </a:lnTo>
                  <a:lnTo>
                    <a:pt x="78486" y="21336"/>
                  </a:lnTo>
                  <a:lnTo>
                    <a:pt x="99060" y="21336"/>
                  </a:lnTo>
                  <a:lnTo>
                    <a:pt x="99060" y="40386"/>
                  </a:lnTo>
                  <a:lnTo>
                    <a:pt x="104394" y="40386"/>
                  </a:lnTo>
                  <a:lnTo>
                    <a:pt x="104394" y="0"/>
                  </a:lnTo>
                  <a:close/>
                </a:path>
                <a:path w="297179" h="423545">
                  <a:moveTo>
                    <a:pt x="108966" y="410718"/>
                  </a:moveTo>
                  <a:lnTo>
                    <a:pt x="105943" y="404329"/>
                  </a:lnTo>
                  <a:lnTo>
                    <a:pt x="104394" y="404583"/>
                  </a:lnTo>
                  <a:lnTo>
                    <a:pt x="104394" y="413004"/>
                  </a:lnTo>
                  <a:lnTo>
                    <a:pt x="102870" y="416052"/>
                  </a:lnTo>
                  <a:lnTo>
                    <a:pt x="102108" y="416814"/>
                  </a:lnTo>
                  <a:lnTo>
                    <a:pt x="100584" y="417576"/>
                  </a:lnTo>
                  <a:lnTo>
                    <a:pt x="89916" y="417576"/>
                  </a:lnTo>
                  <a:lnTo>
                    <a:pt x="89916" y="407670"/>
                  </a:lnTo>
                  <a:lnTo>
                    <a:pt x="96012" y="407670"/>
                  </a:lnTo>
                  <a:lnTo>
                    <a:pt x="99060" y="408432"/>
                  </a:lnTo>
                  <a:lnTo>
                    <a:pt x="101346" y="409194"/>
                  </a:lnTo>
                  <a:lnTo>
                    <a:pt x="102870" y="409194"/>
                  </a:lnTo>
                  <a:lnTo>
                    <a:pt x="103632" y="410718"/>
                  </a:lnTo>
                  <a:lnTo>
                    <a:pt x="103632" y="411480"/>
                  </a:lnTo>
                  <a:lnTo>
                    <a:pt x="104394" y="413004"/>
                  </a:lnTo>
                  <a:lnTo>
                    <a:pt x="104394" y="404583"/>
                  </a:lnTo>
                  <a:lnTo>
                    <a:pt x="103632" y="404698"/>
                  </a:lnTo>
                  <a:lnTo>
                    <a:pt x="99060" y="404736"/>
                  </a:lnTo>
                  <a:lnTo>
                    <a:pt x="89916" y="404622"/>
                  </a:lnTo>
                  <a:lnTo>
                    <a:pt x="89916" y="393192"/>
                  </a:lnTo>
                  <a:lnTo>
                    <a:pt x="85344" y="393192"/>
                  </a:lnTo>
                  <a:lnTo>
                    <a:pt x="85344" y="422148"/>
                  </a:lnTo>
                  <a:lnTo>
                    <a:pt x="95250" y="422249"/>
                  </a:lnTo>
                  <a:lnTo>
                    <a:pt x="99910" y="422935"/>
                  </a:lnTo>
                  <a:lnTo>
                    <a:pt x="104394" y="422046"/>
                  </a:lnTo>
                  <a:lnTo>
                    <a:pt x="107480" y="421436"/>
                  </a:lnTo>
                  <a:lnTo>
                    <a:pt x="108966" y="415290"/>
                  </a:lnTo>
                  <a:lnTo>
                    <a:pt x="108966" y="410718"/>
                  </a:lnTo>
                  <a:close/>
                </a:path>
                <a:path w="297179" h="423545">
                  <a:moveTo>
                    <a:pt x="109385" y="95948"/>
                  </a:moveTo>
                  <a:lnTo>
                    <a:pt x="105003" y="88785"/>
                  </a:lnTo>
                  <a:lnTo>
                    <a:pt x="104394" y="88709"/>
                  </a:lnTo>
                  <a:lnTo>
                    <a:pt x="104394" y="95250"/>
                  </a:lnTo>
                  <a:lnTo>
                    <a:pt x="103632" y="96774"/>
                  </a:lnTo>
                  <a:lnTo>
                    <a:pt x="101866" y="101739"/>
                  </a:lnTo>
                  <a:lnTo>
                    <a:pt x="95542" y="100406"/>
                  </a:lnTo>
                  <a:lnTo>
                    <a:pt x="91440" y="100584"/>
                  </a:lnTo>
                  <a:lnTo>
                    <a:pt x="89916" y="100584"/>
                  </a:lnTo>
                  <a:lnTo>
                    <a:pt x="89916" y="90678"/>
                  </a:lnTo>
                  <a:lnTo>
                    <a:pt x="96012" y="90678"/>
                  </a:lnTo>
                  <a:lnTo>
                    <a:pt x="99060" y="91440"/>
                  </a:lnTo>
                  <a:lnTo>
                    <a:pt x="101346" y="91440"/>
                  </a:lnTo>
                  <a:lnTo>
                    <a:pt x="102870" y="92202"/>
                  </a:lnTo>
                  <a:lnTo>
                    <a:pt x="103632" y="92964"/>
                  </a:lnTo>
                  <a:lnTo>
                    <a:pt x="103632" y="94488"/>
                  </a:lnTo>
                  <a:lnTo>
                    <a:pt x="104394" y="95250"/>
                  </a:lnTo>
                  <a:lnTo>
                    <a:pt x="104394" y="88709"/>
                  </a:lnTo>
                  <a:lnTo>
                    <a:pt x="91440" y="86868"/>
                  </a:lnTo>
                  <a:lnTo>
                    <a:pt x="89916" y="86868"/>
                  </a:lnTo>
                  <a:lnTo>
                    <a:pt x="89916" y="75438"/>
                  </a:lnTo>
                  <a:lnTo>
                    <a:pt x="85344" y="75438"/>
                  </a:lnTo>
                  <a:lnTo>
                    <a:pt x="85344" y="104394"/>
                  </a:lnTo>
                  <a:lnTo>
                    <a:pt x="88392" y="104394"/>
                  </a:lnTo>
                  <a:lnTo>
                    <a:pt x="104038" y="102958"/>
                  </a:lnTo>
                  <a:lnTo>
                    <a:pt x="104394" y="102489"/>
                  </a:lnTo>
                  <a:lnTo>
                    <a:pt x="109385" y="95948"/>
                  </a:lnTo>
                  <a:close/>
                </a:path>
                <a:path w="297179" h="423545">
                  <a:moveTo>
                    <a:pt x="143256" y="352806"/>
                  </a:moveTo>
                  <a:lnTo>
                    <a:pt x="118872" y="352806"/>
                  </a:lnTo>
                  <a:lnTo>
                    <a:pt x="118872" y="339090"/>
                  </a:lnTo>
                  <a:lnTo>
                    <a:pt x="140970" y="339090"/>
                  </a:lnTo>
                  <a:lnTo>
                    <a:pt x="140970" y="334518"/>
                  </a:lnTo>
                  <a:lnTo>
                    <a:pt x="118872" y="334518"/>
                  </a:lnTo>
                  <a:lnTo>
                    <a:pt x="118872" y="322326"/>
                  </a:lnTo>
                  <a:lnTo>
                    <a:pt x="142494" y="322326"/>
                  </a:lnTo>
                  <a:lnTo>
                    <a:pt x="142494" y="316992"/>
                  </a:lnTo>
                  <a:lnTo>
                    <a:pt x="113538" y="316992"/>
                  </a:lnTo>
                  <a:lnTo>
                    <a:pt x="113538" y="357378"/>
                  </a:lnTo>
                  <a:lnTo>
                    <a:pt x="143256" y="357378"/>
                  </a:lnTo>
                  <a:lnTo>
                    <a:pt x="143256" y="352806"/>
                  </a:lnTo>
                  <a:close/>
                </a:path>
                <a:path w="297179" h="423545">
                  <a:moveTo>
                    <a:pt x="143256" y="35814"/>
                  </a:moveTo>
                  <a:lnTo>
                    <a:pt x="118872" y="35814"/>
                  </a:lnTo>
                  <a:lnTo>
                    <a:pt x="118872" y="21336"/>
                  </a:lnTo>
                  <a:lnTo>
                    <a:pt x="140970" y="21336"/>
                  </a:lnTo>
                  <a:lnTo>
                    <a:pt x="140970" y="16764"/>
                  </a:lnTo>
                  <a:lnTo>
                    <a:pt x="118872" y="16764"/>
                  </a:lnTo>
                  <a:lnTo>
                    <a:pt x="118872" y="4572"/>
                  </a:lnTo>
                  <a:lnTo>
                    <a:pt x="142494" y="4572"/>
                  </a:lnTo>
                  <a:lnTo>
                    <a:pt x="142494" y="0"/>
                  </a:lnTo>
                  <a:lnTo>
                    <a:pt x="113538" y="0"/>
                  </a:lnTo>
                  <a:lnTo>
                    <a:pt x="113538" y="40386"/>
                  </a:lnTo>
                  <a:lnTo>
                    <a:pt x="143256" y="40386"/>
                  </a:lnTo>
                  <a:lnTo>
                    <a:pt x="143256" y="35814"/>
                  </a:lnTo>
                  <a:close/>
                </a:path>
                <a:path w="297179" h="423545">
                  <a:moveTo>
                    <a:pt x="160782" y="409956"/>
                  </a:moveTo>
                  <a:lnTo>
                    <a:pt x="160020" y="408432"/>
                  </a:lnTo>
                  <a:lnTo>
                    <a:pt x="160020" y="406146"/>
                  </a:lnTo>
                  <a:lnTo>
                    <a:pt x="158496" y="404622"/>
                  </a:lnTo>
                  <a:lnTo>
                    <a:pt x="156972" y="402336"/>
                  </a:lnTo>
                  <a:lnTo>
                    <a:pt x="155448" y="401574"/>
                  </a:lnTo>
                  <a:lnTo>
                    <a:pt x="155448" y="409956"/>
                  </a:lnTo>
                  <a:lnTo>
                    <a:pt x="154686" y="411480"/>
                  </a:lnTo>
                  <a:lnTo>
                    <a:pt x="154686" y="412242"/>
                  </a:lnTo>
                  <a:lnTo>
                    <a:pt x="155016" y="414197"/>
                  </a:lnTo>
                  <a:lnTo>
                    <a:pt x="152768" y="415480"/>
                  </a:lnTo>
                  <a:lnTo>
                    <a:pt x="151638" y="416814"/>
                  </a:lnTo>
                  <a:lnTo>
                    <a:pt x="149352" y="416814"/>
                  </a:lnTo>
                  <a:lnTo>
                    <a:pt x="148590" y="417576"/>
                  </a:lnTo>
                  <a:lnTo>
                    <a:pt x="135636" y="417576"/>
                  </a:lnTo>
                  <a:lnTo>
                    <a:pt x="135636" y="403860"/>
                  </a:lnTo>
                  <a:lnTo>
                    <a:pt x="150876" y="403860"/>
                  </a:lnTo>
                  <a:lnTo>
                    <a:pt x="152400" y="404622"/>
                  </a:lnTo>
                  <a:lnTo>
                    <a:pt x="153924" y="406146"/>
                  </a:lnTo>
                  <a:lnTo>
                    <a:pt x="154686" y="407670"/>
                  </a:lnTo>
                  <a:lnTo>
                    <a:pt x="154686" y="408432"/>
                  </a:lnTo>
                  <a:lnTo>
                    <a:pt x="155448" y="409956"/>
                  </a:lnTo>
                  <a:lnTo>
                    <a:pt x="155448" y="401574"/>
                  </a:lnTo>
                  <a:lnTo>
                    <a:pt x="153162" y="400812"/>
                  </a:lnTo>
                  <a:lnTo>
                    <a:pt x="153924" y="400050"/>
                  </a:lnTo>
                  <a:lnTo>
                    <a:pt x="154686" y="399288"/>
                  </a:lnTo>
                  <a:lnTo>
                    <a:pt x="156210" y="398526"/>
                  </a:lnTo>
                  <a:lnTo>
                    <a:pt x="157734" y="397002"/>
                  </a:lnTo>
                  <a:lnTo>
                    <a:pt x="157734" y="395478"/>
                  </a:lnTo>
                  <a:lnTo>
                    <a:pt x="158496" y="393954"/>
                  </a:lnTo>
                  <a:lnTo>
                    <a:pt x="158496" y="390144"/>
                  </a:lnTo>
                  <a:lnTo>
                    <a:pt x="156210" y="385572"/>
                  </a:lnTo>
                  <a:lnTo>
                    <a:pt x="153924" y="382968"/>
                  </a:lnTo>
                  <a:lnTo>
                    <a:pt x="153924" y="393192"/>
                  </a:lnTo>
                  <a:lnTo>
                    <a:pt x="153162" y="393954"/>
                  </a:lnTo>
                  <a:lnTo>
                    <a:pt x="153162" y="395478"/>
                  </a:lnTo>
                  <a:lnTo>
                    <a:pt x="150876" y="397764"/>
                  </a:lnTo>
                  <a:lnTo>
                    <a:pt x="149352" y="398526"/>
                  </a:lnTo>
                  <a:lnTo>
                    <a:pt x="135636" y="398526"/>
                  </a:lnTo>
                  <a:lnTo>
                    <a:pt x="135636" y="386334"/>
                  </a:lnTo>
                  <a:lnTo>
                    <a:pt x="146646" y="386448"/>
                  </a:lnTo>
                  <a:lnTo>
                    <a:pt x="148590" y="387096"/>
                  </a:lnTo>
                  <a:lnTo>
                    <a:pt x="150114" y="387096"/>
                  </a:lnTo>
                  <a:lnTo>
                    <a:pt x="153162" y="390144"/>
                  </a:lnTo>
                  <a:lnTo>
                    <a:pt x="153162" y="391668"/>
                  </a:lnTo>
                  <a:lnTo>
                    <a:pt x="153924" y="393192"/>
                  </a:lnTo>
                  <a:lnTo>
                    <a:pt x="153924" y="382968"/>
                  </a:lnTo>
                  <a:lnTo>
                    <a:pt x="152768" y="381635"/>
                  </a:lnTo>
                  <a:lnTo>
                    <a:pt x="146278" y="381558"/>
                  </a:lnTo>
                  <a:lnTo>
                    <a:pt x="141732" y="381762"/>
                  </a:lnTo>
                  <a:lnTo>
                    <a:pt x="130302" y="381762"/>
                  </a:lnTo>
                  <a:lnTo>
                    <a:pt x="130302" y="422148"/>
                  </a:lnTo>
                  <a:lnTo>
                    <a:pt x="135636" y="422148"/>
                  </a:lnTo>
                  <a:lnTo>
                    <a:pt x="141732" y="422148"/>
                  </a:lnTo>
                  <a:lnTo>
                    <a:pt x="146278" y="422452"/>
                  </a:lnTo>
                  <a:lnTo>
                    <a:pt x="154317" y="421817"/>
                  </a:lnTo>
                  <a:lnTo>
                    <a:pt x="155016" y="421106"/>
                  </a:lnTo>
                  <a:lnTo>
                    <a:pt x="155448" y="420662"/>
                  </a:lnTo>
                  <a:lnTo>
                    <a:pt x="158496" y="417576"/>
                  </a:lnTo>
                  <a:lnTo>
                    <a:pt x="159258" y="415290"/>
                  </a:lnTo>
                  <a:lnTo>
                    <a:pt x="160020" y="413766"/>
                  </a:lnTo>
                  <a:lnTo>
                    <a:pt x="160020" y="412242"/>
                  </a:lnTo>
                  <a:lnTo>
                    <a:pt x="160782" y="409956"/>
                  </a:lnTo>
                  <a:close/>
                </a:path>
                <a:path w="297179" h="423545">
                  <a:moveTo>
                    <a:pt x="163830" y="104394"/>
                  </a:moveTo>
                  <a:lnTo>
                    <a:pt x="159258" y="93726"/>
                  </a:lnTo>
                  <a:lnTo>
                    <a:pt x="151638" y="74676"/>
                  </a:lnTo>
                  <a:lnTo>
                    <a:pt x="151638" y="87630"/>
                  </a:lnTo>
                  <a:lnTo>
                    <a:pt x="137922" y="87630"/>
                  </a:lnTo>
                  <a:lnTo>
                    <a:pt x="139446" y="84582"/>
                  </a:lnTo>
                  <a:lnTo>
                    <a:pt x="140970" y="79248"/>
                  </a:lnTo>
                  <a:lnTo>
                    <a:pt x="142494" y="76200"/>
                  </a:lnTo>
                  <a:lnTo>
                    <a:pt x="143256" y="73152"/>
                  </a:lnTo>
                  <a:lnTo>
                    <a:pt x="144780" y="68580"/>
                  </a:lnTo>
                  <a:lnTo>
                    <a:pt x="144780" y="70866"/>
                  </a:lnTo>
                  <a:lnTo>
                    <a:pt x="146304" y="73152"/>
                  </a:lnTo>
                  <a:lnTo>
                    <a:pt x="147066" y="76962"/>
                  </a:lnTo>
                  <a:lnTo>
                    <a:pt x="148590" y="79248"/>
                  </a:lnTo>
                  <a:lnTo>
                    <a:pt x="150114" y="85344"/>
                  </a:lnTo>
                  <a:lnTo>
                    <a:pt x="151638" y="87630"/>
                  </a:lnTo>
                  <a:lnTo>
                    <a:pt x="151638" y="74676"/>
                  </a:lnTo>
                  <a:lnTo>
                    <a:pt x="147828" y="64008"/>
                  </a:lnTo>
                  <a:lnTo>
                    <a:pt x="141732" y="64008"/>
                  </a:lnTo>
                  <a:lnTo>
                    <a:pt x="137160" y="74676"/>
                  </a:lnTo>
                  <a:lnTo>
                    <a:pt x="126492" y="104394"/>
                  </a:lnTo>
                  <a:lnTo>
                    <a:pt x="131826" y="104394"/>
                  </a:lnTo>
                  <a:lnTo>
                    <a:pt x="133350" y="101346"/>
                  </a:lnTo>
                  <a:lnTo>
                    <a:pt x="134874" y="95250"/>
                  </a:lnTo>
                  <a:lnTo>
                    <a:pt x="136398" y="92202"/>
                  </a:lnTo>
                  <a:lnTo>
                    <a:pt x="137922" y="92202"/>
                  </a:lnTo>
                  <a:lnTo>
                    <a:pt x="151638" y="92202"/>
                  </a:lnTo>
                  <a:lnTo>
                    <a:pt x="153162" y="92202"/>
                  </a:lnTo>
                  <a:lnTo>
                    <a:pt x="153924" y="95250"/>
                  </a:lnTo>
                  <a:lnTo>
                    <a:pt x="156210" y="101346"/>
                  </a:lnTo>
                  <a:lnTo>
                    <a:pt x="157734" y="104394"/>
                  </a:lnTo>
                  <a:lnTo>
                    <a:pt x="163830" y="104394"/>
                  </a:lnTo>
                  <a:close/>
                </a:path>
                <a:path w="297179" h="423545">
                  <a:moveTo>
                    <a:pt x="185928" y="357378"/>
                  </a:moveTo>
                  <a:lnTo>
                    <a:pt x="177546" y="343662"/>
                  </a:lnTo>
                  <a:lnTo>
                    <a:pt x="171450" y="339090"/>
                  </a:lnTo>
                  <a:lnTo>
                    <a:pt x="176784" y="338328"/>
                  </a:lnTo>
                  <a:lnTo>
                    <a:pt x="177546" y="337718"/>
                  </a:lnTo>
                  <a:lnTo>
                    <a:pt x="180594" y="335280"/>
                  </a:lnTo>
                  <a:lnTo>
                    <a:pt x="182118" y="332232"/>
                  </a:lnTo>
                  <a:lnTo>
                    <a:pt x="182880" y="325374"/>
                  </a:lnTo>
                  <a:lnTo>
                    <a:pt x="179070" y="320040"/>
                  </a:lnTo>
                  <a:lnTo>
                    <a:pt x="177546" y="319392"/>
                  </a:lnTo>
                  <a:lnTo>
                    <a:pt x="177546" y="328422"/>
                  </a:lnTo>
                  <a:lnTo>
                    <a:pt x="176784" y="329946"/>
                  </a:lnTo>
                  <a:lnTo>
                    <a:pt x="176784" y="332232"/>
                  </a:lnTo>
                  <a:lnTo>
                    <a:pt x="175260" y="332994"/>
                  </a:lnTo>
                  <a:lnTo>
                    <a:pt x="173736" y="334518"/>
                  </a:lnTo>
                  <a:lnTo>
                    <a:pt x="171450" y="335280"/>
                  </a:lnTo>
                  <a:lnTo>
                    <a:pt x="156210" y="335280"/>
                  </a:lnTo>
                  <a:lnTo>
                    <a:pt x="156210" y="322326"/>
                  </a:lnTo>
                  <a:lnTo>
                    <a:pt x="171450" y="322326"/>
                  </a:lnTo>
                  <a:lnTo>
                    <a:pt x="173736" y="323088"/>
                  </a:lnTo>
                  <a:lnTo>
                    <a:pt x="175260" y="323850"/>
                  </a:lnTo>
                  <a:lnTo>
                    <a:pt x="176784" y="325374"/>
                  </a:lnTo>
                  <a:lnTo>
                    <a:pt x="176784" y="326898"/>
                  </a:lnTo>
                  <a:lnTo>
                    <a:pt x="177546" y="328422"/>
                  </a:lnTo>
                  <a:lnTo>
                    <a:pt x="177546" y="319392"/>
                  </a:lnTo>
                  <a:lnTo>
                    <a:pt x="173736" y="317754"/>
                  </a:lnTo>
                  <a:lnTo>
                    <a:pt x="150876" y="316992"/>
                  </a:lnTo>
                  <a:lnTo>
                    <a:pt x="150876" y="357378"/>
                  </a:lnTo>
                  <a:lnTo>
                    <a:pt x="156210" y="357378"/>
                  </a:lnTo>
                  <a:lnTo>
                    <a:pt x="156210" y="339852"/>
                  </a:lnTo>
                  <a:lnTo>
                    <a:pt x="162306" y="339852"/>
                  </a:lnTo>
                  <a:lnTo>
                    <a:pt x="167640" y="340614"/>
                  </a:lnTo>
                  <a:lnTo>
                    <a:pt x="171450" y="345846"/>
                  </a:lnTo>
                  <a:lnTo>
                    <a:pt x="179832" y="357378"/>
                  </a:lnTo>
                  <a:lnTo>
                    <a:pt x="185928" y="357378"/>
                  </a:lnTo>
                  <a:close/>
                </a:path>
                <a:path w="297179" h="423545">
                  <a:moveTo>
                    <a:pt x="185928" y="40386"/>
                  </a:moveTo>
                  <a:lnTo>
                    <a:pt x="177546" y="25908"/>
                  </a:lnTo>
                  <a:lnTo>
                    <a:pt x="171450" y="21336"/>
                  </a:lnTo>
                  <a:lnTo>
                    <a:pt x="176784" y="20574"/>
                  </a:lnTo>
                  <a:lnTo>
                    <a:pt x="177546" y="20116"/>
                  </a:lnTo>
                  <a:lnTo>
                    <a:pt x="180594" y="18288"/>
                  </a:lnTo>
                  <a:lnTo>
                    <a:pt x="182880" y="10668"/>
                  </a:lnTo>
                  <a:lnTo>
                    <a:pt x="182880" y="7620"/>
                  </a:lnTo>
                  <a:lnTo>
                    <a:pt x="179070" y="2286"/>
                  </a:lnTo>
                  <a:lnTo>
                    <a:pt x="177546" y="1638"/>
                  </a:lnTo>
                  <a:lnTo>
                    <a:pt x="177546" y="10668"/>
                  </a:lnTo>
                  <a:lnTo>
                    <a:pt x="176784" y="12192"/>
                  </a:lnTo>
                  <a:lnTo>
                    <a:pt x="176784" y="14478"/>
                  </a:lnTo>
                  <a:lnTo>
                    <a:pt x="175260" y="15240"/>
                  </a:lnTo>
                  <a:lnTo>
                    <a:pt x="173736" y="16764"/>
                  </a:lnTo>
                  <a:lnTo>
                    <a:pt x="171450" y="17526"/>
                  </a:lnTo>
                  <a:lnTo>
                    <a:pt x="156210" y="17526"/>
                  </a:lnTo>
                  <a:lnTo>
                    <a:pt x="156210" y="4572"/>
                  </a:lnTo>
                  <a:lnTo>
                    <a:pt x="171450" y="4572"/>
                  </a:lnTo>
                  <a:lnTo>
                    <a:pt x="173736" y="5334"/>
                  </a:lnTo>
                  <a:lnTo>
                    <a:pt x="175260" y="6096"/>
                  </a:lnTo>
                  <a:lnTo>
                    <a:pt x="176784" y="7620"/>
                  </a:lnTo>
                  <a:lnTo>
                    <a:pt x="176784" y="9144"/>
                  </a:lnTo>
                  <a:lnTo>
                    <a:pt x="177546" y="10668"/>
                  </a:lnTo>
                  <a:lnTo>
                    <a:pt x="177546" y="1638"/>
                  </a:lnTo>
                  <a:lnTo>
                    <a:pt x="173736" y="0"/>
                  </a:lnTo>
                  <a:lnTo>
                    <a:pt x="150876" y="0"/>
                  </a:lnTo>
                  <a:lnTo>
                    <a:pt x="150876" y="40386"/>
                  </a:lnTo>
                  <a:lnTo>
                    <a:pt x="156210" y="40386"/>
                  </a:lnTo>
                  <a:lnTo>
                    <a:pt x="156210" y="22098"/>
                  </a:lnTo>
                  <a:lnTo>
                    <a:pt x="162306" y="22098"/>
                  </a:lnTo>
                  <a:lnTo>
                    <a:pt x="168402" y="24384"/>
                  </a:lnTo>
                  <a:lnTo>
                    <a:pt x="171450" y="28651"/>
                  </a:lnTo>
                  <a:lnTo>
                    <a:pt x="179832" y="40386"/>
                  </a:lnTo>
                  <a:lnTo>
                    <a:pt x="185928" y="40386"/>
                  </a:lnTo>
                  <a:close/>
                </a:path>
                <a:path w="297179" h="423545">
                  <a:moveTo>
                    <a:pt x="222504" y="316992"/>
                  </a:moveTo>
                  <a:lnTo>
                    <a:pt x="217170" y="316992"/>
                  </a:lnTo>
                  <a:lnTo>
                    <a:pt x="217170" y="348996"/>
                  </a:lnTo>
                  <a:lnTo>
                    <a:pt x="211836" y="340614"/>
                  </a:lnTo>
                  <a:lnTo>
                    <a:pt x="201930" y="325374"/>
                  </a:lnTo>
                  <a:lnTo>
                    <a:pt x="196596" y="316992"/>
                  </a:lnTo>
                  <a:lnTo>
                    <a:pt x="191262" y="316992"/>
                  </a:lnTo>
                  <a:lnTo>
                    <a:pt x="191262" y="357378"/>
                  </a:lnTo>
                  <a:lnTo>
                    <a:pt x="195834" y="357378"/>
                  </a:lnTo>
                  <a:lnTo>
                    <a:pt x="195834" y="326136"/>
                  </a:lnTo>
                  <a:lnTo>
                    <a:pt x="201168" y="334518"/>
                  </a:lnTo>
                  <a:lnTo>
                    <a:pt x="211074" y="349758"/>
                  </a:lnTo>
                  <a:lnTo>
                    <a:pt x="216408" y="357378"/>
                  </a:lnTo>
                  <a:lnTo>
                    <a:pt x="222504" y="357378"/>
                  </a:lnTo>
                  <a:lnTo>
                    <a:pt x="222504" y="316992"/>
                  </a:lnTo>
                  <a:close/>
                </a:path>
                <a:path w="297179" h="423545">
                  <a:moveTo>
                    <a:pt x="222504" y="0"/>
                  </a:moveTo>
                  <a:lnTo>
                    <a:pt x="217170" y="0"/>
                  </a:lnTo>
                  <a:lnTo>
                    <a:pt x="217170" y="31242"/>
                  </a:lnTo>
                  <a:lnTo>
                    <a:pt x="211836" y="22860"/>
                  </a:lnTo>
                  <a:lnTo>
                    <a:pt x="201930" y="7620"/>
                  </a:lnTo>
                  <a:lnTo>
                    <a:pt x="196596" y="0"/>
                  </a:lnTo>
                  <a:lnTo>
                    <a:pt x="191262" y="0"/>
                  </a:lnTo>
                  <a:lnTo>
                    <a:pt x="191262" y="40386"/>
                  </a:lnTo>
                  <a:lnTo>
                    <a:pt x="195834" y="40386"/>
                  </a:lnTo>
                  <a:lnTo>
                    <a:pt x="195834" y="8382"/>
                  </a:lnTo>
                  <a:lnTo>
                    <a:pt x="201168" y="16764"/>
                  </a:lnTo>
                  <a:lnTo>
                    <a:pt x="211074" y="32004"/>
                  </a:lnTo>
                  <a:lnTo>
                    <a:pt x="216408" y="40386"/>
                  </a:lnTo>
                  <a:lnTo>
                    <a:pt x="222504" y="40386"/>
                  </a:lnTo>
                  <a:lnTo>
                    <a:pt x="222504" y="0"/>
                  </a:lnTo>
                  <a:close/>
                </a:path>
                <a:path w="297179" h="423545">
                  <a:moveTo>
                    <a:pt x="261366" y="352806"/>
                  </a:moveTo>
                  <a:lnTo>
                    <a:pt x="236982" y="352806"/>
                  </a:lnTo>
                  <a:lnTo>
                    <a:pt x="236982" y="339090"/>
                  </a:lnTo>
                  <a:lnTo>
                    <a:pt x="258318" y="339090"/>
                  </a:lnTo>
                  <a:lnTo>
                    <a:pt x="258318" y="334518"/>
                  </a:lnTo>
                  <a:lnTo>
                    <a:pt x="236982" y="334518"/>
                  </a:lnTo>
                  <a:lnTo>
                    <a:pt x="236982" y="322326"/>
                  </a:lnTo>
                  <a:lnTo>
                    <a:pt x="259842" y="322326"/>
                  </a:lnTo>
                  <a:lnTo>
                    <a:pt x="259842" y="316992"/>
                  </a:lnTo>
                  <a:lnTo>
                    <a:pt x="231648" y="316992"/>
                  </a:lnTo>
                  <a:lnTo>
                    <a:pt x="231648" y="357378"/>
                  </a:lnTo>
                  <a:lnTo>
                    <a:pt x="261366" y="357378"/>
                  </a:lnTo>
                  <a:lnTo>
                    <a:pt x="261366" y="352806"/>
                  </a:lnTo>
                  <a:close/>
                </a:path>
                <a:path w="297179" h="423545">
                  <a:moveTo>
                    <a:pt x="261366" y="35814"/>
                  </a:moveTo>
                  <a:lnTo>
                    <a:pt x="236982" y="35814"/>
                  </a:lnTo>
                  <a:lnTo>
                    <a:pt x="236982" y="21336"/>
                  </a:lnTo>
                  <a:lnTo>
                    <a:pt x="258318" y="21336"/>
                  </a:lnTo>
                  <a:lnTo>
                    <a:pt x="258318" y="16764"/>
                  </a:lnTo>
                  <a:lnTo>
                    <a:pt x="236982" y="16764"/>
                  </a:lnTo>
                  <a:lnTo>
                    <a:pt x="236982" y="4572"/>
                  </a:lnTo>
                  <a:lnTo>
                    <a:pt x="259842" y="4572"/>
                  </a:lnTo>
                  <a:lnTo>
                    <a:pt x="259842" y="0"/>
                  </a:lnTo>
                  <a:lnTo>
                    <a:pt x="231648" y="0"/>
                  </a:lnTo>
                  <a:lnTo>
                    <a:pt x="231648" y="40386"/>
                  </a:lnTo>
                  <a:lnTo>
                    <a:pt x="261366" y="40386"/>
                  </a:lnTo>
                  <a:lnTo>
                    <a:pt x="261366" y="35814"/>
                  </a:lnTo>
                  <a:close/>
                </a:path>
                <a:path w="297179" h="423545">
                  <a:moveTo>
                    <a:pt x="297180" y="316992"/>
                  </a:moveTo>
                  <a:lnTo>
                    <a:pt x="265176" y="316992"/>
                  </a:lnTo>
                  <a:lnTo>
                    <a:pt x="265176" y="322326"/>
                  </a:lnTo>
                  <a:lnTo>
                    <a:pt x="278892" y="322326"/>
                  </a:lnTo>
                  <a:lnTo>
                    <a:pt x="278892" y="357378"/>
                  </a:lnTo>
                  <a:lnTo>
                    <a:pt x="284226" y="357378"/>
                  </a:lnTo>
                  <a:lnTo>
                    <a:pt x="284226" y="322326"/>
                  </a:lnTo>
                  <a:lnTo>
                    <a:pt x="297180" y="322326"/>
                  </a:lnTo>
                  <a:lnTo>
                    <a:pt x="297180" y="316992"/>
                  </a:lnTo>
                  <a:close/>
                </a:path>
                <a:path w="297179" h="423545">
                  <a:moveTo>
                    <a:pt x="297180" y="0"/>
                  </a:moveTo>
                  <a:lnTo>
                    <a:pt x="265176" y="0"/>
                  </a:lnTo>
                  <a:lnTo>
                    <a:pt x="265176" y="4572"/>
                  </a:lnTo>
                  <a:lnTo>
                    <a:pt x="278892" y="4572"/>
                  </a:lnTo>
                  <a:lnTo>
                    <a:pt x="278892" y="40386"/>
                  </a:lnTo>
                  <a:lnTo>
                    <a:pt x="284226" y="40386"/>
                  </a:lnTo>
                  <a:lnTo>
                    <a:pt x="284226" y="4572"/>
                  </a:lnTo>
                  <a:lnTo>
                    <a:pt x="297180" y="4572"/>
                  </a:lnTo>
                  <a:lnTo>
                    <a:pt x="2971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5" name="object 3825"/>
            <p:cNvSpPr/>
            <p:nvPr/>
          </p:nvSpPr>
          <p:spPr>
            <a:xfrm>
              <a:off x="5674766" y="2247014"/>
              <a:ext cx="0" cy="17145"/>
            </a:xfrm>
            <a:custGeom>
              <a:avLst/>
              <a:gdLst/>
              <a:ahLst/>
              <a:cxnLst/>
              <a:rect l="l" t="t" r="r" b="b"/>
              <a:pathLst>
                <a:path h="17144">
                  <a:moveTo>
                    <a:pt x="0" y="16763"/>
                  </a:moveTo>
                  <a:lnTo>
                    <a:pt x="0" y="0"/>
                  </a:lnTo>
                  <a:lnTo>
                    <a:pt x="0" y="1676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6" name="object 3826"/>
            <p:cNvSpPr/>
            <p:nvPr/>
          </p:nvSpPr>
          <p:spPr>
            <a:xfrm>
              <a:off x="5674385" y="2247014"/>
              <a:ext cx="1270" cy="17145"/>
            </a:xfrm>
            <a:custGeom>
              <a:avLst/>
              <a:gdLst/>
              <a:ahLst/>
              <a:cxnLst/>
              <a:rect l="l" t="t" r="r" b="b"/>
              <a:pathLst>
                <a:path w="1270" h="17144">
                  <a:moveTo>
                    <a:pt x="0" y="16763"/>
                  </a:moveTo>
                  <a:lnTo>
                    <a:pt x="761" y="16763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76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7" name="object 3827"/>
            <p:cNvSpPr/>
            <p:nvPr/>
          </p:nvSpPr>
          <p:spPr>
            <a:xfrm>
              <a:off x="5773064" y="2247014"/>
              <a:ext cx="0" cy="17145"/>
            </a:xfrm>
            <a:custGeom>
              <a:avLst/>
              <a:gdLst/>
              <a:ahLst/>
              <a:cxnLst/>
              <a:rect l="l" t="t" r="r" b="b"/>
              <a:pathLst>
                <a:path h="17144">
                  <a:moveTo>
                    <a:pt x="0" y="16764"/>
                  </a:moveTo>
                  <a:lnTo>
                    <a:pt x="0" y="0"/>
                  </a:lnTo>
                  <a:lnTo>
                    <a:pt x="0" y="16764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8" name="object 3828"/>
            <p:cNvSpPr/>
            <p:nvPr/>
          </p:nvSpPr>
          <p:spPr>
            <a:xfrm>
              <a:off x="5772683" y="2247014"/>
              <a:ext cx="1270" cy="17145"/>
            </a:xfrm>
            <a:custGeom>
              <a:avLst/>
              <a:gdLst/>
              <a:ahLst/>
              <a:cxnLst/>
              <a:rect l="l" t="t" r="r" b="b"/>
              <a:pathLst>
                <a:path w="1270" h="17144">
                  <a:moveTo>
                    <a:pt x="0" y="16763"/>
                  </a:moveTo>
                  <a:lnTo>
                    <a:pt x="761" y="16763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76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9" name="object 3829"/>
            <p:cNvSpPr/>
            <p:nvPr/>
          </p:nvSpPr>
          <p:spPr>
            <a:xfrm>
              <a:off x="5674754" y="2247026"/>
              <a:ext cx="98425" cy="17145"/>
            </a:xfrm>
            <a:custGeom>
              <a:avLst/>
              <a:gdLst/>
              <a:ahLst/>
              <a:cxnLst/>
              <a:rect l="l" t="t" r="r" b="b"/>
              <a:pathLst>
                <a:path w="98425" h="17144">
                  <a:moveTo>
                    <a:pt x="98298" y="0"/>
                  </a:moveTo>
                  <a:lnTo>
                    <a:pt x="0" y="0"/>
                  </a:lnTo>
                  <a:lnTo>
                    <a:pt x="0" y="16764"/>
                  </a:lnTo>
                  <a:lnTo>
                    <a:pt x="98298" y="16764"/>
                  </a:lnTo>
                  <a:lnTo>
                    <a:pt x="98298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0" name="object 3830"/>
            <p:cNvSpPr/>
            <p:nvPr/>
          </p:nvSpPr>
          <p:spPr>
            <a:xfrm>
              <a:off x="7080262" y="2228726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1" name="object 3831"/>
            <p:cNvSpPr/>
            <p:nvPr/>
          </p:nvSpPr>
          <p:spPr>
            <a:xfrm>
              <a:off x="7179716" y="2228726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2"/>
                  </a:moveTo>
                  <a:lnTo>
                    <a:pt x="0" y="0"/>
                  </a:lnTo>
                  <a:lnTo>
                    <a:pt x="0" y="1600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2" name="object 3832"/>
            <p:cNvSpPr/>
            <p:nvPr/>
          </p:nvSpPr>
          <p:spPr>
            <a:xfrm>
              <a:off x="7179335" y="2228726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3" name="object 3833"/>
            <p:cNvSpPr/>
            <p:nvPr/>
          </p:nvSpPr>
          <p:spPr>
            <a:xfrm>
              <a:off x="7080631" y="2228738"/>
              <a:ext cx="99060" cy="16510"/>
            </a:xfrm>
            <a:custGeom>
              <a:avLst/>
              <a:gdLst/>
              <a:ahLst/>
              <a:cxnLst/>
              <a:rect l="l" t="t" r="r" b="b"/>
              <a:pathLst>
                <a:path w="99059" h="16510">
                  <a:moveTo>
                    <a:pt x="99060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99060" y="16002"/>
                  </a:lnTo>
                  <a:lnTo>
                    <a:pt x="99060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4" name="object 3834"/>
            <p:cNvSpPr/>
            <p:nvPr/>
          </p:nvSpPr>
          <p:spPr>
            <a:xfrm>
              <a:off x="7130554" y="217614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5" name="object 3835"/>
            <p:cNvSpPr/>
            <p:nvPr/>
          </p:nvSpPr>
          <p:spPr>
            <a:xfrm>
              <a:off x="7229995" y="2176148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2"/>
                  </a:moveTo>
                  <a:lnTo>
                    <a:pt x="0" y="0"/>
                  </a:lnTo>
                  <a:lnTo>
                    <a:pt x="0" y="1600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6" name="object 3836"/>
            <p:cNvSpPr/>
            <p:nvPr/>
          </p:nvSpPr>
          <p:spPr>
            <a:xfrm>
              <a:off x="7229615" y="217614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7" name="object 3837"/>
            <p:cNvSpPr/>
            <p:nvPr/>
          </p:nvSpPr>
          <p:spPr>
            <a:xfrm>
              <a:off x="7130935" y="2176148"/>
              <a:ext cx="99060" cy="16510"/>
            </a:xfrm>
            <a:custGeom>
              <a:avLst/>
              <a:gdLst/>
              <a:ahLst/>
              <a:cxnLst/>
              <a:rect l="l" t="t" r="r" b="b"/>
              <a:pathLst>
                <a:path w="99059" h="16510">
                  <a:moveTo>
                    <a:pt x="99059" y="16001"/>
                  </a:moveTo>
                  <a:lnTo>
                    <a:pt x="99059" y="0"/>
                  </a:lnTo>
                  <a:lnTo>
                    <a:pt x="0" y="0"/>
                  </a:lnTo>
                  <a:lnTo>
                    <a:pt x="0" y="16001"/>
                  </a:lnTo>
                  <a:lnTo>
                    <a:pt x="99059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38" name="object 3838"/>
            <p:cNvPicPr/>
            <p:nvPr/>
          </p:nvPicPr>
          <p:blipFill>
            <a:blip r:embed="rId210" cstate="print"/>
            <a:stretch>
              <a:fillRect/>
            </a:stretch>
          </p:blipFill>
          <p:spPr>
            <a:xfrm>
              <a:off x="6389128" y="5799077"/>
              <a:ext cx="96774" cy="98298"/>
            </a:xfrm>
            <a:prstGeom prst="rect">
              <a:avLst/>
            </a:prstGeom>
          </p:spPr>
        </p:pic>
        <p:pic>
          <p:nvPicPr>
            <p:cNvPr id="3839" name="object 3839"/>
            <p:cNvPicPr/>
            <p:nvPr/>
          </p:nvPicPr>
          <p:blipFill>
            <a:blip r:embed="rId211" cstate="print"/>
            <a:stretch>
              <a:fillRect/>
            </a:stretch>
          </p:blipFill>
          <p:spPr>
            <a:xfrm>
              <a:off x="6389890" y="5628670"/>
              <a:ext cx="96011" cy="95945"/>
            </a:xfrm>
            <a:prstGeom prst="rect">
              <a:avLst/>
            </a:prstGeom>
          </p:spPr>
        </p:pic>
        <p:pic>
          <p:nvPicPr>
            <p:cNvPr id="3840" name="object 3840"/>
            <p:cNvPicPr/>
            <p:nvPr/>
          </p:nvPicPr>
          <p:blipFill>
            <a:blip r:embed="rId212" cstate="print"/>
            <a:stretch>
              <a:fillRect/>
            </a:stretch>
          </p:blipFill>
          <p:spPr>
            <a:xfrm>
              <a:off x="6630301" y="5666108"/>
              <a:ext cx="525792" cy="41909"/>
            </a:xfrm>
            <a:prstGeom prst="rect">
              <a:avLst/>
            </a:prstGeom>
          </p:spPr>
        </p:pic>
        <p:pic>
          <p:nvPicPr>
            <p:cNvPr id="3841" name="object 3841"/>
            <p:cNvPicPr/>
            <p:nvPr/>
          </p:nvPicPr>
          <p:blipFill>
            <a:blip r:embed="rId213" cstate="print"/>
            <a:stretch>
              <a:fillRect/>
            </a:stretch>
          </p:blipFill>
          <p:spPr>
            <a:xfrm>
              <a:off x="6392049" y="6250943"/>
              <a:ext cx="133604" cy="132588"/>
            </a:xfrm>
            <a:prstGeom prst="rect">
              <a:avLst/>
            </a:prstGeom>
          </p:spPr>
        </p:pic>
        <p:pic>
          <p:nvPicPr>
            <p:cNvPr id="3842" name="object 3842"/>
            <p:cNvPicPr/>
            <p:nvPr/>
          </p:nvPicPr>
          <p:blipFill>
            <a:blip r:embed="rId214" cstate="print"/>
            <a:stretch>
              <a:fillRect/>
            </a:stretch>
          </p:blipFill>
          <p:spPr>
            <a:xfrm>
              <a:off x="6631838" y="5783456"/>
              <a:ext cx="688848" cy="116586"/>
            </a:xfrm>
            <a:prstGeom prst="rect">
              <a:avLst/>
            </a:prstGeom>
          </p:spPr>
        </p:pic>
        <p:pic>
          <p:nvPicPr>
            <p:cNvPr id="3843" name="object 3843"/>
            <p:cNvPicPr/>
            <p:nvPr/>
          </p:nvPicPr>
          <p:blipFill>
            <a:blip r:embed="rId215" cstate="print"/>
            <a:stretch>
              <a:fillRect/>
            </a:stretch>
          </p:blipFill>
          <p:spPr>
            <a:xfrm>
              <a:off x="6653923" y="6284852"/>
              <a:ext cx="637806" cy="52578"/>
            </a:xfrm>
            <a:prstGeom prst="rect">
              <a:avLst/>
            </a:prstGeom>
          </p:spPr>
        </p:pic>
        <p:pic>
          <p:nvPicPr>
            <p:cNvPr id="3844" name="object 3844"/>
            <p:cNvPicPr/>
            <p:nvPr/>
          </p:nvPicPr>
          <p:blipFill>
            <a:blip r:embed="rId216" cstate="print"/>
            <a:stretch>
              <a:fillRect/>
            </a:stretch>
          </p:blipFill>
          <p:spPr>
            <a:xfrm>
              <a:off x="6339484" y="5942333"/>
              <a:ext cx="193789" cy="105156"/>
            </a:xfrm>
            <a:prstGeom prst="rect">
              <a:avLst/>
            </a:prstGeom>
          </p:spPr>
        </p:pic>
        <p:pic>
          <p:nvPicPr>
            <p:cNvPr id="3845" name="object 3845"/>
            <p:cNvPicPr/>
            <p:nvPr/>
          </p:nvPicPr>
          <p:blipFill>
            <a:blip r:embed="rId217" cstate="print"/>
            <a:stretch>
              <a:fillRect/>
            </a:stretch>
          </p:blipFill>
          <p:spPr>
            <a:xfrm>
              <a:off x="6354724" y="6076445"/>
              <a:ext cx="198374" cy="124968"/>
            </a:xfrm>
            <a:prstGeom prst="rect">
              <a:avLst/>
            </a:prstGeom>
          </p:spPr>
        </p:pic>
        <p:pic>
          <p:nvPicPr>
            <p:cNvPr id="3846" name="object 3846"/>
            <p:cNvPicPr/>
            <p:nvPr/>
          </p:nvPicPr>
          <p:blipFill>
            <a:blip r:embed="rId218" cstate="print"/>
            <a:stretch>
              <a:fillRect/>
            </a:stretch>
          </p:blipFill>
          <p:spPr>
            <a:xfrm>
              <a:off x="6627266" y="5964812"/>
              <a:ext cx="587489" cy="51054"/>
            </a:xfrm>
            <a:prstGeom prst="rect">
              <a:avLst/>
            </a:prstGeom>
          </p:spPr>
        </p:pic>
        <p:pic>
          <p:nvPicPr>
            <p:cNvPr id="3847" name="object 3847"/>
            <p:cNvPicPr/>
            <p:nvPr/>
          </p:nvPicPr>
          <p:blipFill>
            <a:blip r:embed="rId219" cstate="print"/>
            <a:stretch>
              <a:fillRect/>
            </a:stretch>
          </p:blipFill>
          <p:spPr>
            <a:xfrm>
              <a:off x="6644792" y="6111116"/>
              <a:ext cx="755903" cy="105918"/>
            </a:xfrm>
            <a:prstGeom prst="rect">
              <a:avLst/>
            </a:prstGeom>
          </p:spPr>
        </p:pic>
        <p:pic>
          <p:nvPicPr>
            <p:cNvPr id="3848" name="object 3848"/>
            <p:cNvPicPr/>
            <p:nvPr/>
          </p:nvPicPr>
          <p:blipFill>
            <a:blip r:embed="rId220" cstate="print"/>
            <a:stretch>
              <a:fillRect/>
            </a:stretch>
          </p:blipFill>
          <p:spPr>
            <a:xfrm>
              <a:off x="4867046" y="2455802"/>
              <a:ext cx="180594" cy="68579"/>
            </a:xfrm>
            <a:prstGeom prst="rect">
              <a:avLst/>
            </a:prstGeom>
          </p:spPr>
        </p:pic>
        <p:pic>
          <p:nvPicPr>
            <p:cNvPr id="3849" name="object 3849"/>
            <p:cNvPicPr/>
            <p:nvPr/>
          </p:nvPicPr>
          <p:blipFill>
            <a:blip r:embed="rId221" cstate="print"/>
            <a:stretch>
              <a:fillRect/>
            </a:stretch>
          </p:blipFill>
          <p:spPr>
            <a:xfrm>
              <a:off x="6706514" y="1516256"/>
              <a:ext cx="1973579" cy="156210"/>
            </a:xfrm>
            <a:prstGeom prst="rect">
              <a:avLst/>
            </a:prstGeom>
          </p:spPr>
        </p:pic>
        <p:pic>
          <p:nvPicPr>
            <p:cNvPr id="3850" name="object 3850"/>
            <p:cNvPicPr/>
            <p:nvPr/>
          </p:nvPicPr>
          <p:blipFill>
            <a:blip r:embed="rId222" cstate="print"/>
            <a:stretch>
              <a:fillRect/>
            </a:stretch>
          </p:blipFill>
          <p:spPr>
            <a:xfrm>
              <a:off x="6661543" y="2125856"/>
              <a:ext cx="448818" cy="249936"/>
            </a:xfrm>
            <a:prstGeom prst="rect">
              <a:avLst/>
            </a:prstGeom>
          </p:spPr>
        </p:pic>
        <p:pic>
          <p:nvPicPr>
            <p:cNvPr id="3851" name="object 3851"/>
            <p:cNvPicPr/>
            <p:nvPr/>
          </p:nvPicPr>
          <p:blipFill>
            <a:blip r:embed="rId223" cstate="print"/>
            <a:stretch>
              <a:fillRect/>
            </a:stretch>
          </p:blipFill>
          <p:spPr>
            <a:xfrm>
              <a:off x="6714883" y="2148716"/>
              <a:ext cx="326897" cy="197357"/>
            </a:xfrm>
            <a:prstGeom prst="rect">
              <a:avLst/>
            </a:prstGeom>
          </p:spPr>
        </p:pic>
        <p:pic>
          <p:nvPicPr>
            <p:cNvPr id="3852" name="object 3852"/>
            <p:cNvPicPr/>
            <p:nvPr/>
          </p:nvPicPr>
          <p:blipFill>
            <a:blip r:embed="rId224" cstate="print"/>
            <a:stretch>
              <a:fillRect/>
            </a:stretch>
          </p:blipFill>
          <p:spPr>
            <a:xfrm>
              <a:off x="5222138" y="2113664"/>
              <a:ext cx="448817" cy="249935"/>
            </a:xfrm>
            <a:prstGeom prst="rect">
              <a:avLst/>
            </a:prstGeom>
          </p:spPr>
        </p:pic>
        <p:pic>
          <p:nvPicPr>
            <p:cNvPr id="3853" name="object 3853"/>
            <p:cNvPicPr/>
            <p:nvPr/>
          </p:nvPicPr>
          <p:blipFill>
            <a:blip r:embed="rId225" cstate="print"/>
            <a:stretch>
              <a:fillRect/>
            </a:stretch>
          </p:blipFill>
          <p:spPr>
            <a:xfrm>
              <a:off x="5293766" y="2148716"/>
              <a:ext cx="327647" cy="197357"/>
            </a:xfrm>
            <a:prstGeom prst="rect">
              <a:avLst/>
            </a:prstGeom>
          </p:spPr>
        </p:pic>
        <p:pic>
          <p:nvPicPr>
            <p:cNvPr id="3854" name="object 3854"/>
            <p:cNvPicPr/>
            <p:nvPr/>
          </p:nvPicPr>
          <p:blipFill>
            <a:blip r:embed="rId226" cstate="print"/>
            <a:stretch>
              <a:fillRect/>
            </a:stretch>
          </p:blipFill>
          <p:spPr>
            <a:xfrm>
              <a:off x="3113684" y="4043048"/>
              <a:ext cx="802385" cy="313181"/>
            </a:xfrm>
            <a:prstGeom prst="rect">
              <a:avLst/>
            </a:prstGeom>
          </p:spPr>
        </p:pic>
        <p:sp>
          <p:nvSpPr>
            <p:cNvPr id="3855" name="object 3855"/>
            <p:cNvSpPr/>
            <p:nvPr/>
          </p:nvSpPr>
          <p:spPr>
            <a:xfrm>
              <a:off x="2458351" y="3591957"/>
              <a:ext cx="1394460" cy="629920"/>
            </a:xfrm>
            <a:custGeom>
              <a:avLst/>
              <a:gdLst/>
              <a:ahLst/>
              <a:cxnLst/>
              <a:rect l="l" t="t" r="r" b="b"/>
              <a:pathLst>
                <a:path w="1394460" h="629920">
                  <a:moveTo>
                    <a:pt x="32766" y="138684"/>
                  </a:moveTo>
                  <a:lnTo>
                    <a:pt x="6096" y="138684"/>
                  </a:lnTo>
                  <a:lnTo>
                    <a:pt x="6096" y="124206"/>
                  </a:lnTo>
                  <a:lnTo>
                    <a:pt x="29718" y="124206"/>
                  </a:lnTo>
                  <a:lnTo>
                    <a:pt x="29718" y="119634"/>
                  </a:lnTo>
                  <a:lnTo>
                    <a:pt x="6096" y="119634"/>
                  </a:lnTo>
                  <a:lnTo>
                    <a:pt x="6096" y="105918"/>
                  </a:lnTo>
                  <a:lnTo>
                    <a:pt x="31242" y="105918"/>
                  </a:lnTo>
                  <a:lnTo>
                    <a:pt x="31242" y="101346"/>
                  </a:lnTo>
                  <a:lnTo>
                    <a:pt x="0" y="101346"/>
                  </a:lnTo>
                  <a:lnTo>
                    <a:pt x="0" y="144018"/>
                  </a:lnTo>
                  <a:lnTo>
                    <a:pt x="32766" y="144018"/>
                  </a:lnTo>
                  <a:lnTo>
                    <a:pt x="32766" y="138684"/>
                  </a:lnTo>
                  <a:close/>
                </a:path>
                <a:path w="1394460" h="629920">
                  <a:moveTo>
                    <a:pt x="77724" y="624078"/>
                  </a:moveTo>
                  <a:lnTo>
                    <a:pt x="51054" y="624078"/>
                  </a:lnTo>
                  <a:lnTo>
                    <a:pt x="51054" y="608838"/>
                  </a:lnTo>
                  <a:lnTo>
                    <a:pt x="74676" y="608838"/>
                  </a:lnTo>
                  <a:lnTo>
                    <a:pt x="74676" y="604266"/>
                  </a:lnTo>
                  <a:lnTo>
                    <a:pt x="51054" y="604266"/>
                  </a:lnTo>
                  <a:lnTo>
                    <a:pt x="51054" y="590550"/>
                  </a:lnTo>
                  <a:lnTo>
                    <a:pt x="76200" y="590550"/>
                  </a:lnTo>
                  <a:lnTo>
                    <a:pt x="76200" y="585978"/>
                  </a:lnTo>
                  <a:lnTo>
                    <a:pt x="44958" y="585978"/>
                  </a:lnTo>
                  <a:lnTo>
                    <a:pt x="44958" y="629412"/>
                  </a:lnTo>
                  <a:lnTo>
                    <a:pt x="77724" y="629412"/>
                  </a:lnTo>
                  <a:lnTo>
                    <a:pt x="77724" y="624078"/>
                  </a:lnTo>
                  <a:close/>
                </a:path>
                <a:path w="1394460" h="629920">
                  <a:moveTo>
                    <a:pt x="156972" y="76962"/>
                  </a:moveTo>
                  <a:lnTo>
                    <a:pt x="128016" y="76962"/>
                  </a:lnTo>
                  <a:lnTo>
                    <a:pt x="128016" y="120396"/>
                  </a:lnTo>
                  <a:lnTo>
                    <a:pt x="133350" y="120396"/>
                  </a:lnTo>
                  <a:lnTo>
                    <a:pt x="133350" y="101346"/>
                  </a:lnTo>
                  <a:lnTo>
                    <a:pt x="153924" y="101346"/>
                  </a:lnTo>
                  <a:lnTo>
                    <a:pt x="153924" y="95250"/>
                  </a:lnTo>
                  <a:lnTo>
                    <a:pt x="133350" y="95250"/>
                  </a:lnTo>
                  <a:lnTo>
                    <a:pt x="133350" y="82296"/>
                  </a:lnTo>
                  <a:lnTo>
                    <a:pt x="156972" y="82296"/>
                  </a:lnTo>
                  <a:lnTo>
                    <a:pt x="156972" y="76962"/>
                  </a:lnTo>
                  <a:close/>
                </a:path>
                <a:path w="1394460" h="629920">
                  <a:moveTo>
                    <a:pt x="182880" y="537972"/>
                  </a:moveTo>
                  <a:lnTo>
                    <a:pt x="153924" y="537972"/>
                  </a:lnTo>
                  <a:lnTo>
                    <a:pt x="153924" y="581406"/>
                  </a:lnTo>
                  <a:lnTo>
                    <a:pt x="159258" y="581406"/>
                  </a:lnTo>
                  <a:lnTo>
                    <a:pt x="159258" y="561594"/>
                  </a:lnTo>
                  <a:lnTo>
                    <a:pt x="179832" y="561594"/>
                  </a:lnTo>
                  <a:lnTo>
                    <a:pt x="179832" y="556260"/>
                  </a:lnTo>
                  <a:lnTo>
                    <a:pt x="159258" y="556260"/>
                  </a:lnTo>
                  <a:lnTo>
                    <a:pt x="159258" y="543306"/>
                  </a:lnTo>
                  <a:lnTo>
                    <a:pt x="182880" y="543306"/>
                  </a:lnTo>
                  <a:lnTo>
                    <a:pt x="182880" y="537972"/>
                  </a:lnTo>
                  <a:close/>
                </a:path>
                <a:path w="1394460" h="629920">
                  <a:moveTo>
                    <a:pt x="267462" y="64770"/>
                  </a:moveTo>
                  <a:lnTo>
                    <a:pt x="249174" y="64770"/>
                  </a:lnTo>
                  <a:lnTo>
                    <a:pt x="249174" y="69342"/>
                  </a:lnTo>
                  <a:lnTo>
                    <a:pt x="261366" y="69342"/>
                  </a:lnTo>
                  <a:lnTo>
                    <a:pt x="261366" y="77724"/>
                  </a:lnTo>
                  <a:lnTo>
                    <a:pt x="256032" y="80772"/>
                  </a:lnTo>
                  <a:lnTo>
                    <a:pt x="237375" y="78346"/>
                  </a:lnTo>
                  <a:lnTo>
                    <a:pt x="233248" y="62331"/>
                  </a:lnTo>
                  <a:lnTo>
                    <a:pt x="241287" y="48285"/>
                  </a:lnTo>
                  <a:lnTo>
                    <a:pt x="259080" y="51816"/>
                  </a:lnTo>
                  <a:lnTo>
                    <a:pt x="261366" y="57150"/>
                  </a:lnTo>
                  <a:lnTo>
                    <a:pt x="266700" y="55626"/>
                  </a:lnTo>
                  <a:lnTo>
                    <a:pt x="262890" y="48006"/>
                  </a:lnTo>
                  <a:lnTo>
                    <a:pt x="257556" y="43434"/>
                  </a:lnTo>
                  <a:lnTo>
                    <a:pt x="248412" y="41910"/>
                  </a:lnTo>
                  <a:lnTo>
                    <a:pt x="236982" y="44958"/>
                  </a:lnTo>
                  <a:lnTo>
                    <a:pt x="233172" y="48006"/>
                  </a:lnTo>
                  <a:lnTo>
                    <a:pt x="230124" y="53340"/>
                  </a:lnTo>
                  <a:lnTo>
                    <a:pt x="227076" y="65532"/>
                  </a:lnTo>
                  <a:lnTo>
                    <a:pt x="227838" y="71628"/>
                  </a:lnTo>
                  <a:lnTo>
                    <a:pt x="233172" y="81534"/>
                  </a:lnTo>
                  <a:lnTo>
                    <a:pt x="237744" y="84582"/>
                  </a:lnTo>
                  <a:lnTo>
                    <a:pt x="243078" y="86868"/>
                  </a:lnTo>
                  <a:lnTo>
                    <a:pt x="249174" y="87630"/>
                  </a:lnTo>
                  <a:lnTo>
                    <a:pt x="258318" y="85344"/>
                  </a:lnTo>
                  <a:lnTo>
                    <a:pt x="267462" y="80772"/>
                  </a:lnTo>
                  <a:lnTo>
                    <a:pt x="267462" y="64770"/>
                  </a:lnTo>
                  <a:close/>
                </a:path>
                <a:path w="1394460" h="629920">
                  <a:moveTo>
                    <a:pt x="288798" y="511302"/>
                  </a:moveTo>
                  <a:lnTo>
                    <a:pt x="270510" y="511302"/>
                  </a:lnTo>
                  <a:lnTo>
                    <a:pt x="270510" y="515874"/>
                  </a:lnTo>
                  <a:lnTo>
                    <a:pt x="282702" y="515874"/>
                  </a:lnTo>
                  <a:lnTo>
                    <a:pt x="282702" y="524256"/>
                  </a:lnTo>
                  <a:lnTo>
                    <a:pt x="277368" y="527304"/>
                  </a:lnTo>
                  <a:lnTo>
                    <a:pt x="259295" y="524878"/>
                  </a:lnTo>
                  <a:lnTo>
                    <a:pt x="253771" y="510387"/>
                  </a:lnTo>
                  <a:lnTo>
                    <a:pt x="260413" y="496544"/>
                  </a:lnTo>
                  <a:lnTo>
                    <a:pt x="278892" y="496062"/>
                  </a:lnTo>
                  <a:lnTo>
                    <a:pt x="282702" y="502920"/>
                  </a:lnTo>
                  <a:lnTo>
                    <a:pt x="288036" y="502158"/>
                  </a:lnTo>
                  <a:lnTo>
                    <a:pt x="284988" y="494538"/>
                  </a:lnTo>
                  <a:lnTo>
                    <a:pt x="278892" y="490728"/>
                  </a:lnTo>
                  <a:lnTo>
                    <a:pt x="270510" y="489204"/>
                  </a:lnTo>
                  <a:lnTo>
                    <a:pt x="258318" y="491490"/>
                  </a:lnTo>
                  <a:lnTo>
                    <a:pt x="253746" y="495300"/>
                  </a:lnTo>
                  <a:lnTo>
                    <a:pt x="250698" y="499872"/>
                  </a:lnTo>
                  <a:lnTo>
                    <a:pt x="248412" y="511302"/>
                  </a:lnTo>
                  <a:lnTo>
                    <a:pt x="249174" y="517398"/>
                  </a:lnTo>
                  <a:lnTo>
                    <a:pt x="253746" y="528066"/>
                  </a:lnTo>
                  <a:lnTo>
                    <a:pt x="258318" y="531114"/>
                  </a:lnTo>
                  <a:lnTo>
                    <a:pt x="270510" y="534162"/>
                  </a:lnTo>
                  <a:lnTo>
                    <a:pt x="279654" y="532638"/>
                  </a:lnTo>
                  <a:lnTo>
                    <a:pt x="288798" y="526542"/>
                  </a:lnTo>
                  <a:lnTo>
                    <a:pt x="288798" y="511302"/>
                  </a:lnTo>
                  <a:close/>
                </a:path>
                <a:path w="1394460" h="629920">
                  <a:moveTo>
                    <a:pt x="378714" y="0"/>
                  </a:moveTo>
                  <a:lnTo>
                    <a:pt x="373380" y="0"/>
                  </a:lnTo>
                  <a:lnTo>
                    <a:pt x="373380" y="18288"/>
                  </a:lnTo>
                  <a:lnTo>
                    <a:pt x="350520" y="18288"/>
                  </a:lnTo>
                  <a:lnTo>
                    <a:pt x="350520" y="0"/>
                  </a:lnTo>
                  <a:lnTo>
                    <a:pt x="344424" y="0"/>
                  </a:lnTo>
                  <a:lnTo>
                    <a:pt x="344424" y="43434"/>
                  </a:lnTo>
                  <a:lnTo>
                    <a:pt x="350520" y="43434"/>
                  </a:lnTo>
                  <a:lnTo>
                    <a:pt x="350520" y="22860"/>
                  </a:lnTo>
                  <a:lnTo>
                    <a:pt x="373380" y="22860"/>
                  </a:lnTo>
                  <a:lnTo>
                    <a:pt x="373380" y="43434"/>
                  </a:lnTo>
                  <a:lnTo>
                    <a:pt x="378714" y="43434"/>
                  </a:lnTo>
                  <a:lnTo>
                    <a:pt x="378714" y="0"/>
                  </a:lnTo>
                  <a:close/>
                </a:path>
                <a:path w="1394460" h="629920">
                  <a:moveTo>
                    <a:pt x="381000" y="451104"/>
                  </a:moveTo>
                  <a:lnTo>
                    <a:pt x="374904" y="451104"/>
                  </a:lnTo>
                  <a:lnTo>
                    <a:pt x="374904" y="468630"/>
                  </a:lnTo>
                  <a:lnTo>
                    <a:pt x="352044" y="468630"/>
                  </a:lnTo>
                  <a:lnTo>
                    <a:pt x="352044" y="451104"/>
                  </a:lnTo>
                  <a:lnTo>
                    <a:pt x="346710" y="451104"/>
                  </a:lnTo>
                  <a:lnTo>
                    <a:pt x="346710" y="494538"/>
                  </a:lnTo>
                  <a:lnTo>
                    <a:pt x="352044" y="494538"/>
                  </a:lnTo>
                  <a:lnTo>
                    <a:pt x="352044" y="473964"/>
                  </a:lnTo>
                  <a:lnTo>
                    <a:pt x="374904" y="473964"/>
                  </a:lnTo>
                  <a:lnTo>
                    <a:pt x="374904" y="494538"/>
                  </a:lnTo>
                  <a:lnTo>
                    <a:pt x="381000" y="494538"/>
                  </a:lnTo>
                  <a:lnTo>
                    <a:pt x="381000" y="451104"/>
                  </a:lnTo>
                  <a:close/>
                </a:path>
                <a:path w="1394460" h="629920">
                  <a:moveTo>
                    <a:pt x="1172718" y="80010"/>
                  </a:moveTo>
                  <a:lnTo>
                    <a:pt x="1143762" y="80010"/>
                  </a:lnTo>
                  <a:lnTo>
                    <a:pt x="1143762" y="123444"/>
                  </a:lnTo>
                  <a:lnTo>
                    <a:pt x="1149096" y="123444"/>
                  </a:lnTo>
                  <a:lnTo>
                    <a:pt x="1149096" y="103632"/>
                  </a:lnTo>
                  <a:lnTo>
                    <a:pt x="1169670" y="103632"/>
                  </a:lnTo>
                  <a:lnTo>
                    <a:pt x="1169670" y="98298"/>
                  </a:lnTo>
                  <a:lnTo>
                    <a:pt x="1149096" y="98298"/>
                  </a:lnTo>
                  <a:lnTo>
                    <a:pt x="1149096" y="84582"/>
                  </a:lnTo>
                  <a:lnTo>
                    <a:pt x="1172718" y="84582"/>
                  </a:lnTo>
                  <a:lnTo>
                    <a:pt x="1172718" y="80010"/>
                  </a:lnTo>
                  <a:close/>
                </a:path>
                <a:path w="1394460" h="629920">
                  <a:moveTo>
                    <a:pt x="1283208" y="67056"/>
                  </a:moveTo>
                  <a:lnTo>
                    <a:pt x="1264920" y="67056"/>
                  </a:lnTo>
                  <a:lnTo>
                    <a:pt x="1264920" y="72390"/>
                  </a:lnTo>
                  <a:lnTo>
                    <a:pt x="1277874" y="72390"/>
                  </a:lnTo>
                  <a:lnTo>
                    <a:pt x="1277874" y="80772"/>
                  </a:lnTo>
                  <a:lnTo>
                    <a:pt x="1272540" y="83820"/>
                  </a:lnTo>
                  <a:lnTo>
                    <a:pt x="1253909" y="81114"/>
                  </a:lnTo>
                  <a:lnTo>
                    <a:pt x="1248867" y="65544"/>
                  </a:lnTo>
                  <a:lnTo>
                    <a:pt x="1256436" y="51663"/>
                  </a:lnTo>
                  <a:lnTo>
                    <a:pt x="1275588" y="54102"/>
                  </a:lnTo>
                  <a:lnTo>
                    <a:pt x="1277874" y="59436"/>
                  </a:lnTo>
                  <a:lnTo>
                    <a:pt x="1282446" y="57912"/>
                  </a:lnTo>
                  <a:lnTo>
                    <a:pt x="1281684" y="54102"/>
                  </a:lnTo>
                  <a:lnTo>
                    <a:pt x="1277112" y="48006"/>
                  </a:lnTo>
                  <a:lnTo>
                    <a:pt x="1269492" y="45720"/>
                  </a:lnTo>
                  <a:lnTo>
                    <a:pt x="1258824" y="45720"/>
                  </a:lnTo>
                  <a:lnTo>
                    <a:pt x="1251204" y="49530"/>
                  </a:lnTo>
                  <a:lnTo>
                    <a:pt x="1245870" y="56388"/>
                  </a:lnTo>
                  <a:lnTo>
                    <a:pt x="1242822" y="67818"/>
                  </a:lnTo>
                  <a:lnTo>
                    <a:pt x="1245870" y="79248"/>
                  </a:lnTo>
                  <a:lnTo>
                    <a:pt x="1248918" y="83820"/>
                  </a:lnTo>
                  <a:lnTo>
                    <a:pt x="1253490" y="87630"/>
                  </a:lnTo>
                  <a:lnTo>
                    <a:pt x="1265682" y="89916"/>
                  </a:lnTo>
                  <a:lnTo>
                    <a:pt x="1274826" y="88392"/>
                  </a:lnTo>
                  <a:lnTo>
                    <a:pt x="1283208" y="83058"/>
                  </a:lnTo>
                  <a:lnTo>
                    <a:pt x="1283208" y="67056"/>
                  </a:lnTo>
                  <a:close/>
                </a:path>
                <a:path w="1394460" h="629920">
                  <a:moveTo>
                    <a:pt x="1394460" y="2286"/>
                  </a:moveTo>
                  <a:lnTo>
                    <a:pt x="1389126" y="2286"/>
                  </a:lnTo>
                  <a:lnTo>
                    <a:pt x="1389126" y="20574"/>
                  </a:lnTo>
                  <a:lnTo>
                    <a:pt x="1366266" y="20574"/>
                  </a:lnTo>
                  <a:lnTo>
                    <a:pt x="1366266" y="2286"/>
                  </a:lnTo>
                  <a:lnTo>
                    <a:pt x="1360932" y="2286"/>
                  </a:lnTo>
                  <a:lnTo>
                    <a:pt x="1360932" y="45720"/>
                  </a:lnTo>
                  <a:lnTo>
                    <a:pt x="1366266" y="45720"/>
                  </a:lnTo>
                  <a:lnTo>
                    <a:pt x="1366266" y="25146"/>
                  </a:lnTo>
                  <a:lnTo>
                    <a:pt x="1389126" y="25146"/>
                  </a:lnTo>
                  <a:lnTo>
                    <a:pt x="1389126" y="45720"/>
                  </a:lnTo>
                  <a:lnTo>
                    <a:pt x="1394460" y="45720"/>
                  </a:lnTo>
                  <a:lnTo>
                    <a:pt x="1394460" y="2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56" name="object 3856"/>
            <p:cNvPicPr/>
            <p:nvPr/>
          </p:nvPicPr>
          <p:blipFill>
            <a:blip r:embed="rId227" cstate="print"/>
            <a:stretch>
              <a:fillRect/>
            </a:stretch>
          </p:blipFill>
          <p:spPr>
            <a:xfrm>
              <a:off x="330860" y="3045590"/>
              <a:ext cx="1310639" cy="80289"/>
            </a:xfrm>
            <a:prstGeom prst="rect">
              <a:avLst/>
            </a:prstGeom>
          </p:spPr>
        </p:pic>
        <p:sp>
          <p:nvSpPr>
            <p:cNvPr id="3857" name="object 3857"/>
            <p:cNvSpPr/>
            <p:nvPr/>
          </p:nvSpPr>
          <p:spPr>
            <a:xfrm>
              <a:off x="1047902" y="420916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7619" y="0"/>
                  </a:moveTo>
                  <a:lnTo>
                    <a:pt x="0" y="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8" name="object 3858"/>
            <p:cNvSpPr/>
            <p:nvPr/>
          </p:nvSpPr>
          <p:spPr>
            <a:xfrm>
              <a:off x="1047902" y="420916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0" y="0"/>
                  </a:moveTo>
                  <a:lnTo>
                    <a:pt x="761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9" name="object 3859"/>
            <p:cNvSpPr/>
            <p:nvPr/>
          </p:nvSpPr>
          <p:spPr>
            <a:xfrm>
              <a:off x="1047902" y="403085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0" name="object 3860"/>
            <p:cNvSpPr/>
            <p:nvPr/>
          </p:nvSpPr>
          <p:spPr>
            <a:xfrm>
              <a:off x="1047902" y="403085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0" y="0"/>
                  </a:moveTo>
                  <a:lnTo>
                    <a:pt x="761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1" name="object 3861"/>
            <p:cNvSpPr/>
            <p:nvPr/>
          </p:nvSpPr>
          <p:spPr>
            <a:xfrm>
              <a:off x="1047902" y="4030856"/>
              <a:ext cx="7620" cy="178435"/>
            </a:xfrm>
            <a:custGeom>
              <a:avLst/>
              <a:gdLst/>
              <a:ahLst/>
              <a:cxnLst/>
              <a:rect l="l" t="t" r="r" b="b"/>
              <a:pathLst>
                <a:path w="7619" h="178435">
                  <a:moveTo>
                    <a:pt x="7620" y="0"/>
                  </a:moveTo>
                  <a:lnTo>
                    <a:pt x="7620" y="178307"/>
                  </a:lnTo>
                  <a:lnTo>
                    <a:pt x="0" y="178307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2" name="object 3862"/>
            <p:cNvSpPr/>
            <p:nvPr/>
          </p:nvSpPr>
          <p:spPr>
            <a:xfrm>
              <a:off x="1047902" y="4030856"/>
              <a:ext cx="7620" cy="178435"/>
            </a:xfrm>
            <a:custGeom>
              <a:avLst/>
              <a:gdLst/>
              <a:ahLst/>
              <a:cxnLst/>
              <a:rect l="l" t="t" r="r" b="b"/>
              <a:pathLst>
                <a:path w="7619" h="178435">
                  <a:moveTo>
                    <a:pt x="7620" y="0"/>
                  </a:moveTo>
                  <a:lnTo>
                    <a:pt x="7620" y="178307"/>
                  </a:lnTo>
                  <a:lnTo>
                    <a:pt x="0" y="178307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3" name="object 3863"/>
            <p:cNvSpPr/>
            <p:nvPr/>
          </p:nvSpPr>
          <p:spPr>
            <a:xfrm>
              <a:off x="955700" y="425183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381" y="0"/>
                  </a:move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4" name="object 3864"/>
            <p:cNvSpPr/>
            <p:nvPr/>
          </p:nvSpPr>
          <p:spPr>
            <a:xfrm>
              <a:off x="955700" y="425183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5" name="object 3865"/>
            <p:cNvSpPr/>
            <p:nvPr/>
          </p:nvSpPr>
          <p:spPr>
            <a:xfrm>
              <a:off x="955700" y="409486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6" name="object 3866"/>
            <p:cNvSpPr/>
            <p:nvPr/>
          </p:nvSpPr>
          <p:spPr>
            <a:xfrm>
              <a:off x="955700" y="409486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7" name="object 3867"/>
            <p:cNvSpPr/>
            <p:nvPr/>
          </p:nvSpPr>
          <p:spPr>
            <a:xfrm>
              <a:off x="955700" y="4094864"/>
              <a:ext cx="8890" cy="157480"/>
            </a:xfrm>
            <a:custGeom>
              <a:avLst/>
              <a:gdLst/>
              <a:ahLst/>
              <a:cxnLst/>
              <a:rect l="l" t="t" r="r" b="b"/>
              <a:pathLst>
                <a:path w="8890" h="157479">
                  <a:moveTo>
                    <a:pt x="8381" y="0"/>
                  </a:moveTo>
                  <a:lnTo>
                    <a:pt x="8381" y="156972"/>
                  </a:lnTo>
                  <a:lnTo>
                    <a:pt x="0" y="156972"/>
                  </a:ln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8" name="object 3868"/>
            <p:cNvSpPr/>
            <p:nvPr/>
          </p:nvSpPr>
          <p:spPr>
            <a:xfrm>
              <a:off x="955700" y="4094864"/>
              <a:ext cx="8890" cy="157480"/>
            </a:xfrm>
            <a:custGeom>
              <a:avLst/>
              <a:gdLst/>
              <a:ahLst/>
              <a:cxnLst/>
              <a:rect l="l" t="t" r="r" b="b"/>
              <a:pathLst>
                <a:path w="8890" h="157479">
                  <a:moveTo>
                    <a:pt x="8381" y="0"/>
                  </a:moveTo>
                  <a:lnTo>
                    <a:pt x="8381" y="156972"/>
                  </a:lnTo>
                  <a:lnTo>
                    <a:pt x="0" y="156972"/>
                  </a:ln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9" name="object 3869"/>
            <p:cNvSpPr/>
            <p:nvPr/>
          </p:nvSpPr>
          <p:spPr>
            <a:xfrm>
              <a:off x="1143914" y="417182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7619" y="0"/>
                  </a:moveTo>
                  <a:lnTo>
                    <a:pt x="0" y="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0" name="object 3870"/>
            <p:cNvSpPr/>
            <p:nvPr/>
          </p:nvSpPr>
          <p:spPr>
            <a:xfrm>
              <a:off x="1143914" y="417182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0" y="0"/>
                  </a:moveTo>
                  <a:lnTo>
                    <a:pt x="761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1" name="object 3871"/>
            <p:cNvSpPr/>
            <p:nvPr/>
          </p:nvSpPr>
          <p:spPr>
            <a:xfrm>
              <a:off x="1143914" y="399351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2" name="object 3872"/>
            <p:cNvSpPr/>
            <p:nvPr/>
          </p:nvSpPr>
          <p:spPr>
            <a:xfrm>
              <a:off x="1143914" y="399351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0" y="0"/>
                  </a:moveTo>
                  <a:lnTo>
                    <a:pt x="761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3" name="object 3873"/>
            <p:cNvSpPr/>
            <p:nvPr/>
          </p:nvSpPr>
          <p:spPr>
            <a:xfrm>
              <a:off x="1143914" y="3993518"/>
              <a:ext cx="7620" cy="178435"/>
            </a:xfrm>
            <a:custGeom>
              <a:avLst/>
              <a:gdLst/>
              <a:ahLst/>
              <a:cxnLst/>
              <a:rect l="l" t="t" r="r" b="b"/>
              <a:pathLst>
                <a:path w="7619" h="178435">
                  <a:moveTo>
                    <a:pt x="7620" y="0"/>
                  </a:moveTo>
                  <a:lnTo>
                    <a:pt x="7620" y="178308"/>
                  </a:lnTo>
                  <a:lnTo>
                    <a:pt x="0" y="178308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4" name="object 3874"/>
            <p:cNvSpPr/>
            <p:nvPr/>
          </p:nvSpPr>
          <p:spPr>
            <a:xfrm>
              <a:off x="1143914" y="3993518"/>
              <a:ext cx="7620" cy="178435"/>
            </a:xfrm>
            <a:custGeom>
              <a:avLst/>
              <a:gdLst/>
              <a:ahLst/>
              <a:cxnLst/>
              <a:rect l="l" t="t" r="r" b="b"/>
              <a:pathLst>
                <a:path w="7619" h="178435">
                  <a:moveTo>
                    <a:pt x="7620" y="0"/>
                  </a:moveTo>
                  <a:lnTo>
                    <a:pt x="7620" y="178308"/>
                  </a:lnTo>
                  <a:lnTo>
                    <a:pt x="0" y="178308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75" name="object 3875"/>
            <p:cNvPicPr/>
            <p:nvPr/>
          </p:nvPicPr>
          <p:blipFill>
            <a:blip r:embed="rId228" cstate="print"/>
            <a:stretch>
              <a:fillRect/>
            </a:stretch>
          </p:blipFill>
          <p:spPr>
            <a:xfrm>
              <a:off x="326288" y="3826640"/>
              <a:ext cx="870966" cy="529590"/>
            </a:xfrm>
            <a:prstGeom prst="rect">
              <a:avLst/>
            </a:prstGeom>
          </p:spPr>
        </p:pic>
        <p:pic>
          <p:nvPicPr>
            <p:cNvPr id="3876" name="object 3876"/>
            <p:cNvPicPr/>
            <p:nvPr/>
          </p:nvPicPr>
          <p:blipFill>
            <a:blip r:embed="rId229" cstate="print"/>
            <a:stretch>
              <a:fillRect/>
            </a:stretch>
          </p:blipFill>
          <p:spPr>
            <a:xfrm>
              <a:off x="425729" y="3801113"/>
              <a:ext cx="108204" cy="208025"/>
            </a:xfrm>
            <a:prstGeom prst="rect">
              <a:avLst/>
            </a:prstGeom>
          </p:spPr>
        </p:pic>
        <p:pic>
          <p:nvPicPr>
            <p:cNvPr id="3877" name="object 3877"/>
            <p:cNvPicPr/>
            <p:nvPr/>
          </p:nvPicPr>
          <p:blipFill>
            <a:blip r:embed="rId230" cstate="print"/>
            <a:stretch>
              <a:fillRect/>
            </a:stretch>
          </p:blipFill>
          <p:spPr>
            <a:xfrm>
              <a:off x="908837" y="3720341"/>
              <a:ext cx="185165" cy="220980"/>
            </a:xfrm>
            <a:prstGeom prst="rect">
              <a:avLst/>
            </a:prstGeom>
          </p:spPr>
        </p:pic>
        <p:sp>
          <p:nvSpPr>
            <p:cNvPr id="3878" name="object 3878"/>
            <p:cNvSpPr/>
            <p:nvPr/>
          </p:nvSpPr>
          <p:spPr>
            <a:xfrm>
              <a:off x="615848" y="400190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9" name="object 3879"/>
            <p:cNvSpPr/>
            <p:nvPr/>
          </p:nvSpPr>
          <p:spPr>
            <a:xfrm>
              <a:off x="615848" y="400190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0" name="object 3880"/>
            <p:cNvSpPr/>
            <p:nvPr/>
          </p:nvSpPr>
          <p:spPr>
            <a:xfrm>
              <a:off x="615848" y="387998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1" name="object 3881"/>
            <p:cNvSpPr/>
            <p:nvPr/>
          </p:nvSpPr>
          <p:spPr>
            <a:xfrm>
              <a:off x="615848" y="387998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1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2" name="object 3882"/>
            <p:cNvSpPr/>
            <p:nvPr/>
          </p:nvSpPr>
          <p:spPr>
            <a:xfrm>
              <a:off x="615848" y="3879980"/>
              <a:ext cx="7620" cy="121920"/>
            </a:xfrm>
            <a:custGeom>
              <a:avLst/>
              <a:gdLst/>
              <a:ahLst/>
              <a:cxnLst/>
              <a:rect l="l" t="t" r="r" b="b"/>
              <a:pathLst>
                <a:path w="7620" h="121920">
                  <a:moveTo>
                    <a:pt x="7620" y="0"/>
                  </a:moveTo>
                  <a:lnTo>
                    <a:pt x="7620" y="121919"/>
                  </a:lnTo>
                  <a:lnTo>
                    <a:pt x="0" y="121919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3" name="object 3883"/>
            <p:cNvSpPr/>
            <p:nvPr/>
          </p:nvSpPr>
          <p:spPr>
            <a:xfrm>
              <a:off x="615848" y="3879980"/>
              <a:ext cx="7620" cy="121920"/>
            </a:xfrm>
            <a:custGeom>
              <a:avLst/>
              <a:gdLst/>
              <a:ahLst/>
              <a:cxnLst/>
              <a:rect l="l" t="t" r="r" b="b"/>
              <a:pathLst>
                <a:path w="7620" h="121920">
                  <a:moveTo>
                    <a:pt x="7620" y="0"/>
                  </a:moveTo>
                  <a:lnTo>
                    <a:pt x="7620" y="121919"/>
                  </a:lnTo>
                  <a:lnTo>
                    <a:pt x="0" y="121919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4" name="object 3884"/>
            <p:cNvSpPr/>
            <p:nvPr/>
          </p:nvSpPr>
          <p:spPr>
            <a:xfrm>
              <a:off x="876452" y="384721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381" y="0"/>
                  </a:move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5" name="object 3885"/>
            <p:cNvSpPr/>
            <p:nvPr/>
          </p:nvSpPr>
          <p:spPr>
            <a:xfrm>
              <a:off x="876452" y="384721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6" name="object 3886"/>
            <p:cNvSpPr/>
            <p:nvPr/>
          </p:nvSpPr>
          <p:spPr>
            <a:xfrm>
              <a:off x="876452" y="371462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7" name="object 3887"/>
            <p:cNvSpPr/>
            <p:nvPr/>
          </p:nvSpPr>
          <p:spPr>
            <a:xfrm>
              <a:off x="876452" y="371462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8" name="object 3888"/>
            <p:cNvSpPr/>
            <p:nvPr/>
          </p:nvSpPr>
          <p:spPr>
            <a:xfrm>
              <a:off x="876452" y="3714626"/>
              <a:ext cx="8890" cy="132715"/>
            </a:xfrm>
            <a:custGeom>
              <a:avLst/>
              <a:gdLst/>
              <a:ahLst/>
              <a:cxnLst/>
              <a:rect l="l" t="t" r="r" b="b"/>
              <a:pathLst>
                <a:path w="8890" h="132714">
                  <a:moveTo>
                    <a:pt x="8381" y="0"/>
                  </a:moveTo>
                  <a:lnTo>
                    <a:pt x="8381" y="132587"/>
                  </a:lnTo>
                  <a:lnTo>
                    <a:pt x="0" y="132587"/>
                  </a:ln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9" name="object 3889"/>
            <p:cNvSpPr/>
            <p:nvPr/>
          </p:nvSpPr>
          <p:spPr>
            <a:xfrm>
              <a:off x="876452" y="3714626"/>
              <a:ext cx="8890" cy="132715"/>
            </a:xfrm>
            <a:custGeom>
              <a:avLst/>
              <a:gdLst/>
              <a:ahLst/>
              <a:cxnLst/>
              <a:rect l="l" t="t" r="r" b="b"/>
              <a:pathLst>
                <a:path w="8890" h="132714">
                  <a:moveTo>
                    <a:pt x="8381" y="0"/>
                  </a:moveTo>
                  <a:lnTo>
                    <a:pt x="8381" y="132587"/>
                  </a:lnTo>
                  <a:lnTo>
                    <a:pt x="0" y="132587"/>
                  </a:ln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0" name="object 3890"/>
            <p:cNvSpPr/>
            <p:nvPr/>
          </p:nvSpPr>
          <p:spPr>
            <a:xfrm>
              <a:off x="612800" y="3883790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4571" y="6857"/>
                  </a:moveTo>
                  <a:lnTo>
                    <a:pt x="0" y="0"/>
                  </a:lnTo>
                  <a:lnTo>
                    <a:pt x="4571" y="6857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1" name="object 3891"/>
            <p:cNvSpPr/>
            <p:nvPr/>
          </p:nvSpPr>
          <p:spPr>
            <a:xfrm>
              <a:off x="612800" y="3883790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4571" y="6857"/>
                  </a:moveTo>
                  <a:lnTo>
                    <a:pt x="0" y="0"/>
                  </a:lnTo>
                  <a:lnTo>
                    <a:pt x="4571" y="6857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2" name="object 3892"/>
            <p:cNvSpPr/>
            <p:nvPr/>
          </p:nvSpPr>
          <p:spPr>
            <a:xfrm>
              <a:off x="874928" y="3719960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5334" y="6096"/>
                  </a:moveTo>
                  <a:lnTo>
                    <a:pt x="0" y="0"/>
                  </a:lnTo>
                  <a:lnTo>
                    <a:pt x="5334" y="6096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3" name="object 3893"/>
            <p:cNvSpPr/>
            <p:nvPr/>
          </p:nvSpPr>
          <p:spPr>
            <a:xfrm>
              <a:off x="874928" y="3719960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5" h="6350">
                  <a:moveTo>
                    <a:pt x="0" y="0"/>
                  </a:moveTo>
                  <a:lnTo>
                    <a:pt x="5334" y="609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4" name="object 3894"/>
            <p:cNvSpPr/>
            <p:nvPr/>
          </p:nvSpPr>
          <p:spPr>
            <a:xfrm>
              <a:off x="612800" y="3719960"/>
              <a:ext cx="267970" cy="170815"/>
            </a:xfrm>
            <a:custGeom>
              <a:avLst/>
              <a:gdLst/>
              <a:ahLst/>
              <a:cxnLst/>
              <a:rect l="l" t="t" r="r" b="b"/>
              <a:pathLst>
                <a:path w="267969" h="170814">
                  <a:moveTo>
                    <a:pt x="267462" y="6095"/>
                  </a:moveTo>
                  <a:lnTo>
                    <a:pt x="262128" y="0"/>
                  </a:lnTo>
                  <a:lnTo>
                    <a:pt x="0" y="163829"/>
                  </a:lnTo>
                  <a:lnTo>
                    <a:pt x="4571" y="170687"/>
                  </a:lnTo>
                  <a:lnTo>
                    <a:pt x="267462" y="6095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5" name="object 3895"/>
            <p:cNvSpPr/>
            <p:nvPr/>
          </p:nvSpPr>
          <p:spPr>
            <a:xfrm>
              <a:off x="612800" y="3719960"/>
              <a:ext cx="267970" cy="170815"/>
            </a:xfrm>
            <a:custGeom>
              <a:avLst/>
              <a:gdLst/>
              <a:ahLst/>
              <a:cxnLst/>
              <a:rect l="l" t="t" r="r" b="b"/>
              <a:pathLst>
                <a:path w="267969" h="170814">
                  <a:moveTo>
                    <a:pt x="4571" y="170687"/>
                  </a:moveTo>
                  <a:lnTo>
                    <a:pt x="0" y="163829"/>
                  </a:lnTo>
                  <a:lnTo>
                    <a:pt x="262128" y="0"/>
                  </a:lnTo>
                  <a:lnTo>
                    <a:pt x="267462" y="6095"/>
                  </a:lnTo>
                  <a:lnTo>
                    <a:pt x="4571" y="170687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96" name="object 3896"/>
            <p:cNvPicPr/>
            <p:nvPr/>
          </p:nvPicPr>
          <p:blipFill>
            <a:blip r:embed="rId231" cstate="print"/>
            <a:stretch>
              <a:fillRect/>
            </a:stretch>
          </p:blipFill>
          <p:spPr>
            <a:xfrm>
              <a:off x="555269" y="3758441"/>
              <a:ext cx="108204" cy="188214"/>
            </a:xfrm>
            <a:prstGeom prst="rect">
              <a:avLst/>
            </a:prstGeom>
          </p:spPr>
        </p:pic>
        <p:pic>
          <p:nvPicPr>
            <p:cNvPr id="3897" name="object 3897"/>
            <p:cNvPicPr/>
            <p:nvPr/>
          </p:nvPicPr>
          <p:blipFill>
            <a:blip r:embed="rId232" cstate="print"/>
            <a:stretch>
              <a:fillRect/>
            </a:stretch>
          </p:blipFill>
          <p:spPr>
            <a:xfrm>
              <a:off x="709955" y="3717293"/>
              <a:ext cx="241554" cy="287274"/>
            </a:xfrm>
            <a:prstGeom prst="rect">
              <a:avLst/>
            </a:prstGeom>
          </p:spPr>
        </p:pic>
        <p:sp>
          <p:nvSpPr>
            <p:cNvPr id="3898" name="object 3898"/>
            <p:cNvSpPr/>
            <p:nvPr/>
          </p:nvSpPr>
          <p:spPr>
            <a:xfrm>
              <a:off x="1329842" y="407429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2"/>
                  </a:moveTo>
                  <a:lnTo>
                    <a:pt x="0" y="0"/>
                  </a:lnTo>
                  <a:lnTo>
                    <a:pt x="0" y="1600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9" name="object 3899"/>
            <p:cNvSpPr/>
            <p:nvPr/>
          </p:nvSpPr>
          <p:spPr>
            <a:xfrm>
              <a:off x="1329461" y="407429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0" name="object 3900"/>
            <p:cNvSpPr/>
            <p:nvPr/>
          </p:nvSpPr>
          <p:spPr>
            <a:xfrm>
              <a:off x="926744" y="407429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1" name="object 3901"/>
            <p:cNvSpPr/>
            <p:nvPr/>
          </p:nvSpPr>
          <p:spPr>
            <a:xfrm>
              <a:off x="926363" y="407429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2" name="object 3902"/>
            <p:cNvSpPr/>
            <p:nvPr/>
          </p:nvSpPr>
          <p:spPr>
            <a:xfrm>
              <a:off x="926731" y="4074302"/>
              <a:ext cx="403225" cy="16510"/>
            </a:xfrm>
            <a:custGeom>
              <a:avLst/>
              <a:gdLst/>
              <a:ahLst/>
              <a:cxnLst/>
              <a:rect l="l" t="t" r="r" b="b"/>
              <a:pathLst>
                <a:path w="403225" h="16510">
                  <a:moveTo>
                    <a:pt x="403098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403098" y="16002"/>
                  </a:lnTo>
                  <a:lnTo>
                    <a:pt x="403098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3" name="object 3903"/>
            <p:cNvSpPr/>
            <p:nvPr/>
          </p:nvSpPr>
          <p:spPr>
            <a:xfrm>
              <a:off x="1329461" y="4015616"/>
              <a:ext cx="1270" cy="17145"/>
            </a:xfrm>
            <a:custGeom>
              <a:avLst/>
              <a:gdLst/>
              <a:ahLst/>
              <a:cxnLst/>
              <a:rect l="l" t="t" r="r" b="b"/>
              <a:pathLst>
                <a:path w="1269" h="17145">
                  <a:moveTo>
                    <a:pt x="0" y="16763"/>
                  </a:moveTo>
                  <a:lnTo>
                    <a:pt x="762" y="16763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76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4" name="object 3904"/>
            <p:cNvSpPr/>
            <p:nvPr/>
          </p:nvSpPr>
          <p:spPr>
            <a:xfrm>
              <a:off x="1022756" y="4015616"/>
              <a:ext cx="0" cy="17145"/>
            </a:xfrm>
            <a:custGeom>
              <a:avLst/>
              <a:gdLst/>
              <a:ahLst/>
              <a:cxnLst/>
              <a:rect l="l" t="t" r="r" b="b"/>
              <a:pathLst>
                <a:path h="17145">
                  <a:moveTo>
                    <a:pt x="0" y="16763"/>
                  </a:moveTo>
                  <a:lnTo>
                    <a:pt x="0" y="0"/>
                  </a:lnTo>
                  <a:lnTo>
                    <a:pt x="0" y="1676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5" name="object 3905"/>
            <p:cNvSpPr/>
            <p:nvPr/>
          </p:nvSpPr>
          <p:spPr>
            <a:xfrm>
              <a:off x="1022375" y="4015616"/>
              <a:ext cx="1270" cy="17145"/>
            </a:xfrm>
            <a:custGeom>
              <a:avLst/>
              <a:gdLst/>
              <a:ahLst/>
              <a:cxnLst/>
              <a:rect l="l" t="t" r="r" b="b"/>
              <a:pathLst>
                <a:path w="1269" h="17145">
                  <a:moveTo>
                    <a:pt x="0" y="16763"/>
                  </a:moveTo>
                  <a:lnTo>
                    <a:pt x="762" y="16763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76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6" name="object 3906"/>
            <p:cNvSpPr/>
            <p:nvPr/>
          </p:nvSpPr>
          <p:spPr>
            <a:xfrm>
              <a:off x="1022743" y="4015629"/>
              <a:ext cx="307340" cy="17145"/>
            </a:xfrm>
            <a:custGeom>
              <a:avLst/>
              <a:gdLst/>
              <a:ahLst/>
              <a:cxnLst/>
              <a:rect l="l" t="t" r="r" b="b"/>
              <a:pathLst>
                <a:path w="307340" h="17145">
                  <a:moveTo>
                    <a:pt x="307086" y="0"/>
                  </a:moveTo>
                  <a:lnTo>
                    <a:pt x="0" y="0"/>
                  </a:lnTo>
                  <a:lnTo>
                    <a:pt x="0" y="16764"/>
                  </a:lnTo>
                  <a:lnTo>
                    <a:pt x="307086" y="16764"/>
                  </a:lnTo>
                  <a:lnTo>
                    <a:pt x="307086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7" name="object 3907"/>
            <p:cNvSpPr/>
            <p:nvPr/>
          </p:nvSpPr>
          <p:spPr>
            <a:xfrm>
              <a:off x="1326413" y="3941702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8" name="object 3908"/>
            <p:cNvSpPr/>
            <p:nvPr/>
          </p:nvSpPr>
          <p:spPr>
            <a:xfrm>
              <a:off x="1116482" y="3941702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9" name="object 3909"/>
            <p:cNvSpPr/>
            <p:nvPr/>
          </p:nvSpPr>
          <p:spPr>
            <a:xfrm>
              <a:off x="1116101" y="3941702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0" name="object 3910"/>
            <p:cNvSpPr/>
            <p:nvPr/>
          </p:nvSpPr>
          <p:spPr>
            <a:xfrm>
              <a:off x="1116469" y="3941714"/>
              <a:ext cx="210820" cy="16510"/>
            </a:xfrm>
            <a:custGeom>
              <a:avLst/>
              <a:gdLst/>
              <a:ahLst/>
              <a:cxnLst/>
              <a:rect l="l" t="t" r="r" b="b"/>
              <a:pathLst>
                <a:path w="210819" h="16510">
                  <a:moveTo>
                    <a:pt x="210312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210312" y="16002"/>
                  </a:lnTo>
                  <a:lnTo>
                    <a:pt x="21031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1" name="object 3911"/>
            <p:cNvSpPr/>
            <p:nvPr/>
          </p:nvSpPr>
          <p:spPr>
            <a:xfrm>
              <a:off x="1381277" y="3880742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2" name="object 3912"/>
            <p:cNvSpPr/>
            <p:nvPr/>
          </p:nvSpPr>
          <p:spPr>
            <a:xfrm>
              <a:off x="1201064" y="3880742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3" name="object 3913"/>
            <p:cNvSpPr/>
            <p:nvPr/>
          </p:nvSpPr>
          <p:spPr>
            <a:xfrm>
              <a:off x="1200683" y="3880742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4" name="object 3914"/>
            <p:cNvSpPr/>
            <p:nvPr/>
          </p:nvSpPr>
          <p:spPr>
            <a:xfrm>
              <a:off x="1201064" y="3880742"/>
              <a:ext cx="180975" cy="16510"/>
            </a:xfrm>
            <a:custGeom>
              <a:avLst/>
              <a:gdLst/>
              <a:ahLst/>
              <a:cxnLst/>
              <a:rect l="l" t="t" r="r" b="b"/>
              <a:pathLst>
                <a:path w="180975" h="16510">
                  <a:moveTo>
                    <a:pt x="180594" y="16001"/>
                  </a:moveTo>
                  <a:lnTo>
                    <a:pt x="180594" y="0"/>
                  </a:lnTo>
                  <a:lnTo>
                    <a:pt x="0" y="0"/>
                  </a:lnTo>
                  <a:lnTo>
                    <a:pt x="0" y="16001"/>
                  </a:lnTo>
                  <a:lnTo>
                    <a:pt x="180594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5" name="object 3915"/>
            <p:cNvSpPr/>
            <p:nvPr/>
          </p:nvSpPr>
          <p:spPr>
            <a:xfrm>
              <a:off x="366661" y="3413648"/>
              <a:ext cx="3810" cy="586105"/>
            </a:xfrm>
            <a:custGeom>
              <a:avLst/>
              <a:gdLst/>
              <a:ahLst/>
              <a:cxnLst/>
              <a:rect l="l" t="t" r="r" b="b"/>
              <a:pathLst>
                <a:path w="3810" h="586104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12" y="583692"/>
                  </a:lnTo>
                  <a:lnTo>
                    <a:pt x="12" y="585978"/>
                  </a:lnTo>
                  <a:lnTo>
                    <a:pt x="3810" y="585978"/>
                  </a:lnTo>
                  <a:lnTo>
                    <a:pt x="3810" y="583692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6" name="object 3916"/>
            <p:cNvSpPr/>
            <p:nvPr/>
          </p:nvSpPr>
          <p:spPr>
            <a:xfrm>
              <a:off x="366674" y="3415922"/>
              <a:ext cx="3810" cy="581660"/>
            </a:xfrm>
            <a:custGeom>
              <a:avLst/>
              <a:gdLst/>
              <a:ahLst/>
              <a:cxnLst/>
              <a:rect l="l" t="t" r="r" b="b"/>
              <a:pathLst>
                <a:path w="3810" h="581660">
                  <a:moveTo>
                    <a:pt x="3809" y="0"/>
                  </a:moveTo>
                  <a:lnTo>
                    <a:pt x="3809" y="581406"/>
                  </a:lnTo>
                  <a:lnTo>
                    <a:pt x="0" y="581406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7" name="object 3917"/>
            <p:cNvSpPr/>
            <p:nvPr/>
          </p:nvSpPr>
          <p:spPr>
            <a:xfrm>
              <a:off x="382663" y="4066682"/>
              <a:ext cx="473709" cy="125730"/>
            </a:xfrm>
            <a:custGeom>
              <a:avLst/>
              <a:gdLst/>
              <a:ahLst/>
              <a:cxnLst/>
              <a:rect l="l" t="t" r="r" b="b"/>
              <a:pathLst>
                <a:path w="473709" h="125729">
                  <a:moveTo>
                    <a:pt x="38100" y="12954"/>
                  </a:moveTo>
                  <a:lnTo>
                    <a:pt x="31242" y="3810"/>
                  </a:lnTo>
                  <a:lnTo>
                    <a:pt x="26670" y="762"/>
                  </a:lnTo>
                  <a:lnTo>
                    <a:pt x="20574" y="0"/>
                  </a:lnTo>
                  <a:lnTo>
                    <a:pt x="15240" y="762"/>
                  </a:lnTo>
                  <a:lnTo>
                    <a:pt x="6096" y="6096"/>
                  </a:lnTo>
                  <a:lnTo>
                    <a:pt x="2286" y="10668"/>
                  </a:lnTo>
                  <a:lnTo>
                    <a:pt x="762" y="16002"/>
                  </a:lnTo>
                  <a:lnTo>
                    <a:pt x="0" y="22860"/>
                  </a:lnTo>
                  <a:lnTo>
                    <a:pt x="2286" y="34290"/>
                  </a:lnTo>
                  <a:lnTo>
                    <a:pt x="9144" y="42672"/>
                  </a:lnTo>
                  <a:lnTo>
                    <a:pt x="14478" y="44958"/>
                  </a:lnTo>
                  <a:lnTo>
                    <a:pt x="24384" y="45720"/>
                  </a:lnTo>
                  <a:lnTo>
                    <a:pt x="32004" y="41910"/>
                  </a:lnTo>
                  <a:lnTo>
                    <a:pt x="35814" y="37338"/>
                  </a:lnTo>
                  <a:lnTo>
                    <a:pt x="38100" y="31242"/>
                  </a:lnTo>
                  <a:lnTo>
                    <a:pt x="32766" y="29718"/>
                  </a:lnTo>
                  <a:lnTo>
                    <a:pt x="31242" y="34290"/>
                  </a:lnTo>
                  <a:lnTo>
                    <a:pt x="14033" y="39966"/>
                  </a:lnTo>
                  <a:lnTo>
                    <a:pt x="6134" y="25971"/>
                  </a:lnTo>
                  <a:lnTo>
                    <a:pt x="9829" y="9461"/>
                  </a:lnTo>
                  <a:lnTo>
                    <a:pt x="27432" y="7620"/>
                  </a:lnTo>
                  <a:lnTo>
                    <a:pt x="32004" y="14478"/>
                  </a:lnTo>
                  <a:lnTo>
                    <a:pt x="38100" y="12954"/>
                  </a:lnTo>
                  <a:close/>
                </a:path>
                <a:path w="473709" h="125729">
                  <a:moveTo>
                    <a:pt x="73914" y="28956"/>
                  </a:moveTo>
                  <a:lnTo>
                    <a:pt x="71628" y="19812"/>
                  </a:lnTo>
                  <a:lnTo>
                    <a:pt x="67818" y="16852"/>
                  </a:lnTo>
                  <a:lnTo>
                    <a:pt x="67818" y="25908"/>
                  </a:lnTo>
                  <a:lnTo>
                    <a:pt x="67818" y="32766"/>
                  </a:lnTo>
                  <a:lnTo>
                    <a:pt x="66294" y="35052"/>
                  </a:lnTo>
                  <a:lnTo>
                    <a:pt x="64770" y="38100"/>
                  </a:lnTo>
                  <a:lnTo>
                    <a:pt x="61722" y="41148"/>
                  </a:lnTo>
                  <a:lnTo>
                    <a:pt x="56388" y="41148"/>
                  </a:lnTo>
                  <a:lnTo>
                    <a:pt x="51816" y="38100"/>
                  </a:lnTo>
                  <a:lnTo>
                    <a:pt x="51054" y="35814"/>
                  </a:lnTo>
                  <a:lnTo>
                    <a:pt x="49530" y="33528"/>
                  </a:lnTo>
                  <a:lnTo>
                    <a:pt x="49530" y="26670"/>
                  </a:lnTo>
                  <a:lnTo>
                    <a:pt x="52070" y="20904"/>
                  </a:lnTo>
                  <a:lnTo>
                    <a:pt x="57035" y="17957"/>
                  </a:lnTo>
                  <a:lnTo>
                    <a:pt x="62649" y="18415"/>
                  </a:lnTo>
                  <a:lnTo>
                    <a:pt x="67056" y="22860"/>
                  </a:lnTo>
                  <a:lnTo>
                    <a:pt x="67818" y="25908"/>
                  </a:lnTo>
                  <a:lnTo>
                    <a:pt x="67818" y="16852"/>
                  </a:lnTo>
                  <a:lnTo>
                    <a:pt x="64770" y="14478"/>
                  </a:lnTo>
                  <a:lnTo>
                    <a:pt x="58674" y="12954"/>
                  </a:lnTo>
                  <a:lnTo>
                    <a:pt x="52578" y="14478"/>
                  </a:lnTo>
                  <a:lnTo>
                    <a:pt x="48006" y="19050"/>
                  </a:lnTo>
                  <a:lnTo>
                    <a:pt x="49530" y="12192"/>
                  </a:lnTo>
                  <a:lnTo>
                    <a:pt x="52578" y="7620"/>
                  </a:lnTo>
                  <a:lnTo>
                    <a:pt x="70104" y="6096"/>
                  </a:lnTo>
                  <a:lnTo>
                    <a:pt x="73152" y="0"/>
                  </a:lnTo>
                  <a:lnTo>
                    <a:pt x="67818" y="0"/>
                  </a:lnTo>
                  <a:lnTo>
                    <a:pt x="67056" y="762"/>
                  </a:lnTo>
                  <a:lnTo>
                    <a:pt x="60960" y="762"/>
                  </a:lnTo>
                  <a:lnTo>
                    <a:pt x="50292" y="3048"/>
                  </a:lnTo>
                  <a:lnTo>
                    <a:pt x="45720" y="8382"/>
                  </a:lnTo>
                  <a:lnTo>
                    <a:pt x="44196" y="16764"/>
                  </a:lnTo>
                  <a:lnTo>
                    <a:pt x="44196" y="31242"/>
                  </a:lnTo>
                  <a:lnTo>
                    <a:pt x="47244" y="40386"/>
                  </a:lnTo>
                  <a:lnTo>
                    <a:pt x="48006" y="40894"/>
                  </a:lnTo>
                  <a:lnTo>
                    <a:pt x="49530" y="41910"/>
                  </a:lnTo>
                  <a:lnTo>
                    <a:pt x="54102" y="44958"/>
                  </a:lnTo>
                  <a:lnTo>
                    <a:pt x="58674" y="45720"/>
                  </a:lnTo>
                  <a:lnTo>
                    <a:pt x="66294" y="43434"/>
                  </a:lnTo>
                  <a:lnTo>
                    <a:pt x="67818" y="41402"/>
                  </a:lnTo>
                  <a:lnTo>
                    <a:pt x="73152" y="34290"/>
                  </a:lnTo>
                  <a:lnTo>
                    <a:pt x="73914" y="28956"/>
                  </a:lnTo>
                  <a:close/>
                </a:path>
                <a:path w="473709" h="125729">
                  <a:moveTo>
                    <a:pt x="107442" y="28956"/>
                  </a:moveTo>
                  <a:lnTo>
                    <a:pt x="105371" y="18757"/>
                  </a:lnTo>
                  <a:lnTo>
                    <a:pt x="102108" y="16497"/>
                  </a:lnTo>
                  <a:lnTo>
                    <a:pt x="102108" y="25146"/>
                  </a:lnTo>
                  <a:lnTo>
                    <a:pt x="102108" y="32766"/>
                  </a:lnTo>
                  <a:lnTo>
                    <a:pt x="99441" y="38442"/>
                  </a:lnTo>
                  <a:lnTo>
                    <a:pt x="94627" y="41033"/>
                  </a:lnTo>
                  <a:lnTo>
                    <a:pt x="94284" y="41033"/>
                  </a:lnTo>
                  <a:lnTo>
                    <a:pt x="89077" y="40309"/>
                  </a:lnTo>
                  <a:lnTo>
                    <a:pt x="84582" y="35814"/>
                  </a:lnTo>
                  <a:lnTo>
                    <a:pt x="83820" y="32766"/>
                  </a:lnTo>
                  <a:lnTo>
                    <a:pt x="83820" y="25146"/>
                  </a:lnTo>
                  <a:lnTo>
                    <a:pt x="84582" y="22098"/>
                  </a:lnTo>
                  <a:lnTo>
                    <a:pt x="88938" y="17932"/>
                  </a:lnTo>
                  <a:lnTo>
                    <a:pt x="94627" y="17233"/>
                  </a:lnTo>
                  <a:lnTo>
                    <a:pt x="99669" y="19723"/>
                  </a:lnTo>
                  <a:lnTo>
                    <a:pt x="102108" y="25146"/>
                  </a:lnTo>
                  <a:lnTo>
                    <a:pt x="102108" y="16497"/>
                  </a:lnTo>
                  <a:lnTo>
                    <a:pt x="97624" y="13373"/>
                  </a:lnTo>
                  <a:lnTo>
                    <a:pt x="87947" y="13487"/>
                  </a:lnTo>
                  <a:lnTo>
                    <a:pt x="80010" y="19812"/>
                  </a:lnTo>
                  <a:lnTo>
                    <a:pt x="78486" y="23622"/>
                  </a:lnTo>
                  <a:lnTo>
                    <a:pt x="77724" y="28956"/>
                  </a:lnTo>
                  <a:lnTo>
                    <a:pt x="78486" y="34290"/>
                  </a:lnTo>
                  <a:lnTo>
                    <a:pt x="80010" y="38100"/>
                  </a:lnTo>
                  <a:lnTo>
                    <a:pt x="83820" y="41706"/>
                  </a:lnTo>
                  <a:lnTo>
                    <a:pt x="86118" y="43878"/>
                  </a:lnTo>
                  <a:lnTo>
                    <a:pt x="94284" y="45402"/>
                  </a:lnTo>
                  <a:lnTo>
                    <a:pt x="101981" y="42697"/>
                  </a:lnTo>
                  <a:lnTo>
                    <a:pt x="102108" y="42506"/>
                  </a:lnTo>
                  <a:lnTo>
                    <a:pt x="106680" y="35814"/>
                  </a:lnTo>
                  <a:lnTo>
                    <a:pt x="107442" y="32766"/>
                  </a:lnTo>
                  <a:lnTo>
                    <a:pt x="107442" y="28956"/>
                  </a:lnTo>
                  <a:close/>
                </a:path>
                <a:path w="473709" h="125729">
                  <a:moveTo>
                    <a:pt x="112776" y="96774"/>
                  </a:moveTo>
                  <a:lnTo>
                    <a:pt x="110629" y="87312"/>
                  </a:lnTo>
                  <a:lnTo>
                    <a:pt x="107442" y="84937"/>
                  </a:lnTo>
                  <a:lnTo>
                    <a:pt x="107442" y="96774"/>
                  </a:lnTo>
                  <a:lnTo>
                    <a:pt x="106680" y="101346"/>
                  </a:lnTo>
                  <a:lnTo>
                    <a:pt x="105918" y="104394"/>
                  </a:lnTo>
                  <a:lnTo>
                    <a:pt x="102870" y="108966"/>
                  </a:lnTo>
                  <a:lnTo>
                    <a:pt x="100584" y="109728"/>
                  </a:lnTo>
                  <a:lnTo>
                    <a:pt x="95250" y="109728"/>
                  </a:lnTo>
                  <a:lnTo>
                    <a:pt x="92964" y="108966"/>
                  </a:lnTo>
                  <a:lnTo>
                    <a:pt x="89916" y="104394"/>
                  </a:lnTo>
                  <a:lnTo>
                    <a:pt x="89154" y="101346"/>
                  </a:lnTo>
                  <a:lnTo>
                    <a:pt x="88392" y="97536"/>
                  </a:lnTo>
                  <a:lnTo>
                    <a:pt x="89154" y="93726"/>
                  </a:lnTo>
                  <a:lnTo>
                    <a:pt x="89916" y="90678"/>
                  </a:lnTo>
                  <a:lnTo>
                    <a:pt x="94208" y="85991"/>
                  </a:lnTo>
                  <a:lnTo>
                    <a:pt x="99479" y="85255"/>
                  </a:lnTo>
                  <a:lnTo>
                    <a:pt x="104165" y="87985"/>
                  </a:lnTo>
                  <a:lnTo>
                    <a:pt x="106680" y="93726"/>
                  </a:lnTo>
                  <a:lnTo>
                    <a:pt x="107442" y="96774"/>
                  </a:lnTo>
                  <a:lnTo>
                    <a:pt x="107442" y="84937"/>
                  </a:lnTo>
                  <a:lnTo>
                    <a:pt x="103301" y="81826"/>
                  </a:lnTo>
                  <a:lnTo>
                    <a:pt x="93853" y="81534"/>
                  </a:lnTo>
                  <a:lnTo>
                    <a:pt x="85344" y="87630"/>
                  </a:lnTo>
                  <a:lnTo>
                    <a:pt x="83820" y="92202"/>
                  </a:lnTo>
                  <a:lnTo>
                    <a:pt x="83058" y="97536"/>
                  </a:lnTo>
                  <a:lnTo>
                    <a:pt x="83820" y="102870"/>
                  </a:lnTo>
                  <a:lnTo>
                    <a:pt x="85344" y="106680"/>
                  </a:lnTo>
                  <a:lnTo>
                    <a:pt x="88392" y="109613"/>
                  </a:lnTo>
                  <a:lnTo>
                    <a:pt x="91490" y="112598"/>
                  </a:lnTo>
                  <a:lnTo>
                    <a:pt x="99745" y="114185"/>
                  </a:lnTo>
                  <a:lnTo>
                    <a:pt x="107442" y="111455"/>
                  </a:lnTo>
                  <a:lnTo>
                    <a:pt x="112014" y="104394"/>
                  </a:lnTo>
                  <a:lnTo>
                    <a:pt x="112776" y="101346"/>
                  </a:lnTo>
                  <a:lnTo>
                    <a:pt x="112776" y="96774"/>
                  </a:lnTo>
                  <a:close/>
                </a:path>
                <a:path w="473709" h="125729">
                  <a:moveTo>
                    <a:pt x="141732" y="25908"/>
                  </a:moveTo>
                  <a:lnTo>
                    <a:pt x="139242" y="18732"/>
                  </a:lnTo>
                  <a:lnTo>
                    <a:pt x="136398" y="15976"/>
                  </a:lnTo>
                  <a:lnTo>
                    <a:pt x="136398" y="28956"/>
                  </a:lnTo>
                  <a:lnTo>
                    <a:pt x="135636" y="32766"/>
                  </a:lnTo>
                  <a:lnTo>
                    <a:pt x="133223" y="38379"/>
                  </a:lnTo>
                  <a:lnTo>
                    <a:pt x="128854" y="41135"/>
                  </a:lnTo>
                  <a:lnTo>
                    <a:pt x="124053" y="40462"/>
                  </a:lnTo>
                  <a:lnTo>
                    <a:pt x="120396" y="35814"/>
                  </a:lnTo>
                  <a:lnTo>
                    <a:pt x="118872" y="29718"/>
                  </a:lnTo>
                  <a:lnTo>
                    <a:pt x="119634" y="25908"/>
                  </a:lnTo>
                  <a:lnTo>
                    <a:pt x="120396" y="22860"/>
                  </a:lnTo>
                  <a:lnTo>
                    <a:pt x="123939" y="18034"/>
                  </a:lnTo>
                  <a:lnTo>
                    <a:pt x="128854" y="17119"/>
                  </a:lnTo>
                  <a:lnTo>
                    <a:pt x="133324" y="19621"/>
                  </a:lnTo>
                  <a:lnTo>
                    <a:pt x="135636" y="25146"/>
                  </a:lnTo>
                  <a:lnTo>
                    <a:pt x="136398" y="28956"/>
                  </a:lnTo>
                  <a:lnTo>
                    <a:pt x="136398" y="15976"/>
                  </a:lnTo>
                  <a:lnTo>
                    <a:pt x="134594" y="14211"/>
                  </a:lnTo>
                  <a:lnTo>
                    <a:pt x="128854" y="12801"/>
                  </a:lnTo>
                  <a:lnTo>
                    <a:pt x="128016" y="12776"/>
                  </a:lnTo>
                  <a:lnTo>
                    <a:pt x="121158" y="14478"/>
                  </a:lnTo>
                  <a:lnTo>
                    <a:pt x="120396" y="16002"/>
                  </a:lnTo>
                  <a:lnTo>
                    <a:pt x="118872" y="17526"/>
                  </a:lnTo>
                  <a:lnTo>
                    <a:pt x="118872" y="12954"/>
                  </a:lnTo>
                  <a:lnTo>
                    <a:pt x="113538" y="12954"/>
                  </a:lnTo>
                  <a:lnTo>
                    <a:pt x="113538" y="57912"/>
                  </a:lnTo>
                  <a:lnTo>
                    <a:pt x="119634" y="57912"/>
                  </a:lnTo>
                  <a:lnTo>
                    <a:pt x="119634" y="41910"/>
                  </a:lnTo>
                  <a:lnTo>
                    <a:pt x="120396" y="42672"/>
                  </a:lnTo>
                  <a:lnTo>
                    <a:pt x="121920" y="43434"/>
                  </a:lnTo>
                  <a:lnTo>
                    <a:pt x="122682" y="44196"/>
                  </a:lnTo>
                  <a:lnTo>
                    <a:pt x="124053" y="44869"/>
                  </a:lnTo>
                  <a:lnTo>
                    <a:pt x="125730" y="44958"/>
                  </a:lnTo>
                  <a:lnTo>
                    <a:pt x="128016" y="45720"/>
                  </a:lnTo>
                  <a:lnTo>
                    <a:pt x="134874" y="43434"/>
                  </a:lnTo>
                  <a:lnTo>
                    <a:pt x="136398" y="41910"/>
                  </a:lnTo>
                  <a:lnTo>
                    <a:pt x="138684" y="39624"/>
                  </a:lnTo>
                  <a:lnTo>
                    <a:pt x="140208" y="37338"/>
                  </a:lnTo>
                  <a:lnTo>
                    <a:pt x="140970" y="35052"/>
                  </a:lnTo>
                  <a:lnTo>
                    <a:pt x="141732" y="32004"/>
                  </a:lnTo>
                  <a:lnTo>
                    <a:pt x="141732" y="25908"/>
                  </a:lnTo>
                  <a:close/>
                </a:path>
                <a:path w="473709" h="125729">
                  <a:moveTo>
                    <a:pt x="147066" y="68580"/>
                  </a:moveTo>
                  <a:lnTo>
                    <a:pt x="142494" y="68580"/>
                  </a:lnTo>
                  <a:lnTo>
                    <a:pt x="141732" y="69342"/>
                  </a:lnTo>
                  <a:lnTo>
                    <a:pt x="134874" y="70104"/>
                  </a:lnTo>
                  <a:lnTo>
                    <a:pt x="124968" y="72390"/>
                  </a:lnTo>
                  <a:lnTo>
                    <a:pt x="120396" y="76962"/>
                  </a:lnTo>
                  <a:lnTo>
                    <a:pt x="118110" y="84582"/>
                  </a:lnTo>
                  <a:lnTo>
                    <a:pt x="118110" y="99060"/>
                  </a:lnTo>
                  <a:lnTo>
                    <a:pt x="121920" y="108966"/>
                  </a:lnTo>
                  <a:lnTo>
                    <a:pt x="122682" y="109537"/>
                  </a:lnTo>
                  <a:lnTo>
                    <a:pt x="124206" y="110680"/>
                  </a:lnTo>
                  <a:lnTo>
                    <a:pt x="128016" y="113538"/>
                  </a:lnTo>
                  <a:lnTo>
                    <a:pt x="133350" y="114300"/>
                  </a:lnTo>
                  <a:lnTo>
                    <a:pt x="137922" y="113538"/>
                  </a:lnTo>
                  <a:lnTo>
                    <a:pt x="142494" y="110261"/>
                  </a:lnTo>
                  <a:lnTo>
                    <a:pt x="143256" y="109728"/>
                  </a:lnTo>
                  <a:lnTo>
                    <a:pt x="147066" y="102870"/>
                  </a:lnTo>
                  <a:lnTo>
                    <a:pt x="147066" y="90678"/>
                  </a:lnTo>
                  <a:lnTo>
                    <a:pt x="144018" y="85344"/>
                  </a:lnTo>
                  <a:lnTo>
                    <a:pt x="142494" y="84582"/>
                  </a:lnTo>
                  <a:lnTo>
                    <a:pt x="142494" y="96774"/>
                  </a:lnTo>
                  <a:lnTo>
                    <a:pt x="141732" y="101346"/>
                  </a:lnTo>
                  <a:lnTo>
                    <a:pt x="140970" y="104394"/>
                  </a:lnTo>
                  <a:lnTo>
                    <a:pt x="136715" y="109029"/>
                  </a:lnTo>
                  <a:lnTo>
                    <a:pt x="131432" y="109778"/>
                  </a:lnTo>
                  <a:lnTo>
                    <a:pt x="126746" y="107264"/>
                  </a:lnTo>
                  <a:lnTo>
                    <a:pt x="124206" y="102108"/>
                  </a:lnTo>
                  <a:lnTo>
                    <a:pt x="124206" y="94488"/>
                  </a:lnTo>
                  <a:lnTo>
                    <a:pt x="124968" y="91440"/>
                  </a:lnTo>
                  <a:lnTo>
                    <a:pt x="126492" y="89154"/>
                  </a:lnTo>
                  <a:lnTo>
                    <a:pt x="128016" y="87630"/>
                  </a:lnTo>
                  <a:lnTo>
                    <a:pt x="130302" y="86106"/>
                  </a:lnTo>
                  <a:lnTo>
                    <a:pt x="135636" y="86106"/>
                  </a:lnTo>
                  <a:lnTo>
                    <a:pt x="140208" y="89154"/>
                  </a:lnTo>
                  <a:lnTo>
                    <a:pt x="140970" y="91440"/>
                  </a:lnTo>
                  <a:lnTo>
                    <a:pt x="141732" y="94488"/>
                  </a:lnTo>
                  <a:lnTo>
                    <a:pt x="142494" y="96774"/>
                  </a:lnTo>
                  <a:lnTo>
                    <a:pt x="142494" y="84582"/>
                  </a:lnTo>
                  <a:lnTo>
                    <a:pt x="136398" y="81534"/>
                  </a:lnTo>
                  <a:lnTo>
                    <a:pt x="130302" y="81534"/>
                  </a:lnTo>
                  <a:lnTo>
                    <a:pt x="122682" y="87630"/>
                  </a:lnTo>
                  <a:lnTo>
                    <a:pt x="123444" y="80772"/>
                  </a:lnTo>
                  <a:lnTo>
                    <a:pt x="127254" y="76200"/>
                  </a:lnTo>
                  <a:lnTo>
                    <a:pt x="140208" y="75438"/>
                  </a:lnTo>
                  <a:lnTo>
                    <a:pt x="145542" y="73152"/>
                  </a:lnTo>
                  <a:lnTo>
                    <a:pt x="147066" y="68580"/>
                  </a:lnTo>
                  <a:close/>
                </a:path>
                <a:path w="473709" h="125729">
                  <a:moveTo>
                    <a:pt x="160782" y="0"/>
                  </a:moveTo>
                  <a:lnTo>
                    <a:pt x="156210" y="0"/>
                  </a:lnTo>
                  <a:lnTo>
                    <a:pt x="153162" y="12192"/>
                  </a:lnTo>
                  <a:lnTo>
                    <a:pt x="147066" y="34290"/>
                  </a:lnTo>
                  <a:lnTo>
                    <a:pt x="144018" y="45720"/>
                  </a:lnTo>
                  <a:lnTo>
                    <a:pt x="148590" y="45720"/>
                  </a:lnTo>
                  <a:lnTo>
                    <a:pt x="151638" y="34290"/>
                  </a:lnTo>
                  <a:lnTo>
                    <a:pt x="157734" y="12192"/>
                  </a:lnTo>
                  <a:lnTo>
                    <a:pt x="160782" y="0"/>
                  </a:lnTo>
                  <a:close/>
                </a:path>
                <a:path w="473709" h="125729">
                  <a:moveTo>
                    <a:pt x="182118" y="96774"/>
                  </a:moveTo>
                  <a:lnTo>
                    <a:pt x="181356" y="94488"/>
                  </a:lnTo>
                  <a:lnTo>
                    <a:pt x="179997" y="87795"/>
                  </a:lnTo>
                  <a:lnTo>
                    <a:pt x="176784" y="84175"/>
                  </a:lnTo>
                  <a:lnTo>
                    <a:pt x="176784" y="96774"/>
                  </a:lnTo>
                  <a:lnTo>
                    <a:pt x="176022" y="101346"/>
                  </a:lnTo>
                  <a:lnTo>
                    <a:pt x="175260" y="104394"/>
                  </a:lnTo>
                  <a:lnTo>
                    <a:pt x="172212" y="108966"/>
                  </a:lnTo>
                  <a:lnTo>
                    <a:pt x="169926" y="109728"/>
                  </a:lnTo>
                  <a:lnTo>
                    <a:pt x="165354" y="109728"/>
                  </a:lnTo>
                  <a:lnTo>
                    <a:pt x="163068" y="108966"/>
                  </a:lnTo>
                  <a:lnTo>
                    <a:pt x="160020" y="104394"/>
                  </a:lnTo>
                  <a:lnTo>
                    <a:pt x="159258" y="101346"/>
                  </a:lnTo>
                  <a:lnTo>
                    <a:pt x="159258" y="93726"/>
                  </a:lnTo>
                  <a:lnTo>
                    <a:pt x="160020" y="90678"/>
                  </a:lnTo>
                  <a:lnTo>
                    <a:pt x="163068" y="86106"/>
                  </a:lnTo>
                  <a:lnTo>
                    <a:pt x="166116" y="85344"/>
                  </a:lnTo>
                  <a:lnTo>
                    <a:pt x="168402" y="84582"/>
                  </a:lnTo>
                  <a:lnTo>
                    <a:pt x="169926" y="85344"/>
                  </a:lnTo>
                  <a:lnTo>
                    <a:pt x="172212" y="86106"/>
                  </a:lnTo>
                  <a:lnTo>
                    <a:pt x="173736" y="87630"/>
                  </a:lnTo>
                  <a:lnTo>
                    <a:pt x="175260" y="90678"/>
                  </a:lnTo>
                  <a:lnTo>
                    <a:pt x="176784" y="96774"/>
                  </a:lnTo>
                  <a:lnTo>
                    <a:pt x="176784" y="84175"/>
                  </a:lnTo>
                  <a:lnTo>
                    <a:pt x="175488" y="82715"/>
                  </a:lnTo>
                  <a:lnTo>
                    <a:pt x="168960" y="80657"/>
                  </a:lnTo>
                  <a:lnTo>
                    <a:pt x="161544" y="83058"/>
                  </a:lnTo>
                  <a:lnTo>
                    <a:pt x="159258" y="85344"/>
                  </a:lnTo>
                  <a:lnTo>
                    <a:pt x="159258" y="81534"/>
                  </a:lnTo>
                  <a:lnTo>
                    <a:pt x="153924" y="81534"/>
                  </a:lnTo>
                  <a:lnTo>
                    <a:pt x="153924" y="125730"/>
                  </a:lnTo>
                  <a:lnTo>
                    <a:pt x="159258" y="125730"/>
                  </a:lnTo>
                  <a:lnTo>
                    <a:pt x="159258" y="110490"/>
                  </a:lnTo>
                  <a:lnTo>
                    <a:pt x="160782" y="111252"/>
                  </a:lnTo>
                  <a:lnTo>
                    <a:pt x="161544" y="112014"/>
                  </a:lnTo>
                  <a:lnTo>
                    <a:pt x="166116" y="114300"/>
                  </a:lnTo>
                  <a:lnTo>
                    <a:pt x="170688" y="114300"/>
                  </a:lnTo>
                  <a:lnTo>
                    <a:pt x="172974" y="113538"/>
                  </a:lnTo>
                  <a:lnTo>
                    <a:pt x="175260" y="112014"/>
                  </a:lnTo>
                  <a:lnTo>
                    <a:pt x="176784" y="110490"/>
                  </a:lnTo>
                  <a:lnTo>
                    <a:pt x="179070" y="108966"/>
                  </a:lnTo>
                  <a:lnTo>
                    <a:pt x="180594" y="105918"/>
                  </a:lnTo>
                  <a:lnTo>
                    <a:pt x="181356" y="103632"/>
                  </a:lnTo>
                  <a:lnTo>
                    <a:pt x="181356" y="100584"/>
                  </a:lnTo>
                  <a:lnTo>
                    <a:pt x="182118" y="96774"/>
                  </a:lnTo>
                  <a:close/>
                </a:path>
                <a:path w="473709" h="125729">
                  <a:moveTo>
                    <a:pt x="192786" y="12954"/>
                  </a:moveTo>
                  <a:lnTo>
                    <a:pt x="167640" y="12954"/>
                  </a:lnTo>
                  <a:lnTo>
                    <a:pt x="167640" y="38862"/>
                  </a:lnTo>
                  <a:lnTo>
                    <a:pt x="166878" y="39624"/>
                  </a:lnTo>
                  <a:lnTo>
                    <a:pt x="166878" y="40386"/>
                  </a:lnTo>
                  <a:lnTo>
                    <a:pt x="161544" y="40386"/>
                  </a:lnTo>
                  <a:lnTo>
                    <a:pt x="161544" y="44958"/>
                  </a:lnTo>
                  <a:lnTo>
                    <a:pt x="169164" y="44958"/>
                  </a:lnTo>
                  <a:lnTo>
                    <a:pt x="170688" y="44196"/>
                  </a:lnTo>
                  <a:lnTo>
                    <a:pt x="171450" y="42672"/>
                  </a:lnTo>
                  <a:lnTo>
                    <a:pt x="172212" y="41910"/>
                  </a:lnTo>
                  <a:lnTo>
                    <a:pt x="172974" y="40386"/>
                  </a:lnTo>
                  <a:lnTo>
                    <a:pt x="172974" y="17526"/>
                  </a:lnTo>
                  <a:lnTo>
                    <a:pt x="187452" y="17526"/>
                  </a:lnTo>
                  <a:lnTo>
                    <a:pt x="187452" y="44958"/>
                  </a:lnTo>
                  <a:lnTo>
                    <a:pt x="192786" y="44958"/>
                  </a:lnTo>
                  <a:lnTo>
                    <a:pt x="192786" y="12954"/>
                  </a:lnTo>
                  <a:close/>
                </a:path>
                <a:path w="473709" h="125729">
                  <a:moveTo>
                    <a:pt x="215646" y="113538"/>
                  </a:moveTo>
                  <a:lnTo>
                    <a:pt x="214884" y="109728"/>
                  </a:lnTo>
                  <a:lnTo>
                    <a:pt x="214122" y="87630"/>
                  </a:lnTo>
                  <a:lnTo>
                    <a:pt x="212598" y="83820"/>
                  </a:lnTo>
                  <a:lnTo>
                    <a:pt x="205740" y="80772"/>
                  </a:lnTo>
                  <a:lnTo>
                    <a:pt x="198120" y="80772"/>
                  </a:lnTo>
                  <a:lnTo>
                    <a:pt x="192024" y="83058"/>
                  </a:lnTo>
                  <a:lnTo>
                    <a:pt x="187452" y="90678"/>
                  </a:lnTo>
                  <a:lnTo>
                    <a:pt x="192786" y="91440"/>
                  </a:lnTo>
                  <a:lnTo>
                    <a:pt x="195072" y="86868"/>
                  </a:lnTo>
                  <a:lnTo>
                    <a:pt x="201168" y="85344"/>
                  </a:lnTo>
                  <a:lnTo>
                    <a:pt x="207264" y="86868"/>
                  </a:lnTo>
                  <a:lnTo>
                    <a:pt x="208788" y="92964"/>
                  </a:lnTo>
                  <a:lnTo>
                    <a:pt x="208788" y="97536"/>
                  </a:lnTo>
                  <a:lnTo>
                    <a:pt x="208788" y="99060"/>
                  </a:lnTo>
                  <a:lnTo>
                    <a:pt x="208127" y="103251"/>
                  </a:lnTo>
                  <a:lnTo>
                    <a:pt x="207060" y="108877"/>
                  </a:lnTo>
                  <a:lnTo>
                    <a:pt x="201930" y="109728"/>
                  </a:lnTo>
                  <a:lnTo>
                    <a:pt x="195072" y="109728"/>
                  </a:lnTo>
                  <a:lnTo>
                    <a:pt x="192024" y="106680"/>
                  </a:lnTo>
                  <a:lnTo>
                    <a:pt x="192024" y="104394"/>
                  </a:lnTo>
                  <a:lnTo>
                    <a:pt x="192786" y="102870"/>
                  </a:lnTo>
                  <a:lnTo>
                    <a:pt x="192786" y="102108"/>
                  </a:lnTo>
                  <a:lnTo>
                    <a:pt x="193548" y="102108"/>
                  </a:lnTo>
                  <a:lnTo>
                    <a:pt x="195072" y="100584"/>
                  </a:lnTo>
                  <a:lnTo>
                    <a:pt x="195834" y="100584"/>
                  </a:lnTo>
                  <a:lnTo>
                    <a:pt x="197358" y="99822"/>
                  </a:lnTo>
                  <a:lnTo>
                    <a:pt x="199644" y="99060"/>
                  </a:lnTo>
                  <a:lnTo>
                    <a:pt x="203454" y="99060"/>
                  </a:lnTo>
                  <a:lnTo>
                    <a:pt x="206502" y="98298"/>
                  </a:lnTo>
                  <a:lnTo>
                    <a:pt x="208788" y="97536"/>
                  </a:lnTo>
                  <a:lnTo>
                    <a:pt x="208788" y="92964"/>
                  </a:lnTo>
                  <a:lnTo>
                    <a:pt x="198882" y="94488"/>
                  </a:lnTo>
                  <a:lnTo>
                    <a:pt x="192024" y="96774"/>
                  </a:lnTo>
                  <a:lnTo>
                    <a:pt x="187452" y="100584"/>
                  </a:lnTo>
                  <a:lnTo>
                    <a:pt x="186690" y="105156"/>
                  </a:lnTo>
                  <a:lnTo>
                    <a:pt x="187452" y="108966"/>
                  </a:lnTo>
                  <a:lnTo>
                    <a:pt x="192024" y="112877"/>
                  </a:lnTo>
                  <a:lnTo>
                    <a:pt x="192786" y="113538"/>
                  </a:lnTo>
                  <a:lnTo>
                    <a:pt x="200406" y="113538"/>
                  </a:lnTo>
                  <a:lnTo>
                    <a:pt x="208788" y="109728"/>
                  </a:lnTo>
                  <a:lnTo>
                    <a:pt x="210312" y="113538"/>
                  </a:lnTo>
                  <a:lnTo>
                    <a:pt x="215646" y="113538"/>
                  </a:lnTo>
                  <a:close/>
                </a:path>
                <a:path w="473709" h="125729">
                  <a:moveTo>
                    <a:pt x="228600" y="28956"/>
                  </a:moveTo>
                  <a:lnTo>
                    <a:pt x="227838" y="24384"/>
                  </a:lnTo>
                  <a:lnTo>
                    <a:pt x="226314" y="19812"/>
                  </a:lnTo>
                  <a:lnTo>
                    <a:pt x="224028" y="16764"/>
                  </a:lnTo>
                  <a:lnTo>
                    <a:pt x="222504" y="15240"/>
                  </a:lnTo>
                  <a:lnTo>
                    <a:pt x="222504" y="25146"/>
                  </a:lnTo>
                  <a:lnTo>
                    <a:pt x="222504" y="32766"/>
                  </a:lnTo>
                  <a:lnTo>
                    <a:pt x="219811" y="38696"/>
                  </a:lnTo>
                  <a:lnTo>
                    <a:pt x="215036" y="41262"/>
                  </a:lnTo>
                  <a:lnTo>
                    <a:pt x="209626" y="40335"/>
                  </a:lnTo>
                  <a:lnTo>
                    <a:pt x="204978" y="35814"/>
                  </a:lnTo>
                  <a:lnTo>
                    <a:pt x="204216" y="32766"/>
                  </a:lnTo>
                  <a:lnTo>
                    <a:pt x="204216" y="25146"/>
                  </a:lnTo>
                  <a:lnTo>
                    <a:pt x="204978" y="22098"/>
                  </a:lnTo>
                  <a:lnTo>
                    <a:pt x="209181" y="14452"/>
                  </a:lnTo>
                  <a:lnTo>
                    <a:pt x="221576" y="15316"/>
                  </a:lnTo>
                  <a:lnTo>
                    <a:pt x="222504" y="25146"/>
                  </a:lnTo>
                  <a:lnTo>
                    <a:pt x="222504" y="15240"/>
                  </a:lnTo>
                  <a:lnTo>
                    <a:pt x="221742" y="14478"/>
                  </a:lnTo>
                  <a:lnTo>
                    <a:pt x="217932" y="12954"/>
                  </a:lnTo>
                  <a:lnTo>
                    <a:pt x="209550" y="12954"/>
                  </a:lnTo>
                  <a:lnTo>
                    <a:pt x="203454" y="16002"/>
                  </a:lnTo>
                  <a:lnTo>
                    <a:pt x="200406" y="19812"/>
                  </a:lnTo>
                  <a:lnTo>
                    <a:pt x="198882" y="23622"/>
                  </a:lnTo>
                  <a:lnTo>
                    <a:pt x="198882" y="34290"/>
                  </a:lnTo>
                  <a:lnTo>
                    <a:pt x="200406" y="38100"/>
                  </a:lnTo>
                  <a:lnTo>
                    <a:pt x="202692" y="41148"/>
                  </a:lnTo>
                  <a:lnTo>
                    <a:pt x="204216" y="42291"/>
                  </a:lnTo>
                  <a:lnTo>
                    <a:pt x="205740" y="43434"/>
                  </a:lnTo>
                  <a:lnTo>
                    <a:pt x="208788" y="44958"/>
                  </a:lnTo>
                  <a:lnTo>
                    <a:pt x="214122" y="45720"/>
                  </a:lnTo>
                  <a:lnTo>
                    <a:pt x="216408" y="44958"/>
                  </a:lnTo>
                  <a:lnTo>
                    <a:pt x="218694" y="44958"/>
                  </a:lnTo>
                  <a:lnTo>
                    <a:pt x="222504" y="42418"/>
                  </a:lnTo>
                  <a:lnTo>
                    <a:pt x="225552" y="40386"/>
                  </a:lnTo>
                  <a:lnTo>
                    <a:pt x="226314" y="38100"/>
                  </a:lnTo>
                  <a:lnTo>
                    <a:pt x="227838" y="35814"/>
                  </a:lnTo>
                  <a:lnTo>
                    <a:pt x="228600" y="32766"/>
                  </a:lnTo>
                  <a:lnTo>
                    <a:pt x="228600" y="28956"/>
                  </a:lnTo>
                  <a:close/>
                </a:path>
                <a:path w="473709" h="125729">
                  <a:moveTo>
                    <a:pt x="249936" y="68580"/>
                  </a:moveTo>
                  <a:lnTo>
                    <a:pt x="245364" y="68580"/>
                  </a:lnTo>
                  <a:lnTo>
                    <a:pt x="243840" y="69342"/>
                  </a:lnTo>
                  <a:lnTo>
                    <a:pt x="237744" y="70104"/>
                  </a:lnTo>
                  <a:lnTo>
                    <a:pt x="227076" y="72390"/>
                  </a:lnTo>
                  <a:lnTo>
                    <a:pt x="223266" y="76962"/>
                  </a:lnTo>
                  <a:lnTo>
                    <a:pt x="220980" y="84582"/>
                  </a:lnTo>
                  <a:lnTo>
                    <a:pt x="220980" y="99060"/>
                  </a:lnTo>
                  <a:lnTo>
                    <a:pt x="224028" y="108966"/>
                  </a:lnTo>
                  <a:lnTo>
                    <a:pt x="225552" y="109982"/>
                  </a:lnTo>
                  <a:lnTo>
                    <a:pt x="227076" y="110998"/>
                  </a:lnTo>
                  <a:lnTo>
                    <a:pt x="230886" y="113538"/>
                  </a:lnTo>
                  <a:lnTo>
                    <a:pt x="236220" y="114300"/>
                  </a:lnTo>
                  <a:lnTo>
                    <a:pt x="240030" y="113538"/>
                  </a:lnTo>
                  <a:lnTo>
                    <a:pt x="244602" y="110680"/>
                  </a:lnTo>
                  <a:lnTo>
                    <a:pt x="246126" y="109728"/>
                  </a:lnTo>
                  <a:lnTo>
                    <a:pt x="249936" y="102870"/>
                  </a:lnTo>
                  <a:lnTo>
                    <a:pt x="249936" y="90678"/>
                  </a:lnTo>
                  <a:lnTo>
                    <a:pt x="244602" y="84683"/>
                  </a:lnTo>
                  <a:lnTo>
                    <a:pt x="244602" y="94488"/>
                  </a:lnTo>
                  <a:lnTo>
                    <a:pt x="244602" y="101346"/>
                  </a:lnTo>
                  <a:lnTo>
                    <a:pt x="243840" y="104394"/>
                  </a:lnTo>
                  <a:lnTo>
                    <a:pt x="239572" y="109029"/>
                  </a:lnTo>
                  <a:lnTo>
                    <a:pt x="234302" y="109778"/>
                  </a:lnTo>
                  <a:lnTo>
                    <a:pt x="229616" y="107264"/>
                  </a:lnTo>
                  <a:lnTo>
                    <a:pt x="227076" y="102108"/>
                  </a:lnTo>
                  <a:lnTo>
                    <a:pt x="227076" y="94488"/>
                  </a:lnTo>
                  <a:lnTo>
                    <a:pt x="229616" y="88722"/>
                  </a:lnTo>
                  <a:lnTo>
                    <a:pt x="234302" y="86017"/>
                  </a:lnTo>
                  <a:lnTo>
                    <a:pt x="239585" y="86791"/>
                  </a:lnTo>
                  <a:lnTo>
                    <a:pt x="243840" y="91440"/>
                  </a:lnTo>
                  <a:lnTo>
                    <a:pt x="244602" y="94488"/>
                  </a:lnTo>
                  <a:lnTo>
                    <a:pt x="244602" y="84683"/>
                  </a:lnTo>
                  <a:lnTo>
                    <a:pt x="243840" y="83820"/>
                  </a:lnTo>
                  <a:lnTo>
                    <a:pt x="236220" y="81534"/>
                  </a:lnTo>
                  <a:lnTo>
                    <a:pt x="230124" y="83058"/>
                  </a:lnTo>
                  <a:lnTo>
                    <a:pt x="225552" y="87630"/>
                  </a:lnTo>
                  <a:lnTo>
                    <a:pt x="226314" y="80772"/>
                  </a:lnTo>
                  <a:lnTo>
                    <a:pt x="231648" y="76200"/>
                  </a:lnTo>
                  <a:lnTo>
                    <a:pt x="243078" y="75438"/>
                  </a:lnTo>
                  <a:lnTo>
                    <a:pt x="248412" y="73152"/>
                  </a:lnTo>
                  <a:lnTo>
                    <a:pt x="249936" y="68580"/>
                  </a:lnTo>
                  <a:close/>
                </a:path>
                <a:path w="473709" h="125729">
                  <a:moveTo>
                    <a:pt x="252984" y="12954"/>
                  </a:moveTo>
                  <a:lnTo>
                    <a:pt x="234696" y="12954"/>
                  </a:lnTo>
                  <a:lnTo>
                    <a:pt x="234696" y="44958"/>
                  </a:lnTo>
                  <a:lnTo>
                    <a:pt x="240030" y="44958"/>
                  </a:lnTo>
                  <a:lnTo>
                    <a:pt x="240030" y="17526"/>
                  </a:lnTo>
                  <a:lnTo>
                    <a:pt x="252984" y="17526"/>
                  </a:lnTo>
                  <a:lnTo>
                    <a:pt x="252984" y="12954"/>
                  </a:lnTo>
                  <a:close/>
                </a:path>
                <a:path w="473709" h="125729">
                  <a:moveTo>
                    <a:pt x="283464" y="12954"/>
                  </a:moveTo>
                  <a:lnTo>
                    <a:pt x="277368" y="12954"/>
                  </a:lnTo>
                  <a:lnTo>
                    <a:pt x="273558" y="19812"/>
                  </a:lnTo>
                  <a:lnTo>
                    <a:pt x="265938" y="31242"/>
                  </a:lnTo>
                  <a:lnTo>
                    <a:pt x="262128" y="37338"/>
                  </a:lnTo>
                  <a:lnTo>
                    <a:pt x="262128" y="12954"/>
                  </a:lnTo>
                  <a:lnTo>
                    <a:pt x="256794" y="12954"/>
                  </a:lnTo>
                  <a:lnTo>
                    <a:pt x="256794" y="44958"/>
                  </a:lnTo>
                  <a:lnTo>
                    <a:pt x="262890" y="44958"/>
                  </a:lnTo>
                  <a:lnTo>
                    <a:pt x="266700" y="38862"/>
                  </a:lnTo>
                  <a:lnTo>
                    <a:pt x="273558" y="27432"/>
                  </a:lnTo>
                  <a:lnTo>
                    <a:pt x="277368" y="21336"/>
                  </a:lnTo>
                  <a:lnTo>
                    <a:pt x="277368" y="44958"/>
                  </a:lnTo>
                  <a:lnTo>
                    <a:pt x="283464" y="44958"/>
                  </a:lnTo>
                  <a:lnTo>
                    <a:pt x="283464" y="12954"/>
                  </a:lnTo>
                  <a:close/>
                </a:path>
                <a:path w="473709" h="125729">
                  <a:moveTo>
                    <a:pt x="284988" y="96774"/>
                  </a:moveTo>
                  <a:lnTo>
                    <a:pt x="284226" y="92202"/>
                  </a:lnTo>
                  <a:lnTo>
                    <a:pt x="283464" y="88392"/>
                  </a:lnTo>
                  <a:lnTo>
                    <a:pt x="280416" y="85344"/>
                  </a:lnTo>
                  <a:lnTo>
                    <a:pt x="279654" y="84772"/>
                  </a:lnTo>
                  <a:lnTo>
                    <a:pt x="279654" y="96774"/>
                  </a:lnTo>
                  <a:lnTo>
                    <a:pt x="278892" y="101346"/>
                  </a:lnTo>
                  <a:lnTo>
                    <a:pt x="278130" y="104394"/>
                  </a:lnTo>
                  <a:lnTo>
                    <a:pt x="275082" y="108966"/>
                  </a:lnTo>
                  <a:lnTo>
                    <a:pt x="272796" y="109728"/>
                  </a:lnTo>
                  <a:lnTo>
                    <a:pt x="267462" y="109728"/>
                  </a:lnTo>
                  <a:lnTo>
                    <a:pt x="265176" y="108966"/>
                  </a:lnTo>
                  <a:lnTo>
                    <a:pt x="262128" y="104394"/>
                  </a:lnTo>
                  <a:lnTo>
                    <a:pt x="261366" y="101346"/>
                  </a:lnTo>
                  <a:lnTo>
                    <a:pt x="260604" y="97536"/>
                  </a:lnTo>
                  <a:lnTo>
                    <a:pt x="261366" y="93726"/>
                  </a:lnTo>
                  <a:lnTo>
                    <a:pt x="262128" y="90678"/>
                  </a:lnTo>
                  <a:lnTo>
                    <a:pt x="266407" y="86017"/>
                  </a:lnTo>
                  <a:lnTo>
                    <a:pt x="271678" y="85255"/>
                  </a:lnTo>
                  <a:lnTo>
                    <a:pt x="276364" y="87960"/>
                  </a:lnTo>
                  <a:lnTo>
                    <a:pt x="278892" y="93726"/>
                  </a:lnTo>
                  <a:lnTo>
                    <a:pt x="279654" y="96774"/>
                  </a:lnTo>
                  <a:lnTo>
                    <a:pt x="279654" y="84772"/>
                  </a:lnTo>
                  <a:lnTo>
                    <a:pt x="277368" y="83058"/>
                  </a:lnTo>
                  <a:lnTo>
                    <a:pt x="274320" y="81534"/>
                  </a:lnTo>
                  <a:lnTo>
                    <a:pt x="269748" y="80772"/>
                  </a:lnTo>
                  <a:lnTo>
                    <a:pt x="266700" y="81534"/>
                  </a:lnTo>
                  <a:lnTo>
                    <a:pt x="262890" y="82296"/>
                  </a:lnTo>
                  <a:lnTo>
                    <a:pt x="259842" y="84582"/>
                  </a:lnTo>
                  <a:lnTo>
                    <a:pt x="257556" y="87630"/>
                  </a:lnTo>
                  <a:lnTo>
                    <a:pt x="256032" y="92202"/>
                  </a:lnTo>
                  <a:lnTo>
                    <a:pt x="255270" y="97536"/>
                  </a:lnTo>
                  <a:lnTo>
                    <a:pt x="255270" y="102870"/>
                  </a:lnTo>
                  <a:lnTo>
                    <a:pt x="256794" y="106680"/>
                  </a:lnTo>
                  <a:lnTo>
                    <a:pt x="260604" y="110236"/>
                  </a:lnTo>
                  <a:lnTo>
                    <a:pt x="263105" y="112560"/>
                  </a:lnTo>
                  <a:lnTo>
                    <a:pt x="271589" y="114198"/>
                  </a:lnTo>
                  <a:lnTo>
                    <a:pt x="279539" y="111493"/>
                  </a:lnTo>
                  <a:lnTo>
                    <a:pt x="279654" y="111302"/>
                  </a:lnTo>
                  <a:lnTo>
                    <a:pt x="284226" y="104394"/>
                  </a:lnTo>
                  <a:lnTo>
                    <a:pt x="284988" y="101346"/>
                  </a:lnTo>
                  <a:lnTo>
                    <a:pt x="284988" y="96774"/>
                  </a:lnTo>
                  <a:close/>
                </a:path>
                <a:path w="473709" h="125729">
                  <a:moveTo>
                    <a:pt x="313944" y="81534"/>
                  </a:moveTo>
                  <a:lnTo>
                    <a:pt x="288036" y="81534"/>
                  </a:lnTo>
                  <a:lnTo>
                    <a:pt x="288036" y="86106"/>
                  </a:lnTo>
                  <a:lnTo>
                    <a:pt x="298704" y="86106"/>
                  </a:lnTo>
                  <a:lnTo>
                    <a:pt x="298704" y="113538"/>
                  </a:lnTo>
                  <a:lnTo>
                    <a:pt x="304038" y="113538"/>
                  </a:lnTo>
                  <a:lnTo>
                    <a:pt x="304038" y="86106"/>
                  </a:lnTo>
                  <a:lnTo>
                    <a:pt x="313944" y="86106"/>
                  </a:lnTo>
                  <a:lnTo>
                    <a:pt x="313944" y="81534"/>
                  </a:lnTo>
                  <a:close/>
                </a:path>
                <a:path w="473709" h="125729">
                  <a:moveTo>
                    <a:pt x="315468" y="12954"/>
                  </a:moveTo>
                  <a:lnTo>
                    <a:pt x="309372" y="12954"/>
                  </a:lnTo>
                  <a:lnTo>
                    <a:pt x="309372" y="27432"/>
                  </a:lnTo>
                  <a:lnTo>
                    <a:pt x="306324" y="28194"/>
                  </a:lnTo>
                  <a:lnTo>
                    <a:pt x="304038" y="28956"/>
                  </a:lnTo>
                  <a:lnTo>
                    <a:pt x="297726" y="28625"/>
                  </a:lnTo>
                  <a:lnTo>
                    <a:pt x="299796" y="30048"/>
                  </a:lnTo>
                  <a:lnTo>
                    <a:pt x="295656" y="27432"/>
                  </a:lnTo>
                  <a:lnTo>
                    <a:pt x="294894" y="25908"/>
                  </a:lnTo>
                  <a:lnTo>
                    <a:pt x="294894" y="23622"/>
                  </a:lnTo>
                  <a:lnTo>
                    <a:pt x="294132" y="21336"/>
                  </a:lnTo>
                  <a:lnTo>
                    <a:pt x="294132" y="12954"/>
                  </a:lnTo>
                  <a:lnTo>
                    <a:pt x="288798" y="12954"/>
                  </a:lnTo>
                  <a:lnTo>
                    <a:pt x="288798" y="15240"/>
                  </a:lnTo>
                  <a:lnTo>
                    <a:pt x="289102" y="23876"/>
                  </a:lnTo>
                  <a:lnTo>
                    <a:pt x="291769" y="30187"/>
                  </a:lnTo>
                  <a:lnTo>
                    <a:pt x="297345" y="33401"/>
                  </a:lnTo>
                  <a:lnTo>
                    <a:pt x="306324" y="32766"/>
                  </a:lnTo>
                  <a:lnTo>
                    <a:pt x="309372" y="32004"/>
                  </a:lnTo>
                  <a:lnTo>
                    <a:pt x="309372" y="44958"/>
                  </a:lnTo>
                  <a:lnTo>
                    <a:pt x="315468" y="44958"/>
                  </a:lnTo>
                  <a:lnTo>
                    <a:pt x="315468" y="12954"/>
                  </a:lnTo>
                  <a:close/>
                </a:path>
                <a:path w="473709" h="125729">
                  <a:moveTo>
                    <a:pt x="342138" y="113538"/>
                  </a:moveTo>
                  <a:lnTo>
                    <a:pt x="335280" y="101346"/>
                  </a:lnTo>
                  <a:lnTo>
                    <a:pt x="329946" y="96774"/>
                  </a:lnTo>
                  <a:lnTo>
                    <a:pt x="331470" y="96012"/>
                  </a:lnTo>
                  <a:lnTo>
                    <a:pt x="336804" y="86106"/>
                  </a:lnTo>
                  <a:lnTo>
                    <a:pt x="341376" y="86106"/>
                  </a:lnTo>
                  <a:lnTo>
                    <a:pt x="341376" y="81534"/>
                  </a:lnTo>
                  <a:lnTo>
                    <a:pt x="334518" y="82296"/>
                  </a:lnTo>
                  <a:lnTo>
                    <a:pt x="328422" y="94488"/>
                  </a:lnTo>
                  <a:lnTo>
                    <a:pt x="324612" y="95250"/>
                  </a:lnTo>
                  <a:lnTo>
                    <a:pt x="324612" y="81534"/>
                  </a:lnTo>
                  <a:lnTo>
                    <a:pt x="319278" y="81534"/>
                  </a:lnTo>
                  <a:lnTo>
                    <a:pt x="319278" y="113538"/>
                  </a:lnTo>
                  <a:lnTo>
                    <a:pt x="324612" y="113538"/>
                  </a:lnTo>
                  <a:lnTo>
                    <a:pt x="324612" y="98298"/>
                  </a:lnTo>
                  <a:lnTo>
                    <a:pt x="327660" y="99060"/>
                  </a:lnTo>
                  <a:lnTo>
                    <a:pt x="336804" y="113538"/>
                  </a:lnTo>
                  <a:lnTo>
                    <a:pt x="342138" y="113538"/>
                  </a:lnTo>
                  <a:close/>
                </a:path>
                <a:path w="473709" h="125729">
                  <a:moveTo>
                    <a:pt x="350520" y="28956"/>
                  </a:moveTo>
                  <a:lnTo>
                    <a:pt x="349758" y="24384"/>
                  </a:lnTo>
                  <a:lnTo>
                    <a:pt x="348234" y="20574"/>
                  </a:lnTo>
                  <a:lnTo>
                    <a:pt x="345948" y="16764"/>
                  </a:lnTo>
                  <a:lnTo>
                    <a:pt x="344424" y="15621"/>
                  </a:lnTo>
                  <a:lnTo>
                    <a:pt x="344424" y="23622"/>
                  </a:lnTo>
                  <a:lnTo>
                    <a:pt x="344424" y="25908"/>
                  </a:lnTo>
                  <a:lnTo>
                    <a:pt x="326898" y="25908"/>
                  </a:lnTo>
                  <a:lnTo>
                    <a:pt x="327660" y="23622"/>
                  </a:lnTo>
                  <a:lnTo>
                    <a:pt x="329946" y="14592"/>
                  </a:lnTo>
                  <a:lnTo>
                    <a:pt x="343166" y="15227"/>
                  </a:lnTo>
                  <a:lnTo>
                    <a:pt x="344424" y="23622"/>
                  </a:lnTo>
                  <a:lnTo>
                    <a:pt x="344424" y="15621"/>
                  </a:lnTo>
                  <a:lnTo>
                    <a:pt x="342900" y="14478"/>
                  </a:lnTo>
                  <a:lnTo>
                    <a:pt x="339852" y="12954"/>
                  </a:lnTo>
                  <a:lnTo>
                    <a:pt x="332232" y="12954"/>
                  </a:lnTo>
                  <a:lnTo>
                    <a:pt x="328422" y="14478"/>
                  </a:lnTo>
                  <a:lnTo>
                    <a:pt x="325374" y="16764"/>
                  </a:lnTo>
                  <a:lnTo>
                    <a:pt x="323088" y="20574"/>
                  </a:lnTo>
                  <a:lnTo>
                    <a:pt x="321564" y="24384"/>
                  </a:lnTo>
                  <a:lnTo>
                    <a:pt x="321564" y="29718"/>
                  </a:lnTo>
                  <a:lnTo>
                    <a:pt x="323367" y="38633"/>
                  </a:lnTo>
                  <a:lnTo>
                    <a:pt x="326898" y="41656"/>
                  </a:lnTo>
                  <a:lnTo>
                    <a:pt x="329831" y="44170"/>
                  </a:lnTo>
                  <a:lnTo>
                    <a:pt x="338645" y="45326"/>
                  </a:lnTo>
                  <a:lnTo>
                    <a:pt x="347472" y="41148"/>
                  </a:lnTo>
                  <a:lnTo>
                    <a:pt x="348996" y="38100"/>
                  </a:lnTo>
                  <a:lnTo>
                    <a:pt x="350520" y="35814"/>
                  </a:lnTo>
                  <a:lnTo>
                    <a:pt x="348996" y="35052"/>
                  </a:lnTo>
                  <a:lnTo>
                    <a:pt x="344424" y="35052"/>
                  </a:lnTo>
                  <a:lnTo>
                    <a:pt x="343662" y="36576"/>
                  </a:lnTo>
                  <a:lnTo>
                    <a:pt x="342138" y="38862"/>
                  </a:lnTo>
                  <a:lnTo>
                    <a:pt x="341376" y="39624"/>
                  </a:lnTo>
                  <a:lnTo>
                    <a:pt x="338328" y="41148"/>
                  </a:lnTo>
                  <a:lnTo>
                    <a:pt x="333756" y="41148"/>
                  </a:lnTo>
                  <a:lnTo>
                    <a:pt x="331470" y="39624"/>
                  </a:lnTo>
                  <a:lnTo>
                    <a:pt x="329946" y="38862"/>
                  </a:lnTo>
                  <a:lnTo>
                    <a:pt x="328422" y="36576"/>
                  </a:lnTo>
                  <a:lnTo>
                    <a:pt x="326898" y="33528"/>
                  </a:lnTo>
                  <a:lnTo>
                    <a:pt x="326898" y="30480"/>
                  </a:lnTo>
                  <a:lnTo>
                    <a:pt x="344424" y="30480"/>
                  </a:lnTo>
                  <a:lnTo>
                    <a:pt x="350520" y="30480"/>
                  </a:lnTo>
                  <a:lnTo>
                    <a:pt x="350520" y="28956"/>
                  </a:lnTo>
                  <a:close/>
                </a:path>
                <a:path w="473709" h="125729">
                  <a:moveTo>
                    <a:pt x="373380" y="113538"/>
                  </a:moveTo>
                  <a:lnTo>
                    <a:pt x="372618" y="109728"/>
                  </a:lnTo>
                  <a:lnTo>
                    <a:pt x="371856" y="89916"/>
                  </a:lnTo>
                  <a:lnTo>
                    <a:pt x="370332" y="83820"/>
                  </a:lnTo>
                  <a:lnTo>
                    <a:pt x="366522" y="81534"/>
                  </a:lnTo>
                  <a:lnTo>
                    <a:pt x="361188" y="80937"/>
                  </a:lnTo>
                  <a:lnTo>
                    <a:pt x="358902" y="80848"/>
                  </a:lnTo>
                  <a:lnTo>
                    <a:pt x="352044" y="81534"/>
                  </a:lnTo>
                  <a:lnTo>
                    <a:pt x="347472" y="85344"/>
                  </a:lnTo>
                  <a:lnTo>
                    <a:pt x="345186" y="90678"/>
                  </a:lnTo>
                  <a:lnTo>
                    <a:pt x="350520" y="91440"/>
                  </a:lnTo>
                  <a:lnTo>
                    <a:pt x="352806" y="86868"/>
                  </a:lnTo>
                  <a:lnTo>
                    <a:pt x="358902" y="85344"/>
                  </a:lnTo>
                  <a:lnTo>
                    <a:pt x="364998" y="86868"/>
                  </a:lnTo>
                  <a:lnTo>
                    <a:pt x="366522" y="92964"/>
                  </a:lnTo>
                  <a:lnTo>
                    <a:pt x="366522" y="97536"/>
                  </a:lnTo>
                  <a:lnTo>
                    <a:pt x="366522" y="102108"/>
                  </a:lnTo>
                  <a:lnTo>
                    <a:pt x="365760" y="103632"/>
                  </a:lnTo>
                  <a:lnTo>
                    <a:pt x="365760" y="105156"/>
                  </a:lnTo>
                  <a:lnTo>
                    <a:pt x="361950" y="108966"/>
                  </a:lnTo>
                  <a:lnTo>
                    <a:pt x="360426" y="109728"/>
                  </a:lnTo>
                  <a:lnTo>
                    <a:pt x="352806" y="109728"/>
                  </a:lnTo>
                  <a:lnTo>
                    <a:pt x="349758" y="106680"/>
                  </a:lnTo>
                  <a:lnTo>
                    <a:pt x="349758" y="102870"/>
                  </a:lnTo>
                  <a:lnTo>
                    <a:pt x="350520" y="102108"/>
                  </a:lnTo>
                  <a:lnTo>
                    <a:pt x="351282" y="102108"/>
                  </a:lnTo>
                  <a:lnTo>
                    <a:pt x="352806" y="100584"/>
                  </a:lnTo>
                  <a:lnTo>
                    <a:pt x="354330" y="100584"/>
                  </a:lnTo>
                  <a:lnTo>
                    <a:pt x="357378" y="99060"/>
                  </a:lnTo>
                  <a:lnTo>
                    <a:pt x="361188" y="99060"/>
                  </a:lnTo>
                  <a:lnTo>
                    <a:pt x="364236" y="98298"/>
                  </a:lnTo>
                  <a:lnTo>
                    <a:pt x="366522" y="97536"/>
                  </a:lnTo>
                  <a:lnTo>
                    <a:pt x="366522" y="92964"/>
                  </a:lnTo>
                  <a:lnTo>
                    <a:pt x="352044" y="95250"/>
                  </a:lnTo>
                  <a:lnTo>
                    <a:pt x="345186" y="100584"/>
                  </a:lnTo>
                  <a:lnTo>
                    <a:pt x="344424" y="102870"/>
                  </a:lnTo>
                  <a:lnTo>
                    <a:pt x="345186" y="108966"/>
                  </a:lnTo>
                  <a:lnTo>
                    <a:pt x="349758" y="112877"/>
                  </a:lnTo>
                  <a:lnTo>
                    <a:pt x="350520" y="113538"/>
                  </a:lnTo>
                  <a:lnTo>
                    <a:pt x="355092" y="114300"/>
                  </a:lnTo>
                  <a:lnTo>
                    <a:pt x="361188" y="112776"/>
                  </a:lnTo>
                  <a:lnTo>
                    <a:pt x="366522" y="110109"/>
                  </a:lnTo>
                  <a:lnTo>
                    <a:pt x="367284" y="109728"/>
                  </a:lnTo>
                  <a:lnTo>
                    <a:pt x="368046" y="113538"/>
                  </a:lnTo>
                  <a:lnTo>
                    <a:pt x="373380" y="113538"/>
                  </a:lnTo>
                  <a:close/>
                </a:path>
                <a:path w="473709" h="125729">
                  <a:moveTo>
                    <a:pt x="383286" y="34290"/>
                  </a:moveTo>
                  <a:lnTo>
                    <a:pt x="377952" y="33528"/>
                  </a:lnTo>
                  <a:lnTo>
                    <a:pt x="377190" y="36576"/>
                  </a:lnTo>
                  <a:lnTo>
                    <a:pt x="372618" y="41148"/>
                  </a:lnTo>
                  <a:lnTo>
                    <a:pt x="366522" y="40386"/>
                  </a:lnTo>
                  <a:lnTo>
                    <a:pt x="362712" y="36576"/>
                  </a:lnTo>
                  <a:lnTo>
                    <a:pt x="361188" y="28956"/>
                  </a:lnTo>
                  <a:lnTo>
                    <a:pt x="361950" y="23622"/>
                  </a:lnTo>
                  <a:lnTo>
                    <a:pt x="366522" y="17526"/>
                  </a:lnTo>
                  <a:lnTo>
                    <a:pt x="370332" y="16764"/>
                  </a:lnTo>
                  <a:lnTo>
                    <a:pt x="374904" y="18288"/>
                  </a:lnTo>
                  <a:lnTo>
                    <a:pt x="377190" y="23622"/>
                  </a:lnTo>
                  <a:lnTo>
                    <a:pt x="382524" y="22860"/>
                  </a:lnTo>
                  <a:lnTo>
                    <a:pt x="381000" y="18288"/>
                  </a:lnTo>
                  <a:lnTo>
                    <a:pt x="378714" y="15240"/>
                  </a:lnTo>
                  <a:lnTo>
                    <a:pt x="370332" y="12954"/>
                  </a:lnTo>
                  <a:lnTo>
                    <a:pt x="362712" y="14478"/>
                  </a:lnTo>
                  <a:lnTo>
                    <a:pt x="357378" y="20574"/>
                  </a:lnTo>
                  <a:lnTo>
                    <a:pt x="355854" y="28956"/>
                  </a:lnTo>
                  <a:lnTo>
                    <a:pt x="357378" y="38862"/>
                  </a:lnTo>
                  <a:lnTo>
                    <a:pt x="364236" y="44958"/>
                  </a:lnTo>
                  <a:lnTo>
                    <a:pt x="370332" y="45720"/>
                  </a:lnTo>
                  <a:lnTo>
                    <a:pt x="374904" y="44958"/>
                  </a:lnTo>
                  <a:lnTo>
                    <a:pt x="380238" y="41148"/>
                  </a:lnTo>
                  <a:lnTo>
                    <a:pt x="383286" y="34290"/>
                  </a:lnTo>
                  <a:close/>
                </a:path>
                <a:path w="473709" h="125729">
                  <a:moveTo>
                    <a:pt x="387858" y="107442"/>
                  </a:moveTo>
                  <a:lnTo>
                    <a:pt x="381762" y="107442"/>
                  </a:lnTo>
                  <a:lnTo>
                    <a:pt x="381762" y="113538"/>
                  </a:lnTo>
                  <a:lnTo>
                    <a:pt x="384810" y="113538"/>
                  </a:lnTo>
                  <a:lnTo>
                    <a:pt x="384048" y="115062"/>
                  </a:lnTo>
                  <a:lnTo>
                    <a:pt x="384048" y="116586"/>
                  </a:lnTo>
                  <a:lnTo>
                    <a:pt x="383286" y="117348"/>
                  </a:lnTo>
                  <a:lnTo>
                    <a:pt x="382524" y="118872"/>
                  </a:lnTo>
                  <a:lnTo>
                    <a:pt x="381762" y="119634"/>
                  </a:lnTo>
                  <a:lnTo>
                    <a:pt x="381000" y="119634"/>
                  </a:lnTo>
                  <a:lnTo>
                    <a:pt x="381762" y="120396"/>
                  </a:lnTo>
                  <a:lnTo>
                    <a:pt x="382524" y="121920"/>
                  </a:lnTo>
                  <a:lnTo>
                    <a:pt x="385572" y="120396"/>
                  </a:lnTo>
                  <a:lnTo>
                    <a:pt x="387096" y="117348"/>
                  </a:lnTo>
                  <a:lnTo>
                    <a:pt x="387096" y="115824"/>
                  </a:lnTo>
                  <a:lnTo>
                    <a:pt x="387858" y="113538"/>
                  </a:lnTo>
                  <a:lnTo>
                    <a:pt x="387858" y="107442"/>
                  </a:lnTo>
                  <a:close/>
                </a:path>
                <a:path w="473709" h="125729">
                  <a:moveTo>
                    <a:pt x="410718" y="44958"/>
                  </a:moveTo>
                  <a:lnTo>
                    <a:pt x="403860" y="32766"/>
                  </a:lnTo>
                  <a:lnTo>
                    <a:pt x="397764" y="28956"/>
                  </a:lnTo>
                  <a:lnTo>
                    <a:pt x="400050" y="27432"/>
                  </a:lnTo>
                  <a:lnTo>
                    <a:pt x="405384" y="18288"/>
                  </a:lnTo>
                  <a:lnTo>
                    <a:pt x="409194" y="17526"/>
                  </a:lnTo>
                  <a:lnTo>
                    <a:pt x="409194" y="12954"/>
                  </a:lnTo>
                  <a:lnTo>
                    <a:pt x="403098" y="14478"/>
                  </a:lnTo>
                  <a:lnTo>
                    <a:pt x="396240" y="25908"/>
                  </a:lnTo>
                  <a:lnTo>
                    <a:pt x="393192" y="26670"/>
                  </a:lnTo>
                  <a:lnTo>
                    <a:pt x="393192" y="12954"/>
                  </a:lnTo>
                  <a:lnTo>
                    <a:pt x="387858" y="12954"/>
                  </a:lnTo>
                  <a:lnTo>
                    <a:pt x="387858" y="44958"/>
                  </a:lnTo>
                  <a:lnTo>
                    <a:pt x="393192" y="44958"/>
                  </a:lnTo>
                  <a:lnTo>
                    <a:pt x="393192" y="30480"/>
                  </a:lnTo>
                  <a:lnTo>
                    <a:pt x="396240" y="31242"/>
                  </a:lnTo>
                  <a:lnTo>
                    <a:pt x="404622" y="44958"/>
                  </a:lnTo>
                  <a:lnTo>
                    <a:pt x="410718" y="44958"/>
                  </a:lnTo>
                  <a:close/>
                </a:path>
                <a:path w="473709" h="125729">
                  <a:moveTo>
                    <a:pt x="441198" y="44958"/>
                  </a:moveTo>
                  <a:lnTo>
                    <a:pt x="440436" y="41148"/>
                  </a:lnTo>
                  <a:lnTo>
                    <a:pt x="440855" y="26428"/>
                  </a:lnTo>
                  <a:lnTo>
                    <a:pt x="437692" y="16205"/>
                  </a:lnTo>
                  <a:lnTo>
                    <a:pt x="434657" y="14770"/>
                  </a:lnTo>
                  <a:lnTo>
                    <a:pt x="434657" y="36347"/>
                  </a:lnTo>
                  <a:lnTo>
                    <a:pt x="434174" y="36906"/>
                  </a:lnTo>
                  <a:lnTo>
                    <a:pt x="429768" y="40386"/>
                  </a:lnTo>
                  <a:lnTo>
                    <a:pt x="428244" y="41148"/>
                  </a:lnTo>
                  <a:lnTo>
                    <a:pt x="421386" y="41148"/>
                  </a:lnTo>
                  <a:lnTo>
                    <a:pt x="419862" y="40386"/>
                  </a:lnTo>
                  <a:lnTo>
                    <a:pt x="419100" y="38862"/>
                  </a:lnTo>
                  <a:lnTo>
                    <a:pt x="418338" y="38100"/>
                  </a:lnTo>
                  <a:lnTo>
                    <a:pt x="418338" y="34290"/>
                  </a:lnTo>
                  <a:lnTo>
                    <a:pt x="419100" y="34290"/>
                  </a:lnTo>
                  <a:lnTo>
                    <a:pt x="419862" y="33528"/>
                  </a:lnTo>
                  <a:lnTo>
                    <a:pt x="419862" y="32766"/>
                  </a:lnTo>
                  <a:lnTo>
                    <a:pt x="420624" y="32004"/>
                  </a:lnTo>
                  <a:lnTo>
                    <a:pt x="422148" y="32004"/>
                  </a:lnTo>
                  <a:lnTo>
                    <a:pt x="423672" y="31242"/>
                  </a:lnTo>
                  <a:lnTo>
                    <a:pt x="425958" y="31242"/>
                  </a:lnTo>
                  <a:lnTo>
                    <a:pt x="432054" y="29718"/>
                  </a:lnTo>
                  <a:lnTo>
                    <a:pt x="434340" y="28956"/>
                  </a:lnTo>
                  <a:lnTo>
                    <a:pt x="434340" y="30480"/>
                  </a:lnTo>
                  <a:lnTo>
                    <a:pt x="434657" y="36347"/>
                  </a:lnTo>
                  <a:lnTo>
                    <a:pt x="434657" y="14770"/>
                  </a:lnTo>
                  <a:lnTo>
                    <a:pt x="429628" y="12369"/>
                  </a:lnTo>
                  <a:lnTo>
                    <a:pt x="415290" y="16764"/>
                  </a:lnTo>
                  <a:lnTo>
                    <a:pt x="413004" y="22098"/>
                  </a:lnTo>
                  <a:lnTo>
                    <a:pt x="418338" y="22860"/>
                  </a:lnTo>
                  <a:lnTo>
                    <a:pt x="421386" y="18288"/>
                  </a:lnTo>
                  <a:lnTo>
                    <a:pt x="426720" y="16764"/>
                  </a:lnTo>
                  <a:lnTo>
                    <a:pt x="432816" y="19050"/>
                  </a:lnTo>
                  <a:lnTo>
                    <a:pt x="434340" y="25146"/>
                  </a:lnTo>
                  <a:lnTo>
                    <a:pt x="416052" y="28956"/>
                  </a:lnTo>
                  <a:lnTo>
                    <a:pt x="413004" y="32766"/>
                  </a:lnTo>
                  <a:lnTo>
                    <a:pt x="412242" y="36576"/>
                  </a:lnTo>
                  <a:lnTo>
                    <a:pt x="415290" y="43434"/>
                  </a:lnTo>
                  <a:lnTo>
                    <a:pt x="418338" y="44958"/>
                  </a:lnTo>
                  <a:lnTo>
                    <a:pt x="425958" y="44958"/>
                  </a:lnTo>
                  <a:lnTo>
                    <a:pt x="434657" y="41325"/>
                  </a:lnTo>
                  <a:lnTo>
                    <a:pt x="435102" y="41148"/>
                  </a:lnTo>
                  <a:lnTo>
                    <a:pt x="435864" y="44958"/>
                  </a:lnTo>
                  <a:lnTo>
                    <a:pt x="440436" y="44958"/>
                  </a:lnTo>
                  <a:lnTo>
                    <a:pt x="441198" y="44958"/>
                  </a:lnTo>
                  <a:close/>
                </a:path>
                <a:path w="473709" h="125729">
                  <a:moveTo>
                    <a:pt x="473202" y="12954"/>
                  </a:moveTo>
                  <a:lnTo>
                    <a:pt x="467868" y="12941"/>
                  </a:lnTo>
                  <a:lnTo>
                    <a:pt x="467868" y="17526"/>
                  </a:lnTo>
                  <a:lnTo>
                    <a:pt x="467868" y="28194"/>
                  </a:lnTo>
                  <a:lnTo>
                    <a:pt x="466344" y="28194"/>
                  </a:lnTo>
                  <a:lnTo>
                    <a:pt x="461810" y="27813"/>
                  </a:lnTo>
                  <a:lnTo>
                    <a:pt x="459117" y="29298"/>
                  </a:lnTo>
                  <a:lnTo>
                    <a:pt x="454914" y="26670"/>
                  </a:lnTo>
                  <a:lnTo>
                    <a:pt x="453390" y="25908"/>
                  </a:lnTo>
                  <a:lnTo>
                    <a:pt x="453390" y="24384"/>
                  </a:lnTo>
                  <a:lnTo>
                    <a:pt x="452628" y="22860"/>
                  </a:lnTo>
                  <a:lnTo>
                    <a:pt x="453390" y="21336"/>
                  </a:lnTo>
                  <a:lnTo>
                    <a:pt x="453390" y="20574"/>
                  </a:lnTo>
                  <a:lnTo>
                    <a:pt x="454152" y="19050"/>
                  </a:lnTo>
                  <a:lnTo>
                    <a:pt x="457200" y="17526"/>
                  </a:lnTo>
                  <a:lnTo>
                    <a:pt x="467868" y="17526"/>
                  </a:lnTo>
                  <a:lnTo>
                    <a:pt x="467868" y="12941"/>
                  </a:lnTo>
                  <a:lnTo>
                    <a:pt x="461810" y="12915"/>
                  </a:lnTo>
                  <a:lnTo>
                    <a:pt x="455790" y="12674"/>
                  </a:lnTo>
                  <a:lnTo>
                    <a:pt x="453186" y="13754"/>
                  </a:lnTo>
                  <a:lnTo>
                    <a:pt x="448056" y="17526"/>
                  </a:lnTo>
                  <a:lnTo>
                    <a:pt x="447294" y="19812"/>
                  </a:lnTo>
                  <a:lnTo>
                    <a:pt x="446532" y="22860"/>
                  </a:lnTo>
                  <a:lnTo>
                    <a:pt x="447294" y="25146"/>
                  </a:lnTo>
                  <a:lnTo>
                    <a:pt x="448056" y="26670"/>
                  </a:lnTo>
                  <a:lnTo>
                    <a:pt x="449580" y="28956"/>
                  </a:lnTo>
                  <a:lnTo>
                    <a:pt x="451104" y="30480"/>
                  </a:lnTo>
                  <a:lnTo>
                    <a:pt x="452628" y="30988"/>
                  </a:lnTo>
                  <a:lnTo>
                    <a:pt x="453390" y="31242"/>
                  </a:lnTo>
                  <a:lnTo>
                    <a:pt x="456438" y="32004"/>
                  </a:lnTo>
                  <a:lnTo>
                    <a:pt x="454152" y="32766"/>
                  </a:lnTo>
                  <a:lnTo>
                    <a:pt x="452628" y="34290"/>
                  </a:lnTo>
                  <a:lnTo>
                    <a:pt x="449580" y="38862"/>
                  </a:lnTo>
                  <a:lnTo>
                    <a:pt x="446532" y="42672"/>
                  </a:lnTo>
                  <a:lnTo>
                    <a:pt x="445008" y="44958"/>
                  </a:lnTo>
                  <a:lnTo>
                    <a:pt x="451866" y="44958"/>
                  </a:lnTo>
                  <a:lnTo>
                    <a:pt x="453390" y="42672"/>
                  </a:lnTo>
                  <a:lnTo>
                    <a:pt x="456438" y="38874"/>
                  </a:lnTo>
                  <a:lnTo>
                    <a:pt x="458012" y="36918"/>
                  </a:lnTo>
                  <a:lnTo>
                    <a:pt x="458266" y="36614"/>
                  </a:lnTo>
                  <a:lnTo>
                    <a:pt x="458012" y="31559"/>
                  </a:lnTo>
                  <a:lnTo>
                    <a:pt x="466344" y="32664"/>
                  </a:lnTo>
                  <a:lnTo>
                    <a:pt x="467868" y="32766"/>
                  </a:lnTo>
                  <a:lnTo>
                    <a:pt x="467868" y="44958"/>
                  </a:lnTo>
                  <a:lnTo>
                    <a:pt x="473202" y="44958"/>
                  </a:lnTo>
                  <a:lnTo>
                    <a:pt x="473202" y="1295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18" name="object 3918"/>
            <p:cNvPicPr/>
            <p:nvPr/>
          </p:nvPicPr>
          <p:blipFill>
            <a:blip r:embed="rId233" cstate="print"/>
            <a:stretch>
              <a:fillRect/>
            </a:stretch>
          </p:blipFill>
          <p:spPr>
            <a:xfrm>
              <a:off x="409346" y="4216022"/>
              <a:ext cx="420623" cy="114300"/>
            </a:xfrm>
            <a:prstGeom prst="rect">
              <a:avLst/>
            </a:prstGeom>
          </p:spPr>
        </p:pic>
        <p:sp>
          <p:nvSpPr>
            <p:cNvPr id="3919" name="object 3919"/>
            <p:cNvSpPr/>
            <p:nvPr/>
          </p:nvSpPr>
          <p:spPr>
            <a:xfrm>
              <a:off x="831481" y="3601862"/>
              <a:ext cx="348615" cy="479425"/>
            </a:xfrm>
            <a:custGeom>
              <a:avLst/>
              <a:gdLst/>
              <a:ahLst/>
              <a:cxnLst/>
              <a:rect l="l" t="t" r="r" b="b"/>
              <a:pathLst>
                <a:path w="348615" h="479425">
                  <a:moveTo>
                    <a:pt x="3822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0" y="224028"/>
                  </a:lnTo>
                  <a:lnTo>
                    <a:pt x="0" y="225552"/>
                  </a:lnTo>
                  <a:lnTo>
                    <a:pt x="3810" y="225552"/>
                  </a:lnTo>
                  <a:lnTo>
                    <a:pt x="3810" y="224028"/>
                  </a:lnTo>
                  <a:lnTo>
                    <a:pt x="3810" y="2286"/>
                  </a:lnTo>
                  <a:lnTo>
                    <a:pt x="3822" y="0"/>
                  </a:lnTo>
                  <a:close/>
                </a:path>
                <a:path w="348615" h="479425">
                  <a:moveTo>
                    <a:pt x="69342" y="473964"/>
                  </a:moveTo>
                  <a:lnTo>
                    <a:pt x="42672" y="473964"/>
                  </a:lnTo>
                  <a:lnTo>
                    <a:pt x="42672" y="458724"/>
                  </a:lnTo>
                  <a:lnTo>
                    <a:pt x="67056" y="458724"/>
                  </a:lnTo>
                  <a:lnTo>
                    <a:pt x="67056" y="454152"/>
                  </a:lnTo>
                  <a:lnTo>
                    <a:pt x="42672" y="454152"/>
                  </a:lnTo>
                  <a:lnTo>
                    <a:pt x="42672" y="440436"/>
                  </a:lnTo>
                  <a:lnTo>
                    <a:pt x="68580" y="440436"/>
                  </a:lnTo>
                  <a:lnTo>
                    <a:pt x="68580" y="435864"/>
                  </a:lnTo>
                  <a:lnTo>
                    <a:pt x="36576" y="435864"/>
                  </a:lnTo>
                  <a:lnTo>
                    <a:pt x="36576" y="479298"/>
                  </a:lnTo>
                  <a:lnTo>
                    <a:pt x="69342" y="479298"/>
                  </a:lnTo>
                  <a:lnTo>
                    <a:pt x="69342" y="473964"/>
                  </a:lnTo>
                  <a:close/>
                </a:path>
                <a:path w="348615" h="479425">
                  <a:moveTo>
                    <a:pt x="160020" y="387858"/>
                  </a:moveTo>
                  <a:lnTo>
                    <a:pt x="130302" y="387858"/>
                  </a:lnTo>
                  <a:lnTo>
                    <a:pt x="130302" y="431292"/>
                  </a:lnTo>
                  <a:lnTo>
                    <a:pt x="136398" y="431292"/>
                  </a:lnTo>
                  <a:lnTo>
                    <a:pt x="136398" y="411480"/>
                  </a:lnTo>
                  <a:lnTo>
                    <a:pt x="156972" y="411480"/>
                  </a:lnTo>
                  <a:lnTo>
                    <a:pt x="156972" y="406146"/>
                  </a:lnTo>
                  <a:lnTo>
                    <a:pt x="136398" y="406146"/>
                  </a:lnTo>
                  <a:lnTo>
                    <a:pt x="136398" y="393192"/>
                  </a:lnTo>
                  <a:lnTo>
                    <a:pt x="160020" y="393192"/>
                  </a:lnTo>
                  <a:lnTo>
                    <a:pt x="160020" y="387858"/>
                  </a:lnTo>
                  <a:close/>
                </a:path>
                <a:path w="348615" h="479425">
                  <a:moveTo>
                    <a:pt x="256032" y="341376"/>
                  </a:moveTo>
                  <a:lnTo>
                    <a:pt x="237744" y="341376"/>
                  </a:lnTo>
                  <a:lnTo>
                    <a:pt x="237744" y="346710"/>
                  </a:lnTo>
                  <a:lnTo>
                    <a:pt x="250698" y="346710"/>
                  </a:lnTo>
                  <a:lnTo>
                    <a:pt x="250698" y="354330"/>
                  </a:lnTo>
                  <a:lnTo>
                    <a:pt x="245364" y="358140"/>
                  </a:lnTo>
                  <a:lnTo>
                    <a:pt x="237744" y="358902"/>
                  </a:lnTo>
                  <a:lnTo>
                    <a:pt x="229362" y="357378"/>
                  </a:lnTo>
                  <a:lnTo>
                    <a:pt x="223266" y="351282"/>
                  </a:lnTo>
                  <a:lnTo>
                    <a:pt x="221742" y="342138"/>
                  </a:lnTo>
                  <a:lnTo>
                    <a:pt x="223266" y="332994"/>
                  </a:lnTo>
                  <a:lnTo>
                    <a:pt x="227838" y="327660"/>
                  </a:lnTo>
                  <a:lnTo>
                    <a:pt x="233934" y="324612"/>
                  </a:lnTo>
                  <a:lnTo>
                    <a:pt x="240792" y="324612"/>
                  </a:lnTo>
                  <a:lnTo>
                    <a:pt x="247650" y="329184"/>
                  </a:lnTo>
                  <a:lnTo>
                    <a:pt x="249936" y="333756"/>
                  </a:lnTo>
                  <a:lnTo>
                    <a:pt x="255270" y="332994"/>
                  </a:lnTo>
                  <a:lnTo>
                    <a:pt x="253746" y="328422"/>
                  </a:lnTo>
                  <a:lnTo>
                    <a:pt x="249936" y="323088"/>
                  </a:lnTo>
                  <a:lnTo>
                    <a:pt x="242316" y="320040"/>
                  </a:lnTo>
                  <a:lnTo>
                    <a:pt x="230886" y="320040"/>
                  </a:lnTo>
                  <a:lnTo>
                    <a:pt x="221742" y="325374"/>
                  </a:lnTo>
                  <a:lnTo>
                    <a:pt x="218694" y="330708"/>
                  </a:lnTo>
                  <a:lnTo>
                    <a:pt x="215646" y="342138"/>
                  </a:lnTo>
                  <a:lnTo>
                    <a:pt x="216408" y="348234"/>
                  </a:lnTo>
                  <a:lnTo>
                    <a:pt x="221742" y="358140"/>
                  </a:lnTo>
                  <a:lnTo>
                    <a:pt x="226314" y="361950"/>
                  </a:lnTo>
                  <a:lnTo>
                    <a:pt x="231648" y="363474"/>
                  </a:lnTo>
                  <a:lnTo>
                    <a:pt x="238506" y="364236"/>
                  </a:lnTo>
                  <a:lnTo>
                    <a:pt x="247650" y="362712"/>
                  </a:lnTo>
                  <a:lnTo>
                    <a:pt x="256032" y="357378"/>
                  </a:lnTo>
                  <a:lnTo>
                    <a:pt x="256032" y="341376"/>
                  </a:lnTo>
                  <a:close/>
                </a:path>
                <a:path w="348615" h="479425">
                  <a:moveTo>
                    <a:pt x="348234" y="243078"/>
                  </a:moveTo>
                  <a:lnTo>
                    <a:pt x="342138" y="243078"/>
                  </a:lnTo>
                  <a:lnTo>
                    <a:pt x="342138" y="260604"/>
                  </a:lnTo>
                  <a:lnTo>
                    <a:pt x="320040" y="260604"/>
                  </a:lnTo>
                  <a:lnTo>
                    <a:pt x="320040" y="243078"/>
                  </a:lnTo>
                  <a:lnTo>
                    <a:pt x="313944" y="243078"/>
                  </a:lnTo>
                  <a:lnTo>
                    <a:pt x="313944" y="286512"/>
                  </a:lnTo>
                  <a:lnTo>
                    <a:pt x="320040" y="286512"/>
                  </a:lnTo>
                  <a:lnTo>
                    <a:pt x="320040" y="265938"/>
                  </a:lnTo>
                  <a:lnTo>
                    <a:pt x="342138" y="265938"/>
                  </a:lnTo>
                  <a:lnTo>
                    <a:pt x="342138" y="286512"/>
                  </a:lnTo>
                  <a:lnTo>
                    <a:pt x="348234" y="286512"/>
                  </a:lnTo>
                  <a:lnTo>
                    <a:pt x="348234" y="24307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0" name="object 3920"/>
            <p:cNvSpPr/>
            <p:nvPr/>
          </p:nvSpPr>
          <p:spPr>
            <a:xfrm>
              <a:off x="831494" y="3604136"/>
              <a:ext cx="3810" cy="222250"/>
            </a:xfrm>
            <a:custGeom>
              <a:avLst/>
              <a:gdLst/>
              <a:ahLst/>
              <a:cxnLst/>
              <a:rect l="l" t="t" r="r" b="b"/>
              <a:pathLst>
                <a:path w="3809" h="222250">
                  <a:moveTo>
                    <a:pt x="3810" y="0"/>
                  </a:moveTo>
                  <a:lnTo>
                    <a:pt x="3810" y="221741"/>
                  </a:lnTo>
                  <a:lnTo>
                    <a:pt x="0" y="221741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1" name="object 3921"/>
            <p:cNvSpPr/>
            <p:nvPr/>
          </p:nvSpPr>
          <p:spPr>
            <a:xfrm>
              <a:off x="691273" y="3543951"/>
              <a:ext cx="3810" cy="342900"/>
            </a:xfrm>
            <a:custGeom>
              <a:avLst/>
              <a:gdLst/>
              <a:ahLst/>
              <a:cxnLst/>
              <a:rect l="l" t="t" r="r" b="b"/>
              <a:pathLst>
                <a:path w="3809" h="342900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2" y="341376"/>
                  </a:lnTo>
                  <a:lnTo>
                    <a:pt x="12" y="342900"/>
                  </a:lnTo>
                  <a:lnTo>
                    <a:pt x="3810" y="342900"/>
                  </a:lnTo>
                  <a:lnTo>
                    <a:pt x="3810" y="341376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2" name="object 3922"/>
            <p:cNvSpPr/>
            <p:nvPr/>
          </p:nvSpPr>
          <p:spPr>
            <a:xfrm>
              <a:off x="691286" y="3545462"/>
              <a:ext cx="3810" cy="340360"/>
            </a:xfrm>
            <a:custGeom>
              <a:avLst/>
              <a:gdLst/>
              <a:ahLst/>
              <a:cxnLst/>
              <a:rect l="l" t="t" r="r" b="b"/>
              <a:pathLst>
                <a:path w="3809" h="340360">
                  <a:moveTo>
                    <a:pt x="3809" y="0"/>
                  </a:moveTo>
                  <a:lnTo>
                    <a:pt x="3809" y="339851"/>
                  </a:lnTo>
                  <a:lnTo>
                    <a:pt x="0" y="339851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3" name="object 3923"/>
            <p:cNvSpPr/>
            <p:nvPr/>
          </p:nvSpPr>
          <p:spPr>
            <a:xfrm>
              <a:off x="534301" y="3476894"/>
              <a:ext cx="4445" cy="475615"/>
            </a:xfrm>
            <a:custGeom>
              <a:avLst/>
              <a:gdLst/>
              <a:ahLst/>
              <a:cxnLst/>
              <a:rect l="l" t="t" r="r" b="b"/>
              <a:pathLst>
                <a:path w="4445" h="475614">
                  <a:moveTo>
                    <a:pt x="3822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473964"/>
                  </a:lnTo>
                  <a:lnTo>
                    <a:pt x="0" y="475488"/>
                  </a:lnTo>
                  <a:lnTo>
                    <a:pt x="3810" y="475488"/>
                  </a:lnTo>
                  <a:lnTo>
                    <a:pt x="3810" y="473964"/>
                  </a:lnTo>
                  <a:lnTo>
                    <a:pt x="3810" y="1524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4" name="object 3924"/>
            <p:cNvSpPr/>
            <p:nvPr/>
          </p:nvSpPr>
          <p:spPr>
            <a:xfrm>
              <a:off x="534314" y="3478406"/>
              <a:ext cx="3810" cy="472440"/>
            </a:xfrm>
            <a:custGeom>
              <a:avLst/>
              <a:gdLst/>
              <a:ahLst/>
              <a:cxnLst/>
              <a:rect l="l" t="t" r="r" b="b"/>
              <a:pathLst>
                <a:path w="3809" h="472439">
                  <a:moveTo>
                    <a:pt x="3810" y="0"/>
                  </a:moveTo>
                  <a:lnTo>
                    <a:pt x="3810" y="472439"/>
                  </a:lnTo>
                  <a:lnTo>
                    <a:pt x="0" y="472439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25" name="object 3925"/>
            <p:cNvPicPr/>
            <p:nvPr/>
          </p:nvPicPr>
          <p:blipFill>
            <a:blip r:embed="rId234" cstate="print"/>
            <a:stretch>
              <a:fillRect/>
            </a:stretch>
          </p:blipFill>
          <p:spPr>
            <a:xfrm>
              <a:off x="270662" y="4526156"/>
              <a:ext cx="689610" cy="303275"/>
            </a:xfrm>
            <a:prstGeom prst="rect">
              <a:avLst/>
            </a:prstGeom>
          </p:spPr>
        </p:pic>
        <p:pic>
          <p:nvPicPr>
            <p:cNvPr id="3926" name="object 3926"/>
            <p:cNvPicPr/>
            <p:nvPr/>
          </p:nvPicPr>
          <p:blipFill>
            <a:blip r:embed="rId235" cstate="print"/>
            <a:stretch>
              <a:fillRect/>
            </a:stretch>
          </p:blipFill>
          <p:spPr>
            <a:xfrm>
              <a:off x="354863" y="4410713"/>
              <a:ext cx="108966" cy="159258"/>
            </a:xfrm>
            <a:prstGeom prst="rect">
              <a:avLst/>
            </a:prstGeom>
          </p:spPr>
        </p:pic>
        <p:sp>
          <p:nvSpPr>
            <p:cNvPr id="3927" name="object 3927"/>
            <p:cNvSpPr/>
            <p:nvPr/>
          </p:nvSpPr>
          <p:spPr>
            <a:xfrm>
              <a:off x="473341" y="4694570"/>
              <a:ext cx="128905" cy="44450"/>
            </a:xfrm>
            <a:custGeom>
              <a:avLst/>
              <a:gdLst/>
              <a:ahLst/>
              <a:cxnLst/>
              <a:rect l="l" t="t" r="r" b="b"/>
              <a:pathLst>
                <a:path w="128904" h="44450">
                  <a:moveTo>
                    <a:pt x="41148" y="44196"/>
                  </a:moveTo>
                  <a:lnTo>
                    <a:pt x="36576" y="32004"/>
                  </a:lnTo>
                  <a:lnTo>
                    <a:pt x="28194" y="11303"/>
                  </a:lnTo>
                  <a:lnTo>
                    <a:pt x="28194" y="25908"/>
                  </a:lnTo>
                  <a:lnTo>
                    <a:pt x="12954" y="25908"/>
                  </a:lnTo>
                  <a:lnTo>
                    <a:pt x="13716" y="22860"/>
                  </a:lnTo>
                  <a:lnTo>
                    <a:pt x="16764" y="16764"/>
                  </a:lnTo>
                  <a:lnTo>
                    <a:pt x="17526" y="12954"/>
                  </a:lnTo>
                  <a:lnTo>
                    <a:pt x="18288" y="10668"/>
                  </a:lnTo>
                  <a:lnTo>
                    <a:pt x="19812" y="4572"/>
                  </a:lnTo>
                  <a:lnTo>
                    <a:pt x="20574" y="7620"/>
                  </a:lnTo>
                  <a:lnTo>
                    <a:pt x="22098" y="10668"/>
                  </a:lnTo>
                  <a:lnTo>
                    <a:pt x="22860" y="13716"/>
                  </a:lnTo>
                  <a:lnTo>
                    <a:pt x="24384" y="16764"/>
                  </a:lnTo>
                  <a:lnTo>
                    <a:pt x="26670" y="22860"/>
                  </a:lnTo>
                  <a:lnTo>
                    <a:pt x="28194" y="25908"/>
                  </a:lnTo>
                  <a:lnTo>
                    <a:pt x="28194" y="11303"/>
                  </a:lnTo>
                  <a:lnTo>
                    <a:pt x="23622" y="0"/>
                  </a:lnTo>
                  <a:lnTo>
                    <a:pt x="16764" y="0"/>
                  </a:lnTo>
                  <a:lnTo>
                    <a:pt x="12954" y="11430"/>
                  </a:lnTo>
                  <a:lnTo>
                    <a:pt x="4572" y="32004"/>
                  </a:lnTo>
                  <a:lnTo>
                    <a:pt x="0" y="44196"/>
                  </a:lnTo>
                  <a:lnTo>
                    <a:pt x="6096" y="44196"/>
                  </a:lnTo>
                  <a:lnTo>
                    <a:pt x="7620" y="40386"/>
                  </a:lnTo>
                  <a:lnTo>
                    <a:pt x="9906" y="34290"/>
                  </a:lnTo>
                  <a:lnTo>
                    <a:pt x="11430" y="30480"/>
                  </a:lnTo>
                  <a:lnTo>
                    <a:pt x="12954" y="30480"/>
                  </a:lnTo>
                  <a:lnTo>
                    <a:pt x="28194" y="30480"/>
                  </a:lnTo>
                  <a:lnTo>
                    <a:pt x="29718" y="30480"/>
                  </a:lnTo>
                  <a:lnTo>
                    <a:pt x="31242" y="34290"/>
                  </a:lnTo>
                  <a:lnTo>
                    <a:pt x="33528" y="40386"/>
                  </a:lnTo>
                  <a:lnTo>
                    <a:pt x="35052" y="44196"/>
                  </a:lnTo>
                  <a:lnTo>
                    <a:pt x="41148" y="44196"/>
                  </a:lnTo>
                  <a:close/>
                </a:path>
                <a:path w="128904" h="44450">
                  <a:moveTo>
                    <a:pt x="80010" y="12954"/>
                  </a:moveTo>
                  <a:lnTo>
                    <a:pt x="79248" y="10668"/>
                  </a:lnTo>
                  <a:lnTo>
                    <a:pt x="79248" y="8382"/>
                  </a:lnTo>
                  <a:lnTo>
                    <a:pt x="78486" y="6858"/>
                  </a:lnTo>
                  <a:lnTo>
                    <a:pt x="76962" y="5334"/>
                  </a:lnTo>
                  <a:lnTo>
                    <a:pt x="76200" y="3810"/>
                  </a:lnTo>
                  <a:lnTo>
                    <a:pt x="74676" y="2286"/>
                  </a:lnTo>
                  <a:lnTo>
                    <a:pt x="73914" y="1905"/>
                  </a:lnTo>
                  <a:lnTo>
                    <a:pt x="73914" y="12954"/>
                  </a:lnTo>
                  <a:lnTo>
                    <a:pt x="72174" y="21424"/>
                  </a:lnTo>
                  <a:lnTo>
                    <a:pt x="67779" y="20561"/>
                  </a:lnTo>
                  <a:lnTo>
                    <a:pt x="51816" y="20574"/>
                  </a:lnTo>
                  <a:lnTo>
                    <a:pt x="51816" y="5334"/>
                  </a:lnTo>
                  <a:lnTo>
                    <a:pt x="60198" y="5334"/>
                  </a:lnTo>
                  <a:lnTo>
                    <a:pt x="65671" y="5816"/>
                  </a:lnTo>
                  <a:lnTo>
                    <a:pt x="70104" y="3314"/>
                  </a:lnTo>
                  <a:lnTo>
                    <a:pt x="72390" y="9906"/>
                  </a:lnTo>
                  <a:lnTo>
                    <a:pt x="73914" y="12954"/>
                  </a:lnTo>
                  <a:lnTo>
                    <a:pt x="73914" y="1905"/>
                  </a:lnTo>
                  <a:lnTo>
                    <a:pt x="73152" y="1524"/>
                  </a:lnTo>
                  <a:lnTo>
                    <a:pt x="70866" y="1524"/>
                  </a:lnTo>
                  <a:lnTo>
                    <a:pt x="69342" y="762"/>
                  </a:lnTo>
                  <a:lnTo>
                    <a:pt x="67056" y="762"/>
                  </a:lnTo>
                  <a:lnTo>
                    <a:pt x="64770" y="0"/>
                  </a:lnTo>
                  <a:lnTo>
                    <a:pt x="45720" y="0"/>
                  </a:lnTo>
                  <a:lnTo>
                    <a:pt x="45720" y="44196"/>
                  </a:lnTo>
                  <a:lnTo>
                    <a:pt x="51816" y="44196"/>
                  </a:lnTo>
                  <a:lnTo>
                    <a:pt x="51816" y="25908"/>
                  </a:lnTo>
                  <a:lnTo>
                    <a:pt x="68580" y="25908"/>
                  </a:lnTo>
                  <a:lnTo>
                    <a:pt x="72390" y="24384"/>
                  </a:lnTo>
                  <a:lnTo>
                    <a:pt x="73914" y="23469"/>
                  </a:lnTo>
                  <a:lnTo>
                    <a:pt x="76200" y="22098"/>
                  </a:lnTo>
                  <a:lnTo>
                    <a:pt x="77724" y="19812"/>
                  </a:lnTo>
                  <a:lnTo>
                    <a:pt x="79248" y="16764"/>
                  </a:lnTo>
                  <a:lnTo>
                    <a:pt x="80010" y="12954"/>
                  </a:lnTo>
                  <a:close/>
                </a:path>
                <a:path w="128904" h="44450">
                  <a:moveTo>
                    <a:pt x="128778" y="0"/>
                  </a:moveTo>
                  <a:lnTo>
                    <a:pt x="121158" y="0"/>
                  </a:lnTo>
                  <a:lnTo>
                    <a:pt x="112776" y="22860"/>
                  </a:lnTo>
                  <a:lnTo>
                    <a:pt x="110490" y="30480"/>
                  </a:lnTo>
                  <a:lnTo>
                    <a:pt x="108966" y="33528"/>
                  </a:lnTo>
                  <a:lnTo>
                    <a:pt x="108204" y="35814"/>
                  </a:lnTo>
                  <a:lnTo>
                    <a:pt x="108204" y="37338"/>
                  </a:lnTo>
                  <a:lnTo>
                    <a:pt x="107442" y="35814"/>
                  </a:lnTo>
                  <a:lnTo>
                    <a:pt x="105918" y="31242"/>
                  </a:lnTo>
                  <a:lnTo>
                    <a:pt x="102870" y="22860"/>
                  </a:lnTo>
                  <a:lnTo>
                    <a:pt x="98298" y="8382"/>
                  </a:lnTo>
                  <a:lnTo>
                    <a:pt x="95250" y="0"/>
                  </a:lnTo>
                  <a:lnTo>
                    <a:pt x="86868" y="0"/>
                  </a:lnTo>
                  <a:lnTo>
                    <a:pt x="86868" y="44196"/>
                  </a:lnTo>
                  <a:lnTo>
                    <a:pt x="92202" y="44196"/>
                  </a:lnTo>
                  <a:lnTo>
                    <a:pt x="92202" y="6858"/>
                  </a:lnTo>
                  <a:lnTo>
                    <a:pt x="101346" y="34290"/>
                  </a:lnTo>
                  <a:lnTo>
                    <a:pt x="105156" y="44196"/>
                  </a:lnTo>
                  <a:lnTo>
                    <a:pt x="110490" y="44196"/>
                  </a:lnTo>
                  <a:lnTo>
                    <a:pt x="113538" y="34290"/>
                  </a:lnTo>
                  <a:lnTo>
                    <a:pt x="119634" y="16764"/>
                  </a:lnTo>
                  <a:lnTo>
                    <a:pt x="123444" y="7620"/>
                  </a:lnTo>
                  <a:lnTo>
                    <a:pt x="123444" y="44196"/>
                  </a:lnTo>
                  <a:lnTo>
                    <a:pt x="128778" y="44196"/>
                  </a:lnTo>
                  <a:lnTo>
                    <a:pt x="1287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8" name="object 3928"/>
            <p:cNvSpPr/>
            <p:nvPr/>
          </p:nvSpPr>
          <p:spPr>
            <a:xfrm>
              <a:off x="372770" y="342125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1" y="1905"/>
                  </a:moveTo>
                  <a:lnTo>
                    <a:pt x="381" y="1905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9" name="object 3929"/>
            <p:cNvSpPr/>
            <p:nvPr/>
          </p:nvSpPr>
          <p:spPr>
            <a:xfrm>
              <a:off x="962558" y="342125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3810"/>
                  </a:moveTo>
                  <a:lnTo>
                    <a:pt x="0" y="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0" name="object 3930"/>
            <p:cNvSpPr/>
            <p:nvPr/>
          </p:nvSpPr>
          <p:spPr>
            <a:xfrm>
              <a:off x="962558" y="342125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1" y="1905"/>
                  </a:moveTo>
                  <a:lnTo>
                    <a:pt x="381" y="1905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1" name="object 3931"/>
            <p:cNvSpPr/>
            <p:nvPr/>
          </p:nvSpPr>
          <p:spPr>
            <a:xfrm>
              <a:off x="372757" y="3421268"/>
              <a:ext cx="589915" cy="3810"/>
            </a:xfrm>
            <a:custGeom>
              <a:avLst/>
              <a:gdLst/>
              <a:ahLst/>
              <a:cxnLst/>
              <a:rect l="l" t="t" r="r" b="b"/>
              <a:pathLst>
                <a:path w="589915" h="3810">
                  <a:moveTo>
                    <a:pt x="589788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589788" y="3810"/>
                  </a:lnTo>
                  <a:lnTo>
                    <a:pt x="58978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2" name="object 3932"/>
            <p:cNvSpPr/>
            <p:nvPr/>
          </p:nvSpPr>
          <p:spPr>
            <a:xfrm>
              <a:off x="529742" y="347916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1" y="1904"/>
                  </a:moveTo>
                  <a:lnTo>
                    <a:pt x="381" y="1904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3" name="object 3933"/>
            <p:cNvSpPr/>
            <p:nvPr/>
          </p:nvSpPr>
          <p:spPr>
            <a:xfrm>
              <a:off x="948080" y="347916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3810"/>
                  </a:moveTo>
                  <a:lnTo>
                    <a:pt x="0" y="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4" name="object 3934"/>
            <p:cNvSpPr/>
            <p:nvPr/>
          </p:nvSpPr>
          <p:spPr>
            <a:xfrm>
              <a:off x="948080" y="347916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1" y="1904"/>
                  </a:moveTo>
                  <a:lnTo>
                    <a:pt x="381" y="1904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5" name="object 3935"/>
            <p:cNvSpPr/>
            <p:nvPr/>
          </p:nvSpPr>
          <p:spPr>
            <a:xfrm>
              <a:off x="529729" y="3479180"/>
              <a:ext cx="418465" cy="3810"/>
            </a:xfrm>
            <a:custGeom>
              <a:avLst/>
              <a:gdLst/>
              <a:ahLst/>
              <a:cxnLst/>
              <a:rect l="l" t="t" r="r" b="b"/>
              <a:pathLst>
                <a:path w="418465" h="3810">
                  <a:moveTo>
                    <a:pt x="418338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418338" y="3810"/>
                  </a:lnTo>
                  <a:lnTo>
                    <a:pt x="4183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6" name="object 3936"/>
            <p:cNvSpPr/>
            <p:nvPr/>
          </p:nvSpPr>
          <p:spPr>
            <a:xfrm>
              <a:off x="694334" y="354393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1" y="1905"/>
                  </a:moveTo>
                  <a:lnTo>
                    <a:pt x="381" y="1905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7" name="object 3937"/>
            <p:cNvSpPr/>
            <p:nvPr/>
          </p:nvSpPr>
          <p:spPr>
            <a:xfrm>
              <a:off x="948080" y="354393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3810"/>
                  </a:moveTo>
                  <a:lnTo>
                    <a:pt x="0" y="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8" name="object 3938"/>
            <p:cNvSpPr/>
            <p:nvPr/>
          </p:nvSpPr>
          <p:spPr>
            <a:xfrm>
              <a:off x="948080" y="354393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1" y="1904"/>
                  </a:moveTo>
                  <a:lnTo>
                    <a:pt x="381" y="1904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9" name="object 3939"/>
            <p:cNvSpPr/>
            <p:nvPr/>
          </p:nvSpPr>
          <p:spPr>
            <a:xfrm>
              <a:off x="694321" y="3543951"/>
              <a:ext cx="254000" cy="3810"/>
            </a:xfrm>
            <a:custGeom>
              <a:avLst/>
              <a:gdLst/>
              <a:ahLst/>
              <a:cxnLst/>
              <a:rect l="l" t="t" r="r" b="b"/>
              <a:pathLst>
                <a:path w="254000" h="3810">
                  <a:moveTo>
                    <a:pt x="253746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3746" y="3810"/>
                  </a:lnTo>
                  <a:lnTo>
                    <a:pt x="25374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0" name="object 3940"/>
            <p:cNvSpPr/>
            <p:nvPr/>
          </p:nvSpPr>
          <p:spPr>
            <a:xfrm>
              <a:off x="834542" y="360718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1" y="1905"/>
                  </a:moveTo>
                  <a:lnTo>
                    <a:pt x="381" y="1905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1" name="object 3941"/>
            <p:cNvSpPr/>
            <p:nvPr/>
          </p:nvSpPr>
          <p:spPr>
            <a:xfrm>
              <a:off x="938174" y="360718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3810"/>
                  </a:moveTo>
                  <a:lnTo>
                    <a:pt x="0" y="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2" name="object 3942"/>
            <p:cNvSpPr/>
            <p:nvPr/>
          </p:nvSpPr>
          <p:spPr>
            <a:xfrm>
              <a:off x="938174" y="360718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1" y="1905"/>
                  </a:moveTo>
                  <a:lnTo>
                    <a:pt x="381" y="1905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3" name="object 3943"/>
            <p:cNvSpPr/>
            <p:nvPr/>
          </p:nvSpPr>
          <p:spPr>
            <a:xfrm>
              <a:off x="834529" y="3385454"/>
              <a:ext cx="167005" cy="254000"/>
            </a:xfrm>
            <a:custGeom>
              <a:avLst/>
              <a:gdLst/>
              <a:ahLst/>
              <a:cxnLst/>
              <a:rect l="l" t="t" r="r" b="b"/>
              <a:pathLst>
                <a:path w="167005" h="254000">
                  <a:moveTo>
                    <a:pt x="103632" y="221742"/>
                  </a:moveTo>
                  <a:lnTo>
                    <a:pt x="0" y="221742"/>
                  </a:lnTo>
                  <a:lnTo>
                    <a:pt x="0" y="225552"/>
                  </a:lnTo>
                  <a:lnTo>
                    <a:pt x="103632" y="225552"/>
                  </a:lnTo>
                  <a:lnTo>
                    <a:pt x="103632" y="221742"/>
                  </a:lnTo>
                  <a:close/>
                </a:path>
                <a:path w="167005" h="254000">
                  <a:moveTo>
                    <a:pt x="156972" y="210312"/>
                  </a:moveTo>
                  <a:lnTo>
                    <a:pt x="151638" y="210312"/>
                  </a:lnTo>
                  <a:lnTo>
                    <a:pt x="151638" y="228600"/>
                  </a:lnTo>
                  <a:lnTo>
                    <a:pt x="128778" y="228600"/>
                  </a:lnTo>
                  <a:lnTo>
                    <a:pt x="128778" y="210312"/>
                  </a:lnTo>
                  <a:lnTo>
                    <a:pt x="123444" y="210312"/>
                  </a:lnTo>
                  <a:lnTo>
                    <a:pt x="123444" y="253746"/>
                  </a:lnTo>
                  <a:lnTo>
                    <a:pt x="128778" y="253746"/>
                  </a:lnTo>
                  <a:lnTo>
                    <a:pt x="128778" y="233172"/>
                  </a:lnTo>
                  <a:lnTo>
                    <a:pt x="151638" y="233172"/>
                  </a:lnTo>
                  <a:lnTo>
                    <a:pt x="151638" y="253746"/>
                  </a:lnTo>
                  <a:lnTo>
                    <a:pt x="156972" y="253746"/>
                  </a:lnTo>
                  <a:lnTo>
                    <a:pt x="156972" y="210312"/>
                  </a:lnTo>
                  <a:close/>
                </a:path>
                <a:path w="167005" h="254000">
                  <a:moveTo>
                    <a:pt x="156972" y="144780"/>
                  </a:moveTo>
                  <a:lnTo>
                    <a:pt x="153162" y="137922"/>
                  </a:lnTo>
                  <a:lnTo>
                    <a:pt x="147066" y="133350"/>
                  </a:lnTo>
                  <a:lnTo>
                    <a:pt x="139446" y="131826"/>
                  </a:lnTo>
                  <a:lnTo>
                    <a:pt x="127254" y="134874"/>
                  </a:lnTo>
                  <a:lnTo>
                    <a:pt x="119634" y="143256"/>
                  </a:lnTo>
                  <a:lnTo>
                    <a:pt x="117348" y="154686"/>
                  </a:lnTo>
                  <a:lnTo>
                    <a:pt x="119634" y="166878"/>
                  </a:lnTo>
                  <a:lnTo>
                    <a:pt x="123444" y="171450"/>
                  </a:lnTo>
                  <a:lnTo>
                    <a:pt x="128016" y="174498"/>
                  </a:lnTo>
                  <a:lnTo>
                    <a:pt x="139446" y="177546"/>
                  </a:lnTo>
                  <a:lnTo>
                    <a:pt x="148590" y="175260"/>
                  </a:lnTo>
                  <a:lnTo>
                    <a:pt x="156972" y="170688"/>
                  </a:lnTo>
                  <a:lnTo>
                    <a:pt x="156972" y="153924"/>
                  </a:lnTo>
                  <a:lnTo>
                    <a:pt x="139446" y="153924"/>
                  </a:lnTo>
                  <a:lnTo>
                    <a:pt x="139446" y="159258"/>
                  </a:lnTo>
                  <a:lnTo>
                    <a:pt x="151638" y="159258"/>
                  </a:lnTo>
                  <a:lnTo>
                    <a:pt x="151638" y="167640"/>
                  </a:lnTo>
                  <a:lnTo>
                    <a:pt x="149352" y="169164"/>
                  </a:lnTo>
                  <a:lnTo>
                    <a:pt x="129159" y="169545"/>
                  </a:lnTo>
                  <a:lnTo>
                    <a:pt x="123190" y="153974"/>
                  </a:lnTo>
                  <a:lnTo>
                    <a:pt x="130314" y="138950"/>
                  </a:lnTo>
                  <a:lnTo>
                    <a:pt x="149352" y="140970"/>
                  </a:lnTo>
                  <a:lnTo>
                    <a:pt x="151638" y="146304"/>
                  </a:lnTo>
                  <a:lnTo>
                    <a:pt x="156972" y="144780"/>
                  </a:lnTo>
                  <a:close/>
                </a:path>
                <a:path w="167005" h="254000">
                  <a:moveTo>
                    <a:pt x="160782" y="65532"/>
                  </a:moveTo>
                  <a:lnTo>
                    <a:pt x="131826" y="65532"/>
                  </a:lnTo>
                  <a:lnTo>
                    <a:pt x="131826" y="108966"/>
                  </a:lnTo>
                  <a:lnTo>
                    <a:pt x="137160" y="108966"/>
                  </a:lnTo>
                  <a:lnTo>
                    <a:pt x="137160" y="89154"/>
                  </a:lnTo>
                  <a:lnTo>
                    <a:pt x="157734" y="89154"/>
                  </a:lnTo>
                  <a:lnTo>
                    <a:pt x="157734" y="84582"/>
                  </a:lnTo>
                  <a:lnTo>
                    <a:pt x="137160" y="84582"/>
                  </a:lnTo>
                  <a:lnTo>
                    <a:pt x="137160" y="70866"/>
                  </a:lnTo>
                  <a:lnTo>
                    <a:pt x="160782" y="70866"/>
                  </a:lnTo>
                  <a:lnTo>
                    <a:pt x="160782" y="65532"/>
                  </a:lnTo>
                  <a:close/>
                </a:path>
                <a:path w="167005" h="254000">
                  <a:moveTo>
                    <a:pt x="166878" y="38100"/>
                  </a:moveTo>
                  <a:lnTo>
                    <a:pt x="140208" y="38100"/>
                  </a:lnTo>
                  <a:lnTo>
                    <a:pt x="140208" y="23622"/>
                  </a:lnTo>
                  <a:lnTo>
                    <a:pt x="163830" y="23622"/>
                  </a:lnTo>
                  <a:lnTo>
                    <a:pt x="163830" y="18288"/>
                  </a:lnTo>
                  <a:lnTo>
                    <a:pt x="140208" y="18288"/>
                  </a:lnTo>
                  <a:lnTo>
                    <a:pt x="140208" y="5334"/>
                  </a:lnTo>
                  <a:lnTo>
                    <a:pt x="165354" y="5334"/>
                  </a:lnTo>
                  <a:lnTo>
                    <a:pt x="165354" y="0"/>
                  </a:lnTo>
                  <a:lnTo>
                    <a:pt x="134112" y="0"/>
                  </a:lnTo>
                  <a:lnTo>
                    <a:pt x="134112" y="43434"/>
                  </a:lnTo>
                  <a:lnTo>
                    <a:pt x="166878" y="43434"/>
                  </a:lnTo>
                  <a:lnTo>
                    <a:pt x="16687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4" name="object 3944"/>
            <p:cNvSpPr/>
            <p:nvPr/>
          </p:nvSpPr>
          <p:spPr>
            <a:xfrm>
              <a:off x="1768754" y="277965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5" name="object 3945"/>
            <p:cNvSpPr/>
            <p:nvPr/>
          </p:nvSpPr>
          <p:spPr>
            <a:xfrm>
              <a:off x="1768754" y="277965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6" name="object 3946"/>
            <p:cNvSpPr/>
            <p:nvPr/>
          </p:nvSpPr>
          <p:spPr>
            <a:xfrm>
              <a:off x="1768754" y="2586104"/>
              <a:ext cx="3810" cy="193675"/>
            </a:xfrm>
            <a:custGeom>
              <a:avLst/>
              <a:gdLst/>
              <a:ahLst/>
              <a:cxnLst/>
              <a:rect l="l" t="t" r="r" b="b"/>
              <a:pathLst>
                <a:path w="3810" h="193675">
                  <a:moveTo>
                    <a:pt x="0" y="193548"/>
                  </a:moveTo>
                  <a:lnTo>
                    <a:pt x="3810" y="193548"/>
                  </a:lnTo>
                  <a:lnTo>
                    <a:pt x="3810" y="0"/>
                  </a:lnTo>
                  <a:lnTo>
                    <a:pt x="0" y="0"/>
                  </a:lnTo>
                  <a:lnTo>
                    <a:pt x="0" y="1935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7" name="object 3947"/>
            <p:cNvSpPr/>
            <p:nvPr/>
          </p:nvSpPr>
          <p:spPr>
            <a:xfrm>
              <a:off x="1770659" y="2586104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10">
                  <a:moveTo>
                    <a:pt x="0" y="0"/>
                  </a:moveTo>
                  <a:lnTo>
                    <a:pt x="0" y="19392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8" name="object 3948"/>
            <p:cNvSpPr/>
            <p:nvPr/>
          </p:nvSpPr>
          <p:spPr>
            <a:xfrm>
              <a:off x="1745894" y="2729360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292" y="0"/>
                  </a:moveTo>
                  <a:lnTo>
                    <a:pt x="0" y="0"/>
                  </a:lnTo>
                  <a:lnTo>
                    <a:pt x="25146" y="50292"/>
                  </a:lnTo>
                  <a:lnTo>
                    <a:pt x="502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9" name="object 3949"/>
            <p:cNvSpPr/>
            <p:nvPr/>
          </p:nvSpPr>
          <p:spPr>
            <a:xfrm>
              <a:off x="1745894" y="2729360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0" y="0"/>
                  </a:moveTo>
                  <a:lnTo>
                    <a:pt x="25146" y="50292"/>
                  </a:lnTo>
                  <a:lnTo>
                    <a:pt x="50292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0" name="object 3950"/>
            <p:cNvSpPr/>
            <p:nvPr/>
          </p:nvSpPr>
          <p:spPr>
            <a:xfrm>
              <a:off x="1744370" y="2728598"/>
              <a:ext cx="28575" cy="55880"/>
            </a:xfrm>
            <a:custGeom>
              <a:avLst/>
              <a:gdLst/>
              <a:ahLst/>
              <a:cxnLst/>
              <a:rect l="l" t="t" r="r" b="b"/>
              <a:pathLst>
                <a:path w="28575" h="55880">
                  <a:moveTo>
                    <a:pt x="28194" y="52578"/>
                  </a:moveTo>
                  <a:lnTo>
                    <a:pt x="25146" y="50292"/>
                  </a:lnTo>
                  <a:lnTo>
                    <a:pt x="26670" y="47244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26670" y="55626"/>
                  </a:lnTo>
                  <a:lnTo>
                    <a:pt x="28194" y="5257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1" name="object 3951"/>
            <p:cNvSpPr/>
            <p:nvPr/>
          </p:nvSpPr>
          <p:spPr>
            <a:xfrm>
              <a:off x="1744370" y="2728598"/>
              <a:ext cx="28575" cy="55880"/>
            </a:xfrm>
            <a:custGeom>
              <a:avLst/>
              <a:gdLst/>
              <a:ahLst/>
              <a:cxnLst/>
              <a:rect l="l" t="t" r="r" b="b"/>
              <a:pathLst>
                <a:path w="28575" h="55880">
                  <a:moveTo>
                    <a:pt x="0" y="1524"/>
                  </a:moveTo>
                  <a:lnTo>
                    <a:pt x="3810" y="0"/>
                  </a:lnTo>
                  <a:lnTo>
                    <a:pt x="26670" y="47244"/>
                  </a:lnTo>
                  <a:lnTo>
                    <a:pt x="25146" y="50292"/>
                  </a:lnTo>
                  <a:lnTo>
                    <a:pt x="28194" y="52578"/>
                  </a:lnTo>
                  <a:lnTo>
                    <a:pt x="26670" y="5562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2" name="object 3952"/>
            <p:cNvSpPr/>
            <p:nvPr/>
          </p:nvSpPr>
          <p:spPr>
            <a:xfrm>
              <a:off x="1769516" y="2727836"/>
              <a:ext cx="29845" cy="53340"/>
            </a:xfrm>
            <a:custGeom>
              <a:avLst/>
              <a:gdLst/>
              <a:ahLst/>
              <a:cxnLst/>
              <a:rect l="l" t="t" r="r" b="b"/>
              <a:pathLst>
                <a:path w="29844" h="53339">
                  <a:moveTo>
                    <a:pt x="29718" y="0"/>
                  </a:moveTo>
                  <a:lnTo>
                    <a:pt x="26670" y="0"/>
                  </a:lnTo>
                  <a:lnTo>
                    <a:pt x="26670" y="3809"/>
                  </a:lnTo>
                  <a:lnTo>
                    <a:pt x="23622" y="3809"/>
                  </a:lnTo>
                  <a:lnTo>
                    <a:pt x="0" y="51053"/>
                  </a:lnTo>
                  <a:lnTo>
                    <a:pt x="3048" y="53339"/>
                  </a:lnTo>
                  <a:lnTo>
                    <a:pt x="2971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3" name="object 3953"/>
            <p:cNvSpPr/>
            <p:nvPr/>
          </p:nvSpPr>
          <p:spPr>
            <a:xfrm>
              <a:off x="1769516" y="2727836"/>
              <a:ext cx="29845" cy="53340"/>
            </a:xfrm>
            <a:custGeom>
              <a:avLst/>
              <a:gdLst/>
              <a:ahLst/>
              <a:cxnLst/>
              <a:rect l="l" t="t" r="r" b="b"/>
              <a:pathLst>
                <a:path w="29844" h="53339">
                  <a:moveTo>
                    <a:pt x="3048" y="53339"/>
                  </a:moveTo>
                  <a:lnTo>
                    <a:pt x="0" y="51053"/>
                  </a:lnTo>
                  <a:lnTo>
                    <a:pt x="23622" y="3809"/>
                  </a:lnTo>
                  <a:lnTo>
                    <a:pt x="26670" y="3809"/>
                  </a:lnTo>
                  <a:lnTo>
                    <a:pt x="26670" y="0"/>
                  </a:lnTo>
                  <a:lnTo>
                    <a:pt x="29718" y="0"/>
                  </a:lnTo>
                  <a:lnTo>
                    <a:pt x="3048" y="5333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4" name="object 3954"/>
            <p:cNvSpPr/>
            <p:nvPr/>
          </p:nvSpPr>
          <p:spPr>
            <a:xfrm>
              <a:off x="1742846" y="2727836"/>
              <a:ext cx="53340" cy="3810"/>
            </a:xfrm>
            <a:custGeom>
              <a:avLst/>
              <a:gdLst/>
              <a:ahLst/>
              <a:cxnLst/>
              <a:rect l="l" t="t" r="r" b="b"/>
              <a:pathLst>
                <a:path w="53339" h="3810">
                  <a:moveTo>
                    <a:pt x="53339" y="3810"/>
                  </a:moveTo>
                  <a:lnTo>
                    <a:pt x="53339" y="0"/>
                  </a:lnTo>
                  <a:lnTo>
                    <a:pt x="0" y="0"/>
                  </a:lnTo>
                  <a:lnTo>
                    <a:pt x="1523" y="2286"/>
                  </a:lnTo>
                  <a:lnTo>
                    <a:pt x="5333" y="762"/>
                  </a:lnTo>
                  <a:lnTo>
                    <a:pt x="6095" y="3810"/>
                  </a:lnTo>
                  <a:lnTo>
                    <a:pt x="5333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5" name="object 3955"/>
            <p:cNvSpPr/>
            <p:nvPr/>
          </p:nvSpPr>
          <p:spPr>
            <a:xfrm>
              <a:off x="1742846" y="2727836"/>
              <a:ext cx="53340" cy="3810"/>
            </a:xfrm>
            <a:custGeom>
              <a:avLst/>
              <a:gdLst/>
              <a:ahLst/>
              <a:cxnLst/>
              <a:rect l="l" t="t" r="r" b="b"/>
              <a:pathLst>
                <a:path w="53339" h="3810">
                  <a:moveTo>
                    <a:pt x="53339" y="0"/>
                  </a:moveTo>
                  <a:lnTo>
                    <a:pt x="53339" y="3810"/>
                  </a:lnTo>
                  <a:lnTo>
                    <a:pt x="6095" y="3810"/>
                  </a:lnTo>
                  <a:lnTo>
                    <a:pt x="5333" y="762"/>
                  </a:lnTo>
                  <a:lnTo>
                    <a:pt x="1523" y="2286"/>
                  </a:lnTo>
                  <a:lnTo>
                    <a:pt x="0" y="0"/>
                  </a:lnTo>
                  <a:lnTo>
                    <a:pt x="5333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56" name="object 3956"/>
            <p:cNvPicPr/>
            <p:nvPr/>
          </p:nvPicPr>
          <p:blipFill>
            <a:blip r:embed="rId236" cstate="print"/>
            <a:stretch>
              <a:fillRect/>
            </a:stretch>
          </p:blipFill>
          <p:spPr>
            <a:xfrm>
              <a:off x="1683410" y="2800988"/>
              <a:ext cx="437388" cy="109727"/>
            </a:xfrm>
            <a:prstGeom prst="rect">
              <a:avLst/>
            </a:prstGeom>
          </p:spPr>
        </p:pic>
        <p:sp>
          <p:nvSpPr>
            <p:cNvPr id="3957" name="object 3957"/>
            <p:cNvSpPr/>
            <p:nvPr/>
          </p:nvSpPr>
          <p:spPr>
            <a:xfrm>
              <a:off x="1037221" y="4238132"/>
              <a:ext cx="3810" cy="87630"/>
            </a:xfrm>
            <a:custGeom>
              <a:avLst/>
              <a:gdLst/>
              <a:ahLst/>
              <a:cxnLst/>
              <a:rect l="l" t="t" r="r" b="b"/>
              <a:pathLst>
                <a:path w="3809" h="87629">
                  <a:moveTo>
                    <a:pt x="3810" y="86106"/>
                  </a:moveTo>
                  <a:lnTo>
                    <a:pt x="12" y="86106"/>
                  </a:lnTo>
                  <a:lnTo>
                    <a:pt x="12" y="87630"/>
                  </a:lnTo>
                  <a:lnTo>
                    <a:pt x="3810" y="87630"/>
                  </a:lnTo>
                  <a:lnTo>
                    <a:pt x="3810" y="86106"/>
                  </a:lnTo>
                  <a:close/>
                </a:path>
                <a:path w="3809" h="87629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8" name="object 3958"/>
            <p:cNvSpPr/>
            <p:nvPr/>
          </p:nvSpPr>
          <p:spPr>
            <a:xfrm>
              <a:off x="1037234" y="4240406"/>
              <a:ext cx="3810" cy="83820"/>
            </a:xfrm>
            <a:custGeom>
              <a:avLst/>
              <a:gdLst/>
              <a:ahLst/>
              <a:cxnLst/>
              <a:rect l="l" t="t" r="r" b="b"/>
              <a:pathLst>
                <a:path w="3809" h="83820">
                  <a:moveTo>
                    <a:pt x="3809" y="0"/>
                  </a:moveTo>
                  <a:lnTo>
                    <a:pt x="3809" y="83819"/>
                  </a:lnTo>
                  <a:lnTo>
                    <a:pt x="0" y="83819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9" name="object 3959"/>
            <p:cNvSpPr/>
            <p:nvPr/>
          </p:nvSpPr>
          <p:spPr>
            <a:xfrm>
              <a:off x="1133995" y="4180220"/>
              <a:ext cx="4445" cy="87630"/>
            </a:xfrm>
            <a:custGeom>
              <a:avLst/>
              <a:gdLst/>
              <a:ahLst/>
              <a:cxnLst/>
              <a:rect l="l" t="t" r="r" b="b"/>
              <a:pathLst>
                <a:path w="4444" h="87629">
                  <a:moveTo>
                    <a:pt x="3810" y="86106"/>
                  </a:moveTo>
                  <a:lnTo>
                    <a:pt x="0" y="86106"/>
                  </a:lnTo>
                  <a:lnTo>
                    <a:pt x="0" y="87630"/>
                  </a:lnTo>
                  <a:lnTo>
                    <a:pt x="3810" y="87630"/>
                  </a:lnTo>
                  <a:lnTo>
                    <a:pt x="3810" y="86106"/>
                  </a:lnTo>
                  <a:close/>
                </a:path>
                <a:path w="4444" h="87629">
                  <a:moveTo>
                    <a:pt x="3822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22" y="2286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0" name="object 3960"/>
            <p:cNvSpPr/>
            <p:nvPr/>
          </p:nvSpPr>
          <p:spPr>
            <a:xfrm>
              <a:off x="1134008" y="4182494"/>
              <a:ext cx="3810" cy="83820"/>
            </a:xfrm>
            <a:custGeom>
              <a:avLst/>
              <a:gdLst/>
              <a:ahLst/>
              <a:cxnLst/>
              <a:rect l="l" t="t" r="r" b="b"/>
              <a:pathLst>
                <a:path w="3809" h="83820">
                  <a:moveTo>
                    <a:pt x="3810" y="0"/>
                  </a:moveTo>
                  <a:lnTo>
                    <a:pt x="3810" y="83820"/>
                  </a:lnTo>
                  <a:lnTo>
                    <a:pt x="0" y="83820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1" name="object 3961"/>
            <p:cNvSpPr/>
            <p:nvPr/>
          </p:nvSpPr>
          <p:spPr>
            <a:xfrm>
              <a:off x="945781" y="4296807"/>
              <a:ext cx="4445" cy="87630"/>
            </a:xfrm>
            <a:custGeom>
              <a:avLst/>
              <a:gdLst/>
              <a:ahLst/>
              <a:cxnLst/>
              <a:rect l="l" t="t" r="r" b="b"/>
              <a:pathLst>
                <a:path w="4444" h="87629">
                  <a:moveTo>
                    <a:pt x="3810" y="85344"/>
                  </a:moveTo>
                  <a:lnTo>
                    <a:pt x="0" y="85344"/>
                  </a:lnTo>
                  <a:lnTo>
                    <a:pt x="0" y="87630"/>
                  </a:lnTo>
                  <a:lnTo>
                    <a:pt x="3810" y="87630"/>
                  </a:lnTo>
                  <a:lnTo>
                    <a:pt x="3810" y="85344"/>
                  </a:lnTo>
                  <a:close/>
                </a:path>
                <a:path w="4444" h="87629">
                  <a:moveTo>
                    <a:pt x="3822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22" y="2286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2" name="object 3962"/>
            <p:cNvSpPr/>
            <p:nvPr/>
          </p:nvSpPr>
          <p:spPr>
            <a:xfrm>
              <a:off x="945794" y="4299080"/>
              <a:ext cx="3810" cy="83185"/>
            </a:xfrm>
            <a:custGeom>
              <a:avLst/>
              <a:gdLst/>
              <a:ahLst/>
              <a:cxnLst/>
              <a:rect l="l" t="t" r="r" b="b"/>
              <a:pathLst>
                <a:path w="3809" h="83185">
                  <a:moveTo>
                    <a:pt x="3810" y="0"/>
                  </a:moveTo>
                  <a:lnTo>
                    <a:pt x="3810" y="83057"/>
                  </a:lnTo>
                  <a:lnTo>
                    <a:pt x="0" y="83057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3" name="object 3963"/>
            <p:cNvSpPr/>
            <p:nvPr/>
          </p:nvSpPr>
          <p:spPr>
            <a:xfrm>
              <a:off x="700430" y="5728592"/>
              <a:ext cx="510540" cy="205740"/>
            </a:xfrm>
            <a:custGeom>
              <a:avLst/>
              <a:gdLst/>
              <a:ahLst/>
              <a:cxnLst/>
              <a:rect l="l" t="t" r="r" b="b"/>
              <a:pathLst>
                <a:path w="510540" h="205739">
                  <a:moveTo>
                    <a:pt x="0" y="0"/>
                  </a:moveTo>
                  <a:lnTo>
                    <a:pt x="0" y="205739"/>
                  </a:lnTo>
                  <a:lnTo>
                    <a:pt x="510539" y="205739"/>
                  </a:lnTo>
                  <a:lnTo>
                    <a:pt x="510539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4" name="object 3964"/>
            <p:cNvSpPr/>
            <p:nvPr/>
          </p:nvSpPr>
          <p:spPr>
            <a:xfrm>
              <a:off x="766711" y="4830969"/>
              <a:ext cx="279400" cy="1026160"/>
            </a:xfrm>
            <a:custGeom>
              <a:avLst/>
              <a:gdLst/>
              <a:ahLst/>
              <a:cxnLst/>
              <a:rect l="l" t="t" r="r" b="b"/>
              <a:pathLst>
                <a:path w="279400" h="1026160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12" y="899160"/>
                  </a:lnTo>
                  <a:lnTo>
                    <a:pt x="12" y="900684"/>
                  </a:lnTo>
                  <a:lnTo>
                    <a:pt x="3810" y="900684"/>
                  </a:lnTo>
                  <a:lnTo>
                    <a:pt x="3810" y="899160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  <a:path w="279400" h="1026160">
                  <a:moveTo>
                    <a:pt x="153162" y="1010412"/>
                  </a:moveTo>
                  <a:lnTo>
                    <a:pt x="147066" y="1008888"/>
                  </a:lnTo>
                  <a:lnTo>
                    <a:pt x="144780" y="1014222"/>
                  </a:lnTo>
                  <a:lnTo>
                    <a:pt x="140208" y="1018794"/>
                  </a:lnTo>
                  <a:lnTo>
                    <a:pt x="133350" y="1020318"/>
                  </a:lnTo>
                  <a:lnTo>
                    <a:pt x="124968" y="1018032"/>
                  </a:lnTo>
                  <a:lnTo>
                    <a:pt x="119634" y="1011936"/>
                  </a:lnTo>
                  <a:lnTo>
                    <a:pt x="118110" y="1002030"/>
                  </a:lnTo>
                  <a:lnTo>
                    <a:pt x="119634" y="992124"/>
                  </a:lnTo>
                  <a:lnTo>
                    <a:pt x="124968" y="985266"/>
                  </a:lnTo>
                  <a:lnTo>
                    <a:pt x="133350" y="982980"/>
                  </a:lnTo>
                  <a:lnTo>
                    <a:pt x="141732" y="985266"/>
                  </a:lnTo>
                  <a:lnTo>
                    <a:pt x="146304" y="992886"/>
                  </a:lnTo>
                  <a:lnTo>
                    <a:pt x="152400" y="991362"/>
                  </a:lnTo>
                  <a:lnTo>
                    <a:pt x="147828" y="982980"/>
                  </a:lnTo>
                  <a:lnTo>
                    <a:pt x="140208" y="978408"/>
                  </a:lnTo>
                  <a:lnTo>
                    <a:pt x="134112" y="977646"/>
                  </a:lnTo>
                  <a:lnTo>
                    <a:pt x="122682" y="980694"/>
                  </a:lnTo>
                  <a:lnTo>
                    <a:pt x="118110" y="983742"/>
                  </a:lnTo>
                  <a:lnTo>
                    <a:pt x="114300" y="989076"/>
                  </a:lnTo>
                  <a:lnTo>
                    <a:pt x="112776" y="994410"/>
                  </a:lnTo>
                  <a:lnTo>
                    <a:pt x="111252" y="1002030"/>
                  </a:lnTo>
                  <a:lnTo>
                    <a:pt x="114300" y="1014222"/>
                  </a:lnTo>
                  <a:lnTo>
                    <a:pt x="121158" y="1022604"/>
                  </a:lnTo>
                  <a:lnTo>
                    <a:pt x="127254" y="1024890"/>
                  </a:lnTo>
                  <a:lnTo>
                    <a:pt x="133350" y="1025652"/>
                  </a:lnTo>
                  <a:lnTo>
                    <a:pt x="140208" y="1024890"/>
                  </a:lnTo>
                  <a:lnTo>
                    <a:pt x="148590" y="1019556"/>
                  </a:lnTo>
                  <a:lnTo>
                    <a:pt x="153162" y="1010412"/>
                  </a:lnTo>
                  <a:close/>
                </a:path>
                <a:path w="279400" h="1026160">
                  <a:moveTo>
                    <a:pt x="191262" y="978408"/>
                  </a:moveTo>
                  <a:lnTo>
                    <a:pt x="160782" y="978408"/>
                  </a:lnTo>
                  <a:lnTo>
                    <a:pt x="160782" y="1024890"/>
                  </a:lnTo>
                  <a:lnTo>
                    <a:pt x="166878" y="1024890"/>
                  </a:lnTo>
                  <a:lnTo>
                    <a:pt x="166878" y="983742"/>
                  </a:lnTo>
                  <a:lnTo>
                    <a:pt x="191262" y="983742"/>
                  </a:lnTo>
                  <a:lnTo>
                    <a:pt x="191262" y="978408"/>
                  </a:lnTo>
                  <a:close/>
                </a:path>
                <a:path w="279400" h="1026160">
                  <a:moveTo>
                    <a:pt x="232410" y="978408"/>
                  </a:moveTo>
                  <a:lnTo>
                    <a:pt x="226314" y="978408"/>
                  </a:lnTo>
                  <a:lnTo>
                    <a:pt x="220218" y="988314"/>
                  </a:lnTo>
                  <a:lnTo>
                    <a:pt x="208026" y="1005840"/>
                  </a:lnTo>
                  <a:lnTo>
                    <a:pt x="201930" y="1015746"/>
                  </a:lnTo>
                  <a:lnTo>
                    <a:pt x="201930" y="978408"/>
                  </a:lnTo>
                  <a:lnTo>
                    <a:pt x="195834" y="978408"/>
                  </a:lnTo>
                  <a:lnTo>
                    <a:pt x="195834" y="1024890"/>
                  </a:lnTo>
                  <a:lnTo>
                    <a:pt x="201930" y="1024890"/>
                  </a:lnTo>
                  <a:lnTo>
                    <a:pt x="208788" y="1015746"/>
                  </a:lnTo>
                  <a:lnTo>
                    <a:pt x="227076" y="988314"/>
                  </a:lnTo>
                  <a:lnTo>
                    <a:pt x="227076" y="1024890"/>
                  </a:lnTo>
                  <a:lnTo>
                    <a:pt x="232410" y="1024890"/>
                  </a:lnTo>
                  <a:lnTo>
                    <a:pt x="232410" y="978408"/>
                  </a:lnTo>
                  <a:close/>
                </a:path>
                <a:path w="279400" h="1026160">
                  <a:moveTo>
                    <a:pt x="278892" y="978408"/>
                  </a:moveTo>
                  <a:lnTo>
                    <a:pt x="272796" y="978408"/>
                  </a:lnTo>
                  <a:lnTo>
                    <a:pt x="269748" y="986028"/>
                  </a:lnTo>
                  <a:lnTo>
                    <a:pt x="262890" y="999744"/>
                  </a:lnTo>
                  <a:lnTo>
                    <a:pt x="259842" y="1007364"/>
                  </a:lnTo>
                  <a:lnTo>
                    <a:pt x="256032" y="999744"/>
                  </a:lnTo>
                  <a:lnTo>
                    <a:pt x="248412" y="986028"/>
                  </a:lnTo>
                  <a:lnTo>
                    <a:pt x="243840" y="978408"/>
                  </a:lnTo>
                  <a:lnTo>
                    <a:pt x="237744" y="978408"/>
                  </a:lnTo>
                  <a:lnTo>
                    <a:pt x="243078" y="987552"/>
                  </a:lnTo>
                  <a:lnTo>
                    <a:pt x="252222" y="1004316"/>
                  </a:lnTo>
                  <a:lnTo>
                    <a:pt x="256794" y="1013460"/>
                  </a:lnTo>
                  <a:lnTo>
                    <a:pt x="256032" y="1015746"/>
                  </a:lnTo>
                  <a:lnTo>
                    <a:pt x="254508" y="1018032"/>
                  </a:lnTo>
                  <a:lnTo>
                    <a:pt x="252222" y="1020318"/>
                  </a:lnTo>
                  <a:lnTo>
                    <a:pt x="250698" y="1021080"/>
                  </a:lnTo>
                  <a:lnTo>
                    <a:pt x="247650" y="1021080"/>
                  </a:lnTo>
                  <a:lnTo>
                    <a:pt x="246126" y="1020318"/>
                  </a:lnTo>
                  <a:lnTo>
                    <a:pt x="243840" y="1019556"/>
                  </a:lnTo>
                  <a:lnTo>
                    <a:pt x="243840" y="1024890"/>
                  </a:lnTo>
                  <a:lnTo>
                    <a:pt x="246126" y="1025652"/>
                  </a:lnTo>
                  <a:lnTo>
                    <a:pt x="252222" y="1025652"/>
                  </a:lnTo>
                  <a:lnTo>
                    <a:pt x="254508" y="1024890"/>
                  </a:lnTo>
                  <a:lnTo>
                    <a:pt x="257556" y="1021842"/>
                  </a:lnTo>
                  <a:lnTo>
                    <a:pt x="259842" y="1018794"/>
                  </a:lnTo>
                  <a:lnTo>
                    <a:pt x="261366" y="1014984"/>
                  </a:lnTo>
                  <a:lnTo>
                    <a:pt x="265938" y="1005840"/>
                  </a:lnTo>
                  <a:lnTo>
                    <a:pt x="274320" y="987552"/>
                  </a:lnTo>
                  <a:lnTo>
                    <a:pt x="278892" y="97840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5" name="object 3965"/>
            <p:cNvSpPr/>
            <p:nvPr/>
          </p:nvSpPr>
          <p:spPr>
            <a:xfrm>
              <a:off x="766724" y="4833242"/>
              <a:ext cx="3810" cy="897255"/>
            </a:xfrm>
            <a:custGeom>
              <a:avLst/>
              <a:gdLst/>
              <a:ahLst/>
              <a:cxnLst/>
              <a:rect l="l" t="t" r="r" b="b"/>
              <a:pathLst>
                <a:path w="3809" h="897254">
                  <a:moveTo>
                    <a:pt x="3809" y="0"/>
                  </a:moveTo>
                  <a:lnTo>
                    <a:pt x="3809" y="896874"/>
                  </a:lnTo>
                  <a:lnTo>
                    <a:pt x="0" y="896874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6" name="object 3966"/>
            <p:cNvSpPr/>
            <p:nvPr/>
          </p:nvSpPr>
          <p:spPr>
            <a:xfrm>
              <a:off x="828433" y="4359290"/>
              <a:ext cx="4445" cy="134620"/>
            </a:xfrm>
            <a:custGeom>
              <a:avLst/>
              <a:gdLst/>
              <a:ahLst/>
              <a:cxnLst/>
              <a:rect l="l" t="t" r="r" b="b"/>
              <a:pathLst>
                <a:path w="4444" h="134620">
                  <a:moveTo>
                    <a:pt x="3822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132588"/>
                  </a:lnTo>
                  <a:lnTo>
                    <a:pt x="0" y="134112"/>
                  </a:lnTo>
                  <a:lnTo>
                    <a:pt x="3810" y="134112"/>
                  </a:lnTo>
                  <a:lnTo>
                    <a:pt x="3810" y="132588"/>
                  </a:lnTo>
                  <a:lnTo>
                    <a:pt x="3810" y="1524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7" name="object 3967"/>
            <p:cNvSpPr/>
            <p:nvPr/>
          </p:nvSpPr>
          <p:spPr>
            <a:xfrm>
              <a:off x="828446" y="4360802"/>
              <a:ext cx="3810" cy="131445"/>
            </a:xfrm>
            <a:custGeom>
              <a:avLst/>
              <a:gdLst/>
              <a:ahLst/>
              <a:cxnLst/>
              <a:rect l="l" t="t" r="r" b="b"/>
              <a:pathLst>
                <a:path w="3809" h="131445">
                  <a:moveTo>
                    <a:pt x="3810" y="0"/>
                  </a:moveTo>
                  <a:lnTo>
                    <a:pt x="3810" y="131063"/>
                  </a:lnTo>
                  <a:lnTo>
                    <a:pt x="0" y="131063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8" name="object 3968"/>
            <p:cNvSpPr/>
            <p:nvPr/>
          </p:nvSpPr>
          <p:spPr>
            <a:xfrm>
              <a:off x="1041793" y="5625722"/>
              <a:ext cx="3810" cy="103505"/>
            </a:xfrm>
            <a:custGeom>
              <a:avLst/>
              <a:gdLst/>
              <a:ahLst/>
              <a:cxnLst/>
              <a:rect l="l" t="t" r="r" b="b"/>
              <a:pathLst>
                <a:path w="3809" h="103504">
                  <a:moveTo>
                    <a:pt x="3810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2" y="101358"/>
                  </a:lnTo>
                  <a:lnTo>
                    <a:pt x="12" y="102882"/>
                  </a:lnTo>
                  <a:lnTo>
                    <a:pt x="3810" y="102882"/>
                  </a:lnTo>
                  <a:lnTo>
                    <a:pt x="3810" y="101358"/>
                  </a:lnTo>
                  <a:lnTo>
                    <a:pt x="3810" y="153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9" name="object 3969"/>
            <p:cNvSpPr/>
            <p:nvPr/>
          </p:nvSpPr>
          <p:spPr>
            <a:xfrm>
              <a:off x="1041806" y="5627246"/>
              <a:ext cx="3810" cy="100330"/>
            </a:xfrm>
            <a:custGeom>
              <a:avLst/>
              <a:gdLst/>
              <a:ahLst/>
              <a:cxnLst/>
              <a:rect l="l" t="t" r="r" b="b"/>
              <a:pathLst>
                <a:path w="3809" h="100329">
                  <a:moveTo>
                    <a:pt x="3809" y="0"/>
                  </a:moveTo>
                  <a:lnTo>
                    <a:pt x="3809" y="99822"/>
                  </a:lnTo>
                  <a:lnTo>
                    <a:pt x="0" y="99822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70" name="object 3970"/>
            <p:cNvPicPr/>
            <p:nvPr/>
          </p:nvPicPr>
          <p:blipFill>
            <a:blip r:embed="rId237" cstate="print"/>
            <a:stretch>
              <a:fillRect/>
            </a:stretch>
          </p:blipFill>
          <p:spPr>
            <a:xfrm>
              <a:off x="7793126" y="5959478"/>
              <a:ext cx="596645" cy="51053"/>
            </a:xfrm>
            <a:prstGeom prst="rect">
              <a:avLst/>
            </a:prstGeom>
          </p:spPr>
        </p:pic>
        <p:sp>
          <p:nvSpPr>
            <p:cNvPr id="3971" name="object 3971"/>
            <p:cNvSpPr/>
            <p:nvPr/>
          </p:nvSpPr>
          <p:spPr>
            <a:xfrm>
              <a:off x="3367430" y="440423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2" name="object 3972"/>
            <p:cNvSpPr/>
            <p:nvPr/>
          </p:nvSpPr>
          <p:spPr>
            <a:xfrm>
              <a:off x="3367430" y="440423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3" name="object 3973"/>
            <p:cNvSpPr/>
            <p:nvPr/>
          </p:nvSpPr>
          <p:spPr>
            <a:xfrm>
              <a:off x="3367430" y="4404236"/>
              <a:ext cx="3810" cy="908685"/>
            </a:xfrm>
            <a:custGeom>
              <a:avLst/>
              <a:gdLst/>
              <a:ahLst/>
              <a:cxnLst/>
              <a:rect l="l" t="t" r="r" b="b"/>
              <a:pathLst>
                <a:path w="3810" h="908685">
                  <a:moveTo>
                    <a:pt x="3809" y="908303"/>
                  </a:moveTo>
                  <a:lnTo>
                    <a:pt x="3809" y="0"/>
                  </a:lnTo>
                  <a:lnTo>
                    <a:pt x="0" y="0"/>
                  </a:lnTo>
                  <a:lnTo>
                    <a:pt x="0" y="908303"/>
                  </a:lnTo>
                  <a:lnTo>
                    <a:pt x="3809" y="9083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4" name="object 3974"/>
            <p:cNvSpPr/>
            <p:nvPr/>
          </p:nvSpPr>
          <p:spPr>
            <a:xfrm>
              <a:off x="3367430" y="4404236"/>
              <a:ext cx="3810" cy="908685"/>
            </a:xfrm>
            <a:custGeom>
              <a:avLst/>
              <a:gdLst/>
              <a:ahLst/>
              <a:cxnLst/>
              <a:rect l="l" t="t" r="r" b="b"/>
              <a:pathLst>
                <a:path w="3810" h="908685">
                  <a:moveTo>
                    <a:pt x="3809" y="0"/>
                  </a:moveTo>
                  <a:lnTo>
                    <a:pt x="3809" y="908303"/>
                  </a:lnTo>
                  <a:lnTo>
                    <a:pt x="0" y="908303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5" name="object 3975"/>
            <p:cNvSpPr/>
            <p:nvPr/>
          </p:nvSpPr>
          <p:spPr>
            <a:xfrm>
              <a:off x="3353714" y="5279774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5" h="33020">
                  <a:moveTo>
                    <a:pt x="32004" y="0"/>
                  </a:moveTo>
                  <a:lnTo>
                    <a:pt x="0" y="0"/>
                  </a:lnTo>
                  <a:lnTo>
                    <a:pt x="16002" y="32766"/>
                  </a:lnTo>
                  <a:lnTo>
                    <a:pt x="320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6" name="object 3976"/>
            <p:cNvSpPr/>
            <p:nvPr/>
          </p:nvSpPr>
          <p:spPr>
            <a:xfrm>
              <a:off x="3353714" y="5279774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5" h="33020">
                  <a:moveTo>
                    <a:pt x="0" y="0"/>
                  </a:moveTo>
                  <a:lnTo>
                    <a:pt x="16002" y="32766"/>
                  </a:lnTo>
                  <a:lnTo>
                    <a:pt x="3200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7" name="object 3977"/>
            <p:cNvSpPr/>
            <p:nvPr/>
          </p:nvSpPr>
          <p:spPr>
            <a:xfrm>
              <a:off x="3351428" y="5279012"/>
              <a:ext cx="20320" cy="37465"/>
            </a:xfrm>
            <a:custGeom>
              <a:avLst/>
              <a:gdLst/>
              <a:ahLst/>
              <a:cxnLst/>
              <a:rect l="l" t="t" r="r" b="b"/>
              <a:pathLst>
                <a:path w="20320" h="37464">
                  <a:moveTo>
                    <a:pt x="19812" y="34290"/>
                  </a:moveTo>
                  <a:lnTo>
                    <a:pt x="16002" y="32004"/>
                  </a:lnTo>
                  <a:lnTo>
                    <a:pt x="18288" y="28194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18288" y="37338"/>
                  </a:lnTo>
                  <a:lnTo>
                    <a:pt x="19812" y="3429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8" name="object 3978"/>
            <p:cNvSpPr/>
            <p:nvPr/>
          </p:nvSpPr>
          <p:spPr>
            <a:xfrm>
              <a:off x="3351428" y="5279012"/>
              <a:ext cx="20320" cy="37465"/>
            </a:xfrm>
            <a:custGeom>
              <a:avLst/>
              <a:gdLst/>
              <a:ahLst/>
              <a:cxnLst/>
              <a:rect l="l" t="t" r="r" b="b"/>
              <a:pathLst>
                <a:path w="20320" h="37464">
                  <a:moveTo>
                    <a:pt x="0" y="1524"/>
                  </a:moveTo>
                  <a:lnTo>
                    <a:pt x="3810" y="0"/>
                  </a:lnTo>
                  <a:lnTo>
                    <a:pt x="18288" y="28194"/>
                  </a:lnTo>
                  <a:lnTo>
                    <a:pt x="16002" y="32004"/>
                  </a:lnTo>
                  <a:lnTo>
                    <a:pt x="19812" y="34290"/>
                  </a:lnTo>
                  <a:lnTo>
                    <a:pt x="18288" y="37338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9" name="object 3979"/>
            <p:cNvSpPr/>
            <p:nvPr/>
          </p:nvSpPr>
          <p:spPr>
            <a:xfrm>
              <a:off x="3367430" y="5278250"/>
              <a:ext cx="21590" cy="35560"/>
            </a:xfrm>
            <a:custGeom>
              <a:avLst/>
              <a:gdLst/>
              <a:ahLst/>
              <a:cxnLst/>
              <a:rect l="l" t="t" r="r" b="b"/>
              <a:pathLst>
                <a:path w="21589" h="35560">
                  <a:moveTo>
                    <a:pt x="21336" y="0"/>
                  </a:moveTo>
                  <a:lnTo>
                    <a:pt x="18288" y="0"/>
                  </a:lnTo>
                  <a:lnTo>
                    <a:pt x="18288" y="3809"/>
                  </a:lnTo>
                  <a:lnTo>
                    <a:pt x="15240" y="3809"/>
                  </a:lnTo>
                  <a:lnTo>
                    <a:pt x="0" y="32765"/>
                  </a:lnTo>
                  <a:lnTo>
                    <a:pt x="3810" y="35051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0" name="object 3980"/>
            <p:cNvSpPr/>
            <p:nvPr/>
          </p:nvSpPr>
          <p:spPr>
            <a:xfrm>
              <a:off x="3367430" y="5278250"/>
              <a:ext cx="21590" cy="35560"/>
            </a:xfrm>
            <a:custGeom>
              <a:avLst/>
              <a:gdLst/>
              <a:ahLst/>
              <a:cxnLst/>
              <a:rect l="l" t="t" r="r" b="b"/>
              <a:pathLst>
                <a:path w="21589" h="35560">
                  <a:moveTo>
                    <a:pt x="3810" y="35051"/>
                  </a:moveTo>
                  <a:lnTo>
                    <a:pt x="0" y="32765"/>
                  </a:lnTo>
                  <a:lnTo>
                    <a:pt x="15240" y="3809"/>
                  </a:lnTo>
                  <a:lnTo>
                    <a:pt x="18288" y="3809"/>
                  </a:lnTo>
                  <a:lnTo>
                    <a:pt x="18288" y="0"/>
                  </a:lnTo>
                  <a:lnTo>
                    <a:pt x="21336" y="0"/>
                  </a:lnTo>
                  <a:lnTo>
                    <a:pt x="3810" y="3505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1" name="object 3981"/>
            <p:cNvSpPr/>
            <p:nvPr/>
          </p:nvSpPr>
          <p:spPr>
            <a:xfrm>
              <a:off x="3350666" y="5278250"/>
              <a:ext cx="35560" cy="3810"/>
            </a:xfrm>
            <a:custGeom>
              <a:avLst/>
              <a:gdLst/>
              <a:ahLst/>
              <a:cxnLst/>
              <a:rect l="l" t="t" r="r" b="b"/>
              <a:pathLst>
                <a:path w="35560" h="3810">
                  <a:moveTo>
                    <a:pt x="35051" y="3810"/>
                  </a:moveTo>
                  <a:lnTo>
                    <a:pt x="35051" y="0"/>
                  </a:lnTo>
                  <a:lnTo>
                    <a:pt x="0" y="0"/>
                  </a:lnTo>
                  <a:lnTo>
                    <a:pt x="761" y="2286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3505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2" name="object 3982"/>
            <p:cNvSpPr/>
            <p:nvPr/>
          </p:nvSpPr>
          <p:spPr>
            <a:xfrm>
              <a:off x="3350666" y="5278250"/>
              <a:ext cx="35560" cy="3810"/>
            </a:xfrm>
            <a:custGeom>
              <a:avLst/>
              <a:gdLst/>
              <a:ahLst/>
              <a:cxnLst/>
              <a:rect l="l" t="t" r="r" b="b"/>
              <a:pathLst>
                <a:path w="35560" h="3810">
                  <a:moveTo>
                    <a:pt x="35051" y="0"/>
                  </a:moveTo>
                  <a:lnTo>
                    <a:pt x="35051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761" y="2286"/>
                  </a:lnTo>
                  <a:lnTo>
                    <a:pt x="0" y="0"/>
                  </a:lnTo>
                  <a:lnTo>
                    <a:pt x="3505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3" name="object 3983"/>
            <p:cNvSpPr/>
            <p:nvPr/>
          </p:nvSpPr>
          <p:spPr>
            <a:xfrm>
              <a:off x="3258451" y="4494164"/>
              <a:ext cx="215900" cy="44450"/>
            </a:xfrm>
            <a:custGeom>
              <a:avLst/>
              <a:gdLst/>
              <a:ahLst/>
              <a:cxnLst/>
              <a:rect l="l" t="t" r="r" b="b"/>
              <a:pathLst>
                <a:path w="215900" h="44450">
                  <a:moveTo>
                    <a:pt x="28956" y="12192"/>
                  </a:moveTo>
                  <a:lnTo>
                    <a:pt x="28194" y="7620"/>
                  </a:lnTo>
                  <a:lnTo>
                    <a:pt x="25146" y="3048"/>
                  </a:lnTo>
                  <a:lnTo>
                    <a:pt x="20574" y="762"/>
                  </a:lnTo>
                  <a:lnTo>
                    <a:pt x="15240" y="0"/>
                  </a:lnTo>
                  <a:lnTo>
                    <a:pt x="9906" y="762"/>
                  </a:lnTo>
                  <a:lnTo>
                    <a:pt x="3810" y="4572"/>
                  </a:lnTo>
                  <a:lnTo>
                    <a:pt x="1524" y="12954"/>
                  </a:lnTo>
                  <a:lnTo>
                    <a:pt x="6858" y="12954"/>
                  </a:lnTo>
                  <a:lnTo>
                    <a:pt x="9144" y="6858"/>
                  </a:lnTo>
                  <a:lnTo>
                    <a:pt x="15240" y="4572"/>
                  </a:lnTo>
                  <a:lnTo>
                    <a:pt x="18288" y="5334"/>
                  </a:lnTo>
                  <a:lnTo>
                    <a:pt x="22860" y="9144"/>
                  </a:lnTo>
                  <a:lnTo>
                    <a:pt x="23622" y="12192"/>
                  </a:lnTo>
                  <a:lnTo>
                    <a:pt x="20574" y="18288"/>
                  </a:lnTo>
                  <a:lnTo>
                    <a:pt x="4572" y="34290"/>
                  </a:lnTo>
                  <a:lnTo>
                    <a:pt x="0" y="43434"/>
                  </a:lnTo>
                  <a:lnTo>
                    <a:pt x="28956" y="43434"/>
                  </a:lnTo>
                  <a:lnTo>
                    <a:pt x="28956" y="38862"/>
                  </a:lnTo>
                  <a:lnTo>
                    <a:pt x="7620" y="38862"/>
                  </a:lnTo>
                  <a:lnTo>
                    <a:pt x="19050" y="28194"/>
                  </a:lnTo>
                  <a:lnTo>
                    <a:pt x="27432" y="17526"/>
                  </a:lnTo>
                  <a:lnTo>
                    <a:pt x="28956" y="12192"/>
                  </a:lnTo>
                  <a:close/>
                </a:path>
                <a:path w="215900" h="44450">
                  <a:moveTo>
                    <a:pt x="61722" y="43434"/>
                  </a:moveTo>
                  <a:lnTo>
                    <a:pt x="58674" y="39624"/>
                  </a:lnTo>
                  <a:lnTo>
                    <a:pt x="53340" y="32004"/>
                  </a:lnTo>
                  <a:lnTo>
                    <a:pt x="50292" y="27432"/>
                  </a:lnTo>
                  <a:lnTo>
                    <a:pt x="53340" y="23622"/>
                  </a:lnTo>
                  <a:lnTo>
                    <a:pt x="58674" y="16002"/>
                  </a:lnTo>
                  <a:lnTo>
                    <a:pt x="60960" y="12192"/>
                  </a:lnTo>
                  <a:lnTo>
                    <a:pt x="54864" y="12192"/>
                  </a:lnTo>
                  <a:lnTo>
                    <a:pt x="53340" y="14478"/>
                  </a:lnTo>
                  <a:lnTo>
                    <a:pt x="51054" y="17526"/>
                  </a:lnTo>
                  <a:lnTo>
                    <a:pt x="49530" y="19812"/>
                  </a:lnTo>
                  <a:lnTo>
                    <a:pt x="48768" y="20574"/>
                  </a:lnTo>
                  <a:lnTo>
                    <a:pt x="48006" y="22098"/>
                  </a:lnTo>
                  <a:lnTo>
                    <a:pt x="47244" y="22860"/>
                  </a:lnTo>
                  <a:lnTo>
                    <a:pt x="45720" y="21336"/>
                  </a:lnTo>
                  <a:lnTo>
                    <a:pt x="44958" y="19812"/>
                  </a:lnTo>
                  <a:lnTo>
                    <a:pt x="44196" y="17526"/>
                  </a:lnTo>
                  <a:lnTo>
                    <a:pt x="41910" y="14478"/>
                  </a:lnTo>
                  <a:lnTo>
                    <a:pt x="40386" y="12192"/>
                  </a:lnTo>
                  <a:lnTo>
                    <a:pt x="32766" y="12192"/>
                  </a:lnTo>
                  <a:lnTo>
                    <a:pt x="35814" y="16002"/>
                  </a:lnTo>
                  <a:lnTo>
                    <a:pt x="41148" y="23622"/>
                  </a:lnTo>
                  <a:lnTo>
                    <a:pt x="44196" y="27432"/>
                  </a:lnTo>
                  <a:lnTo>
                    <a:pt x="41148" y="32004"/>
                  </a:lnTo>
                  <a:lnTo>
                    <a:pt x="32004" y="43434"/>
                  </a:lnTo>
                  <a:lnTo>
                    <a:pt x="38862" y="43434"/>
                  </a:lnTo>
                  <a:lnTo>
                    <a:pt x="41148" y="40386"/>
                  </a:lnTo>
                  <a:lnTo>
                    <a:pt x="44958" y="35052"/>
                  </a:lnTo>
                  <a:lnTo>
                    <a:pt x="47244" y="32004"/>
                  </a:lnTo>
                  <a:lnTo>
                    <a:pt x="48006" y="32004"/>
                  </a:lnTo>
                  <a:lnTo>
                    <a:pt x="48768" y="33528"/>
                  </a:lnTo>
                  <a:lnTo>
                    <a:pt x="48768" y="34290"/>
                  </a:lnTo>
                  <a:lnTo>
                    <a:pt x="51054" y="36576"/>
                  </a:lnTo>
                  <a:lnTo>
                    <a:pt x="55626" y="43434"/>
                  </a:lnTo>
                  <a:lnTo>
                    <a:pt x="61722" y="43434"/>
                  </a:lnTo>
                  <a:close/>
                </a:path>
                <a:path w="215900" h="44450">
                  <a:moveTo>
                    <a:pt x="182880" y="12954"/>
                  </a:moveTo>
                  <a:lnTo>
                    <a:pt x="182118" y="8382"/>
                  </a:lnTo>
                  <a:lnTo>
                    <a:pt x="176784" y="2286"/>
                  </a:lnTo>
                  <a:lnTo>
                    <a:pt x="169164" y="762"/>
                  </a:lnTo>
                  <a:lnTo>
                    <a:pt x="163830" y="1524"/>
                  </a:lnTo>
                  <a:lnTo>
                    <a:pt x="159258" y="3810"/>
                  </a:lnTo>
                  <a:lnTo>
                    <a:pt x="155448" y="12954"/>
                  </a:lnTo>
                  <a:lnTo>
                    <a:pt x="160782" y="13716"/>
                  </a:lnTo>
                  <a:lnTo>
                    <a:pt x="163068" y="7620"/>
                  </a:lnTo>
                  <a:lnTo>
                    <a:pt x="169164" y="4572"/>
                  </a:lnTo>
                  <a:lnTo>
                    <a:pt x="175260" y="7620"/>
                  </a:lnTo>
                  <a:lnTo>
                    <a:pt x="176784" y="12954"/>
                  </a:lnTo>
                  <a:lnTo>
                    <a:pt x="174498" y="19050"/>
                  </a:lnTo>
                  <a:lnTo>
                    <a:pt x="161544" y="32004"/>
                  </a:lnTo>
                  <a:lnTo>
                    <a:pt x="154686" y="40386"/>
                  </a:lnTo>
                  <a:lnTo>
                    <a:pt x="154686" y="44196"/>
                  </a:lnTo>
                  <a:lnTo>
                    <a:pt x="182880" y="44196"/>
                  </a:lnTo>
                  <a:lnTo>
                    <a:pt x="182880" y="38862"/>
                  </a:lnTo>
                  <a:lnTo>
                    <a:pt x="161544" y="38862"/>
                  </a:lnTo>
                  <a:lnTo>
                    <a:pt x="174498" y="26670"/>
                  </a:lnTo>
                  <a:lnTo>
                    <a:pt x="182118" y="18288"/>
                  </a:lnTo>
                  <a:lnTo>
                    <a:pt x="182880" y="12954"/>
                  </a:lnTo>
                  <a:close/>
                </a:path>
                <a:path w="215900" h="44450">
                  <a:moveTo>
                    <a:pt x="215646" y="44196"/>
                  </a:moveTo>
                  <a:lnTo>
                    <a:pt x="212598" y="40386"/>
                  </a:lnTo>
                  <a:lnTo>
                    <a:pt x="207264" y="32004"/>
                  </a:lnTo>
                  <a:lnTo>
                    <a:pt x="204216" y="28194"/>
                  </a:lnTo>
                  <a:lnTo>
                    <a:pt x="207264" y="24384"/>
                  </a:lnTo>
                  <a:lnTo>
                    <a:pt x="212598" y="16764"/>
                  </a:lnTo>
                  <a:lnTo>
                    <a:pt x="214884" y="12954"/>
                  </a:lnTo>
                  <a:lnTo>
                    <a:pt x="213360" y="12954"/>
                  </a:lnTo>
                  <a:lnTo>
                    <a:pt x="205054" y="11722"/>
                  </a:lnTo>
                  <a:lnTo>
                    <a:pt x="207886" y="16738"/>
                  </a:lnTo>
                  <a:lnTo>
                    <a:pt x="201930" y="22098"/>
                  </a:lnTo>
                  <a:lnTo>
                    <a:pt x="201168" y="23622"/>
                  </a:lnTo>
                  <a:lnTo>
                    <a:pt x="200406" y="22860"/>
                  </a:lnTo>
                  <a:lnTo>
                    <a:pt x="199644" y="21336"/>
                  </a:lnTo>
                  <a:lnTo>
                    <a:pt x="198882" y="20574"/>
                  </a:lnTo>
                  <a:lnTo>
                    <a:pt x="197358" y="18288"/>
                  </a:lnTo>
                  <a:lnTo>
                    <a:pt x="195072" y="14478"/>
                  </a:lnTo>
                  <a:lnTo>
                    <a:pt x="193548" y="12954"/>
                  </a:lnTo>
                  <a:lnTo>
                    <a:pt x="187452" y="12954"/>
                  </a:lnTo>
                  <a:lnTo>
                    <a:pt x="190500" y="16764"/>
                  </a:lnTo>
                  <a:lnTo>
                    <a:pt x="195072" y="24384"/>
                  </a:lnTo>
                  <a:lnTo>
                    <a:pt x="198120" y="28194"/>
                  </a:lnTo>
                  <a:lnTo>
                    <a:pt x="195072" y="32004"/>
                  </a:lnTo>
                  <a:lnTo>
                    <a:pt x="189738" y="40386"/>
                  </a:lnTo>
                  <a:lnTo>
                    <a:pt x="186690" y="44196"/>
                  </a:lnTo>
                  <a:lnTo>
                    <a:pt x="192786" y="44196"/>
                  </a:lnTo>
                  <a:lnTo>
                    <a:pt x="199644" y="35052"/>
                  </a:lnTo>
                  <a:lnTo>
                    <a:pt x="201168" y="32004"/>
                  </a:lnTo>
                  <a:lnTo>
                    <a:pt x="202692" y="33528"/>
                  </a:lnTo>
                  <a:lnTo>
                    <a:pt x="202692" y="34290"/>
                  </a:lnTo>
                  <a:lnTo>
                    <a:pt x="204978" y="37338"/>
                  </a:lnTo>
                  <a:lnTo>
                    <a:pt x="209550" y="44196"/>
                  </a:lnTo>
                  <a:lnTo>
                    <a:pt x="215646" y="441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4" name="object 3984"/>
            <p:cNvSpPr/>
            <p:nvPr/>
          </p:nvSpPr>
          <p:spPr>
            <a:xfrm>
              <a:off x="2870606" y="5812412"/>
              <a:ext cx="791210" cy="205104"/>
            </a:xfrm>
            <a:custGeom>
              <a:avLst/>
              <a:gdLst/>
              <a:ahLst/>
              <a:cxnLst/>
              <a:rect l="l" t="t" r="r" b="b"/>
              <a:pathLst>
                <a:path w="791210" h="205104">
                  <a:moveTo>
                    <a:pt x="0" y="0"/>
                  </a:moveTo>
                  <a:lnTo>
                    <a:pt x="0" y="204977"/>
                  </a:lnTo>
                  <a:lnTo>
                    <a:pt x="790955" y="204977"/>
                  </a:lnTo>
                  <a:lnTo>
                    <a:pt x="790955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5" name="object 3985"/>
            <p:cNvSpPr/>
            <p:nvPr/>
          </p:nvSpPr>
          <p:spPr>
            <a:xfrm>
              <a:off x="2072792" y="5303396"/>
              <a:ext cx="440055" cy="205104"/>
            </a:xfrm>
            <a:custGeom>
              <a:avLst/>
              <a:gdLst/>
              <a:ahLst/>
              <a:cxnLst/>
              <a:rect l="l" t="t" r="r" b="b"/>
              <a:pathLst>
                <a:path w="440055" h="205104">
                  <a:moveTo>
                    <a:pt x="439673" y="204977"/>
                  </a:moveTo>
                  <a:lnTo>
                    <a:pt x="439673" y="0"/>
                  </a:lnTo>
                  <a:lnTo>
                    <a:pt x="0" y="0"/>
                  </a:lnTo>
                  <a:lnTo>
                    <a:pt x="0" y="204977"/>
                  </a:lnTo>
                  <a:lnTo>
                    <a:pt x="439673" y="20497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6" name="object 3986"/>
            <p:cNvSpPr/>
            <p:nvPr/>
          </p:nvSpPr>
          <p:spPr>
            <a:xfrm>
              <a:off x="2072792" y="5303396"/>
              <a:ext cx="440055" cy="205104"/>
            </a:xfrm>
            <a:custGeom>
              <a:avLst/>
              <a:gdLst/>
              <a:ahLst/>
              <a:cxnLst/>
              <a:rect l="l" t="t" r="r" b="b"/>
              <a:pathLst>
                <a:path w="440055" h="205104">
                  <a:moveTo>
                    <a:pt x="0" y="0"/>
                  </a:moveTo>
                  <a:lnTo>
                    <a:pt x="0" y="204977"/>
                  </a:lnTo>
                  <a:lnTo>
                    <a:pt x="439673" y="204977"/>
                  </a:lnTo>
                  <a:lnTo>
                    <a:pt x="43967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7" name="object 3987"/>
            <p:cNvSpPr/>
            <p:nvPr/>
          </p:nvSpPr>
          <p:spPr>
            <a:xfrm>
              <a:off x="2094890" y="5409314"/>
              <a:ext cx="440690" cy="205104"/>
            </a:xfrm>
            <a:custGeom>
              <a:avLst/>
              <a:gdLst/>
              <a:ahLst/>
              <a:cxnLst/>
              <a:rect l="l" t="t" r="r" b="b"/>
              <a:pathLst>
                <a:path w="440689" h="205104">
                  <a:moveTo>
                    <a:pt x="440436" y="204977"/>
                  </a:moveTo>
                  <a:lnTo>
                    <a:pt x="440435" y="0"/>
                  </a:lnTo>
                  <a:lnTo>
                    <a:pt x="0" y="0"/>
                  </a:lnTo>
                  <a:lnTo>
                    <a:pt x="0" y="204977"/>
                  </a:lnTo>
                  <a:lnTo>
                    <a:pt x="440436" y="20497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8" name="object 3988"/>
            <p:cNvSpPr/>
            <p:nvPr/>
          </p:nvSpPr>
          <p:spPr>
            <a:xfrm>
              <a:off x="2094890" y="5409314"/>
              <a:ext cx="440690" cy="205104"/>
            </a:xfrm>
            <a:custGeom>
              <a:avLst/>
              <a:gdLst/>
              <a:ahLst/>
              <a:cxnLst/>
              <a:rect l="l" t="t" r="r" b="b"/>
              <a:pathLst>
                <a:path w="440689" h="205104">
                  <a:moveTo>
                    <a:pt x="0" y="0"/>
                  </a:moveTo>
                  <a:lnTo>
                    <a:pt x="0" y="204977"/>
                  </a:lnTo>
                  <a:lnTo>
                    <a:pt x="440436" y="204977"/>
                  </a:lnTo>
                  <a:lnTo>
                    <a:pt x="440435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9" name="object 3989"/>
            <p:cNvSpPr/>
            <p:nvPr/>
          </p:nvSpPr>
          <p:spPr>
            <a:xfrm>
              <a:off x="2175649" y="5453523"/>
              <a:ext cx="292735" cy="123825"/>
            </a:xfrm>
            <a:custGeom>
              <a:avLst/>
              <a:gdLst/>
              <a:ahLst/>
              <a:cxnLst/>
              <a:rect l="l" t="t" r="r" b="b"/>
              <a:pathLst>
                <a:path w="292735" h="123825">
                  <a:moveTo>
                    <a:pt x="16764" y="76200"/>
                  </a:moveTo>
                  <a:lnTo>
                    <a:pt x="12954" y="76200"/>
                  </a:lnTo>
                  <a:lnTo>
                    <a:pt x="12192" y="77724"/>
                  </a:lnTo>
                  <a:lnTo>
                    <a:pt x="10668" y="80010"/>
                  </a:lnTo>
                  <a:lnTo>
                    <a:pt x="8382" y="82296"/>
                  </a:lnTo>
                  <a:lnTo>
                    <a:pt x="6096" y="83820"/>
                  </a:lnTo>
                  <a:lnTo>
                    <a:pt x="3048" y="86106"/>
                  </a:lnTo>
                  <a:lnTo>
                    <a:pt x="0" y="87630"/>
                  </a:lnTo>
                  <a:lnTo>
                    <a:pt x="0" y="92964"/>
                  </a:lnTo>
                  <a:lnTo>
                    <a:pt x="1524" y="92202"/>
                  </a:lnTo>
                  <a:lnTo>
                    <a:pt x="3810" y="91440"/>
                  </a:lnTo>
                  <a:lnTo>
                    <a:pt x="6096" y="89916"/>
                  </a:lnTo>
                  <a:lnTo>
                    <a:pt x="7620" y="89154"/>
                  </a:lnTo>
                  <a:lnTo>
                    <a:pt x="9906" y="87630"/>
                  </a:lnTo>
                  <a:lnTo>
                    <a:pt x="11430" y="86106"/>
                  </a:lnTo>
                  <a:lnTo>
                    <a:pt x="11430" y="122682"/>
                  </a:lnTo>
                  <a:lnTo>
                    <a:pt x="16764" y="122682"/>
                  </a:lnTo>
                  <a:lnTo>
                    <a:pt x="16764" y="76200"/>
                  </a:lnTo>
                  <a:close/>
                </a:path>
                <a:path w="292735" h="123825">
                  <a:moveTo>
                    <a:pt x="69342" y="109728"/>
                  </a:moveTo>
                  <a:lnTo>
                    <a:pt x="67056" y="102870"/>
                  </a:lnTo>
                  <a:lnTo>
                    <a:pt x="60960" y="98298"/>
                  </a:lnTo>
                  <a:lnTo>
                    <a:pt x="44958" y="93726"/>
                  </a:lnTo>
                  <a:lnTo>
                    <a:pt x="40386" y="89916"/>
                  </a:lnTo>
                  <a:lnTo>
                    <a:pt x="40386" y="84582"/>
                  </a:lnTo>
                  <a:lnTo>
                    <a:pt x="45720" y="80772"/>
                  </a:lnTo>
                  <a:lnTo>
                    <a:pt x="50292" y="80772"/>
                  </a:lnTo>
                  <a:lnTo>
                    <a:pt x="58674" y="83058"/>
                  </a:lnTo>
                  <a:lnTo>
                    <a:pt x="61722" y="89154"/>
                  </a:lnTo>
                  <a:lnTo>
                    <a:pt x="67818" y="89154"/>
                  </a:lnTo>
                  <a:lnTo>
                    <a:pt x="65532" y="81534"/>
                  </a:lnTo>
                  <a:lnTo>
                    <a:pt x="59436" y="76962"/>
                  </a:lnTo>
                  <a:lnTo>
                    <a:pt x="50292" y="75438"/>
                  </a:lnTo>
                  <a:lnTo>
                    <a:pt x="41910" y="76962"/>
                  </a:lnTo>
                  <a:lnTo>
                    <a:pt x="35814" y="81534"/>
                  </a:lnTo>
                  <a:lnTo>
                    <a:pt x="34290" y="87630"/>
                  </a:lnTo>
                  <a:lnTo>
                    <a:pt x="35814" y="94488"/>
                  </a:lnTo>
                  <a:lnTo>
                    <a:pt x="40386" y="98298"/>
                  </a:lnTo>
                  <a:lnTo>
                    <a:pt x="60198" y="105156"/>
                  </a:lnTo>
                  <a:lnTo>
                    <a:pt x="63246" y="110490"/>
                  </a:lnTo>
                  <a:lnTo>
                    <a:pt x="60198" y="115824"/>
                  </a:lnTo>
                  <a:lnTo>
                    <a:pt x="54864" y="118110"/>
                  </a:lnTo>
                  <a:lnTo>
                    <a:pt x="48006" y="118110"/>
                  </a:lnTo>
                  <a:lnTo>
                    <a:pt x="39624" y="112776"/>
                  </a:lnTo>
                  <a:lnTo>
                    <a:pt x="38100" y="107442"/>
                  </a:lnTo>
                  <a:lnTo>
                    <a:pt x="32004" y="108204"/>
                  </a:lnTo>
                  <a:lnTo>
                    <a:pt x="32766" y="112014"/>
                  </a:lnTo>
                  <a:lnTo>
                    <a:pt x="37338" y="119634"/>
                  </a:lnTo>
                  <a:lnTo>
                    <a:pt x="46482" y="123444"/>
                  </a:lnTo>
                  <a:lnTo>
                    <a:pt x="57150" y="123444"/>
                  </a:lnTo>
                  <a:lnTo>
                    <a:pt x="64770" y="119634"/>
                  </a:lnTo>
                  <a:lnTo>
                    <a:pt x="68580" y="113538"/>
                  </a:lnTo>
                  <a:lnTo>
                    <a:pt x="69342" y="109728"/>
                  </a:lnTo>
                  <a:close/>
                </a:path>
                <a:path w="292735" h="123825">
                  <a:moveTo>
                    <a:pt x="114300" y="76200"/>
                  </a:moveTo>
                  <a:lnTo>
                    <a:pt x="108204" y="76200"/>
                  </a:lnTo>
                  <a:lnTo>
                    <a:pt x="108204" y="95250"/>
                  </a:lnTo>
                  <a:lnTo>
                    <a:pt x="84582" y="95250"/>
                  </a:lnTo>
                  <a:lnTo>
                    <a:pt x="84582" y="76200"/>
                  </a:lnTo>
                  <a:lnTo>
                    <a:pt x="77724" y="76200"/>
                  </a:lnTo>
                  <a:lnTo>
                    <a:pt x="77724" y="122682"/>
                  </a:lnTo>
                  <a:lnTo>
                    <a:pt x="84582" y="122682"/>
                  </a:lnTo>
                  <a:lnTo>
                    <a:pt x="84582" y="100584"/>
                  </a:lnTo>
                  <a:lnTo>
                    <a:pt x="108204" y="100584"/>
                  </a:lnTo>
                  <a:lnTo>
                    <a:pt x="108204" y="122682"/>
                  </a:lnTo>
                  <a:lnTo>
                    <a:pt x="114300" y="122682"/>
                  </a:lnTo>
                  <a:lnTo>
                    <a:pt x="114300" y="76200"/>
                  </a:lnTo>
                  <a:close/>
                </a:path>
                <a:path w="292735" h="123825">
                  <a:moveTo>
                    <a:pt x="132588" y="41910"/>
                  </a:moveTo>
                  <a:lnTo>
                    <a:pt x="109728" y="41910"/>
                  </a:lnTo>
                  <a:lnTo>
                    <a:pt x="127254" y="25146"/>
                  </a:lnTo>
                  <a:lnTo>
                    <a:pt x="131826" y="16764"/>
                  </a:lnTo>
                  <a:lnTo>
                    <a:pt x="131826" y="9144"/>
                  </a:lnTo>
                  <a:lnTo>
                    <a:pt x="126492" y="3048"/>
                  </a:lnTo>
                  <a:lnTo>
                    <a:pt x="118110" y="762"/>
                  </a:lnTo>
                  <a:lnTo>
                    <a:pt x="112014" y="1524"/>
                  </a:lnTo>
                  <a:lnTo>
                    <a:pt x="105156" y="6096"/>
                  </a:lnTo>
                  <a:lnTo>
                    <a:pt x="102870" y="14478"/>
                  </a:lnTo>
                  <a:lnTo>
                    <a:pt x="108966" y="15240"/>
                  </a:lnTo>
                  <a:lnTo>
                    <a:pt x="111252" y="8382"/>
                  </a:lnTo>
                  <a:lnTo>
                    <a:pt x="118110" y="5334"/>
                  </a:lnTo>
                  <a:lnTo>
                    <a:pt x="123444" y="7620"/>
                  </a:lnTo>
                  <a:lnTo>
                    <a:pt x="126492" y="13716"/>
                  </a:lnTo>
                  <a:lnTo>
                    <a:pt x="123444" y="20574"/>
                  </a:lnTo>
                  <a:lnTo>
                    <a:pt x="109728" y="34290"/>
                  </a:lnTo>
                  <a:lnTo>
                    <a:pt x="102108" y="43434"/>
                  </a:lnTo>
                  <a:lnTo>
                    <a:pt x="101346" y="48006"/>
                  </a:lnTo>
                  <a:lnTo>
                    <a:pt x="132588" y="48006"/>
                  </a:lnTo>
                  <a:lnTo>
                    <a:pt x="132588" y="41910"/>
                  </a:lnTo>
                  <a:close/>
                </a:path>
                <a:path w="292735" h="123825">
                  <a:moveTo>
                    <a:pt x="153924" y="0"/>
                  </a:moveTo>
                  <a:lnTo>
                    <a:pt x="149352" y="0"/>
                  </a:lnTo>
                  <a:lnTo>
                    <a:pt x="145542" y="12954"/>
                  </a:lnTo>
                  <a:lnTo>
                    <a:pt x="139446" y="35814"/>
                  </a:lnTo>
                  <a:lnTo>
                    <a:pt x="135636" y="48768"/>
                  </a:lnTo>
                  <a:lnTo>
                    <a:pt x="140208" y="48768"/>
                  </a:lnTo>
                  <a:lnTo>
                    <a:pt x="150876" y="12954"/>
                  </a:lnTo>
                  <a:lnTo>
                    <a:pt x="153924" y="0"/>
                  </a:lnTo>
                  <a:close/>
                </a:path>
                <a:path w="292735" h="123825">
                  <a:moveTo>
                    <a:pt x="163068" y="122682"/>
                  </a:moveTo>
                  <a:lnTo>
                    <a:pt x="149352" y="88392"/>
                  </a:lnTo>
                  <a:lnTo>
                    <a:pt x="148590" y="86652"/>
                  </a:lnTo>
                  <a:lnTo>
                    <a:pt x="148590" y="103632"/>
                  </a:lnTo>
                  <a:lnTo>
                    <a:pt x="132588" y="103632"/>
                  </a:lnTo>
                  <a:lnTo>
                    <a:pt x="134112" y="100584"/>
                  </a:lnTo>
                  <a:lnTo>
                    <a:pt x="137160" y="93726"/>
                  </a:lnTo>
                  <a:lnTo>
                    <a:pt x="137922" y="89916"/>
                  </a:lnTo>
                  <a:lnTo>
                    <a:pt x="139446" y="86868"/>
                  </a:lnTo>
                  <a:lnTo>
                    <a:pt x="140970" y="80772"/>
                  </a:lnTo>
                  <a:lnTo>
                    <a:pt x="142494" y="86868"/>
                  </a:lnTo>
                  <a:lnTo>
                    <a:pt x="145542" y="94488"/>
                  </a:lnTo>
                  <a:lnTo>
                    <a:pt x="147828" y="100584"/>
                  </a:lnTo>
                  <a:lnTo>
                    <a:pt x="148590" y="103632"/>
                  </a:lnTo>
                  <a:lnTo>
                    <a:pt x="148590" y="86652"/>
                  </a:lnTo>
                  <a:lnTo>
                    <a:pt x="144018" y="76200"/>
                  </a:lnTo>
                  <a:lnTo>
                    <a:pt x="137160" y="76200"/>
                  </a:lnTo>
                  <a:lnTo>
                    <a:pt x="124206" y="111252"/>
                  </a:lnTo>
                  <a:lnTo>
                    <a:pt x="118872" y="122682"/>
                  </a:lnTo>
                  <a:lnTo>
                    <a:pt x="125730" y="122682"/>
                  </a:lnTo>
                  <a:lnTo>
                    <a:pt x="127254" y="119634"/>
                  </a:lnTo>
                  <a:lnTo>
                    <a:pt x="130302" y="112776"/>
                  </a:lnTo>
                  <a:lnTo>
                    <a:pt x="131064" y="108966"/>
                  </a:lnTo>
                  <a:lnTo>
                    <a:pt x="132588" y="108966"/>
                  </a:lnTo>
                  <a:lnTo>
                    <a:pt x="148590" y="108966"/>
                  </a:lnTo>
                  <a:lnTo>
                    <a:pt x="150876" y="108966"/>
                  </a:lnTo>
                  <a:lnTo>
                    <a:pt x="152400" y="112776"/>
                  </a:lnTo>
                  <a:lnTo>
                    <a:pt x="154686" y="119634"/>
                  </a:lnTo>
                  <a:lnTo>
                    <a:pt x="156210" y="122682"/>
                  </a:lnTo>
                  <a:lnTo>
                    <a:pt x="163068" y="122682"/>
                  </a:lnTo>
                  <a:close/>
                </a:path>
                <a:path w="292735" h="123825">
                  <a:moveTo>
                    <a:pt x="187452" y="31242"/>
                  </a:moveTo>
                  <a:lnTo>
                    <a:pt x="180594" y="31242"/>
                  </a:lnTo>
                  <a:lnTo>
                    <a:pt x="180594" y="762"/>
                  </a:lnTo>
                  <a:lnTo>
                    <a:pt x="176022" y="762"/>
                  </a:lnTo>
                  <a:lnTo>
                    <a:pt x="175260" y="1968"/>
                  </a:lnTo>
                  <a:lnTo>
                    <a:pt x="175260" y="10668"/>
                  </a:lnTo>
                  <a:lnTo>
                    <a:pt x="175260" y="31242"/>
                  </a:lnTo>
                  <a:lnTo>
                    <a:pt x="160020" y="31242"/>
                  </a:lnTo>
                  <a:lnTo>
                    <a:pt x="163830" y="25908"/>
                  </a:lnTo>
                  <a:lnTo>
                    <a:pt x="170688" y="16002"/>
                  </a:lnTo>
                  <a:lnTo>
                    <a:pt x="175260" y="10668"/>
                  </a:lnTo>
                  <a:lnTo>
                    <a:pt x="175260" y="1968"/>
                  </a:lnTo>
                  <a:lnTo>
                    <a:pt x="170688" y="9144"/>
                  </a:lnTo>
                  <a:lnTo>
                    <a:pt x="160020" y="23622"/>
                  </a:lnTo>
                  <a:lnTo>
                    <a:pt x="154686" y="31242"/>
                  </a:lnTo>
                  <a:lnTo>
                    <a:pt x="154686" y="36576"/>
                  </a:lnTo>
                  <a:lnTo>
                    <a:pt x="160020" y="36576"/>
                  </a:lnTo>
                  <a:lnTo>
                    <a:pt x="175260" y="36576"/>
                  </a:lnTo>
                  <a:lnTo>
                    <a:pt x="175260" y="48006"/>
                  </a:lnTo>
                  <a:lnTo>
                    <a:pt x="180594" y="48006"/>
                  </a:lnTo>
                  <a:lnTo>
                    <a:pt x="180594" y="36576"/>
                  </a:lnTo>
                  <a:lnTo>
                    <a:pt x="187452" y="36576"/>
                  </a:lnTo>
                  <a:lnTo>
                    <a:pt x="187452" y="31242"/>
                  </a:lnTo>
                  <a:close/>
                </a:path>
                <a:path w="292735" h="123825">
                  <a:moveTo>
                    <a:pt x="206502" y="122682"/>
                  </a:moveTo>
                  <a:lnTo>
                    <a:pt x="201168" y="115824"/>
                  </a:lnTo>
                  <a:lnTo>
                    <a:pt x="191262" y="102108"/>
                  </a:lnTo>
                  <a:lnTo>
                    <a:pt x="185928" y="95250"/>
                  </a:lnTo>
                  <a:lnTo>
                    <a:pt x="200406" y="80772"/>
                  </a:lnTo>
                  <a:lnTo>
                    <a:pt x="205740" y="76200"/>
                  </a:lnTo>
                  <a:lnTo>
                    <a:pt x="197358" y="76200"/>
                  </a:lnTo>
                  <a:lnTo>
                    <a:pt x="174498" y="99060"/>
                  </a:lnTo>
                  <a:lnTo>
                    <a:pt x="174498" y="76200"/>
                  </a:lnTo>
                  <a:lnTo>
                    <a:pt x="167640" y="76200"/>
                  </a:lnTo>
                  <a:lnTo>
                    <a:pt x="167640" y="122682"/>
                  </a:lnTo>
                  <a:lnTo>
                    <a:pt x="174498" y="122682"/>
                  </a:lnTo>
                  <a:lnTo>
                    <a:pt x="174498" y="106680"/>
                  </a:lnTo>
                  <a:lnTo>
                    <a:pt x="182118" y="99060"/>
                  </a:lnTo>
                  <a:lnTo>
                    <a:pt x="185928" y="105156"/>
                  </a:lnTo>
                  <a:lnTo>
                    <a:pt x="194310" y="116586"/>
                  </a:lnTo>
                  <a:lnTo>
                    <a:pt x="198120" y="122682"/>
                  </a:lnTo>
                  <a:lnTo>
                    <a:pt x="206502" y="122682"/>
                  </a:lnTo>
                  <a:close/>
                </a:path>
                <a:path w="292735" h="123825">
                  <a:moveTo>
                    <a:pt x="239268" y="88392"/>
                  </a:moveTo>
                  <a:lnTo>
                    <a:pt x="238506" y="83820"/>
                  </a:lnTo>
                  <a:lnTo>
                    <a:pt x="233172" y="77724"/>
                  </a:lnTo>
                  <a:lnTo>
                    <a:pt x="224790" y="76200"/>
                  </a:lnTo>
                  <a:lnTo>
                    <a:pt x="218694" y="76200"/>
                  </a:lnTo>
                  <a:lnTo>
                    <a:pt x="211836" y="80772"/>
                  </a:lnTo>
                  <a:lnTo>
                    <a:pt x="209550" y="89154"/>
                  </a:lnTo>
                  <a:lnTo>
                    <a:pt x="215646" y="89916"/>
                  </a:lnTo>
                  <a:lnTo>
                    <a:pt x="217932" y="83058"/>
                  </a:lnTo>
                  <a:lnTo>
                    <a:pt x="224790" y="80772"/>
                  </a:lnTo>
                  <a:lnTo>
                    <a:pt x="230886" y="83058"/>
                  </a:lnTo>
                  <a:lnTo>
                    <a:pt x="233934" y="88392"/>
                  </a:lnTo>
                  <a:lnTo>
                    <a:pt x="230886" y="96012"/>
                  </a:lnTo>
                  <a:lnTo>
                    <a:pt x="210312" y="115824"/>
                  </a:lnTo>
                  <a:lnTo>
                    <a:pt x="208026" y="122682"/>
                  </a:lnTo>
                  <a:lnTo>
                    <a:pt x="239268" y="122682"/>
                  </a:lnTo>
                  <a:lnTo>
                    <a:pt x="239268" y="117348"/>
                  </a:lnTo>
                  <a:lnTo>
                    <a:pt x="216408" y="117348"/>
                  </a:lnTo>
                  <a:lnTo>
                    <a:pt x="236982" y="97536"/>
                  </a:lnTo>
                  <a:lnTo>
                    <a:pt x="239268" y="88392"/>
                  </a:lnTo>
                  <a:close/>
                </a:path>
                <a:path w="292735" h="123825">
                  <a:moveTo>
                    <a:pt x="292608" y="76200"/>
                  </a:moveTo>
                  <a:lnTo>
                    <a:pt x="284226" y="76200"/>
                  </a:lnTo>
                  <a:lnTo>
                    <a:pt x="281178" y="84582"/>
                  </a:lnTo>
                  <a:lnTo>
                    <a:pt x="275844" y="100584"/>
                  </a:lnTo>
                  <a:lnTo>
                    <a:pt x="272796" y="108966"/>
                  </a:lnTo>
                  <a:lnTo>
                    <a:pt x="272034" y="112014"/>
                  </a:lnTo>
                  <a:lnTo>
                    <a:pt x="271272" y="114300"/>
                  </a:lnTo>
                  <a:lnTo>
                    <a:pt x="270510" y="115824"/>
                  </a:lnTo>
                  <a:lnTo>
                    <a:pt x="269748" y="114300"/>
                  </a:lnTo>
                  <a:lnTo>
                    <a:pt x="268986" y="112014"/>
                  </a:lnTo>
                  <a:lnTo>
                    <a:pt x="268224" y="108966"/>
                  </a:lnTo>
                  <a:lnTo>
                    <a:pt x="265176" y="100584"/>
                  </a:lnTo>
                  <a:lnTo>
                    <a:pt x="259842" y="84582"/>
                  </a:lnTo>
                  <a:lnTo>
                    <a:pt x="256794" y="76200"/>
                  </a:lnTo>
                  <a:lnTo>
                    <a:pt x="247650" y="76200"/>
                  </a:lnTo>
                  <a:lnTo>
                    <a:pt x="247650" y="122682"/>
                  </a:lnTo>
                  <a:lnTo>
                    <a:pt x="253746" y="122682"/>
                  </a:lnTo>
                  <a:lnTo>
                    <a:pt x="253746" y="83058"/>
                  </a:lnTo>
                  <a:lnTo>
                    <a:pt x="256794" y="92964"/>
                  </a:lnTo>
                  <a:lnTo>
                    <a:pt x="263652" y="112776"/>
                  </a:lnTo>
                  <a:lnTo>
                    <a:pt x="267462" y="122682"/>
                  </a:lnTo>
                  <a:lnTo>
                    <a:pt x="272796" y="122682"/>
                  </a:lnTo>
                  <a:lnTo>
                    <a:pt x="276606" y="112776"/>
                  </a:lnTo>
                  <a:lnTo>
                    <a:pt x="282702" y="94488"/>
                  </a:lnTo>
                  <a:lnTo>
                    <a:pt x="286512" y="83820"/>
                  </a:lnTo>
                  <a:lnTo>
                    <a:pt x="286512" y="122682"/>
                  </a:lnTo>
                  <a:lnTo>
                    <a:pt x="292608" y="122682"/>
                  </a:lnTo>
                  <a:lnTo>
                    <a:pt x="292608" y="762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0" name="object 3990"/>
            <p:cNvSpPr/>
            <p:nvPr/>
          </p:nvSpPr>
          <p:spPr>
            <a:xfrm>
              <a:off x="2243480" y="540855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1" name="object 3991"/>
            <p:cNvSpPr/>
            <p:nvPr/>
          </p:nvSpPr>
          <p:spPr>
            <a:xfrm>
              <a:off x="2243480" y="441871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2" name="object 3992"/>
            <p:cNvSpPr/>
            <p:nvPr/>
          </p:nvSpPr>
          <p:spPr>
            <a:xfrm>
              <a:off x="2243480" y="441871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3" name="object 3993"/>
            <p:cNvSpPr/>
            <p:nvPr/>
          </p:nvSpPr>
          <p:spPr>
            <a:xfrm>
              <a:off x="2243480" y="4418714"/>
              <a:ext cx="3810" cy="989965"/>
            </a:xfrm>
            <a:custGeom>
              <a:avLst/>
              <a:gdLst/>
              <a:ahLst/>
              <a:cxnLst/>
              <a:rect l="l" t="t" r="r" b="b"/>
              <a:pathLst>
                <a:path w="3810" h="989964">
                  <a:moveTo>
                    <a:pt x="3809" y="0"/>
                  </a:moveTo>
                  <a:lnTo>
                    <a:pt x="3809" y="989838"/>
                  </a:lnTo>
                  <a:lnTo>
                    <a:pt x="0" y="989838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4" name="object 3994"/>
            <p:cNvSpPr/>
            <p:nvPr/>
          </p:nvSpPr>
          <p:spPr>
            <a:xfrm>
              <a:off x="2243480" y="4418714"/>
              <a:ext cx="3810" cy="989965"/>
            </a:xfrm>
            <a:custGeom>
              <a:avLst/>
              <a:gdLst/>
              <a:ahLst/>
              <a:cxnLst/>
              <a:rect l="l" t="t" r="r" b="b"/>
              <a:pathLst>
                <a:path w="3810" h="989964">
                  <a:moveTo>
                    <a:pt x="3809" y="0"/>
                  </a:moveTo>
                  <a:lnTo>
                    <a:pt x="3809" y="989838"/>
                  </a:lnTo>
                  <a:lnTo>
                    <a:pt x="0" y="989838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5" name="object 3995"/>
            <p:cNvSpPr/>
            <p:nvPr/>
          </p:nvSpPr>
          <p:spPr>
            <a:xfrm>
              <a:off x="2229002" y="5375786"/>
              <a:ext cx="33020" cy="32384"/>
            </a:xfrm>
            <a:custGeom>
              <a:avLst/>
              <a:gdLst/>
              <a:ahLst/>
              <a:cxnLst/>
              <a:rect l="l" t="t" r="r" b="b"/>
              <a:pathLst>
                <a:path w="33019" h="32385">
                  <a:moveTo>
                    <a:pt x="32766" y="0"/>
                  </a:moveTo>
                  <a:lnTo>
                    <a:pt x="0" y="0"/>
                  </a:lnTo>
                  <a:lnTo>
                    <a:pt x="16002" y="32004"/>
                  </a:lnTo>
                  <a:lnTo>
                    <a:pt x="3276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6" name="object 3996"/>
            <p:cNvSpPr/>
            <p:nvPr/>
          </p:nvSpPr>
          <p:spPr>
            <a:xfrm>
              <a:off x="2229002" y="5375786"/>
              <a:ext cx="33020" cy="32384"/>
            </a:xfrm>
            <a:custGeom>
              <a:avLst/>
              <a:gdLst/>
              <a:ahLst/>
              <a:cxnLst/>
              <a:rect l="l" t="t" r="r" b="b"/>
              <a:pathLst>
                <a:path w="33019" h="32385">
                  <a:moveTo>
                    <a:pt x="0" y="0"/>
                  </a:moveTo>
                  <a:lnTo>
                    <a:pt x="16002" y="32004"/>
                  </a:lnTo>
                  <a:lnTo>
                    <a:pt x="32766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7" name="object 3997"/>
            <p:cNvSpPr/>
            <p:nvPr/>
          </p:nvSpPr>
          <p:spPr>
            <a:xfrm>
              <a:off x="2227478" y="5375024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19050" y="33528"/>
                  </a:moveTo>
                  <a:lnTo>
                    <a:pt x="16002" y="32004"/>
                  </a:lnTo>
                  <a:lnTo>
                    <a:pt x="17526" y="2819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17526" y="37338"/>
                  </a:lnTo>
                  <a:lnTo>
                    <a:pt x="19050" y="335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8" name="object 3998"/>
            <p:cNvSpPr/>
            <p:nvPr/>
          </p:nvSpPr>
          <p:spPr>
            <a:xfrm>
              <a:off x="2227478" y="5375024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0" y="1524"/>
                  </a:moveTo>
                  <a:lnTo>
                    <a:pt x="3048" y="0"/>
                  </a:lnTo>
                  <a:lnTo>
                    <a:pt x="17526" y="28194"/>
                  </a:lnTo>
                  <a:lnTo>
                    <a:pt x="16002" y="32004"/>
                  </a:lnTo>
                  <a:lnTo>
                    <a:pt x="19050" y="33528"/>
                  </a:lnTo>
                  <a:lnTo>
                    <a:pt x="17526" y="37338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9" name="object 3999"/>
            <p:cNvSpPr/>
            <p:nvPr/>
          </p:nvSpPr>
          <p:spPr>
            <a:xfrm>
              <a:off x="2243480" y="5374262"/>
              <a:ext cx="21590" cy="34290"/>
            </a:xfrm>
            <a:custGeom>
              <a:avLst/>
              <a:gdLst/>
              <a:ahLst/>
              <a:cxnLst/>
              <a:rect l="l" t="t" r="r" b="b"/>
              <a:pathLst>
                <a:path w="21589" h="34289">
                  <a:moveTo>
                    <a:pt x="21336" y="0"/>
                  </a:moveTo>
                  <a:lnTo>
                    <a:pt x="18288" y="0"/>
                  </a:lnTo>
                  <a:lnTo>
                    <a:pt x="18288" y="3809"/>
                  </a:lnTo>
                  <a:lnTo>
                    <a:pt x="15240" y="3809"/>
                  </a:lnTo>
                  <a:lnTo>
                    <a:pt x="0" y="32765"/>
                  </a:lnTo>
                  <a:lnTo>
                    <a:pt x="3048" y="34289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0" name="object 4000"/>
            <p:cNvSpPr/>
            <p:nvPr/>
          </p:nvSpPr>
          <p:spPr>
            <a:xfrm>
              <a:off x="2243480" y="5374262"/>
              <a:ext cx="21590" cy="34290"/>
            </a:xfrm>
            <a:custGeom>
              <a:avLst/>
              <a:gdLst/>
              <a:ahLst/>
              <a:cxnLst/>
              <a:rect l="l" t="t" r="r" b="b"/>
              <a:pathLst>
                <a:path w="21589" h="34289">
                  <a:moveTo>
                    <a:pt x="3048" y="34289"/>
                  </a:moveTo>
                  <a:lnTo>
                    <a:pt x="0" y="32765"/>
                  </a:lnTo>
                  <a:lnTo>
                    <a:pt x="15240" y="3809"/>
                  </a:lnTo>
                  <a:lnTo>
                    <a:pt x="18288" y="3809"/>
                  </a:lnTo>
                  <a:lnTo>
                    <a:pt x="18288" y="0"/>
                  </a:lnTo>
                  <a:lnTo>
                    <a:pt x="21336" y="0"/>
                  </a:lnTo>
                  <a:lnTo>
                    <a:pt x="3048" y="3428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1" name="object 4001"/>
            <p:cNvSpPr/>
            <p:nvPr/>
          </p:nvSpPr>
          <p:spPr>
            <a:xfrm>
              <a:off x="2225954" y="5374262"/>
              <a:ext cx="36195" cy="3810"/>
            </a:xfrm>
            <a:custGeom>
              <a:avLst/>
              <a:gdLst/>
              <a:ahLst/>
              <a:cxnLst/>
              <a:rect l="l" t="t" r="r" b="b"/>
              <a:pathLst>
                <a:path w="36194" h="3810">
                  <a:moveTo>
                    <a:pt x="35813" y="3810"/>
                  </a:moveTo>
                  <a:lnTo>
                    <a:pt x="35813" y="0"/>
                  </a:lnTo>
                  <a:lnTo>
                    <a:pt x="0" y="0"/>
                  </a:lnTo>
                  <a:lnTo>
                    <a:pt x="1523" y="2286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35813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2" name="object 4002"/>
            <p:cNvSpPr/>
            <p:nvPr/>
          </p:nvSpPr>
          <p:spPr>
            <a:xfrm>
              <a:off x="2225954" y="5374262"/>
              <a:ext cx="36195" cy="3810"/>
            </a:xfrm>
            <a:custGeom>
              <a:avLst/>
              <a:gdLst/>
              <a:ahLst/>
              <a:cxnLst/>
              <a:rect l="l" t="t" r="r" b="b"/>
              <a:pathLst>
                <a:path w="36194" h="3810">
                  <a:moveTo>
                    <a:pt x="35813" y="0"/>
                  </a:moveTo>
                  <a:lnTo>
                    <a:pt x="35813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1523" y="2286"/>
                  </a:lnTo>
                  <a:lnTo>
                    <a:pt x="0" y="0"/>
                  </a:lnTo>
                  <a:lnTo>
                    <a:pt x="3581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3" name="object 4003"/>
            <p:cNvSpPr/>
            <p:nvPr/>
          </p:nvSpPr>
          <p:spPr>
            <a:xfrm>
              <a:off x="3162452" y="5309492"/>
              <a:ext cx="440690" cy="205104"/>
            </a:xfrm>
            <a:custGeom>
              <a:avLst/>
              <a:gdLst/>
              <a:ahLst/>
              <a:cxnLst/>
              <a:rect l="l" t="t" r="r" b="b"/>
              <a:pathLst>
                <a:path w="440689" h="205104">
                  <a:moveTo>
                    <a:pt x="440436" y="204977"/>
                  </a:moveTo>
                  <a:lnTo>
                    <a:pt x="440436" y="0"/>
                  </a:lnTo>
                  <a:lnTo>
                    <a:pt x="0" y="0"/>
                  </a:lnTo>
                  <a:lnTo>
                    <a:pt x="0" y="204977"/>
                  </a:lnTo>
                  <a:lnTo>
                    <a:pt x="440436" y="20497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4" name="object 4004"/>
            <p:cNvSpPr/>
            <p:nvPr/>
          </p:nvSpPr>
          <p:spPr>
            <a:xfrm>
              <a:off x="3162452" y="5309492"/>
              <a:ext cx="440690" cy="205104"/>
            </a:xfrm>
            <a:custGeom>
              <a:avLst/>
              <a:gdLst/>
              <a:ahLst/>
              <a:cxnLst/>
              <a:rect l="l" t="t" r="r" b="b"/>
              <a:pathLst>
                <a:path w="440689" h="205104">
                  <a:moveTo>
                    <a:pt x="0" y="0"/>
                  </a:moveTo>
                  <a:lnTo>
                    <a:pt x="0" y="204977"/>
                  </a:lnTo>
                  <a:lnTo>
                    <a:pt x="440436" y="204977"/>
                  </a:lnTo>
                  <a:lnTo>
                    <a:pt x="440436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5" name="object 4005"/>
            <p:cNvSpPr/>
            <p:nvPr/>
          </p:nvSpPr>
          <p:spPr>
            <a:xfrm>
              <a:off x="3114446" y="5417696"/>
              <a:ext cx="440690" cy="205740"/>
            </a:xfrm>
            <a:custGeom>
              <a:avLst/>
              <a:gdLst/>
              <a:ahLst/>
              <a:cxnLst/>
              <a:rect l="l" t="t" r="r" b="b"/>
              <a:pathLst>
                <a:path w="440689" h="205739">
                  <a:moveTo>
                    <a:pt x="440436" y="205739"/>
                  </a:moveTo>
                  <a:lnTo>
                    <a:pt x="440436" y="0"/>
                  </a:lnTo>
                  <a:lnTo>
                    <a:pt x="0" y="0"/>
                  </a:lnTo>
                  <a:lnTo>
                    <a:pt x="0" y="205739"/>
                  </a:lnTo>
                  <a:lnTo>
                    <a:pt x="440436" y="20573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6" name="object 4006"/>
            <p:cNvSpPr/>
            <p:nvPr/>
          </p:nvSpPr>
          <p:spPr>
            <a:xfrm>
              <a:off x="3114446" y="5417696"/>
              <a:ext cx="440690" cy="205740"/>
            </a:xfrm>
            <a:custGeom>
              <a:avLst/>
              <a:gdLst/>
              <a:ahLst/>
              <a:cxnLst/>
              <a:rect l="l" t="t" r="r" b="b"/>
              <a:pathLst>
                <a:path w="440689" h="205739">
                  <a:moveTo>
                    <a:pt x="0" y="0"/>
                  </a:moveTo>
                  <a:lnTo>
                    <a:pt x="0" y="205739"/>
                  </a:lnTo>
                  <a:lnTo>
                    <a:pt x="440436" y="205739"/>
                  </a:lnTo>
                  <a:lnTo>
                    <a:pt x="440436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7" name="object 4007"/>
            <p:cNvSpPr/>
            <p:nvPr/>
          </p:nvSpPr>
          <p:spPr>
            <a:xfrm>
              <a:off x="3165487" y="5464952"/>
              <a:ext cx="297180" cy="123189"/>
            </a:xfrm>
            <a:custGeom>
              <a:avLst/>
              <a:gdLst/>
              <a:ahLst/>
              <a:cxnLst/>
              <a:rect l="l" t="t" r="r" b="b"/>
              <a:pathLst>
                <a:path w="297179" h="123189">
                  <a:moveTo>
                    <a:pt x="31242" y="116586"/>
                  </a:moveTo>
                  <a:lnTo>
                    <a:pt x="7620" y="116586"/>
                  </a:lnTo>
                  <a:lnTo>
                    <a:pt x="28194" y="96774"/>
                  </a:lnTo>
                  <a:lnTo>
                    <a:pt x="30480" y="88392"/>
                  </a:lnTo>
                  <a:lnTo>
                    <a:pt x="28956" y="80772"/>
                  </a:lnTo>
                  <a:lnTo>
                    <a:pt x="22098" y="76200"/>
                  </a:lnTo>
                  <a:lnTo>
                    <a:pt x="16002" y="74676"/>
                  </a:lnTo>
                  <a:lnTo>
                    <a:pt x="10668" y="76200"/>
                  </a:lnTo>
                  <a:lnTo>
                    <a:pt x="3810" y="80010"/>
                  </a:lnTo>
                  <a:lnTo>
                    <a:pt x="762" y="89154"/>
                  </a:lnTo>
                  <a:lnTo>
                    <a:pt x="6858" y="89154"/>
                  </a:lnTo>
                  <a:lnTo>
                    <a:pt x="9906" y="82296"/>
                  </a:lnTo>
                  <a:lnTo>
                    <a:pt x="16002" y="80010"/>
                  </a:lnTo>
                  <a:lnTo>
                    <a:pt x="19812" y="80772"/>
                  </a:lnTo>
                  <a:lnTo>
                    <a:pt x="24384" y="85344"/>
                  </a:lnTo>
                  <a:lnTo>
                    <a:pt x="25146" y="88392"/>
                  </a:lnTo>
                  <a:lnTo>
                    <a:pt x="22098" y="95250"/>
                  </a:lnTo>
                  <a:lnTo>
                    <a:pt x="7620" y="108966"/>
                  </a:lnTo>
                  <a:lnTo>
                    <a:pt x="762" y="118110"/>
                  </a:lnTo>
                  <a:lnTo>
                    <a:pt x="0" y="121920"/>
                  </a:lnTo>
                  <a:lnTo>
                    <a:pt x="31242" y="121920"/>
                  </a:lnTo>
                  <a:lnTo>
                    <a:pt x="31242" y="116586"/>
                  </a:lnTo>
                  <a:close/>
                </a:path>
                <a:path w="297179" h="123189">
                  <a:moveTo>
                    <a:pt x="73914" y="108966"/>
                  </a:moveTo>
                  <a:lnTo>
                    <a:pt x="72390" y="102108"/>
                  </a:lnTo>
                  <a:lnTo>
                    <a:pt x="66294" y="97536"/>
                  </a:lnTo>
                  <a:lnTo>
                    <a:pt x="56388" y="94488"/>
                  </a:lnTo>
                  <a:lnTo>
                    <a:pt x="47244" y="91440"/>
                  </a:lnTo>
                  <a:lnTo>
                    <a:pt x="44958" y="87630"/>
                  </a:lnTo>
                  <a:lnTo>
                    <a:pt x="48006" y="82296"/>
                  </a:lnTo>
                  <a:lnTo>
                    <a:pt x="55626" y="80010"/>
                  </a:lnTo>
                  <a:lnTo>
                    <a:pt x="64008" y="82296"/>
                  </a:lnTo>
                  <a:lnTo>
                    <a:pt x="67056" y="89154"/>
                  </a:lnTo>
                  <a:lnTo>
                    <a:pt x="73152" y="88392"/>
                  </a:lnTo>
                  <a:lnTo>
                    <a:pt x="70866" y="80772"/>
                  </a:lnTo>
                  <a:lnTo>
                    <a:pt x="64770" y="76200"/>
                  </a:lnTo>
                  <a:lnTo>
                    <a:pt x="54737" y="74714"/>
                  </a:lnTo>
                  <a:lnTo>
                    <a:pt x="45542" y="76936"/>
                  </a:lnTo>
                  <a:lnTo>
                    <a:pt x="40068" y="83159"/>
                  </a:lnTo>
                  <a:lnTo>
                    <a:pt x="41148" y="93726"/>
                  </a:lnTo>
                  <a:lnTo>
                    <a:pt x="45720" y="97536"/>
                  </a:lnTo>
                  <a:lnTo>
                    <a:pt x="65532" y="104394"/>
                  </a:lnTo>
                  <a:lnTo>
                    <a:pt x="68580" y="109728"/>
                  </a:lnTo>
                  <a:lnTo>
                    <a:pt x="67056" y="113538"/>
                  </a:lnTo>
                  <a:lnTo>
                    <a:pt x="60198" y="117348"/>
                  </a:lnTo>
                  <a:lnTo>
                    <a:pt x="53340" y="117348"/>
                  </a:lnTo>
                  <a:lnTo>
                    <a:pt x="44958" y="112776"/>
                  </a:lnTo>
                  <a:lnTo>
                    <a:pt x="43434" y="106680"/>
                  </a:lnTo>
                  <a:lnTo>
                    <a:pt x="37338" y="107442"/>
                  </a:lnTo>
                  <a:lnTo>
                    <a:pt x="38100" y="111252"/>
                  </a:lnTo>
                  <a:lnTo>
                    <a:pt x="42672" y="118872"/>
                  </a:lnTo>
                  <a:lnTo>
                    <a:pt x="51816" y="122682"/>
                  </a:lnTo>
                  <a:lnTo>
                    <a:pt x="62484" y="122682"/>
                  </a:lnTo>
                  <a:lnTo>
                    <a:pt x="70104" y="118872"/>
                  </a:lnTo>
                  <a:lnTo>
                    <a:pt x="72390" y="115824"/>
                  </a:lnTo>
                  <a:lnTo>
                    <a:pt x="73914" y="108966"/>
                  </a:lnTo>
                  <a:close/>
                </a:path>
                <a:path w="297179" h="123189">
                  <a:moveTo>
                    <a:pt x="119634" y="75438"/>
                  </a:moveTo>
                  <a:lnTo>
                    <a:pt x="113538" y="75438"/>
                  </a:lnTo>
                  <a:lnTo>
                    <a:pt x="113538" y="94488"/>
                  </a:lnTo>
                  <a:lnTo>
                    <a:pt x="89154" y="94488"/>
                  </a:lnTo>
                  <a:lnTo>
                    <a:pt x="89154" y="75438"/>
                  </a:lnTo>
                  <a:lnTo>
                    <a:pt x="82296" y="75438"/>
                  </a:lnTo>
                  <a:lnTo>
                    <a:pt x="82296" y="121920"/>
                  </a:lnTo>
                  <a:lnTo>
                    <a:pt x="89154" y="121920"/>
                  </a:lnTo>
                  <a:lnTo>
                    <a:pt x="89154" y="100584"/>
                  </a:lnTo>
                  <a:lnTo>
                    <a:pt x="113538" y="100584"/>
                  </a:lnTo>
                  <a:lnTo>
                    <a:pt x="113538" y="121920"/>
                  </a:lnTo>
                  <a:lnTo>
                    <a:pt x="119634" y="121920"/>
                  </a:lnTo>
                  <a:lnTo>
                    <a:pt x="119634" y="75438"/>
                  </a:lnTo>
                  <a:close/>
                </a:path>
                <a:path w="297179" h="123189">
                  <a:moveTo>
                    <a:pt x="137922" y="12954"/>
                  </a:moveTo>
                  <a:lnTo>
                    <a:pt x="137160" y="8382"/>
                  </a:lnTo>
                  <a:lnTo>
                    <a:pt x="131826" y="2286"/>
                  </a:lnTo>
                  <a:lnTo>
                    <a:pt x="122682" y="0"/>
                  </a:lnTo>
                  <a:lnTo>
                    <a:pt x="116586" y="762"/>
                  </a:lnTo>
                  <a:lnTo>
                    <a:pt x="110490" y="5334"/>
                  </a:lnTo>
                  <a:lnTo>
                    <a:pt x="107442" y="13716"/>
                  </a:lnTo>
                  <a:lnTo>
                    <a:pt x="113538" y="14478"/>
                  </a:lnTo>
                  <a:lnTo>
                    <a:pt x="115824" y="7620"/>
                  </a:lnTo>
                  <a:lnTo>
                    <a:pt x="122682" y="5334"/>
                  </a:lnTo>
                  <a:lnTo>
                    <a:pt x="128778" y="7620"/>
                  </a:lnTo>
                  <a:lnTo>
                    <a:pt x="131826" y="12954"/>
                  </a:lnTo>
                  <a:lnTo>
                    <a:pt x="128778" y="19812"/>
                  </a:lnTo>
                  <a:lnTo>
                    <a:pt x="108966" y="40386"/>
                  </a:lnTo>
                  <a:lnTo>
                    <a:pt x="106680" y="47244"/>
                  </a:lnTo>
                  <a:lnTo>
                    <a:pt x="137922" y="47244"/>
                  </a:lnTo>
                  <a:lnTo>
                    <a:pt x="137922" y="41910"/>
                  </a:lnTo>
                  <a:lnTo>
                    <a:pt x="114300" y="41910"/>
                  </a:lnTo>
                  <a:lnTo>
                    <a:pt x="134874" y="21336"/>
                  </a:lnTo>
                  <a:lnTo>
                    <a:pt x="137922" y="12954"/>
                  </a:lnTo>
                  <a:close/>
                </a:path>
                <a:path w="297179" h="123189">
                  <a:moveTo>
                    <a:pt x="159258" y="0"/>
                  </a:moveTo>
                  <a:lnTo>
                    <a:pt x="154686" y="0"/>
                  </a:lnTo>
                  <a:lnTo>
                    <a:pt x="151638" y="12192"/>
                  </a:lnTo>
                  <a:lnTo>
                    <a:pt x="144780" y="35814"/>
                  </a:lnTo>
                  <a:lnTo>
                    <a:pt x="140970" y="48006"/>
                  </a:lnTo>
                  <a:lnTo>
                    <a:pt x="145542" y="48006"/>
                  </a:lnTo>
                  <a:lnTo>
                    <a:pt x="149352" y="35814"/>
                  </a:lnTo>
                  <a:lnTo>
                    <a:pt x="156210" y="12192"/>
                  </a:lnTo>
                  <a:lnTo>
                    <a:pt x="159258" y="0"/>
                  </a:lnTo>
                  <a:close/>
                </a:path>
                <a:path w="297179" h="123189">
                  <a:moveTo>
                    <a:pt x="168402" y="121920"/>
                  </a:moveTo>
                  <a:lnTo>
                    <a:pt x="163830" y="109728"/>
                  </a:lnTo>
                  <a:lnTo>
                    <a:pt x="154686" y="87630"/>
                  </a:lnTo>
                  <a:lnTo>
                    <a:pt x="153924" y="85890"/>
                  </a:lnTo>
                  <a:lnTo>
                    <a:pt x="153924" y="102870"/>
                  </a:lnTo>
                  <a:lnTo>
                    <a:pt x="137922" y="102870"/>
                  </a:lnTo>
                  <a:lnTo>
                    <a:pt x="139446" y="99822"/>
                  </a:lnTo>
                  <a:lnTo>
                    <a:pt x="142494" y="92964"/>
                  </a:lnTo>
                  <a:lnTo>
                    <a:pt x="143256" y="89154"/>
                  </a:lnTo>
                  <a:lnTo>
                    <a:pt x="144780" y="86868"/>
                  </a:lnTo>
                  <a:lnTo>
                    <a:pt x="145542" y="83820"/>
                  </a:lnTo>
                  <a:lnTo>
                    <a:pt x="146304" y="80010"/>
                  </a:lnTo>
                  <a:lnTo>
                    <a:pt x="147066" y="83058"/>
                  </a:lnTo>
                  <a:lnTo>
                    <a:pt x="147828" y="86868"/>
                  </a:lnTo>
                  <a:lnTo>
                    <a:pt x="149352" y="89916"/>
                  </a:lnTo>
                  <a:lnTo>
                    <a:pt x="150114" y="93726"/>
                  </a:lnTo>
                  <a:lnTo>
                    <a:pt x="153162" y="99822"/>
                  </a:lnTo>
                  <a:lnTo>
                    <a:pt x="153924" y="102870"/>
                  </a:lnTo>
                  <a:lnTo>
                    <a:pt x="153924" y="85890"/>
                  </a:lnTo>
                  <a:lnTo>
                    <a:pt x="149352" y="75438"/>
                  </a:lnTo>
                  <a:lnTo>
                    <a:pt x="142494" y="75438"/>
                  </a:lnTo>
                  <a:lnTo>
                    <a:pt x="137922" y="87630"/>
                  </a:lnTo>
                  <a:lnTo>
                    <a:pt x="128778" y="109728"/>
                  </a:lnTo>
                  <a:lnTo>
                    <a:pt x="124206" y="121920"/>
                  </a:lnTo>
                  <a:lnTo>
                    <a:pt x="131064" y="121920"/>
                  </a:lnTo>
                  <a:lnTo>
                    <a:pt x="132588" y="118110"/>
                  </a:lnTo>
                  <a:lnTo>
                    <a:pt x="135636" y="112014"/>
                  </a:lnTo>
                  <a:lnTo>
                    <a:pt x="136398" y="108204"/>
                  </a:lnTo>
                  <a:lnTo>
                    <a:pt x="137922" y="108204"/>
                  </a:lnTo>
                  <a:lnTo>
                    <a:pt x="153924" y="108204"/>
                  </a:lnTo>
                  <a:lnTo>
                    <a:pt x="156210" y="108204"/>
                  </a:lnTo>
                  <a:lnTo>
                    <a:pt x="157734" y="112014"/>
                  </a:lnTo>
                  <a:lnTo>
                    <a:pt x="160020" y="118110"/>
                  </a:lnTo>
                  <a:lnTo>
                    <a:pt x="161544" y="121920"/>
                  </a:lnTo>
                  <a:lnTo>
                    <a:pt x="168402" y="121920"/>
                  </a:lnTo>
                  <a:close/>
                </a:path>
                <a:path w="297179" h="123189">
                  <a:moveTo>
                    <a:pt x="192786" y="30480"/>
                  </a:moveTo>
                  <a:lnTo>
                    <a:pt x="185928" y="30480"/>
                  </a:lnTo>
                  <a:lnTo>
                    <a:pt x="185928" y="762"/>
                  </a:lnTo>
                  <a:lnTo>
                    <a:pt x="181356" y="762"/>
                  </a:lnTo>
                  <a:lnTo>
                    <a:pt x="180594" y="1714"/>
                  </a:lnTo>
                  <a:lnTo>
                    <a:pt x="180594" y="9906"/>
                  </a:lnTo>
                  <a:lnTo>
                    <a:pt x="180594" y="30480"/>
                  </a:lnTo>
                  <a:lnTo>
                    <a:pt x="165354" y="30480"/>
                  </a:lnTo>
                  <a:lnTo>
                    <a:pt x="169164" y="25146"/>
                  </a:lnTo>
                  <a:lnTo>
                    <a:pt x="176022" y="15240"/>
                  </a:lnTo>
                  <a:lnTo>
                    <a:pt x="180594" y="9906"/>
                  </a:lnTo>
                  <a:lnTo>
                    <a:pt x="180594" y="1714"/>
                  </a:lnTo>
                  <a:lnTo>
                    <a:pt x="175260" y="8382"/>
                  </a:lnTo>
                  <a:lnTo>
                    <a:pt x="165354" y="22860"/>
                  </a:lnTo>
                  <a:lnTo>
                    <a:pt x="160020" y="30480"/>
                  </a:lnTo>
                  <a:lnTo>
                    <a:pt x="160020" y="36576"/>
                  </a:lnTo>
                  <a:lnTo>
                    <a:pt x="165354" y="36576"/>
                  </a:lnTo>
                  <a:lnTo>
                    <a:pt x="180594" y="36576"/>
                  </a:lnTo>
                  <a:lnTo>
                    <a:pt x="180594" y="47244"/>
                  </a:lnTo>
                  <a:lnTo>
                    <a:pt x="185928" y="47244"/>
                  </a:lnTo>
                  <a:lnTo>
                    <a:pt x="185928" y="36576"/>
                  </a:lnTo>
                  <a:lnTo>
                    <a:pt x="192786" y="36576"/>
                  </a:lnTo>
                  <a:lnTo>
                    <a:pt x="192786" y="30480"/>
                  </a:lnTo>
                  <a:close/>
                </a:path>
                <a:path w="297179" h="123189">
                  <a:moveTo>
                    <a:pt x="211836" y="121920"/>
                  </a:moveTo>
                  <a:lnTo>
                    <a:pt x="206502" y="115062"/>
                  </a:lnTo>
                  <a:lnTo>
                    <a:pt x="196596" y="101346"/>
                  </a:lnTo>
                  <a:lnTo>
                    <a:pt x="191262" y="94488"/>
                  </a:lnTo>
                  <a:lnTo>
                    <a:pt x="196596" y="89916"/>
                  </a:lnTo>
                  <a:lnTo>
                    <a:pt x="205740" y="80010"/>
                  </a:lnTo>
                  <a:lnTo>
                    <a:pt x="211074" y="75438"/>
                  </a:lnTo>
                  <a:lnTo>
                    <a:pt x="202692" y="75438"/>
                  </a:lnTo>
                  <a:lnTo>
                    <a:pt x="185166" y="92964"/>
                  </a:lnTo>
                  <a:lnTo>
                    <a:pt x="179832" y="99060"/>
                  </a:lnTo>
                  <a:lnTo>
                    <a:pt x="179832" y="75438"/>
                  </a:lnTo>
                  <a:lnTo>
                    <a:pt x="172974" y="75438"/>
                  </a:lnTo>
                  <a:lnTo>
                    <a:pt x="172974" y="121920"/>
                  </a:lnTo>
                  <a:lnTo>
                    <a:pt x="179832" y="121920"/>
                  </a:lnTo>
                  <a:lnTo>
                    <a:pt x="179832" y="105918"/>
                  </a:lnTo>
                  <a:lnTo>
                    <a:pt x="185166" y="100584"/>
                  </a:lnTo>
                  <a:lnTo>
                    <a:pt x="187452" y="99060"/>
                  </a:lnTo>
                  <a:lnTo>
                    <a:pt x="191262" y="105156"/>
                  </a:lnTo>
                  <a:lnTo>
                    <a:pt x="199644" y="115824"/>
                  </a:lnTo>
                  <a:lnTo>
                    <a:pt x="203454" y="121920"/>
                  </a:lnTo>
                  <a:lnTo>
                    <a:pt x="211836" y="121920"/>
                  </a:lnTo>
                  <a:close/>
                </a:path>
                <a:path w="297179" h="123189">
                  <a:moveTo>
                    <a:pt x="244602" y="88392"/>
                  </a:moveTo>
                  <a:lnTo>
                    <a:pt x="243078" y="80772"/>
                  </a:lnTo>
                  <a:lnTo>
                    <a:pt x="236220" y="76200"/>
                  </a:lnTo>
                  <a:lnTo>
                    <a:pt x="230124" y="74676"/>
                  </a:lnTo>
                  <a:lnTo>
                    <a:pt x="224028" y="76200"/>
                  </a:lnTo>
                  <a:lnTo>
                    <a:pt x="217170" y="80010"/>
                  </a:lnTo>
                  <a:lnTo>
                    <a:pt x="214884" y="89154"/>
                  </a:lnTo>
                  <a:lnTo>
                    <a:pt x="220980" y="89154"/>
                  </a:lnTo>
                  <a:lnTo>
                    <a:pt x="223266" y="82296"/>
                  </a:lnTo>
                  <a:lnTo>
                    <a:pt x="230124" y="80010"/>
                  </a:lnTo>
                  <a:lnTo>
                    <a:pt x="236220" y="82296"/>
                  </a:lnTo>
                  <a:lnTo>
                    <a:pt x="239268" y="88392"/>
                  </a:lnTo>
                  <a:lnTo>
                    <a:pt x="236220" y="95250"/>
                  </a:lnTo>
                  <a:lnTo>
                    <a:pt x="215646" y="115062"/>
                  </a:lnTo>
                  <a:lnTo>
                    <a:pt x="213360" y="121920"/>
                  </a:lnTo>
                  <a:lnTo>
                    <a:pt x="244602" y="121920"/>
                  </a:lnTo>
                  <a:lnTo>
                    <a:pt x="244602" y="116586"/>
                  </a:lnTo>
                  <a:lnTo>
                    <a:pt x="221742" y="116586"/>
                  </a:lnTo>
                  <a:lnTo>
                    <a:pt x="242316" y="96774"/>
                  </a:lnTo>
                  <a:lnTo>
                    <a:pt x="244602" y="88392"/>
                  </a:lnTo>
                  <a:close/>
                </a:path>
                <a:path w="297179" h="123189">
                  <a:moveTo>
                    <a:pt x="297180" y="75438"/>
                  </a:moveTo>
                  <a:lnTo>
                    <a:pt x="289560" y="75438"/>
                  </a:lnTo>
                  <a:lnTo>
                    <a:pt x="286512" y="83820"/>
                  </a:lnTo>
                  <a:lnTo>
                    <a:pt x="281178" y="99822"/>
                  </a:lnTo>
                  <a:lnTo>
                    <a:pt x="278130" y="108204"/>
                  </a:lnTo>
                  <a:lnTo>
                    <a:pt x="277368" y="111252"/>
                  </a:lnTo>
                  <a:lnTo>
                    <a:pt x="275844" y="115824"/>
                  </a:lnTo>
                  <a:lnTo>
                    <a:pt x="273558" y="108966"/>
                  </a:lnTo>
                  <a:lnTo>
                    <a:pt x="270510" y="100584"/>
                  </a:lnTo>
                  <a:lnTo>
                    <a:pt x="262128" y="75438"/>
                  </a:lnTo>
                  <a:lnTo>
                    <a:pt x="252984" y="75438"/>
                  </a:lnTo>
                  <a:lnTo>
                    <a:pt x="252984" y="121920"/>
                  </a:lnTo>
                  <a:lnTo>
                    <a:pt x="259080" y="121920"/>
                  </a:lnTo>
                  <a:lnTo>
                    <a:pt x="259080" y="82296"/>
                  </a:lnTo>
                  <a:lnTo>
                    <a:pt x="262128" y="92964"/>
                  </a:lnTo>
                  <a:lnTo>
                    <a:pt x="268986" y="112014"/>
                  </a:lnTo>
                  <a:lnTo>
                    <a:pt x="272034" y="121920"/>
                  </a:lnTo>
                  <a:lnTo>
                    <a:pt x="278130" y="121920"/>
                  </a:lnTo>
                  <a:lnTo>
                    <a:pt x="281940" y="112014"/>
                  </a:lnTo>
                  <a:lnTo>
                    <a:pt x="288036" y="93726"/>
                  </a:lnTo>
                  <a:lnTo>
                    <a:pt x="291846" y="83058"/>
                  </a:lnTo>
                  <a:lnTo>
                    <a:pt x="291846" y="121920"/>
                  </a:lnTo>
                  <a:lnTo>
                    <a:pt x="297180" y="121920"/>
                  </a:lnTo>
                  <a:lnTo>
                    <a:pt x="297180" y="7543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8" name="object 4008"/>
            <p:cNvSpPr/>
            <p:nvPr/>
          </p:nvSpPr>
          <p:spPr>
            <a:xfrm>
              <a:off x="3327044" y="541769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9" name="object 4009"/>
            <p:cNvSpPr/>
            <p:nvPr/>
          </p:nvSpPr>
          <p:spPr>
            <a:xfrm>
              <a:off x="3327044" y="441871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0" name="object 4010"/>
            <p:cNvSpPr/>
            <p:nvPr/>
          </p:nvSpPr>
          <p:spPr>
            <a:xfrm>
              <a:off x="3327044" y="441871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1" name="object 4011"/>
            <p:cNvSpPr/>
            <p:nvPr/>
          </p:nvSpPr>
          <p:spPr>
            <a:xfrm>
              <a:off x="3327044" y="4418714"/>
              <a:ext cx="3810" cy="999490"/>
            </a:xfrm>
            <a:custGeom>
              <a:avLst/>
              <a:gdLst/>
              <a:ahLst/>
              <a:cxnLst/>
              <a:rect l="l" t="t" r="r" b="b"/>
              <a:pathLst>
                <a:path w="3810" h="999489">
                  <a:moveTo>
                    <a:pt x="3809" y="0"/>
                  </a:moveTo>
                  <a:lnTo>
                    <a:pt x="3809" y="998981"/>
                  </a:lnTo>
                  <a:lnTo>
                    <a:pt x="0" y="998981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2" name="object 4012"/>
            <p:cNvSpPr/>
            <p:nvPr/>
          </p:nvSpPr>
          <p:spPr>
            <a:xfrm>
              <a:off x="3327044" y="4418714"/>
              <a:ext cx="3810" cy="999490"/>
            </a:xfrm>
            <a:custGeom>
              <a:avLst/>
              <a:gdLst/>
              <a:ahLst/>
              <a:cxnLst/>
              <a:rect l="l" t="t" r="r" b="b"/>
              <a:pathLst>
                <a:path w="3810" h="999489">
                  <a:moveTo>
                    <a:pt x="3809" y="0"/>
                  </a:moveTo>
                  <a:lnTo>
                    <a:pt x="3809" y="998981"/>
                  </a:lnTo>
                  <a:lnTo>
                    <a:pt x="0" y="998981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3" name="object 4013"/>
            <p:cNvSpPr/>
            <p:nvPr/>
          </p:nvSpPr>
          <p:spPr>
            <a:xfrm>
              <a:off x="3313328" y="5385692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004" y="0"/>
                  </a:moveTo>
                  <a:lnTo>
                    <a:pt x="0" y="0"/>
                  </a:lnTo>
                  <a:lnTo>
                    <a:pt x="16002" y="32004"/>
                  </a:lnTo>
                  <a:lnTo>
                    <a:pt x="320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4" name="object 4014"/>
            <p:cNvSpPr/>
            <p:nvPr/>
          </p:nvSpPr>
          <p:spPr>
            <a:xfrm>
              <a:off x="3313328" y="5385692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0" y="0"/>
                  </a:moveTo>
                  <a:lnTo>
                    <a:pt x="16002" y="32004"/>
                  </a:lnTo>
                  <a:lnTo>
                    <a:pt x="3200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5" name="object 4015"/>
            <p:cNvSpPr/>
            <p:nvPr/>
          </p:nvSpPr>
          <p:spPr>
            <a:xfrm>
              <a:off x="3311804" y="5384930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19050" y="33528"/>
                  </a:moveTo>
                  <a:lnTo>
                    <a:pt x="16002" y="32004"/>
                  </a:lnTo>
                  <a:lnTo>
                    <a:pt x="17526" y="2819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17526" y="37338"/>
                  </a:lnTo>
                  <a:lnTo>
                    <a:pt x="19050" y="335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6" name="object 4016"/>
            <p:cNvSpPr/>
            <p:nvPr/>
          </p:nvSpPr>
          <p:spPr>
            <a:xfrm>
              <a:off x="3311804" y="5384930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0" y="1524"/>
                  </a:moveTo>
                  <a:lnTo>
                    <a:pt x="3048" y="0"/>
                  </a:lnTo>
                  <a:lnTo>
                    <a:pt x="17526" y="28194"/>
                  </a:lnTo>
                  <a:lnTo>
                    <a:pt x="16002" y="32004"/>
                  </a:lnTo>
                  <a:lnTo>
                    <a:pt x="19050" y="33528"/>
                  </a:lnTo>
                  <a:lnTo>
                    <a:pt x="17526" y="37338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7" name="object 4017"/>
            <p:cNvSpPr/>
            <p:nvPr/>
          </p:nvSpPr>
          <p:spPr>
            <a:xfrm>
              <a:off x="3327806" y="5383406"/>
              <a:ext cx="20955" cy="35560"/>
            </a:xfrm>
            <a:custGeom>
              <a:avLst/>
              <a:gdLst/>
              <a:ahLst/>
              <a:cxnLst/>
              <a:rect l="l" t="t" r="r" b="b"/>
              <a:pathLst>
                <a:path w="20954" h="35560">
                  <a:moveTo>
                    <a:pt x="20574" y="0"/>
                  </a:moveTo>
                  <a:lnTo>
                    <a:pt x="17526" y="0"/>
                  </a:lnTo>
                  <a:lnTo>
                    <a:pt x="17526" y="3809"/>
                  </a:lnTo>
                  <a:lnTo>
                    <a:pt x="14478" y="3809"/>
                  </a:lnTo>
                  <a:lnTo>
                    <a:pt x="0" y="33527"/>
                  </a:lnTo>
                  <a:lnTo>
                    <a:pt x="3048" y="35051"/>
                  </a:lnTo>
                  <a:lnTo>
                    <a:pt x="2057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8" name="object 4018"/>
            <p:cNvSpPr/>
            <p:nvPr/>
          </p:nvSpPr>
          <p:spPr>
            <a:xfrm>
              <a:off x="3327806" y="5383406"/>
              <a:ext cx="20955" cy="35560"/>
            </a:xfrm>
            <a:custGeom>
              <a:avLst/>
              <a:gdLst/>
              <a:ahLst/>
              <a:cxnLst/>
              <a:rect l="l" t="t" r="r" b="b"/>
              <a:pathLst>
                <a:path w="20954" h="35560">
                  <a:moveTo>
                    <a:pt x="3048" y="35051"/>
                  </a:moveTo>
                  <a:lnTo>
                    <a:pt x="0" y="33527"/>
                  </a:lnTo>
                  <a:lnTo>
                    <a:pt x="14478" y="3809"/>
                  </a:lnTo>
                  <a:lnTo>
                    <a:pt x="17526" y="3809"/>
                  </a:lnTo>
                  <a:lnTo>
                    <a:pt x="17526" y="0"/>
                  </a:lnTo>
                  <a:lnTo>
                    <a:pt x="20574" y="0"/>
                  </a:lnTo>
                  <a:lnTo>
                    <a:pt x="3048" y="3505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9" name="object 4019"/>
            <p:cNvSpPr/>
            <p:nvPr/>
          </p:nvSpPr>
          <p:spPr>
            <a:xfrm>
              <a:off x="3310280" y="5383406"/>
              <a:ext cx="35560" cy="3810"/>
            </a:xfrm>
            <a:custGeom>
              <a:avLst/>
              <a:gdLst/>
              <a:ahLst/>
              <a:cxnLst/>
              <a:rect l="l" t="t" r="r" b="b"/>
              <a:pathLst>
                <a:path w="35560" h="3810">
                  <a:moveTo>
                    <a:pt x="35051" y="3810"/>
                  </a:moveTo>
                  <a:lnTo>
                    <a:pt x="35051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4571" y="1524"/>
                  </a:lnTo>
                  <a:lnTo>
                    <a:pt x="6095" y="3810"/>
                  </a:lnTo>
                  <a:lnTo>
                    <a:pt x="3505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0" name="object 4020"/>
            <p:cNvSpPr/>
            <p:nvPr/>
          </p:nvSpPr>
          <p:spPr>
            <a:xfrm>
              <a:off x="3310280" y="5383406"/>
              <a:ext cx="35560" cy="3810"/>
            </a:xfrm>
            <a:custGeom>
              <a:avLst/>
              <a:gdLst/>
              <a:ahLst/>
              <a:cxnLst/>
              <a:rect l="l" t="t" r="r" b="b"/>
              <a:pathLst>
                <a:path w="35560" h="3810">
                  <a:moveTo>
                    <a:pt x="35051" y="0"/>
                  </a:moveTo>
                  <a:lnTo>
                    <a:pt x="35051" y="3810"/>
                  </a:lnTo>
                  <a:lnTo>
                    <a:pt x="6095" y="3810"/>
                  </a:lnTo>
                  <a:lnTo>
                    <a:pt x="4571" y="1524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3505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1" name="object 4021"/>
            <p:cNvSpPr/>
            <p:nvPr/>
          </p:nvSpPr>
          <p:spPr>
            <a:xfrm>
              <a:off x="2634386" y="5371976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4572" y="0"/>
                  </a:move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2" name="object 4022"/>
            <p:cNvSpPr/>
            <p:nvPr/>
          </p:nvSpPr>
          <p:spPr>
            <a:xfrm>
              <a:off x="2634386" y="5371976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3" name="object 4023"/>
            <p:cNvSpPr/>
            <p:nvPr/>
          </p:nvSpPr>
          <p:spPr>
            <a:xfrm>
              <a:off x="2634386" y="581165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4572" y="0"/>
                  </a:move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4" name="object 4024"/>
            <p:cNvSpPr/>
            <p:nvPr/>
          </p:nvSpPr>
          <p:spPr>
            <a:xfrm>
              <a:off x="2634386" y="581165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5" name="object 4025"/>
            <p:cNvSpPr/>
            <p:nvPr/>
          </p:nvSpPr>
          <p:spPr>
            <a:xfrm>
              <a:off x="2634386" y="5371976"/>
              <a:ext cx="5080" cy="440055"/>
            </a:xfrm>
            <a:custGeom>
              <a:avLst/>
              <a:gdLst/>
              <a:ahLst/>
              <a:cxnLst/>
              <a:rect l="l" t="t" r="r" b="b"/>
              <a:pathLst>
                <a:path w="5080" h="440054">
                  <a:moveTo>
                    <a:pt x="0" y="439673"/>
                  </a:moveTo>
                  <a:lnTo>
                    <a:pt x="0" y="0"/>
                  </a:lnTo>
                  <a:lnTo>
                    <a:pt x="4572" y="0"/>
                  </a:lnTo>
                  <a:lnTo>
                    <a:pt x="4572" y="439673"/>
                  </a:lnTo>
                  <a:lnTo>
                    <a:pt x="0" y="43967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6" name="object 4026"/>
            <p:cNvSpPr/>
            <p:nvPr/>
          </p:nvSpPr>
          <p:spPr>
            <a:xfrm>
              <a:off x="2634386" y="5371976"/>
              <a:ext cx="5080" cy="440055"/>
            </a:xfrm>
            <a:custGeom>
              <a:avLst/>
              <a:gdLst/>
              <a:ahLst/>
              <a:cxnLst/>
              <a:rect l="l" t="t" r="r" b="b"/>
              <a:pathLst>
                <a:path w="5080" h="440054">
                  <a:moveTo>
                    <a:pt x="0" y="439673"/>
                  </a:moveTo>
                  <a:lnTo>
                    <a:pt x="0" y="0"/>
                  </a:lnTo>
                  <a:lnTo>
                    <a:pt x="4572" y="0"/>
                  </a:lnTo>
                  <a:lnTo>
                    <a:pt x="4572" y="439673"/>
                  </a:lnTo>
                  <a:lnTo>
                    <a:pt x="0" y="43967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7" name="object 4027"/>
            <p:cNvSpPr/>
            <p:nvPr/>
          </p:nvSpPr>
          <p:spPr>
            <a:xfrm>
              <a:off x="3056534" y="5566286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4572" y="0"/>
                  </a:move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8" name="object 4028"/>
            <p:cNvSpPr/>
            <p:nvPr/>
          </p:nvSpPr>
          <p:spPr>
            <a:xfrm>
              <a:off x="3056534" y="5566286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9" name="object 4029"/>
            <p:cNvSpPr/>
            <p:nvPr/>
          </p:nvSpPr>
          <p:spPr>
            <a:xfrm>
              <a:off x="3056534" y="581546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4572" y="0"/>
                  </a:move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0" name="object 4030"/>
            <p:cNvSpPr/>
            <p:nvPr/>
          </p:nvSpPr>
          <p:spPr>
            <a:xfrm>
              <a:off x="3056534" y="581546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1" name="object 4031"/>
            <p:cNvSpPr/>
            <p:nvPr/>
          </p:nvSpPr>
          <p:spPr>
            <a:xfrm>
              <a:off x="3056534" y="5566286"/>
              <a:ext cx="5080" cy="249554"/>
            </a:xfrm>
            <a:custGeom>
              <a:avLst/>
              <a:gdLst/>
              <a:ahLst/>
              <a:cxnLst/>
              <a:rect l="l" t="t" r="r" b="b"/>
              <a:pathLst>
                <a:path w="5080" h="249554">
                  <a:moveTo>
                    <a:pt x="0" y="249174"/>
                  </a:moveTo>
                  <a:lnTo>
                    <a:pt x="0" y="0"/>
                  </a:lnTo>
                  <a:lnTo>
                    <a:pt x="4572" y="0"/>
                  </a:lnTo>
                  <a:lnTo>
                    <a:pt x="4572" y="249174"/>
                  </a:lnTo>
                  <a:lnTo>
                    <a:pt x="0" y="24917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2" name="object 4032"/>
            <p:cNvSpPr/>
            <p:nvPr/>
          </p:nvSpPr>
          <p:spPr>
            <a:xfrm>
              <a:off x="3056534" y="5566286"/>
              <a:ext cx="5080" cy="249554"/>
            </a:xfrm>
            <a:custGeom>
              <a:avLst/>
              <a:gdLst/>
              <a:ahLst/>
              <a:cxnLst/>
              <a:rect l="l" t="t" r="r" b="b"/>
              <a:pathLst>
                <a:path w="5080" h="249554">
                  <a:moveTo>
                    <a:pt x="0" y="249174"/>
                  </a:moveTo>
                  <a:lnTo>
                    <a:pt x="0" y="0"/>
                  </a:lnTo>
                  <a:lnTo>
                    <a:pt x="4572" y="0"/>
                  </a:lnTo>
                  <a:lnTo>
                    <a:pt x="4572" y="249174"/>
                  </a:lnTo>
                  <a:lnTo>
                    <a:pt x="0" y="24917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3" name="object 4033"/>
            <p:cNvSpPr/>
            <p:nvPr/>
          </p:nvSpPr>
          <p:spPr>
            <a:xfrm>
              <a:off x="3003194" y="536969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4572" y="0"/>
                  </a:move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4" name="object 4034"/>
            <p:cNvSpPr/>
            <p:nvPr/>
          </p:nvSpPr>
          <p:spPr>
            <a:xfrm>
              <a:off x="3003194" y="536969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5" name="object 4035"/>
            <p:cNvSpPr/>
            <p:nvPr/>
          </p:nvSpPr>
          <p:spPr>
            <a:xfrm>
              <a:off x="3003194" y="581165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4572" y="0"/>
                  </a:move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6" name="object 4036"/>
            <p:cNvSpPr/>
            <p:nvPr/>
          </p:nvSpPr>
          <p:spPr>
            <a:xfrm>
              <a:off x="3003194" y="581165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7" name="object 4037"/>
            <p:cNvSpPr/>
            <p:nvPr/>
          </p:nvSpPr>
          <p:spPr>
            <a:xfrm>
              <a:off x="3003194" y="5369690"/>
              <a:ext cx="5080" cy="441959"/>
            </a:xfrm>
            <a:custGeom>
              <a:avLst/>
              <a:gdLst/>
              <a:ahLst/>
              <a:cxnLst/>
              <a:rect l="l" t="t" r="r" b="b"/>
              <a:pathLst>
                <a:path w="5080" h="441960">
                  <a:moveTo>
                    <a:pt x="0" y="441959"/>
                  </a:moveTo>
                  <a:lnTo>
                    <a:pt x="0" y="0"/>
                  </a:lnTo>
                  <a:lnTo>
                    <a:pt x="4571" y="0"/>
                  </a:lnTo>
                  <a:lnTo>
                    <a:pt x="4571" y="441959"/>
                  </a:lnTo>
                  <a:lnTo>
                    <a:pt x="0" y="4419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8" name="object 4038"/>
            <p:cNvSpPr/>
            <p:nvPr/>
          </p:nvSpPr>
          <p:spPr>
            <a:xfrm>
              <a:off x="3003194" y="5369690"/>
              <a:ext cx="5080" cy="441959"/>
            </a:xfrm>
            <a:custGeom>
              <a:avLst/>
              <a:gdLst/>
              <a:ahLst/>
              <a:cxnLst/>
              <a:rect l="l" t="t" r="r" b="b"/>
              <a:pathLst>
                <a:path w="5080" h="441960">
                  <a:moveTo>
                    <a:pt x="0" y="441959"/>
                  </a:moveTo>
                  <a:lnTo>
                    <a:pt x="0" y="0"/>
                  </a:lnTo>
                  <a:lnTo>
                    <a:pt x="4571" y="0"/>
                  </a:lnTo>
                  <a:lnTo>
                    <a:pt x="4571" y="441959"/>
                  </a:lnTo>
                  <a:lnTo>
                    <a:pt x="0" y="44195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9" name="object 4039"/>
            <p:cNvSpPr/>
            <p:nvPr/>
          </p:nvSpPr>
          <p:spPr>
            <a:xfrm>
              <a:off x="1701698" y="1997078"/>
              <a:ext cx="337185" cy="431800"/>
            </a:xfrm>
            <a:custGeom>
              <a:avLst/>
              <a:gdLst/>
              <a:ahLst/>
              <a:cxnLst/>
              <a:rect l="l" t="t" r="r" b="b"/>
              <a:pathLst>
                <a:path w="337185" h="431800">
                  <a:moveTo>
                    <a:pt x="336804" y="431292"/>
                  </a:moveTo>
                  <a:lnTo>
                    <a:pt x="336804" y="0"/>
                  </a:lnTo>
                  <a:lnTo>
                    <a:pt x="0" y="0"/>
                  </a:lnTo>
                  <a:lnTo>
                    <a:pt x="0" y="431292"/>
                  </a:lnTo>
                  <a:lnTo>
                    <a:pt x="336804" y="43129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0" name="object 4040"/>
            <p:cNvSpPr/>
            <p:nvPr/>
          </p:nvSpPr>
          <p:spPr>
            <a:xfrm>
              <a:off x="1701698" y="1997078"/>
              <a:ext cx="337185" cy="431800"/>
            </a:xfrm>
            <a:custGeom>
              <a:avLst/>
              <a:gdLst/>
              <a:ahLst/>
              <a:cxnLst/>
              <a:rect l="l" t="t" r="r" b="b"/>
              <a:pathLst>
                <a:path w="337185" h="431800">
                  <a:moveTo>
                    <a:pt x="0" y="0"/>
                  </a:moveTo>
                  <a:lnTo>
                    <a:pt x="0" y="431292"/>
                  </a:lnTo>
                  <a:lnTo>
                    <a:pt x="336804" y="431292"/>
                  </a:lnTo>
                  <a:lnTo>
                    <a:pt x="33680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1" name="object 4041"/>
            <p:cNvSpPr/>
            <p:nvPr/>
          </p:nvSpPr>
          <p:spPr>
            <a:xfrm>
              <a:off x="1625498" y="2045846"/>
              <a:ext cx="337185" cy="432434"/>
            </a:xfrm>
            <a:custGeom>
              <a:avLst/>
              <a:gdLst/>
              <a:ahLst/>
              <a:cxnLst/>
              <a:rect l="l" t="t" r="r" b="b"/>
              <a:pathLst>
                <a:path w="337185" h="432435">
                  <a:moveTo>
                    <a:pt x="336804" y="432054"/>
                  </a:moveTo>
                  <a:lnTo>
                    <a:pt x="336804" y="0"/>
                  </a:lnTo>
                  <a:lnTo>
                    <a:pt x="0" y="0"/>
                  </a:lnTo>
                  <a:lnTo>
                    <a:pt x="0" y="432054"/>
                  </a:lnTo>
                  <a:lnTo>
                    <a:pt x="336804" y="43205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2" name="object 4042"/>
            <p:cNvSpPr/>
            <p:nvPr/>
          </p:nvSpPr>
          <p:spPr>
            <a:xfrm>
              <a:off x="1625498" y="2045846"/>
              <a:ext cx="337185" cy="432434"/>
            </a:xfrm>
            <a:custGeom>
              <a:avLst/>
              <a:gdLst/>
              <a:ahLst/>
              <a:cxnLst/>
              <a:rect l="l" t="t" r="r" b="b"/>
              <a:pathLst>
                <a:path w="337185" h="432435">
                  <a:moveTo>
                    <a:pt x="0" y="0"/>
                  </a:moveTo>
                  <a:lnTo>
                    <a:pt x="0" y="432054"/>
                  </a:lnTo>
                  <a:lnTo>
                    <a:pt x="336804" y="432054"/>
                  </a:lnTo>
                  <a:lnTo>
                    <a:pt x="33680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3" name="object 4043"/>
            <p:cNvSpPr/>
            <p:nvPr/>
          </p:nvSpPr>
          <p:spPr>
            <a:xfrm>
              <a:off x="1559204" y="2100710"/>
              <a:ext cx="337185" cy="431800"/>
            </a:xfrm>
            <a:custGeom>
              <a:avLst/>
              <a:gdLst/>
              <a:ahLst/>
              <a:cxnLst/>
              <a:rect l="l" t="t" r="r" b="b"/>
              <a:pathLst>
                <a:path w="337185" h="431800">
                  <a:moveTo>
                    <a:pt x="336804" y="431291"/>
                  </a:moveTo>
                  <a:lnTo>
                    <a:pt x="336804" y="0"/>
                  </a:lnTo>
                  <a:lnTo>
                    <a:pt x="0" y="0"/>
                  </a:lnTo>
                  <a:lnTo>
                    <a:pt x="0" y="431291"/>
                  </a:lnTo>
                  <a:lnTo>
                    <a:pt x="336804" y="43129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4" name="object 4044"/>
            <p:cNvSpPr/>
            <p:nvPr/>
          </p:nvSpPr>
          <p:spPr>
            <a:xfrm>
              <a:off x="1559204" y="2100710"/>
              <a:ext cx="337185" cy="431800"/>
            </a:xfrm>
            <a:custGeom>
              <a:avLst/>
              <a:gdLst/>
              <a:ahLst/>
              <a:cxnLst/>
              <a:rect l="l" t="t" r="r" b="b"/>
              <a:pathLst>
                <a:path w="337185" h="431800">
                  <a:moveTo>
                    <a:pt x="0" y="0"/>
                  </a:moveTo>
                  <a:lnTo>
                    <a:pt x="0" y="431291"/>
                  </a:lnTo>
                  <a:lnTo>
                    <a:pt x="336804" y="431291"/>
                  </a:lnTo>
                  <a:lnTo>
                    <a:pt x="33680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5" name="object 4045"/>
            <p:cNvSpPr/>
            <p:nvPr/>
          </p:nvSpPr>
          <p:spPr>
            <a:xfrm>
              <a:off x="1480718" y="2154812"/>
              <a:ext cx="337185" cy="431800"/>
            </a:xfrm>
            <a:custGeom>
              <a:avLst/>
              <a:gdLst/>
              <a:ahLst/>
              <a:cxnLst/>
              <a:rect l="l" t="t" r="r" b="b"/>
              <a:pathLst>
                <a:path w="337185" h="431800">
                  <a:moveTo>
                    <a:pt x="336804" y="431291"/>
                  </a:moveTo>
                  <a:lnTo>
                    <a:pt x="336804" y="0"/>
                  </a:lnTo>
                  <a:lnTo>
                    <a:pt x="0" y="0"/>
                  </a:lnTo>
                  <a:lnTo>
                    <a:pt x="0" y="431291"/>
                  </a:lnTo>
                  <a:lnTo>
                    <a:pt x="336804" y="43129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6" name="object 4046"/>
            <p:cNvSpPr/>
            <p:nvPr/>
          </p:nvSpPr>
          <p:spPr>
            <a:xfrm>
              <a:off x="1480718" y="2154812"/>
              <a:ext cx="337185" cy="431800"/>
            </a:xfrm>
            <a:custGeom>
              <a:avLst/>
              <a:gdLst/>
              <a:ahLst/>
              <a:cxnLst/>
              <a:rect l="l" t="t" r="r" b="b"/>
              <a:pathLst>
                <a:path w="337185" h="431800">
                  <a:moveTo>
                    <a:pt x="0" y="0"/>
                  </a:moveTo>
                  <a:lnTo>
                    <a:pt x="0" y="431291"/>
                  </a:lnTo>
                  <a:lnTo>
                    <a:pt x="336804" y="431291"/>
                  </a:lnTo>
                  <a:lnTo>
                    <a:pt x="33680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7" name="object 4047"/>
            <p:cNvSpPr/>
            <p:nvPr/>
          </p:nvSpPr>
          <p:spPr>
            <a:xfrm>
              <a:off x="1545475" y="2316368"/>
              <a:ext cx="201930" cy="53340"/>
            </a:xfrm>
            <a:custGeom>
              <a:avLst/>
              <a:gdLst/>
              <a:ahLst/>
              <a:cxnLst/>
              <a:rect l="l" t="t" r="r" b="b"/>
              <a:pathLst>
                <a:path w="201930" h="53339">
                  <a:moveTo>
                    <a:pt x="54102" y="53340"/>
                  </a:moveTo>
                  <a:lnTo>
                    <a:pt x="48768" y="39624"/>
                  </a:lnTo>
                  <a:lnTo>
                    <a:pt x="38100" y="14478"/>
                  </a:lnTo>
                  <a:lnTo>
                    <a:pt x="34290" y="4686"/>
                  </a:lnTo>
                  <a:lnTo>
                    <a:pt x="34290" y="32004"/>
                  </a:lnTo>
                  <a:lnTo>
                    <a:pt x="19812" y="32004"/>
                  </a:lnTo>
                  <a:lnTo>
                    <a:pt x="21336" y="27432"/>
                  </a:lnTo>
                  <a:lnTo>
                    <a:pt x="25146" y="17526"/>
                  </a:lnTo>
                  <a:lnTo>
                    <a:pt x="26670" y="12954"/>
                  </a:lnTo>
                  <a:lnTo>
                    <a:pt x="28956" y="17526"/>
                  </a:lnTo>
                  <a:lnTo>
                    <a:pt x="32004" y="27432"/>
                  </a:lnTo>
                  <a:lnTo>
                    <a:pt x="34290" y="32004"/>
                  </a:lnTo>
                  <a:lnTo>
                    <a:pt x="34290" y="4686"/>
                  </a:lnTo>
                  <a:lnTo>
                    <a:pt x="32766" y="762"/>
                  </a:lnTo>
                  <a:lnTo>
                    <a:pt x="21336" y="762"/>
                  </a:lnTo>
                  <a:lnTo>
                    <a:pt x="6096" y="39624"/>
                  </a:lnTo>
                  <a:lnTo>
                    <a:pt x="0" y="53340"/>
                  </a:lnTo>
                  <a:lnTo>
                    <a:pt x="11430" y="53340"/>
                  </a:lnTo>
                  <a:lnTo>
                    <a:pt x="12954" y="50292"/>
                  </a:lnTo>
                  <a:lnTo>
                    <a:pt x="15240" y="44958"/>
                  </a:lnTo>
                  <a:lnTo>
                    <a:pt x="16002" y="41148"/>
                  </a:lnTo>
                  <a:lnTo>
                    <a:pt x="19812" y="41148"/>
                  </a:lnTo>
                  <a:lnTo>
                    <a:pt x="34290" y="41148"/>
                  </a:lnTo>
                  <a:lnTo>
                    <a:pt x="37338" y="41148"/>
                  </a:lnTo>
                  <a:lnTo>
                    <a:pt x="38862" y="44958"/>
                  </a:lnTo>
                  <a:lnTo>
                    <a:pt x="41148" y="50292"/>
                  </a:lnTo>
                  <a:lnTo>
                    <a:pt x="41910" y="53340"/>
                  </a:lnTo>
                  <a:lnTo>
                    <a:pt x="54102" y="53340"/>
                  </a:lnTo>
                  <a:close/>
                </a:path>
                <a:path w="201930" h="53339">
                  <a:moveTo>
                    <a:pt x="99060" y="0"/>
                  </a:moveTo>
                  <a:lnTo>
                    <a:pt x="90678" y="762"/>
                  </a:lnTo>
                  <a:lnTo>
                    <a:pt x="84582" y="3810"/>
                  </a:lnTo>
                  <a:lnTo>
                    <a:pt x="76200" y="19812"/>
                  </a:lnTo>
                  <a:lnTo>
                    <a:pt x="70866" y="22860"/>
                  </a:lnTo>
                  <a:lnTo>
                    <a:pt x="70866" y="762"/>
                  </a:lnTo>
                  <a:lnTo>
                    <a:pt x="60198" y="762"/>
                  </a:lnTo>
                  <a:lnTo>
                    <a:pt x="60198" y="53340"/>
                  </a:lnTo>
                  <a:lnTo>
                    <a:pt x="70866" y="53340"/>
                  </a:lnTo>
                  <a:lnTo>
                    <a:pt x="70866" y="29718"/>
                  </a:lnTo>
                  <a:lnTo>
                    <a:pt x="74676" y="31242"/>
                  </a:lnTo>
                  <a:lnTo>
                    <a:pt x="86106" y="53340"/>
                  </a:lnTo>
                  <a:lnTo>
                    <a:pt x="99060" y="53340"/>
                  </a:lnTo>
                  <a:lnTo>
                    <a:pt x="86868" y="29718"/>
                  </a:lnTo>
                  <a:lnTo>
                    <a:pt x="80772" y="25908"/>
                  </a:lnTo>
                  <a:lnTo>
                    <a:pt x="83058" y="24384"/>
                  </a:lnTo>
                  <a:lnTo>
                    <a:pt x="88392" y="13716"/>
                  </a:lnTo>
                  <a:lnTo>
                    <a:pt x="92202" y="9144"/>
                  </a:lnTo>
                  <a:lnTo>
                    <a:pt x="99060" y="7620"/>
                  </a:lnTo>
                  <a:lnTo>
                    <a:pt x="99060" y="0"/>
                  </a:lnTo>
                  <a:close/>
                </a:path>
                <a:path w="201930" h="53339">
                  <a:moveTo>
                    <a:pt x="148590" y="762"/>
                  </a:moveTo>
                  <a:lnTo>
                    <a:pt x="137160" y="762"/>
                  </a:lnTo>
                  <a:lnTo>
                    <a:pt x="137160" y="21336"/>
                  </a:lnTo>
                  <a:lnTo>
                    <a:pt x="116586" y="21336"/>
                  </a:lnTo>
                  <a:lnTo>
                    <a:pt x="116586" y="762"/>
                  </a:lnTo>
                  <a:lnTo>
                    <a:pt x="105156" y="762"/>
                  </a:lnTo>
                  <a:lnTo>
                    <a:pt x="105156" y="53340"/>
                  </a:lnTo>
                  <a:lnTo>
                    <a:pt x="116586" y="53340"/>
                  </a:lnTo>
                  <a:lnTo>
                    <a:pt x="116586" y="29718"/>
                  </a:lnTo>
                  <a:lnTo>
                    <a:pt x="137160" y="29718"/>
                  </a:lnTo>
                  <a:lnTo>
                    <a:pt x="137160" y="53340"/>
                  </a:lnTo>
                  <a:lnTo>
                    <a:pt x="148590" y="53340"/>
                  </a:lnTo>
                  <a:lnTo>
                    <a:pt x="148590" y="762"/>
                  </a:lnTo>
                  <a:close/>
                </a:path>
                <a:path w="201930" h="53339">
                  <a:moveTo>
                    <a:pt x="201930" y="762"/>
                  </a:moveTo>
                  <a:lnTo>
                    <a:pt x="159258" y="762"/>
                  </a:lnTo>
                  <a:lnTo>
                    <a:pt x="159258" y="53340"/>
                  </a:lnTo>
                  <a:lnTo>
                    <a:pt x="170688" y="53340"/>
                  </a:lnTo>
                  <a:lnTo>
                    <a:pt x="170688" y="9144"/>
                  </a:lnTo>
                  <a:lnTo>
                    <a:pt x="191262" y="9144"/>
                  </a:lnTo>
                  <a:lnTo>
                    <a:pt x="191262" y="53340"/>
                  </a:lnTo>
                  <a:lnTo>
                    <a:pt x="201930" y="53340"/>
                  </a:lnTo>
                  <a:lnTo>
                    <a:pt x="201930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8" name="object 4048"/>
            <p:cNvSpPr/>
            <p:nvPr/>
          </p:nvSpPr>
          <p:spPr>
            <a:xfrm>
              <a:off x="3791102" y="2009270"/>
              <a:ext cx="337185" cy="431800"/>
            </a:xfrm>
            <a:custGeom>
              <a:avLst/>
              <a:gdLst/>
              <a:ahLst/>
              <a:cxnLst/>
              <a:rect l="l" t="t" r="r" b="b"/>
              <a:pathLst>
                <a:path w="337185" h="431800">
                  <a:moveTo>
                    <a:pt x="0" y="0"/>
                  </a:moveTo>
                  <a:lnTo>
                    <a:pt x="0" y="431291"/>
                  </a:lnTo>
                  <a:lnTo>
                    <a:pt x="336803" y="431291"/>
                  </a:lnTo>
                  <a:lnTo>
                    <a:pt x="33680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9" name="object 4049"/>
            <p:cNvSpPr/>
            <p:nvPr/>
          </p:nvSpPr>
          <p:spPr>
            <a:xfrm>
              <a:off x="3714902" y="2058800"/>
              <a:ext cx="337185" cy="431800"/>
            </a:xfrm>
            <a:custGeom>
              <a:avLst/>
              <a:gdLst/>
              <a:ahLst/>
              <a:cxnLst/>
              <a:rect l="l" t="t" r="r" b="b"/>
              <a:pathLst>
                <a:path w="337185" h="431800">
                  <a:moveTo>
                    <a:pt x="336803" y="431292"/>
                  </a:moveTo>
                  <a:lnTo>
                    <a:pt x="336803" y="0"/>
                  </a:lnTo>
                  <a:lnTo>
                    <a:pt x="0" y="0"/>
                  </a:lnTo>
                  <a:lnTo>
                    <a:pt x="0" y="431292"/>
                  </a:lnTo>
                  <a:lnTo>
                    <a:pt x="336803" y="43129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0" name="object 4050"/>
            <p:cNvSpPr/>
            <p:nvPr/>
          </p:nvSpPr>
          <p:spPr>
            <a:xfrm>
              <a:off x="3714902" y="2058800"/>
              <a:ext cx="337185" cy="431800"/>
            </a:xfrm>
            <a:custGeom>
              <a:avLst/>
              <a:gdLst/>
              <a:ahLst/>
              <a:cxnLst/>
              <a:rect l="l" t="t" r="r" b="b"/>
              <a:pathLst>
                <a:path w="337185" h="431800">
                  <a:moveTo>
                    <a:pt x="0" y="0"/>
                  </a:moveTo>
                  <a:lnTo>
                    <a:pt x="0" y="431292"/>
                  </a:lnTo>
                  <a:lnTo>
                    <a:pt x="336803" y="431292"/>
                  </a:lnTo>
                  <a:lnTo>
                    <a:pt x="33680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1" name="object 4051"/>
            <p:cNvSpPr/>
            <p:nvPr/>
          </p:nvSpPr>
          <p:spPr>
            <a:xfrm>
              <a:off x="3648608" y="2112902"/>
              <a:ext cx="337185" cy="431800"/>
            </a:xfrm>
            <a:custGeom>
              <a:avLst/>
              <a:gdLst/>
              <a:ahLst/>
              <a:cxnLst/>
              <a:rect l="l" t="t" r="r" b="b"/>
              <a:pathLst>
                <a:path w="337185" h="431800">
                  <a:moveTo>
                    <a:pt x="336803" y="431292"/>
                  </a:moveTo>
                  <a:lnTo>
                    <a:pt x="336803" y="0"/>
                  </a:lnTo>
                  <a:lnTo>
                    <a:pt x="0" y="0"/>
                  </a:lnTo>
                  <a:lnTo>
                    <a:pt x="0" y="431292"/>
                  </a:lnTo>
                  <a:lnTo>
                    <a:pt x="336803" y="43129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2" name="object 4052"/>
            <p:cNvSpPr/>
            <p:nvPr/>
          </p:nvSpPr>
          <p:spPr>
            <a:xfrm>
              <a:off x="3648608" y="2112902"/>
              <a:ext cx="337185" cy="431800"/>
            </a:xfrm>
            <a:custGeom>
              <a:avLst/>
              <a:gdLst/>
              <a:ahLst/>
              <a:cxnLst/>
              <a:rect l="l" t="t" r="r" b="b"/>
              <a:pathLst>
                <a:path w="337185" h="431800">
                  <a:moveTo>
                    <a:pt x="0" y="0"/>
                  </a:moveTo>
                  <a:lnTo>
                    <a:pt x="0" y="431292"/>
                  </a:lnTo>
                  <a:lnTo>
                    <a:pt x="336803" y="431292"/>
                  </a:lnTo>
                  <a:lnTo>
                    <a:pt x="33680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3" name="object 4053"/>
            <p:cNvSpPr/>
            <p:nvPr/>
          </p:nvSpPr>
          <p:spPr>
            <a:xfrm>
              <a:off x="3570122" y="2167004"/>
              <a:ext cx="337185" cy="432434"/>
            </a:xfrm>
            <a:custGeom>
              <a:avLst/>
              <a:gdLst/>
              <a:ahLst/>
              <a:cxnLst/>
              <a:rect l="l" t="t" r="r" b="b"/>
              <a:pathLst>
                <a:path w="337185" h="432435">
                  <a:moveTo>
                    <a:pt x="336803" y="432054"/>
                  </a:moveTo>
                  <a:lnTo>
                    <a:pt x="336803" y="0"/>
                  </a:lnTo>
                  <a:lnTo>
                    <a:pt x="0" y="0"/>
                  </a:lnTo>
                  <a:lnTo>
                    <a:pt x="0" y="432054"/>
                  </a:lnTo>
                  <a:lnTo>
                    <a:pt x="336803" y="43205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4" name="object 4054"/>
            <p:cNvSpPr/>
            <p:nvPr/>
          </p:nvSpPr>
          <p:spPr>
            <a:xfrm>
              <a:off x="3570122" y="2167004"/>
              <a:ext cx="337185" cy="432434"/>
            </a:xfrm>
            <a:custGeom>
              <a:avLst/>
              <a:gdLst/>
              <a:ahLst/>
              <a:cxnLst/>
              <a:rect l="l" t="t" r="r" b="b"/>
              <a:pathLst>
                <a:path w="337185" h="432435">
                  <a:moveTo>
                    <a:pt x="0" y="0"/>
                  </a:moveTo>
                  <a:lnTo>
                    <a:pt x="0" y="432054"/>
                  </a:lnTo>
                  <a:lnTo>
                    <a:pt x="336803" y="432054"/>
                  </a:lnTo>
                  <a:lnTo>
                    <a:pt x="33680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55" name="object 4055"/>
            <p:cNvPicPr/>
            <p:nvPr/>
          </p:nvPicPr>
          <p:blipFill>
            <a:blip r:embed="rId238" cstate="print"/>
            <a:stretch>
              <a:fillRect/>
            </a:stretch>
          </p:blipFill>
          <p:spPr>
            <a:xfrm>
              <a:off x="3639586" y="2294258"/>
              <a:ext cx="191902" cy="65532"/>
            </a:xfrm>
            <a:prstGeom prst="rect">
              <a:avLst/>
            </a:prstGeom>
          </p:spPr>
        </p:pic>
        <p:sp>
          <p:nvSpPr>
            <p:cNvPr id="4056" name="object 4056"/>
            <p:cNvSpPr/>
            <p:nvPr/>
          </p:nvSpPr>
          <p:spPr>
            <a:xfrm>
              <a:off x="2740304" y="2013080"/>
              <a:ext cx="337185" cy="431800"/>
            </a:xfrm>
            <a:custGeom>
              <a:avLst/>
              <a:gdLst/>
              <a:ahLst/>
              <a:cxnLst/>
              <a:rect l="l" t="t" r="r" b="b"/>
              <a:pathLst>
                <a:path w="337185" h="431800">
                  <a:moveTo>
                    <a:pt x="0" y="0"/>
                  </a:moveTo>
                  <a:lnTo>
                    <a:pt x="0" y="431292"/>
                  </a:lnTo>
                  <a:lnTo>
                    <a:pt x="336803" y="431292"/>
                  </a:lnTo>
                  <a:lnTo>
                    <a:pt x="33680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7" name="object 4057"/>
            <p:cNvSpPr/>
            <p:nvPr/>
          </p:nvSpPr>
          <p:spPr>
            <a:xfrm>
              <a:off x="2664866" y="2061848"/>
              <a:ext cx="336550" cy="432434"/>
            </a:xfrm>
            <a:custGeom>
              <a:avLst/>
              <a:gdLst/>
              <a:ahLst/>
              <a:cxnLst/>
              <a:rect l="l" t="t" r="r" b="b"/>
              <a:pathLst>
                <a:path w="336550" h="432435">
                  <a:moveTo>
                    <a:pt x="336041" y="432054"/>
                  </a:moveTo>
                  <a:lnTo>
                    <a:pt x="336041" y="0"/>
                  </a:lnTo>
                  <a:lnTo>
                    <a:pt x="0" y="0"/>
                  </a:lnTo>
                  <a:lnTo>
                    <a:pt x="0" y="432054"/>
                  </a:lnTo>
                  <a:lnTo>
                    <a:pt x="336041" y="43205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8" name="object 4058"/>
            <p:cNvSpPr/>
            <p:nvPr/>
          </p:nvSpPr>
          <p:spPr>
            <a:xfrm>
              <a:off x="2664866" y="2061848"/>
              <a:ext cx="336550" cy="432434"/>
            </a:xfrm>
            <a:custGeom>
              <a:avLst/>
              <a:gdLst/>
              <a:ahLst/>
              <a:cxnLst/>
              <a:rect l="l" t="t" r="r" b="b"/>
              <a:pathLst>
                <a:path w="336550" h="432435">
                  <a:moveTo>
                    <a:pt x="0" y="0"/>
                  </a:moveTo>
                  <a:lnTo>
                    <a:pt x="0" y="432054"/>
                  </a:lnTo>
                  <a:lnTo>
                    <a:pt x="336041" y="432054"/>
                  </a:lnTo>
                  <a:lnTo>
                    <a:pt x="33604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9" name="object 4059"/>
            <p:cNvSpPr/>
            <p:nvPr/>
          </p:nvSpPr>
          <p:spPr>
            <a:xfrm>
              <a:off x="2597810" y="2116712"/>
              <a:ext cx="337185" cy="432434"/>
            </a:xfrm>
            <a:custGeom>
              <a:avLst/>
              <a:gdLst/>
              <a:ahLst/>
              <a:cxnLst/>
              <a:rect l="l" t="t" r="r" b="b"/>
              <a:pathLst>
                <a:path w="337185" h="432435">
                  <a:moveTo>
                    <a:pt x="336803" y="432054"/>
                  </a:moveTo>
                  <a:lnTo>
                    <a:pt x="336803" y="0"/>
                  </a:lnTo>
                  <a:lnTo>
                    <a:pt x="0" y="0"/>
                  </a:lnTo>
                  <a:lnTo>
                    <a:pt x="0" y="432054"/>
                  </a:lnTo>
                  <a:lnTo>
                    <a:pt x="336803" y="43205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0" name="object 4060"/>
            <p:cNvSpPr/>
            <p:nvPr/>
          </p:nvSpPr>
          <p:spPr>
            <a:xfrm>
              <a:off x="2597810" y="2116712"/>
              <a:ext cx="337185" cy="432434"/>
            </a:xfrm>
            <a:custGeom>
              <a:avLst/>
              <a:gdLst/>
              <a:ahLst/>
              <a:cxnLst/>
              <a:rect l="l" t="t" r="r" b="b"/>
              <a:pathLst>
                <a:path w="337185" h="432435">
                  <a:moveTo>
                    <a:pt x="0" y="0"/>
                  </a:moveTo>
                  <a:lnTo>
                    <a:pt x="0" y="432054"/>
                  </a:lnTo>
                  <a:lnTo>
                    <a:pt x="336803" y="432054"/>
                  </a:lnTo>
                  <a:lnTo>
                    <a:pt x="33680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1" name="object 4061"/>
            <p:cNvSpPr/>
            <p:nvPr/>
          </p:nvSpPr>
          <p:spPr>
            <a:xfrm>
              <a:off x="2519324" y="2170814"/>
              <a:ext cx="337185" cy="431800"/>
            </a:xfrm>
            <a:custGeom>
              <a:avLst/>
              <a:gdLst/>
              <a:ahLst/>
              <a:cxnLst/>
              <a:rect l="l" t="t" r="r" b="b"/>
              <a:pathLst>
                <a:path w="337185" h="431800">
                  <a:moveTo>
                    <a:pt x="336803" y="431291"/>
                  </a:moveTo>
                  <a:lnTo>
                    <a:pt x="336803" y="0"/>
                  </a:lnTo>
                  <a:lnTo>
                    <a:pt x="0" y="0"/>
                  </a:lnTo>
                  <a:lnTo>
                    <a:pt x="0" y="431291"/>
                  </a:lnTo>
                  <a:lnTo>
                    <a:pt x="336803" y="43129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2" name="object 4062"/>
            <p:cNvSpPr/>
            <p:nvPr/>
          </p:nvSpPr>
          <p:spPr>
            <a:xfrm>
              <a:off x="2519324" y="2170814"/>
              <a:ext cx="337185" cy="431800"/>
            </a:xfrm>
            <a:custGeom>
              <a:avLst/>
              <a:gdLst/>
              <a:ahLst/>
              <a:cxnLst/>
              <a:rect l="l" t="t" r="r" b="b"/>
              <a:pathLst>
                <a:path w="337185" h="431800">
                  <a:moveTo>
                    <a:pt x="0" y="0"/>
                  </a:moveTo>
                  <a:lnTo>
                    <a:pt x="0" y="431291"/>
                  </a:lnTo>
                  <a:lnTo>
                    <a:pt x="336803" y="431291"/>
                  </a:lnTo>
                  <a:lnTo>
                    <a:pt x="33680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3" name="object 4063"/>
            <p:cNvSpPr/>
            <p:nvPr/>
          </p:nvSpPr>
          <p:spPr>
            <a:xfrm>
              <a:off x="2584666" y="2333894"/>
              <a:ext cx="199390" cy="55244"/>
            </a:xfrm>
            <a:custGeom>
              <a:avLst/>
              <a:gdLst/>
              <a:ahLst/>
              <a:cxnLst/>
              <a:rect l="l" t="t" r="r" b="b"/>
              <a:pathLst>
                <a:path w="199389" h="55244">
                  <a:moveTo>
                    <a:pt x="45135" y="14478"/>
                  </a:moveTo>
                  <a:lnTo>
                    <a:pt x="39801" y="5334"/>
                  </a:lnTo>
                  <a:lnTo>
                    <a:pt x="13119" y="685"/>
                  </a:lnTo>
                  <a:lnTo>
                    <a:pt x="0" y="16179"/>
                  </a:lnTo>
                  <a:lnTo>
                    <a:pt x="228" y="38252"/>
                  </a:lnTo>
                  <a:lnTo>
                    <a:pt x="13576" y="53378"/>
                  </a:lnTo>
                  <a:lnTo>
                    <a:pt x="39801" y="48006"/>
                  </a:lnTo>
                  <a:lnTo>
                    <a:pt x="45135" y="37338"/>
                  </a:lnTo>
                  <a:lnTo>
                    <a:pt x="34467" y="34290"/>
                  </a:lnTo>
                  <a:lnTo>
                    <a:pt x="32943" y="38862"/>
                  </a:lnTo>
                  <a:lnTo>
                    <a:pt x="29895" y="42672"/>
                  </a:lnTo>
                  <a:lnTo>
                    <a:pt x="23037" y="44958"/>
                  </a:lnTo>
                  <a:lnTo>
                    <a:pt x="17703" y="44196"/>
                  </a:lnTo>
                  <a:lnTo>
                    <a:pt x="11607" y="38862"/>
                  </a:lnTo>
                  <a:lnTo>
                    <a:pt x="10083" y="26670"/>
                  </a:lnTo>
                  <a:lnTo>
                    <a:pt x="11607" y="15240"/>
                  </a:lnTo>
                  <a:lnTo>
                    <a:pt x="17703" y="9144"/>
                  </a:lnTo>
                  <a:lnTo>
                    <a:pt x="23037" y="8382"/>
                  </a:lnTo>
                  <a:lnTo>
                    <a:pt x="30657" y="10668"/>
                  </a:lnTo>
                  <a:lnTo>
                    <a:pt x="34467" y="17526"/>
                  </a:lnTo>
                  <a:lnTo>
                    <a:pt x="45135" y="14478"/>
                  </a:lnTo>
                  <a:close/>
                </a:path>
                <a:path w="199389" h="55244">
                  <a:moveTo>
                    <a:pt x="96951" y="0"/>
                  </a:moveTo>
                  <a:lnTo>
                    <a:pt x="86283" y="0"/>
                  </a:lnTo>
                  <a:lnTo>
                    <a:pt x="80949" y="9144"/>
                  </a:lnTo>
                  <a:lnTo>
                    <a:pt x="70281" y="26670"/>
                  </a:lnTo>
                  <a:lnTo>
                    <a:pt x="64947" y="35814"/>
                  </a:lnTo>
                  <a:lnTo>
                    <a:pt x="64947" y="0"/>
                  </a:lnTo>
                  <a:lnTo>
                    <a:pt x="55041" y="0"/>
                  </a:lnTo>
                  <a:lnTo>
                    <a:pt x="55041" y="53340"/>
                  </a:lnTo>
                  <a:lnTo>
                    <a:pt x="65709" y="53340"/>
                  </a:lnTo>
                  <a:lnTo>
                    <a:pt x="71043" y="44958"/>
                  </a:lnTo>
                  <a:lnTo>
                    <a:pt x="80949" y="28194"/>
                  </a:lnTo>
                  <a:lnTo>
                    <a:pt x="87045" y="18288"/>
                  </a:lnTo>
                  <a:lnTo>
                    <a:pt x="87045" y="53340"/>
                  </a:lnTo>
                  <a:lnTo>
                    <a:pt x="96951" y="53340"/>
                  </a:lnTo>
                  <a:lnTo>
                    <a:pt x="96951" y="0"/>
                  </a:lnTo>
                  <a:close/>
                </a:path>
                <a:path w="199389" h="55244">
                  <a:moveTo>
                    <a:pt x="156387" y="53340"/>
                  </a:moveTo>
                  <a:lnTo>
                    <a:pt x="151053" y="39624"/>
                  </a:lnTo>
                  <a:lnTo>
                    <a:pt x="140385" y="13716"/>
                  </a:lnTo>
                  <a:lnTo>
                    <a:pt x="135813" y="3429"/>
                  </a:lnTo>
                  <a:lnTo>
                    <a:pt x="135813" y="32766"/>
                  </a:lnTo>
                  <a:lnTo>
                    <a:pt x="121335" y="32766"/>
                  </a:lnTo>
                  <a:lnTo>
                    <a:pt x="123621" y="27432"/>
                  </a:lnTo>
                  <a:lnTo>
                    <a:pt x="126669" y="17526"/>
                  </a:lnTo>
                  <a:lnTo>
                    <a:pt x="128955" y="12192"/>
                  </a:lnTo>
                  <a:lnTo>
                    <a:pt x="130479" y="17526"/>
                  </a:lnTo>
                  <a:lnTo>
                    <a:pt x="134289" y="27432"/>
                  </a:lnTo>
                  <a:lnTo>
                    <a:pt x="135813" y="32766"/>
                  </a:lnTo>
                  <a:lnTo>
                    <a:pt x="135813" y="3429"/>
                  </a:lnTo>
                  <a:lnTo>
                    <a:pt x="134289" y="0"/>
                  </a:lnTo>
                  <a:lnTo>
                    <a:pt x="122859" y="0"/>
                  </a:lnTo>
                  <a:lnTo>
                    <a:pt x="102285" y="53340"/>
                  </a:lnTo>
                  <a:lnTo>
                    <a:pt x="113715" y="53340"/>
                  </a:lnTo>
                  <a:lnTo>
                    <a:pt x="115239" y="50292"/>
                  </a:lnTo>
                  <a:lnTo>
                    <a:pt x="117525" y="44196"/>
                  </a:lnTo>
                  <a:lnTo>
                    <a:pt x="118287" y="41148"/>
                  </a:lnTo>
                  <a:lnTo>
                    <a:pt x="121335" y="41148"/>
                  </a:lnTo>
                  <a:lnTo>
                    <a:pt x="135813" y="41148"/>
                  </a:lnTo>
                  <a:lnTo>
                    <a:pt x="139623" y="41148"/>
                  </a:lnTo>
                  <a:lnTo>
                    <a:pt x="141147" y="44196"/>
                  </a:lnTo>
                  <a:lnTo>
                    <a:pt x="143433" y="50292"/>
                  </a:lnTo>
                  <a:lnTo>
                    <a:pt x="144957" y="53340"/>
                  </a:lnTo>
                  <a:lnTo>
                    <a:pt x="156387" y="53340"/>
                  </a:lnTo>
                  <a:close/>
                </a:path>
                <a:path w="199389" h="55244">
                  <a:moveTo>
                    <a:pt x="199059" y="38862"/>
                  </a:moveTo>
                  <a:lnTo>
                    <a:pt x="196773" y="30480"/>
                  </a:lnTo>
                  <a:lnTo>
                    <a:pt x="188391" y="25146"/>
                  </a:lnTo>
                  <a:lnTo>
                    <a:pt x="195249" y="19812"/>
                  </a:lnTo>
                  <a:lnTo>
                    <a:pt x="197535" y="12954"/>
                  </a:lnTo>
                  <a:lnTo>
                    <a:pt x="196011" y="7620"/>
                  </a:lnTo>
                  <a:lnTo>
                    <a:pt x="189915" y="1524"/>
                  </a:lnTo>
                  <a:lnTo>
                    <a:pt x="182295" y="0"/>
                  </a:lnTo>
                  <a:lnTo>
                    <a:pt x="170865" y="0"/>
                  </a:lnTo>
                  <a:lnTo>
                    <a:pt x="163245" y="4572"/>
                  </a:lnTo>
                  <a:lnTo>
                    <a:pt x="158673" y="12192"/>
                  </a:lnTo>
                  <a:lnTo>
                    <a:pt x="169341" y="14478"/>
                  </a:lnTo>
                  <a:lnTo>
                    <a:pt x="170865" y="11430"/>
                  </a:lnTo>
                  <a:lnTo>
                    <a:pt x="174675" y="8382"/>
                  </a:lnTo>
                  <a:lnTo>
                    <a:pt x="181533" y="8382"/>
                  </a:lnTo>
                  <a:lnTo>
                    <a:pt x="186105" y="12192"/>
                  </a:lnTo>
                  <a:lnTo>
                    <a:pt x="185343" y="18288"/>
                  </a:lnTo>
                  <a:lnTo>
                    <a:pt x="180771" y="22098"/>
                  </a:lnTo>
                  <a:lnTo>
                    <a:pt x="174675" y="22860"/>
                  </a:lnTo>
                  <a:lnTo>
                    <a:pt x="174675" y="31242"/>
                  </a:lnTo>
                  <a:lnTo>
                    <a:pt x="176961" y="31242"/>
                  </a:lnTo>
                  <a:lnTo>
                    <a:pt x="185343" y="33528"/>
                  </a:lnTo>
                  <a:lnTo>
                    <a:pt x="187629" y="38862"/>
                  </a:lnTo>
                  <a:lnTo>
                    <a:pt x="187629" y="41148"/>
                  </a:lnTo>
                  <a:lnTo>
                    <a:pt x="182295" y="45720"/>
                  </a:lnTo>
                  <a:lnTo>
                    <a:pt x="178485" y="45720"/>
                  </a:lnTo>
                  <a:lnTo>
                    <a:pt x="171627" y="44196"/>
                  </a:lnTo>
                  <a:lnTo>
                    <a:pt x="167817" y="38100"/>
                  </a:lnTo>
                  <a:lnTo>
                    <a:pt x="157911" y="41148"/>
                  </a:lnTo>
                  <a:lnTo>
                    <a:pt x="160959" y="48006"/>
                  </a:lnTo>
                  <a:lnTo>
                    <a:pt x="167817" y="52578"/>
                  </a:lnTo>
                  <a:lnTo>
                    <a:pt x="178485" y="54864"/>
                  </a:lnTo>
                  <a:lnTo>
                    <a:pt x="187629" y="53340"/>
                  </a:lnTo>
                  <a:lnTo>
                    <a:pt x="196773" y="48006"/>
                  </a:lnTo>
                  <a:lnTo>
                    <a:pt x="199059" y="388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64" name="object 4064"/>
            <p:cNvPicPr/>
            <p:nvPr/>
          </p:nvPicPr>
          <p:blipFill>
            <a:blip r:embed="rId239" cstate="print"/>
            <a:stretch>
              <a:fillRect/>
            </a:stretch>
          </p:blipFill>
          <p:spPr>
            <a:xfrm>
              <a:off x="1904009" y="2434847"/>
              <a:ext cx="118110" cy="213359"/>
            </a:xfrm>
            <a:prstGeom prst="rect">
              <a:avLst/>
            </a:prstGeom>
          </p:spPr>
        </p:pic>
        <p:sp>
          <p:nvSpPr>
            <p:cNvPr id="4065" name="object 4065"/>
            <p:cNvSpPr/>
            <p:nvPr/>
          </p:nvSpPr>
          <p:spPr>
            <a:xfrm>
              <a:off x="1850288" y="269659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6" name="object 4066"/>
            <p:cNvSpPr/>
            <p:nvPr/>
          </p:nvSpPr>
          <p:spPr>
            <a:xfrm>
              <a:off x="1850288" y="269659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7" name="object 4067"/>
            <p:cNvSpPr/>
            <p:nvPr/>
          </p:nvSpPr>
          <p:spPr>
            <a:xfrm>
              <a:off x="1850288" y="253200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8" name="object 4068"/>
            <p:cNvSpPr/>
            <p:nvPr/>
          </p:nvSpPr>
          <p:spPr>
            <a:xfrm>
              <a:off x="1850288" y="253200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9" name="object 4069"/>
            <p:cNvSpPr/>
            <p:nvPr/>
          </p:nvSpPr>
          <p:spPr>
            <a:xfrm>
              <a:off x="1850288" y="2532002"/>
              <a:ext cx="3810" cy="165100"/>
            </a:xfrm>
            <a:custGeom>
              <a:avLst/>
              <a:gdLst/>
              <a:ahLst/>
              <a:cxnLst/>
              <a:rect l="l" t="t" r="r" b="b"/>
              <a:pathLst>
                <a:path w="3810" h="165100">
                  <a:moveTo>
                    <a:pt x="3810" y="0"/>
                  </a:moveTo>
                  <a:lnTo>
                    <a:pt x="3810" y="164591"/>
                  </a:lnTo>
                  <a:lnTo>
                    <a:pt x="0" y="164591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0" name="object 4070"/>
            <p:cNvSpPr/>
            <p:nvPr/>
          </p:nvSpPr>
          <p:spPr>
            <a:xfrm>
              <a:off x="1850288" y="2532002"/>
              <a:ext cx="3810" cy="165100"/>
            </a:xfrm>
            <a:custGeom>
              <a:avLst/>
              <a:gdLst/>
              <a:ahLst/>
              <a:cxnLst/>
              <a:rect l="l" t="t" r="r" b="b"/>
              <a:pathLst>
                <a:path w="3810" h="165100">
                  <a:moveTo>
                    <a:pt x="3810" y="0"/>
                  </a:moveTo>
                  <a:lnTo>
                    <a:pt x="3810" y="164591"/>
                  </a:lnTo>
                  <a:lnTo>
                    <a:pt x="0" y="164591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1" name="object 4071"/>
            <p:cNvSpPr/>
            <p:nvPr/>
          </p:nvSpPr>
          <p:spPr>
            <a:xfrm>
              <a:off x="1830476" y="2653160"/>
              <a:ext cx="43180" cy="43815"/>
            </a:xfrm>
            <a:custGeom>
              <a:avLst/>
              <a:gdLst/>
              <a:ahLst/>
              <a:cxnLst/>
              <a:rect l="l" t="t" r="r" b="b"/>
              <a:pathLst>
                <a:path w="43180" h="43814">
                  <a:moveTo>
                    <a:pt x="42672" y="0"/>
                  </a:moveTo>
                  <a:lnTo>
                    <a:pt x="0" y="0"/>
                  </a:lnTo>
                  <a:lnTo>
                    <a:pt x="21336" y="43434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2" name="object 4072"/>
            <p:cNvSpPr/>
            <p:nvPr/>
          </p:nvSpPr>
          <p:spPr>
            <a:xfrm>
              <a:off x="1830476" y="2653160"/>
              <a:ext cx="43180" cy="43815"/>
            </a:xfrm>
            <a:custGeom>
              <a:avLst/>
              <a:gdLst/>
              <a:ahLst/>
              <a:cxnLst/>
              <a:rect l="l" t="t" r="r" b="b"/>
              <a:pathLst>
                <a:path w="43180" h="43814">
                  <a:moveTo>
                    <a:pt x="0" y="0"/>
                  </a:moveTo>
                  <a:lnTo>
                    <a:pt x="21336" y="43434"/>
                  </a:lnTo>
                  <a:lnTo>
                    <a:pt x="42672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3" name="object 4073"/>
            <p:cNvSpPr/>
            <p:nvPr/>
          </p:nvSpPr>
          <p:spPr>
            <a:xfrm>
              <a:off x="1828952" y="2652398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4" h="48260">
                  <a:moveTo>
                    <a:pt x="24384" y="44958"/>
                  </a:moveTo>
                  <a:lnTo>
                    <a:pt x="21336" y="43434"/>
                  </a:lnTo>
                  <a:lnTo>
                    <a:pt x="22860" y="3962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2860" y="48006"/>
                  </a:lnTo>
                  <a:lnTo>
                    <a:pt x="24384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4" name="object 4074"/>
            <p:cNvSpPr/>
            <p:nvPr/>
          </p:nvSpPr>
          <p:spPr>
            <a:xfrm>
              <a:off x="1828952" y="2652398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4" h="48260">
                  <a:moveTo>
                    <a:pt x="0" y="1524"/>
                  </a:moveTo>
                  <a:lnTo>
                    <a:pt x="3048" y="0"/>
                  </a:lnTo>
                  <a:lnTo>
                    <a:pt x="22860" y="39624"/>
                  </a:lnTo>
                  <a:lnTo>
                    <a:pt x="21336" y="43434"/>
                  </a:lnTo>
                  <a:lnTo>
                    <a:pt x="24384" y="44958"/>
                  </a:lnTo>
                  <a:lnTo>
                    <a:pt x="22860" y="4800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5" name="object 4075"/>
            <p:cNvSpPr/>
            <p:nvPr/>
          </p:nvSpPr>
          <p:spPr>
            <a:xfrm>
              <a:off x="1850288" y="2651636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19">
                  <a:moveTo>
                    <a:pt x="26670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4196"/>
                  </a:lnTo>
                  <a:lnTo>
                    <a:pt x="3048" y="45720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6" name="object 4076"/>
            <p:cNvSpPr/>
            <p:nvPr/>
          </p:nvSpPr>
          <p:spPr>
            <a:xfrm>
              <a:off x="1850288" y="2651636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19">
                  <a:moveTo>
                    <a:pt x="3048" y="45720"/>
                  </a:moveTo>
                  <a:lnTo>
                    <a:pt x="0" y="44196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6670" y="0"/>
                  </a:lnTo>
                  <a:lnTo>
                    <a:pt x="3048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7" name="object 4077"/>
            <p:cNvSpPr/>
            <p:nvPr/>
          </p:nvSpPr>
          <p:spPr>
            <a:xfrm>
              <a:off x="1827428" y="2651636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3810"/>
                  </a:moveTo>
                  <a:lnTo>
                    <a:pt x="45719" y="0"/>
                  </a:lnTo>
                  <a:lnTo>
                    <a:pt x="0" y="0"/>
                  </a:lnTo>
                  <a:lnTo>
                    <a:pt x="1523" y="2286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4571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8" name="object 4078"/>
            <p:cNvSpPr/>
            <p:nvPr/>
          </p:nvSpPr>
          <p:spPr>
            <a:xfrm>
              <a:off x="1827428" y="2651636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0"/>
                  </a:moveTo>
                  <a:lnTo>
                    <a:pt x="45719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1523" y="2286"/>
                  </a:lnTo>
                  <a:lnTo>
                    <a:pt x="0" y="0"/>
                  </a:lnTo>
                  <a:lnTo>
                    <a:pt x="4571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9" name="object 4079"/>
            <p:cNvSpPr/>
            <p:nvPr/>
          </p:nvSpPr>
          <p:spPr>
            <a:xfrm>
              <a:off x="3861206" y="276136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0" name="object 4080"/>
            <p:cNvSpPr/>
            <p:nvPr/>
          </p:nvSpPr>
          <p:spPr>
            <a:xfrm>
              <a:off x="3861206" y="276136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1" name="object 4081"/>
            <p:cNvSpPr/>
            <p:nvPr/>
          </p:nvSpPr>
          <p:spPr>
            <a:xfrm>
              <a:off x="3861206" y="259677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2" name="object 4082"/>
            <p:cNvSpPr/>
            <p:nvPr/>
          </p:nvSpPr>
          <p:spPr>
            <a:xfrm>
              <a:off x="3861206" y="259677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3" name="object 4083"/>
            <p:cNvSpPr/>
            <p:nvPr/>
          </p:nvSpPr>
          <p:spPr>
            <a:xfrm>
              <a:off x="3861206" y="2596772"/>
              <a:ext cx="3810" cy="165100"/>
            </a:xfrm>
            <a:custGeom>
              <a:avLst/>
              <a:gdLst/>
              <a:ahLst/>
              <a:cxnLst/>
              <a:rect l="l" t="t" r="r" b="b"/>
              <a:pathLst>
                <a:path w="3810" h="165100">
                  <a:moveTo>
                    <a:pt x="3809" y="0"/>
                  </a:moveTo>
                  <a:lnTo>
                    <a:pt x="3809" y="164591"/>
                  </a:lnTo>
                  <a:lnTo>
                    <a:pt x="0" y="164591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4" name="object 4084"/>
            <p:cNvSpPr/>
            <p:nvPr/>
          </p:nvSpPr>
          <p:spPr>
            <a:xfrm>
              <a:off x="3861206" y="2596772"/>
              <a:ext cx="3810" cy="165100"/>
            </a:xfrm>
            <a:custGeom>
              <a:avLst/>
              <a:gdLst/>
              <a:ahLst/>
              <a:cxnLst/>
              <a:rect l="l" t="t" r="r" b="b"/>
              <a:pathLst>
                <a:path w="3810" h="165100">
                  <a:moveTo>
                    <a:pt x="3809" y="0"/>
                  </a:moveTo>
                  <a:lnTo>
                    <a:pt x="3809" y="164591"/>
                  </a:lnTo>
                  <a:lnTo>
                    <a:pt x="0" y="164591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5" name="object 4085"/>
            <p:cNvSpPr/>
            <p:nvPr/>
          </p:nvSpPr>
          <p:spPr>
            <a:xfrm>
              <a:off x="3841394" y="2717930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43434" y="0"/>
                  </a:moveTo>
                  <a:lnTo>
                    <a:pt x="0" y="0"/>
                  </a:lnTo>
                  <a:lnTo>
                    <a:pt x="21336" y="43434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6" name="object 4086"/>
            <p:cNvSpPr/>
            <p:nvPr/>
          </p:nvSpPr>
          <p:spPr>
            <a:xfrm>
              <a:off x="3841394" y="2717930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0" y="0"/>
                  </a:moveTo>
                  <a:lnTo>
                    <a:pt x="21336" y="43434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7" name="object 4087"/>
            <p:cNvSpPr/>
            <p:nvPr/>
          </p:nvSpPr>
          <p:spPr>
            <a:xfrm>
              <a:off x="3839870" y="2717168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25146" y="44958"/>
                  </a:moveTo>
                  <a:lnTo>
                    <a:pt x="21336" y="43434"/>
                  </a:lnTo>
                  <a:lnTo>
                    <a:pt x="22860" y="3962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2860" y="48768"/>
                  </a:lnTo>
                  <a:lnTo>
                    <a:pt x="25146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8" name="object 4088"/>
            <p:cNvSpPr/>
            <p:nvPr/>
          </p:nvSpPr>
          <p:spPr>
            <a:xfrm>
              <a:off x="3839870" y="2717168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0" y="1524"/>
                  </a:moveTo>
                  <a:lnTo>
                    <a:pt x="3048" y="0"/>
                  </a:lnTo>
                  <a:lnTo>
                    <a:pt x="22860" y="39624"/>
                  </a:lnTo>
                  <a:lnTo>
                    <a:pt x="21336" y="43434"/>
                  </a:lnTo>
                  <a:lnTo>
                    <a:pt x="25146" y="44958"/>
                  </a:lnTo>
                  <a:lnTo>
                    <a:pt x="22860" y="48768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9" name="object 4089"/>
            <p:cNvSpPr/>
            <p:nvPr/>
          </p:nvSpPr>
          <p:spPr>
            <a:xfrm>
              <a:off x="3861206" y="2715644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70" h="46989">
                  <a:moveTo>
                    <a:pt x="26670" y="0"/>
                  </a:moveTo>
                  <a:lnTo>
                    <a:pt x="23622" y="0"/>
                  </a:lnTo>
                  <a:lnTo>
                    <a:pt x="23622" y="3810"/>
                  </a:lnTo>
                  <a:lnTo>
                    <a:pt x="20574" y="3810"/>
                  </a:lnTo>
                  <a:lnTo>
                    <a:pt x="0" y="44958"/>
                  </a:lnTo>
                  <a:lnTo>
                    <a:pt x="3810" y="46482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0" name="object 4090"/>
            <p:cNvSpPr/>
            <p:nvPr/>
          </p:nvSpPr>
          <p:spPr>
            <a:xfrm>
              <a:off x="3861206" y="2715644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70" h="46989">
                  <a:moveTo>
                    <a:pt x="3810" y="46482"/>
                  </a:moveTo>
                  <a:lnTo>
                    <a:pt x="0" y="44958"/>
                  </a:lnTo>
                  <a:lnTo>
                    <a:pt x="20574" y="3810"/>
                  </a:lnTo>
                  <a:lnTo>
                    <a:pt x="23622" y="3810"/>
                  </a:lnTo>
                  <a:lnTo>
                    <a:pt x="23622" y="0"/>
                  </a:lnTo>
                  <a:lnTo>
                    <a:pt x="26670" y="0"/>
                  </a:lnTo>
                  <a:lnTo>
                    <a:pt x="3810" y="46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1" name="object 4091"/>
            <p:cNvSpPr/>
            <p:nvPr/>
          </p:nvSpPr>
          <p:spPr>
            <a:xfrm>
              <a:off x="3838346" y="2715644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2" y="3810"/>
                  </a:moveTo>
                  <a:lnTo>
                    <a:pt x="46482" y="0"/>
                  </a:lnTo>
                  <a:lnTo>
                    <a:pt x="0" y="0"/>
                  </a:lnTo>
                  <a:lnTo>
                    <a:pt x="1524" y="3048"/>
                  </a:lnTo>
                  <a:lnTo>
                    <a:pt x="4572" y="1524"/>
                  </a:lnTo>
                  <a:lnTo>
                    <a:pt x="6096" y="3810"/>
                  </a:lnTo>
                  <a:lnTo>
                    <a:pt x="4648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2" name="object 4092"/>
            <p:cNvSpPr/>
            <p:nvPr/>
          </p:nvSpPr>
          <p:spPr>
            <a:xfrm>
              <a:off x="3838346" y="2715644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2" y="0"/>
                  </a:moveTo>
                  <a:lnTo>
                    <a:pt x="46482" y="3810"/>
                  </a:lnTo>
                  <a:lnTo>
                    <a:pt x="6096" y="3810"/>
                  </a:lnTo>
                  <a:lnTo>
                    <a:pt x="4572" y="1524"/>
                  </a:lnTo>
                  <a:lnTo>
                    <a:pt x="1524" y="3048"/>
                  </a:lnTo>
                  <a:lnTo>
                    <a:pt x="0" y="0"/>
                  </a:lnTo>
                  <a:lnTo>
                    <a:pt x="4648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3" name="object 4093"/>
            <p:cNvSpPr/>
            <p:nvPr/>
          </p:nvSpPr>
          <p:spPr>
            <a:xfrm>
              <a:off x="3943502" y="271335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4" name="object 4094"/>
            <p:cNvSpPr/>
            <p:nvPr/>
          </p:nvSpPr>
          <p:spPr>
            <a:xfrm>
              <a:off x="3943502" y="271335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5" name="object 4095"/>
            <p:cNvSpPr/>
            <p:nvPr/>
          </p:nvSpPr>
          <p:spPr>
            <a:xfrm>
              <a:off x="3943502" y="254876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6" name="object 4096"/>
            <p:cNvSpPr/>
            <p:nvPr/>
          </p:nvSpPr>
          <p:spPr>
            <a:xfrm>
              <a:off x="3943502" y="254876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7" name="object 4097"/>
            <p:cNvSpPr/>
            <p:nvPr/>
          </p:nvSpPr>
          <p:spPr>
            <a:xfrm>
              <a:off x="3943502" y="2548766"/>
              <a:ext cx="3810" cy="165100"/>
            </a:xfrm>
            <a:custGeom>
              <a:avLst/>
              <a:gdLst/>
              <a:ahLst/>
              <a:cxnLst/>
              <a:rect l="l" t="t" r="r" b="b"/>
              <a:pathLst>
                <a:path w="3810" h="165100">
                  <a:moveTo>
                    <a:pt x="3810" y="0"/>
                  </a:moveTo>
                  <a:lnTo>
                    <a:pt x="3810" y="164591"/>
                  </a:lnTo>
                  <a:lnTo>
                    <a:pt x="0" y="164591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8" name="object 4098"/>
            <p:cNvSpPr/>
            <p:nvPr/>
          </p:nvSpPr>
          <p:spPr>
            <a:xfrm>
              <a:off x="3943502" y="2548766"/>
              <a:ext cx="3810" cy="165100"/>
            </a:xfrm>
            <a:custGeom>
              <a:avLst/>
              <a:gdLst/>
              <a:ahLst/>
              <a:cxnLst/>
              <a:rect l="l" t="t" r="r" b="b"/>
              <a:pathLst>
                <a:path w="3810" h="165100">
                  <a:moveTo>
                    <a:pt x="3810" y="0"/>
                  </a:moveTo>
                  <a:lnTo>
                    <a:pt x="3810" y="164591"/>
                  </a:lnTo>
                  <a:lnTo>
                    <a:pt x="0" y="164591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9" name="object 4099"/>
            <p:cNvSpPr/>
            <p:nvPr/>
          </p:nvSpPr>
          <p:spPr>
            <a:xfrm>
              <a:off x="3923690" y="2669162"/>
              <a:ext cx="43815" cy="44450"/>
            </a:xfrm>
            <a:custGeom>
              <a:avLst/>
              <a:gdLst/>
              <a:ahLst/>
              <a:cxnLst/>
              <a:rect l="l" t="t" r="r" b="b"/>
              <a:pathLst>
                <a:path w="43814" h="44450">
                  <a:moveTo>
                    <a:pt x="43434" y="0"/>
                  </a:moveTo>
                  <a:lnTo>
                    <a:pt x="0" y="0"/>
                  </a:lnTo>
                  <a:lnTo>
                    <a:pt x="21336" y="44196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0" name="object 4100"/>
            <p:cNvSpPr/>
            <p:nvPr/>
          </p:nvSpPr>
          <p:spPr>
            <a:xfrm>
              <a:off x="3923690" y="2669162"/>
              <a:ext cx="43815" cy="44450"/>
            </a:xfrm>
            <a:custGeom>
              <a:avLst/>
              <a:gdLst/>
              <a:ahLst/>
              <a:cxnLst/>
              <a:rect l="l" t="t" r="r" b="b"/>
              <a:pathLst>
                <a:path w="43814" h="44450">
                  <a:moveTo>
                    <a:pt x="0" y="0"/>
                  </a:moveTo>
                  <a:lnTo>
                    <a:pt x="21336" y="44196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1" name="object 4101"/>
            <p:cNvSpPr/>
            <p:nvPr/>
          </p:nvSpPr>
          <p:spPr>
            <a:xfrm>
              <a:off x="3921404" y="2668400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25146" y="45720"/>
                  </a:moveTo>
                  <a:lnTo>
                    <a:pt x="22098" y="44196"/>
                  </a:lnTo>
                  <a:lnTo>
                    <a:pt x="23622" y="40386"/>
                  </a:lnTo>
                  <a:lnTo>
                    <a:pt x="3810" y="0"/>
                  </a:lnTo>
                  <a:lnTo>
                    <a:pt x="0" y="2286"/>
                  </a:lnTo>
                  <a:lnTo>
                    <a:pt x="23622" y="48768"/>
                  </a:lnTo>
                  <a:lnTo>
                    <a:pt x="25146" y="457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2" name="object 4102"/>
            <p:cNvSpPr/>
            <p:nvPr/>
          </p:nvSpPr>
          <p:spPr>
            <a:xfrm>
              <a:off x="3921404" y="2668400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0" y="2286"/>
                  </a:moveTo>
                  <a:lnTo>
                    <a:pt x="3810" y="0"/>
                  </a:lnTo>
                  <a:lnTo>
                    <a:pt x="23622" y="40386"/>
                  </a:lnTo>
                  <a:lnTo>
                    <a:pt x="22098" y="44196"/>
                  </a:lnTo>
                  <a:lnTo>
                    <a:pt x="25146" y="45720"/>
                  </a:lnTo>
                  <a:lnTo>
                    <a:pt x="23622" y="48768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3" name="object 4103"/>
            <p:cNvSpPr/>
            <p:nvPr/>
          </p:nvSpPr>
          <p:spPr>
            <a:xfrm>
              <a:off x="3943502" y="2667638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70" h="46989">
                  <a:moveTo>
                    <a:pt x="26670" y="0"/>
                  </a:moveTo>
                  <a:lnTo>
                    <a:pt x="23622" y="0"/>
                  </a:lnTo>
                  <a:lnTo>
                    <a:pt x="23622" y="3810"/>
                  </a:lnTo>
                  <a:lnTo>
                    <a:pt x="20574" y="3810"/>
                  </a:lnTo>
                  <a:lnTo>
                    <a:pt x="0" y="44958"/>
                  </a:lnTo>
                  <a:lnTo>
                    <a:pt x="3048" y="46482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4" name="object 4104"/>
            <p:cNvSpPr/>
            <p:nvPr/>
          </p:nvSpPr>
          <p:spPr>
            <a:xfrm>
              <a:off x="3943502" y="2667638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70" h="46989">
                  <a:moveTo>
                    <a:pt x="3048" y="46482"/>
                  </a:moveTo>
                  <a:lnTo>
                    <a:pt x="0" y="44958"/>
                  </a:lnTo>
                  <a:lnTo>
                    <a:pt x="20574" y="3810"/>
                  </a:lnTo>
                  <a:lnTo>
                    <a:pt x="23622" y="3810"/>
                  </a:lnTo>
                  <a:lnTo>
                    <a:pt x="23622" y="0"/>
                  </a:lnTo>
                  <a:lnTo>
                    <a:pt x="26670" y="0"/>
                  </a:lnTo>
                  <a:lnTo>
                    <a:pt x="3048" y="46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5" name="object 4105"/>
            <p:cNvSpPr/>
            <p:nvPr/>
          </p:nvSpPr>
          <p:spPr>
            <a:xfrm>
              <a:off x="3920642" y="2667638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2" y="3810"/>
                  </a:moveTo>
                  <a:lnTo>
                    <a:pt x="46482" y="0"/>
                  </a:lnTo>
                  <a:lnTo>
                    <a:pt x="0" y="0"/>
                  </a:lnTo>
                  <a:lnTo>
                    <a:pt x="762" y="3048"/>
                  </a:lnTo>
                  <a:lnTo>
                    <a:pt x="4572" y="762"/>
                  </a:lnTo>
                  <a:lnTo>
                    <a:pt x="6096" y="3810"/>
                  </a:lnTo>
                  <a:lnTo>
                    <a:pt x="4648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6" name="object 4106"/>
            <p:cNvSpPr/>
            <p:nvPr/>
          </p:nvSpPr>
          <p:spPr>
            <a:xfrm>
              <a:off x="3920642" y="2667638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2" y="0"/>
                  </a:moveTo>
                  <a:lnTo>
                    <a:pt x="46482" y="3810"/>
                  </a:lnTo>
                  <a:lnTo>
                    <a:pt x="6096" y="3810"/>
                  </a:lnTo>
                  <a:lnTo>
                    <a:pt x="4572" y="762"/>
                  </a:lnTo>
                  <a:lnTo>
                    <a:pt x="762" y="3048"/>
                  </a:lnTo>
                  <a:lnTo>
                    <a:pt x="0" y="0"/>
                  </a:lnTo>
                  <a:lnTo>
                    <a:pt x="4648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7" name="object 4107"/>
            <p:cNvSpPr/>
            <p:nvPr/>
          </p:nvSpPr>
          <p:spPr>
            <a:xfrm>
              <a:off x="4025036" y="265544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8" name="object 4108"/>
            <p:cNvSpPr/>
            <p:nvPr/>
          </p:nvSpPr>
          <p:spPr>
            <a:xfrm>
              <a:off x="4025036" y="265544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9" name="object 4109"/>
            <p:cNvSpPr/>
            <p:nvPr/>
          </p:nvSpPr>
          <p:spPr>
            <a:xfrm>
              <a:off x="4025036" y="249009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0" name="object 4110"/>
            <p:cNvSpPr/>
            <p:nvPr/>
          </p:nvSpPr>
          <p:spPr>
            <a:xfrm>
              <a:off x="4025036" y="249009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1" name="object 4111"/>
            <p:cNvSpPr/>
            <p:nvPr/>
          </p:nvSpPr>
          <p:spPr>
            <a:xfrm>
              <a:off x="4025036" y="2490092"/>
              <a:ext cx="3810" cy="165735"/>
            </a:xfrm>
            <a:custGeom>
              <a:avLst/>
              <a:gdLst/>
              <a:ahLst/>
              <a:cxnLst/>
              <a:rect l="l" t="t" r="r" b="b"/>
              <a:pathLst>
                <a:path w="3810" h="165735">
                  <a:moveTo>
                    <a:pt x="3810" y="0"/>
                  </a:moveTo>
                  <a:lnTo>
                    <a:pt x="3810" y="165353"/>
                  </a:lnTo>
                  <a:lnTo>
                    <a:pt x="0" y="165353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2" name="object 4112"/>
            <p:cNvSpPr/>
            <p:nvPr/>
          </p:nvSpPr>
          <p:spPr>
            <a:xfrm>
              <a:off x="4025036" y="2490092"/>
              <a:ext cx="3810" cy="165735"/>
            </a:xfrm>
            <a:custGeom>
              <a:avLst/>
              <a:gdLst/>
              <a:ahLst/>
              <a:cxnLst/>
              <a:rect l="l" t="t" r="r" b="b"/>
              <a:pathLst>
                <a:path w="3810" h="165735">
                  <a:moveTo>
                    <a:pt x="3810" y="0"/>
                  </a:moveTo>
                  <a:lnTo>
                    <a:pt x="3810" y="165353"/>
                  </a:lnTo>
                  <a:lnTo>
                    <a:pt x="0" y="165353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3" name="object 4113"/>
            <p:cNvSpPr/>
            <p:nvPr/>
          </p:nvSpPr>
          <p:spPr>
            <a:xfrm>
              <a:off x="4005224" y="2612012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43434" y="0"/>
                  </a:moveTo>
                  <a:lnTo>
                    <a:pt x="0" y="0"/>
                  </a:lnTo>
                  <a:lnTo>
                    <a:pt x="22098" y="43434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4" name="object 4114"/>
            <p:cNvSpPr/>
            <p:nvPr/>
          </p:nvSpPr>
          <p:spPr>
            <a:xfrm>
              <a:off x="4005224" y="2612012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0" y="0"/>
                  </a:moveTo>
                  <a:lnTo>
                    <a:pt x="22098" y="43434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5" name="object 4115"/>
            <p:cNvSpPr/>
            <p:nvPr/>
          </p:nvSpPr>
          <p:spPr>
            <a:xfrm>
              <a:off x="4003700" y="2611250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25146" y="44958"/>
                  </a:moveTo>
                  <a:lnTo>
                    <a:pt x="22098" y="43434"/>
                  </a:lnTo>
                  <a:lnTo>
                    <a:pt x="23622" y="3962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3622" y="48768"/>
                  </a:lnTo>
                  <a:lnTo>
                    <a:pt x="25146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6" name="object 4116"/>
            <p:cNvSpPr/>
            <p:nvPr/>
          </p:nvSpPr>
          <p:spPr>
            <a:xfrm>
              <a:off x="4003700" y="2611250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0" y="1524"/>
                  </a:moveTo>
                  <a:lnTo>
                    <a:pt x="3048" y="0"/>
                  </a:lnTo>
                  <a:lnTo>
                    <a:pt x="23622" y="39624"/>
                  </a:lnTo>
                  <a:lnTo>
                    <a:pt x="22098" y="43434"/>
                  </a:lnTo>
                  <a:lnTo>
                    <a:pt x="25146" y="44958"/>
                  </a:lnTo>
                  <a:lnTo>
                    <a:pt x="23622" y="48768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7" name="object 4117"/>
            <p:cNvSpPr/>
            <p:nvPr/>
          </p:nvSpPr>
          <p:spPr>
            <a:xfrm>
              <a:off x="4025798" y="2609726"/>
              <a:ext cx="26034" cy="46990"/>
            </a:xfrm>
            <a:custGeom>
              <a:avLst/>
              <a:gdLst/>
              <a:ahLst/>
              <a:cxnLst/>
              <a:rect l="l" t="t" r="r" b="b"/>
              <a:pathLst>
                <a:path w="26035" h="46989">
                  <a:moveTo>
                    <a:pt x="25908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4958"/>
                  </a:lnTo>
                  <a:lnTo>
                    <a:pt x="3048" y="46482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8" name="object 4118"/>
            <p:cNvSpPr/>
            <p:nvPr/>
          </p:nvSpPr>
          <p:spPr>
            <a:xfrm>
              <a:off x="4025798" y="2609726"/>
              <a:ext cx="26034" cy="46990"/>
            </a:xfrm>
            <a:custGeom>
              <a:avLst/>
              <a:gdLst/>
              <a:ahLst/>
              <a:cxnLst/>
              <a:rect l="l" t="t" r="r" b="b"/>
              <a:pathLst>
                <a:path w="26035" h="46989">
                  <a:moveTo>
                    <a:pt x="3048" y="46482"/>
                  </a:moveTo>
                  <a:lnTo>
                    <a:pt x="0" y="44958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5908" y="0"/>
                  </a:lnTo>
                  <a:lnTo>
                    <a:pt x="3048" y="46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9" name="object 4119"/>
            <p:cNvSpPr/>
            <p:nvPr/>
          </p:nvSpPr>
          <p:spPr>
            <a:xfrm>
              <a:off x="4002176" y="2609726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2" y="3810"/>
                  </a:moveTo>
                  <a:lnTo>
                    <a:pt x="46482" y="0"/>
                  </a:lnTo>
                  <a:lnTo>
                    <a:pt x="0" y="0"/>
                  </a:lnTo>
                  <a:lnTo>
                    <a:pt x="1524" y="3048"/>
                  </a:lnTo>
                  <a:lnTo>
                    <a:pt x="4572" y="1524"/>
                  </a:lnTo>
                  <a:lnTo>
                    <a:pt x="6858" y="3810"/>
                  </a:lnTo>
                  <a:lnTo>
                    <a:pt x="4648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0" name="object 4120"/>
            <p:cNvSpPr/>
            <p:nvPr/>
          </p:nvSpPr>
          <p:spPr>
            <a:xfrm>
              <a:off x="4002176" y="2609726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2" y="0"/>
                  </a:moveTo>
                  <a:lnTo>
                    <a:pt x="46482" y="3810"/>
                  </a:lnTo>
                  <a:lnTo>
                    <a:pt x="6858" y="3810"/>
                  </a:lnTo>
                  <a:lnTo>
                    <a:pt x="4572" y="1524"/>
                  </a:lnTo>
                  <a:lnTo>
                    <a:pt x="1524" y="3048"/>
                  </a:lnTo>
                  <a:lnTo>
                    <a:pt x="0" y="0"/>
                  </a:lnTo>
                  <a:lnTo>
                    <a:pt x="4648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1" name="object 4121"/>
            <p:cNvSpPr/>
            <p:nvPr/>
          </p:nvSpPr>
          <p:spPr>
            <a:xfrm>
              <a:off x="4097426" y="261201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2" name="object 4122"/>
            <p:cNvSpPr/>
            <p:nvPr/>
          </p:nvSpPr>
          <p:spPr>
            <a:xfrm>
              <a:off x="4097426" y="261201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3" name="object 4123"/>
            <p:cNvSpPr/>
            <p:nvPr/>
          </p:nvSpPr>
          <p:spPr>
            <a:xfrm>
              <a:off x="4097426" y="244665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4" name="object 4124"/>
            <p:cNvSpPr/>
            <p:nvPr/>
          </p:nvSpPr>
          <p:spPr>
            <a:xfrm>
              <a:off x="4097426" y="244665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5" name="object 4125"/>
            <p:cNvSpPr/>
            <p:nvPr/>
          </p:nvSpPr>
          <p:spPr>
            <a:xfrm>
              <a:off x="4097426" y="2446658"/>
              <a:ext cx="3810" cy="165735"/>
            </a:xfrm>
            <a:custGeom>
              <a:avLst/>
              <a:gdLst/>
              <a:ahLst/>
              <a:cxnLst/>
              <a:rect l="l" t="t" r="r" b="b"/>
              <a:pathLst>
                <a:path w="3810" h="165735">
                  <a:moveTo>
                    <a:pt x="3809" y="0"/>
                  </a:moveTo>
                  <a:lnTo>
                    <a:pt x="3809" y="165353"/>
                  </a:lnTo>
                  <a:lnTo>
                    <a:pt x="0" y="165353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6" name="object 4126"/>
            <p:cNvSpPr/>
            <p:nvPr/>
          </p:nvSpPr>
          <p:spPr>
            <a:xfrm>
              <a:off x="4097426" y="2446658"/>
              <a:ext cx="3810" cy="165735"/>
            </a:xfrm>
            <a:custGeom>
              <a:avLst/>
              <a:gdLst/>
              <a:ahLst/>
              <a:cxnLst/>
              <a:rect l="l" t="t" r="r" b="b"/>
              <a:pathLst>
                <a:path w="3810" h="165735">
                  <a:moveTo>
                    <a:pt x="3809" y="0"/>
                  </a:moveTo>
                  <a:lnTo>
                    <a:pt x="3809" y="165353"/>
                  </a:lnTo>
                  <a:lnTo>
                    <a:pt x="0" y="165353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7" name="object 4127"/>
            <p:cNvSpPr/>
            <p:nvPr/>
          </p:nvSpPr>
          <p:spPr>
            <a:xfrm>
              <a:off x="4077614" y="2568578"/>
              <a:ext cx="44450" cy="43815"/>
            </a:xfrm>
            <a:custGeom>
              <a:avLst/>
              <a:gdLst/>
              <a:ahLst/>
              <a:cxnLst/>
              <a:rect l="l" t="t" r="r" b="b"/>
              <a:pathLst>
                <a:path w="44450" h="43814">
                  <a:moveTo>
                    <a:pt x="44196" y="0"/>
                  </a:moveTo>
                  <a:lnTo>
                    <a:pt x="0" y="0"/>
                  </a:lnTo>
                  <a:lnTo>
                    <a:pt x="22098" y="43434"/>
                  </a:lnTo>
                  <a:lnTo>
                    <a:pt x="4419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8" name="object 4128"/>
            <p:cNvSpPr/>
            <p:nvPr/>
          </p:nvSpPr>
          <p:spPr>
            <a:xfrm>
              <a:off x="4077614" y="2568578"/>
              <a:ext cx="44450" cy="43815"/>
            </a:xfrm>
            <a:custGeom>
              <a:avLst/>
              <a:gdLst/>
              <a:ahLst/>
              <a:cxnLst/>
              <a:rect l="l" t="t" r="r" b="b"/>
              <a:pathLst>
                <a:path w="44450" h="43814">
                  <a:moveTo>
                    <a:pt x="0" y="0"/>
                  </a:moveTo>
                  <a:lnTo>
                    <a:pt x="22098" y="43434"/>
                  </a:lnTo>
                  <a:lnTo>
                    <a:pt x="44196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9" name="object 4129"/>
            <p:cNvSpPr/>
            <p:nvPr/>
          </p:nvSpPr>
          <p:spPr>
            <a:xfrm>
              <a:off x="4076090" y="2567816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25146" y="44958"/>
                  </a:moveTo>
                  <a:lnTo>
                    <a:pt x="21336" y="43434"/>
                  </a:lnTo>
                  <a:lnTo>
                    <a:pt x="23622" y="39624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23622" y="48006"/>
                  </a:lnTo>
                  <a:lnTo>
                    <a:pt x="25146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0" name="object 4130"/>
            <p:cNvSpPr/>
            <p:nvPr/>
          </p:nvSpPr>
          <p:spPr>
            <a:xfrm>
              <a:off x="4076090" y="2567816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0" y="1524"/>
                  </a:moveTo>
                  <a:lnTo>
                    <a:pt x="3810" y="0"/>
                  </a:lnTo>
                  <a:lnTo>
                    <a:pt x="23622" y="39624"/>
                  </a:lnTo>
                  <a:lnTo>
                    <a:pt x="21336" y="43434"/>
                  </a:lnTo>
                  <a:lnTo>
                    <a:pt x="25146" y="44958"/>
                  </a:lnTo>
                  <a:lnTo>
                    <a:pt x="23622" y="4800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1" name="object 4131"/>
            <p:cNvSpPr/>
            <p:nvPr/>
          </p:nvSpPr>
          <p:spPr>
            <a:xfrm>
              <a:off x="4097426" y="2566292"/>
              <a:ext cx="27940" cy="46990"/>
            </a:xfrm>
            <a:custGeom>
              <a:avLst/>
              <a:gdLst/>
              <a:ahLst/>
              <a:cxnLst/>
              <a:rect l="l" t="t" r="r" b="b"/>
              <a:pathLst>
                <a:path w="27939" h="46989">
                  <a:moveTo>
                    <a:pt x="27432" y="0"/>
                  </a:moveTo>
                  <a:lnTo>
                    <a:pt x="24384" y="0"/>
                  </a:lnTo>
                  <a:lnTo>
                    <a:pt x="24384" y="3810"/>
                  </a:lnTo>
                  <a:lnTo>
                    <a:pt x="21336" y="3810"/>
                  </a:lnTo>
                  <a:lnTo>
                    <a:pt x="0" y="44958"/>
                  </a:lnTo>
                  <a:lnTo>
                    <a:pt x="3810" y="46482"/>
                  </a:lnTo>
                  <a:lnTo>
                    <a:pt x="274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2" name="object 4132"/>
            <p:cNvSpPr/>
            <p:nvPr/>
          </p:nvSpPr>
          <p:spPr>
            <a:xfrm>
              <a:off x="4097426" y="2566292"/>
              <a:ext cx="27940" cy="46990"/>
            </a:xfrm>
            <a:custGeom>
              <a:avLst/>
              <a:gdLst/>
              <a:ahLst/>
              <a:cxnLst/>
              <a:rect l="l" t="t" r="r" b="b"/>
              <a:pathLst>
                <a:path w="27939" h="46989">
                  <a:moveTo>
                    <a:pt x="3810" y="46482"/>
                  </a:moveTo>
                  <a:lnTo>
                    <a:pt x="0" y="44958"/>
                  </a:lnTo>
                  <a:lnTo>
                    <a:pt x="21336" y="3810"/>
                  </a:lnTo>
                  <a:lnTo>
                    <a:pt x="24384" y="3810"/>
                  </a:lnTo>
                  <a:lnTo>
                    <a:pt x="24384" y="0"/>
                  </a:lnTo>
                  <a:lnTo>
                    <a:pt x="27432" y="0"/>
                  </a:lnTo>
                  <a:lnTo>
                    <a:pt x="3810" y="46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3" name="object 4133"/>
            <p:cNvSpPr/>
            <p:nvPr/>
          </p:nvSpPr>
          <p:spPr>
            <a:xfrm>
              <a:off x="4074566" y="2566292"/>
              <a:ext cx="47625" cy="3810"/>
            </a:xfrm>
            <a:custGeom>
              <a:avLst/>
              <a:gdLst/>
              <a:ahLst/>
              <a:cxnLst/>
              <a:rect l="l" t="t" r="r" b="b"/>
              <a:pathLst>
                <a:path w="47625" h="3810">
                  <a:moveTo>
                    <a:pt x="47244" y="3810"/>
                  </a:moveTo>
                  <a:lnTo>
                    <a:pt x="47244" y="0"/>
                  </a:lnTo>
                  <a:lnTo>
                    <a:pt x="0" y="0"/>
                  </a:lnTo>
                  <a:lnTo>
                    <a:pt x="1524" y="3048"/>
                  </a:lnTo>
                  <a:lnTo>
                    <a:pt x="5334" y="1524"/>
                  </a:lnTo>
                  <a:lnTo>
                    <a:pt x="6096" y="3810"/>
                  </a:lnTo>
                  <a:lnTo>
                    <a:pt x="47244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4" name="object 4134"/>
            <p:cNvSpPr/>
            <p:nvPr/>
          </p:nvSpPr>
          <p:spPr>
            <a:xfrm>
              <a:off x="4074566" y="2566292"/>
              <a:ext cx="47625" cy="3810"/>
            </a:xfrm>
            <a:custGeom>
              <a:avLst/>
              <a:gdLst/>
              <a:ahLst/>
              <a:cxnLst/>
              <a:rect l="l" t="t" r="r" b="b"/>
              <a:pathLst>
                <a:path w="47625" h="3810">
                  <a:moveTo>
                    <a:pt x="47244" y="0"/>
                  </a:moveTo>
                  <a:lnTo>
                    <a:pt x="47244" y="3810"/>
                  </a:lnTo>
                  <a:lnTo>
                    <a:pt x="6096" y="3810"/>
                  </a:lnTo>
                  <a:lnTo>
                    <a:pt x="5334" y="1524"/>
                  </a:lnTo>
                  <a:lnTo>
                    <a:pt x="1524" y="3048"/>
                  </a:lnTo>
                  <a:lnTo>
                    <a:pt x="0" y="0"/>
                  </a:lnTo>
                  <a:lnTo>
                    <a:pt x="4724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35" name="object 4135"/>
            <p:cNvPicPr/>
            <p:nvPr/>
          </p:nvPicPr>
          <p:blipFill>
            <a:blip r:embed="rId240" cstate="print"/>
            <a:stretch>
              <a:fillRect/>
            </a:stretch>
          </p:blipFill>
          <p:spPr>
            <a:xfrm>
              <a:off x="3750716" y="2789558"/>
              <a:ext cx="437388" cy="109728"/>
            </a:xfrm>
            <a:prstGeom prst="rect">
              <a:avLst/>
            </a:prstGeom>
          </p:spPr>
        </p:pic>
        <p:sp>
          <p:nvSpPr>
            <p:cNvPr id="4136" name="object 4136"/>
            <p:cNvSpPr/>
            <p:nvPr/>
          </p:nvSpPr>
          <p:spPr>
            <a:xfrm>
              <a:off x="2782214" y="277050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7" name="object 4137"/>
            <p:cNvSpPr/>
            <p:nvPr/>
          </p:nvSpPr>
          <p:spPr>
            <a:xfrm>
              <a:off x="2782214" y="277050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8" name="object 4138"/>
            <p:cNvSpPr/>
            <p:nvPr/>
          </p:nvSpPr>
          <p:spPr>
            <a:xfrm>
              <a:off x="2782214" y="260667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9" name="object 4139"/>
            <p:cNvSpPr/>
            <p:nvPr/>
          </p:nvSpPr>
          <p:spPr>
            <a:xfrm>
              <a:off x="2782214" y="260667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0" name="object 4140"/>
            <p:cNvSpPr/>
            <p:nvPr/>
          </p:nvSpPr>
          <p:spPr>
            <a:xfrm>
              <a:off x="2782214" y="2606678"/>
              <a:ext cx="3810" cy="163830"/>
            </a:xfrm>
            <a:custGeom>
              <a:avLst/>
              <a:gdLst/>
              <a:ahLst/>
              <a:cxnLst/>
              <a:rect l="l" t="t" r="r" b="b"/>
              <a:pathLst>
                <a:path w="3810" h="163830">
                  <a:moveTo>
                    <a:pt x="3810" y="0"/>
                  </a:moveTo>
                  <a:lnTo>
                    <a:pt x="3810" y="163829"/>
                  </a:lnTo>
                  <a:lnTo>
                    <a:pt x="0" y="163829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1" name="object 4141"/>
            <p:cNvSpPr/>
            <p:nvPr/>
          </p:nvSpPr>
          <p:spPr>
            <a:xfrm>
              <a:off x="2782214" y="2606678"/>
              <a:ext cx="3810" cy="163830"/>
            </a:xfrm>
            <a:custGeom>
              <a:avLst/>
              <a:gdLst/>
              <a:ahLst/>
              <a:cxnLst/>
              <a:rect l="l" t="t" r="r" b="b"/>
              <a:pathLst>
                <a:path w="3810" h="163830">
                  <a:moveTo>
                    <a:pt x="3810" y="0"/>
                  </a:moveTo>
                  <a:lnTo>
                    <a:pt x="3810" y="163829"/>
                  </a:lnTo>
                  <a:lnTo>
                    <a:pt x="0" y="163829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2" name="object 4142"/>
            <p:cNvSpPr/>
            <p:nvPr/>
          </p:nvSpPr>
          <p:spPr>
            <a:xfrm>
              <a:off x="2761640" y="2727836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80">
                  <a:moveTo>
                    <a:pt x="43434" y="0"/>
                  </a:moveTo>
                  <a:lnTo>
                    <a:pt x="0" y="0"/>
                  </a:lnTo>
                  <a:lnTo>
                    <a:pt x="22098" y="42672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3" name="object 4143"/>
            <p:cNvSpPr/>
            <p:nvPr/>
          </p:nvSpPr>
          <p:spPr>
            <a:xfrm>
              <a:off x="2761640" y="2727836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80">
                  <a:moveTo>
                    <a:pt x="0" y="0"/>
                  </a:moveTo>
                  <a:lnTo>
                    <a:pt x="22098" y="42672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4" name="object 4144"/>
            <p:cNvSpPr/>
            <p:nvPr/>
          </p:nvSpPr>
          <p:spPr>
            <a:xfrm>
              <a:off x="2760116" y="2727074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25146" y="44958"/>
                  </a:moveTo>
                  <a:lnTo>
                    <a:pt x="22098" y="42672"/>
                  </a:lnTo>
                  <a:lnTo>
                    <a:pt x="23622" y="3962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3622" y="48006"/>
                  </a:lnTo>
                  <a:lnTo>
                    <a:pt x="25146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5" name="object 4145"/>
            <p:cNvSpPr/>
            <p:nvPr/>
          </p:nvSpPr>
          <p:spPr>
            <a:xfrm>
              <a:off x="2760116" y="2727074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0" y="1524"/>
                  </a:moveTo>
                  <a:lnTo>
                    <a:pt x="3048" y="0"/>
                  </a:lnTo>
                  <a:lnTo>
                    <a:pt x="23622" y="39624"/>
                  </a:lnTo>
                  <a:lnTo>
                    <a:pt x="22098" y="42672"/>
                  </a:lnTo>
                  <a:lnTo>
                    <a:pt x="25146" y="44958"/>
                  </a:lnTo>
                  <a:lnTo>
                    <a:pt x="23622" y="4800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6" name="object 4146"/>
            <p:cNvSpPr/>
            <p:nvPr/>
          </p:nvSpPr>
          <p:spPr>
            <a:xfrm>
              <a:off x="2782214" y="2725550"/>
              <a:ext cx="26034" cy="46990"/>
            </a:xfrm>
            <a:custGeom>
              <a:avLst/>
              <a:gdLst/>
              <a:ahLst/>
              <a:cxnLst/>
              <a:rect l="l" t="t" r="r" b="b"/>
              <a:pathLst>
                <a:path w="26035" h="46989">
                  <a:moveTo>
                    <a:pt x="25908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4196"/>
                  </a:lnTo>
                  <a:lnTo>
                    <a:pt x="3048" y="46482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7" name="object 4147"/>
            <p:cNvSpPr/>
            <p:nvPr/>
          </p:nvSpPr>
          <p:spPr>
            <a:xfrm>
              <a:off x="2782214" y="2725550"/>
              <a:ext cx="26034" cy="46990"/>
            </a:xfrm>
            <a:custGeom>
              <a:avLst/>
              <a:gdLst/>
              <a:ahLst/>
              <a:cxnLst/>
              <a:rect l="l" t="t" r="r" b="b"/>
              <a:pathLst>
                <a:path w="26035" h="46989">
                  <a:moveTo>
                    <a:pt x="3048" y="46482"/>
                  </a:moveTo>
                  <a:lnTo>
                    <a:pt x="0" y="44196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5908" y="0"/>
                  </a:lnTo>
                  <a:lnTo>
                    <a:pt x="3048" y="46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8" name="object 4148"/>
            <p:cNvSpPr/>
            <p:nvPr/>
          </p:nvSpPr>
          <p:spPr>
            <a:xfrm>
              <a:off x="2758592" y="2725550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3810"/>
                  </a:moveTo>
                  <a:lnTo>
                    <a:pt x="46481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4571" y="1524"/>
                  </a:lnTo>
                  <a:lnTo>
                    <a:pt x="6095" y="3810"/>
                  </a:lnTo>
                  <a:lnTo>
                    <a:pt x="4648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9" name="object 4149"/>
            <p:cNvSpPr/>
            <p:nvPr/>
          </p:nvSpPr>
          <p:spPr>
            <a:xfrm>
              <a:off x="2758592" y="2725550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0"/>
                  </a:moveTo>
                  <a:lnTo>
                    <a:pt x="46481" y="3810"/>
                  </a:lnTo>
                  <a:lnTo>
                    <a:pt x="6095" y="3810"/>
                  </a:lnTo>
                  <a:lnTo>
                    <a:pt x="4571" y="1524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4648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0" name="object 4150"/>
            <p:cNvSpPr/>
            <p:nvPr/>
          </p:nvSpPr>
          <p:spPr>
            <a:xfrm>
              <a:off x="2820314" y="2770508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4572" y="0"/>
                  </a:move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1" name="object 4151"/>
            <p:cNvSpPr/>
            <p:nvPr/>
          </p:nvSpPr>
          <p:spPr>
            <a:xfrm>
              <a:off x="2820314" y="2770508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2" name="object 4152"/>
            <p:cNvSpPr/>
            <p:nvPr/>
          </p:nvSpPr>
          <p:spPr>
            <a:xfrm>
              <a:off x="2820314" y="2606678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4572" y="0"/>
                  </a:move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3" name="object 4153"/>
            <p:cNvSpPr/>
            <p:nvPr/>
          </p:nvSpPr>
          <p:spPr>
            <a:xfrm>
              <a:off x="2820314" y="2606678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4" name="object 4154"/>
            <p:cNvSpPr/>
            <p:nvPr/>
          </p:nvSpPr>
          <p:spPr>
            <a:xfrm>
              <a:off x="2820314" y="2606678"/>
              <a:ext cx="5080" cy="163830"/>
            </a:xfrm>
            <a:custGeom>
              <a:avLst/>
              <a:gdLst/>
              <a:ahLst/>
              <a:cxnLst/>
              <a:rect l="l" t="t" r="r" b="b"/>
              <a:pathLst>
                <a:path w="5080" h="163830">
                  <a:moveTo>
                    <a:pt x="4572" y="0"/>
                  </a:moveTo>
                  <a:lnTo>
                    <a:pt x="4572" y="163829"/>
                  </a:lnTo>
                  <a:lnTo>
                    <a:pt x="0" y="163829"/>
                  </a:ln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5" name="object 4155"/>
            <p:cNvSpPr/>
            <p:nvPr/>
          </p:nvSpPr>
          <p:spPr>
            <a:xfrm>
              <a:off x="2820314" y="2606678"/>
              <a:ext cx="5080" cy="163830"/>
            </a:xfrm>
            <a:custGeom>
              <a:avLst/>
              <a:gdLst/>
              <a:ahLst/>
              <a:cxnLst/>
              <a:rect l="l" t="t" r="r" b="b"/>
              <a:pathLst>
                <a:path w="5080" h="163830">
                  <a:moveTo>
                    <a:pt x="4572" y="0"/>
                  </a:moveTo>
                  <a:lnTo>
                    <a:pt x="4572" y="163829"/>
                  </a:lnTo>
                  <a:lnTo>
                    <a:pt x="0" y="163829"/>
                  </a:ln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6" name="object 4156"/>
            <p:cNvSpPr/>
            <p:nvPr/>
          </p:nvSpPr>
          <p:spPr>
            <a:xfrm>
              <a:off x="2800502" y="2727836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80">
                  <a:moveTo>
                    <a:pt x="43434" y="0"/>
                  </a:moveTo>
                  <a:lnTo>
                    <a:pt x="0" y="0"/>
                  </a:lnTo>
                  <a:lnTo>
                    <a:pt x="22098" y="42672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7" name="object 4157"/>
            <p:cNvSpPr/>
            <p:nvPr/>
          </p:nvSpPr>
          <p:spPr>
            <a:xfrm>
              <a:off x="2800502" y="2727836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80">
                  <a:moveTo>
                    <a:pt x="0" y="0"/>
                  </a:moveTo>
                  <a:lnTo>
                    <a:pt x="22098" y="42672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8" name="object 4158"/>
            <p:cNvSpPr/>
            <p:nvPr/>
          </p:nvSpPr>
          <p:spPr>
            <a:xfrm>
              <a:off x="2798978" y="2727074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25146" y="44958"/>
                  </a:moveTo>
                  <a:lnTo>
                    <a:pt x="21336" y="42672"/>
                  </a:lnTo>
                  <a:lnTo>
                    <a:pt x="23622" y="3962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3622" y="48006"/>
                  </a:lnTo>
                  <a:lnTo>
                    <a:pt x="25146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9" name="object 4159"/>
            <p:cNvSpPr/>
            <p:nvPr/>
          </p:nvSpPr>
          <p:spPr>
            <a:xfrm>
              <a:off x="2798978" y="2727074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0" y="1524"/>
                  </a:moveTo>
                  <a:lnTo>
                    <a:pt x="3048" y="0"/>
                  </a:lnTo>
                  <a:lnTo>
                    <a:pt x="23622" y="39624"/>
                  </a:lnTo>
                  <a:lnTo>
                    <a:pt x="21336" y="42672"/>
                  </a:lnTo>
                  <a:lnTo>
                    <a:pt x="25146" y="44958"/>
                  </a:lnTo>
                  <a:lnTo>
                    <a:pt x="23622" y="4800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0" name="object 4160"/>
            <p:cNvSpPr/>
            <p:nvPr/>
          </p:nvSpPr>
          <p:spPr>
            <a:xfrm>
              <a:off x="2820314" y="2725550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69" h="46989">
                  <a:moveTo>
                    <a:pt x="26670" y="0"/>
                  </a:moveTo>
                  <a:lnTo>
                    <a:pt x="23622" y="0"/>
                  </a:lnTo>
                  <a:lnTo>
                    <a:pt x="23622" y="3810"/>
                  </a:lnTo>
                  <a:lnTo>
                    <a:pt x="20574" y="3810"/>
                  </a:lnTo>
                  <a:lnTo>
                    <a:pt x="0" y="44196"/>
                  </a:lnTo>
                  <a:lnTo>
                    <a:pt x="3810" y="46482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1" name="object 4161"/>
            <p:cNvSpPr/>
            <p:nvPr/>
          </p:nvSpPr>
          <p:spPr>
            <a:xfrm>
              <a:off x="2820314" y="2725550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69" h="46989">
                  <a:moveTo>
                    <a:pt x="3810" y="46482"/>
                  </a:moveTo>
                  <a:lnTo>
                    <a:pt x="0" y="44196"/>
                  </a:lnTo>
                  <a:lnTo>
                    <a:pt x="20574" y="3810"/>
                  </a:lnTo>
                  <a:lnTo>
                    <a:pt x="23622" y="3810"/>
                  </a:lnTo>
                  <a:lnTo>
                    <a:pt x="23622" y="0"/>
                  </a:lnTo>
                  <a:lnTo>
                    <a:pt x="26670" y="0"/>
                  </a:lnTo>
                  <a:lnTo>
                    <a:pt x="3810" y="46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2" name="object 4162"/>
            <p:cNvSpPr/>
            <p:nvPr/>
          </p:nvSpPr>
          <p:spPr>
            <a:xfrm>
              <a:off x="2797454" y="2725550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3810"/>
                  </a:moveTo>
                  <a:lnTo>
                    <a:pt x="46481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4571" y="1524"/>
                  </a:lnTo>
                  <a:lnTo>
                    <a:pt x="6095" y="3810"/>
                  </a:lnTo>
                  <a:lnTo>
                    <a:pt x="4648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3" name="object 4163"/>
            <p:cNvSpPr/>
            <p:nvPr/>
          </p:nvSpPr>
          <p:spPr>
            <a:xfrm>
              <a:off x="2797454" y="2725550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0"/>
                  </a:moveTo>
                  <a:lnTo>
                    <a:pt x="46481" y="3810"/>
                  </a:lnTo>
                  <a:lnTo>
                    <a:pt x="6095" y="3810"/>
                  </a:lnTo>
                  <a:lnTo>
                    <a:pt x="4571" y="1524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4648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64" name="object 4164"/>
            <p:cNvPicPr/>
            <p:nvPr/>
          </p:nvPicPr>
          <p:blipFill>
            <a:blip r:embed="rId241" cstate="print"/>
            <a:stretch>
              <a:fillRect/>
            </a:stretch>
          </p:blipFill>
          <p:spPr>
            <a:xfrm>
              <a:off x="2647340" y="2794130"/>
              <a:ext cx="437388" cy="110490"/>
            </a:xfrm>
            <a:prstGeom prst="rect">
              <a:avLst/>
            </a:prstGeom>
          </p:spPr>
        </p:pic>
        <p:sp>
          <p:nvSpPr>
            <p:cNvPr id="4165" name="object 4165"/>
            <p:cNvSpPr/>
            <p:nvPr/>
          </p:nvSpPr>
          <p:spPr>
            <a:xfrm>
              <a:off x="2882798" y="271335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6" name="object 4166"/>
            <p:cNvSpPr/>
            <p:nvPr/>
          </p:nvSpPr>
          <p:spPr>
            <a:xfrm>
              <a:off x="2882798" y="271335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7" name="object 4167"/>
            <p:cNvSpPr/>
            <p:nvPr/>
          </p:nvSpPr>
          <p:spPr>
            <a:xfrm>
              <a:off x="2882798" y="254876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8" name="object 4168"/>
            <p:cNvSpPr/>
            <p:nvPr/>
          </p:nvSpPr>
          <p:spPr>
            <a:xfrm>
              <a:off x="2882798" y="254876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9" name="object 4169"/>
            <p:cNvSpPr/>
            <p:nvPr/>
          </p:nvSpPr>
          <p:spPr>
            <a:xfrm>
              <a:off x="2882798" y="2548766"/>
              <a:ext cx="3810" cy="165100"/>
            </a:xfrm>
            <a:custGeom>
              <a:avLst/>
              <a:gdLst/>
              <a:ahLst/>
              <a:cxnLst/>
              <a:rect l="l" t="t" r="r" b="b"/>
              <a:pathLst>
                <a:path w="3810" h="165100">
                  <a:moveTo>
                    <a:pt x="3810" y="0"/>
                  </a:moveTo>
                  <a:lnTo>
                    <a:pt x="3810" y="164591"/>
                  </a:lnTo>
                  <a:lnTo>
                    <a:pt x="0" y="164591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0" name="object 4170"/>
            <p:cNvSpPr/>
            <p:nvPr/>
          </p:nvSpPr>
          <p:spPr>
            <a:xfrm>
              <a:off x="2882798" y="2548766"/>
              <a:ext cx="3810" cy="165100"/>
            </a:xfrm>
            <a:custGeom>
              <a:avLst/>
              <a:gdLst/>
              <a:ahLst/>
              <a:cxnLst/>
              <a:rect l="l" t="t" r="r" b="b"/>
              <a:pathLst>
                <a:path w="3810" h="165100">
                  <a:moveTo>
                    <a:pt x="3810" y="0"/>
                  </a:moveTo>
                  <a:lnTo>
                    <a:pt x="3810" y="164591"/>
                  </a:lnTo>
                  <a:lnTo>
                    <a:pt x="0" y="164591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1" name="object 4171"/>
            <p:cNvSpPr/>
            <p:nvPr/>
          </p:nvSpPr>
          <p:spPr>
            <a:xfrm>
              <a:off x="2862986" y="2669924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43434" y="0"/>
                  </a:moveTo>
                  <a:lnTo>
                    <a:pt x="0" y="0"/>
                  </a:lnTo>
                  <a:lnTo>
                    <a:pt x="22098" y="43434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2" name="object 4172"/>
            <p:cNvSpPr/>
            <p:nvPr/>
          </p:nvSpPr>
          <p:spPr>
            <a:xfrm>
              <a:off x="2862986" y="2669924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0" y="0"/>
                  </a:moveTo>
                  <a:lnTo>
                    <a:pt x="22098" y="43434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3" name="object 4173"/>
            <p:cNvSpPr/>
            <p:nvPr/>
          </p:nvSpPr>
          <p:spPr>
            <a:xfrm>
              <a:off x="2861462" y="2669162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25146" y="44958"/>
                  </a:moveTo>
                  <a:lnTo>
                    <a:pt x="22098" y="43434"/>
                  </a:lnTo>
                  <a:lnTo>
                    <a:pt x="23622" y="39624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23622" y="48006"/>
                  </a:lnTo>
                  <a:lnTo>
                    <a:pt x="25146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4" name="object 4174"/>
            <p:cNvSpPr/>
            <p:nvPr/>
          </p:nvSpPr>
          <p:spPr>
            <a:xfrm>
              <a:off x="2861462" y="2669162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0" y="1524"/>
                  </a:moveTo>
                  <a:lnTo>
                    <a:pt x="3810" y="0"/>
                  </a:lnTo>
                  <a:lnTo>
                    <a:pt x="23622" y="39624"/>
                  </a:lnTo>
                  <a:lnTo>
                    <a:pt x="22098" y="43434"/>
                  </a:lnTo>
                  <a:lnTo>
                    <a:pt x="25146" y="44958"/>
                  </a:lnTo>
                  <a:lnTo>
                    <a:pt x="23622" y="4800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5" name="object 4175"/>
            <p:cNvSpPr/>
            <p:nvPr/>
          </p:nvSpPr>
          <p:spPr>
            <a:xfrm>
              <a:off x="2883560" y="2667638"/>
              <a:ext cx="26034" cy="46990"/>
            </a:xfrm>
            <a:custGeom>
              <a:avLst/>
              <a:gdLst/>
              <a:ahLst/>
              <a:cxnLst/>
              <a:rect l="l" t="t" r="r" b="b"/>
              <a:pathLst>
                <a:path w="26035" h="46989">
                  <a:moveTo>
                    <a:pt x="25908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4958"/>
                  </a:lnTo>
                  <a:lnTo>
                    <a:pt x="3048" y="46482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6" name="object 4176"/>
            <p:cNvSpPr/>
            <p:nvPr/>
          </p:nvSpPr>
          <p:spPr>
            <a:xfrm>
              <a:off x="2883560" y="2667638"/>
              <a:ext cx="26034" cy="46990"/>
            </a:xfrm>
            <a:custGeom>
              <a:avLst/>
              <a:gdLst/>
              <a:ahLst/>
              <a:cxnLst/>
              <a:rect l="l" t="t" r="r" b="b"/>
              <a:pathLst>
                <a:path w="26035" h="46989">
                  <a:moveTo>
                    <a:pt x="3048" y="46482"/>
                  </a:moveTo>
                  <a:lnTo>
                    <a:pt x="0" y="44958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5908" y="0"/>
                  </a:lnTo>
                  <a:lnTo>
                    <a:pt x="3048" y="46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7" name="object 4177"/>
            <p:cNvSpPr/>
            <p:nvPr/>
          </p:nvSpPr>
          <p:spPr>
            <a:xfrm>
              <a:off x="2859938" y="2667638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3810"/>
                  </a:moveTo>
                  <a:lnTo>
                    <a:pt x="46481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5333" y="1524"/>
                  </a:lnTo>
                  <a:lnTo>
                    <a:pt x="6857" y="3810"/>
                  </a:lnTo>
                  <a:lnTo>
                    <a:pt x="4648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8" name="object 4178"/>
            <p:cNvSpPr/>
            <p:nvPr/>
          </p:nvSpPr>
          <p:spPr>
            <a:xfrm>
              <a:off x="2859938" y="2667638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0"/>
                  </a:moveTo>
                  <a:lnTo>
                    <a:pt x="46481" y="3810"/>
                  </a:lnTo>
                  <a:lnTo>
                    <a:pt x="6857" y="3810"/>
                  </a:lnTo>
                  <a:lnTo>
                    <a:pt x="5333" y="1524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4648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9" name="object 4179"/>
            <p:cNvSpPr/>
            <p:nvPr/>
          </p:nvSpPr>
          <p:spPr>
            <a:xfrm>
              <a:off x="2921660" y="271335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0" name="object 4180"/>
            <p:cNvSpPr/>
            <p:nvPr/>
          </p:nvSpPr>
          <p:spPr>
            <a:xfrm>
              <a:off x="2921660" y="271335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1" name="object 4181"/>
            <p:cNvSpPr/>
            <p:nvPr/>
          </p:nvSpPr>
          <p:spPr>
            <a:xfrm>
              <a:off x="2921660" y="254876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2" name="object 4182"/>
            <p:cNvSpPr/>
            <p:nvPr/>
          </p:nvSpPr>
          <p:spPr>
            <a:xfrm>
              <a:off x="2921660" y="254876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3" name="object 4183"/>
            <p:cNvSpPr/>
            <p:nvPr/>
          </p:nvSpPr>
          <p:spPr>
            <a:xfrm>
              <a:off x="2921660" y="2548766"/>
              <a:ext cx="3810" cy="165100"/>
            </a:xfrm>
            <a:custGeom>
              <a:avLst/>
              <a:gdLst/>
              <a:ahLst/>
              <a:cxnLst/>
              <a:rect l="l" t="t" r="r" b="b"/>
              <a:pathLst>
                <a:path w="3810" h="165100">
                  <a:moveTo>
                    <a:pt x="3810" y="0"/>
                  </a:moveTo>
                  <a:lnTo>
                    <a:pt x="3810" y="164591"/>
                  </a:lnTo>
                  <a:lnTo>
                    <a:pt x="0" y="164591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4" name="object 4184"/>
            <p:cNvSpPr/>
            <p:nvPr/>
          </p:nvSpPr>
          <p:spPr>
            <a:xfrm>
              <a:off x="2921660" y="2548766"/>
              <a:ext cx="3810" cy="165100"/>
            </a:xfrm>
            <a:custGeom>
              <a:avLst/>
              <a:gdLst/>
              <a:ahLst/>
              <a:cxnLst/>
              <a:rect l="l" t="t" r="r" b="b"/>
              <a:pathLst>
                <a:path w="3810" h="165100">
                  <a:moveTo>
                    <a:pt x="3810" y="0"/>
                  </a:moveTo>
                  <a:lnTo>
                    <a:pt x="3810" y="164591"/>
                  </a:lnTo>
                  <a:lnTo>
                    <a:pt x="0" y="164591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5" name="object 4185"/>
            <p:cNvSpPr/>
            <p:nvPr/>
          </p:nvSpPr>
          <p:spPr>
            <a:xfrm>
              <a:off x="2901848" y="2669924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43434" y="0"/>
                  </a:moveTo>
                  <a:lnTo>
                    <a:pt x="0" y="0"/>
                  </a:lnTo>
                  <a:lnTo>
                    <a:pt x="22098" y="43434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6" name="object 4186"/>
            <p:cNvSpPr/>
            <p:nvPr/>
          </p:nvSpPr>
          <p:spPr>
            <a:xfrm>
              <a:off x="2901848" y="2669924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0" y="0"/>
                  </a:moveTo>
                  <a:lnTo>
                    <a:pt x="22098" y="43434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7" name="object 4187"/>
            <p:cNvSpPr/>
            <p:nvPr/>
          </p:nvSpPr>
          <p:spPr>
            <a:xfrm>
              <a:off x="2900324" y="2669162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25146" y="44958"/>
                  </a:moveTo>
                  <a:lnTo>
                    <a:pt x="22098" y="43434"/>
                  </a:lnTo>
                  <a:lnTo>
                    <a:pt x="23622" y="3962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3622" y="48006"/>
                  </a:lnTo>
                  <a:lnTo>
                    <a:pt x="25146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8" name="object 4188"/>
            <p:cNvSpPr/>
            <p:nvPr/>
          </p:nvSpPr>
          <p:spPr>
            <a:xfrm>
              <a:off x="2900324" y="2669162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0" y="1524"/>
                  </a:moveTo>
                  <a:lnTo>
                    <a:pt x="3048" y="0"/>
                  </a:lnTo>
                  <a:lnTo>
                    <a:pt x="23622" y="39624"/>
                  </a:lnTo>
                  <a:lnTo>
                    <a:pt x="22098" y="43434"/>
                  </a:lnTo>
                  <a:lnTo>
                    <a:pt x="25146" y="44958"/>
                  </a:lnTo>
                  <a:lnTo>
                    <a:pt x="23622" y="4800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9" name="object 4189"/>
            <p:cNvSpPr/>
            <p:nvPr/>
          </p:nvSpPr>
          <p:spPr>
            <a:xfrm>
              <a:off x="2922422" y="2667638"/>
              <a:ext cx="26034" cy="46990"/>
            </a:xfrm>
            <a:custGeom>
              <a:avLst/>
              <a:gdLst/>
              <a:ahLst/>
              <a:cxnLst/>
              <a:rect l="l" t="t" r="r" b="b"/>
              <a:pathLst>
                <a:path w="26035" h="46989">
                  <a:moveTo>
                    <a:pt x="25908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4958"/>
                  </a:lnTo>
                  <a:lnTo>
                    <a:pt x="3048" y="46482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0" name="object 4190"/>
            <p:cNvSpPr/>
            <p:nvPr/>
          </p:nvSpPr>
          <p:spPr>
            <a:xfrm>
              <a:off x="2922422" y="2667638"/>
              <a:ext cx="26034" cy="46990"/>
            </a:xfrm>
            <a:custGeom>
              <a:avLst/>
              <a:gdLst/>
              <a:ahLst/>
              <a:cxnLst/>
              <a:rect l="l" t="t" r="r" b="b"/>
              <a:pathLst>
                <a:path w="26035" h="46989">
                  <a:moveTo>
                    <a:pt x="3048" y="46482"/>
                  </a:moveTo>
                  <a:lnTo>
                    <a:pt x="0" y="44958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5908" y="0"/>
                  </a:lnTo>
                  <a:lnTo>
                    <a:pt x="3048" y="46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1" name="object 4191"/>
            <p:cNvSpPr/>
            <p:nvPr/>
          </p:nvSpPr>
          <p:spPr>
            <a:xfrm>
              <a:off x="2898800" y="2667638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3810"/>
                  </a:moveTo>
                  <a:lnTo>
                    <a:pt x="46481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4571" y="1524"/>
                  </a:lnTo>
                  <a:lnTo>
                    <a:pt x="6095" y="3810"/>
                  </a:lnTo>
                  <a:lnTo>
                    <a:pt x="4648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2" name="object 4192"/>
            <p:cNvSpPr/>
            <p:nvPr/>
          </p:nvSpPr>
          <p:spPr>
            <a:xfrm>
              <a:off x="2898800" y="2667638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0"/>
                  </a:moveTo>
                  <a:lnTo>
                    <a:pt x="46481" y="3810"/>
                  </a:lnTo>
                  <a:lnTo>
                    <a:pt x="6095" y="3810"/>
                  </a:lnTo>
                  <a:lnTo>
                    <a:pt x="4571" y="1524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4648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3" name="object 4193"/>
            <p:cNvSpPr/>
            <p:nvPr/>
          </p:nvSpPr>
          <p:spPr>
            <a:xfrm>
              <a:off x="2946044" y="266001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4" name="object 4194"/>
            <p:cNvSpPr/>
            <p:nvPr/>
          </p:nvSpPr>
          <p:spPr>
            <a:xfrm>
              <a:off x="2946044" y="266001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5" name="object 4195"/>
            <p:cNvSpPr/>
            <p:nvPr/>
          </p:nvSpPr>
          <p:spPr>
            <a:xfrm>
              <a:off x="2946044" y="249542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6" name="object 4196"/>
            <p:cNvSpPr/>
            <p:nvPr/>
          </p:nvSpPr>
          <p:spPr>
            <a:xfrm>
              <a:off x="2946044" y="249542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7" name="object 4197"/>
            <p:cNvSpPr/>
            <p:nvPr/>
          </p:nvSpPr>
          <p:spPr>
            <a:xfrm>
              <a:off x="2946044" y="2495426"/>
              <a:ext cx="3810" cy="165100"/>
            </a:xfrm>
            <a:custGeom>
              <a:avLst/>
              <a:gdLst/>
              <a:ahLst/>
              <a:cxnLst/>
              <a:rect l="l" t="t" r="r" b="b"/>
              <a:pathLst>
                <a:path w="3810" h="165100">
                  <a:moveTo>
                    <a:pt x="3809" y="0"/>
                  </a:moveTo>
                  <a:lnTo>
                    <a:pt x="3809" y="164591"/>
                  </a:lnTo>
                  <a:lnTo>
                    <a:pt x="0" y="164591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8" name="object 4198"/>
            <p:cNvSpPr/>
            <p:nvPr/>
          </p:nvSpPr>
          <p:spPr>
            <a:xfrm>
              <a:off x="2946044" y="2495426"/>
              <a:ext cx="3810" cy="165100"/>
            </a:xfrm>
            <a:custGeom>
              <a:avLst/>
              <a:gdLst/>
              <a:ahLst/>
              <a:cxnLst/>
              <a:rect l="l" t="t" r="r" b="b"/>
              <a:pathLst>
                <a:path w="3810" h="165100">
                  <a:moveTo>
                    <a:pt x="3809" y="0"/>
                  </a:moveTo>
                  <a:lnTo>
                    <a:pt x="3809" y="164591"/>
                  </a:lnTo>
                  <a:lnTo>
                    <a:pt x="0" y="164591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9" name="object 4199"/>
            <p:cNvSpPr/>
            <p:nvPr/>
          </p:nvSpPr>
          <p:spPr>
            <a:xfrm>
              <a:off x="2926232" y="2616584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43434" y="0"/>
                  </a:moveTo>
                  <a:lnTo>
                    <a:pt x="0" y="0"/>
                  </a:lnTo>
                  <a:lnTo>
                    <a:pt x="21336" y="43434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0" name="object 4200"/>
            <p:cNvSpPr/>
            <p:nvPr/>
          </p:nvSpPr>
          <p:spPr>
            <a:xfrm>
              <a:off x="2926232" y="2616584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0" y="0"/>
                  </a:moveTo>
                  <a:lnTo>
                    <a:pt x="21336" y="43434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1" name="object 4201"/>
            <p:cNvSpPr/>
            <p:nvPr/>
          </p:nvSpPr>
          <p:spPr>
            <a:xfrm>
              <a:off x="2924708" y="2615822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25146" y="44958"/>
                  </a:moveTo>
                  <a:lnTo>
                    <a:pt x="21336" y="43434"/>
                  </a:lnTo>
                  <a:lnTo>
                    <a:pt x="22860" y="39624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22860" y="48768"/>
                  </a:lnTo>
                  <a:lnTo>
                    <a:pt x="25146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2" name="object 4202"/>
            <p:cNvSpPr/>
            <p:nvPr/>
          </p:nvSpPr>
          <p:spPr>
            <a:xfrm>
              <a:off x="2924708" y="2615822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0" y="1524"/>
                  </a:moveTo>
                  <a:lnTo>
                    <a:pt x="3810" y="0"/>
                  </a:lnTo>
                  <a:lnTo>
                    <a:pt x="22860" y="39624"/>
                  </a:lnTo>
                  <a:lnTo>
                    <a:pt x="21336" y="43434"/>
                  </a:lnTo>
                  <a:lnTo>
                    <a:pt x="25146" y="44958"/>
                  </a:lnTo>
                  <a:lnTo>
                    <a:pt x="22860" y="48768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3" name="object 4203"/>
            <p:cNvSpPr/>
            <p:nvPr/>
          </p:nvSpPr>
          <p:spPr>
            <a:xfrm>
              <a:off x="2946044" y="2615060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19">
                  <a:moveTo>
                    <a:pt x="26670" y="0"/>
                  </a:moveTo>
                  <a:lnTo>
                    <a:pt x="23622" y="0"/>
                  </a:lnTo>
                  <a:lnTo>
                    <a:pt x="23622" y="3810"/>
                  </a:lnTo>
                  <a:lnTo>
                    <a:pt x="20574" y="3810"/>
                  </a:lnTo>
                  <a:lnTo>
                    <a:pt x="0" y="44196"/>
                  </a:lnTo>
                  <a:lnTo>
                    <a:pt x="3810" y="45720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4" name="object 4204"/>
            <p:cNvSpPr/>
            <p:nvPr/>
          </p:nvSpPr>
          <p:spPr>
            <a:xfrm>
              <a:off x="2946044" y="2615060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19">
                  <a:moveTo>
                    <a:pt x="3810" y="45720"/>
                  </a:moveTo>
                  <a:lnTo>
                    <a:pt x="0" y="44196"/>
                  </a:lnTo>
                  <a:lnTo>
                    <a:pt x="20574" y="3810"/>
                  </a:lnTo>
                  <a:lnTo>
                    <a:pt x="23622" y="3810"/>
                  </a:lnTo>
                  <a:lnTo>
                    <a:pt x="23622" y="0"/>
                  </a:lnTo>
                  <a:lnTo>
                    <a:pt x="26670" y="0"/>
                  </a:lnTo>
                  <a:lnTo>
                    <a:pt x="3810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5" name="object 4205"/>
            <p:cNvSpPr/>
            <p:nvPr/>
          </p:nvSpPr>
          <p:spPr>
            <a:xfrm>
              <a:off x="2923184" y="2615060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3810"/>
                  </a:moveTo>
                  <a:lnTo>
                    <a:pt x="46481" y="0"/>
                  </a:lnTo>
                  <a:lnTo>
                    <a:pt x="0" y="0"/>
                  </a:lnTo>
                  <a:lnTo>
                    <a:pt x="1523" y="2286"/>
                  </a:lnTo>
                  <a:lnTo>
                    <a:pt x="5333" y="762"/>
                  </a:lnTo>
                  <a:lnTo>
                    <a:pt x="6095" y="3810"/>
                  </a:lnTo>
                  <a:lnTo>
                    <a:pt x="4648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6" name="object 4206"/>
            <p:cNvSpPr/>
            <p:nvPr/>
          </p:nvSpPr>
          <p:spPr>
            <a:xfrm>
              <a:off x="2923184" y="2615060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0"/>
                  </a:moveTo>
                  <a:lnTo>
                    <a:pt x="46481" y="3810"/>
                  </a:lnTo>
                  <a:lnTo>
                    <a:pt x="6095" y="3810"/>
                  </a:lnTo>
                  <a:lnTo>
                    <a:pt x="5333" y="762"/>
                  </a:lnTo>
                  <a:lnTo>
                    <a:pt x="1523" y="2286"/>
                  </a:lnTo>
                  <a:lnTo>
                    <a:pt x="0" y="0"/>
                  </a:lnTo>
                  <a:lnTo>
                    <a:pt x="4648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7" name="object 4207"/>
            <p:cNvSpPr/>
            <p:nvPr/>
          </p:nvSpPr>
          <p:spPr>
            <a:xfrm>
              <a:off x="2984906" y="266001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8" name="object 4208"/>
            <p:cNvSpPr/>
            <p:nvPr/>
          </p:nvSpPr>
          <p:spPr>
            <a:xfrm>
              <a:off x="2984906" y="266001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9" name="object 4209"/>
            <p:cNvSpPr/>
            <p:nvPr/>
          </p:nvSpPr>
          <p:spPr>
            <a:xfrm>
              <a:off x="2984906" y="249542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0" name="object 4210"/>
            <p:cNvSpPr/>
            <p:nvPr/>
          </p:nvSpPr>
          <p:spPr>
            <a:xfrm>
              <a:off x="2984906" y="249542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1" name="object 4211"/>
            <p:cNvSpPr/>
            <p:nvPr/>
          </p:nvSpPr>
          <p:spPr>
            <a:xfrm>
              <a:off x="2984906" y="2495426"/>
              <a:ext cx="3810" cy="165100"/>
            </a:xfrm>
            <a:custGeom>
              <a:avLst/>
              <a:gdLst/>
              <a:ahLst/>
              <a:cxnLst/>
              <a:rect l="l" t="t" r="r" b="b"/>
              <a:pathLst>
                <a:path w="3810" h="165100">
                  <a:moveTo>
                    <a:pt x="3809" y="0"/>
                  </a:moveTo>
                  <a:lnTo>
                    <a:pt x="3809" y="164591"/>
                  </a:lnTo>
                  <a:lnTo>
                    <a:pt x="0" y="164591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2" name="object 4212"/>
            <p:cNvSpPr/>
            <p:nvPr/>
          </p:nvSpPr>
          <p:spPr>
            <a:xfrm>
              <a:off x="2984906" y="2495426"/>
              <a:ext cx="3810" cy="165100"/>
            </a:xfrm>
            <a:custGeom>
              <a:avLst/>
              <a:gdLst/>
              <a:ahLst/>
              <a:cxnLst/>
              <a:rect l="l" t="t" r="r" b="b"/>
              <a:pathLst>
                <a:path w="3810" h="165100">
                  <a:moveTo>
                    <a:pt x="3809" y="0"/>
                  </a:moveTo>
                  <a:lnTo>
                    <a:pt x="3809" y="164591"/>
                  </a:lnTo>
                  <a:lnTo>
                    <a:pt x="0" y="164591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3" name="object 4213"/>
            <p:cNvSpPr/>
            <p:nvPr/>
          </p:nvSpPr>
          <p:spPr>
            <a:xfrm>
              <a:off x="2965094" y="2616584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43434" y="0"/>
                  </a:moveTo>
                  <a:lnTo>
                    <a:pt x="0" y="0"/>
                  </a:lnTo>
                  <a:lnTo>
                    <a:pt x="21336" y="43434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4" name="object 4214"/>
            <p:cNvSpPr/>
            <p:nvPr/>
          </p:nvSpPr>
          <p:spPr>
            <a:xfrm>
              <a:off x="2965094" y="2616584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0" y="0"/>
                  </a:moveTo>
                  <a:lnTo>
                    <a:pt x="21336" y="43434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5" name="object 4215"/>
            <p:cNvSpPr/>
            <p:nvPr/>
          </p:nvSpPr>
          <p:spPr>
            <a:xfrm>
              <a:off x="2962808" y="2615822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25146" y="44958"/>
                  </a:moveTo>
                  <a:lnTo>
                    <a:pt x="22098" y="43434"/>
                  </a:lnTo>
                  <a:lnTo>
                    <a:pt x="23622" y="39624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23622" y="48768"/>
                  </a:lnTo>
                  <a:lnTo>
                    <a:pt x="25146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6" name="object 4216"/>
            <p:cNvSpPr/>
            <p:nvPr/>
          </p:nvSpPr>
          <p:spPr>
            <a:xfrm>
              <a:off x="2962808" y="2615822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0" y="1524"/>
                  </a:moveTo>
                  <a:lnTo>
                    <a:pt x="3810" y="0"/>
                  </a:lnTo>
                  <a:lnTo>
                    <a:pt x="23622" y="39624"/>
                  </a:lnTo>
                  <a:lnTo>
                    <a:pt x="22098" y="43434"/>
                  </a:lnTo>
                  <a:lnTo>
                    <a:pt x="25146" y="44958"/>
                  </a:lnTo>
                  <a:lnTo>
                    <a:pt x="23622" y="48768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7" name="object 4217"/>
            <p:cNvSpPr/>
            <p:nvPr/>
          </p:nvSpPr>
          <p:spPr>
            <a:xfrm>
              <a:off x="2984906" y="2615060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19">
                  <a:moveTo>
                    <a:pt x="26670" y="0"/>
                  </a:moveTo>
                  <a:lnTo>
                    <a:pt x="23622" y="0"/>
                  </a:lnTo>
                  <a:lnTo>
                    <a:pt x="23622" y="3810"/>
                  </a:lnTo>
                  <a:lnTo>
                    <a:pt x="20574" y="3810"/>
                  </a:lnTo>
                  <a:lnTo>
                    <a:pt x="0" y="44196"/>
                  </a:lnTo>
                  <a:lnTo>
                    <a:pt x="3048" y="45720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8" name="object 4218"/>
            <p:cNvSpPr/>
            <p:nvPr/>
          </p:nvSpPr>
          <p:spPr>
            <a:xfrm>
              <a:off x="2984906" y="2615060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19">
                  <a:moveTo>
                    <a:pt x="3048" y="45720"/>
                  </a:moveTo>
                  <a:lnTo>
                    <a:pt x="0" y="44196"/>
                  </a:lnTo>
                  <a:lnTo>
                    <a:pt x="20574" y="3810"/>
                  </a:lnTo>
                  <a:lnTo>
                    <a:pt x="23622" y="3810"/>
                  </a:lnTo>
                  <a:lnTo>
                    <a:pt x="23622" y="0"/>
                  </a:lnTo>
                  <a:lnTo>
                    <a:pt x="26670" y="0"/>
                  </a:lnTo>
                  <a:lnTo>
                    <a:pt x="3048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9" name="object 4219"/>
            <p:cNvSpPr/>
            <p:nvPr/>
          </p:nvSpPr>
          <p:spPr>
            <a:xfrm>
              <a:off x="2961284" y="2615060"/>
              <a:ext cx="47625" cy="3810"/>
            </a:xfrm>
            <a:custGeom>
              <a:avLst/>
              <a:gdLst/>
              <a:ahLst/>
              <a:cxnLst/>
              <a:rect l="l" t="t" r="r" b="b"/>
              <a:pathLst>
                <a:path w="47625" h="3810">
                  <a:moveTo>
                    <a:pt x="47243" y="3810"/>
                  </a:moveTo>
                  <a:lnTo>
                    <a:pt x="47243" y="0"/>
                  </a:lnTo>
                  <a:lnTo>
                    <a:pt x="0" y="0"/>
                  </a:lnTo>
                  <a:lnTo>
                    <a:pt x="1523" y="2286"/>
                  </a:lnTo>
                  <a:lnTo>
                    <a:pt x="5333" y="762"/>
                  </a:lnTo>
                  <a:lnTo>
                    <a:pt x="6857" y="3810"/>
                  </a:lnTo>
                  <a:lnTo>
                    <a:pt x="47243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0" name="object 4220"/>
            <p:cNvSpPr/>
            <p:nvPr/>
          </p:nvSpPr>
          <p:spPr>
            <a:xfrm>
              <a:off x="2961284" y="2615060"/>
              <a:ext cx="47625" cy="3810"/>
            </a:xfrm>
            <a:custGeom>
              <a:avLst/>
              <a:gdLst/>
              <a:ahLst/>
              <a:cxnLst/>
              <a:rect l="l" t="t" r="r" b="b"/>
              <a:pathLst>
                <a:path w="47625" h="3810">
                  <a:moveTo>
                    <a:pt x="47243" y="0"/>
                  </a:moveTo>
                  <a:lnTo>
                    <a:pt x="47243" y="3810"/>
                  </a:lnTo>
                  <a:lnTo>
                    <a:pt x="6857" y="3810"/>
                  </a:lnTo>
                  <a:lnTo>
                    <a:pt x="5333" y="762"/>
                  </a:lnTo>
                  <a:lnTo>
                    <a:pt x="1523" y="2286"/>
                  </a:lnTo>
                  <a:lnTo>
                    <a:pt x="0" y="0"/>
                  </a:lnTo>
                  <a:lnTo>
                    <a:pt x="4724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1" name="object 4221"/>
            <p:cNvSpPr/>
            <p:nvPr/>
          </p:nvSpPr>
          <p:spPr>
            <a:xfrm>
              <a:off x="3023768" y="260744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2" name="object 4222"/>
            <p:cNvSpPr/>
            <p:nvPr/>
          </p:nvSpPr>
          <p:spPr>
            <a:xfrm>
              <a:off x="3023768" y="260744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3" name="object 4223"/>
            <p:cNvSpPr/>
            <p:nvPr/>
          </p:nvSpPr>
          <p:spPr>
            <a:xfrm>
              <a:off x="3023768" y="244284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4" name="object 4224"/>
            <p:cNvSpPr/>
            <p:nvPr/>
          </p:nvSpPr>
          <p:spPr>
            <a:xfrm>
              <a:off x="3023768" y="244284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5" name="object 4225"/>
            <p:cNvSpPr/>
            <p:nvPr/>
          </p:nvSpPr>
          <p:spPr>
            <a:xfrm>
              <a:off x="3023768" y="2442848"/>
              <a:ext cx="3810" cy="165100"/>
            </a:xfrm>
            <a:custGeom>
              <a:avLst/>
              <a:gdLst/>
              <a:ahLst/>
              <a:cxnLst/>
              <a:rect l="l" t="t" r="r" b="b"/>
              <a:pathLst>
                <a:path w="3810" h="165100">
                  <a:moveTo>
                    <a:pt x="3809" y="0"/>
                  </a:moveTo>
                  <a:lnTo>
                    <a:pt x="3809" y="164591"/>
                  </a:lnTo>
                  <a:lnTo>
                    <a:pt x="0" y="164591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6" name="object 4226"/>
            <p:cNvSpPr/>
            <p:nvPr/>
          </p:nvSpPr>
          <p:spPr>
            <a:xfrm>
              <a:off x="3023768" y="2442848"/>
              <a:ext cx="3810" cy="165100"/>
            </a:xfrm>
            <a:custGeom>
              <a:avLst/>
              <a:gdLst/>
              <a:ahLst/>
              <a:cxnLst/>
              <a:rect l="l" t="t" r="r" b="b"/>
              <a:pathLst>
                <a:path w="3810" h="165100">
                  <a:moveTo>
                    <a:pt x="3809" y="0"/>
                  </a:moveTo>
                  <a:lnTo>
                    <a:pt x="3809" y="164591"/>
                  </a:lnTo>
                  <a:lnTo>
                    <a:pt x="0" y="164591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7" name="object 4227"/>
            <p:cNvSpPr/>
            <p:nvPr/>
          </p:nvSpPr>
          <p:spPr>
            <a:xfrm>
              <a:off x="3003194" y="2563244"/>
              <a:ext cx="43815" cy="44450"/>
            </a:xfrm>
            <a:custGeom>
              <a:avLst/>
              <a:gdLst/>
              <a:ahLst/>
              <a:cxnLst/>
              <a:rect l="l" t="t" r="r" b="b"/>
              <a:pathLst>
                <a:path w="43814" h="44450">
                  <a:moveTo>
                    <a:pt x="43434" y="0"/>
                  </a:moveTo>
                  <a:lnTo>
                    <a:pt x="0" y="0"/>
                  </a:lnTo>
                  <a:lnTo>
                    <a:pt x="22098" y="44196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8" name="object 4228"/>
            <p:cNvSpPr/>
            <p:nvPr/>
          </p:nvSpPr>
          <p:spPr>
            <a:xfrm>
              <a:off x="3003194" y="2563244"/>
              <a:ext cx="43815" cy="44450"/>
            </a:xfrm>
            <a:custGeom>
              <a:avLst/>
              <a:gdLst/>
              <a:ahLst/>
              <a:cxnLst/>
              <a:rect l="l" t="t" r="r" b="b"/>
              <a:pathLst>
                <a:path w="43814" h="44450">
                  <a:moveTo>
                    <a:pt x="0" y="0"/>
                  </a:moveTo>
                  <a:lnTo>
                    <a:pt x="22098" y="44196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9" name="object 4229"/>
            <p:cNvSpPr/>
            <p:nvPr/>
          </p:nvSpPr>
          <p:spPr>
            <a:xfrm>
              <a:off x="3001670" y="2562482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25146" y="45720"/>
                  </a:moveTo>
                  <a:lnTo>
                    <a:pt x="22098" y="44196"/>
                  </a:lnTo>
                  <a:lnTo>
                    <a:pt x="23622" y="40386"/>
                  </a:lnTo>
                  <a:lnTo>
                    <a:pt x="3048" y="0"/>
                  </a:lnTo>
                  <a:lnTo>
                    <a:pt x="0" y="2286"/>
                  </a:lnTo>
                  <a:lnTo>
                    <a:pt x="23622" y="48768"/>
                  </a:lnTo>
                  <a:lnTo>
                    <a:pt x="25146" y="457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0" name="object 4230"/>
            <p:cNvSpPr/>
            <p:nvPr/>
          </p:nvSpPr>
          <p:spPr>
            <a:xfrm>
              <a:off x="3001670" y="2562482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0" y="2286"/>
                  </a:moveTo>
                  <a:lnTo>
                    <a:pt x="3048" y="0"/>
                  </a:lnTo>
                  <a:lnTo>
                    <a:pt x="23622" y="40386"/>
                  </a:lnTo>
                  <a:lnTo>
                    <a:pt x="22098" y="44196"/>
                  </a:lnTo>
                  <a:lnTo>
                    <a:pt x="25146" y="45720"/>
                  </a:lnTo>
                  <a:lnTo>
                    <a:pt x="23622" y="48768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1" name="object 4231"/>
            <p:cNvSpPr/>
            <p:nvPr/>
          </p:nvSpPr>
          <p:spPr>
            <a:xfrm>
              <a:off x="3023768" y="2561720"/>
              <a:ext cx="26034" cy="46990"/>
            </a:xfrm>
            <a:custGeom>
              <a:avLst/>
              <a:gdLst/>
              <a:ahLst/>
              <a:cxnLst/>
              <a:rect l="l" t="t" r="r" b="b"/>
              <a:pathLst>
                <a:path w="26035" h="46989">
                  <a:moveTo>
                    <a:pt x="25908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4958"/>
                  </a:lnTo>
                  <a:lnTo>
                    <a:pt x="3048" y="46482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2" name="object 4232"/>
            <p:cNvSpPr/>
            <p:nvPr/>
          </p:nvSpPr>
          <p:spPr>
            <a:xfrm>
              <a:off x="3023768" y="2561720"/>
              <a:ext cx="26034" cy="46990"/>
            </a:xfrm>
            <a:custGeom>
              <a:avLst/>
              <a:gdLst/>
              <a:ahLst/>
              <a:cxnLst/>
              <a:rect l="l" t="t" r="r" b="b"/>
              <a:pathLst>
                <a:path w="26035" h="46989">
                  <a:moveTo>
                    <a:pt x="3048" y="46482"/>
                  </a:moveTo>
                  <a:lnTo>
                    <a:pt x="0" y="44958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5908" y="0"/>
                  </a:lnTo>
                  <a:lnTo>
                    <a:pt x="3048" y="46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3" name="object 4233"/>
            <p:cNvSpPr/>
            <p:nvPr/>
          </p:nvSpPr>
          <p:spPr>
            <a:xfrm>
              <a:off x="3000146" y="2561720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3810"/>
                  </a:moveTo>
                  <a:lnTo>
                    <a:pt x="46481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4648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4" name="object 4234"/>
            <p:cNvSpPr/>
            <p:nvPr/>
          </p:nvSpPr>
          <p:spPr>
            <a:xfrm>
              <a:off x="3000146" y="2561720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0"/>
                  </a:moveTo>
                  <a:lnTo>
                    <a:pt x="46481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4648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5" name="object 4235"/>
            <p:cNvSpPr/>
            <p:nvPr/>
          </p:nvSpPr>
          <p:spPr>
            <a:xfrm>
              <a:off x="3061868" y="260744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6" name="object 4236"/>
            <p:cNvSpPr/>
            <p:nvPr/>
          </p:nvSpPr>
          <p:spPr>
            <a:xfrm>
              <a:off x="3061868" y="260744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7" name="object 4237"/>
            <p:cNvSpPr/>
            <p:nvPr/>
          </p:nvSpPr>
          <p:spPr>
            <a:xfrm>
              <a:off x="3061868" y="244284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8" name="object 4238"/>
            <p:cNvSpPr/>
            <p:nvPr/>
          </p:nvSpPr>
          <p:spPr>
            <a:xfrm>
              <a:off x="3061868" y="244284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9" name="object 4239"/>
            <p:cNvSpPr/>
            <p:nvPr/>
          </p:nvSpPr>
          <p:spPr>
            <a:xfrm>
              <a:off x="3061868" y="2442848"/>
              <a:ext cx="3810" cy="165100"/>
            </a:xfrm>
            <a:custGeom>
              <a:avLst/>
              <a:gdLst/>
              <a:ahLst/>
              <a:cxnLst/>
              <a:rect l="l" t="t" r="r" b="b"/>
              <a:pathLst>
                <a:path w="3810" h="165100">
                  <a:moveTo>
                    <a:pt x="3809" y="0"/>
                  </a:moveTo>
                  <a:lnTo>
                    <a:pt x="3809" y="164591"/>
                  </a:lnTo>
                  <a:lnTo>
                    <a:pt x="0" y="164591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0" name="object 4240"/>
            <p:cNvSpPr/>
            <p:nvPr/>
          </p:nvSpPr>
          <p:spPr>
            <a:xfrm>
              <a:off x="3061868" y="2442848"/>
              <a:ext cx="3810" cy="165100"/>
            </a:xfrm>
            <a:custGeom>
              <a:avLst/>
              <a:gdLst/>
              <a:ahLst/>
              <a:cxnLst/>
              <a:rect l="l" t="t" r="r" b="b"/>
              <a:pathLst>
                <a:path w="3810" h="165100">
                  <a:moveTo>
                    <a:pt x="3809" y="0"/>
                  </a:moveTo>
                  <a:lnTo>
                    <a:pt x="3809" y="164591"/>
                  </a:lnTo>
                  <a:lnTo>
                    <a:pt x="0" y="164591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1" name="object 4241"/>
            <p:cNvSpPr/>
            <p:nvPr/>
          </p:nvSpPr>
          <p:spPr>
            <a:xfrm>
              <a:off x="3042056" y="2563244"/>
              <a:ext cx="43815" cy="44450"/>
            </a:xfrm>
            <a:custGeom>
              <a:avLst/>
              <a:gdLst/>
              <a:ahLst/>
              <a:cxnLst/>
              <a:rect l="l" t="t" r="r" b="b"/>
              <a:pathLst>
                <a:path w="43814" h="44450">
                  <a:moveTo>
                    <a:pt x="43434" y="0"/>
                  </a:moveTo>
                  <a:lnTo>
                    <a:pt x="0" y="0"/>
                  </a:lnTo>
                  <a:lnTo>
                    <a:pt x="22098" y="44196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2" name="object 4242"/>
            <p:cNvSpPr/>
            <p:nvPr/>
          </p:nvSpPr>
          <p:spPr>
            <a:xfrm>
              <a:off x="3042056" y="2563244"/>
              <a:ext cx="43815" cy="44450"/>
            </a:xfrm>
            <a:custGeom>
              <a:avLst/>
              <a:gdLst/>
              <a:ahLst/>
              <a:cxnLst/>
              <a:rect l="l" t="t" r="r" b="b"/>
              <a:pathLst>
                <a:path w="43814" h="44450">
                  <a:moveTo>
                    <a:pt x="0" y="0"/>
                  </a:moveTo>
                  <a:lnTo>
                    <a:pt x="22098" y="44196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3" name="object 4243"/>
            <p:cNvSpPr/>
            <p:nvPr/>
          </p:nvSpPr>
          <p:spPr>
            <a:xfrm>
              <a:off x="3040532" y="2562482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25146" y="45720"/>
                  </a:moveTo>
                  <a:lnTo>
                    <a:pt x="22098" y="44196"/>
                  </a:lnTo>
                  <a:lnTo>
                    <a:pt x="23622" y="40386"/>
                  </a:lnTo>
                  <a:lnTo>
                    <a:pt x="3048" y="0"/>
                  </a:lnTo>
                  <a:lnTo>
                    <a:pt x="0" y="2286"/>
                  </a:lnTo>
                  <a:lnTo>
                    <a:pt x="23622" y="48768"/>
                  </a:lnTo>
                  <a:lnTo>
                    <a:pt x="25146" y="457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4" name="object 4244"/>
            <p:cNvSpPr/>
            <p:nvPr/>
          </p:nvSpPr>
          <p:spPr>
            <a:xfrm>
              <a:off x="3040532" y="2562482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0" y="2286"/>
                  </a:moveTo>
                  <a:lnTo>
                    <a:pt x="3048" y="0"/>
                  </a:lnTo>
                  <a:lnTo>
                    <a:pt x="23622" y="40386"/>
                  </a:lnTo>
                  <a:lnTo>
                    <a:pt x="22098" y="44196"/>
                  </a:lnTo>
                  <a:lnTo>
                    <a:pt x="25146" y="45720"/>
                  </a:lnTo>
                  <a:lnTo>
                    <a:pt x="23622" y="48768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5" name="object 4245"/>
            <p:cNvSpPr/>
            <p:nvPr/>
          </p:nvSpPr>
          <p:spPr>
            <a:xfrm>
              <a:off x="3062630" y="2561720"/>
              <a:ext cx="26034" cy="46990"/>
            </a:xfrm>
            <a:custGeom>
              <a:avLst/>
              <a:gdLst/>
              <a:ahLst/>
              <a:cxnLst/>
              <a:rect l="l" t="t" r="r" b="b"/>
              <a:pathLst>
                <a:path w="26035" h="46989">
                  <a:moveTo>
                    <a:pt x="25908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4958"/>
                  </a:lnTo>
                  <a:lnTo>
                    <a:pt x="3048" y="46482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6" name="object 4246"/>
            <p:cNvSpPr/>
            <p:nvPr/>
          </p:nvSpPr>
          <p:spPr>
            <a:xfrm>
              <a:off x="3062630" y="2561720"/>
              <a:ext cx="26034" cy="46990"/>
            </a:xfrm>
            <a:custGeom>
              <a:avLst/>
              <a:gdLst/>
              <a:ahLst/>
              <a:cxnLst/>
              <a:rect l="l" t="t" r="r" b="b"/>
              <a:pathLst>
                <a:path w="26035" h="46989">
                  <a:moveTo>
                    <a:pt x="3048" y="46482"/>
                  </a:moveTo>
                  <a:lnTo>
                    <a:pt x="0" y="44958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5908" y="0"/>
                  </a:lnTo>
                  <a:lnTo>
                    <a:pt x="3048" y="46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7" name="object 4247"/>
            <p:cNvSpPr/>
            <p:nvPr/>
          </p:nvSpPr>
          <p:spPr>
            <a:xfrm>
              <a:off x="3039008" y="2561720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3810"/>
                  </a:moveTo>
                  <a:lnTo>
                    <a:pt x="46481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4648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8" name="object 4248"/>
            <p:cNvSpPr/>
            <p:nvPr/>
          </p:nvSpPr>
          <p:spPr>
            <a:xfrm>
              <a:off x="3039008" y="2561720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0"/>
                  </a:moveTo>
                  <a:lnTo>
                    <a:pt x="46481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4648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9" name="object 4249"/>
            <p:cNvSpPr/>
            <p:nvPr/>
          </p:nvSpPr>
          <p:spPr>
            <a:xfrm>
              <a:off x="452780" y="278041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09" y="0"/>
                  </a:move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0" name="object 4250"/>
            <p:cNvSpPr/>
            <p:nvPr/>
          </p:nvSpPr>
          <p:spPr>
            <a:xfrm>
              <a:off x="452780" y="278041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1" name="object 4251"/>
            <p:cNvSpPr/>
            <p:nvPr/>
          </p:nvSpPr>
          <p:spPr>
            <a:xfrm>
              <a:off x="452780" y="2586104"/>
              <a:ext cx="3810" cy="194310"/>
            </a:xfrm>
            <a:custGeom>
              <a:avLst/>
              <a:gdLst/>
              <a:ahLst/>
              <a:cxnLst/>
              <a:rect l="l" t="t" r="r" b="b"/>
              <a:pathLst>
                <a:path w="3809" h="194310">
                  <a:moveTo>
                    <a:pt x="0" y="194310"/>
                  </a:moveTo>
                  <a:lnTo>
                    <a:pt x="3809" y="194310"/>
                  </a:lnTo>
                  <a:lnTo>
                    <a:pt x="3809" y="0"/>
                  </a:lnTo>
                  <a:lnTo>
                    <a:pt x="0" y="0"/>
                  </a:lnTo>
                  <a:lnTo>
                    <a:pt x="0" y="1943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2" name="object 4252"/>
            <p:cNvSpPr/>
            <p:nvPr/>
          </p:nvSpPr>
          <p:spPr>
            <a:xfrm>
              <a:off x="454685" y="2586104"/>
              <a:ext cx="0" cy="194945"/>
            </a:xfrm>
            <a:custGeom>
              <a:avLst/>
              <a:gdLst/>
              <a:ahLst/>
              <a:cxnLst/>
              <a:rect l="l" t="t" r="r" b="b"/>
              <a:pathLst>
                <a:path h="194944">
                  <a:moveTo>
                    <a:pt x="0" y="0"/>
                  </a:moveTo>
                  <a:lnTo>
                    <a:pt x="0" y="19469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53" name="object 4253"/>
            <p:cNvPicPr/>
            <p:nvPr/>
          </p:nvPicPr>
          <p:blipFill>
            <a:blip r:embed="rId242" cstate="print"/>
            <a:stretch>
              <a:fillRect/>
            </a:stretch>
          </p:blipFill>
          <p:spPr>
            <a:xfrm>
              <a:off x="384200" y="2727455"/>
              <a:ext cx="437388" cy="159638"/>
            </a:xfrm>
            <a:prstGeom prst="rect">
              <a:avLst/>
            </a:prstGeom>
          </p:spPr>
        </p:pic>
        <p:sp>
          <p:nvSpPr>
            <p:cNvPr id="4254" name="object 4254"/>
            <p:cNvSpPr/>
            <p:nvPr/>
          </p:nvSpPr>
          <p:spPr>
            <a:xfrm>
              <a:off x="385724" y="1997078"/>
              <a:ext cx="337185" cy="431800"/>
            </a:xfrm>
            <a:custGeom>
              <a:avLst/>
              <a:gdLst/>
              <a:ahLst/>
              <a:cxnLst/>
              <a:rect l="l" t="t" r="r" b="b"/>
              <a:pathLst>
                <a:path w="337184" h="431800">
                  <a:moveTo>
                    <a:pt x="336803" y="431292"/>
                  </a:moveTo>
                  <a:lnTo>
                    <a:pt x="336803" y="0"/>
                  </a:lnTo>
                  <a:lnTo>
                    <a:pt x="0" y="0"/>
                  </a:lnTo>
                  <a:lnTo>
                    <a:pt x="0" y="431292"/>
                  </a:lnTo>
                  <a:lnTo>
                    <a:pt x="336803" y="43129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5" name="object 4255"/>
            <p:cNvSpPr/>
            <p:nvPr/>
          </p:nvSpPr>
          <p:spPr>
            <a:xfrm>
              <a:off x="385724" y="1997078"/>
              <a:ext cx="337185" cy="431800"/>
            </a:xfrm>
            <a:custGeom>
              <a:avLst/>
              <a:gdLst/>
              <a:ahLst/>
              <a:cxnLst/>
              <a:rect l="l" t="t" r="r" b="b"/>
              <a:pathLst>
                <a:path w="337184" h="431800">
                  <a:moveTo>
                    <a:pt x="0" y="0"/>
                  </a:moveTo>
                  <a:lnTo>
                    <a:pt x="0" y="431292"/>
                  </a:lnTo>
                  <a:lnTo>
                    <a:pt x="336803" y="431292"/>
                  </a:lnTo>
                  <a:lnTo>
                    <a:pt x="33680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6" name="object 4256"/>
            <p:cNvSpPr/>
            <p:nvPr/>
          </p:nvSpPr>
          <p:spPr>
            <a:xfrm>
              <a:off x="308762" y="2046608"/>
              <a:ext cx="337820" cy="431800"/>
            </a:xfrm>
            <a:custGeom>
              <a:avLst/>
              <a:gdLst/>
              <a:ahLst/>
              <a:cxnLst/>
              <a:rect l="l" t="t" r="r" b="b"/>
              <a:pathLst>
                <a:path w="337820" h="431800">
                  <a:moveTo>
                    <a:pt x="337566" y="431291"/>
                  </a:moveTo>
                  <a:lnTo>
                    <a:pt x="337566" y="0"/>
                  </a:lnTo>
                  <a:lnTo>
                    <a:pt x="0" y="0"/>
                  </a:lnTo>
                  <a:lnTo>
                    <a:pt x="0" y="431291"/>
                  </a:lnTo>
                  <a:lnTo>
                    <a:pt x="337566" y="43129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7" name="object 4257"/>
            <p:cNvSpPr/>
            <p:nvPr/>
          </p:nvSpPr>
          <p:spPr>
            <a:xfrm>
              <a:off x="308762" y="2046608"/>
              <a:ext cx="337820" cy="431800"/>
            </a:xfrm>
            <a:custGeom>
              <a:avLst/>
              <a:gdLst/>
              <a:ahLst/>
              <a:cxnLst/>
              <a:rect l="l" t="t" r="r" b="b"/>
              <a:pathLst>
                <a:path w="337820" h="431800">
                  <a:moveTo>
                    <a:pt x="0" y="0"/>
                  </a:moveTo>
                  <a:lnTo>
                    <a:pt x="0" y="431291"/>
                  </a:lnTo>
                  <a:lnTo>
                    <a:pt x="337566" y="431291"/>
                  </a:lnTo>
                  <a:lnTo>
                    <a:pt x="337566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8" name="object 4258"/>
            <p:cNvSpPr/>
            <p:nvPr/>
          </p:nvSpPr>
          <p:spPr>
            <a:xfrm>
              <a:off x="242468" y="2100710"/>
              <a:ext cx="337820" cy="431800"/>
            </a:xfrm>
            <a:custGeom>
              <a:avLst/>
              <a:gdLst/>
              <a:ahLst/>
              <a:cxnLst/>
              <a:rect l="l" t="t" r="r" b="b"/>
              <a:pathLst>
                <a:path w="337820" h="431800">
                  <a:moveTo>
                    <a:pt x="337566" y="431291"/>
                  </a:moveTo>
                  <a:lnTo>
                    <a:pt x="337566" y="0"/>
                  </a:lnTo>
                  <a:lnTo>
                    <a:pt x="0" y="0"/>
                  </a:lnTo>
                  <a:lnTo>
                    <a:pt x="0" y="431291"/>
                  </a:lnTo>
                  <a:lnTo>
                    <a:pt x="337566" y="43129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9" name="object 4259"/>
            <p:cNvSpPr/>
            <p:nvPr/>
          </p:nvSpPr>
          <p:spPr>
            <a:xfrm>
              <a:off x="242468" y="2100710"/>
              <a:ext cx="337820" cy="431800"/>
            </a:xfrm>
            <a:custGeom>
              <a:avLst/>
              <a:gdLst/>
              <a:ahLst/>
              <a:cxnLst/>
              <a:rect l="l" t="t" r="r" b="b"/>
              <a:pathLst>
                <a:path w="337820" h="431800">
                  <a:moveTo>
                    <a:pt x="0" y="0"/>
                  </a:moveTo>
                  <a:lnTo>
                    <a:pt x="0" y="431291"/>
                  </a:lnTo>
                  <a:lnTo>
                    <a:pt x="337566" y="431291"/>
                  </a:lnTo>
                  <a:lnTo>
                    <a:pt x="337566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0" name="object 4260"/>
            <p:cNvSpPr/>
            <p:nvPr/>
          </p:nvSpPr>
          <p:spPr>
            <a:xfrm>
              <a:off x="163982" y="2154812"/>
              <a:ext cx="337820" cy="431800"/>
            </a:xfrm>
            <a:custGeom>
              <a:avLst/>
              <a:gdLst/>
              <a:ahLst/>
              <a:cxnLst/>
              <a:rect l="l" t="t" r="r" b="b"/>
              <a:pathLst>
                <a:path w="337820" h="431800">
                  <a:moveTo>
                    <a:pt x="337566" y="431291"/>
                  </a:moveTo>
                  <a:lnTo>
                    <a:pt x="337566" y="0"/>
                  </a:lnTo>
                  <a:lnTo>
                    <a:pt x="0" y="0"/>
                  </a:lnTo>
                  <a:lnTo>
                    <a:pt x="0" y="431291"/>
                  </a:lnTo>
                  <a:lnTo>
                    <a:pt x="337566" y="43129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1" name="object 4261"/>
            <p:cNvSpPr/>
            <p:nvPr/>
          </p:nvSpPr>
          <p:spPr>
            <a:xfrm>
              <a:off x="163982" y="2154812"/>
              <a:ext cx="337820" cy="431800"/>
            </a:xfrm>
            <a:custGeom>
              <a:avLst/>
              <a:gdLst/>
              <a:ahLst/>
              <a:cxnLst/>
              <a:rect l="l" t="t" r="r" b="b"/>
              <a:pathLst>
                <a:path w="337820" h="431800">
                  <a:moveTo>
                    <a:pt x="0" y="0"/>
                  </a:moveTo>
                  <a:lnTo>
                    <a:pt x="0" y="431291"/>
                  </a:lnTo>
                  <a:lnTo>
                    <a:pt x="337566" y="431291"/>
                  </a:lnTo>
                  <a:lnTo>
                    <a:pt x="337566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62" name="object 4262"/>
            <p:cNvPicPr/>
            <p:nvPr/>
          </p:nvPicPr>
          <p:blipFill>
            <a:blip r:embed="rId243" cstate="print"/>
            <a:stretch>
              <a:fillRect/>
            </a:stretch>
          </p:blipFill>
          <p:spPr>
            <a:xfrm>
              <a:off x="587273" y="2435609"/>
              <a:ext cx="118109" cy="212597"/>
            </a:xfrm>
            <a:prstGeom prst="rect">
              <a:avLst/>
            </a:prstGeom>
          </p:spPr>
        </p:pic>
        <p:sp>
          <p:nvSpPr>
            <p:cNvPr id="4263" name="object 4263"/>
            <p:cNvSpPr/>
            <p:nvPr/>
          </p:nvSpPr>
          <p:spPr>
            <a:xfrm>
              <a:off x="533552" y="269659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09" y="0"/>
                  </a:move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4" name="object 4264"/>
            <p:cNvSpPr/>
            <p:nvPr/>
          </p:nvSpPr>
          <p:spPr>
            <a:xfrm>
              <a:off x="533552" y="269659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5" name="object 4265"/>
            <p:cNvSpPr/>
            <p:nvPr/>
          </p:nvSpPr>
          <p:spPr>
            <a:xfrm>
              <a:off x="533552" y="253200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6" name="object 4266"/>
            <p:cNvSpPr/>
            <p:nvPr/>
          </p:nvSpPr>
          <p:spPr>
            <a:xfrm>
              <a:off x="533552" y="253200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7" name="object 4267"/>
            <p:cNvSpPr/>
            <p:nvPr/>
          </p:nvSpPr>
          <p:spPr>
            <a:xfrm>
              <a:off x="533552" y="2532002"/>
              <a:ext cx="3810" cy="165100"/>
            </a:xfrm>
            <a:custGeom>
              <a:avLst/>
              <a:gdLst/>
              <a:ahLst/>
              <a:cxnLst/>
              <a:rect l="l" t="t" r="r" b="b"/>
              <a:pathLst>
                <a:path w="3809" h="165100">
                  <a:moveTo>
                    <a:pt x="3810" y="0"/>
                  </a:moveTo>
                  <a:lnTo>
                    <a:pt x="3810" y="164591"/>
                  </a:lnTo>
                  <a:lnTo>
                    <a:pt x="0" y="164591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8" name="object 4268"/>
            <p:cNvSpPr/>
            <p:nvPr/>
          </p:nvSpPr>
          <p:spPr>
            <a:xfrm>
              <a:off x="533552" y="2532002"/>
              <a:ext cx="3810" cy="165100"/>
            </a:xfrm>
            <a:custGeom>
              <a:avLst/>
              <a:gdLst/>
              <a:ahLst/>
              <a:cxnLst/>
              <a:rect l="l" t="t" r="r" b="b"/>
              <a:pathLst>
                <a:path w="3809" h="165100">
                  <a:moveTo>
                    <a:pt x="3810" y="0"/>
                  </a:moveTo>
                  <a:lnTo>
                    <a:pt x="3810" y="164591"/>
                  </a:lnTo>
                  <a:lnTo>
                    <a:pt x="0" y="164591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9" name="object 4269"/>
            <p:cNvSpPr/>
            <p:nvPr/>
          </p:nvSpPr>
          <p:spPr>
            <a:xfrm>
              <a:off x="513740" y="2653922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5" h="43180">
                  <a:moveTo>
                    <a:pt x="43434" y="0"/>
                  </a:moveTo>
                  <a:lnTo>
                    <a:pt x="0" y="0"/>
                  </a:lnTo>
                  <a:lnTo>
                    <a:pt x="21336" y="42672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0" name="object 4270"/>
            <p:cNvSpPr/>
            <p:nvPr/>
          </p:nvSpPr>
          <p:spPr>
            <a:xfrm>
              <a:off x="513740" y="2653922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5" h="43180">
                  <a:moveTo>
                    <a:pt x="0" y="0"/>
                  </a:moveTo>
                  <a:lnTo>
                    <a:pt x="21336" y="42672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1" name="object 4271"/>
            <p:cNvSpPr/>
            <p:nvPr/>
          </p:nvSpPr>
          <p:spPr>
            <a:xfrm>
              <a:off x="512216" y="2652398"/>
              <a:ext cx="24765" cy="48895"/>
            </a:xfrm>
            <a:custGeom>
              <a:avLst/>
              <a:gdLst/>
              <a:ahLst/>
              <a:cxnLst/>
              <a:rect l="l" t="t" r="r" b="b"/>
              <a:pathLst>
                <a:path w="24765" h="48894">
                  <a:moveTo>
                    <a:pt x="24384" y="44958"/>
                  </a:moveTo>
                  <a:lnTo>
                    <a:pt x="21336" y="43434"/>
                  </a:lnTo>
                  <a:lnTo>
                    <a:pt x="22860" y="40386"/>
                  </a:lnTo>
                  <a:lnTo>
                    <a:pt x="3048" y="0"/>
                  </a:lnTo>
                  <a:lnTo>
                    <a:pt x="0" y="2286"/>
                  </a:lnTo>
                  <a:lnTo>
                    <a:pt x="22860" y="48768"/>
                  </a:lnTo>
                  <a:lnTo>
                    <a:pt x="24384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2" name="object 4272"/>
            <p:cNvSpPr/>
            <p:nvPr/>
          </p:nvSpPr>
          <p:spPr>
            <a:xfrm>
              <a:off x="512216" y="2652398"/>
              <a:ext cx="24765" cy="48895"/>
            </a:xfrm>
            <a:custGeom>
              <a:avLst/>
              <a:gdLst/>
              <a:ahLst/>
              <a:cxnLst/>
              <a:rect l="l" t="t" r="r" b="b"/>
              <a:pathLst>
                <a:path w="24765" h="48894">
                  <a:moveTo>
                    <a:pt x="0" y="2286"/>
                  </a:moveTo>
                  <a:lnTo>
                    <a:pt x="3048" y="0"/>
                  </a:lnTo>
                  <a:lnTo>
                    <a:pt x="22860" y="40386"/>
                  </a:lnTo>
                  <a:lnTo>
                    <a:pt x="21336" y="43434"/>
                  </a:lnTo>
                  <a:lnTo>
                    <a:pt x="24384" y="44958"/>
                  </a:lnTo>
                  <a:lnTo>
                    <a:pt x="22860" y="48768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3" name="object 4273"/>
            <p:cNvSpPr/>
            <p:nvPr/>
          </p:nvSpPr>
          <p:spPr>
            <a:xfrm>
              <a:off x="533552" y="2651636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70" h="45719">
                  <a:moveTo>
                    <a:pt x="26670" y="0"/>
                  </a:moveTo>
                  <a:lnTo>
                    <a:pt x="23622" y="0"/>
                  </a:lnTo>
                  <a:lnTo>
                    <a:pt x="23622" y="3810"/>
                  </a:lnTo>
                  <a:lnTo>
                    <a:pt x="20574" y="3810"/>
                  </a:lnTo>
                  <a:lnTo>
                    <a:pt x="0" y="44196"/>
                  </a:lnTo>
                  <a:lnTo>
                    <a:pt x="3048" y="45720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4" name="object 4274"/>
            <p:cNvSpPr/>
            <p:nvPr/>
          </p:nvSpPr>
          <p:spPr>
            <a:xfrm>
              <a:off x="533552" y="2651636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70" h="45719">
                  <a:moveTo>
                    <a:pt x="3048" y="45720"/>
                  </a:moveTo>
                  <a:lnTo>
                    <a:pt x="0" y="44196"/>
                  </a:lnTo>
                  <a:lnTo>
                    <a:pt x="20574" y="3810"/>
                  </a:lnTo>
                  <a:lnTo>
                    <a:pt x="23622" y="3810"/>
                  </a:lnTo>
                  <a:lnTo>
                    <a:pt x="23622" y="0"/>
                  </a:lnTo>
                  <a:lnTo>
                    <a:pt x="26670" y="0"/>
                  </a:lnTo>
                  <a:lnTo>
                    <a:pt x="3048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5" name="object 4275"/>
            <p:cNvSpPr/>
            <p:nvPr/>
          </p:nvSpPr>
          <p:spPr>
            <a:xfrm>
              <a:off x="510692" y="2651636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90" h="3810">
                  <a:moveTo>
                    <a:pt x="46481" y="3810"/>
                  </a:moveTo>
                  <a:lnTo>
                    <a:pt x="46481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4648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6" name="object 4276"/>
            <p:cNvSpPr/>
            <p:nvPr/>
          </p:nvSpPr>
          <p:spPr>
            <a:xfrm>
              <a:off x="510692" y="2651636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90" h="3810">
                  <a:moveTo>
                    <a:pt x="46481" y="0"/>
                  </a:moveTo>
                  <a:lnTo>
                    <a:pt x="46481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4648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7" name="object 4277"/>
            <p:cNvSpPr/>
            <p:nvPr/>
          </p:nvSpPr>
          <p:spPr>
            <a:xfrm>
              <a:off x="224028" y="2304176"/>
              <a:ext cx="1901825" cy="2997200"/>
            </a:xfrm>
            <a:custGeom>
              <a:avLst/>
              <a:gdLst/>
              <a:ahLst/>
              <a:cxnLst/>
              <a:rect l="l" t="t" r="r" b="b"/>
              <a:pathLst>
                <a:path w="1901825" h="2997200">
                  <a:moveTo>
                    <a:pt x="45097" y="37338"/>
                  </a:moveTo>
                  <a:lnTo>
                    <a:pt x="33667" y="34290"/>
                  </a:lnTo>
                  <a:lnTo>
                    <a:pt x="32143" y="38862"/>
                  </a:lnTo>
                  <a:lnTo>
                    <a:pt x="29857" y="42672"/>
                  </a:lnTo>
                  <a:lnTo>
                    <a:pt x="22237" y="44958"/>
                  </a:lnTo>
                  <a:lnTo>
                    <a:pt x="16903" y="44196"/>
                  </a:lnTo>
                  <a:lnTo>
                    <a:pt x="10807" y="38862"/>
                  </a:lnTo>
                  <a:lnTo>
                    <a:pt x="9283" y="32004"/>
                  </a:lnTo>
                  <a:lnTo>
                    <a:pt x="10045" y="19050"/>
                  </a:lnTo>
                  <a:lnTo>
                    <a:pt x="14617" y="11430"/>
                  </a:lnTo>
                  <a:lnTo>
                    <a:pt x="22237" y="9144"/>
                  </a:lnTo>
                  <a:lnTo>
                    <a:pt x="29857" y="11430"/>
                  </a:lnTo>
                  <a:lnTo>
                    <a:pt x="32143" y="14478"/>
                  </a:lnTo>
                  <a:lnTo>
                    <a:pt x="33667" y="18288"/>
                  </a:lnTo>
                  <a:lnTo>
                    <a:pt x="44335" y="15240"/>
                  </a:lnTo>
                  <a:lnTo>
                    <a:pt x="39001" y="5334"/>
                  </a:lnTo>
                  <a:lnTo>
                    <a:pt x="12941" y="762"/>
                  </a:lnTo>
                  <a:lnTo>
                    <a:pt x="0" y="16332"/>
                  </a:lnTo>
                  <a:lnTo>
                    <a:pt x="88" y="38455"/>
                  </a:lnTo>
                  <a:lnTo>
                    <a:pt x="13119" y="53530"/>
                  </a:lnTo>
                  <a:lnTo>
                    <a:pt x="39001" y="48006"/>
                  </a:lnTo>
                  <a:lnTo>
                    <a:pt x="45097" y="37338"/>
                  </a:lnTo>
                  <a:close/>
                </a:path>
                <a:path w="1901825" h="2997200">
                  <a:moveTo>
                    <a:pt x="102247" y="53340"/>
                  </a:moveTo>
                  <a:lnTo>
                    <a:pt x="96151" y="39624"/>
                  </a:lnTo>
                  <a:lnTo>
                    <a:pt x="86245" y="14478"/>
                  </a:lnTo>
                  <a:lnTo>
                    <a:pt x="82435" y="5435"/>
                  </a:lnTo>
                  <a:lnTo>
                    <a:pt x="82435" y="32766"/>
                  </a:lnTo>
                  <a:lnTo>
                    <a:pt x="67195" y="32766"/>
                  </a:lnTo>
                  <a:lnTo>
                    <a:pt x="69481" y="27432"/>
                  </a:lnTo>
                  <a:lnTo>
                    <a:pt x="72529" y="18288"/>
                  </a:lnTo>
                  <a:lnTo>
                    <a:pt x="74815" y="12954"/>
                  </a:lnTo>
                  <a:lnTo>
                    <a:pt x="76339" y="18288"/>
                  </a:lnTo>
                  <a:lnTo>
                    <a:pt x="80149" y="27432"/>
                  </a:lnTo>
                  <a:lnTo>
                    <a:pt x="82435" y="32766"/>
                  </a:lnTo>
                  <a:lnTo>
                    <a:pt x="82435" y="5435"/>
                  </a:lnTo>
                  <a:lnTo>
                    <a:pt x="80149" y="0"/>
                  </a:lnTo>
                  <a:lnTo>
                    <a:pt x="69481" y="0"/>
                  </a:lnTo>
                  <a:lnTo>
                    <a:pt x="64147" y="14478"/>
                  </a:lnTo>
                  <a:lnTo>
                    <a:pt x="53479" y="39624"/>
                  </a:lnTo>
                  <a:lnTo>
                    <a:pt x="48145" y="53340"/>
                  </a:lnTo>
                  <a:lnTo>
                    <a:pt x="59575" y="53340"/>
                  </a:lnTo>
                  <a:lnTo>
                    <a:pt x="61099" y="50292"/>
                  </a:lnTo>
                  <a:lnTo>
                    <a:pt x="63385" y="44958"/>
                  </a:lnTo>
                  <a:lnTo>
                    <a:pt x="64147" y="41148"/>
                  </a:lnTo>
                  <a:lnTo>
                    <a:pt x="67195" y="41148"/>
                  </a:lnTo>
                  <a:lnTo>
                    <a:pt x="82435" y="41148"/>
                  </a:lnTo>
                  <a:lnTo>
                    <a:pt x="86245" y="41148"/>
                  </a:lnTo>
                  <a:lnTo>
                    <a:pt x="87007" y="44958"/>
                  </a:lnTo>
                  <a:lnTo>
                    <a:pt x="89293" y="50292"/>
                  </a:lnTo>
                  <a:lnTo>
                    <a:pt x="90817" y="53340"/>
                  </a:lnTo>
                  <a:lnTo>
                    <a:pt x="102247" y="53340"/>
                  </a:lnTo>
                  <a:close/>
                </a:path>
                <a:path w="1901825" h="2997200">
                  <a:moveTo>
                    <a:pt x="148729" y="16764"/>
                  </a:moveTo>
                  <a:lnTo>
                    <a:pt x="146113" y="6896"/>
                  </a:lnTo>
                  <a:lnTo>
                    <a:pt x="139522" y="1841"/>
                  </a:lnTo>
                  <a:lnTo>
                    <a:pt x="138163" y="1574"/>
                  </a:lnTo>
                  <a:lnTo>
                    <a:pt x="138163" y="8775"/>
                  </a:lnTo>
                  <a:lnTo>
                    <a:pt x="137299" y="15240"/>
                  </a:lnTo>
                  <a:lnTo>
                    <a:pt x="138061" y="17526"/>
                  </a:lnTo>
                  <a:lnTo>
                    <a:pt x="137299" y="19050"/>
                  </a:lnTo>
                  <a:lnTo>
                    <a:pt x="137299" y="19812"/>
                  </a:lnTo>
                  <a:lnTo>
                    <a:pt x="136537" y="21336"/>
                  </a:lnTo>
                  <a:lnTo>
                    <a:pt x="133489" y="24384"/>
                  </a:lnTo>
                  <a:lnTo>
                    <a:pt x="128155" y="24384"/>
                  </a:lnTo>
                  <a:lnTo>
                    <a:pt x="124345" y="25146"/>
                  </a:lnTo>
                  <a:lnTo>
                    <a:pt x="119011" y="25146"/>
                  </a:lnTo>
                  <a:lnTo>
                    <a:pt x="119011" y="9906"/>
                  </a:lnTo>
                  <a:lnTo>
                    <a:pt x="125641" y="9855"/>
                  </a:lnTo>
                  <a:lnTo>
                    <a:pt x="138163" y="8775"/>
                  </a:lnTo>
                  <a:lnTo>
                    <a:pt x="138163" y="1574"/>
                  </a:lnTo>
                  <a:lnTo>
                    <a:pt x="130810" y="114"/>
                  </a:lnTo>
                  <a:lnTo>
                    <a:pt x="107581" y="0"/>
                  </a:lnTo>
                  <a:lnTo>
                    <a:pt x="107581" y="53340"/>
                  </a:lnTo>
                  <a:lnTo>
                    <a:pt x="119011" y="53340"/>
                  </a:lnTo>
                  <a:lnTo>
                    <a:pt x="119011" y="33528"/>
                  </a:lnTo>
                  <a:lnTo>
                    <a:pt x="130810" y="33629"/>
                  </a:lnTo>
                  <a:lnTo>
                    <a:pt x="148729" y="19812"/>
                  </a:lnTo>
                  <a:lnTo>
                    <a:pt x="148729" y="16764"/>
                  </a:lnTo>
                  <a:close/>
                </a:path>
                <a:path w="1901825" h="2997200">
                  <a:moveTo>
                    <a:pt x="208927" y="0"/>
                  </a:moveTo>
                  <a:lnTo>
                    <a:pt x="192925" y="0"/>
                  </a:lnTo>
                  <a:lnTo>
                    <a:pt x="190639" y="9906"/>
                  </a:lnTo>
                  <a:lnTo>
                    <a:pt x="186067" y="27432"/>
                  </a:lnTo>
                  <a:lnTo>
                    <a:pt x="183781" y="36576"/>
                  </a:lnTo>
                  <a:lnTo>
                    <a:pt x="180733" y="27432"/>
                  </a:lnTo>
                  <a:lnTo>
                    <a:pt x="176161" y="9906"/>
                  </a:lnTo>
                  <a:lnTo>
                    <a:pt x="173875" y="0"/>
                  </a:lnTo>
                  <a:lnTo>
                    <a:pt x="157873" y="0"/>
                  </a:lnTo>
                  <a:lnTo>
                    <a:pt x="157873" y="53340"/>
                  </a:lnTo>
                  <a:lnTo>
                    <a:pt x="167779" y="53340"/>
                  </a:lnTo>
                  <a:lnTo>
                    <a:pt x="167779" y="12192"/>
                  </a:lnTo>
                  <a:lnTo>
                    <a:pt x="170065" y="22860"/>
                  </a:lnTo>
                  <a:lnTo>
                    <a:pt x="175399" y="42672"/>
                  </a:lnTo>
                  <a:lnTo>
                    <a:pt x="177685" y="53340"/>
                  </a:lnTo>
                  <a:lnTo>
                    <a:pt x="188353" y="53340"/>
                  </a:lnTo>
                  <a:lnTo>
                    <a:pt x="191401" y="42672"/>
                  </a:lnTo>
                  <a:lnTo>
                    <a:pt x="195973" y="22860"/>
                  </a:lnTo>
                  <a:lnTo>
                    <a:pt x="199021" y="12192"/>
                  </a:lnTo>
                  <a:lnTo>
                    <a:pt x="199021" y="53340"/>
                  </a:lnTo>
                  <a:lnTo>
                    <a:pt x="208927" y="53340"/>
                  </a:lnTo>
                  <a:lnTo>
                    <a:pt x="208927" y="0"/>
                  </a:lnTo>
                  <a:close/>
                </a:path>
                <a:path w="1901825" h="2997200">
                  <a:moveTo>
                    <a:pt x="1901329" y="2995422"/>
                  </a:moveTo>
                  <a:lnTo>
                    <a:pt x="1897519" y="2995422"/>
                  </a:lnTo>
                  <a:lnTo>
                    <a:pt x="1897519" y="2996946"/>
                  </a:lnTo>
                  <a:lnTo>
                    <a:pt x="1901329" y="2996946"/>
                  </a:lnTo>
                  <a:lnTo>
                    <a:pt x="1901329" y="2995422"/>
                  </a:lnTo>
                  <a:close/>
                </a:path>
                <a:path w="1901825" h="2997200">
                  <a:moveTo>
                    <a:pt x="1901329" y="2910078"/>
                  </a:moveTo>
                  <a:lnTo>
                    <a:pt x="1897519" y="2910078"/>
                  </a:lnTo>
                  <a:lnTo>
                    <a:pt x="1897519" y="2911602"/>
                  </a:lnTo>
                  <a:lnTo>
                    <a:pt x="1901329" y="2911602"/>
                  </a:lnTo>
                  <a:lnTo>
                    <a:pt x="1901329" y="291007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8" name="object 4278"/>
            <p:cNvSpPr/>
            <p:nvPr/>
          </p:nvSpPr>
          <p:spPr>
            <a:xfrm>
              <a:off x="2121560" y="5215766"/>
              <a:ext cx="3810" cy="83820"/>
            </a:xfrm>
            <a:custGeom>
              <a:avLst/>
              <a:gdLst/>
              <a:ahLst/>
              <a:cxnLst/>
              <a:rect l="l" t="t" r="r" b="b"/>
              <a:pathLst>
                <a:path w="3810" h="83820">
                  <a:moveTo>
                    <a:pt x="3810" y="0"/>
                  </a:moveTo>
                  <a:lnTo>
                    <a:pt x="3810" y="83820"/>
                  </a:lnTo>
                  <a:lnTo>
                    <a:pt x="0" y="83820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9" name="object 4279"/>
            <p:cNvSpPr/>
            <p:nvPr/>
          </p:nvSpPr>
          <p:spPr>
            <a:xfrm>
              <a:off x="2155075" y="5214255"/>
              <a:ext cx="5080" cy="86995"/>
            </a:xfrm>
            <a:custGeom>
              <a:avLst/>
              <a:gdLst/>
              <a:ahLst/>
              <a:cxnLst/>
              <a:rect l="l" t="t" r="r" b="b"/>
              <a:pathLst>
                <a:path w="5080" h="86995">
                  <a:moveTo>
                    <a:pt x="4572" y="85344"/>
                  </a:moveTo>
                  <a:lnTo>
                    <a:pt x="0" y="85344"/>
                  </a:lnTo>
                  <a:lnTo>
                    <a:pt x="0" y="86868"/>
                  </a:lnTo>
                  <a:lnTo>
                    <a:pt x="4572" y="86868"/>
                  </a:lnTo>
                  <a:lnTo>
                    <a:pt x="4572" y="85344"/>
                  </a:lnTo>
                  <a:close/>
                </a:path>
                <a:path w="5080" h="86995">
                  <a:moveTo>
                    <a:pt x="4572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4572" y="1524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0" name="object 4280"/>
            <p:cNvSpPr/>
            <p:nvPr/>
          </p:nvSpPr>
          <p:spPr>
            <a:xfrm>
              <a:off x="2155088" y="5215766"/>
              <a:ext cx="5080" cy="83820"/>
            </a:xfrm>
            <a:custGeom>
              <a:avLst/>
              <a:gdLst/>
              <a:ahLst/>
              <a:cxnLst/>
              <a:rect l="l" t="t" r="r" b="b"/>
              <a:pathLst>
                <a:path w="5080" h="83820">
                  <a:moveTo>
                    <a:pt x="4572" y="0"/>
                  </a:moveTo>
                  <a:lnTo>
                    <a:pt x="4572" y="83820"/>
                  </a:lnTo>
                  <a:lnTo>
                    <a:pt x="0" y="83820"/>
                  </a:ln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1" name="object 4281"/>
            <p:cNvSpPr/>
            <p:nvPr/>
          </p:nvSpPr>
          <p:spPr>
            <a:xfrm>
              <a:off x="2193937" y="5214255"/>
              <a:ext cx="3810" cy="86995"/>
            </a:xfrm>
            <a:custGeom>
              <a:avLst/>
              <a:gdLst/>
              <a:ahLst/>
              <a:cxnLst/>
              <a:rect l="l" t="t" r="r" b="b"/>
              <a:pathLst>
                <a:path w="3810" h="86995">
                  <a:moveTo>
                    <a:pt x="3810" y="85344"/>
                  </a:moveTo>
                  <a:lnTo>
                    <a:pt x="0" y="85344"/>
                  </a:lnTo>
                  <a:lnTo>
                    <a:pt x="0" y="86868"/>
                  </a:lnTo>
                  <a:lnTo>
                    <a:pt x="3810" y="86868"/>
                  </a:lnTo>
                  <a:lnTo>
                    <a:pt x="3810" y="85344"/>
                  </a:lnTo>
                  <a:close/>
                </a:path>
                <a:path w="3810" h="86995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2" name="object 4282"/>
            <p:cNvSpPr/>
            <p:nvPr/>
          </p:nvSpPr>
          <p:spPr>
            <a:xfrm>
              <a:off x="2193950" y="5215766"/>
              <a:ext cx="3810" cy="83820"/>
            </a:xfrm>
            <a:custGeom>
              <a:avLst/>
              <a:gdLst/>
              <a:ahLst/>
              <a:cxnLst/>
              <a:rect l="l" t="t" r="r" b="b"/>
              <a:pathLst>
                <a:path w="3810" h="83820">
                  <a:moveTo>
                    <a:pt x="3810" y="0"/>
                  </a:moveTo>
                  <a:lnTo>
                    <a:pt x="3810" y="83820"/>
                  </a:lnTo>
                  <a:lnTo>
                    <a:pt x="0" y="83820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3" name="object 4283"/>
            <p:cNvSpPr/>
            <p:nvPr/>
          </p:nvSpPr>
          <p:spPr>
            <a:xfrm>
              <a:off x="3205873" y="5223399"/>
              <a:ext cx="4445" cy="87630"/>
            </a:xfrm>
            <a:custGeom>
              <a:avLst/>
              <a:gdLst/>
              <a:ahLst/>
              <a:cxnLst/>
              <a:rect l="l" t="t" r="r" b="b"/>
              <a:pathLst>
                <a:path w="4444" h="87629">
                  <a:moveTo>
                    <a:pt x="3810" y="86106"/>
                  </a:moveTo>
                  <a:lnTo>
                    <a:pt x="0" y="86106"/>
                  </a:lnTo>
                  <a:lnTo>
                    <a:pt x="0" y="87630"/>
                  </a:lnTo>
                  <a:lnTo>
                    <a:pt x="3810" y="87630"/>
                  </a:lnTo>
                  <a:lnTo>
                    <a:pt x="3810" y="86106"/>
                  </a:lnTo>
                  <a:close/>
                </a:path>
                <a:path w="4444" h="87629">
                  <a:moveTo>
                    <a:pt x="3822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22" y="2286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4" name="object 4284"/>
            <p:cNvSpPr/>
            <p:nvPr/>
          </p:nvSpPr>
          <p:spPr>
            <a:xfrm>
              <a:off x="3205886" y="5225672"/>
              <a:ext cx="3810" cy="83820"/>
            </a:xfrm>
            <a:custGeom>
              <a:avLst/>
              <a:gdLst/>
              <a:ahLst/>
              <a:cxnLst/>
              <a:rect l="l" t="t" r="r" b="b"/>
              <a:pathLst>
                <a:path w="3810" h="83820">
                  <a:moveTo>
                    <a:pt x="3810" y="0"/>
                  </a:moveTo>
                  <a:lnTo>
                    <a:pt x="3810" y="83820"/>
                  </a:lnTo>
                  <a:lnTo>
                    <a:pt x="0" y="83820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5" name="object 4285"/>
            <p:cNvSpPr/>
            <p:nvPr/>
          </p:nvSpPr>
          <p:spPr>
            <a:xfrm>
              <a:off x="3239401" y="5223399"/>
              <a:ext cx="4445" cy="87630"/>
            </a:xfrm>
            <a:custGeom>
              <a:avLst/>
              <a:gdLst/>
              <a:ahLst/>
              <a:cxnLst/>
              <a:rect l="l" t="t" r="r" b="b"/>
              <a:pathLst>
                <a:path w="4444" h="87629">
                  <a:moveTo>
                    <a:pt x="3810" y="86106"/>
                  </a:moveTo>
                  <a:lnTo>
                    <a:pt x="0" y="86106"/>
                  </a:lnTo>
                  <a:lnTo>
                    <a:pt x="0" y="87630"/>
                  </a:lnTo>
                  <a:lnTo>
                    <a:pt x="3810" y="87630"/>
                  </a:lnTo>
                  <a:lnTo>
                    <a:pt x="3810" y="86106"/>
                  </a:lnTo>
                  <a:close/>
                </a:path>
                <a:path w="4444" h="87629">
                  <a:moveTo>
                    <a:pt x="3822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22" y="2286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6" name="object 4286"/>
            <p:cNvSpPr/>
            <p:nvPr/>
          </p:nvSpPr>
          <p:spPr>
            <a:xfrm>
              <a:off x="3239414" y="5225672"/>
              <a:ext cx="3810" cy="83820"/>
            </a:xfrm>
            <a:custGeom>
              <a:avLst/>
              <a:gdLst/>
              <a:ahLst/>
              <a:cxnLst/>
              <a:rect l="l" t="t" r="r" b="b"/>
              <a:pathLst>
                <a:path w="3810" h="83820">
                  <a:moveTo>
                    <a:pt x="3810" y="0"/>
                  </a:moveTo>
                  <a:lnTo>
                    <a:pt x="3810" y="83820"/>
                  </a:lnTo>
                  <a:lnTo>
                    <a:pt x="0" y="83820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7" name="object 4287"/>
            <p:cNvSpPr/>
            <p:nvPr/>
          </p:nvSpPr>
          <p:spPr>
            <a:xfrm>
              <a:off x="3278263" y="5223399"/>
              <a:ext cx="4445" cy="87630"/>
            </a:xfrm>
            <a:custGeom>
              <a:avLst/>
              <a:gdLst/>
              <a:ahLst/>
              <a:cxnLst/>
              <a:rect l="l" t="t" r="r" b="b"/>
              <a:pathLst>
                <a:path w="4445" h="87629">
                  <a:moveTo>
                    <a:pt x="3810" y="86106"/>
                  </a:moveTo>
                  <a:lnTo>
                    <a:pt x="0" y="86106"/>
                  </a:lnTo>
                  <a:lnTo>
                    <a:pt x="0" y="87630"/>
                  </a:lnTo>
                  <a:lnTo>
                    <a:pt x="3810" y="87630"/>
                  </a:lnTo>
                  <a:lnTo>
                    <a:pt x="3810" y="86106"/>
                  </a:lnTo>
                  <a:close/>
                </a:path>
                <a:path w="4445" h="87629">
                  <a:moveTo>
                    <a:pt x="3822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22" y="2286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8" name="object 4288"/>
            <p:cNvSpPr/>
            <p:nvPr/>
          </p:nvSpPr>
          <p:spPr>
            <a:xfrm>
              <a:off x="3278276" y="5225672"/>
              <a:ext cx="3810" cy="83820"/>
            </a:xfrm>
            <a:custGeom>
              <a:avLst/>
              <a:gdLst/>
              <a:ahLst/>
              <a:cxnLst/>
              <a:rect l="l" t="t" r="r" b="b"/>
              <a:pathLst>
                <a:path w="3810" h="83820">
                  <a:moveTo>
                    <a:pt x="3810" y="0"/>
                  </a:moveTo>
                  <a:lnTo>
                    <a:pt x="3810" y="83820"/>
                  </a:lnTo>
                  <a:lnTo>
                    <a:pt x="0" y="83820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9" name="object 4289"/>
            <p:cNvSpPr/>
            <p:nvPr/>
          </p:nvSpPr>
          <p:spPr>
            <a:xfrm>
              <a:off x="2963557" y="5894720"/>
              <a:ext cx="668655" cy="60325"/>
            </a:xfrm>
            <a:custGeom>
              <a:avLst/>
              <a:gdLst/>
              <a:ahLst/>
              <a:cxnLst/>
              <a:rect l="l" t="t" r="r" b="b"/>
              <a:pathLst>
                <a:path w="668654" h="60325">
                  <a:moveTo>
                    <a:pt x="36576" y="0"/>
                  </a:moveTo>
                  <a:lnTo>
                    <a:pt x="0" y="0"/>
                  </a:lnTo>
                  <a:lnTo>
                    <a:pt x="0" y="47244"/>
                  </a:lnTo>
                  <a:lnTo>
                    <a:pt x="6858" y="47244"/>
                  </a:lnTo>
                  <a:lnTo>
                    <a:pt x="6858" y="5334"/>
                  </a:lnTo>
                  <a:lnTo>
                    <a:pt x="30480" y="5334"/>
                  </a:lnTo>
                  <a:lnTo>
                    <a:pt x="30480" y="47244"/>
                  </a:lnTo>
                  <a:lnTo>
                    <a:pt x="36576" y="47244"/>
                  </a:lnTo>
                  <a:lnTo>
                    <a:pt x="36576" y="0"/>
                  </a:lnTo>
                  <a:close/>
                </a:path>
                <a:path w="668654" h="60325">
                  <a:moveTo>
                    <a:pt x="75438" y="26670"/>
                  </a:moveTo>
                  <a:lnTo>
                    <a:pt x="73914" y="20574"/>
                  </a:lnTo>
                  <a:lnTo>
                    <a:pt x="70866" y="16002"/>
                  </a:lnTo>
                  <a:lnTo>
                    <a:pt x="70104" y="15240"/>
                  </a:lnTo>
                  <a:lnTo>
                    <a:pt x="70104" y="29718"/>
                  </a:lnTo>
                  <a:lnTo>
                    <a:pt x="69342" y="34290"/>
                  </a:lnTo>
                  <a:lnTo>
                    <a:pt x="66713" y="40233"/>
                  </a:lnTo>
                  <a:lnTo>
                    <a:pt x="61950" y="43065"/>
                  </a:lnTo>
                  <a:lnTo>
                    <a:pt x="56692" y="42265"/>
                  </a:lnTo>
                  <a:lnTo>
                    <a:pt x="52578" y="37338"/>
                  </a:lnTo>
                  <a:lnTo>
                    <a:pt x="51816" y="34290"/>
                  </a:lnTo>
                  <a:lnTo>
                    <a:pt x="51816" y="25908"/>
                  </a:lnTo>
                  <a:lnTo>
                    <a:pt x="52578" y="22860"/>
                  </a:lnTo>
                  <a:lnTo>
                    <a:pt x="54102" y="19812"/>
                  </a:lnTo>
                  <a:lnTo>
                    <a:pt x="56388" y="18288"/>
                  </a:lnTo>
                  <a:lnTo>
                    <a:pt x="60960" y="16764"/>
                  </a:lnTo>
                  <a:lnTo>
                    <a:pt x="65532" y="18288"/>
                  </a:lnTo>
                  <a:lnTo>
                    <a:pt x="67056" y="19812"/>
                  </a:lnTo>
                  <a:lnTo>
                    <a:pt x="68580" y="22860"/>
                  </a:lnTo>
                  <a:lnTo>
                    <a:pt x="69342" y="25908"/>
                  </a:lnTo>
                  <a:lnTo>
                    <a:pt x="70104" y="29718"/>
                  </a:lnTo>
                  <a:lnTo>
                    <a:pt x="70104" y="15240"/>
                  </a:lnTo>
                  <a:lnTo>
                    <a:pt x="69342" y="14478"/>
                  </a:lnTo>
                  <a:lnTo>
                    <a:pt x="66294" y="13716"/>
                  </a:lnTo>
                  <a:lnTo>
                    <a:pt x="61950" y="12255"/>
                  </a:lnTo>
                  <a:lnTo>
                    <a:pt x="51816" y="17526"/>
                  </a:lnTo>
                  <a:lnTo>
                    <a:pt x="51816" y="12954"/>
                  </a:lnTo>
                  <a:lnTo>
                    <a:pt x="45720" y="12954"/>
                  </a:lnTo>
                  <a:lnTo>
                    <a:pt x="45720" y="60198"/>
                  </a:lnTo>
                  <a:lnTo>
                    <a:pt x="52578" y="60198"/>
                  </a:lnTo>
                  <a:lnTo>
                    <a:pt x="52578" y="43434"/>
                  </a:lnTo>
                  <a:lnTo>
                    <a:pt x="53340" y="44958"/>
                  </a:lnTo>
                  <a:lnTo>
                    <a:pt x="54102" y="45720"/>
                  </a:lnTo>
                  <a:lnTo>
                    <a:pt x="57150" y="47244"/>
                  </a:lnTo>
                  <a:lnTo>
                    <a:pt x="59436" y="47244"/>
                  </a:lnTo>
                  <a:lnTo>
                    <a:pt x="60960" y="48006"/>
                  </a:lnTo>
                  <a:lnTo>
                    <a:pt x="63246" y="47244"/>
                  </a:lnTo>
                  <a:lnTo>
                    <a:pt x="66294" y="46482"/>
                  </a:lnTo>
                  <a:lnTo>
                    <a:pt x="68580" y="45720"/>
                  </a:lnTo>
                  <a:lnTo>
                    <a:pt x="70104" y="44196"/>
                  </a:lnTo>
                  <a:lnTo>
                    <a:pt x="72390" y="41910"/>
                  </a:lnTo>
                  <a:lnTo>
                    <a:pt x="73914" y="39624"/>
                  </a:lnTo>
                  <a:lnTo>
                    <a:pt x="74676" y="36576"/>
                  </a:lnTo>
                  <a:lnTo>
                    <a:pt x="75438" y="32766"/>
                  </a:lnTo>
                  <a:lnTo>
                    <a:pt x="75438" y="26670"/>
                  </a:lnTo>
                  <a:close/>
                </a:path>
                <a:path w="668654" h="60325">
                  <a:moveTo>
                    <a:pt x="111252" y="29718"/>
                  </a:moveTo>
                  <a:lnTo>
                    <a:pt x="108889" y="18757"/>
                  </a:lnTo>
                  <a:lnTo>
                    <a:pt x="105918" y="16624"/>
                  </a:lnTo>
                  <a:lnTo>
                    <a:pt x="105918" y="26670"/>
                  </a:lnTo>
                  <a:lnTo>
                    <a:pt x="86106" y="26670"/>
                  </a:lnTo>
                  <a:lnTo>
                    <a:pt x="96012" y="16764"/>
                  </a:lnTo>
                  <a:lnTo>
                    <a:pt x="99060" y="17526"/>
                  </a:lnTo>
                  <a:lnTo>
                    <a:pt x="101346" y="18288"/>
                  </a:lnTo>
                  <a:lnTo>
                    <a:pt x="103632" y="20574"/>
                  </a:lnTo>
                  <a:lnTo>
                    <a:pt x="105156" y="23622"/>
                  </a:lnTo>
                  <a:lnTo>
                    <a:pt x="105918" y="26670"/>
                  </a:lnTo>
                  <a:lnTo>
                    <a:pt x="105918" y="16624"/>
                  </a:lnTo>
                  <a:lnTo>
                    <a:pt x="100774" y="12903"/>
                  </a:lnTo>
                  <a:lnTo>
                    <a:pt x="90665" y="13169"/>
                  </a:lnTo>
                  <a:lnTo>
                    <a:pt x="82296" y="20574"/>
                  </a:lnTo>
                  <a:lnTo>
                    <a:pt x="80772" y="25146"/>
                  </a:lnTo>
                  <a:lnTo>
                    <a:pt x="80772" y="30480"/>
                  </a:lnTo>
                  <a:lnTo>
                    <a:pt x="82854" y="40767"/>
                  </a:lnTo>
                  <a:lnTo>
                    <a:pt x="86106" y="43421"/>
                  </a:lnTo>
                  <a:lnTo>
                    <a:pt x="90131" y="46710"/>
                  </a:lnTo>
                  <a:lnTo>
                    <a:pt x="99771" y="47599"/>
                  </a:lnTo>
                  <a:lnTo>
                    <a:pt x="108966" y="42672"/>
                  </a:lnTo>
                  <a:lnTo>
                    <a:pt x="110490" y="40386"/>
                  </a:lnTo>
                  <a:lnTo>
                    <a:pt x="111252" y="37338"/>
                  </a:lnTo>
                  <a:lnTo>
                    <a:pt x="109728" y="36576"/>
                  </a:lnTo>
                  <a:lnTo>
                    <a:pt x="105156" y="36576"/>
                  </a:lnTo>
                  <a:lnTo>
                    <a:pt x="103632" y="39624"/>
                  </a:lnTo>
                  <a:lnTo>
                    <a:pt x="102108" y="41148"/>
                  </a:lnTo>
                  <a:lnTo>
                    <a:pt x="99060" y="42672"/>
                  </a:lnTo>
                  <a:lnTo>
                    <a:pt x="96774" y="43434"/>
                  </a:lnTo>
                  <a:lnTo>
                    <a:pt x="93726" y="42672"/>
                  </a:lnTo>
                  <a:lnTo>
                    <a:pt x="86106" y="31242"/>
                  </a:lnTo>
                  <a:lnTo>
                    <a:pt x="105918" y="31242"/>
                  </a:lnTo>
                  <a:lnTo>
                    <a:pt x="111252" y="31242"/>
                  </a:lnTo>
                  <a:lnTo>
                    <a:pt x="111252" y="29718"/>
                  </a:lnTo>
                  <a:close/>
                </a:path>
                <a:path w="668654" h="60325">
                  <a:moveTo>
                    <a:pt x="147828" y="23622"/>
                  </a:moveTo>
                  <a:lnTo>
                    <a:pt x="146304" y="20574"/>
                  </a:lnTo>
                  <a:lnTo>
                    <a:pt x="145542" y="18288"/>
                  </a:lnTo>
                  <a:lnTo>
                    <a:pt x="144018" y="16002"/>
                  </a:lnTo>
                  <a:lnTo>
                    <a:pt x="141732" y="14859"/>
                  </a:lnTo>
                  <a:lnTo>
                    <a:pt x="141732" y="25908"/>
                  </a:lnTo>
                  <a:lnTo>
                    <a:pt x="141732" y="34290"/>
                  </a:lnTo>
                  <a:lnTo>
                    <a:pt x="139192" y="40068"/>
                  </a:lnTo>
                  <a:lnTo>
                    <a:pt x="134213" y="42976"/>
                  </a:lnTo>
                  <a:lnTo>
                    <a:pt x="128816" y="42303"/>
                  </a:lnTo>
                  <a:lnTo>
                    <a:pt x="124968" y="37338"/>
                  </a:lnTo>
                  <a:lnTo>
                    <a:pt x="124206" y="34290"/>
                  </a:lnTo>
                  <a:lnTo>
                    <a:pt x="123444" y="29718"/>
                  </a:lnTo>
                  <a:lnTo>
                    <a:pt x="124206" y="25908"/>
                  </a:lnTo>
                  <a:lnTo>
                    <a:pt x="132588" y="16764"/>
                  </a:lnTo>
                  <a:lnTo>
                    <a:pt x="135636" y="17526"/>
                  </a:lnTo>
                  <a:lnTo>
                    <a:pt x="137160" y="18288"/>
                  </a:lnTo>
                  <a:lnTo>
                    <a:pt x="139446" y="19812"/>
                  </a:lnTo>
                  <a:lnTo>
                    <a:pt x="140970" y="22860"/>
                  </a:lnTo>
                  <a:lnTo>
                    <a:pt x="141732" y="25908"/>
                  </a:lnTo>
                  <a:lnTo>
                    <a:pt x="141732" y="14859"/>
                  </a:lnTo>
                  <a:lnTo>
                    <a:pt x="140970" y="14478"/>
                  </a:lnTo>
                  <a:lnTo>
                    <a:pt x="136398" y="12954"/>
                  </a:lnTo>
                  <a:lnTo>
                    <a:pt x="133350" y="12192"/>
                  </a:lnTo>
                  <a:lnTo>
                    <a:pt x="131826" y="12192"/>
                  </a:lnTo>
                  <a:lnTo>
                    <a:pt x="129540" y="12954"/>
                  </a:lnTo>
                  <a:lnTo>
                    <a:pt x="126492" y="14478"/>
                  </a:lnTo>
                  <a:lnTo>
                    <a:pt x="123444" y="17526"/>
                  </a:lnTo>
                  <a:lnTo>
                    <a:pt x="123444" y="12954"/>
                  </a:lnTo>
                  <a:lnTo>
                    <a:pt x="118872" y="12954"/>
                  </a:lnTo>
                  <a:lnTo>
                    <a:pt x="118872" y="60198"/>
                  </a:lnTo>
                  <a:lnTo>
                    <a:pt x="124206" y="60198"/>
                  </a:lnTo>
                  <a:lnTo>
                    <a:pt x="124206" y="43434"/>
                  </a:lnTo>
                  <a:lnTo>
                    <a:pt x="126492" y="45720"/>
                  </a:lnTo>
                  <a:lnTo>
                    <a:pt x="129540" y="47244"/>
                  </a:lnTo>
                  <a:lnTo>
                    <a:pt x="131064" y="47244"/>
                  </a:lnTo>
                  <a:lnTo>
                    <a:pt x="133350" y="48006"/>
                  </a:lnTo>
                  <a:lnTo>
                    <a:pt x="140208" y="45720"/>
                  </a:lnTo>
                  <a:lnTo>
                    <a:pt x="141732" y="44704"/>
                  </a:lnTo>
                  <a:lnTo>
                    <a:pt x="142494" y="44196"/>
                  </a:lnTo>
                  <a:lnTo>
                    <a:pt x="144780" y="41910"/>
                  </a:lnTo>
                  <a:lnTo>
                    <a:pt x="146304" y="39624"/>
                  </a:lnTo>
                  <a:lnTo>
                    <a:pt x="147066" y="36576"/>
                  </a:lnTo>
                  <a:lnTo>
                    <a:pt x="147828" y="32766"/>
                  </a:lnTo>
                  <a:lnTo>
                    <a:pt x="147828" y="23622"/>
                  </a:lnTo>
                  <a:close/>
                </a:path>
                <a:path w="668654" h="60325">
                  <a:moveTo>
                    <a:pt x="182880" y="36576"/>
                  </a:moveTo>
                  <a:lnTo>
                    <a:pt x="181356" y="30480"/>
                  </a:lnTo>
                  <a:lnTo>
                    <a:pt x="179070" y="28956"/>
                  </a:lnTo>
                  <a:lnTo>
                    <a:pt x="176784" y="27813"/>
                  </a:lnTo>
                  <a:lnTo>
                    <a:pt x="176784" y="35052"/>
                  </a:lnTo>
                  <a:lnTo>
                    <a:pt x="176784" y="38100"/>
                  </a:lnTo>
                  <a:lnTo>
                    <a:pt x="176022" y="39624"/>
                  </a:lnTo>
                  <a:lnTo>
                    <a:pt x="174498" y="41148"/>
                  </a:lnTo>
                  <a:lnTo>
                    <a:pt x="172974" y="41910"/>
                  </a:lnTo>
                  <a:lnTo>
                    <a:pt x="169926" y="41910"/>
                  </a:lnTo>
                  <a:lnTo>
                    <a:pt x="166878" y="42672"/>
                  </a:lnTo>
                  <a:lnTo>
                    <a:pt x="160782" y="42672"/>
                  </a:lnTo>
                  <a:lnTo>
                    <a:pt x="160782" y="31242"/>
                  </a:lnTo>
                  <a:lnTo>
                    <a:pt x="173736" y="31242"/>
                  </a:lnTo>
                  <a:lnTo>
                    <a:pt x="175260" y="32766"/>
                  </a:lnTo>
                  <a:lnTo>
                    <a:pt x="176022" y="34290"/>
                  </a:lnTo>
                  <a:lnTo>
                    <a:pt x="176784" y="35052"/>
                  </a:lnTo>
                  <a:lnTo>
                    <a:pt x="176784" y="27813"/>
                  </a:lnTo>
                  <a:lnTo>
                    <a:pt x="176022" y="27432"/>
                  </a:lnTo>
                  <a:lnTo>
                    <a:pt x="168402" y="25908"/>
                  </a:lnTo>
                  <a:lnTo>
                    <a:pt x="160782" y="25908"/>
                  </a:lnTo>
                  <a:lnTo>
                    <a:pt x="160782" y="12954"/>
                  </a:lnTo>
                  <a:lnTo>
                    <a:pt x="155448" y="12954"/>
                  </a:lnTo>
                  <a:lnTo>
                    <a:pt x="155448" y="47244"/>
                  </a:lnTo>
                  <a:lnTo>
                    <a:pt x="182118" y="39624"/>
                  </a:lnTo>
                  <a:lnTo>
                    <a:pt x="182880" y="36576"/>
                  </a:lnTo>
                  <a:close/>
                </a:path>
                <a:path w="668654" h="60325">
                  <a:moveTo>
                    <a:pt x="192798" y="12954"/>
                  </a:moveTo>
                  <a:lnTo>
                    <a:pt x="186690" y="12954"/>
                  </a:lnTo>
                  <a:lnTo>
                    <a:pt x="186690" y="47244"/>
                  </a:lnTo>
                  <a:lnTo>
                    <a:pt x="192798" y="47244"/>
                  </a:lnTo>
                  <a:lnTo>
                    <a:pt x="192798" y="12954"/>
                  </a:lnTo>
                  <a:close/>
                </a:path>
                <a:path w="668654" h="60325">
                  <a:moveTo>
                    <a:pt x="229362" y="35814"/>
                  </a:moveTo>
                  <a:lnTo>
                    <a:pt x="228600" y="34290"/>
                  </a:lnTo>
                  <a:lnTo>
                    <a:pt x="227838" y="32004"/>
                  </a:lnTo>
                  <a:lnTo>
                    <a:pt x="227076" y="30480"/>
                  </a:lnTo>
                  <a:lnTo>
                    <a:pt x="224028" y="28956"/>
                  </a:lnTo>
                  <a:lnTo>
                    <a:pt x="224790" y="28194"/>
                  </a:lnTo>
                  <a:lnTo>
                    <a:pt x="226314" y="27432"/>
                  </a:lnTo>
                  <a:lnTo>
                    <a:pt x="227507" y="24714"/>
                  </a:lnTo>
                  <a:lnTo>
                    <a:pt x="228968" y="21120"/>
                  </a:lnTo>
                  <a:lnTo>
                    <a:pt x="227076" y="18288"/>
                  </a:lnTo>
                  <a:lnTo>
                    <a:pt x="226314" y="16764"/>
                  </a:lnTo>
                  <a:lnTo>
                    <a:pt x="224790" y="15240"/>
                  </a:lnTo>
                  <a:lnTo>
                    <a:pt x="223266" y="14478"/>
                  </a:lnTo>
                  <a:lnTo>
                    <a:pt x="223266" y="35052"/>
                  </a:lnTo>
                  <a:lnTo>
                    <a:pt x="223266" y="38862"/>
                  </a:lnTo>
                  <a:lnTo>
                    <a:pt x="222504" y="40386"/>
                  </a:lnTo>
                  <a:lnTo>
                    <a:pt x="221742" y="41148"/>
                  </a:lnTo>
                  <a:lnTo>
                    <a:pt x="220218" y="41910"/>
                  </a:lnTo>
                  <a:lnTo>
                    <a:pt x="217932" y="41910"/>
                  </a:lnTo>
                  <a:lnTo>
                    <a:pt x="214884" y="42672"/>
                  </a:lnTo>
                  <a:lnTo>
                    <a:pt x="207264" y="42672"/>
                  </a:lnTo>
                  <a:lnTo>
                    <a:pt x="207264" y="32004"/>
                  </a:lnTo>
                  <a:lnTo>
                    <a:pt x="220218" y="32004"/>
                  </a:lnTo>
                  <a:lnTo>
                    <a:pt x="222504" y="34290"/>
                  </a:lnTo>
                  <a:lnTo>
                    <a:pt x="223266" y="35052"/>
                  </a:lnTo>
                  <a:lnTo>
                    <a:pt x="223266" y="14478"/>
                  </a:lnTo>
                  <a:lnTo>
                    <a:pt x="222504" y="13716"/>
                  </a:lnTo>
                  <a:lnTo>
                    <a:pt x="222504" y="22860"/>
                  </a:lnTo>
                  <a:lnTo>
                    <a:pt x="221742" y="23622"/>
                  </a:lnTo>
                  <a:lnTo>
                    <a:pt x="221742" y="24384"/>
                  </a:lnTo>
                  <a:lnTo>
                    <a:pt x="219456" y="26670"/>
                  </a:lnTo>
                  <a:lnTo>
                    <a:pt x="218694" y="26670"/>
                  </a:lnTo>
                  <a:lnTo>
                    <a:pt x="217170" y="27432"/>
                  </a:lnTo>
                  <a:lnTo>
                    <a:pt x="207264" y="27432"/>
                  </a:lnTo>
                  <a:lnTo>
                    <a:pt x="207264" y="17526"/>
                  </a:lnTo>
                  <a:lnTo>
                    <a:pt x="208788" y="17526"/>
                  </a:lnTo>
                  <a:lnTo>
                    <a:pt x="213004" y="17830"/>
                  </a:lnTo>
                  <a:lnTo>
                    <a:pt x="219849" y="16116"/>
                  </a:lnTo>
                  <a:lnTo>
                    <a:pt x="221742" y="21336"/>
                  </a:lnTo>
                  <a:lnTo>
                    <a:pt x="222504" y="22860"/>
                  </a:lnTo>
                  <a:lnTo>
                    <a:pt x="222504" y="13716"/>
                  </a:lnTo>
                  <a:lnTo>
                    <a:pt x="219849" y="13589"/>
                  </a:lnTo>
                  <a:lnTo>
                    <a:pt x="217932" y="12954"/>
                  </a:lnTo>
                  <a:lnTo>
                    <a:pt x="201930" y="12954"/>
                  </a:lnTo>
                  <a:lnTo>
                    <a:pt x="201930" y="47244"/>
                  </a:lnTo>
                  <a:lnTo>
                    <a:pt x="207264" y="47244"/>
                  </a:lnTo>
                  <a:lnTo>
                    <a:pt x="217170" y="47244"/>
                  </a:lnTo>
                  <a:lnTo>
                    <a:pt x="223266" y="45720"/>
                  </a:lnTo>
                  <a:lnTo>
                    <a:pt x="224028" y="45529"/>
                  </a:lnTo>
                  <a:lnTo>
                    <a:pt x="226314" y="44958"/>
                  </a:lnTo>
                  <a:lnTo>
                    <a:pt x="227838" y="42672"/>
                  </a:lnTo>
                  <a:lnTo>
                    <a:pt x="228600" y="40386"/>
                  </a:lnTo>
                  <a:lnTo>
                    <a:pt x="229362" y="37338"/>
                  </a:lnTo>
                  <a:lnTo>
                    <a:pt x="229362" y="35814"/>
                  </a:lnTo>
                  <a:close/>
                </a:path>
                <a:path w="668654" h="60325">
                  <a:moveTo>
                    <a:pt x="265938" y="47244"/>
                  </a:moveTo>
                  <a:lnTo>
                    <a:pt x="264414" y="42672"/>
                  </a:lnTo>
                  <a:lnTo>
                    <a:pt x="264414" y="22098"/>
                  </a:lnTo>
                  <a:lnTo>
                    <a:pt x="262128" y="16002"/>
                  </a:lnTo>
                  <a:lnTo>
                    <a:pt x="258318" y="12954"/>
                  </a:lnTo>
                  <a:lnTo>
                    <a:pt x="246888" y="12954"/>
                  </a:lnTo>
                  <a:lnTo>
                    <a:pt x="240030" y="15240"/>
                  </a:lnTo>
                  <a:lnTo>
                    <a:pt x="235458" y="22860"/>
                  </a:lnTo>
                  <a:lnTo>
                    <a:pt x="241554" y="23622"/>
                  </a:lnTo>
                  <a:lnTo>
                    <a:pt x="243840" y="18288"/>
                  </a:lnTo>
                  <a:lnTo>
                    <a:pt x="249936" y="16764"/>
                  </a:lnTo>
                  <a:lnTo>
                    <a:pt x="256794" y="19050"/>
                  </a:lnTo>
                  <a:lnTo>
                    <a:pt x="258318" y="25146"/>
                  </a:lnTo>
                  <a:lnTo>
                    <a:pt x="258318" y="29718"/>
                  </a:lnTo>
                  <a:lnTo>
                    <a:pt x="258318" y="32004"/>
                  </a:lnTo>
                  <a:lnTo>
                    <a:pt x="257556" y="34290"/>
                  </a:lnTo>
                  <a:lnTo>
                    <a:pt x="257556" y="38100"/>
                  </a:lnTo>
                  <a:lnTo>
                    <a:pt x="256032" y="39624"/>
                  </a:lnTo>
                  <a:lnTo>
                    <a:pt x="255270" y="41148"/>
                  </a:lnTo>
                  <a:lnTo>
                    <a:pt x="253746" y="41910"/>
                  </a:lnTo>
                  <a:lnTo>
                    <a:pt x="251460" y="42672"/>
                  </a:lnTo>
                  <a:lnTo>
                    <a:pt x="249936" y="42672"/>
                  </a:lnTo>
                  <a:lnTo>
                    <a:pt x="247650" y="43434"/>
                  </a:lnTo>
                  <a:lnTo>
                    <a:pt x="245364" y="42672"/>
                  </a:lnTo>
                  <a:lnTo>
                    <a:pt x="243840" y="42672"/>
                  </a:lnTo>
                  <a:lnTo>
                    <a:pt x="242316" y="41910"/>
                  </a:lnTo>
                  <a:lnTo>
                    <a:pt x="241554" y="40386"/>
                  </a:lnTo>
                  <a:lnTo>
                    <a:pt x="240792" y="39624"/>
                  </a:lnTo>
                  <a:lnTo>
                    <a:pt x="240792" y="35814"/>
                  </a:lnTo>
                  <a:lnTo>
                    <a:pt x="243078" y="33528"/>
                  </a:lnTo>
                  <a:lnTo>
                    <a:pt x="243840" y="33528"/>
                  </a:lnTo>
                  <a:lnTo>
                    <a:pt x="246888" y="32004"/>
                  </a:lnTo>
                  <a:lnTo>
                    <a:pt x="249174" y="32004"/>
                  </a:lnTo>
                  <a:lnTo>
                    <a:pt x="252984" y="31242"/>
                  </a:lnTo>
                  <a:lnTo>
                    <a:pt x="256032" y="30480"/>
                  </a:lnTo>
                  <a:lnTo>
                    <a:pt x="258318" y="29718"/>
                  </a:lnTo>
                  <a:lnTo>
                    <a:pt x="258318" y="25146"/>
                  </a:lnTo>
                  <a:lnTo>
                    <a:pt x="247650" y="27432"/>
                  </a:lnTo>
                  <a:lnTo>
                    <a:pt x="238506" y="29718"/>
                  </a:lnTo>
                  <a:lnTo>
                    <a:pt x="235458" y="33528"/>
                  </a:lnTo>
                  <a:lnTo>
                    <a:pt x="234696" y="38100"/>
                  </a:lnTo>
                  <a:lnTo>
                    <a:pt x="236982" y="44958"/>
                  </a:lnTo>
                  <a:lnTo>
                    <a:pt x="240792" y="46863"/>
                  </a:lnTo>
                  <a:lnTo>
                    <a:pt x="241554" y="47244"/>
                  </a:lnTo>
                  <a:lnTo>
                    <a:pt x="246126" y="48006"/>
                  </a:lnTo>
                  <a:lnTo>
                    <a:pt x="252984" y="46482"/>
                  </a:lnTo>
                  <a:lnTo>
                    <a:pt x="258318" y="43141"/>
                  </a:lnTo>
                  <a:lnTo>
                    <a:pt x="259080" y="42672"/>
                  </a:lnTo>
                  <a:lnTo>
                    <a:pt x="259842" y="47244"/>
                  </a:lnTo>
                  <a:lnTo>
                    <a:pt x="265938" y="47244"/>
                  </a:lnTo>
                  <a:close/>
                </a:path>
                <a:path w="668654" h="60325">
                  <a:moveTo>
                    <a:pt x="297180" y="12954"/>
                  </a:moveTo>
                  <a:lnTo>
                    <a:pt x="269748" y="12954"/>
                  </a:lnTo>
                  <a:lnTo>
                    <a:pt x="269748" y="17526"/>
                  </a:lnTo>
                  <a:lnTo>
                    <a:pt x="280416" y="17526"/>
                  </a:lnTo>
                  <a:lnTo>
                    <a:pt x="280416" y="47244"/>
                  </a:lnTo>
                  <a:lnTo>
                    <a:pt x="286512" y="47244"/>
                  </a:lnTo>
                  <a:lnTo>
                    <a:pt x="286512" y="17526"/>
                  </a:lnTo>
                  <a:lnTo>
                    <a:pt x="297180" y="17526"/>
                  </a:lnTo>
                  <a:lnTo>
                    <a:pt x="297180" y="12954"/>
                  </a:lnTo>
                  <a:close/>
                </a:path>
                <a:path w="668654" h="60325">
                  <a:moveTo>
                    <a:pt x="331470" y="29718"/>
                  </a:moveTo>
                  <a:lnTo>
                    <a:pt x="329044" y="19024"/>
                  </a:lnTo>
                  <a:lnTo>
                    <a:pt x="325374" y="16408"/>
                  </a:lnTo>
                  <a:lnTo>
                    <a:pt x="325374" y="23622"/>
                  </a:lnTo>
                  <a:lnTo>
                    <a:pt x="325374" y="26670"/>
                  </a:lnTo>
                  <a:lnTo>
                    <a:pt x="306324" y="26670"/>
                  </a:lnTo>
                  <a:lnTo>
                    <a:pt x="307086" y="23622"/>
                  </a:lnTo>
                  <a:lnTo>
                    <a:pt x="310934" y="18796"/>
                  </a:lnTo>
                  <a:lnTo>
                    <a:pt x="315988" y="16916"/>
                  </a:lnTo>
                  <a:lnTo>
                    <a:pt x="321170" y="18376"/>
                  </a:lnTo>
                  <a:lnTo>
                    <a:pt x="325374" y="23622"/>
                  </a:lnTo>
                  <a:lnTo>
                    <a:pt x="325374" y="16408"/>
                  </a:lnTo>
                  <a:lnTo>
                    <a:pt x="320675" y="13055"/>
                  </a:lnTo>
                  <a:lnTo>
                    <a:pt x="310464" y="13131"/>
                  </a:lnTo>
                  <a:lnTo>
                    <a:pt x="302514" y="20574"/>
                  </a:lnTo>
                  <a:lnTo>
                    <a:pt x="300990" y="25146"/>
                  </a:lnTo>
                  <a:lnTo>
                    <a:pt x="300228" y="30480"/>
                  </a:lnTo>
                  <a:lnTo>
                    <a:pt x="303339" y="41325"/>
                  </a:lnTo>
                  <a:lnTo>
                    <a:pt x="306324" y="43599"/>
                  </a:lnTo>
                  <a:lnTo>
                    <a:pt x="310857" y="47053"/>
                  </a:lnTo>
                  <a:lnTo>
                    <a:pt x="320116" y="47548"/>
                  </a:lnTo>
                  <a:lnTo>
                    <a:pt x="328422" y="42672"/>
                  </a:lnTo>
                  <a:lnTo>
                    <a:pt x="329946" y="40386"/>
                  </a:lnTo>
                  <a:lnTo>
                    <a:pt x="331470" y="37338"/>
                  </a:lnTo>
                  <a:lnTo>
                    <a:pt x="329946" y="36576"/>
                  </a:lnTo>
                  <a:lnTo>
                    <a:pt x="325374" y="36576"/>
                  </a:lnTo>
                  <a:lnTo>
                    <a:pt x="324612" y="38100"/>
                  </a:lnTo>
                  <a:lnTo>
                    <a:pt x="319493" y="42291"/>
                  </a:lnTo>
                  <a:lnTo>
                    <a:pt x="314020" y="42900"/>
                  </a:lnTo>
                  <a:lnTo>
                    <a:pt x="309473" y="40347"/>
                  </a:lnTo>
                  <a:lnTo>
                    <a:pt x="307086" y="35052"/>
                  </a:lnTo>
                  <a:lnTo>
                    <a:pt x="306324" y="31242"/>
                  </a:lnTo>
                  <a:lnTo>
                    <a:pt x="325374" y="31242"/>
                  </a:lnTo>
                  <a:lnTo>
                    <a:pt x="331470" y="31242"/>
                  </a:lnTo>
                  <a:lnTo>
                    <a:pt x="331470" y="29718"/>
                  </a:lnTo>
                  <a:close/>
                </a:path>
                <a:path w="668654" h="60325">
                  <a:moveTo>
                    <a:pt x="368046" y="12954"/>
                  </a:moveTo>
                  <a:lnTo>
                    <a:pt x="341376" y="12954"/>
                  </a:lnTo>
                  <a:lnTo>
                    <a:pt x="341376" y="41148"/>
                  </a:lnTo>
                  <a:lnTo>
                    <a:pt x="340614" y="41910"/>
                  </a:lnTo>
                  <a:lnTo>
                    <a:pt x="339090" y="41910"/>
                  </a:lnTo>
                  <a:lnTo>
                    <a:pt x="337566" y="42672"/>
                  </a:lnTo>
                  <a:lnTo>
                    <a:pt x="335280" y="42672"/>
                  </a:lnTo>
                  <a:lnTo>
                    <a:pt x="335280" y="47244"/>
                  </a:lnTo>
                  <a:lnTo>
                    <a:pt x="338328" y="47244"/>
                  </a:lnTo>
                  <a:lnTo>
                    <a:pt x="341566" y="47472"/>
                  </a:lnTo>
                  <a:lnTo>
                    <a:pt x="343522" y="47282"/>
                  </a:lnTo>
                  <a:lnTo>
                    <a:pt x="345948" y="44958"/>
                  </a:lnTo>
                  <a:lnTo>
                    <a:pt x="346710" y="43434"/>
                  </a:lnTo>
                  <a:lnTo>
                    <a:pt x="346710" y="42672"/>
                  </a:lnTo>
                  <a:lnTo>
                    <a:pt x="347472" y="40386"/>
                  </a:lnTo>
                  <a:lnTo>
                    <a:pt x="347472" y="17526"/>
                  </a:lnTo>
                  <a:lnTo>
                    <a:pt x="362712" y="17526"/>
                  </a:lnTo>
                  <a:lnTo>
                    <a:pt x="362712" y="47244"/>
                  </a:lnTo>
                  <a:lnTo>
                    <a:pt x="368046" y="47244"/>
                  </a:lnTo>
                  <a:lnTo>
                    <a:pt x="368046" y="12954"/>
                  </a:lnTo>
                  <a:close/>
                </a:path>
                <a:path w="668654" h="60325">
                  <a:moveTo>
                    <a:pt x="404622" y="12954"/>
                  </a:moveTo>
                  <a:lnTo>
                    <a:pt x="398526" y="12954"/>
                  </a:lnTo>
                  <a:lnTo>
                    <a:pt x="394716" y="19812"/>
                  </a:lnTo>
                  <a:lnTo>
                    <a:pt x="387096" y="32004"/>
                  </a:lnTo>
                  <a:lnTo>
                    <a:pt x="382524" y="38862"/>
                  </a:lnTo>
                  <a:lnTo>
                    <a:pt x="382524" y="12954"/>
                  </a:lnTo>
                  <a:lnTo>
                    <a:pt x="376428" y="12954"/>
                  </a:lnTo>
                  <a:lnTo>
                    <a:pt x="376428" y="47244"/>
                  </a:lnTo>
                  <a:lnTo>
                    <a:pt x="383286" y="47244"/>
                  </a:lnTo>
                  <a:lnTo>
                    <a:pt x="387096" y="40386"/>
                  </a:lnTo>
                  <a:lnTo>
                    <a:pt x="394716" y="27432"/>
                  </a:lnTo>
                  <a:lnTo>
                    <a:pt x="399288" y="21336"/>
                  </a:lnTo>
                  <a:lnTo>
                    <a:pt x="399288" y="47244"/>
                  </a:lnTo>
                  <a:lnTo>
                    <a:pt x="404622" y="47244"/>
                  </a:lnTo>
                  <a:lnTo>
                    <a:pt x="404622" y="12954"/>
                  </a:lnTo>
                  <a:close/>
                </a:path>
                <a:path w="668654" h="60325">
                  <a:moveTo>
                    <a:pt x="457962" y="12954"/>
                  </a:moveTo>
                  <a:lnTo>
                    <a:pt x="431292" y="12954"/>
                  </a:lnTo>
                  <a:lnTo>
                    <a:pt x="431292" y="47244"/>
                  </a:lnTo>
                  <a:lnTo>
                    <a:pt x="437388" y="47244"/>
                  </a:lnTo>
                  <a:lnTo>
                    <a:pt x="437388" y="17526"/>
                  </a:lnTo>
                  <a:lnTo>
                    <a:pt x="452628" y="17526"/>
                  </a:lnTo>
                  <a:lnTo>
                    <a:pt x="452628" y="47244"/>
                  </a:lnTo>
                  <a:lnTo>
                    <a:pt x="457962" y="47244"/>
                  </a:lnTo>
                  <a:lnTo>
                    <a:pt x="457962" y="12954"/>
                  </a:lnTo>
                  <a:close/>
                </a:path>
                <a:path w="668654" h="60325">
                  <a:moveTo>
                    <a:pt x="494538" y="12954"/>
                  </a:moveTo>
                  <a:lnTo>
                    <a:pt x="488442" y="12954"/>
                  </a:lnTo>
                  <a:lnTo>
                    <a:pt x="484632" y="19812"/>
                  </a:lnTo>
                  <a:lnTo>
                    <a:pt x="476250" y="32004"/>
                  </a:lnTo>
                  <a:lnTo>
                    <a:pt x="471678" y="38862"/>
                  </a:lnTo>
                  <a:lnTo>
                    <a:pt x="471678" y="12954"/>
                  </a:lnTo>
                  <a:lnTo>
                    <a:pt x="466344" y="12954"/>
                  </a:lnTo>
                  <a:lnTo>
                    <a:pt x="466344" y="47244"/>
                  </a:lnTo>
                  <a:lnTo>
                    <a:pt x="472440" y="47244"/>
                  </a:lnTo>
                  <a:lnTo>
                    <a:pt x="477012" y="40386"/>
                  </a:lnTo>
                  <a:lnTo>
                    <a:pt x="484632" y="27432"/>
                  </a:lnTo>
                  <a:lnTo>
                    <a:pt x="488442" y="21336"/>
                  </a:lnTo>
                  <a:lnTo>
                    <a:pt x="488442" y="47244"/>
                  </a:lnTo>
                  <a:lnTo>
                    <a:pt x="494538" y="47244"/>
                  </a:lnTo>
                  <a:lnTo>
                    <a:pt x="494538" y="12954"/>
                  </a:lnTo>
                  <a:close/>
                </a:path>
                <a:path w="668654" h="60325">
                  <a:moveTo>
                    <a:pt x="527304" y="12954"/>
                  </a:moveTo>
                  <a:lnTo>
                    <a:pt x="499872" y="12954"/>
                  </a:lnTo>
                  <a:lnTo>
                    <a:pt x="499872" y="17526"/>
                  </a:lnTo>
                  <a:lnTo>
                    <a:pt x="510540" y="17526"/>
                  </a:lnTo>
                  <a:lnTo>
                    <a:pt x="510540" y="47244"/>
                  </a:lnTo>
                  <a:lnTo>
                    <a:pt x="516636" y="47244"/>
                  </a:lnTo>
                  <a:lnTo>
                    <a:pt x="516636" y="17526"/>
                  </a:lnTo>
                  <a:lnTo>
                    <a:pt x="527304" y="17526"/>
                  </a:lnTo>
                  <a:lnTo>
                    <a:pt x="527304" y="12954"/>
                  </a:lnTo>
                  <a:close/>
                </a:path>
                <a:path w="668654" h="60325">
                  <a:moveTo>
                    <a:pt x="562356" y="47244"/>
                  </a:moveTo>
                  <a:lnTo>
                    <a:pt x="560832" y="42672"/>
                  </a:lnTo>
                  <a:lnTo>
                    <a:pt x="560070" y="19812"/>
                  </a:lnTo>
                  <a:lnTo>
                    <a:pt x="557022" y="14478"/>
                  </a:lnTo>
                  <a:lnTo>
                    <a:pt x="547116" y="12192"/>
                  </a:lnTo>
                  <a:lnTo>
                    <a:pt x="539496" y="13716"/>
                  </a:lnTo>
                  <a:lnTo>
                    <a:pt x="534924" y="16764"/>
                  </a:lnTo>
                  <a:lnTo>
                    <a:pt x="531876" y="22860"/>
                  </a:lnTo>
                  <a:lnTo>
                    <a:pt x="537972" y="23622"/>
                  </a:lnTo>
                  <a:lnTo>
                    <a:pt x="540258" y="18288"/>
                  </a:lnTo>
                  <a:lnTo>
                    <a:pt x="546354" y="16764"/>
                  </a:lnTo>
                  <a:lnTo>
                    <a:pt x="553212" y="19050"/>
                  </a:lnTo>
                  <a:lnTo>
                    <a:pt x="554736" y="25146"/>
                  </a:lnTo>
                  <a:lnTo>
                    <a:pt x="554736" y="29718"/>
                  </a:lnTo>
                  <a:lnTo>
                    <a:pt x="554736" y="34290"/>
                  </a:lnTo>
                  <a:lnTo>
                    <a:pt x="553974" y="36576"/>
                  </a:lnTo>
                  <a:lnTo>
                    <a:pt x="553974" y="38100"/>
                  </a:lnTo>
                  <a:lnTo>
                    <a:pt x="552450" y="39624"/>
                  </a:lnTo>
                  <a:lnTo>
                    <a:pt x="551688" y="41148"/>
                  </a:lnTo>
                  <a:lnTo>
                    <a:pt x="550164" y="41910"/>
                  </a:lnTo>
                  <a:lnTo>
                    <a:pt x="547878" y="42672"/>
                  </a:lnTo>
                  <a:lnTo>
                    <a:pt x="546354" y="42672"/>
                  </a:lnTo>
                  <a:lnTo>
                    <a:pt x="544068" y="43434"/>
                  </a:lnTo>
                  <a:lnTo>
                    <a:pt x="541782" y="42672"/>
                  </a:lnTo>
                  <a:lnTo>
                    <a:pt x="540258" y="42672"/>
                  </a:lnTo>
                  <a:lnTo>
                    <a:pt x="538734" y="41910"/>
                  </a:lnTo>
                  <a:lnTo>
                    <a:pt x="537972" y="40386"/>
                  </a:lnTo>
                  <a:lnTo>
                    <a:pt x="537210" y="39624"/>
                  </a:lnTo>
                  <a:lnTo>
                    <a:pt x="537210" y="35814"/>
                  </a:lnTo>
                  <a:lnTo>
                    <a:pt x="539496" y="33528"/>
                  </a:lnTo>
                  <a:lnTo>
                    <a:pt x="540258" y="33528"/>
                  </a:lnTo>
                  <a:lnTo>
                    <a:pt x="541020" y="32766"/>
                  </a:lnTo>
                  <a:lnTo>
                    <a:pt x="543306" y="32004"/>
                  </a:lnTo>
                  <a:lnTo>
                    <a:pt x="545592" y="32004"/>
                  </a:lnTo>
                  <a:lnTo>
                    <a:pt x="549402" y="31242"/>
                  </a:lnTo>
                  <a:lnTo>
                    <a:pt x="552450" y="30480"/>
                  </a:lnTo>
                  <a:lnTo>
                    <a:pt x="554736" y="29718"/>
                  </a:lnTo>
                  <a:lnTo>
                    <a:pt x="554736" y="25146"/>
                  </a:lnTo>
                  <a:lnTo>
                    <a:pt x="544068" y="27432"/>
                  </a:lnTo>
                  <a:lnTo>
                    <a:pt x="534924" y="29718"/>
                  </a:lnTo>
                  <a:lnTo>
                    <a:pt x="531114" y="35814"/>
                  </a:lnTo>
                  <a:lnTo>
                    <a:pt x="531876" y="41910"/>
                  </a:lnTo>
                  <a:lnTo>
                    <a:pt x="534162" y="44958"/>
                  </a:lnTo>
                  <a:lnTo>
                    <a:pt x="537210" y="46786"/>
                  </a:lnTo>
                  <a:lnTo>
                    <a:pt x="537972" y="47244"/>
                  </a:lnTo>
                  <a:lnTo>
                    <a:pt x="545592" y="47244"/>
                  </a:lnTo>
                  <a:lnTo>
                    <a:pt x="554736" y="42672"/>
                  </a:lnTo>
                  <a:lnTo>
                    <a:pt x="556260" y="47244"/>
                  </a:lnTo>
                  <a:lnTo>
                    <a:pt x="562356" y="47244"/>
                  </a:lnTo>
                  <a:close/>
                </a:path>
                <a:path w="668654" h="60325">
                  <a:moveTo>
                    <a:pt x="596646" y="12954"/>
                  </a:moveTo>
                  <a:lnTo>
                    <a:pt x="591312" y="12954"/>
                  </a:lnTo>
                  <a:lnTo>
                    <a:pt x="591312" y="26670"/>
                  </a:lnTo>
                  <a:lnTo>
                    <a:pt x="575310" y="26670"/>
                  </a:lnTo>
                  <a:lnTo>
                    <a:pt x="575310" y="12954"/>
                  </a:lnTo>
                  <a:lnTo>
                    <a:pt x="569214" y="12954"/>
                  </a:lnTo>
                  <a:lnTo>
                    <a:pt x="569214" y="47244"/>
                  </a:lnTo>
                  <a:lnTo>
                    <a:pt x="575310" y="47244"/>
                  </a:lnTo>
                  <a:lnTo>
                    <a:pt x="575310" y="32004"/>
                  </a:lnTo>
                  <a:lnTo>
                    <a:pt x="591312" y="32004"/>
                  </a:lnTo>
                  <a:lnTo>
                    <a:pt x="591312" y="47244"/>
                  </a:lnTo>
                  <a:lnTo>
                    <a:pt x="596646" y="47244"/>
                  </a:lnTo>
                  <a:lnTo>
                    <a:pt x="596646" y="12954"/>
                  </a:lnTo>
                  <a:close/>
                </a:path>
                <a:path w="668654" h="60325">
                  <a:moveTo>
                    <a:pt x="633222" y="12954"/>
                  </a:moveTo>
                  <a:lnTo>
                    <a:pt x="627126" y="12954"/>
                  </a:lnTo>
                  <a:lnTo>
                    <a:pt x="623316" y="19812"/>
                  </a:lnTo>
                  <a:lnTo>
                    <a:pt x="614934" y="32004"/>
                  </a:lnTo>
                  <a:lnTo>
                    <a:pt x="611124" y="38862"/>
                  </a:lnTo>
                  <a:lnTo>
                    <a:pt x="611124" y="12954"/>
                  </a:lnTo>
                  <a:lnTo>
                    <a:pt x="605028" y="12954"/>
                  </a:lnTo>
                  <a:lnTo>
                    <a:pt x="605028" y="47244"/>
                  </a:lnTo>
                  <a:lnTo>
                    <a:pt x="611124" y="47244"/>
                  </a:lnTo>
                  <a:lnTo>
                    <a:pt x="615696" y="40386"/>
                  </a:lnTo>
                  <a:lnTo>
                    <a:pt x="623316" y="27432"/>
                  </a:lnTo>
                  <a:lnTo>
                    <a:pt x="627888" y="21336"/>
                  </a:lnTo>
                  <a:lnTo>
                    <a:pt x="627888" y="47244"/>
                  </a:lnTo>
                  <a:lnTo>
                    <a:pt x="633222" y="47244"/>
                  </a:lnTo>
                  <a:lnTo>
                    <a:pt x="633222" y="12954"/>
                  </a:lnTo>
                  <a:close/>
                </a:path>
                <a:path w="668654" h="60325">
                  <a:moveTo>
                    <a:pt x="668274" y="12954"/>
                  </a:moveTo>
                  <a:lnTo>
                    <a:pt x="662178" y="12915"/>
                  </a:lnTo>
                  <a:lnTo>
                    <a:pt x="662178" y="17526"/>
                  </a:lnTo>
                  <a:lnTo>
                    <a:pt x="662178" y="28956"/>
                  </a:lnTo>
                  <a:lnTo>
                    <a:pt x="656082" y="28956"/>
                  </a:lnTo>
                  <a:lnTo>
                    <a:pt x="653034" y="28194"/>
                  </a:lnTo>
                  <a:lnTo>
                    <a:pt x="649986" y="28194"/>
                  </a:lnTo>
                  <a:lnTo>
                    <a:pt x="648462" y="27432"/>
                  </a:lnTo>
                  <a:lnTo>
                    <a:pt x="646176" y="25146"/>
                  </a:lnTo>
                  <a:lnTo>
                    <a:pt x="646176" y="21336"/>
                  </a:lnTo>
                  <a:lnTo>
                    <a:pt x="646938" y="20574"/>
                  </a:lnTo>
                  <a:lnTo>
                    <a:pt x="647700" y="19050"/>
                  </a:lnTo>
                  <a:lnTo>
                    <a:pt x="649224" y="18288"/>
                  </a:lnTo>
                  <a:lnTo>
                    <a:pt x="651383" y="17564"/>
                  </a:lnTo>
                  <a:lnTo>
                    <a:pt x="662178" y="17526"/>
                  </a:lnTo>
                  <a:lnTo>
                    <a:pt x="662178" y="12915"/>
                  </a:lnTo>
                  <a:lnTo>
                    <a:pt x="656082" y="12877"/>
                  </a:lnTo>
                  <a:lnTo>
                    <a:pt x="651383" y="12433"/>
                  </a:lnTo>
                  <a:lnTo>
                    <a:pt x="645807" y="13982"/>
                  </a:lnTo>
                  <a:lnTo>
                    <a:pt x="641604" y="17526"/>
                  </a:lnTo>
                  <a:lnTo>
                    <a:pt x="640842" y="20574"/>
                  </a:lnTo>
                  <a:lnTo>
                    <a:pt x="640842" y="25146"/>
                  </a:lnTo>
                  <a:lnTo>
                    <a:pt x="641604" y="27432"/>
                  </a:lnTo>
                  <a:lnTo>
                    <a:pt x="643128" y="29718"/>
                  </a:lnTo>
                  <a:lnTo>
                    <a:pt x="644652" y="31242"/>
                  </a:lnTo>
                  <a:lnTo>
                    <a:pt x="646176" y="31750"/>
                  </a:lnTo>
                  <a:lnTo>
                    <a:pt x="646938" y="32004"/>
                  </a:lnTo>
                  <a:lnTo>
                    <a:pt x="649986" y="33528"/>
                  </a:lnTo>
                  <a:lnTo>
                    <a:pt x="648462" y="34290"/>
                  </a:lnTo>
                  <a:lnTo>
                    <a:pt x="646176" y="35814"/>
                  </a:lnTo>
                  <a:lnTo>
                    <a:pt x="644652" y="38100"/>
                  </a:lnTo>
                  <a:lnTo>
                    <a:pt x="642366" y="40386"/>
                  </a:lnTo>
                  <a:lnTo>
                    <a:pt x="640080" y="44196"/>
                  </a:lnTo>
                  <a:lnTo>
                    <a:pt x="638556" y="47244"/>
                  </a:lnTo>
                  <a:lnTo>
                    <a:pt x="645414" y="47244"/>
                  </a:lnTo>
                  <a:lnTo>
                    <a:pt x="646938" y="44958"/>
                  </a:lnTo>
                  <a:lnTo>
                    <a:pt x="649986" y="41452"/>
                  </a:lnTo>
                  <a:lnTo>
                    <a:pt x="652106" y="39027"/>
                  </a:lnTo>
                  <a:lnTo>
                    <a:pt x="652106" y="32943"/>
                  </a:lnTo>
                  <a:lnTo>
                    <a:pt x="661416" y="34290"/>
                  </a:lnTo>
                  <a:lnTo>
                    <a:pt x="662178" y="34290"/>
                  </a:lnTo>
                  <a:lnTo>
                    <a:pt x="662178" y="47244"/>
                  </a:lnTo>
                  <a:lnTo>
                    <a:pt x="668274" y="47244"/>
                  </a:lnTo>
                  <a:lnTo>
                    <a:pt x="668274" y="1295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0" name="object 4290"/>
            <p:cNvSpPr/>
            <p:nvPr/>
          </p:nvSpPr>
          <p:spPr>
            <a:xfrm>
              <a:off x="2475128" y="529653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1" name="object 4291"/>
            <p:cNvSpPr/>
            <p:nvPr/>
          </p:nvSpPr>
          <p:spPr>
            <a:xfrm>
              <a:off x="2475128" y="515633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2" name="object 4292"/>
            <p:cNvSpPr/>
            <p:nvPr/>
          </p:nvSpPr>
          <p:spPr>
            <a:xfrm>
              <a:off x="2475128" y="515633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3" name="object 4293"/>
            <p:cNvSpPr/>
            <p:nvPr/>
          </p:nvSpPr>
          <p:spPr>
            <a:xfrm>
              <a:off x="2475128" y="5156330"/>
              <a:ext cx="3810" cy="140335"/>
            </a:xfrm>
            <a:custGeom>
              <a:avLst/>
              <a:gdLst/>
              <a:ahLst/>
              <a:cxnLst/>
              <a:rect l="l" t="t" r="r" b="b"/>
              <a:pathLst>
                <a:path w="3810" h="140335">
                  <a:moveTo>
                    <a:pt x="3809" y="0"/>
                  </a:moveTo>
                  <a:lnTo>
                    <a:pt x="3809" y="140207"/>
                  </a:lnTo>
                  <a:lnTo>
                    <a:pt x="0" y="140207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4" name="object 4294"/>
            <p:cNvSpPr/>
            <p:nvPr/>
          </p:nvSpPr>
          <p:spPr>
            <a:xfrm>
              <a:off x="2475128" y="5156330"/>
              <a:ext cx="3810" cy="140335"/>
            </a:xfrm>
            <a:custGeom>
              <a:avLst/>
              <a:gdLst/>
              <a:ahLst/>
              <a:cxnLst/>
              <a:rect l="l" t="t" r="r" b="b"/>
              <a:pathLst>
                <a:path w="3810" h="140335">
                  <a:moveTo>
                    <a:pt x="3809" y="0"/>
                  </a:moveTo>
                  <a:lnTo>
                    <a:pt x="3809" y="140207"/>
                  </a:lnTo>
                  <a:lnTo>
                    <a:pt x="0" y="140207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5" name="object 4295"/>
            <p:cNvSpPr/>
            <p:nvPr/>
          </p:nvSpPr>
          <p:spPr>
            <a:xfrm>
              <a:off x="2460650" y="5264534"/>
              <a:ext cx="32384" cy="31750"/>
            </a:xfrm>
            <a:custGeom>
              <a:avLst/>
              <a:gdLst/>
              <a:ahLst/>
              <a:cxnLst/>
              <a:rect l="l" t="t" r="r" b="b"/>
              <a:pathLst>
                <a:path w="32385" h="31750">
                  <a:moveTo>
                    <a:pt x="32004" y="0"/>
                  </a:moveTo>
                  <a:lnTo>
                    <a:pt x="0" y="0"/>
                  </a:lnTo>
                  <a:lnTo>
                    <a:pt x="16002" y="31242"/>
                  </a:lnTo>
                  <a:lnTo>
                    <a:pt x="320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6" name="object 4296"/>
            <p:cNvSpPr/>
            <p:nvPr/>
          </p:nvSpPr>
          <p:spPr>
            <a:xfrm>
              <a:off x="2460650" y="5264534"/>
              <a:ext cx="32384" cy="31750"/>
            </a:xfrm>
            <a:custGeom>
              <a:avLst/>
              <a:gdLst/>
              <a:ahLst/>
              <a:cxnLst/>
              <a:rect l="l" t="t" r="r" b="b"/>
              <a:pathLst>
                <a:path w="32385" h="31750">
                  <a:moveTo>
                    <a:pt x="0" y="0"/>
                  </a:moveTo>
                  <a:lnTo>
                    <a:pt x="16002" y="31242"/>
                  </a:lnTo>
                  <a:lnTo>
                    <a:pt x="3200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7" name="object 4297"/>
            <p:cNvSpPr/>
            <p:nvPr/>
          </p:nvSpPr>
          <p:spPr>
            <a:xfrm>
              <a:off x="2459126" y="5263772"/>
              <a:ext cx="19050" cy="36830"/>
            </a:xfrm>
            <a:custGeom>
              <a:avLst/>
              <a:gdLst/>
              <a:ahLst/>
              <a:cxnLst/>
              <a:rect l="l" t="t" r="r" b="b"/>
              <a:pathLst>
                <a:path w="19050" h="36829">
                  <a:moveTo>
                    <a:pt x="19050" y="32766"/>
                  </a:moveTo>
                  <a:lnTo>
                    <a:pt x="16002" y="31242"/>
                  </a:lnTo>
                  <a:lnTo>
                    <a:pt x="17526" y="2819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17526" y="36576"/>
                  </a:lnTo>
                  <a:lnTo>
                    <a:pt x="19050" y="3276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8" name="object 4298"/>
            <p:cNvSpPr/>
            <p:nvPr/>
          </p:nvSpPr>
          <p:spPr>
            <a:xfrm>
              <a:off x="2459126" y="5263772"/>
              <a:ext cx="19050" cy="36830"/>
            </a:xfrm>
            <a:custGeom>
              <a:avLst/>
              <a:gdLst/>
              <a:ahLst/>
              <a:cxnLst/>
              <a:rect l="l" t="t" r="r" b="b"/>
              <a:pathLst>
                <a:path w="19050" h="36829">
                  <a:moveTo>
                    <a:pt x="0" y="1524"/>
                  </a:moveTo>
                  <a:lnTo>
                    <a:pt x="3048" y="0"/>
                  </a:lnTo>
                  <a:lnTo>
                    <a:pt x="17526" y="28194"/>
                  </a:lnTo>
                  <a:lnTo>
                    <a:pt x="16002" y="31242"/>
                  </a:lnTo>
                  <a:lnTo>
                    <a:pt x="19050" y="32766"/>
                  </a:lnTo>
                  <a:lnTo>
                    <a:pt x="17526" y="3657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9" name="object 4299"/>
            <p:cNvSpPr/>
            <p:nvPr/>
          </p:nvSpPr>
          <p:spPr>
            <a:xfrm>
              <a:off x="2475128" y="5262248"/>
              <a:ext cx="21590" cy="34290"/>
            </a:xfrm>
            <a:custGeom>
              <a:avLst/>
              <a:gdLst/>
              <a:ahLst/>
              <a:cxnLst/>
              <a:rect l="l" t="t" r="r" b="b"/>
              <a:pathLst>
                <a:path w="21589" h="34289">
                  <a:moveTo>
                    <a:pt x="21336" y="0"/>
                  </a:moveTo>
                  <a:lnTo>
                    <a:pt x="17526" y="0"/>
                  </a:lnTo>
                  <a:lnTo>
                    <a:pt x="17526" y="3809"/>
                  </a:lnTo>
                  <a:lnTo>
                    <a:pt x="14478" y="3809"/>
                  </a:lnTo>
                  <a:lnTo>
                    <a:pt x="0" y="32765"/>
                  </a:lnTo>
                  <a:lnTo>
                    <a:pt x="3048" y="34289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0" name="object 4300"/>
            <p:cNvSpPr/>
            <p:nvPr/>
          </p:nvSpPr>
          <p:spPr>
            <a:xfrm>
              <a:off x="2475128" y="5262248"/>
              <a:ext cx="21590" cy="34290"/>
            </a:xfrm>
            <a:custGeom>
              <a:avLst/>
              <a:gdLst/>
              <a:ahLst/>
              <a:cxnLst/>
              <a:rect l="l" t="t" r="r" b="b"/>
              <a:pathLst>
                <a:path w="21589" h="34289">
                  <a:moveTo>
                    <a:pt x="3048" y="34289"/>
                  </a:moveTo>
                  <a:lnTo>
                    <a:pt x="0" y="32765"/>
                  </a:lnTo>
                  <a:lnTo>
                    <a:pt x="14478" y="3809"/>
                  </a:lnTo>
                  <a:lnTo>
                    <a:pt x="17526" y="3809"/>
                  </a:lnTo>
                  <a:lnTo>
                    <a:pt x="17526" y="0"/>
                  </a:lnTo>
                  <a:lnTo>
                    <a:pt x="21336" y="0"/>
                  </a:lnTo>
                  <a:lnTo>
                    <a:pt x="3048" y="3428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1" name="object 4301"/>
            <p:cNvSpPr/>
            <p:nvPr/>
          </p:nvSpPr>
          <p:spPr>
            <a:xfrm>
              <a:off x="2457602" y="5262248"/>
              <a:ext cx="35560" cy="3810"/>
            </a:xfrm>
            <a:custGeom>
              <a:avLst/>
              <a:gdLst/>
              <a:ahLst/>
              <a:cxnLst/>
              <a:rect l="l" t="t" r="r" b="b"/>
              <a:pathLst>
                <a:path w="35560" h="3810">
                  <a:moveTo>
                    <a:pt x="35051" y="3810"/>
                  </a:moveTo>
                  <a:lnTo>
                    <a:pt x="35051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4571" y="1524"/>
                  </a:lnTo>
                  <a:lnTo>
                    <a:pt x="6095" y="3810"/>
                  </a:lnTo>
                  <a:lnTo>
                    <a:pt x="3505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2" name="object 4302"/>
            <p:cNvSpPr/>
            <p:nvPr/>
          </p:nvSpPr>
          <p:spPr>
            <a:xfrm>
              <a:off x="2457602" y="5262248"/>
              <a:ext cx="35560" cy="3810"/>
            </a:xfrm>
            <a:custGeom>
              <a:avLst/>
              <a:gdLst/>
              <a:ahLst/>
              <a:cxnLst/>
              <a:rect l="l" t="t" r="r" b="b"/>
              <a:pathLst>
                <a:path w="35560" h="3810">
                  <a:moveTo>
                    <a:pt x="35051" y="0"/>
                  </a:moveTo>
                  <a:lnTo>
                    <a:pt x="35051" y="3810"/>
                  </a:lnTo>
                  <a:lnTo>
                    <a:pt x="6095" y="3810"/>
                  </a:lnTo>
                  <a:lnTo>
                    <a:pt x="4571" y="1524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3505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3" name="object 4303"/>
            <p:cNvSpPr/>
            <p:nvPr/>
          </p:nvSpPr>
          <p:spPr>
            <a:xfrm>
              <a:off x="2478938" y="515404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3810"/>
                  </a:moveTo>
                  <a:lnTo>
                    <a:pt x="0" y="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4" name="object 4304"/>
            <p:cNvSpPr/>
            <p:nvPr/>
          </p:nvSpPr>
          <p:spPr>
            <a:xfrm>
              <a:off x="2478938" y="515404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1" y="1905"/>
                  </a:moveTo>
                  <a:lnTo>
                    <a:pt x="381" y="1905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5" name="object 4305"/>
            <p:cNvSpPr/>
            <p:nvPr/>
          </p:nvSpPr>
          <p:spPr>
            <a:xfrm>
              <a:off x="3170072" y="515404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3810"/>
                  </a:moveTo>
                  <a:lnTo>
                    <a:pt x="0" y="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6" name="object 4306"/>
            <p:cNvSpPr/>
            <p:nvPr/>
          </p:nvSpPr>
          <p:spPr>
            <a:xfrm>
              <a:off x="3170072" y="515404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1" y="1905"/>
                  </a:moveTo>
                  <a:lnTo>
                    <a:pt x="381" y="1905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7" name="object 4307"/>
            <p:cNvSpPr/>
            <p:nvPr/>
          </p:nvSpPr>
          <p:spPr>
            <a:xfrm>
              <a:off x="2478925" y="5154057"/>
              <a:ext cx="691515" cy="3810"/>
            </a:xfrm>
            <a:custGeom>
              <a:avLst/>
              <a:gdLst/>
              <a:ahLst/>
              <a:cxnLst/>
              <a:rect l="l" t="t" r="r" b="b"/>
              <a:pathLst>
                <a:path w="691514" h="3810">
                  <a:moveTo>
                    <a:pt x="691134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91134" y="3810"/>
                  </a:lnTo>
                  <a:lnTo>
                    <a:pt x="6911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8" name="object 4308"/>
            <p:cNvSpPr/>
            <p:nvPr/>
          </p:nvSpPr>
          <p:spPr>
            <a:xfrm>
              <a:off x="2430932" y="540321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9" name="object 4309"/>
            <p:cNvSpPr/>
            <p:nvPr/>
          </p:nvSpPr>
          <p:spPr>
            <a:xfrm>
              <a:off x="2430932" y="507479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0" name="object 4310"/>
            <p:cNvSpPr/>
            <p:nvPr/>
          </p:nvSpPr>
          <p:spPr>
            <a:xfrm>
              <a:off x="2430932" y="507479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1" name="object 4311"/>
            <p:cNvSpPr/>
            <p:nvPr/>
          </p:nvSpPr>
          <p:spPr>
            <a:xfrm>
              <a:off x="2430932" y="5074796"/>
              <a:ext cx="3810" cy="328930"/>
            </a:xfrm>
            <a:custGeom>
              <a:avLst/>
              <a:gdLst/>
              <a:ahLst/>
              <a:cxnLst/>
              <a:rect l="l" t="t" r="r" b="b"/>
              <a:pathLst>
                <a:path w="3810" h="328929">
                  <a:moveTo>
                    <a:pt x="3810" y="0"/>
                  </a:moveTo>
                  <a:lnTo>
                    <a:pt x="3810" y="328422"/>
                  </a:lnTo>
                  <a:lnTo>
                    <a:pt x="0" y="328422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2" name="object 4312"/>
            <p:cNvSpPr/>
            <p:nvPr/>
          </p:nvSpPr>
          <p:spPr>
            <a:xfrm>
              <a:off x="2430932" y="5074796"/>
              <a:ext cx="3810" cy="328930"/>
            </a:xfrm>
            <a:custGeom>
              <a:avLst/>
              <a:gdLst/>
              <a:ahLst/>
              <a:cxnLst/>
              <a:rect l="l" t="t" r="r" b="b"/>
              <a:pathLst>
                <a:path w="3810" h="328929">
                  <a:moveTo>
                    <a:pt x="3810" y="0"/>
                  </a:moveTo>
                  <a:lnTo>
                    <a:pt x="3810" y="328422"/>
                  </a:lnTo>
                  <a:lnTo>
                    <a:pt x="0" y="328422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3" name="object 4313"/>
            <p:cNvSpPr/>
            <p:nvPr/>
          </p:nvSpPr>
          <p:spPr>
            <a:xfrm>
              <a:off x="2417216" y="5371214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004" y="0"/>
                  </a:moveTo>
                  <a:lnTo>
                    <a:pt x="0" y="0"/>
                  </a:lnTo>
                  <a:lnTo>
                    <a:pt x="16002" y="32004"/>
                  </a:lnTo>
                  <a:lnTo>
                    <a:pt x="320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4" name="object 4314"/>
            <p:cNvSpPr/>
            <p:nvPr/>
          </p:nvSpPr>
          <p:spPr>
            <a:xfrm>
              <a:off x="2417216" y="5371214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0" y="0"/>
                  </a:moveTo>
                  <a:lnTo>
                    <a:pt x="16002" y="32004"/>
                  </a:lnTo>
                  <a:lnTo>
                    <a:pt x="3200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5" name="object 4315"/>
            <p:cNvSpPr/>
            <p:nvPr/>
          </p:nvSpPr>
          <p:spPr>
            <a:xfrm>
              <a:off x="2414930" y="5370452"/>
              <a:ext cx="20320" cy="37465"/>
            </a:xfrm>
            <a:custGeom>
              <a:avLst/>
              <a:gdLst/>
              <a:ahLst/>
              <a:cxnLst/>
              <a:rect l="l" t="t" r="r" b="b"/>
              <a:pathLst>
                <a:path w="20319" h="37464">
                  <a:moveTo>
                    <a:pt x="19812" y="33528"/>
                  </a:moveTo>
                  <a:lnTo>
                    <a:pt x="16002" y="31242"/>
                  </a:lnTo>
                  <a:lnTo>
                    <a:pt x="18288" y="28194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18288" y="37338"/>
                  </a:lnTo>
                  <a:lnTo>
                    <a:pt x="19812" y="335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6" name="object 4316"/>
            <p:cNvSpPr/>
            <p:nvPr/>
          </p:nvSpPr>
          <p:spPr>
            <a:xfrm>
              <a:off x="2414930" y="5370452"/>
              <a:ext cx="20320" cy="37465"/>
            </a:xfrm>
            <a:custGeom>
              <a:avLst/>
              <a:gdLst/>
              <a:ahLst/>
              <a:cxnLst/>
              <a:rect l="l" t="t" r="r" b="b"/>
              <a:pathLst>
                <a:path w="20319" h="37464">
                  <a:moveTo>
                    <a:pt x="0" y="1524"/>
                  </a:moveTo>
                  <a:lnTo>
                    <a:pt x="3810" y="0"/>
                  </a:lnTo>
                  <a:lnTo>
                    <a:pt x="18288" y="28194"/>
                  </a:lnTo>
                  <a:lnTo>
                    <a:pt x="16002" y="31242"/>
                  </a:lnTo>
                  <a:lnTo>
                    <a:pt x="19812" y="33528"/>
                  </a:lnTo>
                  <a:lnTo>
                    <a:pt x="18288" y="37338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7" name="object 4317"/>
            <p:cNvSpPr/>
            <p:nvPr/>
          </p:nvSpPr>
          <p:spPr>
            <a:xfrm>
              <a:off x="2430932" y="5368928"/>
              <a:ext cx="21590" cy="35560"/>
            </a:xfrm>
            <a:custGeom>
              <a:avLst/>
              <a:gdLst/>
              <a:ahLst/>
              <a:cxnLst/>
              <a:rect l="l" t="t" r="r" b="b"/>
              <a:pathLst>
                <a:path w="21589" h="35560">
                  <a:moveTo>
                    <a:pt x="21336" y="0"/>
                  </a:moveTo>
                  <a:lnTo>
                    <a:pt x="18288" y="0"/>
                  </a:lnTo>
                  <a:lnTo>
                    <a:pt x="18288" y="3809"/>
                  </a:lnTo>
                  <a:lnTo>
                    <a:pt x="15240" y="3809"/>
                  </a:lnTo>
                  <a:lnTo>
                    <a:pt x="0" y="32765"/>
                  </a:lnTo>
                  <a:lnTo>
                    <a:pt x="3810" y="35051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8" name="object 4318"/>
            <p:cNvSpPr/>
            <p:nvPr/>
          </p:nvSpPr>
          <p:spPr>
            <a:xfrm>
              <a:off x="2430932" y="5368928"/>
              <a:ext cx="21590" cy="35560"/>
            </a:xfrm>
            <a:custGeom>
              <a:avLst/>
              <a:gdLst/>
              <a:ahLst/>
              <a:cxnLst/>
              <a:rect l="l" t="t" r="r" b="b"/>
              <a:pathLst>
                <a:path w="21589" h="35560">
                  <a:moveTo>
                    <a:pt x="3810" y="35051"/>
                  </a:moveTo>
                  <a:lnTo>
                    <a:pt x="0" y="32765"/>
                  </a:lnTo>
                  <a:lnTo>
                    <a:pt x="15240" y="3809"/>
                  </a:lnTo>
                  <a:lnTo>
                    <a:pt x="18288" y="3809"/>
                  </a:lnTo>
                  <a:lnTo>
                    <a:pt x="18288" y="0"/>
                  </a:lnTo>
                  <a:lnTo>
                    <a:pt x="21336" y="0"/>
                  </a:lnTo>
                  <a:lnTo>
                    <a:pt x="3810" y="3505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9" name="object 4319"/>
            <p:cNvSpPr/>
            <p:nvPr/>
          </p:nvSpPr>
          <p:spPr>
            <a:xfrm>
              <a:off x="2414168" y="5368928"/>
              <a:ext cx="35560" cy="3810"/>
            </a:xfrm>
            <a:custGeom>
              <a:avLst/>
              <a:gdLst/>
              <a:ahLst/>
              <a:cxnLst/>
              <a:rect l="l" t="t" r="r" b="b"/>
              <a:pathLst>
                <a:path w="35560" h="3810">
                  <a:moveTo>
                    <a:pt x="35051" y="3810"/>
                  </a:moveTo>
                  <a:lnTo>
                    <a:pt x="35051" y="0"/>
                  </a:lnTo>
                  <a:lnTo>
                    <a:pt x="0" y="0"/>
                  </a:lnTo>
                  <a:lnTo>
                    <a:pt x="761" y="3048"/>
                  </a:lnTo>
                  <a:lnTo>
                    <a:pt x="4571" y="1524"/>
                  </a:lnTo>
                  <a:lnTo>
                    <a:pt x="6095" y="3810"/>
                  </a:lnTo>
                  <a:lnTo>
                    <a:pt x="3505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0" name="object 4320"/>
            <p:cNvSpPr/>
            <p:nvPr/>
          </p:nvSpPr>
          <p:spPr>
            <a:xfrm>
              <a:off x="2414168" y="5368928"/>
              <a:ext cx="35560" cy="3810"/>
            </a:xfrm>
            <a:custGeom>
              <a:avLst/>
              <a:gdLst/>
              <a:ahLst/>
              <a:cxnLst/>
              <a:rect l="l" t="t" r="r" b="b"/>
              <a:pathLst>
                <a:path w="35560" h="3810">
                  <a:moveTo>
                    <a:pt x="35051" y="0"/>
                  </a:moveTo>
                  <a:lnTo>
                    <a:pt x="35051" y="3810"/>
                  </a:lnTo>
                  <a:lnTo>
                    <a:pt x="6095" y="3810"/>
                  </a:lnTo>
                  <a:lnTo>
                    <a:pt x="4571" y="1524"/>
                  </a:lnTo>
                  <a:lnTo>
                    <a:pt x="761" y="3048"/>
                  </a:lnTo>
                  <a:lnTo>
                    <a:pt x="0" y="0"/>
                  </a:lnTo>
                  <a:lnTo>
                    <a:pt x="3505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1" name="object 4321"/>
            <p:cNvSpPr/>
            <p:nvPr/>
          </p:nvSpPr>
          <p:spPr>
            <a:xfrm>
              <a:off x="2435504" y="507708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3810"/>
                  </a:moveTo>
                  <a:lnTo>
                    <a:pt x="0" y="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2" name="object 4322"/>
            <p:cNvSpPr/>
            <p:nvPr/>
          </p:nvSpPr>
          <p:spPr>
            <a:xfrm>
              <a:off x="2435504" y="507708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1" y="1905"/>
                  </a:moveTo>
                  <a:lnTo>
                    <a:pt x="381" y="1905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3" name="object 4323"/>
            <p:cNvSpPr/>
            <p:nvPr/>
          </p:nvSpPr>
          <p:spPr>
            <a:xfrm>
              <a:off x="3131210" y="507708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3810"/>
                  </a:moveTo>
                  <a:lnTo>
                    <a:pt x="0" y="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4" name="object 4324"/>
            <p:cNvSpPr/>
            <p:nvPr/>
          </p:nvSpPr>
          <p:spPr>
            <a:xfrm>
              <a:off x="3131210" y="507708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1" y="1905"/>
                  </a:moveTo>
                  <a:lnTo>
                    <a:pt x="381" y="1905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5" name="object 4325"/>
            <p:cNvSpPr/>
            <p:nvPr/>
          </p:nvSpPr>
          <p:spPr>
            <a:xfrm>
              <a:off x="2435491" y="5077094"/>
              <a:ext cx="695960" cy="3810"/>
            </a:xfrm>
            <a:custGeom>
              <a:avLst/>
              <a:gdLst/>
              <a:ahLst/>
              <a:cxnLst/>
              <a:rect l="l" t="t" r="r" b="b"/>
              <a:pathLst>
                <a:path w="695960" h="3810">
                  <a:moveTo>
                    <a:pt x="695706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695706" y="3810"/>
                  </a:lnTo>
                  <a:lnTo>
                    <a:pt x="6957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6" name="object 4326"/>
            <p:cNvSpPr/>
            <p:nvPr/>
          </p:nvSpPr>
          <p:spPr>
            <a:xfrm>
              <a:off x="3170072" y="441414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7" name="object 4327"/>
            <p:cNvSpPr/>
            <p:nvPr/>
          </p:nvSpPr>
          <p:spPr>
            <a:xfrm>
              <a:off x="3170072" y="515404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8" name="object 4328"/>
            <p:cNvSpPr/>
            <p:nvPr/>
          </p:nvSpPr>
          <p:spPr>
            <a:xfrm>
              <a:off x="3170072" y="515404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9" name="object 4329"/>
            <p:cNvSpPr/>
            <p:nvPr/>
          </p:nvSpPr>
          <p:spPr>
            <a:xfrm>
              <a:off x="3170072" y="4414142"/>
              <a:ext cx="3810" cy="740410"/>
            </a:xfrm>
            <a:custGeom>
              <a:avLst/>
              <a:gdLst/>
              <a:ahLst/>
              <a:cxnLst/>
              <a:rect l="l" t="t" r="r" b="b"/>
              <a:pathLst>
                <a:path w="3810" h="740410">
                  <a:moveTo>
                    <a:pt x="0" y="739902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739902"/>
                  </a:lnTo>
                  <a:lnTo>
                    <a:pt x="0" y="73990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0" name="object 4330"/>
            <p:cNvSpPr/>
            <p:nvPr/>
          </p:nvSpPr>
          <p:spPr>
            <a:xfrm>
              <a:off x="3170072" y="4414142"/>
              <a:ext cx="3810" cy="740410"/>
            </a:xfrm>
            <a:custGeom>
              <a:avLst/>
              <a:gdLst/>
              <a:ahLst/>
              <a:cxnLst/>
              <a:rect l="l" t="t" r="r" b="b"/>
              <a:pathLst>
                <a:path w="3810" h="740410">
                  <a:moveTo>
                    <a:pt x="0" y="739902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739902"/>
                  </a:lnTo>
                  <a:lnTo>
                    <a:pt x="0" y="73990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1" name="object 4331"/>
            <p:cNvSpPr/>
            <p:nvPr/>
          </p:nvSpPr>
          <p:spPr>
            <a:xfrm>
              <a:off x="3126638" y="4414142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4572" y="0"/>
                  </a:move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2" name="object 4332"/>
            <p:cNvSpPr/>
            <p:nvPr/>
          </p:nvSpPr>
          <p:spPr>
            <a:xfrm>
              <a:off x="3126638" y="4414142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3" name="object 4333"/>
            <p:cNvSpPr/>
            <p:nvPr/>
          </p:nvSpPr>
          <p:spPr>
            <a:xfrm>
              <a:off x="3126638" y="508394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4572" y="0"/>
                  </a:move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4" name="object 4334"/>
            <p:cNvSpPr/>
            <p:nvPr/>
          </p:nvSpPr>
          <p:spPr>
            <a:xfrm>
              <a:off x="3126638" y="508394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5" name="object 4335"/>
            <p:cNvSpPr/>
            <p:nvPr/>
          </p:nvSpPr>
          <p:spPr>
            <a:xfrm>
              <a:off x="3126638" y="4414142"/>
              <a:ext cx="5080" cy="669925"/>
            </a:xfrm>
            <a:custGeom>
              <a:avLst/>
              <a:gdLst/>
              <a:ahLst/>
              <a:cxnLst/>
              <a:rect l="l" t="t" r="r" b="b"/>
              <a:pathLst>
                <a:path w="5080" h="669925">
                  <a:moveTo>
                    <a:pt x="0" y="669798"/>
                  </a:moveTo>
                  <a:lnTo>
                    <a:pt x="0" y="0"/>
                  </a:lnTo>
                  <a:lnTo>
                    <a:pt x="4571" y="0"/>
                  </a:lnTo>
                  <a:lnTo>
                    <a:pt x="4571" y="669798"/>
                  </a:lnTo>
                  <a:lnTo>
                    <a:pt x="0" y="6697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6" name="object 4336"/>
            <p:cNvSpPr/>
            <p:nvPr/>
          </p:nvSpPr>
          <p:spPr>
            <a:xfrm>
              <a:off x="3126638" y="4414142"/>
              <a:ext cx="5080" cy="669925"/>
            </a:xfrm>
            <a:custGeom>
              <a:avLst/>
              <a:gdLst/>
              <a:ahLst/>
              <a:cxnLst/>
              <a:rect l="l" t="t" r="r" b="b"/>
              <a:pathLst>
                <a:path w="5080" h="669925">
                  <a:moveTo>
                    <a:pt x="0" y="669798"/>
                  </a:moveTo>
                  <a:lnTo>
                    <a:pt x="0" y="0"/>
                  </a:lnTo>
                  <a:lnTo>
                    <a:pt x="4571" y="0"/>
                  </a:lnTo>
                  <a:lnTo>
                    <a:pt x="4571" y="669798"/>
                  </a:lnTo>
                  <a:lnTo>
                    <a:pt x="0" y="66979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7" name="object 4337"/>
            <p:cNvSpPr/>
            <p:nvPr/>
          </p:nvSpPr>
          <p:spPr>
            <a:xfrm>
              <a:off x="2327287" y="5208920"/>
              <a:ext cx="3810" cy="87630"/>
            </a:xfrm>
            <a:custGeom>
              <a:avLst/>
              <a:gdLst/>
              <a:ahLst/>
              <a:cxnLst/>
              <a:rect l="l" t="t" r="r" b="b"/>
              <a:pathLst>
                <a:path w="3810" h="87629">
                  <a:moveTo>
                    <a:pt x="3810" y="85344"/>
                  </a:moveTo>
                  <a:lnTo>
                    <a:pt x="0" y="85344"/>
                  </a:lnTo>
                  <a:lnTo>
                    <a:pt x="0" y="87630"/>
                  </a:lnTo>
                  <a:lnTo>
                    <a:pt x="3810" y="87630"/>
                  </a:lnTo>
                  <a:lnTo>
                    <a:pt x="3810" y="85344"/>
                  </a:lnTo>
                  <a:close/>
                </a:path>
                <a:path w="3810" h="87629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8" name="object 4338"/>
            <p:cNvSpPr/>
            <p:nvPr/>
          </p:nvSpPr>
          <p:spPr>
            <a:xfrm>
              <a:off x="2327300" y="5210432"/>
              <a:ext cx="3810" cy="83820"/>
            </a:xfrm>
            <a:custGeom>
              <a:avLst/>
              <a:gdLst/>
              <a:ahLst/>
              <a:cxnLst/>
              <a:rect l="l" t="t" r="r" b="b"/>
              <a:pathLst>
                <a:path w="3810" h="83820">
                  <a:moveTo>
                    <a:pt x="3810" y="0"/>
                  </a:moveTo>
                  <a:lnTo>
                    <a:pt x="3810" y="83819"/>
                  </a:lnTo>
                  <a:lnTo>
                    <a:pt x="0" y="83819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9" name="object 4339"/>
            <p:cNvSpPr/>
            <p:nvPr/>
          </p:nvSpPr>
          <p:spPr>
            <a:xfrm>
              <a:off x="2361577" y="5208920"/>
              <a:ext cx="3810" cy="87630"/>
            </a:xfrm>
            <a:custGeom>
              <a:avLst/>
              <a:gdLst/>
              <a:ahLst/>
              <a:cxnLst/>
              <a:rect l="l" t="t" r="r" b="b"/>
              <a:pathLst>
                <a:path w="3810" h="87629">
                  <a:moveTo>
                    <a:pt x="3810" y="85344"/>
                  </a:moveTo>
                  <a:lnTo>
                    <a:pt x="12" y="85344"/>
                  </a:lnTo>
                  <a:lnTo>
                    <a:pt x="12" y="87630"/>
                  </a:lnTo>
                  <a:lnTo>
                    <a:pt x="3810" y="87630"/>
                  </a:lnTo>
                  <a:lnTo>
                    <a:pt x="3810" y="85344"/>
                  </a:lnTo>
                  <a:close/>
                </a:path>
                <a:path w="3810" h="87629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0" name="object 4340"/>
            <p:cNvSpPr/>
            <p:nvPr/>
          </p:nvSpPr>
          <p:spPr>
            <a:xfrm>
              <a:off x="2361590" y="5210432"/>
              <a:ext cx="3810" cy="83820"/>
            </a:xfrm>
            <a:custGeom>
              <a:avLst/>
              <a:gdLst/>
              <a:ahLst/>
              <a:cxnLst/>
              <a:rect l="l" t="t" r="r" b="b"/>
              <a:pathLst>
                <a:path w="3810" h="83820">
                  <a:moveTo>
                    <a:pt x="3809" y="0"/>
                  </a:moveTo>
                  <a:lnTo>
                    <a:pt x="3809" y="83819"/>
                  </a:lnTo>
                  <a:lnTo>
                    <a:pt x="0" y="83819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1" name="object 4341"/>
            <p:cNvSpPr/>
            <p:nvPr/>
          </p:nvSpPr>
          <p:spPr>
            <a:xfrm>
              <a:off x="2399677" y="5208920"/>
              <a:ext cx="3810" cy="87630"/>
            </a:xfrm>
            <a:custGeom>
              <a:avLst/>
              <a:gdLst/>
              <a:ahLst/>
              <a:cxnLst/>
              <a:rect l="l" t="t" r="r" b="b"/>
              <a:pathLst>
                <a:path w="3810" h="87629">
                  <a:moveTo>
                    <a:pt x="3810" y="85344"/>
                  </a:moveTo>
                  <a:lnTo>
                    <a:pt x="12" y="85344"/>
                  </a:lnTo>
                  <a:lnTo>
                    <a:pt x="12" y="87630"/>
                  </a:lnTo>
                  <a:lnTo>
                    <a:pt x="3810" y="87630"/>
                  </a:lnTo>
                  <a:lnTo>
                    <a:pt x="3810" y="85344"/>
                  </a:lnTo>
                  <a:close/>
                </a:path>
                <a:path w="3810" h="87629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2" name="object 4342"/>
            <p:cNvSpPr/>
            <p:nvPr/>
          </p:nvSpPr>
          <p:spPr>
            <a:xfrm>
              <a:off x="2399690" y="5210432"/>
              <a:ext cx="3810" cy="83820"/>
            </a:xfrm>
            <a:custGeom>
              <a:avLst/>
              <a:gdLst/>
              <a:ahLst/>
              <a:cxnLst/>
              <a:rect l="l" t="t" r="r" b="b"/>
              <a:pathLst>
                <a:path w="3810" h="83820">
                  <a:moveTo>
                    <a:pt x="3809" y="0"/>
                  </a:moveTo>
                  <a:lnTo>
                    <a:pt x="3809" y="83819"/>
                  </a:lnTo>
                  <a:lnTo>
                    <a:pt x="0" y="83819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3" name="object 4343"/>
            <p:cNvSpPr/>
            <p:nvPr/>
          </p:nvSpPr>
          <p:spPr>
            <a:xfrm>
              <a:off x="3413899" y="5223399"/>
              <a:ext cx="3810" cy="87630"/>
            </a:xfrm>
            <a:custGeom>
              <a:avLst/>
              <a:gdLst/>
              <a:ahLst/>
              <a:cxnLst/>
              <a:rect l="l" t="t" r="r" b="b"/>
              <a:pathLst>
                <a:path w="3810" h="87629">
                  <a:moveTo>
                    <a:pt x="3810" y="86106"/>
                  </a:moveTo>
                  <a:lnTo>
                    <a:pt x="12" y="86106"/>
                  </a:lnTo>
                  <a:lnTo>
                    <a:pt x="12" y="87630"/>
                  </a:lnTo>
                  <a:lnTo>
                    <a:pt x="3810" y="87630"/>
                  </a:lnTo>
                  <a:lnTo>
                    <a:pt x="3810" y="86106"/>
                  </a:lnTo>
                  <a:close/>
                </a:path>
                <a:path w="3810" h="87629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4" name="object 4344"/>
            <p:cNvSpPr/>
            <p:nvPr/>
          </p:nvSpPr>
          <p:spPr>
            <a:xfrm>
              <a:off x="3413912" y="5225672"/>
              <a:ext cx="3810" cy="83820"/>
            </a:xfrm>
            <a:custGeom>
              <a:avLst/>
              <a:gdLst/>
              <a:ahLst/>
              <a:cxnLst/>
              <a:rect l="l" t="t" r="r" b="b"/>
              <a:pathLst>
                <a:path w="3810" h="83820">
                  <a:moveTo>
                    <a:pt x="3809" y="0"/>
                  </a:moveTo>
                  <a:lnTo>
                    <a:pt x="3809" y="83820"/>
                  </a:lnTo>
                  <a:lnTo>
                    <a:pt x="0" y="83820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5" name="object 4345"/>
            <p:cNvSpPr/>
            <p:nvPr/>
          </p:nvSpPr>
          <p:spPr>
            <a:xfrm>
              <a:off x="3447427" y="5223399"/>
              <a:ext cx="4445" cy="87630"/>
            </a:xfrm>
            <a:custGeom>
              <a:avLst/>
              <a:gdLst/>
              <a:ahLst/>
              <a:cxnLst/>
              <a:rect l="l" t="t" r="r" b="b"/>
              <a:pathLst>
                <a:path w="4445" h="87629">
                  <a:moveTo>
                    <a:pt x="3810" y="86106"/>
                  </a:moveTo>
                  <a:lnTo>
                    <a:pt x="0" y="86106"/>
                  </a:lnTo>
                  <a:lnTo>
                    <a:pt x="0" y="87630"/>
                  </a:lnTo>
                  <a:lnTo>
                    <a:pt x="3810" y="87630"/>
                  </a:lnTo>
                  <a:lnTo>
                    <a:pt x="3810" y="86106"/>
                  </a:lnTo>
                  <a:close/>
                </a:path>
                <a:path w="4445" h="87629">
                  <a:moveTo>
                    <a:pt x="3822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22" y="2286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6" name="object 4346"/>
            <p:cNvSpPr/>
            <p:nvPr/>
          </p:nvSpPr>
          <p:spPr>
            <a:xfrm>
              <a:off x="3447440" y="5225672"/>
              <a:ext cx="3810" cy="83820"/>
            </a:xfrm>
            <a:custGeom>
              <a:avLst/>
              <a:gdLst/>
              <a:ahLst/>
              <a:cxnLst/>
              <a:rect l="l" t="t" r="r" b="b"/>
              <a:pathLst>
                <a:path w="3810" h="83820">
                  <a:moveTo>
                    <a:pt x="3810" y="0"/>
                  </a:moveTo>
                  <a:lnTo>
                    <a:pt x="3810" y="83820"/>
                  </a:lnTo>
                  <a:lnTo>
                    <a:pt x="0" y="83820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7" name="object 4347"/>
            <p:cNvSpPr/>
            <p:nvPr/>
          </p:nvSpPr>
          <p:spPr>
            <a:xfrm>
              <a:off x="3486290" y="5223399"/>
              <a:ext cx="4445" cy="87630"/>
            </a:xfrm>
            <a:custGeom>
              <a:avLst/>
              <a:gdLst/>
              <a:ahLst/>
              <a:cxnLst/>
              <a:rect l="l" t="t" r="r" b="b"/>
              <a:pathLst>
                <a:path w="4445" h="87629">
                  <a:moveTo>
                    <a:pt x="3810" y="86106"/>
                  </a:moveTo>
                  <a:lnTo>
                    <a:pt x="0" y="86106"/>
                  </a:lnTo>
                  <a:lnTo>
                    <a:pt x="0" y="87630"/>
                  </a:lnTo>
                  <a:lnTo>
                    <a:pt x="3810" y="87630"/>
                  </a:lnTo>
                  <a:lnTo>
                    <a:pt x="3810" y="86106"/>
                  </a:lnTo>
                  <a:close/>
                </a:path>
                <a:path w="4445" h="87629">
                  <a:moveTo>
                    <a:pt x="3822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22" y="2286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8" name="object 4348"/>
            <p:cNvSpPr/>
            <p:nvPr/>
          </p:nvSpPr>
          <p:spPr>
            <a:xfrm>
              <a:off x="3486302" y="5225672"/>
              <a:ext cx="3810" cy="83820"/>
            </a:xfrm>
            <a:custGeom>
              <a:avLst/>
              <a:gdLst/>
              <a:ahLst/>
              <a:cxnLst/>
              <a:rect l="l" t="t" r="r" b="b"/>
              <a:pathLst>
                <a:path w="3810" h="83820">
                  <a:moveTo>
                    <a:pt x="3810" y="0"/>
                  </a:moveTo>
                  <a:lnTo>
                    <a:pt x="3810" y="83820"/>
                  </a:lnTo>
                  <a:lnTo>
                    <a:pt x="0" y="83820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9" name="object 4349"/>
            <p:cNvSpPr/>
            <p:nvPr/>
          </p:nvSpPr>
          <p:spPr>
            <a:xfrm>
              <a:off x="3537356" y="541769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0" name="object 4350"/>
            <p:cNvSpPr/>
            <p:nvPr/>
          </p:nvSpPr>
          <p:spPr>
            <a:xfrm>
              <a:off x="3537356" y="541769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1" name="object 4351"/>
            <p:cNvSpPr/>
            <p:nvPr/>
          </p:nvSpPr>
          <p:spPr>
            <a:xfrm>
              <a:off x="3537356" y="495363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2" name="object 4352"/>
            <p:cNvSpPr/>
            <p:nvPr/>
          </p:nvSpPr>
          <p:spPr>
            <a:xfrm>
              <a:off x="3537356" y="495363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3" name="object 4353"/>
            <p:cNvSpPr/>
            <p:nvPr/>
          </p:nvSpPr>
          <p:spPr>
            <a:xfrm>
              <a:off x="3537356" y="4953638"/>
              <a:ext cx="3810" cy="464184"/>
            </a:xfrm>
            <a:custGeom>
              <a:avLst/>
              <a:gdLst/>
              <a:ahLst/>
              <a:cxnLst/>
              <a:rect l="l" t="t" r="r" b="b"/>
              <a:pathLst>
                <a:path w="3810" h="464185">
                  <a:moveTo>
                    <a:pt x="3809" y="0"/>
                  </a:moveTo>
                  <a:lnTo>
                    <a:pt x="3809" y="464057"/>
                  </a:lnTo>
                  <a:lnTo>
                    <a:pt x="0" y="464057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4" name="object 4354"/>
            <p:cNvSpPr/>
            <p:nvPr/>
          </p:nvSpPr>
          <p:spPr>
            <a:xfrm>
              <a:off x="3537356" y="4953638"/>
              <a:ext cx="3810" cy="464184"/>
            </a:xfrm>
            <a:custGeom>
              <a:avLst/>
              <a:gdLst/>
              <a:ahLst/>
              <a:cxnLst/>
              <a:rect l="l" t="t" r="r" b="b"/>
              <a:pathLst>
                <a:path w="3810" h="464185">
                  <a:moveTo>
                    <a:pt x="3809" y="0"/>
                  </a:moveTo>
                  <a:lnTo>
                    <a:pt x="3809" y="464057"/>
                  </a:lnTo>
                  <a:lnTo>
                    <a:pt x="0" y="464057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5" name="object 4355"/>
            <p:cNvSpPr/>
            <p:nvPr/>
          </p:nvSpPr>
          <p:spPr>
            <a:xfrm>
              <a:off x="3522878" y="5385692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004" y="0"/>
                  </a:moveTo>
                  <a:lnTo>
                    <a:pt x="0" y="0"/>
                  </a:lnTo>
                  <a:lnTo>
                    <a:pt x="16002" y="32004"/>
                  </a:lnTo>
                  <a:lnTo>
                    <a:pt x="320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6" name="object 4356"/>
            <p:cNvSpPr/>
            <p:nvPr/>
          </p:nvSpPr>
          <p:spPr>
            <a:xfrm>
              <a:off x="3522878" y="5385692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0" y="0"/>
                  </a:moveTo>
                  <a:lnTo>
                    <a:pt x="16002" y="32004"/>
                  </a:lnTo>
                  <a:lnTo>
                    <a:pt x="3200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7" name="object 4357"/>
            <p:cNvSpPr/>
            <p:nvPr/>
          </p:nvSpPr>
          <p:spPr>
            <a:xfrm>
              <a:off x="3521354" y="5384930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19050" y="33528"/>
                  </a:moveTo>
                  <a:lnTo>
                    <a:pt x="16002" y="32004"/>
                  </a:lnTo>
                  <a:lnTo>
                    <a:pt x="17526" y="2819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17526" y="37338"/>
                  </a:lnTo>
                  <a:lnTo>
                    <a:pt x="19050" y="335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8" name="object 4358"/>
            <p:cNvSpPr/>
            <p:nvPr/>
          </p:nvSpPr>
          <p:spPr>
            <a:xfrm>
              <a:off x="3521354" y="5384930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0" y="1524"/>
                  </a:moveTo>
                  <a:lnTo>
                    <a:pt x="3048" y="0"/>
                  </a:lnTo>
                  <a:lnTo>
                    <a:pt x="17526" y="28194"/>
                  </a:lnTo>
                  <a:lnTo>
                    <a:pt x="16002" y="32004"/>
                  </a:lnTo>
                  <a:lnTo>
                    <a:pt x="19050" y="33528"/>
                  </a:lnTo>
                  <a:lnTo>
                    <a:pt x="17526" y="37338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9" name="object 4359"/>
            <p:cNvSpPr/>
            <p:nvPr/>
          </p:nvSpPr>
          <p:spPr>
            <a:xfrm>
              <a:off x="3537356" y="5383406"/>
              <a:ext cx="20955" cy="35560"/>
            </a:xfrm>
            <a:custGeom>
              <a:avLst/>
              <a:gdLst/>
              <a:ahLst/>
              <a:cxnLst/>
              <a:rect l="l" t="t" r="r" b="b"/>
              <a:pathLst>
                <a:path w="20954" h="35560">
                  <a:moveTo>
                    <a:pt x="20574" y="0"/>
                  </a:moveTo>
                  <a:lnTo>
                    <a:pt x="17526" y="0"/>
                  </a:lnTo>
                  <a:lnTo>
                    <a:pt x="17526" y="3809"/>
                  </a:lnTo>
                  <a:lnTo>
                    <a:pt x="14478" y="3809"/>
                  </a:lnTo>
                  <a:lnTo>
                    <a:pt x="0" y="33527"/>
                  </a:lnTo>
                  <a:lnTo>
                    <a:pt x="3048" y="35051"/>
                  </a:lnTo>
                  <a:lnTo>
                    <a:pt x="2057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0" name="object 4360"/>
            <p:cNvSpPr/>
            <p:nvPr/>
          </p:nvSpPr>
          <p:spPr>
            <a:xfrm>
              <a:off x="3537356" y="5383406"/>
              <a:ext cx="20955" cy="35560"/>
            </a:xfrm>
            <a:custGeom>
              <a:avLst/>
              <a:gdLst/>
              <a:ahLst/>
              <a:cxnLst/>
              <a:rect l="l" t="t" r="r" b="b"/>
              <a:pathLst>
                <a:path w="20954" h="35560">
                  <a:moveTo>
                    <a:pt x="3048" y="35051"/>
                  </a:moveTo>
                  <a:lnTo>
                    <a:pt x="0" y="33527"/>
                  </a:lnTo>
                  <a:lnTo>
                    <a:pt x="14478" y="3809"/>
                  </a:lnTo>
                  <a:lnTo>
                    <a:pt x="17526" y="3809"/>
                  </a:lnTo>
                  <a:lnTo>
                    <a:pt x="17526" y="0"/>
                  </a:lnTo>
                  <a:lnTo>
                    <a:pt x="20574" y="0"/>
                  </a:lnTo>
                  <a:lnTo>
                    <a:pt x="3048" y="3505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1" name="object 4361"/>
            <p:cNvSpPr/>
            <p:nvPr/>
          </p:nvSpPr>
          <p:spPr>
            <a:xfrm>
              <a:off x="3519830" y="5383406"/>
              <a:ext cx="35560" cy="3810"/>
            </a:xfrm>
            <a:custGeom>
              <a:avLst/>
              <a:gdLst/>
              <a:ahLst/>
              <a:cxnLst/>
              <a:rect l="l" t="t" r="r" b="b"/>
              <a:pathLst>
                <a:path w="35560" h="3810">
                  <a:moveTo>
                    <a:pt x="35051" y="3810"/>
                  </a:moveTo>
                  <a:lnTo>
                    <a:pt x="35051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4571" y="1524"/>
                  </a:lnTo>
                  <a:lnTo>
                    <a:pt x="6095" y="3810"/>
                  </a:lnTo>
                  <a:lnTo>
                    <a:pt x="3505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2" name="object 4362"/>
            <p:cNvSpPr/>
            <p:nvPr/>
          </p:nvSpPr>
          <p:spPr>
            <a:xfrm>
              <a:off x="3519830" y="5383406"/>
              <a:ext cx="35560" cy="3810"/>
            </a:xfrm>
            <a:custGeom>
              <a:avLst/>
              <a:gdLst/>
              <a:ahLst/>
              <a:cxnLst/>
              <a:rect l="l" t="t" r="r" b="b"/>
              <a:pathLst>
                <a:path w="35560" h="3810">
                  <a:moveTo>
                    <a:pt x="35051" y="0"/>
                  </a:moveTo>
                  <a:lnTo>
                    <a:pt x="35051" y="3810"/>
                  </a:lnTo>
                  <a:lnTo>
                    <a:pt x="6095" y="3810"/>
                  </a:lnTo>
                  <a:lnTo>
                    <a:pt x="4571" y="1524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3505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3" name="object 4363"/>
            <p:cNvSpPr/>
            <p:nvPr/>
          </p:nvSpPr>
          <p:spPr>
            <a:xfrm>
              <a:off x="3585362" y="531101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4" name="object 4364"/>
            <p:cNvSpPr/>
            <p:nvPr/>
          </p:nvSpPr>
          <p:spPr>
            <a:xfrm>
              <a:off x="3585362" y="531101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5" name="object 4365"/>
            <p:cNvSpPr/>
            <p:nvPr/>
          </p:nvSpPr>
          <p:spPr>
            <a:xfrm>
              <a:off x="3585362" y="486219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6" name="object 4366"/>
            <p:cNvSpPr/>
            <p:nvPr/>
          </p:nvSpPr>
          <p:spPr>
            <a:xfrm>
              <a:off x="3585362" y="486219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7" name="object 4367"/>
            <p:cNvSpPr/>
            <p:nvPr/>
          </p:nvSpPr>
          <p:spPr>
            <a:xfrm>
              <a:off x="3585362" y="4862198"/>
              <a:ext cx="3810" cy="448945"/>
            </a:xfrm>
            <a:custGeom>
              <a:avLst/>
              <a:gdLst/>
              <a:ahLst/>
              <a:cxnLst/>
              <a:rect l="l" t="t" r="r" b="b"/>
              <a:pathLst>
                <a:path w="3810" h="448945">
                  <a:moveTo>
                    <a:pt x="3809" y="0"/>
                  </a:moveTo>
                  <a:lnTo>
                    <a:pt x="3809" y="448818"/>
                  </a:lnTo>
                  <a:lnTo>
                    <a:pt x="0" y="448818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8" name="object 4368"/>
            <p:cNvSpPr/>
            <p:nvPr/>
          </p:nvSpPr>
          <p:spPr>
            <a:xfrm>
              <a:off x="3585362" y="4862198"/>
              <a:ext cx="3810" cy="448945"/>
            </a:xfrm>
            <a:custGeom>
              <a:avLst/>
              <a:gdLst/>
              <a:ahLst/>
              <a:cxnLst/>
              <a:rect l="l" t="t" r="r" b="b"/>
              <a:pathLst>
                <a:path w="3810" h="448945">
                  <a:moveTo>
                    <a:pt x="3809" y="0"/>
                  </a:moveTo>
                  <a:lnTo>
                    <a:pt x="3809" y="448818"/>
                  </a:lnTo>
                  <a:lnTo>
                    <a:pt x="0" y="448818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9" name="object 4369"/>
            <p:cNvSpPr/>
            <p:nvPr/>
          </p:nvSpPr>
          <p:spPr>
            <a:xfrm>
              <a:off x="3571646" y="5279012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004" y="0"/>
                  </a:moveTo>
                  <a:lnTo>
                    <a:pt x="0" y="0"/>
                  </a:lnTo>
                  <a:lnTo>
                    <a:pt x="16002" y="32004"/>
                  </a:lnTo>
                  <a:lnTo>
                    <a:pt x="320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0" name="object 4370"/>
            <p:cNvSpPr/>
            <p:nvPr/>
          </p:nvSpPr>
          <p:spPr>
            <a:xfrm>
              <a:off x="3571646" y="5279012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0" y="0"/>
                  </a:moveTo>
                  <a:lnTo>
                    <a:pt x="16002" y="32004"/>
                  </a:lnTo>
                  <a:lnTo>
                    <a:pt x="3200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1" name="object 4371"/>
            <p:cNvSpPr/>
            <p:nvPr/>
          </p:nvSpPr>
          <p:spPr>
            <a:xfrm>
              <a:off x="3569360" y="5278250"/>
              <a:ext cx="20320" cy="37465"/>
            </a:xfrm>
            <a:custGeom>
              <a:avLst/>
              <a:gdLst/>
              <a:ahLst/>
              <a:cxnLst/>
              <a:rect l="l" t="t" r="r" b="b"/>
              <a:pathLst>
                <a:path w="20320" h="37464">
                  <a:moveTo>
                    <a:pt x="19812" y="33528"/>
                  </a:moveTo>
                  <a:lnTo>
                    <a:pt x="16002" y="32004"/>
                  </a:lnTo>
                  <a:lnTo>
                    <a:pt x="18288" y="28194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18288" y="37338"/>
                  </a:lnTo>
                  <a:lnTo>
                    <a:pt x="19812" y="335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2" name="object 4372"/>
            <p:cNvSpPr/>
            <p:nvPr/>
          </p:nvSpPr>
          <p:spPr>
            <a:xfrm>
              <a:off x="3569360" y="5278250"/>
              <a:ext cx="20320" cy="37465"/>
            </a:xfrm>
            <a:custGeom>
              <a:avLst/>
              <a:gdLst/>
              <a:ahLst/>
              <a:cxnLst/>
              <a:rect l="l" t="t" r="r" b="b"/>
              <a:pathLst>
                <a:path w="20320" h="37464">
                  <a:moveTo>
                    <a:pt x="0" y="1524"/>
                  </a:moveTo>
                  <a:lnTo>
                    <a:pt x="3810" y="0"/>
                  </a:lnTo>
                  <a:lnTo>
                    <a:pt x="18288" y="28194"/>
                  </a:lnTo>
                  <a:lnTo>
                    <a:pt x="16002" y="32004"/>
                  </a:lnTo>
                  <a:lnTo>
                    <a:pt x="19812" y="33528"/>
                  </a:lnTo>
                  <a:lnTo>
                    <a:pt x="18288" y="37338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3" name="object 4373"/>
            <p:cNvSpPr/>
            <p:nvPr/>
          </p:nvSpPr>
          <p:spPr>
            <a:xfrm>
              <a:off x="3585362" y="5276726"/>
              <a:ext cx="21590" cy="35560"/>
            </a:xfrm>
            <a:custGeom>
              <a:avLst/>
              <a:gdLst/>
              <a:ahLst/>
              <a:cxnLst/>
              <a:rect l="l" t="t" r="r" b="b"/>
              <a:pathLst>
                <a:path w="21589" h="35560">
                  <a:moveTo>
                    <a:pt x="21336" y="0"/>
                  </a:moveTo>
                  <a:lnTo>
                    <a:pt x="18288" y="0"/>
                  </a:lnTo>
                  <a:lnTo>
                    <a:pt x="18288" y="3809"/>
                  </a:lnTo>
                  <a:lnTo>
                    <a:pt x="14478" y="3809"/>
                  </a:lnTo>
                  <a:lnTo>
                    <a:pt x="0" y="33527"/>
                  </a:lnTo>
                  <a:lnTo>
                    <a:pt x="3810" y="35051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4" name="object 4374"/>
            <p:cNvSpPr/>
            <p:nvPr/>
          </p:nvSpPr>
          <p:spPr>
            <a:xfrm>
              <a:off x="3585362" y="5276726"/>
              <a:ext cx="21590" cy="35560"/>
            </a:xfrm>
            <a:custGeom>
              <a:avLst/>
              <a:gdLst/>
              <a:ahLst/>
              <a:cxnLst/>
              <a:rect l="l" t="t" r="r" b="b"/>
              <a:pathLst>
                <a:path w="21589" h="35560">
                  <a:moveTo>
                    <a:pt x="3810" y="35051"/>
                  </a:moveTo>
                  <a:lnTo>
                    <a:pt x="0" y="33527"/>
                  </a:lnTo>
                  <a:lnTo>
                    <a:pt x="14478" y="3809"/>
                  </a:lnTo>
                  <a:lnTo>
                    <a:pt x="18288" y="3809"/>
                  </a:lnTo>
                  <a:lnTo>
                    <a:pt x="18288" y="0"/>
                  </a:lnTo>
                  <a:lnTo>
                    <a:pt x="21336" y="0"/>
                  </a:lnTo>
                  <a:lnTo>
                    <a:pt x="3810" y="3505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5" name="object 4375"/>
            <p:cNvSpPr/>
            <p:nvPr/>
          </p:nvSpPr>
          <p:spPr>
            <a:xfrm>
              <a:off x="3568598" y="5276726"/>
              <a:ext cx="35560" cy="3810"/>
            </a:xfrm>
            <a:custGeom>
              <a:avLst/>
              <a:gdLst/>
              <a:ahLst/>
              <a:cxnLst/>
              <a:rect l="l" t="t" r="r" b="b"/>
              <a:pathLst>
                <a:path w="35560" h="3810">
                  <a:moveTo>
                    <a:pt x="35051" y="3810"/>
                  </a:moveTo>
                  <a:lnTo>
                    <a:pt x="35051" y="0"/>
                  </a:lnTo>
                  <a:lnTo>
                    <a:pt x="0" y="0"/>
                  </a:lnTo>
                  <a:lnTo>
                    <a:pt x="761" y="3048"/>
                  </a:lnTo>
                  <a:lnTo>
                    <a:pt x="4571" y="1524"/>
                  </a:lnTo>
                  <a:lnTo>
                    <a:pt x="6095" y="3810"/>
                  </a:lnTo>
                  <a:lnTo>
                    <a:pt x="3505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6" name="object 4376"/>
            <p:cNvSpPr/>
            <p:nvPr/>
          </p:nvSpPr>
          <p:spPr>
            <a:xfrm>
              <a:off x="3568598" y="5276726"/>
              <a:ext cx="35560" cy="3810"/>
            </a:xfrm>
            <a:custGeom>
              <a:avLst/>
              <a:gdLst/>
              <a:ahLst/>
              <a:cxnLst/>
              <a:rect l="l" t="t" r="r" b="b"/>
              <a:pathLst>
                <a:path w="35560" h="3810">
                  <a:moveTo>
                    <a:pt x="35051" y="0"/>
                  </a:moveTo>
                  <a:lnTo>
                    <a:pt x="35051" y="3810"/>
                  </a:lnTo>
                  <a:lnTo>
                    <a:pt x="6095" y="3810"/>
                  </a:lnTo>
                  <a:lnTo>
                    <a:pt x="4571" y="1524"/>
                  </a:lnTo>
                  <a:lnTo>
                    <a:pt x="761" y="3048"/>
                  </a:lnTo>
                  <a:lnTo>
                    <a:pt x="0" y="0"/>
                  </a:lnTo>
                  <a:lnTo>
                    <a:pt x="3505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7" name="object 4377"/>
            <p:cNvSpPr/>
            <p:nvPr/>
          </p:nvSpPr>
          <p:spPr>
            <a:xfrm>
              <a:off x="2416454" y="495668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3810"/>
                  </a:moveTo>
                  <a:lnTo>
                    <a:pt x="0" y="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8" name="object 4378"/>
            <p:cNvSpPr/>
            <p:nvPr/>
          </p:nvSpPr>
          <p:spPr>
            <a:xfrm>
              <a:off x="2416454" y="495668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1" y="1905"/>
                  </a:moveTo>
                  <a:lnTo>
                    <a:pt x="381" y="1905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9" name="object 4379"/>
            <p:cNvSpPr/>
            <p:nvPr/>
          </p:nvSpPr>
          <p:spPr>
            <a:xfrm>
              <a:off x="3541928" y="495668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3810"/>
                  </a:moveTo>
                  <a:lnTo>
                    <a:pt x="0" y="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0" name="object 4380"/>
            <p:cNvSpPr/>
            <p:nvPr/>
          </p:nvSpPr>
          <p:spPr>
            <a:xfrm>
              <a:off x="3541928" y="495668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0" y="1905"/>
                  </a:moveTo>
                  <a:lnTo>
                    <a:pt x="380" y="1905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1" name="object 4381"/>
            <p:cNvSpPr/>
            <p:nvPr/>
          </p:nvSpPr>
          <p:spPr>
            <a:xfrm>
              <a:off x="2416441" y="4956699"/>
              <a:ext cx="1125855" cy="3810"/>
            </a:xfrm>
            <a:custGeom>
              <a:avLst/>
              <a:gdLst/>
              <a:ahLst/>
              <a:cxnLst/>
              <a:rect l="l" t="t" r="r" b="b"/>
              <a:pathLst>
                <a:path w="1125854" h="3810">
                  <a:moveTo>
                    <a:pt x="1125474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25474" y="3810"/>
                  </a:lnTo>
                  <a:lnTo>
                    <a:pt x="112547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2" name="object 4382"/>
            <p:cNvSpPr/>
            <p:nvPr/>
          </p:nvSpPr>
          <p:spPr>
            <a:xfrm>
              <a:off x="2449982" y="486524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1" y="1905"/>
                  </a:moveTo>
                  <a:lnTo>
                    <a:pt x="381" y="1905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3" name="object 4383"/>
            <p:cNvSpPr/>
            <p:nvPr/>
          </p:nvSpPr>
          <p:spPr>
            <a:xfrm>
              <a:off x="3589934" y="486524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3810"/>
                  </a:moveTo>
                  <a:lnTo>
                    <a:pt x="0" y="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4" name="object 4384"/>
            <p:cNvSpPr/>
            <p:nvPr/>
          </p:nvSpPr>
          <p:spPr>
            <a:xfrm>
              <a:off x="3589934" y="486524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0" y="1905"/>
                  </a:moveTo>
                  <a:lnTo>
                    <a:pt x="380" y="1905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5" name="object 4385"/>
            <p:cNvSpPr/>
            <p:nvPr/>
          </p:nvSpPr>
          <p:spPr>
            <a:xfrm>
              <a:off x="2449969" y="4865258"/>
              <a:ext cx="1140460" cy="3810"/>
            </a:xfrm>
            <a:custGeom>
              <a:avLst/>
              <a:gdLst/>
              <a:ahLst/>
              <a:cxnLst/>
              <a:rect l="l" t="t" r="r" b="b"/>
              <a:pathLst>
                <a:path w="1140460" h="3810">
                  <a:moveTo>
                    <a:pt x="1139952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139952" y="3810"/>
                  </a:lnTo>
                  <a:lnTo>
                    <a:pt x="11399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6" name="object 4386"/>
            <p:cNvSpPr/>
            <p:nvPr/>
          </p:nvSpPr>
          <p:spPr>
            <a:xfrm>
              <a:off x="2406548" y="4412618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7" name="object 4387"/>
            <p:cNvSpPr/>
            <p:nvPr/>
          </p:nvSpPr>
          <p:spPr>
            <a:xfrm>
              <a:off x="2406548" y="4963544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4572" y="0"/>
                  </a:move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8" name="object 4388"/>
            <p:cNvSpPr/>
            <p:nvPr/>
          </p:nvSpPr>
          <p:spPr>
            <a:xfrm>
              <a:off x="2406548" y="4963544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9" name="object 4389"/>
            <p:cNvSpPr/>
            <p:nvPr/>
          </p:nvSpPr>
          <p:spPr>
            <a:xfrm>
              <a:off x="2406548" y="4412618"/>
              <a:ext cx="5080" cy="551180"/>
            </a:xfrm>
            <a:custGeom>
              <a:avLst/>
              <a:gdLst/>
              <a:ahLst/>
              <a:cxnLst/>
              <a:rect l="l" t="t" r="r" b="b"/>
              <a:pathLst>
                <a:path w="5080" h="551179">
                  <a:moveTo>
                    <a:pt x="0" y="550926"/>
                  </a:moveTo>
                  <a:lnTo>
                    <a:pt x="0" y="0"/>
                  </a:lnTo>
                  <a:lnTo>
                    <a:pt x="4572" y="0"/>
                  </a:lnTo>
                  <a:lnTo>
                    <a:pt x="4572" y="550926"/>
                  </a:lnTo>
                  <a:lnTo>
                    <a:pt x="0" y="5509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0" name="object 4390"/>
            <p:cNvSpPr/>
            <p:nvPr/>
          </p:nvSpPr>
          <p:spPr>
            <a:xfrm>
              <a:off x="2406548" y="4412618"/>
              <a:ext cx="5080" cy="551180"/>
            </a:xfrm>
            <a:custGeom>
              <a:avLst/>
              <a:gdLst/>
              <a:ahLst/>
              <a:cxnLst/>
              <a:rect l="l" t="t" r="r" b="b"/>
              <a:pathLst>
                <a:path w="5080" h="551179">
                  <a:moveTo>
                    <a:pt x="0" y="550926"/>
                  </a:moveTo>
                  <a:lnTo>
                    <a:pt x="0" y="0"/>
                  </a:lnTo>
                  <a:lnTo>
                    <a:pt x="4572" y="0"/>
                  </a:lnTo>
                  <a:lnTo>
                    <a:pt x="4572" y="550926"/>
                  </a:lnTo>
                  <a:lnTo>
                    <a:pt x="0" y="55092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1" name="object 4391"/>
            <p:cNvSpPr/>
            <p:nvPr/>
          </p:nvSpPr>
          <p:spPr>
            <a:xfrm>
              <a:off x="2445410" y="4422524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4572" y="0"/>
                  </a:move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2" name="object 4392"/>
            <p:cNvSpPr/>
            <p:nvPr/>
          </p:nvSpPr>
          <p:spPr>
            <a:xfrm>
              <a:off x="2445410" y="4422524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3" name="object 4393"/>
            <p:cNvSpPr/>
            <p:nvPr/>
          </p:nvSpPr>
          <p:spPr>
            <a:xfrm>
              <a:off x="2445410" y="486677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4572" y="0"/>
                  </a:move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4" name="object 4394"/>
            <p:cNvSpPr/>
            <p:nvPr/>
          </p:nvSpPr>
          <p:spPr>
            <a:xfrm>
              <a:off x="2445410" y="486677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5" name="object 4395"/>
            <p:cNvSpPr/>
            <p:nvPr/>
          </p:nvSpPr>
          <p:spPr>
            <a:xfrm>
              <a:off x="2445410" y="4422524"/>
              <a:ext cx="5080" cy="444500"/>
            </a:xfrm>
            <a:custGeom>
              <a:avLst/>
              <a:gdLst/>
              <a:ahLst/>
              <a:cxnLst/>
              <a:rect l="l" t="t" r="r" b="b"/>
              <a:pathLst>
                <a:path w="5080" h="444500">
                  <a:moveTo>
                    <a:pt x="0" y="444245"/>
                  </a:moveTo>
                  <a:lnTo>
                    <a:pt x="0" y="0"/>
                  </a:lnTo>
                  <a:lnTo>
                    <a:pt x="4572" y="0"/>
                  </a:lnTo>
                  <a:lnTo>
                    <a:pt x="4572" y="444245"/>
                  </a:lnTo>
                  <a:lnTo>
                    <a:pt x="0" y="44424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6" name="object 4396"/>
            <p:cNvSpPr/>
            <p:nvPr/>
          </p:nvSpPr>
          <p:spPr>
            <a:xfrm>
              <a:off x="2445410" y="4422524"/>
              <a:ext cx="5080" cy="444500"/>
            </a:xfrm>
            <a:custGeom>
              <a:avLst/>
              <a:gdLst/>
              <a:ahLst/>
              <a:cxnLst/>
              <a:rect l="l" t="t" r="r" b="b"/>
              <a:pathLst>
                <a:path w="5080" h="444500">
                  <a:moveTo>
                    <a:pt x="0" y="444245"/>
                  </a:moveTo>
                  <a:lnTo>
                    <a:pt x="0" y="0"/>
                  </a:lnTo>
                  <a:lnTo>
                    <a:pt x="4572" y="0"/>
                  </a:lnTo>
                  <a:lnTo>
                    <a:pt x="4572" y="444245"/>
                  </a:lnTo>
                  <a:lnTo>
                    <a:pt x="0" y="44424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7" name="object 4397"/>
            <p:cNvSpPr/>
            <p:nvPr/>
          </p:nvSpPr>
          <p:spPr>
            <a:xfrm>
              <a:off x="2109355" y="5320173"/>
              <a:ext cx="5080" cy="87630"/>
            </a:xfrm>
            <a:custGeom>
              <a:avLst/>
              <a:gdLst/>
              <a:ahLst/>
              <a:cxnLst/>
              <a:rect l="l" t="t" r="r" b="b"/>
              <a:pathLst>
                <a:path w="5080" h="87629">
                  <a:moveTo>
                    <a:pt x="4572" y="85344"/>
                  </a:moveTo>
                  <a:lnTo>
                    <a:pt x="0" y="85344"/>
                  </a:lnTo>
                  <a:lnTo>
                    <a:pt x="0" y="87630"/>
                  </a:lnTo>
                  <a:lnTo>
                    <a:pt x="4572" y="87630"/>
                  </a:lnTo>
                  <a:lnTo>
                    <a:pt x="4572" y="85344"/>
                  </a:lnTo>
                  <a:close/>
                </a:path>
                <a:path w="5080" h="87629">
                  <a:moveTo>
                    <a:pt x="4572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4572" y="1524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8" name="object 4398"/>
            <p:cNvSpPr/>
            <p:nvPr/>
          </p:nvSpPr>
          <p:spPr>
            <a:xfrm>
              <a:off x="2109368" y="5321684"/>
              <a:ext cx="5080" cy="83820"/>
            </a:xfrm>
            <a:custGeom>
              <a:avLst/>
              <a:gdLst/>
              <a:ahLst/>
              <a:cxnLst/>
              <a:rect l="l" t="t" r="r" b="b"/>
              <a:pathLst>
                <a:path w="5080" h="83820">
                  <a:moveTo>
                    <a:pt x="4572" y="0"/>
                  </a:moveTo>
                  <a:lnTo>
                    <a:pt x="4572" y="83819"/>
                  </a:lnTo>
                  <a:lnTo>
                    <a:pt x="0" y="83819"/>
                  </a:ln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9" name="object 4399"/>
            <p:cNvSpPr/>
            <p:nvPr/>
          </p:nvSpPr>
          <p:spPr>
            <a:xfrm>
              <a:off x="2143645" y="5320173"/>
              <a:ext cx="3810" cy="87630"/>
            </a:xfrm>
            <a:custGeom>
              <a:avLst/>
              <a:gdLst/>
              <a:ahLst/>
              <a:cxnLst/>
              <a:rect l="l" t="t" r="r" b="b"/>
              <a:pathLst>
                <a:path w="3810" h="87629">
                  <a:moveTo>
                    <a:pt x="3810" y="85344"/>
                  </a:moveTo>
                  <a:lnTo>
                    <a:pt x="12" y="85344"/>
                  </a:lnTo>
                  <a:lnTo>
                    <a:pt x="12" y="87630"/>
                  </a:lnTo>
                  <a:lnTo>
                    <a:pt x="3810" y="87630"/>
                  </a:lnTo>
                  <a:lnTo>
                    <a:pt x="3810" y="85344"/>
                  </a:lnTo>
                  <a:close/>
                </a:path>
                <a:path w="3810" h="87629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0" name="object 4400"/>
            <p:cNvSpPr/>
            <p:nvPr/>
          </p:nvSpPr>
          <p:spPr>
            <a:xfrm>
              <a:off x="2143658" y="5321684"/>
              <a:ext cx="3810" cy="83820"/>
            </a:xfrm>
            <a:custGeom>
              <a:avLst/>
              <a:gdLst/>
              <a:ahLst/>
              <a:cxnLst/>
              <a:rect l="l" t="t" r="r" b="b"/>
              <a:pathLst>
                <a:path w="3810" h="83820">
                  <a:moveTo>
                    <a:pt x="3809" y="0"/>
                  </a:moveTo>
                  <a:lnTo>
                    <a:pt x="3809" y="83819"/>
                  </a:lnTo>
                  <a:lnTo>
                    <a:pt x="0" y="83819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1" name="object 4401"/>
            <p:cNvSpPr/>
            <p:nvPr/>
          </p:nvSpPr>
          <p:spPr>
            <a:xfrm>
              <a:off x="2182507" y="5320173"/>
              <a:ext cx="3810" cy="87630"/>
            </a:xfrm>
            <a:custGeom>
              <a:avLst/>
              <a:gdLst/>
              <a:ahLst/>
              <a:cxnLst/>
              <a:rect l="l" t="t" r="r" b="b"/>
              <a:pathLst>
                <a:path w="3810" h="87629">
                  <a:moveTo>
                    <a:pt x="3810" y="85344"/>
                  </a:moveTo>
                  <a:lnTo>
                    <a:pt x="0" y="85344"/>
                  </a:lnTo>
                  <a:lnTo>
                    <a:pt x="0" y="87630"/>
                  </a:lnTo>
                  <a:lnTo>
                    <a:pt x="3810" y="87630"/>
                  </a:lnTo>
                  <a:lnTo>
                    <a:pt x="3810" y="85344"/>
                  </a:lnTo>
                  <a:close/>
                </a:path>
                <a:path w="3810" h="87629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2" name="object 4402"/>
            <p:cNvSpPr/>
            <p:nvPr/>
          </p:nvSpPr>
          <p:spPr>
            <a:xfrm>
              <a:off x="2182520" y="5321684"/>
              <a:ext cx="3810" cy="83820"/>
            </a:xfrm>
            <a:custGeom>
              <a:avLst/>
              <a:gdLst/>
              <a:ahLst/>
              <a:cxnLst/>
              <a:rect l="l" t="t" r="r" b="b"/>
              <a:pathLst>
                <a:path w="3810" h="83820">
                  <a:moveTo>
                    <a:pt x="3810" y="0"/>
                  </a:moveTo>
                  <a:lnTo>
                    <a:pt x="3810" y="83819"/>
                  </a:lnTo>
                  <a:lnTo>
                    <a:pt x="0" y="83819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3" name="object 4403"/>
            <p:cNvSpPr/>
            <p:nvPr/>
          </p:nvSpPr>
          <p:spPr>
            <a:xfrm>
              <a:off x="2308237" y="5315600"/>
              <a:ext cx="3810" cy="86995"/>
            </a:xfrm>
            <a:custGeom>
              <a:avLst/>
              <a:gdLst/>
              <a:ahLst/>
              <a:cxnLst/>
              <a:rect l="l" t="t" r="r" b="b"/>
              <a:pathLst>
                <a:path w="3810" h="86995">
                  <a:moveTo>
                    <a:pt x="3810" y="84582"/>
                  </a:moveTo>
                  <a:lnTo>
                    <a:pt x="0" y="84582"/>
                  </a:lnTo>
                  <a:lnTo>
                    <a:pt x="0" y="86868"/>
                  </a:lnTo>
                  <a:lnTo>
                    <a:pt x="3810" y="86868"/>
                  </a:lnTo>
                  <a:lnTo>
                    <a:pt x="3810" y="84582"/>
                  </a:lnTo>
                  <a:close/>
                </a:path>
                <a:path w="3810" h="86995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4" name="object 4404"/>
            <p:cNvSpPr/>
            <p:nvPr/>
          </p:nvSpPr>
          <p:spPr>
            <a:xfrm>
              <a:off x="2308250" y="5317112"/>
              <a:ext cx="3810" cy="83185"/>
            </a:xfrm>
            <a:custGeom>
              <a:avLst/>
              <a:gdLst/>
              <a:ahLst/>
              <a:cxnLst/>
              <a:rect l="l" t="t" r="r" b="b"/>
              <a:pathLst>
                <a:path w="3810" h="83185">
                  <a:moveTo>
                    <a:pt x="3810" y="0"/>
                  </a:moveTo>
                  <a:lnTo>
                    <a:pt x="3810" y="83058"/>
                  </a:lnTo>
                  <a:lnTo>
                    <a:pt x="0" y="83058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5" name="object 4405"/>
            <p:cNvSpPr/>
            <p:nvPr/>
          </p:nvSpPr>
          <p:spPr>
            <a:xfrm>
              <a:off x="2341765" y="5315600"/>
              <a:ext cx="3810" cy="86995"/>
            </a:xfrm>
            <a:custGeom>
              <a:avLst/>
              <a:gdLst/>
              <a:ahLst/>
              <a:cxnLst/>
              <a:rect l="l" t="t" r="r" b="b"/>
              <a:pathLst>
                <a:path w="3810" h="86995">
                  <a:moveTo>
                    <a:pt x="3810" y="84582"/>
                  </a:moveTo>
                  <a:lnTo>
                    <a:pt x="0" y="84582"/>
                  </a:lnTo>
                  <a:lnTo>
                    <a:pt x="0" y="86868"/>
                  </a:lnTo>
                  <a:lnTo>
                    <a:pt x="3810" y="86868"/>
                  </a:lnTo>
                  <a:lnTo>
                    <a:pt x="3810" y="84582"/>
                  </a:lnTo>
                  <a:close/>
                </a:path>
                <a:path w="3810" h="86995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6" name="object 4406"/>
            <p:cNvSpPr/>
            <p:nvPr/>
          </p:nvSpPr>
          <p:spPr>
            <a:xfrm>
              <a:off x="2341778" y="5317112"/>
              <a:ext cx="3810" cy="83185"/>
            </a:xfrm>
            <a:custGeom>
              <a:avLst/>
              <a:gdLst/>
              <a:ahLst/>
              <a:cxnLst/>
              <a:rect l="l" t="t" r="r" b="b"/>
              <a:pathLst>
                <a:path w="3810" h="83185">
                  <a:moveTo>
                    <a:pt x="3810" y="0"/>
                  </a:moveTo>
                  <a:lnTo>
                    <a:pt x="3810" y="83058"/>
                  </a:lnTo>
                  <a:lnTo>
                    <a:pt x="0" y="83058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7" name="object 4407"/>
            <p:cNvSpPr/>
            <p:nvPr/>
          </p:nvSpPr>
          <p:spPr>
            <a:xfrm>
              <a:off x="2380627" y="5315600"/>
              <a:ext cx="3810" cy="86995"/>
            </a:xfrm>
            <a:custGeom>
              <a:avLst/>
              <a:gdLst/>
              <a:ahLst/>
              <a:cxnLst/>
              <a:rect l="l" t="t" r="r" b="b"/>
              <a:pathLst>
                <a:path w="3810" h="86995">
                  <a:moveTo>
                    <a:pt x="3810" y="84582"/>
                  </a:moveTo>
                  <a:lnTo>
                    <a:pt x="12" y="84582"/>
                  </a:lnTo>
                  <a:lnTo>
                    <a:pt x="12" y="86868"/>
                  </a:lnTo>
                  <a:lnTo>
                    <a:pt x="3810" y="86868"/>
                  </a:lnTo>
                  <a:lnTo>
                    <a:pt x="3810" y="84582"/>
                  </a:lnTo>
                  <a:close/>
                </a:path>
                <a:path w="3810" h="86995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8" name="object 4408"/>
            <p:cNvSpPr/>
            <p:nvPr/>
          </p:nvSpPr>
          <p:spPr>
            <a:xfrm>
              <a:off x="2380640" y="5317112"/>
              <a:ext cx="3810" cy="83185"/>
            </a:xfrm>
            <a:custGeom>
              <a:avLst/>
              <a:gdLst/>
              <a:ahLst/>
              <a:cxnLst/>
              <a:rect l="l" t="t" r="r" b="b"/>
              <a:pathLst>
                <a:path w="3810" h="83185">
                  <a:moveTo>
                    <a:pt x="3809" y="0"/>
                  </a:moveTo>
                  <a:lnTo>
                    <a:pt x="3809" y="83058"/>
                  </a:lnTo>
                  <a:lnTo>
                    <a:pt x="0" y="83058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9" name="object 4409"/>
            <p:cNvSpPr/>
            <p:nvPr/>
          </p:nvSpPr>
          <p:spPr>
            <a:xfrm>
              <a:off x="3186823" y="5329317"/>
              <a:ext cx="4445" cy="87630"/>
            </a:xfrm>
            <a:custGeom>
              <a:avLst/>
              <a:gdLst/>
              <a:ahLst/>
              <a:cxnLst/>
              <a:rect l="l" t="t" r="r" b="b"/>
              <a:pathLst>
                <a:path w="4444" h="87629">
                  <a:moveTo>
                    <a:pt x="3810" y="86106"/>
                  </a:moveTo>
                  <a:lnTo>
                    <a:pt x="0" y="86106"/>
                  </a:lnTo>
                  <a:lnTo>
                    <a:pt x="0" y="87630"/>
                  </a:lnTo>
                  <a:lnTo>
                    <a:pt x="3810" y="87630"/>
                  </a:lnTo>
                  <a:lnTo>
                    <a:pt x="3810" y="86106"/>
                  </a:lnTo>
                  <a:close/>
                </a:path>
                <a:path w="4444" h="87629">
                  <a:moveTo>
                    <a:pt x="3822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22" y="2286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0" name="object 4410"/>
            <p:cNvSpPr/>
            <p:nvPr/>
          </p:nvSpPr>
          <p:spPr>
            <a:xfrm>
              <a:off x="3186836" y="5331590"/>
              <a:ext cx="3810" cy="83820"/>
            </a:xfrm>
            <a:custGeom>
              <a:avLst/>
              <a:gdLst/>
              <a:ahLst/>
              <a:cxnLst/>
              <a:rect l="l" t="t" r="r" b="b"/>
              <a:pathLst>
                <a:path w="3810" h="83820">
                  <a:moveTo>
                    <a:pt x="3810" y="0"/>
                  </a:moveTo>
                  <a:lnTo>
                    <a:pt x="3810" y="83819"/>
                  </a:lnTo>
                  <a:lnTo>
                    <a:pt x="0" y="83819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1" name="object 4411"/>
            <p:cNvSpPr/>
            <p:nvPr/>
          </p:nvSpPr>
          <p:spPr>
            <a:xfrm>
              <a:off x="3221113" y="5329317"/>
              <a:ext cx="4445" cy="87630"/>
            </a:xfrm>
            <a:custGeom>
              <a:avLst/>
              <a:gdLst/>
              <a:ahLst/>
              <a:cxnLst/>
              <a:rect l="l" t="t" r="r" b="b"/>
              <a:pathLst>
                <a:path w="4444" h="87629">
                  <a:moveTo>
                    <a:pt x="3810" y="86106"/>
                  </a:moveTo>
                  <a:lnTo>
                    <a:pt x="0" y="86106"/>
                  </a:lnTo>
                  <a:lnTo>
                    <a:pt x="0" y="87630"/>
                  </a:lnTo>
                  <a:lnTo>
                    <a:pt x="3810" y="87630"/>
                  </a:lnTo>
                  <a:lnTo>
                    <a:pt x="3810" y="86106"/>
                  </a:lnTo>
                  <a:close/>
                </a:path>
                <a:path w="4444" h="87629">
                  <a:moveTo>
                    <a:pt x="3822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22" y="2286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2" name="object 4412"/>
            <p:cNvSpPr/>
            <p:nvPr/>
          </p:nvSpPr>
          <p:spPr>
            <a:xfrm>
              <a:off x="3221126" y="5331590"/>
              <a:ext cx="3810" cy="83820"/>
            </a:xfrm>
            <a:custGeom>
              <a:avLst/>
              <a:gdLst/>
              <a:ahLst/>
              <a:cxnLst/>
              <a:rect l="l" t="t" r="r" b="b"/>
              <a:pathLst>
                <a:path w="3810" h="83820">
                  <a:moveTo>
                    <a:pt x="3810" y="0"/>
                  </a:moveTo>
                  <a:lnTo>
                    <a:pt x="3810" y="83819"/>
                  </a:lnTo>
                  <a:lnTo>
                    <a:pt x="0" y="83819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3" name="object 4413"/>
            <p:cNvSpPr/>
            <p:nvPr/>
          </p:nvSpPr>
          <p:spPr>
            <a:xfrm>
              <a:off x="3259213" y="5329317"/>
              <a:ext cx="4445" cy="87630"/>
            </a:xfrm>
            <a:custGeom>
              <a:avLst/>
              <a:gdLst/>
              <a:ahLst/>
              <a:cxnLst/>
              <a:rect l="l" t="t" r="r" b="b"/>
              <a:pathLst>
                <a:path w="4445" h="87629">
                  <a:moveTo>
                    <a:pt x="3810" y="86106"/>
                  </a:moveTo>
                  <a:lnTo>
                    <a:pt x="0" y="86106"/>
                  </a:lnTo>
                  <a:lnTo>
                    <a:pt x="0" y="87630"/>
                  </a:lnTo>
                  <a:lnTo>
                    <a:pt x="3810" y="87630"/>
                  </a:lnTo>
                  <a:lnTo>
                    <a:pt x="3810" y="86106"/>
                  </a:lnTo>
                  <a:close/>
                </a:path>
                <a:path w="4445" h="87629">
                  <a:moveTo>
                    <a:pt x="3822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22" y="2286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4" name="object 4414"/>
            <p:cNvSpPr/>
            <p:nvPr/>
          </p:nvSpPr>
          <p:spPr>
            <a:xfrm>
              <a:off x="3259226" y="5331590"/>
              <a:ext cx="3810" cy="83820"/>
            </a:xfrm>
            <a:custGeom>
              <a:avLst/>
              <a:gdLst/>
              <a:ahLst/>
              <a:cxnLst/>
              <a:rect l="l" t="t" r="r" b="b"/>
              <a:pathLst>
                <a:path w="3810" h="83820">
                  <a:moveTo>
                    <a:pt x="3810" y="0"/>
                  </a:moveTo>
                  <a:lnTo>
                    <a:pt x="3810" y="83819"/>
                  </a:lnTo>
                  <a:lnTo>
                    <a:pt x="0" y="83819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5" name="object 4415"/>
            <p:cNvSpPr/>
            <p:nvPr/>
          </p:nvSpPr>
          <p:spPr>
            <a:xfrm>
              <a:off x="3399421" y="5329317"/>
              <a:ext cx="4445" cy="87630"/>
            </a:xfrm>
            <a:custGeom>
              <a:avLst/>
              <a:gdLst/>
              <a:ahLst/>
              <a:cxnLst/>
              <a:rect l="l" t="t" r="r" b="b"/>
              <a:pathLst>
                <a:path w="4445" h="87629">
                  <a:moveTo>
                    <a:pt x="3810" y="86106"/>
                  </a:moveTo>
                  <a:lnTo>
                    <a:pt x="0" y="86106"/>
                  </a:lnTo>
                  <a:lnTo>
                    <a:pt x="0" y="87630"/>
                  </a:lnTo>
                  <a:lnTo>
                    <a:pt x="3810" y="87630"/>
                  </a:lnTo>
                  <a:lnTo>
                    <a:pt x="3810" y="86106"/>
                  </a:lnTo>
                  <a:close/>
                </a:path>
                <a:path w="4445" h="87629">
                  <a:moveTo>
                    <a:pt x="3822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22" y="2286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6" name="object 4416"/>
            <p:cNvSpPr/>
            <p:nvPr/>
          </p:nvSpPr>
          <p:spPr>
            <a:xfrm>
              <a:off x="3399434" y="5331590"/>
              <a:ext cx="3810" cy="83820"/>
            </a:xfrm>
            <a:custGeom>
              <a:avLst/>
              <a:gdLst/>
              <a:ahLst/>
              <a:cxnLst/>
              <a:rect l="l" t="t" r="r" b="b"/>
              <a:pathLst>
                <a:path w="3810" h="83820">
                  <a:moveTo>
                    <a:pt x="3810" y="0"/>
                  </a:moveTo>
                  <a:lnTo>
                    <a:pt x="3810" y="83819"/>
                  </a:lnTo>
                  <a:lnTo>
                    <a:pt x="0" y="83819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7" name="object 4417"/>
            <p:cNvSpPr/>
            <p:nvPr/>
          </p:nvSpPr>
          <p:spPr>
            <a:xfrm>
              <a:off x="3432949" y="5329317"/>
              <a:ext cx="3810" cy="87630"/>
            </a:xfrm>
            <a:custGeom>
              <a:avLst/>
              <a:gdLst/>
              <a:ahLst/>
              <a:cxnLst/>
              <a:rect l="l" t="t" r="r" b="b"/>
              <a:pathLst>
                <a:path w="3810" h="87629">
                  <a:moveTo>
                    <a:pt x="3810" y="86106"/>
                  </a:moveTo>
                  <a:lnTo>
                    <a:pt x="12" y="86106"/>
                  </a:lnTo>
                  <a:lnTo>
                    <a:pt x="12" y="87630"/>
                  </a:lnTo>
                  <a:lnTo>
                    <a:pt x="3810" y="87630"/>
                  </a:lnTo>
                  <a:lnTo>
                    <a:pt x="3810" y="86106"/>
                  </a:lnTo>
                  <a:close/>
                </a:path>
                <a:path w="3810" h="87629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8" name="object 4418"/>
            <p:cNvSpPr/>
            <p:nvPr/>
          </p:nvSpPr>
          <p:spPr>
            <a:xfrm>
              <a:off x="3432962" y="5331590"/>
              <a:ext cx="3810" cy="83820"/>
            </a:xfrm>
            <a:custGeom>
              <a:avLst/>
              <a:gdLst/>
              <a:ahLst/>
              <a:cxnLst/>
              <a:rect l="l" t="t" r="r" b="b"/>
              <a:pathLst>
                <a:path w="3810" h="83820">
                  <a:moveTo>
                    <a:pt x="3809" y="0"/>
                  </a:moveTo>
                  <a:lnTo>
                    <a:pt x="3809" y="83819"/>
                  </a:lnTo>
                  <a:lnTo>
                    <a:pt x="0" y="83819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9" name="object 4419"/>
            <p:cNvSpPr/>
            <p:nvPr/>
          </p:nvSpPr>
          <p:spPr>
            <a:xfrm>
              <a:off x="3471811" y="5329317"/>
              <a:ext cx="3810" cy="87630"/>
            </a:xfrm>
            <a:custGeom>
              <a:avLst/>
              <a:gdLst/>
              <a:ahLst/>
              <a:cxnLst/>
              <a:rect l="l" t="t" r="r" b="b"/>
              <a:pathLst>
                <a:path w="3810" h="87629">
                  <a:moveTo>
                    <a:pt x="3810" y="86106"/>
                  </a:moveTo>
                  <a:lnTo>
                    <a:pt x="12" y="86106"/>
                  </a:lnTo>
                  <a:lnTo>
                    <a:pt x="12" y="87630"/>
                  </a:lnTo>
                  <a:lnTo>
                    <a:pt x="3810" y="87630"/>
                  </a:lnTo>
                  <a:lnTo>
                    <a:pt x="3810" y="86106"/>
                  </a:lnTo>
                  <a:close/>
                </a:path>
                <a:path w="3810" h="87629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0" name="object 4420"/>
            <p:cNvSpPr/>
            <p:nvPr/>
          </p:nvSpPr>
          <p:spPr>
            <a:xfrm>
              <a:off x="3471824" y="5331590"/>
              <a:ext cx="3810" cy="83820"/>
            </a:xfrm>
            <a:custGeom>
              <a:avLst/>
              <a:gdLst/>
              <a:ahLst/>
              <a:cxnLst/>
              <a:rect l="l" t="t" r="r" b="b"/>
              <a:pathLst>
                <a:path w="3810" h="83820">
                  <a:moveTo>
                    <a:pt x="3809" y="0"/>
                  </a:moveTo>
                  <a:lnTo>
                    <a:pt x="3809" y="83819"/>
                  </a:lnTo>
                  <a:lnTo>
                    <a:pt x="0" y="83819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1" name="object 4421"/>
            <p:cNvSpPr/>
            <p:nvPr/>
          </p:nvSpPr>
          <p:spPr>
            <a:xfrm>
              <a:off x="974737" y="4363862"/>
              <a:ext cx="349885" cy="1367790"/>
            </a:xfrm>
            <a:custGeom>
              <a:avLst/>
              <a:gdLst/>
              <a:ahLst/>
              <a:cxnLst/>
              <a:rect l="l" t="t" r="r" b="b"/>
              <a:pathLst>
                <a:path w="349884" h="1367789">
                  <a:moveTo>
                    <a:pt x="16764" y="762"/>
                  </a:moveTo>
                  <a:lnTo>
                    <a:pt x="12954" y="762"/>
                  </a:lnTo>
                  <a:lnTo>
                    <a:pt x="12192" y="3048"/>
                  </a:lnTo>
                  <a:lnTo>
                    <a:pt x="9906" y="5334"/>
                  </a:lnTo>
                  <a:lnTo>
                    <a:pt x="7620" y="6858"/>
                  </a:lnTo>
                  <a:lnTo>
                    <a:pt x="5334" y="9144"/>
                  </a:lnTo>
                  <a:lnTo>
                    <a:pt x="2286" y="10668"/>
                  </a:lnTo>
                  <a:lnTo>
                    <a:pt x="0" y="12192"/>
                  </a:lnTo>
                  <a:lnTo>
                    <a:pt x="0" y="18288"/>
                  </a:lnTo>
                  <a:lnTo>
                    <a:pt x="1524" y="17526"/>
                  </a:lnTo>
                  <a:lnTo>
                    <a:pt x="3810" y="16002"/>
                  </a:lnTo>
                  <a:lnTo>
                    <a:pt x="5334" y="15240"/>
                  </a:lnTo>
                  <a:lnTo>
                    <a:pt x="7620" y="13716"/>
                  </a:lnTo>
                  <a:lnTo>
                    <a:pt x="9144" y="12954"/>
                  </a:lnTo>
                  <a:lnTo>
                    <a:pt x="10668" y="11430"/>
                  </a:lnTo>
                  <a:lnTo>
                    <a:pt x="10668" y="48006"/>
                  </a:lnTo>
                  <a:lnTo>
                    <a:pt x="16764" y="48006"/>
                  </a:lnTo>
                  <a:lnTo>
                    <a:pt x="16764" y="762"/>
                  </a:lnTo>
                  <a:close/>
                </a:path>
                <a:path w="349884" h="1367789">
                  <a:moveTo>
                    <a:pt x="48768" y="28194"/>
                  </a:moveTo>
                  <a:lnTo>
                    <a:pt x="30480" y="28194"/>
                  </a:lnTo>
                  <a:lnTo>
                    <a:pt x="30480" y="33528"/>
                  </a:lnTo>
                  <a:lnTo>
                    <a:pt x="48768" y="33528"/>
                  </a:lnTo>
                  <a:lnTo>
                    <a:pt x="48768" y="28194"/>
                  </a:lnTo>
                  <a:close/>
                </a:path>
                <a:path w="349884" h="1367789">
                  <a:moveTo>
                    <a:pt x="83058" y="31242"/>
                  </a:moveTo>
                  <a:lnTo>
                    <a:pt x="76962" y="31242"/>
                  </a:lnTo>
                  <a:lnTo>
                    <a:pt x="76962" y="762"/>
                  </a:lnTo>
                  <a:lnTo>
                    <a:pt x="72390" y="762"/>
                  </a:lnTo>
                  <a:lnTo>
                    <a:pt x="71628" y="1968"/>
                  </a:lnTo>
                  <a:lnTo>
                    <a:pt x="71628" y="9906"/>
                  </a:lnTo>
                  <a:lnTo>
                    <a:pt x="71628" y="31242"/>
                  </a:lnTo>
                  <a:lnTo>
                    <a:pt x="56388" y="31242"/>
                  </a:lnTo>
                  <a:lnTo>
                    <a:pt x="60198" y="25908"/>
                  </a:lnTo>
                  <a:lnTo>
                    <a:pt x="67818" y="16002"/>
                  </a:lnTo>
                  <a:lnTo>
                    <a:pt x="71628" y="9906"/>
                  </a:lnTo>
                  <a:lnTo>
                    <a:pt x="71628" y="1968"/>
                  </a:lnTo>
                  <a:lnTo>
                    <a:pt x="67056" y="9144"/>
                  </a:lnTo>
                  <a:lnTo>
                    <a:pt x="56388" y="23622"/>
                  </a:lnTo>
                  <a:lnTo>
                    <a:pt x="51054" y="31242"/>
                  </a:lnTo>
                  <a:lnTo>
                    <a:pt x="51054" y="36576"/>
                  </a:lnTo>
                  <a:lnTo>
                    <a:pt x="56388" y="36576"/>
                  </a:lnTo>
                  <a:lnTo>
                    <a:pt x="71628" y="36576"/>
                  </a:lnTo>
                  <a:lnTo>
                    <a:pt x="71628" y="48006"/>
                  </a:lnTo>
                  <a:lnTo>
                    <a:pt x="76962" y="48006"/>
                  </a:lnTo>
                  <a:lnTo>
                    <a:pt x="76962" y="36576"/>
                  </a:lnTo>
                  <a:lnTo>
                    <a:pt x="83058" y="36576"/>
                  </a:lnTo>
                  <a:lnTo>
                    <a:pt x="83058" y="31242"/>
                  </a:lnTo>
                  <a:close/>
                </a:path>
                <a:path w="349884" h="1367789">
                  <a:moveTo>
                    <a:pt x="110490" y="1264158"/>
                  </a:moveTo>
                  <a:lnTo>
                    <a:pt x="106680" y="1264158"/>
                  </a:lnTo>
                  <a:lnTo>
                    <a:pt x="106680" y="1266444"/>
                  </a:lnTo>
                  <a:lnTo>
                    <a:pt x="106692" y="1366266"/>
                  </a:lnTo>
                  <a:lnTo>
                    <a:pt x="106692" y="1367790"/>
                  </a:lnTo>
                  <a:lnTo>
                    <a:pt x="110490" y="1367790"/>
                  </a:lnTo>
                  <a:lnTo>
                    <a:pt x="110490" y="1366266"/>
                  </a:lnTo>
                  <a:lnTo>
                    <a:pt x="110490" y="1266444"/>
                  </a:lnTo>
                  <a:lnTo>
                    <a:pt x="110490" y="1264158"/>
                  </a:lnTo>
                  <a:close/>
                </a:path>
                <a:path w="349884" h="1367789">
                  <a:moveTo>
                    <a:pt x="126492" y="34290"/>
                  </a:moveTo>
                  <a:lnTo>
                    <a:pt x="124968" y="27432"/>
                  </a:lnTo>
                  <a:lnTo>
                    <a:pt x="118872" y="22860"/>
                  </a:lnTo>
                  <a:lnTo>
                    <a:pt x="99060" y="16764"/>
                  </a:lnTo>
                  <a:lnTo>
                    <a:pt x="97536" y="12954"/>
                  </a:lnTo>
                  <a:lnTo>
                    <a:pt x="99822" y="7620"/>
                  </a:lnTo>
                  <a:lnTo>
                    <a:pt x="108204" y="5334"/>
                  </a:lnTo>
                  <a:lnTo>
                    <a:pt x="115824" y="7620"/>
                  </a:lnTo>
                  <a:lnTo>
                    <a:pt x="119634" y="14478"/>
                  </a:lnTo>
                  <a:lnTo>
                    <a:pt x="124968" y="14478"/>
                  </a:lnTo>
                  <a:lnTo>
                    <a:pt x="124968" y="9906"/>
                  </a:lnTo>
                  <a:lnTo>
                    <a:pt x="122682" y="6858"/>
                  </a:lnTo>
                  <a:lnTo>
                    <a:pt x="116586" y="1524"/>
                  </a:lnTo>
                  <a:lnTo>
                    <a:pt x="108204" y="0"/>
                  </a:lnTo>
                  <a:lnTo>
                    <a:pt x="99060" y="1524"/>
                  </a:lnTo>
                  <a:lnTo>
                    <a:pt x="92964" y="6096"/>
                  </a:lnTo>
                  <a:lnTo>
                    <a:pt x="90678" y="12954"/>
                  </a:lnTo>
                  <a:lnTo>
                    <a:pt x="92964" y="19050"/>
                  </a:lnTo>
                  <a:lnTo>
                    <a:pt x="98298" y="22860"/>
                  </a:lnTo>
                  <a:lnTo>
                    <a:pt x="118110" y="29718"/>
                  </a:lnTo>
                  <a:lnTo>
                    <a:pt x="120396" y="32766"/>
                  </a:lnTo>
                  <a:lnTo>
                    <a:pt x="119634" y="38862"/>
                  </a:lnTo>
                  <a:lnTo>
                    <a:pt x="112776" y="42672"/>
                  </a:lnTo>
                  <a:lnTo>
                    <a:pt x="105156" y="42672"/>
                  </a:lnTo>
                  <a:lnTo>
                    <a:pt x="97536" y="38100"/>
                  </a:lnTo>
                  <a:lnTo>
                    <a:pt x="95250" y="32004"/>
                  </a:lnTo>
                  <a:lnTo>
                    <a:pt x="89154" y="32766"/>
                  </a:lnTo>
                  <a:lnTo>
                    <a:pt x="92202" y="41148"/>
                  </a:lnTo>
                  <a:lnTo>
                    <a:pt x="99060" y="47244"/>
                  </a:lnTo>
                  <a:lnTo>
                    <a:pt x="103632" y="48006"/>
                  </a:lnTo>
                  <a:lnTo>
                    <a:pt x="114300" y="48006"/>
                  </a:lnTo>
                  <a:lnTo>
                    <a:pt x="121920" y="44958"/>
                  </a:lnTo>
                  <a:lnTo>
                    <a:pt x="126492" y="38100"/>
                  </a:lnTo>
                  <a:lnTo>
                    <a:pt x="126492" y="34290"/>
                  </a:lnTo>
                  <a:close/>
                </a:path>
                <a:path w="349884" h="1367789">
                  <a:moveTo>
                    <a:pt x="172212" y="762"/>
                  </a:moveTo>
                  <a:lnTo>
                    <a:pt x="166116" y="762"/>
                  </a:lnTo>
                  <a:lnTo>
                    <a:pt x="166116" y="19812"/>
                  </a:lnTo>
                  <a:lnTo>
                    <a:pt x="141732" y="19812"/>
                  </a:lnTo>
                  <a:lnTo>
                    <a:pt x="141732" y="762"/>
                  </a:lnTo>
                  <a:lnTo>
                    <a:pt x="134874" y="762"/>
                  </a:lnTo>
                  <a:lnTo>
                    <a:pt x="134874" y="48006"/>
                  </a:lnTo>
                  <a:lnTo>
                    <a:pt x="141732" y="48006"/>
                  </a:lnTo>
                  <a:lnTo>
                    <a:pt x="141732" y="25908"/>
                  </a:lnTo>
                  <a:lnTo>
                    <a:pt x="166116" y="25908"/>
                  </a:lnTo>
                  <a:lnTo>
                    <a:pt x="166116" y="48006"/>
                  </a:lnTo>
                  <a:lnTo>
                    <a:pt x="172212" y="48006"/>
                  </a:lnTo>
                  <a:lnTo>
                    <a:pt x="172212" y="762"/>
                  </a:lnTo>
                  <a:close/>
                </a:path>
                <a:path w="349884" h="1367789">
                  <a:moveTo>
                    <a:pt x="220980" y="48006"/>
                  </a:moveTo>
                  <a:lnTo>
                    <a:pt x="206502" y="12954"/>
                  </a:lnTo>
                  <a:lnTo>
                    <a:pt x="206502" y="28194"/>
                  </a:lnTo>
                  <a:lnTo>
                    <a:pt x="190500" y="28194"/>
                  </a:lnTo>
                  <a:lnTo>
                    <a:pt x="192024" y="25146"/>
                  </a:lnTo>
                  <a:lnTo>
                    <a:pt x="194310" y="18288"/>
                  </a:lnTo>
                  <a:lnTo>
                    <a:pt x="195834" y="14478"/>
                  </a:lnTo>
                  <a:lnTo>
                    <a:pt x="196596" y="12192"/>
                  </a:lnTo>
                  <a:lnTo>
                    <a:pt x="198120" y="6096"/>
                  </a:lnTo>
                  <a:lnTo>
                    <a:pt x="198882" y="8382"/>
                  </a:lnTo>
                  <a:lnTo>
                    <a:pt x="200406" y="12192"/>
                  </a:lnTo>
                  <a:lnTo>
                    <a:pt x="201168" y="15240"/>
                  </a:lnTo>
                  <a:lnTo>
                    <a:pt x="202692" y="19050"/>
                  </a:lnTo>
                  <a:lnTo>
                    <a:pt x="204978" y="25146"/>
                  </a:lnTo>
                  <a:lnTo>
                    <a:pt x="206502" y="28194"/>
                  </a:lnTo>
                  <a:lnTo>
                    <a:pt x="206502" y="12954"/>
                  </a:lnTo>
                  <a:lnTo>
                    <a:pt x="201930" y="762"/>
                  </a:lnTo>
                  <a:lnTo>
                    <a:pt x="195072" y="762"/>
                  </a:lnTo>
                  <a:lnTo>
                    <a:pt x="190500" y="12954"/>
                  </a:lnTo>
                  <a:lnTo>
                    <a:pt x="181356" y="35052"/>
                  </a:lnTo>
                  <a:lnTo>
                    <a:pt x="176784" y="48006"/>
                  </a:lnTo>
                  <a:lnTo>
                    <a:pt x="183642" y="48006"/>
                  </a:lnTo>
                  <a:lnTo>
                    <a:pt x="184404" y="44196"/>
                  </a:lnTo>
                  <a:lnTo>
                    <a:pt x="187452" y="37338"/>
                  </a:lnTo>
                  <a:lnTo>
                    <a:pt x="188976" y="33528"/>
                  </a:lnTo>
                  <a:lnTo>
                    <a:pt x="190500" y="33528"/>
                  </a:lnTo>
                  <a:lnTo>
                    <a:pt x="206502" y="33528"/>
                  </a:lnTo>
                  <a:lnTo>
                    <a:pt x="208026" y="33528"/>
                  </a:lnTo>
                  <a:lnTo>
                    <a:pt x="209550" y="37338"/>
                  </a:lnTo>
                  <a:lnTo>
                    <a:pt x="212598" y="44196"/>
                  </a:lnTo>
                  <a:lnTo>
                    <a:pt x="213360" y="48006"/>
                  </a:lnTo>
                  <a:lnTo>
                    <a:pt x="220980" y="48006"/>
                  </a:lnTo>
                  <a:close/>
                </a:path>
                <a:path w="349884" h="1367789">
                  <a:moveTo>
                    <a:pt x="263652" y="48006"/>
                  </a:moveTo>
                  <a:lnTo>
                    <a:pt x="243840" y="19812"/>
                  </a:lnTo>
                  <a:lnTo>
                    <a:pt x="248412" y="15240"/>
                  </a:lnTo>
                  <a:lnTo>
                    <a:pt x="258318" y="6096"/>
                  </a:lnTo>
                  <a:lnTo>
                    <a:pt x="262890" y="762"/>
                  </a:lnTo>
                  <a:lnTo>
                    <a:pt x="254508" y="762"/>
                  </a:lnTo>
                  <a:lnTo>
                    <a:pt x="248412" y="6858"/>
                  </a:lnTo>
                  <a:lnTo>
                    <a:pt x="237744" y="18288"/>
                  </a:lnTo>
                  <a:lnTo>
                    <a:pt x="230886" y="24384"/>
                  </a:lnTo>
                  <a:lnTo>
                    <a:pt x="230886" y="762"/>
                  </a:lnTo>
                  <a:lnTo>
                    <a:pt x="224790" y="762"/>
                  </a:lnTo>
                  <a:lnTo>
                    <a:pt x="224790" y="48006"/>
                  </a:lnTo>
                  <a:lnTo>
                    <a:pt x="230886" y="48006"/>
                  </a:lnTo>
                  <a:lnTo>
                    <a:pt x="230886" y="31242"/>
                  </a:lnTo>
                  <a:lnTo>
                    <a:pt x="233172" y="29718"/>
                  </a:lnTo>
                  <a:lnTo>
                    <a:pt x="236982" y="25908"/>
                  </a:lnTo>
                  <a:lnTo>
                    <a:pt x="239268" y="24384"/>
                  </a:lnTo>
                  <a:lnTo>
                    <a:pt x="243840" y="30480"/>
                  </a:lnTo>
                  <a:lnTo>
                    <a:pt x="251460" y="41910"/>
                  </a:lnTo>
                  <a:lnTo>
                    <a:pt x="256032" y="48006"/>
                  </a:lnTo>
                  <a:lnTo>
                    <a:pt x="263652" y="48006"/>
                  </a:lnTo>
                  <a:close/>
                </a:path>
                <a:path w="349884" h="1367789">
                  <a:moveTo>
                    <a:pt x="297180" y="13716"/>
                  </a:moveTo>
                  <a:lnTo>
                    <a:pt x="294894" y="6096"/>
                  </a:lnTo>
                  <a:lnTo>
                    <a:pt x="288798" y="1524"/>
                  </a:lnTo>
                  <a:lnTo>
                    <a:pt x="281940" y="762"/>
                  </a:lnTo>
                  <a:lnTo>
                    <a:pt x="275844" y="1524"/>
                  </a:lnTo>
                  <a:lnTo>
                    <a:pt x="269748" y="6096"/>
                  </a:lnTo>
                  <a:lnTo>
                    <a:pt x="266700" y="14478"/>
                  </a:lnTo>
                  <a:lnTo>
                    <a:pt x="272796" y="14478"/>
                  </a:lnTo>
                  <a:lnTo>
                    <a:pt x="275082" y="8382"/>
                  </a:lnTo>
                  <a:lnTo>
                    <a:pt x="281940" y="5334"/>
                  </a:lnTo>
                  <a:lnTo>
                    <a:pt x="288798" y="7620"/>
                  </a:lnTo>
                  <a:lnTo>
                    <a:pt x="291084" y="13716"/>
                  </a:lnTo>
                  <a:lnTo>
                    <a:pt x="288798" y="20574"/>
                  </a:lnTo>
                  <a:lnTo>
                    <a:pt x="268224" y="41148"/>
                  </a:lnTo>
                  <a:lnTo>
                    <a:pt x="265938" y="48006"/>
                  </a:lnTo>
                  <a:lnTo>
                    <a:pt x="297180" y="48006"/>
                  </a:lnTo>
                  <a:lnTo>
                    <a:pt x="297180" y="42672"/>
                  </a:lnTo>
                  <a:lnTo>
                    <a:pt x="273558" y="42672"/>
                  </a:lnTo>
                  <a:lnTo>
                    <a:pt x="294132" y="22098"/>
                  </a:lnTo>
                  <a:lnTo>
                    <a:pt x="297180" y="13716"/>
                  </a:lnTo>
                  <a:close/>
                </a:path>
                <a:path w="349884" h="1367789">
                  <a:moveTo>
                    <a:pt x="349758" y="762"/>
                  </a:moveTo>
                  <a:lnTo>
                    <a:pt x="342138" y="762"/>
                  </a:lnTo>
                  <a:lnTo>
                    <a:pt x="339090" y="9144"/>
                  </a:lnTo>
                  <a:lnTo>
                    <a:pt x="333756" y="25146"/>
                  </a:lnTo>
                  <a:lnTo>
                    <a:pt x="329946" y="33528"/>
                  </a:lnTo>
                  <a:lnTo>
                    <a:pt x="329184" y="36576"/>
                  </a:lnTo>
                  <a:lnTo>
                    <a:pt x="327660" y="41148"/>
                  </a:lnTo>
                  <a:lnTo>
                    <a:pt x="325374" y="34290"/>
                  </a:lnTo>
                  <a:lnTo>
                    <a:pt x="322326" y="25908"/>
                  </a:lnTo>
                  <a:lnTo>
                    <a:pt x="316992" y="9906"/>
                  </a:lnTo>
                  <a:lnTo>
                    <a:pt x="314706" y="762"/>
                  </a:lnTo>
                  <a:lnTo>
                    <a:pt x="305562" y="762"/>
                  </a:lnTo>
                  <a:lnTo>
                    <a:pt x="305562" y="48006"/>
                  </a:lnTo>
                  <a:lnTo>
                    <a:pt x="310896" y="48006"/>
                  </a:lnTo>
                  <a:lnTo>
                    <a:pt x="310896" y="7620"/>
                  </a:lnTo>
                  <a:lnTo>
                    <a:pt x="314706" y="18288"/>
                  </a:lnTo>
                  <a:lnTo>
                    <a:pt x="320802" y="37338"/>
                  </a:lnTo>
                  <a:lnTo>
                    <a:pt x="324612" y="48006"/>
                  </a:lnTo>
                  <a:lnTo>
                    <a:pt x="329946" y="48006"/>
                  </a:lnTo>
                  <a:lnTo>
                    <a:pt x="333756" y="37338"/>
                  </a:lnTo>
                  <a:lnTo>
                    <a:pt x="340614" y="19050"/>
                  </a:lnTo>
                  <a:lnTo>
                    <a:pt x="344424" y="8382"/>
                  </a:lnTo>
                  <a:lnTo>
                    <a:pt x="344424" y="48006"/>
                  </a:lnTo>
                  <a:lnTo>
                    <a:pt x="349758" y="48006"/>
                  </a:lnTo>
                  <a:lnTo>
                    <a:pt x="349758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2" name="object 4422"/>
            <p:cNvSpPr/>
            <p:nvPr/>
          </p:nvSpPr>
          <p:spPr>
            <a:xfrm>
              <a:off x="1081430" y="5630294"/>
              <a:ext cx="3810" cy="100330"/>
            </a:xfrm>
            <a:custGeom>
              <a:avLst/>
              <a:gdLst/>
              <a:ahLst/>
              <a:cxnLst/>
              <a:rect l="l" t="t" r="r" b="b"/>
              <a:pathLst>
                <a:path w="3809" h="100329">
                  <a:moveTo>
                    <a:pt x="3809" y="0"/>
                  </a:moveTo>
                  <a:lnTo>
                    <a:pt x="3809" y="99822"/>
                  </a:lnTo>
                  <a:lnTo>
                    <a:pt x="0" y="99822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3" name="object 4423"/>
            <p:cNvSpPr/>
            <p:nvPr/>
          </p:nvSpPr>
          <p:spPr>
            <a:xfrm>
              <a:off x="1118755" y="5622687"/>
              <a:ext cx="3810" cy="104139"/>
            </a:xfrm>
            <a:custGeom>
              <a:avLst/>
              <a:gdLst/>
              <a:ahLst/>
              <a:cxnLst/>
              <a:rect l="l" t="t" r="r" b="b"/>
              <a:pathLst>
                <a:path w="3809" h="104139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2" y="101346"/>
                  </a:lnTo>
                  <a:lnTo>
                    <a:pt x="12" y="103632"/>
                  </a:lnTo>
                  <a:lnTo>
                    <a:pt x="3810" y="103632"/>
                  </a:lnTo>
                  <a:lnTo>
                    <a:pt x="3810" y="101346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4" name="object 4424"/>
            <p:cNvSpPr/>
            <p:nvPr/>
          </p:nvSpPr>
          <p:spPr>
            <a:xfrm>
              <a:off x="1118768" y="5624198"/>
              <a:ext cx="3810" cy="100330"/>
            </a:xfrm>
            <a:custGeom>
              <a:avLst/>
              <a:gdLst/>
              <a:ahLst/>
              <a:cxnLst/>
              <a:rect l="l" t="t" r="r" b="b"/>
              <a:pathLst>
                <a:path w="3809" h="100329">
                  <a:moveTo>
                    <a:pt x="3809" y="0"/>
                  </a:moveTo>
                  <a:lnTo>
                    <a:pt x="3809" y="99822"/>
                  </a:lnTo>
                  <a:lnTo>
                    <a:pt x="0" y="99822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5" name="object 4425"/>
            <p:cNvSpPr/>
            <p:nvPr/>
          </p:nvSpPr>
          <p:spPr>
            <a:xfrm>
              <a:off x="1160665" y="5623449"/>
              <a:ext cx="3810" cy="104139"/>
            </a:xfrm>
            <a:custGeom>
              <a:avLst/>
              <a:gdLst/>
              <a:ahLst/>
              <a:cxnLst/>
              <a:rect l="l" t="t" r="r" b="b"/>
              <a:pathLst>
                <a:path w="3809" h="104139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2" y="101346"/>
                  </a:lnTo>
                  <a:lnTo>
                    <a:pt x="12" y="103632"/>
                  </a:lnTo>
                  <a:lnTo>
                    <a:pt x="3810" y="103632"/>
                  </a:lnTo>
                  <a:lnTo>
                    <a:pt x="3810" y="101346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6" name="object 4426"/>
            <p:cNvSpPr/>
            <p:nvPr/>
          </p:nvSpPr>
          <p:spPr>
            <a:xfrm>
              <a:off x="1160678" y="5624960"/>
              <a:ext cx="3810" cy="100330"/>
            </a:xfrm>
            <a:custGeom>
              <a:avLst/>
              <a:gdLst/>
              <a:ahLst/>
              <a:cxnLst/>
              <a:rect l="l" t="t" r="r" b="b"/>
              <a:pathLst>
                <a:path w="3809" h="100329">
                  <a:moveTo>
                    <a:pt x="3809" y="0"/>
                  </a:moveTo>
                  <a:lnTo>
                    <a:pt x="3809" y="99822"/>
                  </a:lnTo>
                  <a:lnTo>
                    <a:pt x="0" y="99822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7" name="object 4427"/>
            <p:cNvSpPr/>
            <p:nvPr/>
          </p:nvSpPr>
          <p:spPr>
            <a:xfrm>
              <a:off x="917587" y="5369702"/>
              <a:ext cx="1722755" cy="209550"/>
            </a:xfrm>
            <a:custGeom>
              <a:avLst/>
              <a:gdLst/>
              <a:ahLst/>
              <a:cxnLst/>
              <a:rect l="l" t="t" r="r" b="b"/>
              <a:pathLst>
                <a:path w="1722755" h="209550">
                  <a:moveTo>
                    <a:pt x="17526" y="161544"/>
                  </a:moveTo>
                  <a:lnTo>
                    <a:pt x="13716" y="161544"/>
                  </a:lnTo>
                  <a:lnTo>
                    <a:pt x="10668" y="166116"/>
                  </a:lnTo>
                  <a:lnTo>
                    <a:pt x="8382" y="168402"/>
                  </a:lnTo>
                  <a:lnTo>
                    <a:pt x="5334" y="169926"/>
                  </a:lnTo>
                  <a:lnTo>
                    <a:pt x="3048" y="172212"/>
                  </a:lnTo>
                  <a:lnTo>
                    <a:pt x="0" y="173736"/>
                  </a:lnTo>
                  <a:lnTo>
                    <a:pt x="0" y="179832"/>
                  </a:lnTo>
                  <a:lnTo>
                    <a:pt x="1524" y="179070"/>
                  </a:lnTo>
                  <a:lnTo>
                    <a:pt x="6096" y="176022"/>
                  </a:lnTo>
                  <a:lnTo>
                    <a:pt x="7620" y="175260"/>
                  </a:lnTo>
                  <a:lnTo>
                    <a:pt x="9906" y="173736"/>
                  </a:lnTo>
                  <a:lnTo>
                    <a:pt x="11430" y="172212"/>
                  </a:lnTo>
                  <a:lnTo>
                    <a:pt x="11430" y="208788"/>
                  </a:lnTo>
                  <a:lnTo>
                    <a:pt x="17526" y="208788"/>
                  </a:lnTo>
                  <a:lnTo>
                    <a:pt x="17526" y="161544"/>
                  </a:lnTo>
                  <a:close/>
                </a:path>
                <a:path w="1722755" h="209550">
                  <a:moveTo>
                    <a:pt x="48768" y="188976"/>
                  </a:moveTo>
                  <a:lnTo>
                    <a:pt x="31242" y="188976"/>
                  </a:lnTo>
                  <a:lnTo>
                    <a:pt x="31242" y="195072"/>
                  </a:lnTo>
                  <a:lnTo>
                    <a:pt x="48768" y="195072"/>
                  </a:lnTo>
                  <a:lnTo>
                    <a:pt x="48768" y="188976"/>
                  </a:lnTo>
                  <a:close/>
                </a:path>
                <a:path w="1722755" h="209550">
                  <a:moveTo>
                    <a:pt x="83820" y="192786"/>
                  </a:moveTo>
                  <a:lnTo>
                    <a:pt x="77724" y="192786"/>
                  </a:lnTo>
                  <a:lnTo>
                    <a:pt x="77724" y="162306"/>
                  </a:lnTo>
                  <a:lnTo>
                    <a:pt x="73152" y="162306"/>
                  </a:lnTo>
                  <a:lnTo>
                    <a:pt x="71628" y="164490"/>
                  </a:lnTo>
                  <a:lnTo>
                    <a:pt x="71628" y="171450"/>
                  </a:lnTo>
                  <a:lnTo>
                    <a:pt x="71628" y="192786"/>
                  </a:lnTo>
                  <a:lnTo>
                    <a:pt x="57150" y="192786"/>
                  </a:lnTo>
                  <a:lnTo>
                    <a:pt x="60960" y="187452"/>
                  </a:lnTo>
                  <a:lnTo>
                    <a:pt x="67818" y="176784"/>
                  </a:lnTo>
                  <a:lnTo>
                    <a:pt x="71628" y="171450"/>
                  </a:lnTo>
                  <a:lnTo>
                    <a:pt x="71628" y="164490"/>
                  </a:lnTo>
                  <a:lnTo>
                    <a:pt x="51816" y="192786"/>
                  </a:lnTo>
                  <a:lnTo>
                    <a:pt x="51816" y="198120"/>
                  </a:lnTo>
                  <a:lnTo>
                    <a:pt x="57150" y="198120"/>
                  </a:lnTo>
                  <a:lnTo>
                    <a:pt x="71628" y="198120"/>
                  </a:lnTo>
                  <a:lnTo>
                    <a:pt x="71628" y="208788"/>
                  </a:lnTo>
                  <a:lnTo>
                    <a:pt x="77724" y="208788"/>
                  </a:lnTo>
                  <a:lnTo>
                    <a:pt x="77724" y="198120"/>
                  </a:lnTo>
                  <a:lnTo>
                    <a:pt x="83820" y="198120"/>
                  </a:lnTo>
                  <a:lnTo>
                    <a:pt x="83820" y="192786"/>
                  </a:lnTo>
                  <a:close/>
                </a:path>
                <a:path w="1722755" h="209550">
                  <a:moveTo>
                    <a:pt x="127254" y="195834"/>
                  </a:moveTo>
                  <a:lnTo>
                    <a:pt x="124968" y="188976"/>
                  </a:lnTo>
                  <a:lnTo>
                    <a:pt x="118872" y="184404"/>
                  </a:lnTo>
                  <a:lnTo>
                    <a:pt x="100584" y="179070"/>
                  </a:lnTo>
                  <a:lnTo>
                    <a:pt x="97536" y="173736"/>
                  </a:lnTo>
                  <a:lnTo>
                    <a:pt x="99822" y="169164"/>
                  </a:lnTo>
                  <a:lnTo>
                    <a:pt x="108204" y="166878"/>
                  </a:lnTo>
                  <a:lnTo>
                    <a:pt x="116586" y="169164"/>
                  </a:lnTo>
                  <a:lnTo>
                    <a:pt x="118872" y="172212"/>
                  </a:lnTo>
                  <a:lnTo>
                    <a:pt x="119634" y="176022"/>
                  </a:lnTo>
                  <a:lnTo>
                    <a:pt x="125730" y="175260"/>
                  </a:lnTo>
                  <a:lnTo>
                    <a:pt x="123444" y="167640"/>
                  </a:lnTo>
                  <a:lnTo>
                    <a:pt x="117348" y="163068"/>
                  </a:lnTo>
                  <a:lnTo>
                    <a:pt x="108204" y="161544"/>
                  </a:lnTo>
                  <a:lnTo>
                    <a:pt x="99060" y="163068"/>
                  </a:lnTo>
                  <a:lnTo>
                    <a:pt x="93726" y="167640"/>
                  </a:lnTo>
                  <a:lnTo>
                    <a:pt x="91440" y="174498"/>
                  </a:lnTo>
                  <a:lnTo>
                    <a:pt x="92964" y="180594"/>
                  </a:lnTo>
                  <a:lnTo>
                    <a:pt x="98298" y="184404"/>
                  </a:lnTo>
                  <a:lnTo>
                    <a:pt x="118110" y="191262"/>
                  </a:lnTo>
                  <a:lnTo>
                    <a:pt x="121158" y="196596"/>
                  </a:lnTo>
                  <a:lnTo>
                    <a:pt x="118110" y="201930"/>
                  </a:lnTo>
                  <a:lnTo>
                    <a:pt x="112776" y="204216"/>
                  </a:lnTo>
                  <a:lnTo>
                    <a:pt x="105918" y="204216"/>
                  </a:lnTo>
                  <a:lnTo>
                    <a:pt x="97536" y="199644"/>
                  </a:lnTo>
                  <a:lnTo>
                    <a:pt x="95250" y="193548"/>
                  </a:lnTo>
                  <a:lnTo>
                    <a:pt x="89916" y="194310"/>
                  </a:lnTo>
                  <a:lnTo>
                    <a:pt x="92202" y="202692"/>
                  </a:lnTo>
                  <a:lnTo>
                    <a:pt x="99060" y="208026"/>
                  </a:lnTo>
                  <a:lnTo>
                    <a:pt x="109728" y="209550"/>
                  </a:lnTo>
                  <a:lnTo>
                    <a:pt x="118872" y="208026"/>
                  </a:lnTo>
                  <a:lnTo>
                    <a:pt x="124968" y="202692"/>
                  </a:lnTo>
                  <a:lnTo>
                    <a:pt x="127254" y="195834"/>
                  </a:lnTo>
                  <a:close/>
                </a:path>
                <a:path w="1722755" h="209550">
                  <a:moveTo>
                    <a:pt x="172212" y="162306"/>
                  </a:moveTo>
                  <a:lnTo>
                    <a:pt x="166116" y="162306"/>
                  </a:lnTo>
                  <a:lnTo>
                    <a:pt x="166116" y="181356"/>
                  </a:lnTo>
                  <a:lnTo>
                    <a:pt x="141732" y="181356"/>
                  </a:lnTo>
                  <a:lnTo>
                    <a:pt x="141732" y="162306"/>
                  </a:lnTo>
                  <a:lnTo>
                    <a:pt x="135636" y="162306"/>
                  </a:lnTo>
                  <a:lnTo>
                    <a:pt x="135636" y="208788"/>
                  </a:lnTo>
                  <a:lnTo>
                    <a:pt x="141732" y="208788"/>
                  </a:lnTo>
                  <a:lnTo>
                    <a:pt x="141732" y="187452"/>
                  </a:lnTo>
                  <a:lnTo>
                    <a:pt x="166116" y="187452"/>
                  </a:lnTo>
                  <a:lnTo>
                    <a:pt x="166116" y="208788"/>
                  </a:lnTo>
                  <a:lnTo>
                    <a:pt x="172212" y="208788"/>
                  </a:lnTo>
                  <a:lnTo>
                    <a:pt x="172212" y="162306"/>
                  </a:lnTo>
                  <a:close/>
                </a:path>
                <a:path w="1722755" h="209550">
                  <a:moveTo>
                    <a:pt x="221742" y="208788"/>
                  </a:moveTo>
                  <a:lnTo>
                    <a:pt x="216408" y="197358"/>
                  </a:lnTo>
                  <a:lnTo>
                    <a:pt x="207264" y="174498"/>
                  </a:lnTo>
                  <a:lnTo>
                    <a:pt x="207264" y="189738"/>
                  </a:lnTo>
                  <a:lnTo>
                    <a:pt x="191262" y="189738"/>
                  </a:lnTo>
                  <a:lnTo>
                    <a:pt x="192024" y="186690"/>
                  </a:lnTo>
                  <a:lnTo>
                    <a:pt x="194310" y="179832"/>
                  </a:lnTo>
                  <a:lnTo>
                    <a:pt x="195834" y="176022"/>
                  </a:lnTo>
                  <a:lnTo>
                    <a:pt x="196596" y="172974"/>
                  </a:lnTo>
                  <a:lnTo>
                    <a:pt x="198120" y="169926"/>
                  </a:lnTo>
                  <a:lnTo>
                    <a:pt x="198882" y="166878"/>
                  </a:lnTo>
                  <a:lnTo>
                    <a:pt x="199644" y="169926"/>
                  </a:lnTo>
                  <a:lnTo>
                    <a:pt x="201168" y="172974"/>
                  </a:lnTo>
                  <a:lnTo>
                    <a:pt x="201930" y="176784"/>
                  </a:lnTo>
                  <a:lnTo>
                    <a:pt x="203454" y="180594"/>
                  </a:lnTo>
                  <a:lnTo>
                    <a:pt x="205740" y="186690"/>
                  </a:lnTo>
                  <a:lnTo>
                    <a:pt x="207264" y="189738"/>
                  </a:lnTo>
                  <a:lnTo>
                    <a:pt x="207264" y="174498"/>
                  </a:lnTo>
                  <a:lnTo>
                    <a:pt x="202692" y="162306"/>
                  </a:lnTo>
                  <a:lnTo>
                    <a:pt x="195072" y="162306"/>
                  </a:lnTo>
                  <a:lnTo>
                    <a:pt x="182118" y="197358"/>
                  </a:lnTo>
                  <a:lnTo>
                    <a:pt x="177546" y="208788"/>
                  </a:lnTo>
                  <a:lnTo>
                    <a:pt x="184404" y="208788"/>
                  </a:lnTo>
                  <a:lnTo>
                    <a:pt x="185166" y="204978"/>
                  </a:lnTo>
                  <a:lnTo>
                    <a:pt x="187452" y="198882"/>
                  </a:lnTo>
                  <a:lnTo>
                    <a:pt x="188976" y="195072"/>
                  </a:lnTo>
                  <a:lnTo>
                    <a:pt x="191262" y="195072"/>
                  </a:lnTo>
                  <a:lnTo>
                    <a:pt x="207264" y="195072"/>
                  </a:lnTo>
                  <a:lnTo>
                    <a:pt x="208788" y="195072"/>
                  </a:lnTo>
                  <a:lnTo>
                    <a:pt x="210312" y="198882"/>
                  </a:lnTo>
                  <a:lnTo>
                    <a:pt x="212598" y="204978"/>
                  </a:lnTo>
                  <a:lnTo>
                    <a:pt x="214122" y="208788"/>
                  </a:lnTo>
                  <a:lnTo>
                    <a:pt x="221742" y="208788"/>
                  </a:lnTo>
                  <a:close/>
                </a:path>
                <a:path w="1722755" h="209550">
                  <a:moveTo>
                    <a:pt x="264414" y="208788"/>
                  </a:moveTo>
                  <a:lnTo>
                    <a:pt x="259080" y="201930"/>
                  </a:lnTo>
                  <a:lnTo>
                    <a:pt x="249174" y="188214"/>
                  </a:lnTo>
                  <a:lnTo>
                    <a:pt x="243840" y="181356"/>
                  </a:lnTo>
                  <a:lnTo>
                    <a:pt x="258318" y="166878"/>
                  </a:lnTo>
                  <a:lnTo>
                    <a:pt x="263652" y="162306"/>
                  </a:lnTo>
                  <a:lnTo>
                    <a:pt x="255270" y="162306"/>
                  </a:lnTo>
                  <a:lnTo>
                    <a:pt x="249936" y="168402"/>
                  </a:lnTo>
                  <a:lnTo>
                    <a:pt x="237744" y="179832"/>
                  </a:lnTo>
                  <a:lnTo>
                    <a:pt x="232410" y="185928"/>
                  </a:lnTo>
                  <a:lnTo>
                    <a:pt x="232410" y="162306"/>
                  </a:lnTo>
                  <a:lnTo>
                    <a:pt x="226314" y="162306"/>
                  </a:lnTo>
                  <a:lnTo>
                    <a:pt x="226314" y="208788"/>
                  </a:lnTo>
                  <a:lnTo>
                    <a:pt x="232410" y="208788"/>
                  </a:lnTo>
                  <a:lnTo>
                    <a:pt x="232410" y="192786"/>
                  </a:lnTo>
                  <a:lnTo>
                    <a:pt x="237744" y="187452"/>
                  </a:lnTo>
                  <a:lnTo>
                    <a:pt x="240030" y="185928"/>
                  </a:lnTo>
                  <a:lnTo>
                    <a:pt x="243840" y="192024"/>
                  </a:lnTo>
                  <a:lnTo>
                    <a:pt x="252222" y="202692"/>
                  </a:lnTo>
                  <a:lnTo>
                    <a:pt x="256032" y="208788"/>
                  </a:lnTo>
                  <a:lnTo>
                    <a:pt x="264414" y="208788"/>
                  </a:lnTo>
                  <a:close/>
                </a:path>
                <a:path w="1722755" h="209550">
                  <a:moveTo>
                    <a:pt x="297180" y="174498"/>
                  </a:moveTo>
                  <a:lnTo>
                    <a:pt x="295656" y="167640"/>
                  </a:lnTo>
                  <a:lnTo>
                    <a:pt x="288798" y="163068"/>
                  </a:lnTo>
                  <a:lnTo>
                    <a:pt x="282702" y="161544"/>
                  </a:lnTo>
                  <a:lnTo>
                    <a:pt x="276606" y="163068"/>
                  </a:lnTo>
                  <a:lnTo>
                    <a:pt x="269748" y="166878"/>
                  </a:lnTo>
                  <a:lnTo>
                    <a:pt x="267462" y="175260"/>
                  </a:lnTo>
                  <a:lnTo>
                    <a:pt x="273558" y="176022"/>
                  </a:lnTo>
                  <a:lnTo>
                    <a:pt x="275844" y="169164"/>
                  </a:lnTo>
                  <a:lnTo>
                    <a:pt x="282702" y="166878"/>
                  </a:lnTo>
                  <a:lnTo>
                    <a:pt x="285750" y="167640"/>
                  </a:lnTo>
                  <a:lnTo>
                    <a:pt x="291084" y="171450"/>
                  </a:lnTo>
                  <a:lnTo>
                    <a:pt x="291084" y="174498"/>
                  </a:lnTo>
                  <a:lnTo>
                    <a:pt x="288798" y="182118"/>
                  </a:lnTo>
                  <a:lnTo>
                    <a:pt x="268224" y="201930"/>
                  </a:lnTo>
                  <a:lnTo>
                    <a:pt x="266700" y="208788"/>
                  </a:lnTo>
                  <a:lnTo>
                    <a:pt x="297180" y="208788"/>
                  </a:lnTo>
                  <a:lnTo>
                    <a:pt x="297180" y="203454"/>
                  </a:lnTo>
                  <a:lnTo>
                    <a:pt x="274320" y="203454"/>
                  </a:lnTo>
                  <a:lnTo>
                    <a:pt x="294894" y="183642"/>
                  </a:lnTo>
                  <a:lnTo>
                    <a:pt x="297180" y="174498"/>
                  </a:lnTo>
                  <a:close/>
                </a:path>
                <a:path w="1722755" h="209550">
                  <a:moveTo>
                    <a:pt x="350520" y="162306"/>
                  </a:moveTo>
                  <a:lnTo>
                    <a:pt x="342138" y="162306"/>
                  </a:lnTo>
                  <a:lnTo>
                    <a:pt x="339090" y="170688"/>
                  </a:lnTo>
                  <a:lnTo>
                    <a:pt x="333756" y="186690"/>
                  </a:lnTo>
                  <a:lnTo>
                    <a:pt x="330708" y="195072"/>
                  </a:lnTo>
                  <a:lnTo>
                    <a:pt x="329184" y="198120"/>
                  </a:lnTo>
                  <a:lnTo>
                    <a:pt x="328422" y="200406"/>
                  </a:lnTo>
                  <a:lnTo>
                    <a:pt x="328422" y="202692"/>
                  </a:lnTo>
                  <a:lnTo>
                    <a:pt x="326898" y="198120"/>
                  </a:lnTo>
                  <a:lnTo>
                    <a:pt x="326136" y="195072"/>
                  </a:lnTo>
                  <a:lnTo>
                    <a:pt x="323088" y="186690"/>
                  </a:lnTo>
                  <a:lnTo>
                    <a:pt x="317754" y="170688"/>
                  </a:lnTo>
                  <a:lnTo>
                    <a:pt x="314706" y="162306"/>
                  </a:lnTo>
                  <a:lnTo>
                    <a:pt x="305562" y="162306"/>
                  </a:lnTo>
                  <a:lnTo>
                    <a:pt x="305562" y="208788"/>
                  </a:lnTo>
                  <a:lnTo>
                    <a:pt x="311658" y="208788"/>
                  </a:lnTo>
                  <a:lnTo>
                    <a:pt x="311658" y="169164"/>
                  </a:lnTo>
                  <a:lnTo>
                    <a:pt x="314706" y="179832"/>
                  </a:lnTo>
                  <a:lnTo>
                    <a:pt x="321564" y="198882"/>
                  </a:lnTo>
                  <a:lnTo>
                    <a:pt x="325374" y="208788"/>
                  </a:lnTo>
                  <a:lnTo>
                    <a:pt x="330708" y="208788"/>
                  </a:lnTo>
                  <a:lnTo>
                    <a:pt x="333756" y="198882"/>
                  </a:lnTo>
                  <a:lnTo>
                    <a:pt x="341376" y="180594"/>
                  </a:lnTo>
                  <a:lnTo>
                    <a:pt x="344424" y="169926"/>
                  </a:lnTo>
                  <a:lnTo>
                    <a:pt x="344424" y="208788"/>
                  </a:lnTo>
                  <a:lnTo>
                    <a:pt x="350520" y="208788"/>
                  </a:lnTo>
                  <a:lnTo>
                    <a:pt x="350520" y="162306"/>
                  </a:lnTo>
                  <a:close/>
                </a:path>
                <a:path w="1722755" h="209550">
                  <a:moveTo>
                    <a:pt x="1722132" y="0"/>
                  </a:moveTo>
                  <a:lnTo>
                    <a:pt x="1719834" y="0"/>
                  </a:lnTo>
                  <a:lnTo>
                    <a:pt x="1719834" y="3810"/>
                  </a:lnTo>
                  <a:lnTo>
                    <a:pt x="1722132" y="3810"/>
                  </a:lnTo>
                  <a:lnTo>
                    <a:pt x="17221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8" name="object 4428"/>
            <p:cNvSpPr/>
            <p:nvPr/>
          </p:nvSpPr>
          <p:spPr>
            <a:xfrm>
              <a:off x="2637434" y="5369690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0" y="3809"/>
                  </a:moveTo>
                  <a:lnTo>
                    <a:pt x="0" y="0"/>
                  </a:lnTo>
                  <a:lnTo>
                    <a:pt x="2286" y="0"/>
                  </a:lnTo>
                  <a:lnTo>
                    <a:pt x="2286" y="3809"/>
                  </a:lnTo>
                  <a:lnTo>
                    <a:pt x="0" y="380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9" name="object 4429"/>
            <p:cNvSpPr/>
            <p:nvPr/>
          </p:nvSpPr>
          <p:spPr>
            <a:xfrm>
              <a:off x="2516276" y="5369690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5" h="3810">
                  <a:moveTo>
                    <a:pt x="1524" y="0"/>
                  </a:moveTo>
                  <a:lnTo>
                    <a:pt x="1524" y="3809"/>
                  </a:lnTo>
                  <a:lnTo>
                    <a:pt x="0" y="3809"/>
                  </a:lnTo>
                  <a:lnTo>
                    <a:pt x="0" y="0"/>
                  </a:lnTo>
                  <a:lnTo>
                    <a:pt x="152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0" name="object 4430"/>
            <p:cNvSpPr/>
            <p:nvPr/>
          </p:nvSpPr>
          <p:spPr>
            <a:xfrm>
              <a:off x="2516276" y="5369690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5" h="3810">
                  <a:moveTo>
                    <a:pt x="1524" y="0"/>
                  </a:moveTo>
                  <a:lnTo>
                    <a:pt x="1524" y="3809"/>
                  </a:lnTo>
                  <a:lnTo>
                    <a:pt x="0" y="3809"/>
                  </a:lnTo>
                  <a:lnTo>
                    <a:pt x="0" y="0"/>
                  </a:lnTo>
                  <a:lnTo>
                    <a:pt x="152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1" name="object 4431"/>
            <p:cNvSpPr/>
            <p:nvPr/>
          </p:nvSpPr>
          <p:spPr>
            <a:xfrm>
              <a:off x="2517787" y="5366655"/>
              <a:ext cx="645795" cy="6985"/>
            </a:xfrm>
            <a:custGeom>
              <a:avLst/>
              <a:gdLst/>
              <a:ahLst/>
              <a:cxnLst/>
              <a:rect l="l" t="t" r="r" b="b"/>
              <a:pathLst>
                <a:path w="645794" h="6985">
                  <a:moveTo>
                    <a:pt x="119634" y="3048"/>
                  </a:moveTo>
                  <a:lnTo>
                    <a:pt x="0" y="3048"/>
                  </a:lnTo>
                  <a:lnTo>
                    <a:pt x="0" y="6858"/>
                  </a:lnTo>
                  <a:lnTo>
                    <a:pt x="119634" y="6858"/>
                  </a:lnTo>
                  <a:lnTo>
                    <a:pt x="119634" y="3048"/>
                  </a:lnTo>
                  <a:close/>
                </a:path>
                <a:path w="645794" h="6985">
                  <a:moveTo>
                    <a:pt x="645414" y="0"/>
                  </a:moveTo>
                  <a:lnTo>
                    <a:pt x="643890" y="0"/>
                  </a:lnTo>
                  <a:lnTo>
                    <a:pt x="643890" y="3810"/>
                  </a:lnTo>
                  <a:lnTo>
                    <a:pt x="645414" y="3810"/>
                  </a:lnTo>
                  <a:lnTo>
                    <a:pt x="645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2" name="object 4432"/>
            <p:cNvSpPr/>
            <p:nvPr/>
          </p:nvSpPr>
          <p:spPr>
            <a:xfrm>
              <a:off x="3161690" y="5366643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5" h="3810">
                  <a:moveTo>
                    <a:pt x="0" y="3809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1524" y="3809"/>
                  </a:lnTo>
                  <a:lnTo>
                    <a:pt x="0" y="380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3" name="object 4433"/>
            <p:cNvSpPr/>
            <p:nvPr/>
          </p:nvSpPr>
          <p:spPr>
            <a:xfrm>
              <a:off x="3004718" y="5366642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2285" y="0"/>
                  </a:moveTo>
                  <a:lnTo>
                    <a:pt x="2285" y="3809"/>
                  </a:lnTo>
                  <a:lnTo>
                    <a:pt x="0" y="3809"/>
                  </a:lnTo>
                  <a:lnTo>
                    <a:pt x="0" y="0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4" name="object 4434"/>
            <p:cNvSpPr/>
            <p:nvPr/>
          </p:nvSpPr>
          <p:spPr>
            <a:xfrm>
              <a:off x="3004718" y="5366642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2285" y="0"/>
                  </a:moveTo>
                  <a:lnTo>
                    <a:pt x="2285" y="3809"/>
                  </a:lnTo>
                  <a:lnTo>
                    <a:pt x="0" y="3809"/>
                  </a:lnTo>
                  <a:lnTo>
                    <a:pt x="0" y="0"/>
                  </a:lnTo>
                  <a:lnTo>
                    <a:pt x="228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5" name="object 4435"/>
            <p:cNvSpPr/>
            <p:nvPr/>
          </p:nvSpPr>
          <p:spPr>
            <a:xfrm>
              <a:off x="2577223" y="5366655"/>
              <a:ext cx="584835" cy="196215"/>
            </a:xfrm>
            <a:custGeom>
              <a:avLst/>
              <a:gdLst/>
              <a:ahLst/>
              <a:cxnLst/>
              <a:rect l="l" t="t" r="r" b="b"/>
              <a:pathLst>
                <a:path w="584835" h="196214">
                  <a:moveTo>
                    <a:pt x="1524" y="192024"/>
                  </a:moveTo>
                  <a:lnTo>
                    <a:pt x="0" y="192024"/>
                  </a:lnTo>
                  <a:lnTo>
                    <a:pt x="0" y="195834"/>
                  </a:lnTo>
                  <a:lnTo>
                    <a:pt x="1524" y="195834"/>
                  </a:lnTo>
                  <a:lnTo>
                    <a:pt x="1524" y="192024"/>
                  </a:lnTo>
                  <a:close/>
                </a:path>
                <a:path w="584835" h="196214">
                  <a:moveTo>
                    <a:pt x="584454" y="0"/>
                  </a:moveTo>
                  <a:lnTo>
                    <a:pt x="429768" y="0"/>
                  </a:lnTo>
                  <a:lnTo>
                    <a:pt x="429768" y="3810"/>
                  </a:lnTo>
                  <a:lnTo>
                    <a:pt x="584454" y="3810"/>
                  </a:lnTo>
                  <a:lnTo>
                    <a:pt x="5844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6" name="object 4436"/>
            <p:cNvSpPr/>
            <p:nvPr/>
          </p:nvSpPr>
          <p:spPr>
            <a:xfrm>
              <a:off x="2577236" y="5558667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5" h="3810">
                  <a:moveTo>
                    <a:pt x="0" y="3809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1524" y="3809"/>
                  </a:lnTo>
                  <a:lnTo>
                    <a:pt x="0" y="380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7" name="object 4437"/>
            <p:cNvSpPr/>
            <p:nvPr/>
          </p:nvSpPr>
          <p:spPr>
            <a:xfrm>
              <a:off x="2535326" y="5558666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2286" y="0"/>
                  </a:moveTo>
                  <a:lnTo>
                    <a:pt x="2286" y="3809"/>
                  </a:lnTo>
                  <a:lnTo>
                    <a:pt x="0" y="3809"/>
                  </a:lnTo>
                  <a:lnTo>
                    <a:pt x="0" y="0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8" name="object 4438"/>
            <p:cNvSpPr/>
            <p:nvPr/>
          </p:nvSpPr>
          <p:spPr>
            <a:xfrm>
              <a:off x="2535326" y="5558666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2286" y="0"/>
                  </a:moveTo>
                  <a:lnTo>
                    <a:pt x="2286" y="3809"/>
                  </a:lnTo>
                  <a:lnTo>
                    <a:pt x="0" y="3809"/>
                  </a:lnTo>
                  <a:lnTo>
                    <a:pt x="0" y="0"/>
                  </a:lnTo>
                  <a:lnTo>
                    <a:pt x="228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9" name="object 4439"/>
            <p:cNvSpPr/>
            <p:nvPr/>
          </p:nvSpPr>
          <p:spPr>
            <a:xfrm>
              <a:off x="2537599" y="5558679"/>
              <a:ext cx="577850" cy="7620"/>
            </a:xfrm>
            <a:custGeom>
              <a:avLst/>
              <a:gdLst/>
              <a:ahLst/>
              <a:cxnLst/>
              <a:rect l="l" t="t" r="r" b="b"/>
              <a:pathLst>
                <a:path w="577850" h="7620">
                  <a:moveTo>
                    <a:pt x="39624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9624" y="3810"/>
                  </a:lnTo>
                  <a:lnTo>
                    <a:pt x="39624" y="0"/>
                  </a:lnTo>
                  <a:close/>
                </a:path>
                <a:path w="577850" h="7620">
                  <a:moveTo>
                    <a:pt x="577608" y="3810"/>
                  </a:moveTo>
                  <a:lnTo>
                    <a:pt x="575310" y="3810"/>
                  </a:lnTo>
                  <a:lnTo>
                    <a:pt x="575310" y="7620"/>
                  </a:lnTo>
                  <a:lnTo>
                    <a:pt x="577608" y="7620"/>
                  </a:lnTo>
                  <a:lnTo>
                    <a:pt x="577608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0" name="object 4440"/>
            <p:cNvSpPr/>
            <p:nvPr/>
          </p:nvSpPr>
          <p:spPr>
            <a:xfrm>
              <a:off x="3112922" y="5562476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0" y="3809"/>
                  </a:moveTo>
                  <a:lnTo>
                    <a:pt x="0" y="0"/>
                  </a:lnTo>
                  <a:lnTo>
                    <a:pt x="2286" y="0"/>
                  </a:lnTo>
                  <a:lnTo>
                    <a:pt x="2286" y="3809"/>
                  </a:lnTo>
                  <a:lnTo>
                    <a:pt x="0" y="380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1" name="object 4441"/>
            <p:cNvSpPr/>
            <p:nvPr/>
          </p:nvSpPr>
          <p:spPr>
            <a:xfrm>
              <a:off x="3056534" y="5562476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2286" y="0"/>
                  </a:moveTo>
                  <a:lnTo>
                    <a:pt x="2286" y="3809"/>
                  </a:lnTo>
                  <a:lnTo>
                    <a:pt x="0" y="3809"/>
                  </a:lnTo>
                  <a:lnTo>
                    <a:pt x="0" y="0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2" name="object 4442"/>
            <p:cNvSpPr/>
            <p:nvPr/>
          </p:nvSpPr>
          <p:spPr>
            <a:xfrm>
              <a:off x="3056534" y="5562476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2286" y="0"/>
                  </a:moveTo>
                  <a:lnTo>
                    <a:pt x="2286" y="3809"/>
                  </a:lnTo>
                  <a:lnTo>
                    <a:pt x="0" y="3809"/>
                  </a:lnTo>
                  <a:lnTo>
                    <a:pt x="0" y="0"/>
                  </a:lnTo>
                  <a:lnTo>
                    <a:pt x="228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3" name="object 4443"/>
            <p:cNvSpPr/>
            <p:nvPr/>
          </p:nvSpPr>
          <p:spPr>
            <a:xfrm>
              <a:off x="3058820" y="5562476"/>
              <a:ext cx="54610" cy="3810"/>
            </a:xfrm>
            <a:custGeom>
              <a:avLst/>
              <a:gdLst/>
              <a:ahLst/>
              <a:cxnLst/>
              <a:rect l="l" t="t" r="r" b="b"/>
              <a:pathLst>
                <a:path w="54610" h="3810">
                  <a:moveTo>
                    <a:pt x="54101" y="3809"/>
                  </a:moveTo>
                  <a:lnTo>
                    <a:pt x="54101" y="0"/>
                  </a:lnTo>
                  <a:lnTo>
                    <a:pt x="0" y="0"/>
                  </a:lnTo>
                  <a:lnTo>
                    <a:pt x="0" y="3809"/>
                  </a:lnTo>
                  <a:lnTo>
                    <a:pt x="54101" y="380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4" name="object 4444"/>
            <p:cNvSpPr/>
            <p:nvPr/>
          </p:nvSpPr>
          <p:spPr>
            <a:xfrm>
              <a:off x="2286914" y="5615054"/>
              <a:ext cx="5080" cy="64135"/>
            </a:xfrm>
            <a:custGeom>
              <a:avLst/>
              <a:gdLst/>
              <a:ahLst/>
              <a:cxnLst/>
              <a:rect l="l" t="t" r="r" b="b"/>
              <a:pathLst>
                <a:path w="5080" h="64135">
                  <a:moveTo>
                    <a:pt x="0" y="64008"/>
                  </a:moveTo>
                  <a:lnTo>
                    <a:pt x="0" y="0"/>
                  </a:lnTo>
                  <a:lnTo>
                    <a:pt x="4572" y="0"/>
                  </a:lnTo>
                  <a:lnTo>
                    <a:pt x="4572" y="64008"/>
                  </a:lnTo>
                  <a:lnTo>
                    <a:pt x="0" y="6400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5" name="object 4445"/>
            <p:cNvSpPr/>
            <p:nvPr/>
          </p:nvSpPr>
          <p:spPr>
            <a:xfrm>
              <a:off x="2315870" y="5615054"/>
              <a:ext cx="3810" cy="64135"/>
            </a:xfrm>
            <a:custGeom>
              <a:avLst/>
              <a:gdLst/>
              <a:ahLst/>
              <a:cxnLst/>
              <a:rect l="l" t="t" r="r" b="b"/>
              <a:pathLst>
                <a:path w="3810" h="64135">
                  <a:moveTo>
                    <a:pt x="0" y="64008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64008"/>
                  </a:lnTo>
                  <a:lnTo>
                    <a:pt x="0" y="6400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6" name="object 4446"/>
            <p:cNvSpPr/>
            <p:nvPr/>
          </p:nvSpPr>
          <p:spPr>
            <a:xfrm>
              <a:off x="3319424" y="5624960"/>
              <a:ext cx="5080" cy="64135"/>
            </a:xfrm>
            <a:custGeom>
              <a:avLst/>
              <a:gdLst/>
              <a:ahLst/>
              <a:cxnLst/>
              <a:rect l="l" t="t" r="r" b="b"/>
              <a:pathLst>
                <a:path w="5079" h="64135">
                  <a:moveTo>
                    <a:pt x="0" y="64008"/>
                  </a:moveTo>
                  <a:lnTo>
                    <a:pt x="0" y="0"/>
                  </a:lnTo>
                  <a:lnTo>
                    <a:pt x="4572" y="0"/>
                  </a:lnTo>
                  <a:lnTo>
                    <a:pt x="4572" y="64008"/>
                  </a:lnTo>
                  <a:lnTo>
                    <a:pt x="0" y="6400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7" name="object 4447"/>
            <p:cNvSpPr/>
            <p:nvPr/>
          </p:nvSpPr>
          <p:spPr>
            <a:xfrm>
              <a:off x="3347618" y="5624960"/>
              <a:ext cx="5080" cy="64135"/>
            </a:xfrm>
            <a:custGeom>
              <a:avLst/>
              <a:gdLst/>
              <a:ahLst/>
              <a:cxnLst/>
              <a:rect l="l" t="t" r="r" b="b"/>
              <a:pathLst>
                <a:path w="5079" h="64135">
                  <a:moveTo>
                    <a:pt x="0" y="64008"/>
                  </a:moveTo>
                  <a:lnTo>
                    <a:pt x="0" y="0"/>
                  </a:lnTo>
                  <a:lnTo>
                    <a:pt x="4571" y="0"/>
                  </a:lnTo>
                  <a:lnTo>
                    <a:pt x="4571" y="64008"/>
                  </a:lnTo>
                  <a:lnTo>
                    <a:pt x="0" y="6400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8" name="object 4448"/>
            <p:cNvSpPr/>
            <p:nvPr/>
          </p:nvSpPr>
          <p:spPr>
            <a:xfrm>
              <a:off x="896251" y="4786011"/>
              <a:ext cx="2413635" cy="940435"/>
            </a:xfrm>
            <a:custGeom>
              <a:avLst/>
              <a:gdLst/>
              <a:ahLst/>
              <a:cxnLst/>
              <a:rect l="l" t="t" r="r" b="b"/>
              <a:pathLst>
                <a:path w="2413635" h="940435">
                  <a:moveTo>
                    <a:pt x="3822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0" y="938784"/>
                  </a:lnTo>
                  <a:lnTo>
                    <a:pt x="0" y="940308"/>
                  </a:lnTo>
                  <a:lnTo>
                    <a:pt x="3810" y="940308"/>
                  </a:lnTo>
                  <a:lnTo>
                    <a:pt x="3810" y="938784"/>
                  </a:lnTo>
                  <a:lnTo>
                    <a:pt x="3810" y="2286"/>
                  </a:lnTo>
                  <a:lnTo>
                    <a:pt x="3822" y="0"/>
                  </a:lnTo>
                  <a:close/>
                </a:path>
                <a:path w="2413635" h="940435">
                  <a:moveTo>
                    <a:pt x="1249680" y="861822"/>
                  </a:moveTo>
                  <a:lnTo>
                    <a:pt x="1243584" y="852678"/>
                  </a:lnTo>
                  <a:lnTo>
                    <a:pt x="1239774" y="851154"/>
                  </a:lnTo>
                  <a:lnTo>
                    <a:pt x="1234440" y="850392"/>
                  </a:lnTo>
                  <a:lnTo>
                    <a:pt x="1229106" y="851154"/>
                  </a:lnTo>
                  <a:lnTo>
                    <a:pt x="1221486" y="854964"/>
                  </a:lnTo>
                  <a:lnTo>
                    <a:pt x="1218438" y="859536"/>
                  </a:lnTo>
                  <a:lnTo>
                    <a:pt x="1216152" y="870204"/>
                  </a:lnTo>
                  <a:lnTo>
                    <a:pt x="1216914" y="874776"/>
                  </a:lnTo>
                  <a:lnTo>
                    <a:pt x="1220724" y="883920"/>
                  </a:lnTo>
                  <a:lnTo>
                    <a:pt x="1228344" y="889254"/>
                  </a:lnTo>
                  <a:lnTo>
                    <a:pt x="1234440" y="890016"/>
                  </a:lnTo>
                  <a:lnTo>
                    <a:pt x="1239774" y="889254"/>
                  </a:lnTo>
                  <a:lnTo>
                    <a:pt x="1245870" y="884682"/>
                  </a:lnTo>
                  <a:lnTo>
                    <a:pt x="1249680" y="877062"/>
                  </a:lnTo>
                  <a:lnTo>
                    <a:pt x="1245108" y="875538"/>
                  </a:lnTo>
                  <a:lnTo>
                    <a:pt x="1243584" y="880110"/>
                  </a:lnTo>
                  <a:lnTo>
                    <a:pt x="1237488" y="884682"/>
                  </a:lnTo>
                  <a:lnTo>
                    <a:pt x="1233678" y="885444"/>
                  </a:lnTo>
                  <a:lnTo>
                    <a:pt x="1227582" y="883920"/>
                  </a:lnTo>
                  <a:lnTo>
                    <a:pt x="1223010" y="878586"/>
                  </a:lnTo>
                  <a:lnTo>
                    <a:pt x="1221486" y="869442"/>
                  </a:lnTo>
                  <a:lnTo>
                    <a:pt x="1223010" y="862584"/>
                  </a:lnTo>
                  <a:lnTo>
                    <a:pt x="1226820" y="857250"/>
                  </a:lnTo>
                  <a:lnTo>
                    <a:pt x="1234440" y="854202"/>
                  </a:lnTo>
                  <a:lnTo>
                    <a:pt x="1240536" y="856488"/>
                  </a:lnTo>
                  <a:lnTo>
                    <a:pt x="1244346" y="862584"/>
                  </a:lnTo>
                  <a:lnTo>
                    <a:pt x="1249680" y="861822"/>
                  </a:lnTo>
                  <a:close/>
                </a:path>
                <a:path w="2413635" h="940435">
                  <a:moveTo>
                    <a:pt x="1280922" y="850392"/>
                  </a:moveTo>
                  <a:lnTo>
                    <a:pt x="1255776" y="850392"/>
                  </a:lnTo>
                  <a:lnTo>
                    <a:pt x="1255776" y="889254"/>
                  </a:lnTo>
                  <a:lnTo>
                    <a:pt x="1261110" y="889254"/>
                  </a:lnTo>
                  <a:lnTo>
                    <a:pt x="1261110" y="854964"/>
                  </a:lnTo>
                  <a:lnTo>
                    <a:pt x="1280922" y="854964"/>
                  </a:lnTo>
                  <a:lnTo>
                    <a:pt x="1280922" y="850392"/>
                  </a:lnTo>
                  <a:close/>
                </a:path>
                <a:path w="2413635" h="940435">
                  <a:moveTo>
                    <a:pt x="1315212" y="850392"/>
                  </a:moveTo>
                  <a:lnTo>
                    <a:pt x="1310640" y="850392"/>
                  </a:lnTo>
                  <a:lnTo>
                    <a:pt x="1304544" y="858774"/>
                  </a:lnTo>
                  <a:lnTo>
                    <a:pt x="1295400" y="873252"/>
                  </a:lnTo>
                  <a:lnTo>
                    <a:pt x="1290066" y="880872"/>
                  </a:lnTo>
                  <a:lnTo>
                    <a:pt x="1290066" y="850392"/>
                  </a:lnTo>
                  <a:lnTo>
                    <a:pt x="1285494" y="850392"/>
                  </a:lnTo>
                  <a:lnTo>
                    <a:pt x="1285494" y="889254"/>
                  </a:lnTo>
                  <a:lnTo>
                    <a:pt x="1290066" y="889254"/>
                  </a:lnTo>
                  <a:lnTo>
                    <a:pt x="1295400" y="881634"/>
                  </a:lnTo>
                  <a:lnTo>
                    <a:pt x="1305306" y="867156"/>
                  </a:lnTo>
                  <a:lnTo>
                    <a:pt x="1310640" y="858774"/>
                  </a:lnTo>
                  <a:lnTo>
                    <a:pt x="1310640" y="889254"/>
                  </a:lnTo>
                  <a:lnTo>
                    <a:pt x="1315212" y="889254"/>
                  </a:lnTo>
                  <a:lnTo>
                    <a:pt x="1315212" y="850392"/>
                  </a:lnTo>
                  <a:close/>
                </a:path>
                <a:path w="2413635" h="940435">
                  <a:moveTo>
                    <a:pt x="1352550" y="850392"/>
                  </a:moveTo>
                  <a:lnTo>
                    <a:pt x="1347978" y="850392"/>
                  </a:lnTo>
                  <a:lnTo>
                    <a:pt x="1344930" y="857250"/>
                  </a:lnTo>
                  <a:lnTo>
                    <a:pt x="1339596" y="868680"/>
                  </a:lnTo>
                  <a:lnTo>
                    <a:pt x="1337310" y="874776"/>
                  </a:lnTo>
                  <a:lnTo>
                    <a:pt x="1333500" y="868680"/>
                  </a:lnTo>
                  <a:lnTo>
                    <a:pt x="1327404" y="857250"/>
                  </a:lnTo>
                  <a:lnTo>
                    <a:pt x="1324356" y="850392"/>
                  </a:lnTo>
                  <a:lnTo>
                    <a:pt x="1319784" y="850392"/>
                  </a:lnTo>
                  <a:lnTo>
                    <a:pt x="1323594" y="858774"/>
                  </a:lnTo>
                  <a:lnTo>
                    <a:pt x="1330452" y="871728"/>
                  </a:lnTo>
                  <a:lnTo>
                    <a:pt x="1335024" y="879348"/>
                  </a:lnTo>
                  <a:lnTo>
                    <a:pt x="1333500" y="881634"/>
                  </a:lnTo>
                  <a:lnTo>
                    <a:pt x="1330972" y="887501"/>
                  </a:lnTo>
                  <a:lnTo>
                    <a:pt x="1331214" y="884910"/>
                  </a:lnTo>
                  <a:lnTo>
                    <a:pt x="1325880" y="885444"/>
                  </a:lnTo>
                  <a:lnTo>
                    <a:pt x="1324356" y="884682"/>
                  </a:lnTo>
                  <a:lnTo>
                    <a:pt x="1324356" y="888492"/>
                  </a:lnTo>
                  <a:lnTo>
                    <a:pt x="1326642" y="889254"/>
                  </a:lnTo>
                  <a:lnTo>
                    <a:pt x="1328166" y="890016"/>
                  </a:lnTo>
                  <a:lnTo>
                    <a:pt x="1331214" y="890016"/>
                  </a:lnTo>
                  <a:lnTo>
                    <a:pt x="1332738" y="889254"/>
                  </a:lnTo>
                  <a:lnTo>
                    <a:pt x="1334262" y="887730"/>
                  </a:lnTo>
                  <a:lnTo>
                    <a:pt x="1335024" y="886206"/>
                  </a:lnTo>
                  <a:lnTo>
                    <a:pt x="1336548" y="883920"/>
                  </a:lnTo>
                  <a:lnTo>
                    <a:pt x="1338834" y="880872"/>
                  </a:lnTo>
                  <a:lnTo>
                    <a:pt x="1341882" y="873252"/>
                  </a:lnTo>
                  <a:lnTo>
                    <a:pt x="1348740" y="858774"/>
                  </a:lnTo>
                  <a:lnTo>
                    <a:pt x="1352550" y="850392"/>
                  </a:lnTo>
                  <a:close/>
                </a:path>
                <a:path w="2413635" h="940435">
                  <a:moveTo>
                    <a:pt x="2311146" y="894588"/>
                  </a:moveTo>
                  <a:lnTo>
                    <a:pt x="2305812" y="893064"/>
                  </a:lnTo>
                  <a:lnTo>
                    <a:pt x="2304288" y="897636"/>
                  </a:lnTo>
                  <a:lnTo>
                    <a:pt x="2298192" y="902208"/>
                  </a:lnTo>
                  <a:lnTo>
                    <a:pt x="2291334" y="902208"/>
                  </a:lnTo>
                  <a:lnTo>
                    <a:pt x="2285238" y="899160"/>
                  </a:lnTo>
                  <a:lnTo>
                    <a:pt x="2283714" y="895350"/>
                  </a:lnTo>
                  <a:lnTo>
                    <a:pt x="2282190" y="886968"/>
                  </a:lnTo>
                  <a:lnTo>
                    <a:pt x="2283714" y="880110"/>
                  </a:lnTo>
                  <a:lnTo>
                    <a:pt x="2287524" y="874014"/>
                  </a:lnTo>
                  <a:lnTo>
                    <a:pt x="2295144" y="872490"/>
                  </a:lnTo>
                  <a:lnTo>
                    <a:pt x="2301240" y="874014"/>
                  </a:lnTo>
                  <a:lnTo>
                    <a:pt x="2305812" y="880110"/>
                  </a:lnTo>
                  <a:lnTo>
                    <a:pt x="2310384" y="878586"/>
                  </a:lnTo>
                  <a:lnTo>
                    <a:pt x="2308098" y="874014"/>
                  </a:lnTo>
                  <a:lnTo>
                    <a:pt x="2300478" y="868680"/>
                  </a:lnTo>
                  <a:lnTo>
                    <a:pt x="2295144" y="867918"/>
                  </a:lnTo>
                  <a:lnTo>
                    <a:pt x="2290572" y="868680"/>
                  </a:lnTo>
                  <a:lnTo>
                    <a:pt x="2282190" y="873252"/>
                  </a:lnTo>
                  <a:lnTo>
                    <a:pt x="2279142" y="877062"/>
                  </a:lnTo>
                  <a:lnTo>
                    <a:pt x="2276856" y="886968"/>
                  </a:lnTo>
                  <a:lnTo>
                    <a:pt x="2277618" y="892302"/>
                  </a:lnTo>
                  <a:lnTo>
                    <a:pt x="2281428" y="901446"/>
                  </a:lnTo>
                  <a:lnTo>
                    <a:pt x="2285238" y="905256"/>
                  </a:lnTo>
                  <a:lnTo>
                    <a:pt x="2295144" y="907542"/>
                  </a:lnTo>
                  <a:lnTo>
                    <a:pt x="2300478" y="906780"/>
                  </a:lnTo>
                  <a:lnTo>
                    <a:pt x="2305050" y="904494"/>
                  </a:lnTo>
                  <a:lnTo>
                    <a:pt x="2308860" y="899922"/>
                  </a:lnTo>
                  <a:lnTo>
                    <a:pt x="2311146" y="894588"/>
                  </a:lnTo>
                  <a:close/>
                </a:path>
                <a:path w="2413635" h="940435">
                  <a:moveTo>
                    <a:pt x="2341626" y="868680"/>
                  </a:moveTo>
                  <a:lnTo>
                    <a:pt x="2317242" y="868680"/>
                  </a:lnTo>
                  <a:lnTo>
                    <a:pt x="2317242" y="906780"/>
                  </a:lnTo>
                  <a:lnTo>
                    <a:pt x="2322576" y="906780"/>
                  </a:lnTo>
                  <a:lnTo>
                    <a:pt x="2322576" y="873252"/>
                  </a:lnTo>
                  <a:lnTo>
                    <a:pt x="2341626" y="873252"/>
                  </a:lnTo>
                  <a:lnTo>
                    <a:pt x="2341626" y="868680"/>
                  </a:lnTo>
                  <a:close/>
                </a:path>
                <a:path w="2413635" h="940435">
                  <a:moveTo>
                    <a:pt x="2375916" y="868680"/>
                  </a:moveTo>
                  <a:lnTo>
                    <a:pt x="2370582" y="868680"/>
                  </a:lnTo>
                  <a:lnTo>
                    <a:pt x="2366010" y="876300"/>
                  </a:lnTo>
                  <a:lnTo>
                    <a:pt x="2356104" y="890778"/>
                  </a:lnTo>
                  <a:lnTo>
                    <a:pt x="2350008" y="898398"/>
                  </a:lnTo>
                  <a:lnTo>
                    <a:pt x="2350008" y="868680"/>
                  </a:lnTo>
                  <a:lnTo>
                    <a:pt x="2345436" y="868680"/>
                  </a:lnTo>
                  <a:lnTo>
                    <a:pt x="2345436" y="906780"/>
                  </a:lnTo>
                  <a:lnTo>
                    <a:pt x="2350770" y="906780"/>
                  </a:lnTo>
                  <a:lnTo>
                    <a:pt x="2356104" y="899160"/>
                  </a:lnTo>
                  <a:lnTo>
                    <a:pt x="2366010" y="884682"/>
                  </a:lnTo>
                  <a:lnTo>
                    <a:pt x="2371344" y="876300"/>
                  </a:lnTo>
                  <a:lnTo>
                    <a:pt x="2371344" y="906780"/>
                  </a:lnTo>
                  <a:lnTo>
                    <a:pt x="2375916" y="906780"/>
                  </a:lnTo>
                  <a:lnTo>
                    <a:pt x="2375916" y="868680"/>
                  </a:lnTo>
                  <a:close/>
                </a:path>
                <a:path w="2413635" h="940435">
                  <a:moveTo>
                    <a:pt x="2413254" y="868680"/>
                  </a:moveTo>
                  <a:lnTo>
                    <a:pt x="2408682" y="868680"/>
                  </a:lnTo>
                  <a:lnTo>
                    <a:pt x="2397252" y="891540"/>
                  </a:lnTo>
                  <a:lnTo>
                    <a:pt x="2394204" y="885444"/>
                  </a:lnTo>
                  <a:lnTo>
                    <a:pt x="2388108" y="874776"/>
                  </a:lnTo>
                  <a:lnTo>
                    <a:pt x="2385060" y="868680"/>
                  </a:lnTo>
                  <a:lnTo>
                    <a:pt x="2379726" y="868680"/>
                  </a:lnTo>
                  <a:lnTo>
                    <a:pt x="2384298" y="875538"/>
                  </a:lnTo>
                  <a:lnTo>
                    <a:pt x="2391156" y="889254"/>
                  </a:lnTo>
                  <a:lnTo>
                    <a:pt x="2394966" y="896112"/>
                  </a:lnTo>
                  <a:lnTo>
                    <a:pt x="2394204" y="899160"/>
                  </a:lnTo>
                  <a:lnTo>
                    <a:pt x="2392680" y="902208"/>
                  </a:lnTo>
                  <a:lnTo>
                    <a:pt x="2391156" y="902970"/>
                  </a:lnTo>
                  <a:lnTo>
                    <a:pt x="2386584" y="902970"/>
                  </a:lnTo>
                  <a:lnTo>
                    <a:pt x="2385060" y="902208"/>
                  </a:lnTo>
                  <a:lnTo>
                    <a:pt x="2385060" y="906780"/>
                  </a:lnTo>
                  <a:lnTo>
                    <a:pt x="2386584" y="906780"/>
                  </a:lnTo>
                  <a:lnTo>
                    <a:pt x="2388108" y="907542"/>
                  </a:lnTo>
                  <a:lnTo>
                    <a:pt x="2391918" y="907542"/>
                  </a:lnTo>
                  <a:lnTo>
                    <a:pt x="2393442" y="906780"/>
                  </a:lnTo>
                  <a:lnTo>
                    <a:pt x="2395728" y="904494"/>
                  </a:lnTo>
                  <a:lnTo>
                    <a:pt x="2398776" y="898398"/>
                  </a:lnTo>
                  <a:lnTo>
                    <a:pt x="2403348" y="890778"/>
                  </a:lnTo>
                  <a:lnTo>
                    <a:pt x="2410206" y="876300"/>
                  </a:lnTo>
                  <a:lnTo>
                    <a:pt x="2413254" y="8686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9" name="object 4449"/>
            <p:cNvSpPr/>
            <p:nvPr/>
          </p:nvSpPr>
          <p:spPr>
            <a:xfrm>
              <a:off x="896264" y="4788284"/>
              <a:ext cx="3810" cy="936625"/>
            </a:xfrm>
            <a:custGeom>
              <a:avLst/>
              <a:gdLst/>
              <a:ahLst/>
              <a:cxnLst/>
              <a:rect l="l" t="t" r="r" b="b"/>
              <a:pathLst>
                <a:path w="3809" h="936625">
                  <a:moveTo>
                    <a:pt x="3810" y="0"/>
                  </a:moveTo>
                  <a:lnTo>
                    <a:pt x="3810" y="936498"/>
                  </a:lnTo>
                  <a:lnTo>
                    <a:pt x="0" y="936498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50" name="object 4450"/>
            <p:cNvPicPr/>
            <p:nvPr/>
          </p:nvPicPr>
          <p:blipFill>
            <a:blip r:embed="rId244" cstate="print"/>
            <a:stretch>
              <a:fillRect/>
            </a:stretch>
          </p:blipFill>
          <p:spPr>
            <a:xfrm>
              <a:off x="8683142" y="2470280"/>
              <a:ext cx="185166" cy="67817"/>
            </a:xfrm>
            <a:prstGeom prst="rect">
              <a:avLst/>
            </a:prstGeom>
          </p:spPr>
        </p:pic>
        <p:sp>
          <p:nvSpPr>
            <p:cNvPr id="4451" name="object 4451"/>
            <p:cNvSpPr/>
            <p:nvPr/>
          </p:nvSpPr>
          <p:spPr>
            <a:xfrm>
              <a:off x="1646072" y="215176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2" name="object 4452"/>
            <p:cNvSpPr/>
            <p:nvPr/>
          </p:nvSpPr>
          <p:spPr>
            <a:xfrm>
              <a:off x="1646072" y="215176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3" name="object 4453"/>
            <p:cNvSpPr/>
            <p:nvPr/>
          </p:nvSpPr>
          <p:spPr>
            <a:xfrm>
              <a:off x="1646072" y="185229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4" name="object 4454"/>
            <p:cNvSpPr/>
            <p:nvPr/>
          </p:nvSpPr>
          <p:spPr>
            <a:xfrm>
              <a:off x="1646072" y="185229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5" name="object 4455"/>
            <p:cNvSpPr/>
            <p:nvPr/>
          </p:nvSpPr>
          <p:spPr>
            <a:xfrm>
              <a:off x="1646072" y="1852298"/>
              <a:ext cx="3810" cy="299720"/>
            </a:xfrm>
            <a:custGeom>
              <a:avLst/>
              <a:gdLst/>
              <a:ahLst/>
              <a:cxnLst/>
              <a:rect l="l" t="t" r="r" b="b"/>
              <a:pathLst>
                <a:path w="3810" h="299719">
                  <a:moveTo>
                    <a:pt x="3810" y="0"/>
                  </a:moveTo>
                  <a:lnTo>
                    <a:pt x="3810" y="299465"/>
                  </a:lnTo>
                  <a:lnTo>
                    <a:pt x="0" y="299465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6" name="object 4456"/>
            <p:cNvSpPr/>
            <p:nvPr/>
          </p:nvSpPr>
          <p:spPr>
            <a:xfrm>
              <a:off x="1646072" y="1852298"/>
              <a:ext cx="3810" cy="299720"/>
            </a:xfrm>
            <a:custGeom>
              <a:avLst/>
              <a:gdLst/>
              <a:ahLst/>
              <a:cxnLst/>
              <a:rect l="l" t="t" r="r" b="b"/>
              <a:pathLst>
                <a:path w="3810" h="299719">
                  <a:moveTo>
                    <a:pt x="3810" y="0"/>
                  </a:moveTo>
                  <a:lnTo>
                    <a:pt x="3810" y="299465"/>
                  </a:lnTo>
                  <a:lnTo>
                    <a:pt x="0" y="299465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7" name="object 4457"/>
            <p:cNvSpPr/>
            <p:nvPr/>
          </p:nvSpPr>
          <p:spPr>
            <a:xfrm>
              <a:off x="1626260" y="2108330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43434" y="0"/>
                  </a:moveTo>
                  <a:lnTo>
                    <a:pt x="0" y="0"/>
                  </a:lnTo>
                  <a:lnTo>
                    <a:pt x="21336" y="43434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8" name="object 4458"/>
            <p:cNvSpPr/>
            <p:nvPr/>
          </p:nvSpPr>
          <p:spPr>
            <a:xfrm>
              <a:off x="1626260" y="2108330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0" y="0"/>
                  </a:moveTo>
                  <a:lnTo>
                    <a:pt x="21336" y="43434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9" name="object 4459"/>
            <p:cNvSpPr/>
            <p:nvPr/>
          </p:nvSpPr>
          <p:spPr>
            <a:xfrm>
              <a:off x="1624736" y="2106806"/>
              <a:ext cx="24765" cy="49530"/>
            </a:xfrm>
            <a:custGeom>
              <a:avLst/>
              <a:gdLst/>
              <a:ahLst/>
              <a:cxnLst/>
              <a:rect l="l" t="t" r="r" b="b"/>
              <a:pathLst>
                <a:path w="24764" h="49530">
                  <a:moveTo>
                    <a:pt x="24384" y="45720"/>
                  </a:moveTo>
                  <a:lnTo>
                    <a:pt x="21336" y="44196"/>
                  </a:lnTo>
                  <a:lnTo>
                    <a:pt x="22860" y="40386"/>
                  </a:lnTo>
                  <a:lnTo>
                    <a:pt x="3048" y="0"/>
                  </a:lnTo>
                  <a:lnTo>
                    <a:pt x="0" y="2286"/>
                  </a:lnTo>
                  <a:lnTo>
                    <a:pt x="22860" y="49530"/>
                  </a:lnTo>
                  <a:lnTo>
                    <a:pt x="24384" y="457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0" name="object 4460"/>
            <p:cNvSpPr/>
            <p:nvPr/>
          </p:nvSpPr>
          <p:spPr>
            <a:xfrm>
              <a:off x="1624736" y="2106806"/>
              <a:ext cx="24765" cy="49530"/>
            </a:xfrm>
            <a:custGeom>
              <a:avLst/>
              <a:gdLst/>
              <a:ahLst/>
              <a:cxnLst/>
              <a:rect l="l" t="t" r="r" b="b"/>
              <a:pathLst>
                <a:path w="24764" h="49530">
                  <a:moveTo>
                    <a:pt x="0" y="2286"/>
                  </a:moveTo>
                  <a:lnTo>
                    <a:pt x="3048" y="0"/>
                  </a:lnTo>
                  <a:lnTo>
                    <a:pt x="22860" y="40386"/>
                  </a:lnTo>
                  <a:lnTo>
                    <a:pt x="21336" y="44196"/>
                  </a:lnTo>
                  <a:lnTo>
                    <a:pt x="24384" y="45720"/>
                  </a:lnTo>
                  <a:lnTo>
                    <a:pt x="22860" y="49530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1" name="object 4461"/>
            <p:cNvSpPr/>
            <p:nvPr/>
          </p:nvSpPr>
          <p:spPr>
            <a:xfrm>
              <a:off x="1646072" y="2106044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69" h="46989">
                  <a:moveTo>
                    <a:pt x="26670" y="0"/>
                  </a:moveTo>
                  <a:lnTo>
                    <a:pt x="23622" y="0"/>
                  </a:lnTo>
                  <a:lnTo>
                    <a:pt x="23622" y="3810"/>
                  </a:lnTo>
                  <a:lnTo>
                    <a:pt x="20574" y="3810"/>
                  </a:lnTo>
                  <a:lnTo>
                    <a:pt x="0" y="44958"/>
                  </a:lnTo>
                  <a:lnTo>
                    <a:pt x="3048" y="46482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2" name="object 4462"/>
            <p:cNvSpPr/>
            <p:nvPr/>
          </p:nvSpPr>
          <p:spPr>
            <a:xfrm>
              <a:off x="1646072" y="2106044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69" h="46989">
                  <a:moveTo>
                    <a:pt x="3048" y="46482"/>
                  </a:moveTo>
                  <a:lnTo>
                    <a:pt x="0" y="44958"/>
                  </a:lnTo>
                  <a:lnTo>
                    <a:pt x="20574" y="3810"/>
                  </a:lnTo>
                  <a:lnTo>
                    <a:pt x="23622" y="3810"/>
                  </a:lnTo>
                  <a:lnTo>
                    <a:pt x="23622" y="0"/>
                  </a:lnTo>
                  <a:lnTo>
                    <a:pt x="26670" y="0"/>
                  </a:lnTo>
                  <a:lnTo>
                    <a:pt x="3048" y="46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3" name="object 4463"/>
            <p:cNvSpPr/>
            <p:nvPr/>
          </p:nvSpPr>
          <p:spPr>
            <a:xfrm>
              <a:off x="1623212" y="2106044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3810"/>
                  </a:moveTo>
                  <a:lnTo>
                    <a:pt x="46481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4648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4" name="object 4464"/>
            <p:cNvSpPr/>
            <p:nvPr/>
          </p:nvSpPr>
          <p:spPr>
            <a:xfrm>
              <a:off x="1623212" y="2106044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0"/>
                  </a:moveTo>
                  <a:lnTo>
                    <a:pt x="46481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4648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5" name="object 4465"/>
            <p:cNvSpPr/>
            <p:nvPr/>
          </p:nvSpPr>
          <p:spPr>
            <a:xfrm>
              <a:off x="1766468" y="210375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6" name="object 4466"/>
            <p:cNvSpPr/>
            <p:nvPr/>
          </p:nvSpPr>
          <p:spPr>
            <a:xfrm>
              <a:off x="1766468" y="210375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7" name="object 4467"/>
            <p:cNvSpPr/>
            <p:nvPr/>
          </p:nvSpPr>
          <p:spPr>
            <a:xfrm>
              <a:off x="1766468" y="185610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8" name="object 4468"/>
            <p:cNvSpPr/>
            <p:nvPr/>
          </p:nvSpPr>
          <p:spPr>
            <a:xfrm>
              <a:off x="1766468" y="185610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9" name="object 4469"/>
            <p:cNvSpPr/>
            <p:nvPr/>
          </p:nvSpPr>
          <p:spPr>
            <a:xfrm>
              <a:off x="1766468" y="1856108"/>
              <a:ext cx="3810" cy="247650"/>
            </a:xfrm>
            <a:custGeom>
              <a:avLst/>
              <a:gdLst/>
              <a:ahLst/>
              <a:cxnLst/>
              <a:rect l="l" t="t" r="r" b="b"/>
              <a:pathLst>
                <a:path w="3810" h="247650">
                  <a:moveTo>
                    <a:pt x="3810" y="0"/>
                  </a:moveTo>
                  <a:lnTo>
                    <a:pt x="3810" y="247650"/>
                  </a:lnTo>
                  <a:lnTo>
                    <a:pt x="0" y="247650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0" name="object 4470"/>
            <p:cNvSpPr/>
            <p:nvPr/>
          </p:nvSpPr>
          <p:spPr>
            <a:xfrm>
              <a:off x="1766468" y="1856108"/>
              <a:ext cx="3810" cy="247650"/>
            </a:xfrm>
            <a:custGeom>
              <a:avLst/>
              <a:gdLst/>
              <a:ahLst/>
              <a:cxnLst/>
              <a:rect l="l" t="t" r="r" b="b"/>
              <a:pathLst>
                <a:path w="3810" h="247650">
                  <a:moveTo>
                    <a:pt x="3810" y="0"/>
                  </a:moveTo>
                  <a:lnTo>
                    <a:pt x="3810" y="247650"/>
                  </a:lnTo>
                  <a:lnTo>
                    <a:pt x="0" y="247650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1" name="object 4471"/>
            <p:cNvSpPr/>
            <p:nvPr/>
          </p:nvSpPr>
          <p:spPr>
            <a:xfrm>
              <a:off x="1746656" y="2059562"/>
              <a:ext cx="43815" cy="44450"/>
            </a:xfrm>
            <a:custGeom>
              <a:avLst/>
              <a:gdLst/>
              <a:ahLst/>
              <a:cxnLst/>
              <a:rect l="l" t="t" r="r" b="b"/>
              <a:pathLst>
                <a:path w="43814" h="44450">
                  <a:moveTo>
                    <a:pt x="43434" y="0"/>
                  </a:moveTo>
                  <a:lnTo>
                    <a:pt x="0" y="0"/>
                  </a:lnTo>
                  <a:lnTo>
                    <a:pt x="21336" y="44196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2" name="object 4472"/>
            <p:cNvSpPr/>
            <p:nvPr/>
          </p:nvSpPr>
          <p:spPr>
            <a:xfrm>
              <a:off x="1746656" y="2059562"/>
              <a:ext cx="43815" cy="44450"/>
            </a:xfrm>
            <a:custGeom>
              <a:avLst/>
              <a:gdLst/>
              <a:ahLst/>
              <a:cxnLst/>
              <a:rect l="l" t="t" r="r" b="b"/>
              <a:pathLst>
                <a:path w="43814" h="44450">
                  <a:moveTo>
                    <a:pt x="0" y="0"/>
                  </a:moveTo>
                  <a:lnTo>
                    <a:pt x="21336" y="44196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3" name="object 4473"/>
            <p:cNvSpPr/>
            <p:nvPr/>
          </p:nvSpPr>
          <p:spPr>
            <a:xfrm>
              <a:off x="1745132" y="2058800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25146" y="45720"/>
                  </a:moveTo>
                  <a:lnTo>
                    <a:pt x="21336" y="43434"/>
                  </a:lnTo>
                  <a:lnTo>
                    <a:pt x="22860" y="40386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22860" y="48768"/>
                  </a:lnTo>
                  <a:lnTo>
                    <a:pt x="25146" y="457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4" name="object 4474"/>
            <p:cNvSpPr/>
            <p:nvPr/>
          </p:nvSpPr>
          <p:spPr>
            <a:xfrm>
              <a:off x="1745132" y="2058800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0" y="1524"/>
                  </a:moveTo>
                  <a:lnTo>
                    <a:pt x="3810" y="0"/>
                  </a:lnTo>
                  <a:lnTo>
                    <a:pt x="22860" y="40386"/>
                  </a:lnTo>
                  <a:lnTo>
                    <a:pt x="21336" y="43434"/>
                  </a:lnTo>
                  <a:lnTo>
                    <a:pt x="25146" y="45720"/>
                  </a:lnTo>
                  <a:lnTo>
                    <a:pt x="22860" y="48768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5" name="object 4475"/>
            <p:cNvSpPr/>
            <p:nvPr/>
          </p:nvSpPr>
          <p:spPr>
            <a:xfrm>
              <a:off x="1766468" y="2058038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69" h="46989">
                  <a:moveTo>
                    <a:pt x="26670" y="0"/>
                  </a:moveTo>
                  <a:lnTo>
                    <a:pt x="23622" y="0"/>
                  </a:lnTo>
                  <a:lnTo>
                    <a:pt x="23622" y="3810"/>
                  </a:lnTo>
                  <a:lnTo>
                    <a:pt x="20574" y="3810"/>
                  </a:lnTo>
                  <a:lnTo>
                    <a:pt x="0" y="44196"/>
                  </a:lnTo>
                  <a:lnTo>
                    <a:pt x="3810" y="46482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6" name="object 4476"/>
            <p:cNvSpPr/>
            <p:nvPr/>
          </p:nvSpPr>
          <p:spPr>
            <a:xfrm>
              <a:off x="1766468" y="2058038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69" h="46989">
                  <a:moveTo>
                    <a:pt x="3810" y="46482"/>
                  </a:moveTo>
                  <a:lnTo>
                    <a:pt x="0" y="44196"/>
                  </a:lnTo>
                  <a:lnTo>
                    <a:pt x="20574" y="3810"/>
                  </a:lnTo>
                  <a:lnTo>
                    <a:pt x="23622" y="3810"/>
                  </a:lnTo>
                  <a:lnTo>
                    <a:pt x="23622" y="0"/>
                  </a:lnTo>
                  <a:lnTo>
                    <a:pt x="26670" y="0"/>
                  </a:lnTo>
                  <a:lnTo>
                    <a:pt x="3810" y="46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7" name="object 4477"/>
            <p:cNvSpPr/>
            <p:nvPr/>
          </p:nvSpPr>
          <p:spPr>
            <a:xfrm>
              <a:off x="1743608" y="2058038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3810"/>
                  </a:moveTo>
                  <a:lnTo>
                    <a:pt x="46481" y="0"/>
                  </a:lnTo>
                  <a:lnTo>
                    <a:pt x="0" y="0"/>
                  </a:lnTo>
                  <a:lnTo>
                    <a:pt x="1523" y="2286"/>
                  </a:lnTo>
                  <a:lnTo>
                    <a:pt x="5333" y="762"/>
                  </a:lnTo>
                  <a:lnTo>
                    <a:pt x="6095" y="3810"/>
                  </a:lnTo>
                  <a:lnTo>
                    <a:pt x="4648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8" name="object 4478"/>
            <p:cNvSpPr/>
            <p:nvPr/>
          </p:nvSpPr>
          <p:spPr>
            <a:xfrm>
              <a:off x="1743608" y="2058038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0"/>
                  </a:moveTo>
                  <a:lnTo>
                    <a:pt x="46481" y="3810"/>
                  </a:lnTo>
                  <a:lnTo>
                    <a:pt x="6095" y="3810"/>
                  </a:lnTo>
                  <a:lnTo>
                    <a:pt x="5333" y="762"/>
                  </a:lnTo>
                  <a:lnTo>
                    <a:pt x="1523" y="2286"/>
                  </a:lnTo>
                  <a:lnTo>
                    <a:pt x="0" y="0"/>
                  </a:lnTo>
                  <a:lnTo>
                    <a:pt x="4648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9" name="object 4479"/>
            <p:cNvSpPr/>
            <p:nvPr/>
          </p:nvSpPr>
          <p:spPr>
            <a:xfrm>
              <a:off x="1883054" y="204051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0" name="object 4480"/>
            <p:cNvSpPr/>
            <p:nvPr/>
          </p:nvSpPr>
          <p:spPr>
            <a:xfrm>
              <a:off x="1883054" y="204051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1" name="object 4481"/>
            <p:cNvSpPr/>
            <p:nvPr/>
          </p:nvSpPr>
          <p:spPr>
            <a:xfrm>
              <a:off x="1883054" y="185991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2" name="object 4482"/>
            <p:cNvSpPr/>
            <p:nvPr/>
          </p:nvSpPr>
          <p:spPr>
            <a:xfrm>
              <a:off x="1883054" y="185991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3" name="object 4483"/>
            <p:cNvSpPr/>
            <p:nvPr/>
          </p:nvSpPr>
          <p:spPr>
            <a:xfrm>
              <a:off x="1883054" y="1859918"/>
              <a:ext cx="3810" cy="180975"/>
            </a:xfrm>
            <a:custGeom>
              <a:avLst/>
              <a:gdLst/>
              <a:ahLst/>
              <a:cxnLst/>
              <a:rect l="l" t="t" r="r" b="b"/>
              <a:pathLst>
                <a:path w="3810" h="180975">
                  <a:moveTo>
                    <a:pt x="3810" y="0"/>
                  </a:moveTo>
                  <a:lnTo>
                    <a:pt x="3810" y="180594"/>
                  </a:lnTo>
                  <a:lnTo>
                    <a:pt x="0" y="180594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4" name="object 4484"/>
            <p:cNvSpPr/>
            <p:nvPr/>
          </p:nvSpPr>
          <p:spPr>
            <a:xfrm>
              <a:off x="1883054" y="1859918"/>
              <a:ext cx="3810" cy="180975"/>
            </a:xfrm>
            <a:custGeom>
              <a:avLst/>
              <a:gdLst/>
              <a:ahLst/>
              <a:cxnLst/>
              <a:rect l="l" t="t" r="r" b="b"/>
              <a:pathLst>
                <a:path w="3810" h="180975">
                  <a:moveTo>
                    <a:pt x="3810" y="0"/>
                  </a:moveTo>
                  <a:lnTo>
                    <a:pt x="3810" y="180594"/>
                  </a:lnTo>
                  <a:lnTo>
                    <a:pt x="0" y="180594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5" name="object 4485"/>
            <p:cNvSpPr/>
            <p:nvPr/>
          </p:nvSpPr>
          <p:spPr>
            <a:xfrm>
              <a:off x="1862480" y="1997078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43434" y="761"/>
                  </a:moveTo>
                  <a:lnTo>
                    <a:pt x="0" y="0"/>
                  </a:lnTo>
                  <a:lnTo>
                    <a:pt x="22098" y="43434"/>
                  </a:lnTo>
                  <a:lnTo>
                    <a:pt x="43434" y="7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6" name="object 4486"/>
            <p:cNvSpPr/>
            <p:nvPr/>
          </p:nvSpPr>
          <p:spPr>
            <a:xfrm>
              <a:off x="1862480" y="1997078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0" y="0"/>
                  </a:moveTo>
                  <a:lnTo>
                    <a:pt x="22098" y="43434"/>
                  </a:lnTo>
                  <a:lnTo>
                    <a:pt x="43434" y="761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7" name="object 4487"/>
            <p:cNvSpPr/>
            <p:nvPr/>
          </p:nvSpPr>
          <p:spPr>
            <a:xfrm>
              <a:off x="1860956" y="1996316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25146" y="45720"/>
                  </a:moveTo>
                  <a:lnTo>
                    <a:pt x="22098" y="43434"/>
                  </a:lnTo>
                  <a:lnTo>
                    <a:pt x="23622" y="40386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3622" y="48768"/>
                  </a:lnTo>
                  <a:lnTo>
                    <a:pt x="25146" y="457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8" name="object 4488"/>
            <p:cNvSpPr/>
            <p:nvPr/>
          </p:nvSpPr>
          <p:spPr>
            <a:xfrm>
              <a:off x="1860956" y="1996316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0" y="1524"/>
                  </a:moveTo>
                  <a:lnTo>
                    <a:pt x="3048" y="0"/>
                  </a:lnTo>
                  <a:lnTo>
                    <a:pt x="23622" y="40386"/>
                  </a:lnTo>
                  <a:lnTo>
                    <a:pt x="22098" y="43434"/>
                  </a:lnTo>
                  <a:lnTo>
                    <a:pt x="25146" y="45720"/>
                  </a:lnTo>
                  <a:lnTo>
                    <a:pt x="23622" y="48768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9" name="object 4489"/>
            <p:cNvSpPr/>
            <p:nvPr/>
          </p:nvSpPr>
          <p:spPr>
            <a:xfrm>
              <a:off x="1883054" y="1995554"/>
              <a:ext cx="26034" cy="46990"/>
            </a:xfrm>
            <a:custGeom>
              <a:avLst/>
              <a:gdLst/>
              <a:ahLst/>
              <a:cxnLst/>
              <a:rect l="l" t="t" r="r" b="b"/>
              <a:pathLst>
                <a:path w="26035" h="46989">
                  <a:moveTo>
                    <a:pt x="25908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4196"/>
                  </a:lnTo>
                  <a:lnTo>
                    <a:pt x="3048" y="46482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0" name="object 4490"/>
            <p:cNvSpPr/>
            <p:nvPr/>
          </p:nvSpPr>
          <p:spPr>
            <a:xfrm>
              <a:off x="1883054" y="1995554"/>
              <a:ext cx="26034" cy="46990"/>
            </a:xfrm>
            <a:custGeom>
              <a:avLst/>
              <a:gdLst/>
              <a:ahLst/>
              <a:cxnLst/>
              <a:rect l="l" t="t" r="r" b="b"/>
              <a:pathLst>
                <a:path w="26035" h="46989">
                  <a:moveTo>
                    <a:pt x="3048" y="46482"/>
                  </a:moveTo>
                  <a:lnTo>
                    <a:pt x="0" y="44196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5908" y="0"/>
                  </a:lnTo>
                  <a:lnTo>
                    <a:pt x="3048" y="46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1" name="object 4491"/>
            <p:cNvSpPr/>
            <p:nvPr/>
          </p:nvSpPr>
          <p:spPr>
            <a:xfrm>
              <a:off x="1859432" y="1995554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3810"/>
                  </a:moveTo>
                  <a:lnTo>
                    <a:pt x="46481" y="0"/>
                  </a:lnTo>
                  <a:lnTo>
                    <a:pt x="0" y="0"/>
                  </a:lnTo>
                  <a:lnTo>
                    <a:pt x="1523" y="2286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4648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2" name="object 4492"/>
            <p:cNvSpPr/>
            <p:nvPr/>
          </p:nvSpPr>
          <p:spPr>
            <a:xfrm>
              <a:off x="1859432" y="1995554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0"/>
                  </a:moveTo>
                  <a:lnTo>
                    <a:pt x="46481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1523" y="2286"/>
                  </a:lnTo>
                  <a:lnTo>
                    <a:pt x="0" y="0"/>
                  </a:lnTo>
                  <a:lnTo>
                    <a:pt x="4648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3" name="object 4493"/>
            <p:cNvSpPr/>
            <p:nvPr/>
          </p:nvSpPr>
          <p:spPr>
            <a:xfrm>
              <a:off x="2012594" y="1997078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4572" y="0"/>
                  </a:move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4" name="object 4494"/>
            <p:cNvSpPr/>
            <p:nvPr/>
          </p:nvSpPr>
          <p:spPr>
            <a:xfrm>
              <a:off x="2012594" y="1997078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5" name="object 4495"/>
            <p:cNvSpPr/>
            <p:nvPr/>
          </p:nvSpPr>
          <p:spPr>
            <a:xfrm>
              <a:off x="2012594" y="1856108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4572" y="0"/>
                  </a:move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6" name="object 4496"/>
            <p:cNvSpPr/>
            <p:nvPr/>
          </p:nvSpPr>
          <p:spPr>
            <a:xfrm>
              <a:off x="2012594" y="1856108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7" name="object 4497"/>
            <p:cNvSpPr/>
            <p:nvPr/>
          </p:nvSpPr>
          <p:spPr>
            <a:xfrm>
              <a:off x="2012594" y="1856108"/>
              <a:ext cx="5080" cy="140970"/>
            </a:xfrm>
            <a:custGeom>
              <a:avLst/>
              <a:gdLst/>
              <a:ahLst/>
              <a:cxnLst/>
              <a:rect l="l" t="t" r="r" b="b"/>
              <a:pathLst>
                <a:path w="5080" h="140969">
                  <a:moveTo>
                    <a:pt x="4572" y="0"/>
                  </a:moveTo>
                  <a:lnTo>
                    <a:pt x="4572" y="140970"/>
                  </a:lnTo>
                  <a:lnTo>
                    <a:pt x="0" y="140970"/>
                  </a:ln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8" name="object 4498"/>
            <p:cNvSpPr/>
            <p:nvPr/>
          </p:nvSpPr>
          <p:spPr>
            <a:xfrm>
              <a:off x="2012594" y="1856108"/>
              <a:ext cx="5080" cy="140970"/>
            </a:xfrm>
            <a:custGeom>
              <a:avLst/>
              <a:gdLst/>
              <a:ahLst/>
              <a:cxnLst/>
              <a:rect l="l" t="t" r="r" b="b"/>
              <a:pathLst>
                <a:path w="5080" h="140969">
                  <a:moveTo>
                    <a:pt x="4572" y="0"/>
                  </a:moveTo>
                  <a:lnTo>
                    <a:pt x="4572" y="140970"/>
                  </a:lnTo>
                  <a:lnTo>
                    <a:pt x="0" y="140970"/>
                  </a:ln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9" name="object 4499"/>
            <p:cNvSpPr/>
            <p:nvPr/>
          </p:nvSpPr>
          <p:spPr>
            <a:xfrm>
              <a:off x="1992782" y="1953644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43434" y="0"/>
                  </a:moveTo>
                  <a:lnTo>
                    <a:pt x="0" y="0"/>
                  </a:lnTo>
                  <a:lnTo>
                    <a:pt x="22098" y="43434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0" name="object 4500"/>
            <p:cNvSpPr/>
            <p:nvPr/>
          </p:nvSpPr>
          <p:spPr>
            <a:xfrm>
              <a:off x="1992782" y="1953644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0" y="0"/>
                  </a:moveTo>
                  <a:lnTo>
                    <a:pt x="22098" y="43434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1" name="object 4501"/>
            <p:cNvSpPr/>
            <p:nvPr/>
          </p:nvSpPr>
          <p:spPr>
            <a:xfrm>
              <a:off x="1991258" y="1952882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25146" y="44958"/>
                  </a:moveTo>
                  <a:lnTo>
                    <a:pt x="22098" y="43434"/>
                  </a:lnTo>
                  <a:lnTo>
                    <a:pt x="23622" y="40386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23622" y="48768"/>
                  </a:lnTo>
                  <a:lnTo>
                    <a:pt x="25146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2" name="object 4502"/>
            <p:cNvSpPr/>
            <p:nvPr/>
          </p:nvSpPr>
          <p:spPr>
            <a:xfrm>
              <a:off x="1991258" y="1952882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0" y="1524"/>
                  </a:moveTo>
                  <a:lnTo>
                    <a:pt x="3810" y="0"/>
                  </a:lnTo>
                  <a:lnTo>
                    <a:pt x="23622" y="40386"/>
                  </a:lnTo>
                  <a:lnTo>
                    <a:pt x="22098" y="43434"/>
                  </a:lnTo>
                  <a:lnTo>
                    <a:pt x="25146" y="44958"/>
                  </a:lnTo>
                  <a:lnTo>
                    <a:pt x="23622" y="48768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3" name="object 4503"/>
            <p:cNvSpPr/>
            <p:nvPr/>
          </p:nvSpPr>
          <p:spPr>
            <a:xfrm>
              <a:off x="2013356" y="1952120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19">
                  <a:moveTo>
                    <a:pt x="25908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4196"/>
                  </a:lnTo>
                  <a:lnTo>
                    <a:pt x="3048" y="45720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4" name="object 4504"/>
            <p:cNvSpPr/>
            <p:nvPr/>
          </p:nvSpPr>
          <p:spPr>
            <a:xfrm>
              <a:off x="2013356" y="1952120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19">
                  <a:moveTo>
                    <a:pt x="3048" y="45720"/>
                  </a:moveTo>
                  <a:lnTo>
                    <a:pt x="0" y="44196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5908" y="0"/>
                  </a:lnTo>
                  <a:lnTo>
                    <a:pt x="3048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5" name="object 4505"/>
            <p:cNvSpPr/>
            <p:nvPr/>
          </p:nvSpPr>
          <p:spPr>
            <a:xfrm>
              <a:off x="1989734" y="1952120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3810"/>
                  </a:moveTo>
                  <a:lnTo>
                    <a:pt x="46481" y="0"/>
                  </a:lnTo>
                  <a:lnTo>
                    <a:pt x="0" y="0"/>
                  </a:lnTo>
                  <a:lnTo>
                    <a:pt x="1523" y="2286"/>
                  </a:lnTo>
                  <a:lnTo>
                    <a:pt x="5333" y="762"/>
                  </a:lnTo>
                  <a:lnTo>
                    <a:pt x="6095" y="3810"/>
                  </a:lnTo>
                  <a:lnTo>
                    <a:pt x="4648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6" name="object 4506"/>
            <p:cNvSpPr/>
            <p:nvPr/>
          </p:nvSpPr>
          <p:spPr>
            <a:xfrm>
              <a:off x="1989734" y="1952120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0"/>
                  </a:moveTo>
                  <a:lnTo>
                    <a:pt x="46481" y="3810"/>
                  </a:lnTo>
                  <a:lnTo>
                    <a:pt x="6095" y="3810"/>
                  </a:lnTo>
                  <a:lnTo>
                    <a:pt x="5333" y="762"/>
                  </a:lnTo>
                  <a:lnTo>
                    <a:pt x="1523" y="2286"/>
                  </a:lnTo>
                  <a:lnTo>
                    <a:pt x="0" y="0"/>
                  </a:lnTo>
                  <a:lnTo>
                    <a:pt x="4648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7" name="object 4507"/>
            <p:cNvSpPr/>
            <p:nvPr/>
          </p:nvSpPr>
          <p:spPr>
            <a:xfrm>
              <a:off x="1630057" y="1453175"/>
              <a:ext cx="40005" cy="404495"/>
            </a:xfrm>
            <a:custGeom>
              <a:avLst/>
              <a:gdLst/>
              <a:ahLst/>
              <a:cxnLst/>
              <a:rect l="l" t="t" r="r" b="b"/>
              <a:pathLst>
                <a:path w="40005" h="404494">
                  <a:moveTo>
                    <a:pt x="38100" y="48615"/>
                  </a:moveTo>
                  <a:lnTo>
                    <a:pt x="37338" y="41757"/>
                  </a:lnTo>
                  <a:lnTo>
                    <a:pt x="29870" y="8991"/>
                  </a:lnTo>
                  <a:lnTo>
                    <a:pt x="18186" y="0"/>
                  </a:lnTo>
                  <a:lnTo>
                    <a:pt x="6743" y="12636"/>
                  </a:lnTo>
                  <a:lnTo>
                    <a:pt x="0" y="44805"/>
                  </a:lnTo>
                  <a:lnTo>
                    <a:pt x="0" y="58521"/>
                  </a:lnTo>
                  <a:lnTo>
                    <a:pt x="4851" y="92075"/>
                  </a:lnTo>
                  <a:lnTo>
                    <a:pt x="16154" y="108978"/>
                  </a:lnTo>
                  <a:lnTo>
                    <a:pt x="28727" y="102946"/>
                  </a:lnTo>
                  <a:lnTo>
                    <a:pt x="37338" y="67665"/>
                  </a:lnTo>
                  <a:lnTo>
                    <a:pt x="38100" y="61569"/>
                  </a:lnTo>
                  <a:lnTo>
                    <a:pt x="38100" y="54711"/>
                  </a:lnTo>
                  <a:lnTo>
                    <a:pt x="38100" y="48615"/>
                  </a:lnTo>
                  <a:close/>
                </a:path>
                <a:path w="40005" h="404494">
                  <a:moveTo>
                    <a:pt x="39624" y="348843"/>
                  </a:moveTo>
                  <a:lnTo>
                    <a:pt x="38862" y="342747"/>
                  </a:lnTo>
                  <a:lnTo>
                    <a:pt x="38862" y="335889"/>
                  </a:lnTo>
                  <a:lnTo>
                    <a:pt x="38100" y="329793"/>
                  </a:lnTo>
                  <a:lnTo>
                    <a:pt x="22860" y="294741"/>
                  </a:lnTo>
                  <a:lnTo>
                    <a:pt x="20574" y="293979"/>
                  </a:lnTo>
                  <a:lnTo>
                    <a:pt x="18288" y="293979"/>
                  </a:lnTo>
                  <a:lnTo>
                    <a:pt x="10604" y="301574"/>
                  </a:lnTo>
                  <a:lnTo>
                    <a:pt x="5956" y="311340"/>
                  </a:lnTo>
                  <a:lnTo>
                    <a:pt x="3276" y="322148"/>
                  </a:lnTo>
                  <a:lnTo>
                    <a:pt x="1524" y="332841"/>
                  </a:lnTo>
                  <a:lnTo>
                    <a:pt x="1524" y="339699"/>
                  </a:lnTo>
                  <a:lnTo>
                    <a:pt x="762" y="345795"/>
                  </a:lnTo>
                  <a:lnTo>
                    <a:pt x="762" y="352653"/>
                  </a:lnTo>
                  <a:lnTo>
                    <a:pt x="1524" y="358749"/>
                  </a:lnTo>
                  <a:lnTo>
                    <a:pt x="2184" y="370090"/>
                  </a:lnTo>
                  <a:lnTo>
                    <a:pt x="4737" y="382943"/>
                  </a:lnTo>
                  <a:lnTo>
                    <a:pt x="9512" y="394931"/>
                  </a:lnTo>
                  <a:lnTo>
                    <a:pt x="16764" y="403707"/>
                  </a:lnTo>
                  <a:lnTo>
                    <a:pt x="19050" y="404469"/>
                  </a:lnTo>
                  <a:lnTo>
                    <a:pt x="20574" y="404469"/>
                  </a:lnTo>
                  <a:lnTo>
                    <a:pt x="38100" y="368655"/>
                  </a:lnTo>
                  <a:lnTo>
                    <a:pt x="38862" y="361797"/>
                  </a:lnTo>
                  <a:lnTo>
                    <a:pt x="38862" y="355701"/>
                  </a:lnTo>
                  <a:lnTo>
                    <a:pt x="39624" y="348843"/>
                  </a:lnTo>
                  <a:close/>
                </a:path>
                <a:path w="40005" h="404494">
                  <a:moveTo>
                    <a:pt x="39624" y="202539"/>
                  </a:moveTo>
                  <a:lnTo>
                    <a:pt x="38862" y="195681"/>
                  </a:lnTo>
                  <a:lnTo>
                    <a:pt x="38862" y="188823"/>
                  </a:lnTo>
                  <a:lnTo>
                    <a:pt x="38100" y="182727"/>
                  </a:lnTo>
                  <a:lnTo>
                    <a:pt x="22860" y="147675"/>
                  </a:lnTo>
                  <a:lnTo>
                    <a:pt x="20574" y="146913"/>
                  </a:lnTo>
                  <a:lnTo>
                    <a:pt x="18288" y="146913"/>
                  </a:lnTo>
                  <a:lnTo>
                    <a:pt x="16764" y="148437"/>
                  </a:lnTo>
                  <a:lnTo>
                    <a:pt x="14478" y="149961"/>
                  </a:lnTo>
                  <a:lnTo>
                    <a:pt x="12192" y="152247"/>
                  </a:lnTo>
                  <a:lnTo>
                    <a:pt x="9906" y="155295"/>
                  </a:lnTo>
                  <a:lnTo>
                    <a:pt x="8382" y="159105"/>
                  </a:lnTo>
                  <a:lnTo>
                    <a:pt x="6096" y="163677"/>
                  </a:lnTo>
                  <a:lnTo>
                    <a:pt x="4572" y="168249"/>
                  </a:lnTo>
                  <a:lnTo>
                    <a:pt x="3810" y="174345"/>
                  </a:lnTo>
                  <a:lnTo>
                    <a:pt x="2286" y="179679"/>
                  </a:lnTo>
                  <a:lnTo>
                    <a:pt x="1524" y="185775"/>
                  </a:lnTo>
                  <a:lnTo>
                    <a:pt x="1524" y="192633"/>
                  </a:lnTo>
                  <a:lnTo>
                    <a:pt x="762" y="199491"/>
                  </a:lnTo>
                  <a:lnTo>
                    <a:pt x="762" y="205587"/>
                  </a:lnTo>
                  <a:lnTo>
                    <a:pt x="5943" y="239814"/>
                  </a:lnTo>
                  <a:lnTo>
                    <a:pt x="17208" y="256743"/>
                  </a:lnTo>
                  <a:lnTo>
                    <a:pt x="29781" y="250558"/>
                  </a:lnTo>
                  <a:lnTo>
                    <a:pt x="38862" y="215493"/>
                  </a:lnTo>
                  <a:lnTo>
                    <a:pt x="38862" y="208635"/>
                  </a:lnTo>
                  <a:lnTo>
                    <a:pt x="39624" y="202539"/>
                  </a:lnTo>
                  <a:close/>
                </a:path>
              </a:pathLst>
            </a:custGeom>
            <a:solidFill>
              <a:srgbClr val="A1A1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8" name="object 4508"/>
            <p:cNvSpPr/>
            <p:nvPr/>
          </p:nvSpPr>
          <p:spPr>
            <a:xfrm>
              <a:off x="1647596" y="155892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9" name="object 4509"/>
            <p:cNvSpPr/>
            <p:nvPr/>
          </p:nvSpPr>
          <p:spPr>
            <a:xfrm>
              <a:off x="1647596" y="155892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0" name="object 4510"/>
            <p:cNvSpPr/>
            <p:nvPr/>
          </p:nvSpPr>
          <p:spPr>
            <a:xfrm>
              <a:off x="1647596" y="160236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1" name="object 4511"/>
            <p:cNvSpPr/>
            <p:nvPr/>
          </p:nvSpPr>
          <p:spPr>
            <a:xfrm>
              <a:off x="1647596" y="160236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2" name="object 4512"/>
            <p:cNvSpPr/>
            <p:nvPr/>
          </p:nvSpPr>
          <p:spPr>
            <a:xfrm>
              <a:off x="1647596" y="1558928"/>
              <a:ext cx="3810" cy="43815"/>
            </a:xfrm>
            <a:custGeom>
              <a:avLst/>
              <a:gdLst/>
              <a:ahLst/>
              <a:cxnLst/>
              <a:rect l="l" t="t" r="r" b="b"/>
              <a:pathLst>
                <a:path w="3810" h="43815">
                  <a:moveTo>
                    <a:pt x="0" y="43434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3434"/>
                  </a:lnTo>
                  <a:lnTo>
                    <a:pt x="0" y="434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3" name="object 4513"/>
            <p:cNvSpPr/>
            <p:nvPr/>
          </p:nvSpPr>
          <p:spPr>
            <a:xfrm>
              <a:off x="1647596" y="1558928"/>
              <a:ext cx="3810" cy="43815"/>
            </a:xfrm>
            <a:custGeom>
              <a:avLst/>
              <a:gdLst/>
              <a:ahLst/>
              <a:cxnLst/>
              <a:rect l="l" t="t" r="r" b="b"/>
              <a:pathLst>
                <a:path w="3810" h="43815">
                  <a:moveTo>
                    <a:pt x="0" y="43434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3434"/>
                  </a:lnTo>
                  <a:lnTo>
                    <a:pt x="0" y="434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4" name="object 4514"/>
            <p:cNvSpPr/>
            <p:nvPr/>
          </p:nvSpPr>
          <p:spPr>
            <a:xfrm>
              <a:off x="1651406" y="170599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5" name="object 4515"/>
            <p:cNvSpPr/>
            <p:nvPr/>
          </p:nvSpPr>
          <p:spPr>
            <a:xfrm>
              <a:off x="1651406" y="170599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6" name="object 4516"/>
            <p:cNvSpPr/>
            <p:nvPr/>
          </p:nvSpPr>
          <p:spPr>
            <a:xfrm>
              <a:off x="1651406" y="174942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7" name="object 4517"/>
            <p:cNvSpPr/>
            <p:nvPr/>
          </p:nvSpPr>
          <p:spPr>
            <a:xfrm>
              <a:off x="1651406" y="174942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8" name="object 4518"/>
            <p:cNvSpPr/>
            <p:nvPr/>
          </p:nvSpPr>
          <p:spPr>
            <a:xfrm>
              <a:off x="1651406" y="1705994"/>
              <a:ext cx="3810" cy="43815"/>
            </a:xfrm>
            <a:custGeom>
              <a:avLst/>
              <a:gdLst/>
              <a:ahLst/>
              <a:cxnLst/>
              <a:rect l="l" t="t" r="r" b="b"/>
              <a:pathLst>
                <a:path w="3810" h="43814">
                  <a:moveTo>
                    <a:pt x="0" y="43434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3434"/>
                  </a:lnTo>
                  <a:lnTo>
                    <a:pt x="0" y="434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9" name="object 4519"/>
            <p:cNvSpPr/>
            <p:nvPr/>
          </p:nvSpPr>
          <p:spPr>
            <a:xfrm>
              <a:off x="1651406" y="1705994"/>
              <a:ext cx="3810" cy="43815"/>
            </a:xfrm>
            <a:custGeom>
              <a:avLst/>
              <a:gdLst/>
              <a:ahLst/>
              <a:cxnLst/>
              <a:rect l="l" t="t" r="r" b="b"/>
              <a:pathLst>
                <a:path w="3810" h="43814">
                  <a:moveTo>
                    <a:pt x="0" y="43434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3434"/>
                  </a:lnTo>
                  <a:lnTo>
                    <a:pt x="0" y="434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0" name="object 4520"/>
            <p:cNvSpPr/>
            <p:nvPr/>
          </p:nvSpPr>
          <p:spPr>
            <a:xfrm>
              <a:off x="1751215" y="1455512"/>
              <a:ext cx="40005" cy="403860"/>
            </a:xfrm>
            <a:custGeom>
              <a:avLst/>
              <a:gdLst/>
              <a:ahLst/>
              <a:cxnLst/>
              <a:rect l="l" t="t" r="r" b="b"/>
              <a:pathLst>
                <a:path w="40005" h="403860">
                  <a:moveTo>
                    <a:pt x="38862" y="48564"/>
                  </a:moveTo>
                  <a:lnTo>
                    <a:pt x="38100" y="41706"/>
                  </a:lnTo>
                  <a:lnTo>
                    <a:pt x="30124" y="8851"/>
                  </a:lnTo>
                  <a:lnTo>
                    <a:pt x="18288" y="0"/>
                  </a:lnTo>
                  <a:lnTo>
                    <a:pt x="7023" y="12954"/>
                  </a:lnTo>
                  <a:lnTo>
                    <a:pt x="762" y="45516"/>
                  </a:lnTo>
                  <a:lnTo>
                    <a:pt x="0" y="52374"/>
                  </a:lnTo>
                  <a:lnTo>
                    <a:pt x="0" y="58470"/>
                  </a:lnTo>
                  <a:lnTo>
                    <a:pt x="6007" y="94576"/>
                  </a:lnTo>
                  <a:lnTo>
                    <a:pt x="17322" y="110451"/>
                  </a:lnTo>
                  <a:lnTo>
                    <a:pt x="29489" y="102806"/>
                  </a:lnTo>
                  <a:lnTo>
                    <a:pt x="38100" y="68376"/>
                  </a:lnTo>
                  <a:lnTo>
                    <a:pt x="38862" y="61518"/>
                  </a:lnTo>
                  <a:lnTo>
                    <a:pt x="38862" y="55422"/>
                  </a:lnTo>
                  <a:lnTo>
                    <a:pt x="38862" y="48564"/>
                  </a:lnTo>
                  <a:close/>
                </a:path>
                <a:path w="40005" h="403860">
                  <a:moveTo>
                    <a:pt x="39624" y="335838"/>
                  </a:moveTo>
                  <a:lnTo>
                    <a:pt x="31102" y="302806"/>
                  </a:lnTo>
                  <a:lnTo>
                    <a:pt x="19215" y="294081"/>
                  </a:lnTo>
                  <a:lnTo>
                    <a:pt x="8013" y="307187"/>
                  </a:lnTo>
                  <a:lnTo>
                    <a:pt x="1524" y="339648"/>
                  </a:lnTo>
                  <a:lnTo>
                    <a:pt x="1524" y="352602"/>
                  </a:lnTo>
                  <a:lnTo>
                    <a:pt x="6375" y="386664"/>
                  </a:lnTo>
                  <a:lnTo>
                    <a:pt x="17462" y="403656"/>
                  </a:lnTo>
                  <a:lnTo>
                    <a:pt x="30111" y="397395"/>
                  </a:lnTo>
                  <a:lnTo>
                    <a:pt x="39624" y="361746"/>
                  </a:lnTo>
                  <a:lnTo>
                    <a:pt x="39624" y="348792"/>
                  </a:lnTo>
                  <a:lnTo>
                    <a:pt x="39624" y="335838"/>
                  </a:lnTo>
                  <a:close/>
                </a:path>
                <a:path w="40005" h="403860">
                  <a:moveTo>
                    <a:pt x="39624" y="189534"/>
                  </a:moveTo>
                  <a:lnTo>
                    <a:pt x="31419" y="156273"/>
                  </a:lnTo>
                  <a:lnTo>
                    <a:pt x="19532" y="147078"/>
                  </a:lnTo>
                  <a:lnTo>
                    <a:pt x="8166" y="159867"/>
                  </a:lnTo>
                  <a:lnTo>
                    <a:pt x="1524" y="192582"/>
                  </a:lnTo>
                  <a:lnTo>
                    <a:pt x="1524" y="205536"/>
                  </a:lnTo>
                  <a:lnTo>
                    <a:pt x="6184" y="239293"/>
                  </a:lnTo>
                  <a:lnTo>
                    <a:pt x="17183" y="256590"/>
                  </a:lnTo>
                  <a:lnTo>
                    <a:pt x="29870" y="250825"/>
                  </a:lnTo>
                  <a:lnTo>
                    <a:pt x="39624" y="215442"/>
                  </a:lnTo>
                  <a:lnTo>
                    <a:pt x="39624" y="202488"/>
                  </a:lnTo>
                  <a:lnTo>
                    <a:pt x="39624" y="189534"/>
                  </a:lnTo>
                  <a:close/>
                </a:path>
              </a:pathLst>
            </a:custGeom>
            <a:solidFill>
              <a:srgbClr val="A1A1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1" name="object 4521"/>
            <p:cNvSpPr/>
            <p:nvPr/>
          </p:nvSpPr>
          <p:spPr>
            <a:xfrm>
              <a:off x="1768754" y="156121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2" name="object 4522"/>
            <p:cNvSpPr/>
            <p:nvPr/>
          </p:nvSpPr>
          <p:spPr>
            <a:xfrm>
              <a:off x="1768754" y="156121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3" name="object 4523"/>
            <p:cNvSpPr/>
            <p:nvPr/>
          </p:nvSpPr>
          <p:spPr>
            <a:xfrm>
              <a:off x="1768754" y="160464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4" name="object 4524"/>
            <p:cNvSpPr/>
            <p:nvPr/>
          </p:nvSpPr>
          <p:spPr>
            <a:xfrm>
              <a:off x="1768754" y="160464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5" name="object 4525"/>
            <p:cNvSpPr/>
            <p:nvPr/>
          </p:nvSpPr>
          <p:spPr>
            <a:xfrm>
              <a:off x="1768754" y="1561214"/>
              <a:ext cx="3810" cy="43815"/>
            </a:xfrm>
            <a:custGeom>
              <a:avLst/>
              <a:gdLst/>
              <a:ahLst/>
              <a:cxnLst/>
              <a:rect l="l" t="t" r="r" b="b"/>
              <a:pathLst>
                <a:path w="3810" h="43815">
                  <a:moveTo>
                    <a:pt x="0" y="43434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3434"/>
                  </a:lnTo>
                  <a:lnTo>
                    <a:pt x="0" y="434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6" name="object 4526"/>
            <p:cNvSpPr/>
            <p:nvPr/>
          </p:nvSpPr>
          <p:spPr>
            <a:xfrm>
              <a:off x="1768754" y="1561214"/>
              <a:ext cx="3810" cy="43815"/>
            </a:xfrm>
            <a:custGeom>
              <a:avLst/>
              <a:gdLst/>
              <a:ahLst/>
              <a:cxnLst/>
              <a:rect l="l" t="t" r="r" b="b"/>
              <a:pathLst>
                <a:path w="3810" h="43815">
                  <a:moveTo>
                    <a:pt x="0" y="43434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3434"/>
                  </a:lnTo>
                  <a:lnTo>
                    <a:pt x="0" y="434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7" name="object 4527"/>
            <p:cNvSpPr/>
            <p:nvPr/>
          </p:nvSpPr>
          <p:spPr>
            <a:xfrm>
              <a:off x="1771802" y="170828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8" name="object 4528"/>
            <p:cNvSpPr/>
            <p:nvPr/>
          </p:nvSpPr>
          <p:spPr>
            <a:xfrm>
              <a:off x="1771802" y="170828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9" name="object 4529"/>
            <p:cNvSpPr/>
            <p:nvPr/>
          </p:nvSpPr>
          <p:spPr>
            <a:xfrm>
              <a:off x="1771802" y="175171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0" name="object 4530"/>
            <p:cNvSpPr/>
            <p:nvPr/>
          </p:nvSpPr>
          <p:spPr>
            <a:xfrm>
              <a:off x="1771802" y="175171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1" name="object 4531"/>
            <p:cNvSpPr/>
            <p:nvPr/>
          </p:nvSpPr>
          <p:spPr>
            <a:xfrm>
              <a:off x="1771802" y="1708280"/>
              <a:ext cx="3810" cy="43815"/>
            </a:xfrm>
            <a:custGeom>
              <a:avLst/>
              <a:gdLst/>
              <a:ahLst/>
              <a:cxnLst/>
              <a:rect l="l" t="t" r="r" b="b"/>
              <a:pathLst>
                <a:path w="3810" h="43814">
                  <a:moveTo>
                    <a:pt x="0" y="43434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3809" y="43434"/>
                  </a:lnTo>
                  <a:lnTo>
                    <a:pt x="0" y="434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2" name="object 4532"/>
            <p:cNvSpPr/>
            <p:nvPr/>
          </p:nvSpPr>
          <p:spPr>
            <a:xfrm>
              <a:off x="1771802" y="1708280"/>
              <a:ext cx="3810" cy="43815"/>
            </a:xfrm>
            <a:custGeom>
              <a:avLst/>
              <a:gdLst/>
              <a:ahLst/>
              <a:cxnLst/>
              <a:rect l="l" t="t" r="r" b="b"/>
              <a:pathLst>
                <a:path w="3810" h="43814">
                  <a:moveTo>
                    <a:pt x="0" y="43434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3809" y="43434"/>
                  </a:lnTo>
                  <a:lnTo>
                    <a:pt x="0" y="434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3" name="object 4533"/>
            <p:cNvSpPr/>
            <p:nvPr/>
          </p:nvSpPr>
          <p:spPr>
            <a:xfrm>
              <a:off x="1867039" y="1450317"/>
              <a:ext cx="40005" cy="404495"/>
            </a:xfrm>
            <a:custGeom>
              <a:avLst/>
              <a:gdLst/>
              <a:ahLst/>
              <a:cxnLst/>
              <a:rect l="l" t="t" r="r" b="b"/>
              <a:pathLst>
                <a:path w="40005" h="404494">
                  <a:moveTo>
                    <a:pt x="38862" y="55283"/>
                  </a:moveTo>
                  <a:lnTo>
                    <a:pt x="38100" y="48425"/>
                  </a:lnTo>
                  <a:lnTo>
                    <a:pt x="38100" y="42329"/>
                  </a:lnTo>
                  <a:lnTo>
                    <a:pt x="29832" y="9042"/>
                  </a:lnTo>
                  <a:lnTo>
                    <a:pt x="18148" y="0"/>
                  </a:lnTo>
                  <a:lnTo>
                    <a:pt x="7112" y="12877"/>
                  </a:lnTo>
                  <a:lnTo>
                    <a:pt x="762" y="45377"/>
                  </a:lnTo>
                  <a:lnTo>
                    <a:pt x="0" y="52235"/>
                  </a:lnTo>
                  <a:lnTo>
                    <a:pt x="0" y="59093"/>
                  </a:lnTo>
                  <a:lnTo>
                    <a:pt x="5384" y="93599"/>
                  </a:lnTo>
                  <a:lnTo>
                    <a:pt x="16611" y="110274"/>
                  </a:lnTo>
                  <a:lnTo>
                    <a:pt x="29070" y="103644"/>
                  </a:lnTo>
                  <a:lnTo>
                    <a:pt x="38100" y="68237"/>
                  </a:lnTo>
                  <a:lnTo>
                    <a:pt x="38100" y="62141"/>
                  </a:lnTo>
                  <a:lnTo>
                    <a:pt x="38862" y="55283"/>
                  </a:lnTo>
                  <a:close/>
                </a:path>
                <a:path w="40005" h="404494">
                  <a:moveTo>
                    <a:pt x="39624" y="343319"/>
                  </a:moveTo>
                  <a:lnTo>
                    <a:pt x="38862" y="336461"/>
                  </a:lnTo>
                  <a:lnTo>
                    <a:pt x="31076" y="303237"/>
                  </a:lnTo>
                  <a:lnTo>
                    <a:pt x="19304" y="294640"/>
                  </a:lnTo>
                  <a:lnTo>
                    <a:pt x="7975" y="307911"/>
                  </a:lnTo>
                  <a:lnTo>
                    <a:pt x="1524" y="340271"/>
                  </a:lnTo>
                  <a:lnTo>
                    <a:pt x="1524" y="353225"/>
                  </a:lnTo>
                  <a:lnTo>
                    <a:pt x="6350" y="387184"/>
                  </a:lnTo>
                  <a:lnTo>
                    <a:pt x="17602" y="404291"/>
                  </a:lnTo>
                  <a:lnTo>
                    <a:pt x="30162" y="398157"/>
                  </a:lnTo>
                  <a:lnTo>
                    <a:pt x="38862" y="362369"/>
                  </a:lnTo>
                  <a:lnTo>
                    <a:pt x="39624" y="356273"/>
                  </a:lnTo>
                  <a:lnTo>
                    <a:pt x="39624" y="349415"/>
                  </a:lnTo>
                  <a:lnTo>
                    <a:pt x="39624" y="343319"/>
                  </a:lnTo>
                  <a:close/>
                </a:path>
                <a:path w="40005" h="404494">
                  <a:moveTo>
                    <a:pt x="39624" y="196253"/>
                  </a:moveTo>
                  <a:lnTo>
                    <a:pt x="38862" y="189395"/>
                  </a:lnTo>
                  <a:lnTo>
                    <a:pt x="31267" y="156514"/>
                  </a:lnTo>
                  <a:lnTo>
                    <a:pt x="19583" y="147637"/>
                  </a:lnTo>
                  <a:lnTo>
                    <a:pt x="8216" y="160388"/>
                  </a:lnTo>
                  <a:lnTo>
                    <a:pt x="1524" y="192443"/>
                  </a:lnTo>
                  <a:lnTo>
                    <a:pt x="1524" y="206159"/>
                  </a:lnTo>
                  <a:lnTo>
                    <a:pt x="6616" y="240487"/>
                  </a:lnTo>
                  <a:lnTo>
                    <a:pt x="17932" y="256908"/>
                  </a:lnTo>
                  <a:lnTo>
                    <a:pt x="30378" y="250228"/>
                  </a:lnTo>
                  <a:lnTo>
                    <a:pt x="38862" y="215303"/>
                  </a:lnTo>
                  <a:lnTo>
                    <a:pt x="39624" y="209207"/>
                  </a:lnTo>
                  <a:lnTo>
                    <a:pt x="39624" y="202349"/>
                  </a:lnTo>
                  <a:lnTo>
                    <a:pt x="39624" y="196253"/>
                  </a:lnTo>
                  <a:close/>
                </a:path>
              </a:pathLst>
            </a:custGeom>
            <a:solidFill>
              <a:srgbClr val="A1A1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4" name="object 4534"/>
            <p:cNvSpPr/>
            <p:nvPr/>
          </p:nvSpPr>
          <p:spPr>
            <a:xfrm>
              <a:off x="1884578" y="155664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5" name="object 4535"/>
            <p:cNvSpPr/>
            <p:nvPr/>
          </p:nvSpPr>
          <p:spPr>
            <a:xfrm>
              <a:off x="1884578" y="155664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6" name="object 4536"/>
            <p:cNvSpPr/>
            <p:nvPr/>
          </p:nvSpPr>
          <p:spPr>
            <a:xfrm>
              <a:off x="1884578" y="160007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7" name="object 4537"/>
            <p:cNvSpPr/>
            <p:nvPr/>
          </p:nvSpPr>
          <p:spPr>
            <a:xfrm>
              <a:off x="1884578" y="160007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8" name="object 4538"/>
            <p:cNvSpPr/>
            <p:nvPr/>
          </p:nvSpPr>
          <p:spPr>
            <a:xfrm>
              <a:off x="1884578" y="1556642"/>
              <a:ext cx="3810" cy="43815"/>
            </a:xfrm>
            <a:custGeom>
              <a:avLst/>
              <a:gdLst/>
              <a:ahLst/>
              <a:cxnLst/>
              <a:rect l="l" t="t" r="r" b="b"/>
              <a:pathLst>
                <a:path w="3810" h="43815">
                  <a:moveTo>
                    <a:pt x="0" y="43434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3434"/>
                  </a:lnTo>
                  <a:lnTo>
                    <a:pt x="0" y="434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9" name="object 4539"/>
            <p:cNvSpPr/>
            <p:nvPr/>
          </p:nvSpPr>
          <p:spPr>
            <a:xfrm>
              <a:off x="1884578" y="1556642"/>
              <a:ext cx="3810" cy="43815"/>
            </a:xfrm>
            <a:custGeom>
              <a:avLst/>
              <a:gdLst/>
              <a:ahLst/>
              <a:cxnLst/>
              <a:rect l="l" t="t" r="r" b="b"/>
              <a:pathLst>
                <a:path w="3810" h="43815">
                  <a:moveTo>
                    <a:pt x="0" y="43434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3434"/>
                  </a:lnTo>
                  <a:lnTo>
                    <a:pt x="0" y="434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0" name="object 4540"/>
            <p:cNvSpPr/>
            <p:nvPr/>
          </p:nvSpPr>
          <p:spPr>
            <a:xfrm>
              <a:off x="1888388" y="170370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1" name="object 4541"/>
            <p:cNvSpPr/>
            <p:nvPr/>
          </p:nvSpPr>
          <p:spPr>
            <a:xfrm>
              <a:off x="1888388" y="170370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2" name="object 4542"/>
            <p:cNvSpPr/>
            <p:nvPr/>
          </p:nvSpPr>
          <p:spPr>
            <a:xfrm>
              <a:off x="1888388" y="174714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3" name="object 4543"/>
            <p:cNvSpPr/>
            <p:nvPr/>
          </p:nvSpPr>
          <p:spPr>
            <a:xfrm>
              <a:off x="1888388" y="174714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4" name="object 4544"/>
            <p:cNvSpPr/>
            <p:nvPr/>
          </p:nvSpPr>
          <p:spPr>
            <a:xfrm>
              <a:off x="1888388" y="1703708"/>
              <a:ext cx="3810" cy="43815"/>
            </a:xfrm>
            <a:custGeom>
              <a:avLst/>
              <a:gdLst/>
              <a:ahLst/>
              <a:cxnLst/>
              <a:rect l="l" t="t" r="r" b="b"/>
              <a:pathLst>
                <a:path w="3810" h="43814">
                  <a:moveTo>
                    <a:pt x="0" y="43434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3434"/>
                  </a:lnTo>
                  <a:lnTo>
                    <a:pt x="0" y="434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5" name="object 4545"/>
            <p:cNvSpPr/>
            <p:nvPr/>
          </p:nvSpPr>
          <p:spPr>
            <a:xfrm>
              <a:off x="1888388" y="1703708"/>
              <a:ext cx="3810" cy="43815"/>
            </a:xfrm>
            <a:custGeom>
              <a:avLst/>
              <a:gdLst/>
              <a:ahLst/>
              <a:cxnLst/>
              <a:rect l="l" t="t" r="r" b="b"/>
              <a:pathLst>
                <a:path w="3810" h="43814">
                  <a:moveTo>
                    <a:pt x="0" y="43434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3434"/>
                  </a:lnTo>
                  <a:lnTo>
                    <a:pt x="0" y="434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6" name="object 4546"/>
            <p:cNvSpPr/>
            <p:nvPr/>
          </p:nvSpPr>
          <p:spPr>
            <a:xfrm>
              <a:off x="1995055" y="1460465"/>
              <a:ext cx="40005" cy="403860"/>
            </a:xfrm>
            <a:custGeom>
              <a:avLst/>
              <a:gdLst/>
              <a:ahLst/>
              <a:cxnLst/>
              <a:rect l="l" t="t" r="r" b="b"/>
              <a:pathLst>
                <a:path w="40005" h="403860">
                  <a:moveTo>
                    <a:pt x="38862" y="48183"/>
                  </a:moveTo>
                  <a:lnTo>
                    <a:pt x="38100" y="42087"/>
                  </a:lnTo>
                  <a:lnTo>
                    <a:pt x="30353" y="9131"/>
                  </a:lnTo>
                  <a:lnTo>
                    <a:pt x="18249" y="0"/>
                  </a:lnTo>
                  <a:lnTo>
                    <a:pt x="6743" y="12674"/>
                  </a:lnTo>
                  <a:lnTo>
                    <a:pt x="762" y="45135"/>
                  </a:lnTo>
                  <a:lnTo>
                    <a:pt x="0" y="51993"/>
                  </a:lnTo>
                  <a:lnTo>
                    <a:pt x="0" y="58089"/>
                  </a:lnTo>
                  <a:lnTo>
                    <a:pt x="5041" y="91770"/>
                  </a:lnTo>
                  <a:lnTo>
                    <a:pt x="16167" y="109080"/>
                  </a:lnTo>
                  <a:lnTo>
                    <a:pt x="28740" y="103365"/>
                  </a:lnTo>
                  <a:lnTo>
                    <a:pt x="38100" y="67995"/>
                  </a:lnTo>
                  <a:lnTo>
                    <a:pt x="38862" y="61137"/>
                  </a:lnTo>
                  <a:lnTo>
                    <a:pt x="38862" y="55041"/>
                  </a:lnTo>
                  <a:lnTo>
                    <a:pt x="38862" y="48183"/>
                  </a:lnTo>
                  <a:close/>
                </a:path>
                <a:path w="40005" h="403860">
                  <a:moveTo>
                    <a:pt x="39624" y="342315"/>
                  </a:moveTo>
                  <a:lnTo>
                    <a:pt x="38862" y="336219"/>
                  </a:lnTo>
                  <a:lnTo>
                    <a:pt x="31546" y="303263"/>
                  </a:lnTo>
                  <a:lnTo>
                    <a:pt x="19634" y="294005"/>
                  </a:lnTo>
                  <a:lnTo>
                    <a:pt x="8001" y="306616"/>
                  </a:lnTo>
                  <a:lnTo>
                    <a:pt x="1524" y="339267"/>
                  </a:lnTo>
                  <a:lnTo>
                    <a:pt x="1524" y="352221"/>
                  </a:lnTo>
                  <a:lnTo>
                    <a:pt x="6311" y="386867"/>
                  </a:lnTo>
                  <a:lnTo>
                    <a:pt x="17411" y="403821"/>
                  </a:lnTo>
                  <a:lnTo>
                    <a:pt x="30099" y="397446"/>
                  </a:lnTo>
                  <a:lnTo>
                    <a:pt x="39624" y="362127"/>
                  </a:lnTo>
                  <a:lnTo>
                    <a:pt x="39624" y="349173"/>
                  </a:lnTo>
                  <a:lnTo>
                    <a:pt x="39624" y="342315"/>
                  </a:lnTo>
                  <a:close/>
                </a:path>
                <a:path w="40005" h="403860">
                  <a:moveTo>
                    <a:pt x="39624" y="196011"/>
                  </a:moveTo>
                  <a:lnTo>
                    <a:pt x="38862" y="189153"/>
                  </a:lnTo>
                  <a:lnTo>
                    <a:pt x="31572" y="156159"/>
                  </a:lnTo>
                  <a:lnTo>
                    <a:pt x="19685" y="147091"/>
                  </a:lnTo>
                  <a:lnTo>
                    <a:pt x="8051" y="159804"/>
                  </a:lnTo>
                  <a:lnTo>
                    <a:pt x="1524" y="192201"/>
                  </a:lnTo>
                  <a:lnTo>
                    <a:pt x="1524" y="205917"/>
                  </a:lnTo>
                  <a:lnTo>
                    <a:pt x="6464" y="240309"/>
                  </a:lnTo>
                  <a:lnTo>
                    <a:pt x="17564" y="256997"/>
                  </a:lnTo>
                  <a:lnTo>
                    <a:pt x="30162" y="250418"/>
                  </a:lnTo>
                  <a:lnTo>
                    <a:pt x="39624" y="215061"/>
                  </a:lnTo>
                  <a:lnTo>
                    <a:pt x="39624" y="202107"/>
                  </a:lnTo>
                  <a:lnTo>
                    <a:pt x="39624" y="196011"/>
                  </a:lnTo>
                  <a:close/>
                </a:path>
              </a:pathLst>
            </a:custGeom>
            <a:solidFill>
              <a:srgbClr val="A1A1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7" name="object 4547"/>
            <p:cNvSpPr/>
            <p:nvPr/>
          </p:nvSpPr>
          <p:spPr>
            <a:xfrm>
              <a:off x="2012594" y="156654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8" name="object 4548"/>
            <p:cNvSpPr/>
            <p:nvPr/>
          </p:nvSpPr>
          <p:spPr>
            <a:xfrm>
              <a:off x="2012594" y="156654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9" name="object 4549"/>
            <p:cNvSpPr/>
            <p:nvPr/>
          </p:nvSpPr>
          <p:spPr>
            <a:xfrm>
              <a:off x="2012594" y="160922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0" name="object 4550"/>
            <p:cNvSpPr/>
            <p:nvPr/>
          </p:nvSpPr>
          <p:spPr>
            <a:xfrm>
              <a:off x="2012594" y="160922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1" name="object 4551"/>
            <p:cNvSpPr/>
            <p:nvPr/>
          </p:nvSpPr>
          <p:spPr>
            <a:xfrm>
              <a:off x="2012594" y="1566548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10" h="43180">
                  <a:moveTo>
                    <a:pt x="0" y="42672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2672"/>
                  </a:lnTo>
                  <a:lnTo>
                    <a:pt x="0" y="426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2" name="object 4552"/>
            <p:cNvSpPr/>
            <p:nvPr/>
          </p:nvSpPr>
          <p:spPr>
            <a:xfrm>
              <a:off x="2012594" y="1566548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10" h="43180">
                  <a:moveTo>
                    <a:pt x="0" y="42672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2672"/>
                  </a:lnTo>
                  <a:lnTo>
                    <a:pt x="0" y="426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3" name="object 4553"/>
            <p:cNvSpPr/>
            <p:nvPr/>
          </p:nvSpPr>
          <p:spPr>
            <a:xfrm>
              <a:off x="2016404" y="171285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4" name="object 4554"/>
            <p:cNvSpPr/>
            <p:nvPr/>
          </p:nvSpPr>
          <p:spPr>
            <a:xfrm>
              <a:off x="2016404" y="171285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5" name="object 4555"/>
            <p:cNvSpPr/>
            <p:nvPr/>
          </p:nvSpPr>
          <p:spPr>
            <a:xfrm>
              <a:off x="2016404" y="175628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6" name="object 4556"/>
            <p:cNvSpPr/>
            <p:nvPr/>
          </p:nvSpPr>
          <p:spPr>
            <a:xfrm>
              <a:off x="2016404" y="175628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7" name="object 4557"/>
            <p:cNvSpPr/>
            <p:nvPr/>
          </p:nvSpPr>
          <p:spPr>
            <a:xfrm>
              <a:off x="2016404" y="1712852"/>
              <a:ext cx="3810" cy="43815"/>
            </a:xfrm>
            <a:custGeom>
              <a:avLst/>
              <a:gdLst/>
              <a:ahLst/>
              <a:cxnLst/>
              <a:rect l="l" t="t" r="r" b="b"/>
              <a:pathLst>
                <a:path w="3810" h="43814">
                  <a:moveTo>
                    <a:pt x="0" y="43434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3434"/>
                  </a:lnTo>
                  <a:lnTo>
                    <a:pt x="0" y="434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8" name="object 4558"/>
            <p:cNvSpPr/>
            <p:nvPr/>
          </p:nvSpPr>
          <p:spPr>
            <a:xfrm>
              <a:off x="2016404" y="1712852"/>
              <a:ext cx="3810" cy="43815"/>
            </a:xfrm>
            <a:custGeom>
              <a:avLst/>
              <a:gdLst/>
              <a:ahLst/>
              <a:cxnLst/>
              <a:rect l="l" t="t" r="r" b="b"/>
              <a:pathLst>
                <a:path w="3810" h="43814">
                  <a:moveTo>
                    <a:pt x="0" y="43434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3434"/>
                  </a:lnTo>
                  <a:lnTo>
                    <a:pt x="0" y="434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59" name="object 4559"/>
            <p:cNvPicPr/>
            <p:nvPr/>
          </p:nvPicPr>
          <p:blipFill>
            <a:blip r:embed="rId245" cstate="print"/>
            <a:stretch>
              <a:fillRect/>
            </a:stretch>
          </p:blipFill>
          <p:spPr>
            <a:xfrm>
              <a:off x="358546" y="1755905"/>
              <a:ext cx="347726" cy="343661"/>
            </a:xfrm>
            <a:prstGeom prst="rect">
              <a:avLst/>
            </a:prstGeom>
          </p:spPr>
        </p:pic>
        <p:sp>
          <p:nvSpPr>
            <p:cNvPr id="4560" name="object 4560"/>
            <p:cNvSpPr/>
            <p:nvPr/>
          </p:nvSpPr>
          <p:spPr>
            <a:xfrm>
              <a:off x="2587904" y="1773812"/>
              <a:ext cx="102235" cy="106045"/>
            </a:xfrm>
            <a:custGeom>
              <a:avLst/>
              <a:gdLst/>
              <a:ahLst/>
              <a:cxnLst/>
              <a:rect l="l" t="t" r="r" b="b"/>
              <a:pathLst>
                <a:path w="102235" h="106044">
                  <a:moveTo>
                    <a:pt x="0" y="105918"/>
                  </a:moveTo>
                  <a:lnTo>
                    <a:pt x="0" y="0"/>
                  </a:lnTo>
                  <a:lnTo>
                    <a:pt x="102107" y="0"/>
                  </a:lnTo>
                  <a:lnTo>
                    <a:pt x="102107" y="105918"/>
                  </a:lnTo>
                  <a:lnTo>
                    <a:pt x="0" y="105918"/>
                  </a:lnTo>
                  <a:close/>
                </a:path>
              </a:pathLst>
            </a:custGeom>
            <a:ln w="46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1" name="object 4561"/>
            <p:cNvSpPr/>
            <p:nvPr/>
          </p:nvSpPr>
          <p:spPr>
            <a:xfrm>
              <a:off x="2587891" y="1771538"/>
              <a:ext cx="104139" cy="5080"/>
            </a:xfrm>
            <a:custGeom>
              <a:avLst/>
              <a:gdLst/>
              <a:ahLst/>
              <a:cxnLst/>
              <a:rect l="l" t="t" r="r" b="b"/>
              <a:pathLst>
                <a:path w="104139" h="5080">
                  <a:moveTo>
                    <a:pt x="104140" y="0"/>
                  </a:moveTo>
                  <a:lnTo>
                    <a:pt x="10033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100330" y="4572"/>
                  </a:lnTo>
                  <a:lnTo>
                    <a:pt x="100330" y="2286"/>
                  </a:lnTo>
                  <a:lnTo>
                    <a:pt x="104140" y="2286"/>
                  </a:lnTo>
                  <a:lnTo>
                    <a:pt x="1041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2" name="object 4562"/>
            <p:cNvSpPr/>
            <p:nvPr/>
          </p:nvSpPr>
          <p:spPr>
            <a:xfrm>
              <a:off x="2587904" y="1771526"/>
              <a:ext cx="104775" cy="5080"/>
            </a:xfrm>
            <a:custGeom>
              <a:avLst/>
              <a:gdLst/>
              <a:ahLst/>
              <a:cxnLst/>
              <a:rect l="l" t="t" r="r" b="b"/>
              <a:pathLst>
                <a:path w="104775" h="5080">
                  <a:moveTo>
                    <a:pt x="0" y="4572"/>
                  </a:moveTo>
                  <a:lnTo>
                    <a:pt x="0" y="0"/>
                  </a:lnTo>
                  <a:lnTo>
                    <a:pt x="104394" y="0"/>
                  </a:lnTo>
                  <a:lnTo>
                    <a:pt x="104394" y="2286"/>
                  </a:lnTo>
                  <a:lnTo>
                    <a:pt x="99822" y="2286"/>
                  </a:lnTo>
                  <a:lnTo>
                    <a:pt x="99822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3" name="object 4563"/>
            <p:cNvSpPr/>
            <p:nvPr/>
          </p:nvSpPr>
          <p:spPr>
            <a:xfrm>
              <a:off x="2687713" y="1773824"/>
              <a:ext cx="5080" cy="109220"/>
            </a:xfrm>
            <a:custGeom>
              <a:avLst/>
              <a:gdLst/>
              <a:ahLst/>
              <a:cxnLst/>
              <a:rect l="l" t="t" r="r" b="b"/>
              <a:pathLst>
                <a:path w="5080" h="109219">
                  <a:moveTo>
                    <a:pt x="508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103632"/>
                  </a:lnTo>
                  <a:lnTo>
                    <a:pt x="2540" y="103632"/>
                  </a:lnTo>
                  <a:lnTo>
                    <a:pt x="2540" y="108966"/>
                  </a:lnTo>
                  <a:lnTo>
                    <a:pt x="5080" y="108966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4" name="object 4564"/>
            <p:cNvSpPr/>
            <p:nvPr/>
          </p:nvSpPr>
          <p:spPr>
            <a:xfrm>
              <a:off x="2687726" y="1773812"/>
              <a:ext cx="5080" cy="109220"/>
            </a:xfrm>
            <a:custGeom>
              <a:avLst/>
              <a:gdLst/>
              <a:ahLst/>
              <a:cxnLst/>
              <a:rect l="l" t="t" r="r" b="b"/>
              <a:pathLst>
                <a:path w="5080" h="109219">
                  <a:moveTo>
                    <a:pt x="0" y="0"/>
                  </a:moveTo>
                  <a:lnTo>
                    <a:pt x="4572" y="0"/>
                  </a:lnTo>
                  <a:lnTo>
                    <a:pt x="4572" y="108966"/>
                  </a:lnTo>
                  <a:lnTo>
                    <a:pt x="2286" y="108966"/>
                  </a:lnTo>
                  <a:lnTo>
                    <a:pt x="2286" y="103632"/>
                  </a:lnTo>
                  <a:lnTo>
                    <a:pt x="0" y="10363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5" name="object 4565"/>
            <p:cNvSpPr/>
            <p:nvPr/>
          </p:nvSpPr>
          <p:spPr>
            <a:xfrm>
              <a:off x="2585859" y="1877456"/>
              <a:ext cx="104139" cy="5715"/>
            </a:xfrm>
            <a:custGeom>
              <a:avLst/>
              <a:gdLst/>
              <a:ahLst/>
              <a:cxnLst/>
              <a:rect l="l" t="t" r="r" b="b"/>
              <a:pathLst>
                <a:path w="104139" h="5714">
                  <a:moveTo>
                    <a:pt x="104140" y="0"/>
                  </a:moveTo>
                  <a:lnTo>
                    <a:pt x="3810" y="0"/>
                  </a:lnTo>
                  <a:lnTo>
                    <a:pt x="3810" y="2286"/>
                  </a:lnTo>
                  <a:lnTo>
                    <a:pt x="0" y="2286"/>
                  </a:lnTo>
                  <a:lnTo>
                    <a:pt x="0" y="5334"/>
                  </a:lnTo>
                  <a:lnTo>
                    <a:pt x="3810" y="5334"/>
                  </a:lnTo>
                  <a:lnTo>
                    <a:pt x="104140" y="5334"/>
                  </a:lnTo>
                  <a:lnTo>
                    <a:pt x="1041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6" name="object 4566"/>
            <p:cNvSpPr/>
            <p:nvPr/>
          </p:nvSpPr>
          <p:spPr>
            <a:xfrm>
              <a:off x="2585618" y="1877444"/>
              <a:ext cx="104775" cy="5715"/>
            </a:xfrm>
            <a:custGeom>
              <a:avLst/>
              <a:gdLst/>
              <a:ahLst/>
              <a:cxnLst/>
              <a:rect l="l" t="t" r="r" b="b"/>
              <a:pathLst>
                <a:path w="104775" h="5714">
                  <a:moveTo>
                    <a:pt x="104393" y="0"/>
                  </a:moveTo>
                  <a:lnTo>
                    <a:pt x="104393" y="5334"/>
                  </a:lnTo>
                  <a:lnTo>
                    <a:pt x="0" y="5334"/>
                  </a:lnTo>
                  <a:lnTo>
                    <a:pt x="0" y="2286"/>
                  </a:lnTo>
                  <a:lnTo>
                    <a:pt x="4571" y="2286"/>
                  </a:lnTo>
                  <a:lnTo>
                    <a:pt x="4571" y="0"/>
                  </a:lnTo>
                  <a:lnTo>
                    <a:pt x="10439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7" name="object 4567"/>
            <p:cNvSpPr/>
            <p:nvPr/>
          </p:nvSpPr>
          <p:spPr>
            <a:xfrm>
              <a:off x="2585097" y="1771538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5080" y="4572"/>
                  </a:moveTo>
                  <a:lnTo>
                    <a:pt x="2540" y="4572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08204"/>
                  </a:lnTo>
                  <a:lnTo>
                    <a:pt x="2540" y="108204"/>
                  </a:lnTo>
                  <a:lnTo>
                    <a:pt x="5080" y="108204"/>
                  </a:lnTo>
                  <a:lnTo>
                    <a:pt x="508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8" name="object 4568"/>
            <p:cNvSpPr/>
            <p:nvPr/>
          </p:nvSpPr>
          <p:spPr>
            <a:xfrm>
              <a:off x="2585618" y="1771526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572" y="108203"/>
                  </a:moveTo>
                  <a:lnTo>
                    <a:pt x="0" y="108203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0820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9" name="object 4569"/>
            <p:cNvSpPr/>
            <p:nvPr/>
          </p:nvSpPr>
          <p:spPr>
            <a:xfrm>
              <a:off x="2683916" y="177457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4" y="3048"/>
                  </a:moveTo>
                  <a:lnTo>
                    <a:pt x="1523" y="0"/>
                  </a:lnTo>
                  <a:lnTo>
                    <a:pt x="0" y="1524"/>
                  </a:lnTo>
                  <a:lnTo>
                    <a:pt x="3810" y="4572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0" name="object 4570"/>
            <p:cNvSpPr/>
            <p:nvPr/>
          </p:nvSpPr>
          <p:spPr>
            <a:xfrm>
              <a:off x="2683916" y="177457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0" y="1524"/>
                  </a:moveTo>
                  <a:lnTo>
                    <a:pt x="1523" y="0"/>
                  </a:lnTo>
                  <a:lnTo>
                    <a:pt x="5334" y="3048"/>
                  </a:lnTo>
                  <a:lnTo>
                    <a:pt x="3810" y="4572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1" name="object 4571"/>
            <p:cNvSpPr/>
            <p:nvPr/>
          </p:nvSpPr>
          <p:spPr>
            <a:xfrm>
              <a:off x="2589428" y="187287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572" y="3048"/>
                  </a:moveTo>
                  <a:lnTo>
                    <a:pt x="1524" y="0"/>
                  </a:lnTo>
                  <a:lnTo>
                    <a:pt x="0" y="1524"/>
                  </a:lnTo>
                  <a:lnTo>
                    <a:pt x="3048" y="4572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2" name="object 4572"/>
            <p:cNvSpPr/>
            <p:nvPr/>
          </p:nvSpPr>
          <p:spPr>
            <a:xfrm>
              <a:off x="2589428" y="187287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572" y="3048"/>
                  </a:moveTo>
                  <a:lnTo>
                    <a:pt x="3048" y="4572"/>
                  </a:lnTo>
                  <a:lnTo>
                    <a:pt x="0" y="1524"/>
                  </a:lnTo>
                  <a:lnTo>
                    <a:pt x="1524" y="0"/>
                  </a:lnTo>
                  <a:lnTo>
                    <a:pt x="4572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3" name="object 4573"/>
            <p:cNvSpPr/>
            <p:nvPr/>
          </p:nvSpPr>
          <p:spPr>
            <a:xfrm>
              <a:off x="2590952" y="1776098"/>
              <a:ext cx="97155" cy="100330"/>
            </a:xfrm>
            <a:custGeom>
              <a:avLst/>
              <a:gdLst/>
              <a:ahLst/>
              <a:cxnLst/>
              <a:rect l="l" t="t" r="r" b="b"/>
              <a:pathLst>
                <a:path w="97155" h="100330">
                  <a:moveTo>
                    <a:pt x="96773" y="3047"/>
                  </a:moveTo>
                  <a:lnTo>
                    <a:pt x="92963" y="0"/>
                  </a:lnTo>
                  <a:lnTo>
                    <a:pt x="0" y="96774"/>
                  </a:lnTo>
                  <a:lnTo>
                    <a:pt x="3047" y="99822"/>
                  </a:lnTo>
                  <a:lnTo>
                    <a:pt x="96773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4" name="object 4574"/>
            <p:cNvSpPr/>
            <p:nvPr/>
          </p:nvSpPr>
          <p:spPr>
            <a:xfrm>
              <a:off x="2590952" y="1776098"/>
              <a:ext cx="97155" cy="100330"/>
            </a:xfrm>
            <a:custGeom>
              <a:avLst/>
              <a:gdLst/>
              <a:ahLst/>
              <a:cxnLst/>
              <a:rect l="l" t="t" r="r" b="b"/>
              <a:pathLst>
                <a:path w="97155" h="100330">
                  <a:moveTo>
                    <a:pt x="92963" y="0"/>
                  </a:moveTo>
                  <a:lnTo>
                    <a:pt x="96773" y="3047"/>
                  </a:lnTo>
                  <a:lnTo>
                    <a:pt x="3047" y="99822"/>
                  </a:lnTo>
                  <a:lnTo>
                    <a:pt x="0" y="96774"/>
                  </a:lnTo>
                  <a:lnTo>
                    <a:pt x="9296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5" name="object 4575"/>
            <p:cNvSpPr/>
            <p:nvPr/>
          </p:nvSpPr>
          <p:spPr>
            <a:xfrm>
              <a:off x="2708300" y="1773812"/>
              <a:ext cx="102235" cy="106045"/>
            </a:xfrm>
            <a:custGeom>
              <a:avLst/>
              <a:gdLst/>
              <a:ahLst/>
              <a:cxnLst/>
              <a:rect l="l" t="t" r="r" b="b"/>
              <a:pathLst>
                <a:path w="102235" h="106044">
                  <a:moveTo>
                    <a:pt x="0" y="105918"/>
                  </a:moveTo>
                  <a:lnTo>
                    <a:pt x="0" y="0"/>
                  </a:lnTo>
                  <a:lnTo>
                    <a:pt x="102107" y="0"/>
                  </a:lnTo>
                  <a:lnTo>
                    <a:pt x="102107" y="105918"/>
                  </a:lnTo>
                  <a:lnTo>
                    <a:pt x="0" y="105918"/>
                  </a:lnTo>
                  <a:close/>
                </a:path>
              </a:pathLst>
            </a:custGeom>
            <a:ln w="46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6" name="object 4576"/>
            <p:cNvSpPr/>
            <p:nvPr/>
          </p:nvSpPr>
          <p:spPr>
            <a:xfrm>
              <a:off x="2708287" y="1771538"/>
              <a:ext cx="104139" cy="5080"/>
            </a:xfrm>
            <a:custGeom>
              <a:avLst/>
              <a:gdLst/>
              <a:ahLst/>
              <a:cxnLst/>
              <a:rect l="l" t="t" r="r" b="b"/>
              <a:pathLst>
                <a:path w="104139" h="5080">
                  <a:moveTo>
                    <a:pt x="104140" y="0"/>
                  </a:moveTo>
                  <a:lnTo>
                    <a:pt x="10033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100330" y="4572"/>
                  </a:lnTo>
                  <a:lnTo>
                    <a:pt x="100330" y="2286"/>
                  </a:lnTo>
                  <a:lnTo>
                    <a:pt x="104140" y="2286"/>
                  </a:lnTo>
                  <a:lnTo>
                    <a:pt x="1041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7" name="object 4577"/>
            <p:cNvSpPr/>
            <p:nvPr/>
          </p:nvSpPr>
          <p:spPr>
            <a:xfrm>
              <a:off x="2708300" y="1771526"/>
              <a:ext cx="104775" cy="5080"/>
            </a:xfrm>
            <a:custGeom>
              <a:avLst/>
              <a:gdLst/>
              <a:ahLst/>
              <a:cxnLst/>
              <a:rect l="l" t="t" r="r" b="b"/>
              <a:pathLst>
                <a:path w="104775" h="5080">
                  <a:moveTo>
                    <a:pt x="0" y="4572"/>
                  </a:moveTo>
                  <a:lnTo>
                    <a:pt x="0" y="0"/>
                  </a:lnTo>
                  <a:lnTo>
                    <a:pt x="104394" y="0"/>
                  </a:lnTo>
                  <a:lnTo>
                    <a:pt x="104394" y="2286"/>
                  </a:lnTo>
                  <a:lnTo>
                    <a:pt x="99822" y="2286"/>
                  </a:lnTo>
                  <a:lnTo>
                    <a:pt x="99822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8" name="object 4578"/>
            <p:cNvSpPr/>
            <p:nvPr/>
          </p:nvSpPr>
          <p:spPr>
            <a:xfrm>
              <a:off x="2808109" y="1773824"/>
              <a:ext cx="5080" cy="109220"/>
            </a:xfrm>
            <a:custGeom>
              <a:avLst/>
              <a:gdLst/>
              <a:ahLst/>
              <a:cxnLst/>
              <a:rect l="l" t="t" r="r" b="b"/>
              <a:pathLst>
                <a:path w="5080" h="109219">
                  <a:moveTo>
                    <a:pt x="508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103632"/>
                  </a:lnTo>
                  <a:lnTo>
                    <a:pt x="2540" y="103632"/>
                  </a:lnTo>
                  <a:lnTo>
                    <a:pt x="2540" y="108966"/>
                  </a:lnTo>
                  <a:lnTo>
                    <a:pt x="5080" y="108966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9" name="object 4579"/>
            <p:cNvSpPr/>
            <p:nvPr/>
          </p:nvSpPr>
          <p:spPr>
            <a:xfrm>
              <a:off x="2808122" y="1773812"/>
              <a:ext cx="5080" cy="109220"/>
            </a:xfrm>
            <a:custGeom>
              <a:avLst/>
              <a:gdLst/>
              <a:ahLst/>
              <a:cxnLst/>
              <a:rect l="l" t="t" r="r" b="b"/>
              <a:pathLst>
                <a:path w="5080" h="109219">
                  <a:moveTo>
                    <a:pt x="0" y="0"/>
                  </a:moveTo>
                  <a:lnTo>
                    <a:pt x="4572" y="0"/>
                  </a:lnTo>
                  <a:lnTo>
                    <a:pt x="4572" y="108966"/>
                  </a:lnTo>
                  <a:lnTo>
                    <a:pt x="2286" y="108966"/>
                  </a:lnTo>
                  <a:lnTo>
                    <a:pt x="2286" y="103632"/>
                  </a:lnTo>
                  <a:lnTo>
                    <a:pt x="0" y="10363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0" name="object 4580"/>
            <p:cNvSpPr/>
            <p:nvPr/>
          </p:nvSpPr>
          <p:spPr>
            <a:xfrm>
              <a:off x="2706255" y="1877456"/>
              <a:ext cx="104139" cy="5715"/>
            </a:xfrm>
            <a:custGeom>
              <a:avLst/>
              <a:gdLst/>
              <a:ahLst/>
              <a:cxnLst/>
              <a:rect l="l" t="t" r="r" b="b"/>
              <a:pathLst>
                <a:path w="104139" h="5714">
                  <a:moveTo>
                    <a:pt x="104140" y="0"/>
                  </a:moveTo>
                  <a:lnTo>
                    <a:pt x="3810" y="0"/>
                  </a:lnTo>
                  <a:lnTo>
                    <a:pt x="3810" y="2286"/>
                  </a:lnTo>
                  <a:lnTo>
                    <a:pt x="0" y="2286"/>
                  </a:lnTo>
                  <a:lnTo>
                    <a:pt x="0" y="5334"/>
                  </a:lnTo>
                  <a:lnTo>
                    <a:pt x="3810" y="5334"/>
                  </a:lnTo>
                  <a:lnTo>
                    <a:pt x="104140" y="5334"/>
                  </a:lnTo>
                  <a:lnTo>
                    <a:pt x="1041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1" name="object 4581"/>
            <p:cNvSpPr/>
            <p:nvPr/>
          </p:nvSpPr>
          <p:spPr>
            <a:xfrm>
              <a:off x="2706014" y="1877444"/>
              <a:ext cx="104775" cy="5715"/>
            </a:xfrm>
            <a:custGeom>
              <a:avLst/>
              <a:gdLst/>
              <a:ahLst/>
              <a:cxnLst/>
              <a:rect l="l" t="t" r="r" b="b"/>
              <a:pathLst>
                <a:path w="104775" h="5714">
                  <a:moveTo>
                    <a:pt x="104393" y="0"/>
                  </a:moveTo>
                  <a:lnTo>
                    <a:pt x="104393" y="5334"/>
                  </a:lnTo>
                  <a:lnTo>
                    <a:pt x="0" y="5334"/>
                  </a:lnTo>
                  <a:lnTo>
                    <a:pt x="0" y="2286"/>
                  </a:lnTo>
                  <a:lnTo>
                    <a:pt x="4571" y="2286"/>
                  </a:lnTo>
                  <a:lnTo>
                    <a:pt x="4571" y="0"/>
                  </a:lnTo>
                  <a:lnTo>
                    <a:pt x="10439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2" name="object 4582"/>
            <p:cNvSpPr/>
            <p:nvPr/>
          </p:nvSpPr>
          <p:spPr>
            <a:xfrm>
              <a:off x="2705493" y="1771538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5080" y="4572"/>
                  </a:moveTo>
                  <a:lnTo>
                    <a:pt x="2540" y="4572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08204"/>
                  </a:lnTo>
                  <a:lnTo>
                    <a:pt x="2540" y="108204"/>
                  </a:lnTo>
                  <a:lnTo>
                    <a:pt x="5080" y="108204"/>
                  </a:lnTo>
                  <a:lnTo>
                    <a:pt x="508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3" name="object 4583"/>
            <p:cNvSpPr/>
            <p:nvPr/>
          </p:nvSpPr>
          <p:spPr>
            <a:xfrm>
              <a:off x="2706014" y="1771526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572" y="108203"/>
                  </a:moveTo>
                  <a:lnTo>
                    <a:pt x="0" y="108203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0820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4" name="object 4584"/>
            <p:cNvSpPr/>
            <p:nvPr/>
          </p:nvSpPr>
          <p:spPr>
            <a:xfrm>
              <a:off x="2803550" y="177457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4" y="3048"/>
                  </a:moveTo>
                  <a:lnTo>
                    <a:pt x="2286" y="0"/>
                  </a:lnTo>
                  <a:lnTo>
                    <a:pt x="0" y="1524"/>
                  </a:lnTo>
                  <a:lnTo>
                    <a:pt x="3810" y="4572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5" name="object 4585"/>
            <p:cNvSpPr/>
            <p:nvPr/>
          </p:nvSpPr>
          <p:spPr>
            <a:xfrm>
              <a:off x="2803550" y="177457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0" y="1524"/>
                  </a:moveTo>
                  <a:lnTo>
                    <a:pt x="2286" y="0"/>
                  </a:lnTo>
                  <a:lnTo>
                    <a:pt x="5334" y="3048"/>
                  </a:lnTo>
                  <a:lnTo>
                    <a:pt x="3810" y="4572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6" name="object 4586"/>
            <p:cNvSpPr/>
            <p:nvPr/>
          </p:nvSpPr>
          <p:spPr>
            <a:xfrm>
              <a:off x="2709062" y="1872872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3" y="3048"/>
                  </a:moveTo>
                  <a:lnTo>
                    <a:pt x="1523" y="0"/>
                  </a:lnTo>
                  <a:lnTo>
                    <a:pt x="0" y="1524"/>
                  </a:lnTo>
                  <a:lnTo>
                    <a:pt x="3047" y="4572"/>
                  </a:lnTo>
                  <a:lnTo>
                    <a:pt x="5333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7" name="object 4587"/>
            <p:cNvSpPr/>
            <p:nvPr/>
          </p:nvSpPr>
          <p:spPr>
            <a:xfrm>
              <a:off x="2709062" y="1872872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3" y="3048"/>
                  </a:moveTo>
                  <a:lnTo>
                    <a:pt x="3047" y="4572"/>
                  </a:lnTo>
                  <a:lnTo>
                    <a:pt x="0" y="1524"/>
                  </a:lnTo>
                  <a:lnTo>
                    <a:pt x="1523" y="0"/>
                  </a:lnTo>
                  <a:lnTo>
                    <a:pt x="5333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8" name="object 4588"/>
            <p:cNvSpPr/>
            <p:nvPr/>
          </p:nvSpPr>
          <p:spPr>
            <a:xfrm>
              <a:off x="2710586" y="1776098"/>
              <a:ext cx="97155" cy="100330"/>
            </a:xfrm>
            <a:custGeom>
              <a:avLst/>
              <a:gdLst/>
              <a:ahLst/>
              <a:cxnLst/>
              <a:rect l="l" t="t" r="r" b="b"/>
              <a:pathLst>
                <a:path w="97155" h="100330">
                  <a:moveTo>
                    <a:pt x="96773" y="3047"/>
                  </a:moveTo>
                  <a:lnTo>
                    <a:pt x="92963" y="0"/>
                  </a:lnTo>
                  <a:lnTo>
                    <a:pt x="0" y="96774"/>
                  </a:lnTo>
                  <a:lnTo>
                    <a:pt x="3809" y="99822"/>
                  </a:lnTo>
                  <a:lnTo>
                    <a:pt x="96773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9" name="object 4589"/>
            <p:cNvSpPr/>
            <p:nvPr/>
          </p:nvSpPr>
          <p:spPr>
            <a:xfrm>
              <a:off x="2710586" y="1776098"/>
              <a:ext cx="97155" cy="100330"/>
            </a:xfrm>
            <a:custGeom>
              <a:avLst/>
              <a:gdLst/>
              <a:ahLst/>
              <a:cxnLst/>
              <a:rect l="l" t="t" r="r" b="b"/>
              <a:pathLst>
                <a:path w="97155" h="100330">
                  <a:moveTo>
                    <a:pt x="92963" y="0"/>
                  </a:moveTo>
                  <a:lnTo>
                    <a:pt x="96773" y="3047"/>
                  </a:lnTo>
                  <a:lnTo>
                    <a:pt x="3809" y="99822"/>
                  </a:lnTo>
                  <a:lnTo>
                    <a:pt x="0" y="96774"/>
                  </a:lnTo>
                  <a:lnTo>
                    <a:pt x="9296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0" name="object 4590"/>
            <p:cNvSpPr/>
            <p:nvPr/>
          </p:nvSpPr>
          <p:spPr>
            <a:xfrm>
              <a:off x="2828696" y="1773812"/>
              <a:ext cx="101600" cy="106045"/>
            </a:xfrm>
            <a:custGeom>
              <a:avLst/>
              <a:gdLst/>
              <a:ahLst/>
              <a:cxnLst/>
              <a:rect l="l" t="t" r="r" b="b"/>
              <a:pathLst>
                <a:path w="101600" h="106044">
                  <a:moveTo>
                    <a:pt x="0" y="105918"/>
                  </a:moveTo>
                  <a:lnTo>
                    <a:pt x="0" y="0"/>
                  </a:lnTo>
                  <a:lnTo>
                    <a:pt x="101346" y="0"/>
                  </a:lnTo>
                  <a:lnTo>
                    <a:pt x="101346" y="105918"/>
                  </a:lnTo>
                  <a:lnTo>
                    <a:pt x="0" y="105918"/>
                  </a:lnTo>
                  <a:close/>
                </a:path>
              </a:pathLst>
            </a:custGeom>
            <a:ln w="46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1" name="object 4591"/>
            <p:cNvSpPr/>
            <p:nvPr/>
          </p:nvSpPr>
          <p:spPr>
            <a:xfrm>
              <a:off x="2828683" y="1771538"/>
              <a:ext cx="104139" cy="5080"/>
            </a:xfrm>
            <a:custGeom>
              <a:avLst/>
              <a:gdLst/>
              <a:ahLst/>
              <a:cxnLst/>
              <a:rect l="l" t="t" r="r" b="b"/>
              <a:pathLst>
                <a:path w="104139" h="5080">
                  <a:moveTo>
                    <a:pt x="104140" y="0"/>
                  </a:moveTo>
                  <a:lnTo>
                    <a:pt x="9906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99060" y="4572"/>
                  </a:lnTo>
                  <a:lnTo>
                    <a:pt x="99060" y="2286"/>
                  </a:lnTo>
                  <a:lnTo>
                    <a:pt x="104140" y="2286"/>
                  </a:lnTo>
                  <a:lnTo>
                    <a:pt x="1041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2" name="object 4592"/>
            <p:cNvSpPr/>
            <p:nvPr/>
          </p:nvSpPr>
          <p:spPr>
            <a:xfrm>
              <a:off x="2828696" y="1771526"/>
              <a:ext cx="104139" cy="5080"/>
            </a:xfrm>
            <a:custGeom>
              <a:avLst/>
              <a:gdLst/>
              <a:ahLst/>
              <a:cxnLst/>
              <a:rect l="l" t="t" r="r" b="b"/>
              <a:pathLst>
                <a:path w="104139" h="5080">
                  <a:moveTo>
                    <a:pt x="0" y="4572"/>
                  </a:moveTo>
                  <a:lnTo>
                    <a:pt x="0" y="0"/>
                  </a:lnTo>
                  <a:lnTo>
                    <a:pt x="103632" y="0"/>
                  </a:lnTo>
                  <a:lnTo>
                    <a:pt x="103632" y="2286"/>
                  </a:lnTo>
                  <a:lnTo>
                    <a:pt x="99060" y="2286"/>
                  </a:lnTo>
                  <a:lnTo>
                    <a:pt x="99060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3" name="object 4593"/>
            <p:cNvSpPr/>
            <p:nvPr/>
          </p:nvSpPr>
          <p:spPr>
            <a:xfrm>
              <a:off x="2927743" y="1773824"/>
              <a:ext cx="5080" cy="109220"/>
            </a:xfrm>
            <a:custGeom>
              <a:avLst/>
              <a:gdLst/>
              <a:ahLst/>
              <a:cxnLst/>
              <a:rect l="l" t="t" r="r" b="b"/>
              <a:pathLst>
                <a:path w="5080" h="109219">
                  <a:moveTo>
                    <a:pt x="508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103632"/>
                  </a:lnTo>
                  <a:lnTo>
                    <a:pt x="2540" y="103632"/>
                  </a:lnTo>
                  <a:lnTo>
                    <a:pt x="2540" y="108966"/>
                  </a:lnTo>
                  <a:lnTo>
                    <a:pt x="5080" y="108966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4" name="object 4594"/>
            <p:cNvSpPr/>
            <p:nvPr/>
          </p:nvSpPr>
          <p:spPr>
            <a:xfrm>
              <a:off x="2927756" y="1773812"/>
              <a:ext cx="5080" cy="109220"/>
            </a:xfrm>
            <a:custGeom>
              <a:avLst/>
              <a:gdLst/>
              <a:ahLst/>
              <a:cxnLst/>
              <a:rect l="l" t="t" r="r" b="b"/>
              <a:pathLst>
                <a:path w="5080" h="109219">
                  <a:moveTo>
                    <a:pt x="0" y="0"/>
                  </a:moveTo>
                  <a:lnTo>
                    <a:pt x="4572" y="0"/>
                  </a:lnTo>
                  <a:lnTo>
                    <a:pt x="4572" y="108966"/>
                  </a:lnTo>
                  <a:lnTo>
                    <a:pt x="2286" y="108966"/>
                  </a:lnTo>
                  <a:lnTo>
                    <a:pt x="2286" y="103632"/>
                  </a:lnTo>
                  <a:lnTo>
                    <a:pt x="0" y="10363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5" name="object 4595"/>
            <p:cNvSpPr/>
            <p:nvPr/>
          </p:nvSpPr>
          <p:spPr>
            <a:xfrm>
              <a:off x="2825889" y="1877456"/>
              <a:ext cx="104139" cy="5715"/>
            </a:xfrm>
            <a:custGeom>
              <a:avLst/>
              <a:gdLst/>
              <a:ahLst/>
              <a:cxnLst/>
              <a:rect l="l" t="t" r="r" b="b"/>
              <a:pathLst>
                <a:path w="104139" h="5714">
                  <a:moveTo>
                    <a:pt x="104140" y="0"/>
                  </a:moveTo>
                  <a:lnTo>
                    <a:pt x="5080" y="0"/>
                  </a:lnTo>
                  <a:lnTo>
                    <a:pt x="5080" y="2286"/>
                  </a:lnTo>
                  <a:lnTo>
                    <a:pt x="0" y="2286"/>
                  </a:lnTo>
                  <a:lnTo>
                    <a:pt x="0" y="5334"/>
                  </a:lnTo>
                  <a:lnTo>
                    <a:pt x="5080" y="5334"/>
                  </a:lnTo>
                  <a:lnTo>
                    <a:pt x="104140" y="5334"/>
                  </a:lnTo>
                  <a:lnTo>
                    <a:pt x="1041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6" name="object 4596"/>
            <p:cNvSpPr/>
            <p:nvPr/>
          </p:nvSpPr>
          <p:spPr>
            <a:xfrm>
              <a:off x="2826410" y="1877444"/>
              <a:ext cx="104139" cy="5715"/>
            </a:xfrm>
            <a:custGeom>
              <a:avLst/>
              <a:gdLst/>
              <a:ahLst/>
              <a:cxnLst/>
              <a:rect l="l" t="t" r="r" b="b"/>
              <a:pathLst>
                <a:path w="104139" h="5714">
                  <a:moveTo>
                    <a:pt x="103631" y="0"/>
                  </a:moveTo>
                  <a:lnTo>
                    <a:pt x="103631" y="5334"/>
                  </a:lnTo>
                  <a:lnTo>
                    <a:pt x="0" y="5334"/>
                  </a:lnTo>
                  <a:lnTo>
                    <a:pt x="0" y="2286"/>
                  </a:lnTo>
                  <a:lnTo>
                    <a:pt x="4571" y="2286"/>
                  </a:lnTo>
                  <a:lnTo>
                    <a:pt x="4571" y="0"/>
                  </a:lnTo>
                  <a:lnTo>
                    <a:pt x="10363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7" name="object 4597"/>
            <p:cNvSpPr/>
            <p:nvPr/>
          </p:nvSpPr>
          <p:spPr>
            <a:xfrm>
              <a:off x="2825889" y="1771538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5080" y="4572"/>
                  </a:moveTo>
                  <a:lnTo>
                    <a:pt x="2540" y="4572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08204"/>
                  </a:lnTo>
                  <a:lnTo>
                    <a:pt x="2540" y="108204"/>
                  </a:lnTo>
                  <a:lnTo>
                    <a:pt x="5080" y="108204"/>
                  </a:lnTo>
                  <a:lnTo>
                    <a:pt x="508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8" name="object 4598"/>
            <p:cNvSpPr/>
            <p:nvPr/>
          </p:nvSpPr>
          <p:spPr>
            <a:xfrm>
              <a:off x="2826410" y="1771526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572" y="108203"/>
                  </a:moveTo>
                  <a:lnTo>
                    <a:pt x="0" y="108203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0820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9" name="object 4599"/>
            <p:cNvSpPr/>
            <p:nvPr/>
          </p:nvSpPr>
          <p:spPr>
            <a:xfrm>
              <a:off x="2924708" y="177457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572" y="3048"/>
                  </a:moveTo>
                  <a:lnTo>
                    <a:pt x="1523" y="0"/>
                  </a:lnTo>
                  <a:lnTo>
                    <a:pt x="0" y="1524"/>
                  </a:lnTo>
                  <a:lnTo>
                    <a:pt x="3048" y="4572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0" name="object 4600"/>
            <p:cNvSpPr/>
            <p:nvPr/>
          </p:nvSpPr>
          <p:spPr>
            <a:xfrm>
              <a:off x="2924708" y="177457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0" y="1524"/>
                  </a:moveTo>
                  <a:lnTo>
                    <a:pt x="1523" y="0"/>
                  </a:lnTo>
                  <a:lnTo>
                    <a:pt x="4572" y="3048"/>
                  </a:lnTo>
                  <a:lnTo>
                    <a:pt x="3048" y="4572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1" name="object 4601"/>
            <p:cNvSpPr/>
            <p:nvPr/>
          </p:nvSpPr>
          <p:spPr>
            <a:xfrm>
              <a:off x="2829458" y="187287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572" y="3048"/>
                  </a:moveTo>
                  <a:lnTo>
                    <a:pt x="1524" y="0"/>
                  </a:lnTo>
                  <a:lnTo>
                    <a:pt x="0" y="1524"/>
                  </a:lnTo>
                  <a:lnTo>
                    <a:pt x="3048" y="4572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2" name="object 4602"/>
            <p:cNvSpPr/>
            <p:nvPr/>
          </p:nvSpPr>
          <p:spPr>
            <a:xfrm>
              <a:off x="2829458" y="187287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572" y="3048"/>
                  </a:moveTo>
                  <a:lnTo>
                    <a:pt x="3048" y="4572"/>
                  </a:lnTo>
                  <a:lnTo>
                    <a:pt x="0" y="1524"/>
                  </a:lnTo>
                  <a:lnTo>
                    <a:pt x="1524" y="0"/>
                  </a:lnTo>
                  <a:lnTo>
                    <a:pt x="4572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3" name="object 4603"/>
            <p:cNvSpPr/>
            <p:nvPr/>
          </p:nvSpPr>
          <p:spPr>
            <a:xfrm>
              <a:off x="2830982" y="1776098"/>
              <a:ext cx="97155" cy="100330"/>
            </a:xfrm>
            <a:custGeom>
              <a:avLst/>
              <a:gdLst/>
              <a:ahLst/>
              <a:cxnLst/>
              <a:rect l="l" t="t" r="r" b="b"/>
              <a:pathLst>
                <a:path w="97155" h="100330">
                  <a:moveTo>
                    <a:pt x="96773" y="3047"/>
                  </a:moveTo>
                  <a:lnTo>
                    <a:pt x="93725" y="0"/>
                  </a:lnTo>
                  <a:lnTo>
                    <a:pt x="0" y="96774"/>
                  </a:lnTo>
                  <a:lnTo>
                    <a:pt x="3047" y="99822"/>
                  </a:lnTo>
                  <a:lnTo>
                    <a:pt x="96773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4" name="object 4604"/>
            <p:cNvSpPr/>
            <p:nvPr/>
          </p:nvSpPr>
          <p:spPr>
            <a:xfrm>
              <a:off x="2830982" y="1776098"/>
              <a:ext cx="97155" cy="100330"/>
            </a:xfrm>
            <a:custGeom>
              <a:avLst/>
              <a:gdLst/>
              <a:ahLst/>
              <a:cxnLst/>
              <a:rect l="l" t="t" r="r" b="b"/>
              <a:pathLst>
                <a:path w="97155" h="100330">
                  <a:moveTo>
                    <a:pt x="93725" y="0"/>
                  </a:moveTo>
                  <a:lnTo>
                    <a:pt x="96773" y="3047"/>
                  </a:lnTo>
                  <a:lnTo>
                    <a:pt x="3047" y="99822"/>
                  </a:lnTo>
                  <a:lnTo>
                    <a:pt x="0" y="96774"/>
                  </a:lnTo>
                  <a:lnTo>
                    <a:pt x="9372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5" name="object 4605"/>
            <p:cNvSpPr/>
            <p:nvPr/>
          </p:nvSpPr>
          <p:spPr>
            <a:xfrm>
              <a:off x="2948330" y="1773812"/>
              <a:ext cx="101600" cy="106045"/>
            </a:xfrm>
            <a:custGeom>
              <a:avLst/>
              <a:gdLst/>
              <a:ahLst/>
              <a:cxnLst/>
              <a:rect l="l" t="t" r="r" b="b"/>
              <a:pathLst>
                <a:path w="101600" h="106044">
                  <a:moveTo>
                    <a:pt x="0" y="105918"/>
                  </a:moveTo>
                  <a:lnTo>
                    <a:pt x="0" y="0"/>
                  </a:lnTo>
                  <a:lnTo>
                    <a:pt x="101346" y="0"/>
                  </a:lnTo>
                  <a:lnTo>
                    <a:pt x="101346" y="105918"/>
                  </a:lnTo>
                  <a:lnTo>
                    <a:pt x="0" y="105918"/>
                  </a:lnTo>
                  <a:close/>
                </a:path>
              </a:pathLst>
            </a:custGeom>
            <a:ln w="46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6" name="object 4606"/>
            <p:cNvSpPr/>
            <p:nvPr/>
          </p:nvSpPr>
          <p:spPr>
            <a:xfrm>
              <a:off x="2948317" y="1771538"/>
              <a:ext cx="104139" cy="5080"/>
            </a:xfrm>
            <a:custGeom>
              <a:avLst/>
              <a:gdLst/>
              <a:ahLst/>
              <a:cxnLst/>
              <a:rect l="l" t="t" r="r" b="b"/>
              <a:pathLst>
                <a:path w="104139" h="5080">
                  <a:moveTo>
                    <a:pt x="104140" y="0"/>
                  </a:moveTo>
                  <a:lnTo>
                    <a:pt x="9906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99060" y="4572"/>
                  </a:lnTo>
                  <a:lnTo>
                    <a:pt x="99060" y="2286"/>
                  </a:lnTo>
                  <a:lnTo>
                    <a:pt x="104140" y="2286"/>
                  </a:lnTo>
                  <a:lnTo>
                    <a:pt x="1041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7" name="object 4607"/>
            <p:cNvSpPr/>
            <p:nvPr/>
          </p:nvSpPr>
          <p:spPr>
            <a:xfrm>
              <a:off x="2948330" y="1771526"/>
              <a:ext cx="104139" cy="5080"/>
            </a:xfrm>
            <a:custGeom>
              <a:avLst/>
              <a:gdLst/>
              <a:ahLst/>
              <a:cxnLst/>
              <a:rect l="l" t="t" r="r" b="b"/>
              <a:pathLst>
                <a:path w="104139" h="5080">
                  <a:moveTo>
                    <a:pt x="0" y="4572"/>
                  </a:moveTo>
                  <a:lnTo>
                    <a:pt x="0" y="0"/>
                  </a:lnTo>
                  <a:lnTo>
                    <a:pt x="103632" y="0"/>
                  </a:lnTo>
                  <a:lnTo>
                    <a:pt x="103632" y="2286"/>
                  </a:lnTo>
                  <a:lnTo>
                    <a:pt x="99060" y="2286"/>
                  </a:lnTo>
                  <a:lnTo>
                    <a:pt x="99060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8" name="object 4608"/>
            <p:cNvSpPr/>
            <p:nvPr/>
          </p:nvSpPr>
          <p:spPr>
            <a:xfrm>
              <a:off x="3047377" y="1773824"/>
              <a:ext cx="5080" cy="109220"/>
            </a:xfrm>
            <a:custGeom>
              <a:avLst/>
              <a:gdLst/>
              <a:ahLst/>
              <a:cxnLst/>
              <a:rect l="l" t="t" r="r" b="b"/>
              <a:pathLst>
                <a:path w="5080" h="109219">
                  <a:moveTo>
                    <a:pt x="508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103632"/>
                  </a:lnTo>
                  <a:lnTo>
                    <a:pt x="2540" y="103632"/>
                  </a:lnTo>
                  <a:lnTo>
                    <a:pt x="2540" y="108966"/>
                  </a:lnTo>
                  <a:lnTo>
                    <a:pt x="5080" y="108966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9" name="object 4609"/>
            <p:cNvSpPr/>
            <p:nvPr/>
          </p:nvSpPr>
          <p:spPr>
            <a:xfrm>
              <a:off x="3047390" y="1773812"/>
              <a:ext cx="5080" cy="109220"/>
            </a:xfrm>
            <a:custGeom>
              <a:avLst/>
              <a:gdLst/>
              <a:ahLst/>
              <a:cxnLst/>
              <a:rect l="l" t="t" r="r" b="b"/>
              <a:pathLst>
                <a:path w="5080" h="109219">
                  <a:moveTo>
                    <a:pt x="0" y="0"/>
                  </a:moveTo>
                  <a:lnTo>
                    <a:pt x="4572" y="0"/>
                  </a:lnTo>
                  <a:lnTo>
                    <a:pt x="4572" y="108966"/>
                  </a:lnTo>
                  <a:lnTo>
                    <a:pt x="2286" y="108966"/>
                  </a:lnTo>
                  <a:lnTo>
                    <a:pt x="2286" y="103632"/>
                  </a:lnTo>
                  <a:lnTo>
                    <a:pt x="0" y="10363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0" name="object 4610"/>
            <p:cNvSpPr/>
            <p:nvPr/>
          </p:nvSpPr>
          <p:spPr>
            <a:xfrm>
              <a:off x="2945523" y="1877456"/>
              <a:ext cx="104139" cy="5715"/>
            </a:xfrm>
            <a:custGeom>
              <a:avLst/>
              <a:gdLst/>
              <a:ahLst/>
              <a:cxnLst/>
              <a:rect l="l" t="t" r="r" b="b"/>
              <a:pathLst>
                <a:path w="104139" h="5714">
                  <a:moveTo>
                    <a:pt x="104140" y="0"/>
                  </a:moveTo>
                  <a:lnTo>
                    <a:pt x="5080" y="0"/>
                  </a:lnTo>
                  <a:lnTo>
                    <a:pt x="5080" y="2286"/>
                  </a:lnTo>
                  <a:lnTo>
                    <a:pt x="0" y="2286"/>
                  </a:lnTo>
                  <a:lnTo>
                    <a:pt x="0" y="5334"/>
                  </a:lnTo>
                  <a:lnTo>
                    <a:pt x="5080" y="5334"/>
                  </a:lnTo>
                  <a:lnTo>
                    <a:pt x="104140" y="5334"/>
                  </a:lnTo>
                  <a:lnTo>
                    <a:pt x="1041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1" name="object 4611"/>
            <p:cNvSpPr/>
            <p:nvPr/>
          </p:nvSpPr>
          <p:spPr>
            <a:xfrm>
              <a:off x="2946044" y="1877444"/>
              <a:ext cx="104139" cy="5715"/>
            </a:xfrm>
            <a:custGeom>
              <a:avLst/>
              <a:gdLst/>
              <a:ahLst/>
              <a:cxnLst/>
              <a:rect l="l" t="t" r="r" b="b"/>
              <a:pathLst>
                <a:path w="104139" h="5714">
                  <a:moveTo>
                    <a:pt x="103631" y="0"/>
                  </a:moveTo>
                  <a:lnTo>
                    <a:pt x="103631" y="5334"/>
                  </a:lnTo>
                  <a:lnTo>
                    <a:pt x="0" y="5334"/>
                  </a:lnTo>
                  <a:lnTo>
                    <a:pt x="0" y="2286"/>
                  </a:lnTo>
                  <a:lnTo>
                    <a:pt x="4571" y="2286"/>
                  </a:lnTo>
                  <a:lnTo>
                    <a:pt x="4571" y="0"/>
                  </a:lnTo>
                  <a:lnTo>
                    <a:pt x="10363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2" name="object 4612"/>
            <p:cNvSpPr/>
            <p:nvPr/>
          </p:nvSpPr>
          <p:spPr>
            <a:xfrm>
              <a:off x="2945523" y="1771538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5080" y="4572"/>
                  </a:moveTo>
                  <a:lnTo>
                    <a:pt x="2540" y="4572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08204"/>
                  </a:lnTo>
                  <a:lnTo>
                    <a:pt x="2540" y="108204"/>
                  </a:lnTo>
                  <a:lnTo>
                    <a:pt x="5080" y="108204"/>
                  </a:lnTo>
                  <a:lnTo>
                    <a:pt x="508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3" name="object 4613"/>
            <p:cNvSpPr/>
            <p:nvPr/>
          </p:nvSpPr>
          <p:spPr>
            <a:xfrm>
              <a:off x="2946044" y="1771526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572" y="108203"/>
                  </a:moveTo>
                  <a:lnTo>
                    <a:pt x="0" y="108203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0820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4" name="object 4614"/>
            <p:cNvSpPr/>
            <p:nvPr/>
          </p:nvSpPr>
          <p:spPr>
            <a:xfrm>
              <a:off x="3044342" y="177457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572" y="3048"/>
                  </a:moveTo>
                  <a:lnTo>
                    <a:pt x="1523" y="0"/>
                  </a:lnTo>
                  <a:lnTo>
                    <a:pt x="0" y="1524"/>
                  </a:lnTo>
                  <a:lnTo>
                    <a:pt x="3048" y="4572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5" name="object 4615"/>
            <p:cNvSpPr/>
            <p:nvPr/>
          </p:nvSpPr>
          <p:spPr>
            <a:xfrm>
              <a:off x="3044342" y="177457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0" y="1524"/>
                  </a:moveTo>
                  <a:lnTo>
                    <a:pt x="1523" y="0"/>
                  </a:lnTo>
                  <a:lnTo>
                    <a:pt x="4572" y="3048"/>
                  </a:lnTo>
                  <a:lnTo>
                    <a:pt x="3048" y="4572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6" name="object 4616"/>
            <p:cNvSpPr/>
            <p:nvPr/>
          </p:nvSpPr>
          <p:spPr>
            <a:xfrm>
              <a:off x="2949854" y="187287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572" y="3048"/>
                  </a:moveTo>
                  <a:lnTo>
                    <a:pt x="1524" y="0"/>
                  </a:lnTo>
                  <a:lnTo>
                    <a:pt x="0" y="1524"/>
                  </a:lnTo>
                  <a:lnTo>
                    <a:pt x="3048" y="4572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7" name="object 4617"/>
            <p:cNvSpPr/>
            <p:nvPr/>
          </p:nvSpPr>
          <p:spPr>
            <a:xfrm>
              <a:off x="2949854" y="187287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572" y="3048"/>
                  </a:moveTo>
                  <a:lnTo>
                    <a:pt x="3048" y="4572"/>
                  </a:lnTo>
                  <a:lnTo>
                    <a:pt x="0" y="1524"/>
                  </a:lnTo>
                  <a:lnTo>
                    <a:pt x="1524" y="0"/>
                  </a:lnTo>
                  <a:lnTo>
                    <a:pt x="4572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8" name="object 4618"/>
            <p:cNvSpPr/>
            <p:nvPr/>
          </p:nvSpPr>
          <p:spPr>
            <a:xfrm>
              <a:off x="2951378" y="1776098"/>
              <a:ext cx="96520" cy="100330"/>
            </a:xfrm>
            <a:custGeom>
              <a:avLst/>
              <a:gdLst/>
              <a:ahLst/>
              <a:cxnLst/>
              <a:rect l="l" t="t" r="r" b="b"/>
              <a:pathLst>
                <a:path w="96519" h="100330">
                  <a:moveTo>
                    <a:pt x="96011" y="3047"/>
                  </a:moveTo>
                  <a:lnTo>
                    <a:pt x="92963" y="0"/>
                  </a:lnTo>
                  <a:lnTo>
                    <a:pt x="0" y="96774"/>
                  </a:lnTo>
                  <a:lnTo>
                    <a:pt x="3047" y="99822"/>
                  </a:lnTo>
                  <a:lnTo>
                    <a:pt x="96011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9" name="object 4619"/>
            <p:cNvSpPr/>
            <p:nvPr/>
          </p:nvSpPr>
          <p:spPr>
            <a:xfrm>
              <a:off x="2951378" y="1776098"/>
              <a:ext cx="96520" cy="100330"/>
            </a:xfrm>
            <a:custGeom>
              <a:avLst/>
              <a:gdLst/>
              <a:ahLst/>
              <a:cxnLst/>
              <a:rect l="l" t="t" r="r" b="b"/>
              <a:pathLst>
                <a:path w="96519" h="100330">
                  <a:moveTo>
                    <a:pt x="92963" y="0"/>
                  </a:moveTo>
                  <a:lnTo>
                    <a:pt x="96011" y="3047"/>
                  </a:lnTo>
                  <a:lnTo>
                    <a:pt x="3047" y="99822"/>
                  </a:lnTo>
                  <a:lnTo>
                    <a:pt x="0" y="96774"/>
                  </a:lnTo>
                  <a:lnTo>
                    <a:pt x="9296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0" name="object 4620"/>
            <p:cNvSpPr/>
            <p:nvPr/>
          </p:nvSpPr>
          <p:spPr>
            <a:xfrm>
              <a:off x="2761640" y="210985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1" name="object 4621"/>
            <p:cNvSpPr/>
            <p:nvPr/>
          </p:nvSpPr>
          <p:spPr>
            <a:xfrm>
              <a:off x="2761640" y="210985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2" name="object 4622"/>
            <p:cNvSpPr/>
            <p:nvPr/>
          </p:nvSpPr>
          <p:spPr>
            <a:xfrm>
              <a:off x="2761640" y="187820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3" name="object 4623"/>
            <p:cNvSpPr/>
            <p:nvPr/>
          </p:nvSpPr>
          <p:spPr>
            <a:xfrm>
              <a:off x="2761640" y="187820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4" name="object 4624"/>
            <p:cNvSpPr/>
            <p:nvPr/>
          </p:nvSpPr>
          <p:spPr>
            <a:xfrm>
              <a:off x="2761640" y="1878206"/>
              <a:ext cx="3810" cy="231775"/>
            </a:xfrm>
            <a:custGeom>
              <a:avLst/>
              <a:gdLst/>
              <a:ahLst/>
              <a:cxnLst/>
              <a:rect l="l" t="t" r="r" b="b"/>
              <a:pathLst>
                <a:path w="3810" h="231775">
                  <a:moveTo>
                    <a:pt x="3809" y="0"/>
                  </a:moveTo>
                  <a:lnTo>
                    <a:pt x="3809" y="231648"/>
                  </a:lnTo>
                  <a:lnTo>
                    <a:pt x="0" y="231648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5" name="object 4625"/>
            <p:cNvSpPr/>
            <p:nvPr/>
          </p:nvSpPr>
          <p:spPr>
            <a:xfrm>
              <a:off x="2761640" y="1878206"/>
              <a:ext cx="3810" cy="231775"/>
            </a:xfrm>
            <a:custGeom>
              <a:avLst/>
              <a:gdLst/>
              <a:ahLst/>
              <a:cxnLst/>
              <a:rect l="l" t="t" r="r" b="b"/>
              <a:pathLst>
                <a:path w="3810" h="231775">
                  <a:moveTo>
                    <a:pt x="3809" y="0"/>
                  </a:moveTo>
                  <a:lnTo>
                    <a:pt x="3809" y="231648"/>
                  </a:lnTo>
                  <a:lnTo>
                    <a:pt x="0" y="231648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6" name="object 4626"/>
            <p:cNvSpPr/>
            <p:nvPr/>
          </p:nvSpPr>
          <p:spPr>
            <a:xfrm>
              <a:off x="2741828" y="2066420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43434" y="0"/>
                  </a:moveTo>
                  <a:lnTo>
                    <a:pt x="0" y="0"/>
                  </a:lnTo>
                  <a:lnTo>
                    <a:pt x="21336" y="43434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7" name="object 4627"/>
            <p:cNvSpPr/>
            <p:nvPr/>
          </p:nvSpPr>
          <p:spPr>
            <a:xfrm>
              <a:off x="2741828" y="2066420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0" y="0"/>
                  </a:moveTo>
                  <a:lnTo>
                    <a:pt x="21336" y="43434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8" name="object 4628"/>
            <p:cNvSpPr/>
            <p:nvPr/>
          </p:nvSpPr>
          <p:spPr>
            <a:xfrm>
              <a:off x="2740304" y="2065658"/>
              <a:ext cx="24765" cy="48895"/>
            </a:xfrm>
            <a:custGeom>
              <a:avLst/>
              <a:gdLst/>
              <a:ahLst/>
              <a:cxnLst/>
              <a:rect l="l" t="t" r="r" b="b"/>
              <a:pathLst>
                <a:path w="24764" h="48894">
                  <a:moveTo>
                    <a:pt x="24384" y="44958"/>
                  </a:moveTo>
                  <a:lnTo>
                    <a:pt x="21336" y="43434"/>
                  </a:lnTo>
                  <a:lnTo>
                    <a:pt x="22860" y="39624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22860" y="48768"/>
                  </a:lnTo>
                  <a:lnTo>
                    <a:pt x="24384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9" name="object 4629"/>
            <p:cNvSpPr/>
            <p:nvPr/>
          </p:nvSpPr>
          <p:spPr>
            <a:xfrm>
              <a:off x="2740304" y="2065658"/>
              <a:ext cx="24765" cy="48895"/>
            </a:xfrm>
            <a:custGeom>
              <a:avLst/>
              <a:gdLst/>
              <a:ahLst/>
              <a:cxnLst/>
              <a:rect l="l" t="t" r="r" b="b"/>
              <a:pathLst>
                <a:path w="24764" h="48894">
                  <a:moveTo>
                    <a:pt x="0" y="1524"/>
                  </a:moveTo>
                  <a:lnTo>
                    <a:pt x="3810" y="0"/>
                  </a:lnTo>
                  <a:lnTo>
                    <a:pt x="22860" y="39624"/>
                  </a:lnTo>
                  <a:lnTo>
                    <a:pt x="21336" y="43434"/>
                  </a:lnTo>
                  <a:lnTo>
                    <a:pt x="24384" y="44958"/>
                  </a:lnTo>
                  <a:lnTo>
                    <a:pt x="22860" y="48768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0" name="object 4630"/>
            <p:cNvSpPr/>
            <p:nvPr/>
          </p:nvSpPr>
          <p:spPr>
            <a:xfrm>
              <a:off x="2761640" y="2064896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19">
                  <a:moveTo>
                    <a:pt x="26670" y="0"/>
                  </a:moveTo>
                  <a:lnTo>
                    <a:pt x="23622" y="0"/>
                  </a:lnTo>
                  <a:lnTo>
                    <a:pt x="23622" y="3810"/>
                  </a:lnTo>
                  <a:lnTo>
                    <a:pt x="20574" y="3810"/>
                  </a:lnTo>
                  <a:lnTo>
                    <a:pt x="0" y="44196"/>
                  </a:lnTo>
                  <a:lnTo>
                    <a:pt x="3048" y="45720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1" name="object 4631"/>
            <p:cNvSpPr/>
            <p:nvPr/>
          </p:nvSpPr>
          <p:spPr>
            <a:xfrm>
              <a:off x="2761640" y="2064896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19">
                  <a:moveTo>
                    <a:pt x="3048" y="45720"/>
                  </a:moveTo>
                  <a:lnTo>
                    <a:pt x="0" y="44196"/>
                  </a:lnTo>
                  <a:lnTo>
                    <a:pt x="20574" y="3810"/>
                  </a:lnTo>
                  <a:lnTo>
                    <a:pt x="23622" y="3810"/>
                  </a:lnTo>
                  <a:lnTo>
                    <a:pt x="23622" y="0"/>
                  </a:lnTo>
                  <a:lnTo>
                    <a:pt x="26670" y="0"/>
                  </a:lnTo>
                  <a:lnTo>
                    <a:pt x="3048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2" name="object 4632"/>
            <p:cNvSpPr/>
            <p:nvPr/>
          </p:nvSpPr>
          <p:spPr>
            <a:xfrm>
              <a:off x="2738780" y="2064896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3810"/>
                  </a:moveTo>
                  <a:lnTo>
                    <a:pt x="46481" y="0"/>
                  </a:lnTo>
                  <a:lnTo>
                    <a:pt x="0" y="0"/>
                  </a:lnTo>
                  <a:lnTo>
                    <a:pt x="1523" y="2286"/>
                  </a:lnTo>
                  <a:lnTo>
                    <a:pt x="5333" y="762"/>
                  </a:lnTo>
                  <a:lnTo>
                    <a:pt x="6095" y="3810"/>
                  </a:lnTo>
                  <a:lnTo>
                    <a:pt x="4648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3" name="object 4633"/>
            <p:cNvSpPr/>
            <p:nvPr/>
          </p:nvSpPr>
          <p:spPr>
            <a:xfrm>
              <a:off x="2738780" y="2064896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0"/>
                  </a:moveTo>
                  <a:lnTo>
                    <a:pt x="46481" y="3810"/>
                  </a:lnTo>
                  <a:lnTo>
                    <a:pt x="6095" y="3810"/>
                  </a:lnTo>
                  <a:lnTo>
                    <a:pt x="5333" y="762"/>
                  </a:lnTo>
                  <a:lnTo>
                    <a:pt x="1523" y="2286"/>
                  </a:lnTo>
                  <a:lnTo>
                    <a:pt x="0" y="0"/>
                  </a:lnTo>
                  <a:lnTo>
                    <a:pt x="4648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4" name="object 4634"/>
            <p:cNvSpPr/>
            <p:nvPr/>
          </p:nvSpPr>
          <p:spPr>
            <a:xfrm>
              <a:off x="2883560" y="204279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5" name="object 4635"/>
            <p:cNvSpPr/>
            <p:nvPr/>
          </p:nvSpPr>
          <p:spPr>
            <a:xfrm>
              <a:off x="2883560" y="204279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6" name="object 4636"/>
            <p:cNvSpPr/>
            <p:nvPr/>
          </p:nvSpPr>
          <p:spPr>
            <a:xfrm>
              <a:off x="2883560" y="187744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7" name="object 4637"/>
            <p:cNvSpPr/>
            <p:nvPr/>
          </p:nvSpPr>
          <p:spPr>
            <a:xfrm>
              <a:off x="2883560" y="187744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8" name="object 4638"/>
            <p:cNvSpPr/>
            <p:nvPr/>
          </p:nvSpPr>
          <p:spPr>
            <a:xfrm>
              <a:off x="2883560" y="1877444"/>
              <a:ext cx="3810" cy="165735"/>
            </a:xfrm>
            <a:custGeom>
              <a:avLst/>
              <a:gdLst/>
              <a:ahLst/>
              <a:cxnLst/>
              <a:rect l="l" t="t" r="r" b="b"/>
              <a:pathLst>
                <a:path w="3810" h="165735">
                  <a:moveTo>
                    <a:pt x="3810" y="0"/>
                  </a:moveTo>
                  <a:lnTo>
                    <a:pt x="3810" y="165353"/>
                  </a:lnTo>
                  <a:lnTo>
                    <a:pt x="0" y="165353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9" name="object 4639"/>
            <p:cNvSpPr/>
            <p:nvPr/>
          </p:nvSpPr>
          <p:spPr>
            <a:xfrm>
              <a:off x="2883560" y="1877444"/>
              <a:ext cx="3810" cy="165735"/>
            </a:xfrm>
            <a:custGeom>
              <a:avLst/>
              <a:gdLst/>
              <a:ahLst/>
              <a:cxnLst/>
              <a:rect l="l" t="t" r="r" b="b"/>
              <a:pathLst>
                <a:path w="3810" h="165735">
                  <a:moveTo>
                    <a:pt x="3810" y="0"/>
                  </a:moveTo>
                  <a:lnTo>
                    <a:pt x="3810" y="165353"/>
                  </a:lnTo>
                  <a:lnTo>
                    <a:pt x="0" y="165353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0" name="object 4640"/>
            <p:cNvSpPr/>
            <p:nvPr/>
          </p:nvSpPr>
          <p:spPr>
            <a:xfrm>
              <a:off x="2863748" y="1999364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43434" y="0"/>
                  </a:moveTo>
                  <a:lnTo>
                    <a:pt x="0" y="0"/>
                  </a:lnTo>
                  <a:lnTo>
                    <a:pt x="21336" y="43434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1" name="object 4641"/>
            <p:cNvSpPr/>
            <p:nvPr/>
          </p:nvSpPr>
          <p:spPr>
            <a:xfrm>
              <a:off x="2863748" y="1999364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0" y="0"/>
                  </a:moveTo>
                  <a:lnTo>
                    <a:pt x="21336" y="43434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2" name="object 4642"/>
            <p:cNvSpPr/>
            <p:nvPr/>
          </p:nvSpPr>
          <p:spPr>
            <a:xfrm>
              <a:off x="2862224" y="1997840"/>
              <a:ext cx="25400" cy="49530"/>
            </a:xfrm>
            <a:custGeom>
              <a:avLst/>
              <a:gdLst/>
              <a:ahLst/>
              <a:cxnLst/>
              <a:rect l="l" t="t" r="r" b="b"/>
              <a:pathLst>
                <a:path w="25400" h="49530">
                  <a:moveTo>
                    <a:pt x="25146" y="45720"/>
                  </a:moveTo>
                  <a:lnTo>
                    <a:pt x="21336" y="44196"/>
                  </a:lnTo>
                  <a:lnTo>
                    <a:pt x="22860" y="40386"/>
                  </a:lnTo>
                  <a:lnTo>
                    <a:pt x="3048" y="0"/>
                  </a:lnTo>
                  <a:lnTo>
                    <a:pt x="0" y="2286"/>
                  </a:lnTo>
                  <a:lnTo>
                    <a:pt x="22860" y="49530"/>
                  </a:lnTo>
                  <a:lnTo>
                    <a:pt x="25146" y="457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3" name="object 4643"/>
            <p:cNvSpPr/>
            <p:nvPr/>
          </p:nvSpPr>
          <p:spPr>
            <a:xfrm>
              <a:off x="2862224" y="1997840"/>
              <a:ext cx="25400" cy="49530"/>
            </a:xfrm>
            <a:custGeom>
              <a:avLst/>
              <a:gdLst/>
              <a:ahLst/>
              <a:cxnLst/>
              <a:rect l="l" t="t" r="r" b="b"/>
              <a:pathLst>
                <a:path w="25400" h="49530">
                  <a:moveTo>
                    <a:pt x="0" y="2286"/>
                  </a:moveTo>
                  <a:lnTo>
                    <a:pt x="3048" y="0"/>
                  </a:lnTo>
                  <a:lnTo>
                    <a:pt x="22860" y="40386"/>
                  </a:lnTo>
                  <a:lnTo>
                    <a:pt x="21336" y="44196"/>
                  </a:lnTo>
                  <a:lnTo>
                    <a:pt x="25146" y="45720"/>
                  </a:lnTo>
                  <a:lnTo>
                    <a:pt x="22860" y="49530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4" name="object 4644"/>
            <p:cNvSpPr/>
            <p:nvPr/>
          </p:nvSpPr>
          <p:spPr>
            <a:xfrm>
              <a:off x="2883560" y="1997078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69" h="46989">
                  <a:moveTo>
                    <a:pt x="26670" y="0"/>
                  </a:moveTo>
                  <a:lnTo>
                    <a:pt x="23622" y="0"/>
                  </a:lnTo>
                  <a:lnTo>
                    <a:pt x="23622" y="3810"/>
                  </a:lnTo>
                  <a:lnTo>
                    <a:pt x="20574" y="3810"/>
                  </a:lnTo>
                  <a:lnTo>
                    <a:pt x="0" y="44958"/>
                  </a:lnTo>
                  <a:lnTo>
                    <a:pt x="3810" y="46482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5" name="object 4645"/>
            <p:cNvSpPr/>
            <p:nvPr/>
          </p:nvSpPr>
          <p:spPr>
            <a:xfrm>
              <a:off x="2883560" y="1997078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69" h="46989">
                  <a:moveTo>
                    <a:pt x="3810" y="46482"/>
                  </a:moveTo>
                  <a:lnTo>
                    <a:pt x="0" y="44958"/>
                  </a:lnTo>
                  <a:lnTo>
                    <a:pt x="20574" y="3810"/>
                  </a:lnTo>
                  <a:lnTo>
                    <a:pt x="23622" y="3810"/>
                  </a:lnTo>
                  <a:lnTo>
                    <a:pt x="23622" y="0"/>
                  </a:lnTo>
                  <a:lnTo>
                    <a:pt x="26670" y="0"/>
                  </a:lnTo>
                  <a:lnTo>
                    <a:pt x="3810" y="46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6" name="object 4646"/>
            <p:cNvSpPr/>
            <p:nvPr/>
          </p:nvSpPr>
          <p:spPr>
            <a:xfrm>
              <a:off x="2860700" y="1997078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3810"/>
                  </a:moveTo>
                  <a:lnTo>
                    <a:pt x="46481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4648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7" name="object 4647"/>
            <p:cNvSpPr/>
            <p:nvPr/>
          </p:nvSpPr>
          <p:spPr>
            <a:xfrm>
              <a:off x="2860700" y="1997078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0"/>
                  </a:moveTo>
                  <a:lnTo>
                    <a:pt x="46481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4648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8" name="object 4648"/>
            <p:cNvSpPr/>
            <p:nvPr/>
          </p:nvSpPr>
          <p:spPr>
            <a:xfrm>
              <a:off x="2633624" y="216929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9" name="object 4649"/>
            <p:cNvSpPr/>
            <p:nvPr/>
          </p:nvSpPr>
          <p:spPr>
            <a:xfrm>
              <a:off x="2633624" y="216929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0" name="object 4650"/>
            <p:cNvSpPr/>
            <p:nvPr/>
          </p:nvSpPr>
          <p:spPr>
            <a:xfrm>
              <a:off x="2633624" y="187820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1" name="object 4651"/>
            <p:cNvSpPr/>
            <p:nvPr/>
          </p:nvSpPr>
          <p:spPr>
            <a:xfrm>
              <a:off x="2633624" y="187820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2" name="object 4652"/>
            <p:cNvSpPr/>
            <p:nvPr/>
          </p:nvSpPr>
          <p:spPr>
            <a:xfrm>
              <a:off x="2633624" y="1878206"/>
              <a:ext cx="3810" cy="291465"/>
            </a:xfrm>
            <a:custGeom>
              <a:avLst/>
              <a:gdLst/>
              <a:ahLst/>
              <a:cxnLst/>
              <a:rect l="l" t="t" r="r" b="b"/>
              <a:pathLst>
                <a:path w="3810" h="291464">
                  <a:moveTo>
                    <a:pt x="3809" y="0"/>
                  </a:moveTo>
                  <a:lnTo>
                    <a:pt x="3809" y="291084"/>
                  </a:lnTo>
                  <a:lnTo>
                    <a:pt x="0" y="291084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3" name="object 4653"/>
            <p:cNvSpPr/>
            <p:nvPr/>
          </p:nvSpPr>
          <p:spPr>
            <a:xfrm>
              <a:off x="2633624" y="1878206"/>
              <a:ext cx="3810" cy="291465"/>
            </a:xfrm>
            <a:custGeom>
              <a:avLst/>
              <a:gdLst/>
              <a:ahLst/>
              <a:cxnLst/>
              <a:rect l="l" t="t" r="r" b="b"/>
              <a:pathLst>
                <a:path w="3810" h="291464">
                  <a:moveTo>
                    <a:pt x="3809" y="0"/>
                  </a:moveTo>
                  <a:lnTo>
                    <a:pt x="3809" y="291084"/>
                  </a:lnTo>
                  <a:lnTo>
                    <a:pt x="0" y="291084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4" name="object 4654"/>
            <p:cNvSpPr/>
            <p:nvPr/>
          </p:nvSpPr>
          <p:spPr>
            <a:xfrm>
              <a:off x="2613050" y="2125856"/>
              <a:ext cx="44450" cy="43815"/>
            </a:xfrm>
            <a:custGeom>
              <a:avLst/>
              <a:gdLst/>
              <a:ahLst/>
              <a:cxnLst/>
              <a:rect l="l" t="t" r="r" b="b"/>
              <a:pathLst>
                <a:path w="44450" h="43814">
                  <a:moveTo>
                    <a:pt x="44196" y="0"/>
                  </a:moveTo>
                  <a:lnTo>
                    <a:pt x="0" y="0"/>
                  </a:lnTo>
                  <a:lnTo>
                    <a:pt x="22098" y="43434"/>
                  </a:lnTo>
                  <a:lnTo>
                    <a:pt x="4419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5" name="object 4655"/>
            <p:cNvSpPr/>
            <p:nvPr/>
          </p:nvSpPr>
          <p:spPr>
            <a:xfrm>
              <a:off x="2613050" y="2125856"/>
              <a:ext cx="44450" cy="43815"/>
            </a:xfrm>
            <a:custGeom>
              <a:avLst/>
              <a:gdLst/>
              <a:ahLst/>
              <a:cxnLst/>
              <a:rect l="l" t="t" r="r" b="b"/>
              <a:pathLst>
                <a:path w="44450" h="43814">
                  <a:moveTo>
                    <a:pt x="0" y="0"/>
                  </a:moveTo>
                  <a:lnTo>
                    <a:pt x="22098" y="43434"/>
                  </a:lnTo>
                  <a:lnTo>
                    <a:pt x="44196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6" name="object 4656"/>
            <p:cNvSpPr/>
            <p:nvPr/>
          </p:nvSpPr>
          <p:spPr>
            <a:xfrm>
              <a:off x="2611526" y="2125094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25146" y="44958"/>
                  </a:moveTo>
                  <a:lnTo>
                    <a:pt x="22098" y="43434"/>
                  </a:lnTo>
                  <a:lnTo>
                    <a:pt x="23622" y="3962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3622" y="48006"/>
                  </a:lnTo>
                  <a:lnTo>
                    <a:pt x="25146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7" name="object 4657"/>
            <p:cNvSpPr/>
            <p:nvPr/>
          </p:nvSpPr>
          <p:spPr>
            <a:xfrm>
              <a:off x="2611526" y="2125094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0" y="1524"/>
                  </a:moveTo>
                  <a:lnTo>
                    <a:pt x="3048" y="0"/>
                  </a:lnTo>
                  <a:lnTo>
                    <a:pt x="23622" y="39624"/>
                  </a:lnTo>
                  <a:lnTo>
                    <a:pt x="22098" y="43434"/>
                  </a:lnTo>
                  <a:lnTo>
                    <a:pt x="25146" y="44958"/>
                  </a:lnTo>
                  <a:lnTo>
                    <a:pt x="23622" y="4800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8" name="object 4658"/>
            <p:cNvSpPr/>
            <p:nvPr/>
          </p:nvSpPr>
          <p:spPr>
            <a:xfrm>
              <a:off x="2633624" y="2124332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19">
                  <a:moveTo>
                    <a:pt x="26670" y="0"/>
                  </a:moveTo>
                  <a:lnTo>
                    <a:pt x="23622" y="0"/>
                  </a:lnTo>
                  <a:lnTo>
                    <a:pt x="23622" y="3810"/>
                  </a:lnTo>
                  <a:lnTo>
                    <a:pt x="19812" y="3810"/>
                  </a:lnTo>
                  <a:lnTo>
                    <a:pt x="0" y="44196"/>
                  </a:lnTo>
                  <a:lnTo>
                    <a:pt x="3048" y="45720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9" name="object 4659"/>
            <p:cNvSpPr/>
            <p:nvPr/>
          </p:nvSpPr>
          <p:spPr>
            <a:xfrm>
              <a:off x="2633624" y="2124332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19">
                  <a:moveTo>
                    <a:pt x="3048" y="45720"/>
                  </a:moveTo>
                  <a:lnTo>
                    <a:pt x="0" y="44196"/>
                  </a:lnTo>
                  <a:lnTo>
                    <a:pt x="19812" y="3810"/>
                  </a:lnTo>
                  <a:lnTo>
                    <a:pt x="23622" y="3810"/>
                  </a:lnTo>
                  <a:lnTo>
                    <a:pt x="23622" y="0"/>
                  </a:lnTo>
                  <a:lnTo>
                    <a:pt x="26670" y="0"/>
                  </a:lnTo>
                  <a:lnTo>
                    <a:pt x="3048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0" name="object 4660"/>
            <p:cNvSpPr/>
            <p:nvPr/>
          </p:nvSpPr>
          <p:spPr>
            <a:xfrm>
              <a:off x="2610002" y="2124332"/>
              <a:ext cx="47625" cy="3810"/>
            </a:xfrm>
            <a:custGeom>
              <a:avLst/>
              <a:gdLst/>
              <a:ahLst/>
              <a:cxnLst/>
              <a:rect l="l" t="t" r="r" b="b"/>
              <a:pathLst>
                <a:path w="47625" h="3810">
                  <a:moveTo>
                    <a:pt x="47243" y="3810"/>
                  </a:moveTo>
                  <a:lnTo>
                    <a:pt x="47243" y="0"/>
                  </a:lnTo>
                  <a:lnTo>
                    <a:pt x="0" y="0"/>
                  </a:lnTo>
                  <a:lnTo>
                    <a:pt x="1523" y="2286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47243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1" name="object 4661"/>
            <p:cNvSpPr/>
            <p:nvPr/>
          </p:nvSpPr>
          <p:spPr>
            <a:xfrm>
              <a:off x="2610002" y="2124332"/>
              <a:ext cx="47625" cy="3810"/>
            </a:xfrm>
            <a:custGeom>
              <a:avLst/>
              <a:gdLst/>
              <a:ahLst/>
              <a:cxnLst/>
              <a:rect l="l" t="t" r="r" b="b"/>
              <a:pathLst>
                <a:path w="47625" h="3810">
                  <a:moveTo>
                    <a:pt x="47243" y="0"/>
                  </a:moveTo>
                  <a:lnTo>
                    <a:pt x="47243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1523" y="2286"/>
                  </a:lnTo>
                  <a:lnTo>
                    <a:pt x="0" y="0"/>
                  </a:lnTo>
                  <a:lnTo>
                    <a:pt x="4724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2" name="object 4662"/>
            <p:cNvSpPr/>
            <p:nvPr/>
          </p:nvSpPr>
          <p:spPr>
            <a:xfrm>
              <a:off x="3001670" y="201231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3" name="object 4663"/>
            <p:cNvSpPr/>
            <p:nvPr/>
          </p:nvSpPr>
          <p:spPr>
            <a:xfrm>
              <a:off x="3001670" y="201231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4" name="object 4664"/>
            <p:cNvSpPr/>
            <p:nvPr/>
          </p:nvSpPr>
          <p:spPr>
            <a:xfrm>
              <a:off x="3001670" y="187820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5" name="object 4665"/>
            <p:cNvSpPr/>
            <p:nvPr/>
          </p:nvSpPr>
          <p:spPr>
            <a:xfrm>
              <a:off x="3001670" y="187820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6" name="object 4666"/>
            <p:cNvSpPr/>
            <p:nvPr/>
          </p:nvSpPr>
          <p:spPr>
            <a:xfrm>
              <a:off x="3001670" y="1878206"/>
              <a:ext cx="3810" cy="134620"/>
            </a:xfrm>
            <a:custGeom>
              <a:avLst/>
              <a:gdLst/>
              <a:ahLst/>
              <a:cxnLst/>
              <a:rect l="l" t="t" r="r" b="b"/>
              <a:pathLst>
                <a:path w="3810" h="134619">
                  <a:moveTo>
                    <a:pt x="3809" y="0"/>
                  </a:moveTo>
                  <a:lnTo>
                    <a:pt x="3809" y="134112"/>
                  </a:lnTo>
                  <a:lnTo>
                    <a:pt x="0" y="134112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7" name="object 4667"/>
            <p:cNvSpPr/>
            <p:nvPr/>
          </p:nvSpPr>
          <p:spPr>
            <a:xfrm>
              <a:off x="3001670" y="1878206"/>
              <a:ext cx="3810" cy="134620"/>
            </a:xfrm>
            <a:custGeom>
              <a:avLst/>
              <a:gdLst/>
              <a:ahLst/>
              <a:cxnLst/>
              <a:rect l="l" t="t" r="r" b="b"/>
              <a:pathLst>
                <a:path w="3810" h="134619">
                  <a:moveTo>
                    <a:pt x="3809" y="0"/>
                  </a:moveTo>
                  <a:lnTo>
                    <a:pt x="3809" y="134112"/>
                  </a:lnTo>
                  <a:lnTo>
                    <a:pt x="0" y="134112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8" name="object 4668"/>
            <p:cNvSpPr/>
            <p:nvPr/>
          </p:nvSpPr>
          <p:spPr>
            <a:xfrm>
              <a:off x="2981858" y="1968884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43434" y="0"/>
                  </a:moveTo>
                  <a:lnTo>
                    <a:pt x="0" y="0"/>
                  </a:lnTo>
                  <a:lnTo>
                    <a:pt x="21336" y="43434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9" name="object 4669"/>
            <p:cNvSpPr/>
            <p:nvPr/>
          </p:nvSpPr>
          <p:spPr>
            <a:xfrm>
              <a:off x="2981858" y="1968884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0" y="0"/>
                  </a:moveTo>
                  <a:lnTo>
                    <a:pt x="21336" y="43434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0" name="object 4670"/>
            <p:cNvSpPr/>
            <p:nvPr/>
          </p:nvSpPr>
          <p:spPr>
            <a:xfrm>
              <a:off x="2979572" y="1968122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25146" y="44958"/>
                  </a:moveTo>
                  <a:lnTo>
                    <a:pt x="22098" y="43434"/>
                  </a:lnTo>
                  <a:lnTo>
                    <a:pt x="23622" y="39624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23622" y="48768"/>
                  </a:lnTo>
                  <a:lnTo>
                    <a:pt x="25146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1" name="object 4671"/>
            <p:cNvSpPr/>
            <p:nvPr/>
          </p:nvSpPr>
          <p:spPr>
            <a:xfrm>
              <a:off x="2979572" y="1968122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0" y="1524"/>
                  </a:moveTo>
                  <a:lnTo>
                    <a:pt x="3810" y="0"/>
                  </a:lnTo>
                  <a:lnTo>
                    <a:pt x="23622" y="39624"/>
                  </a:lnTo>
                  <a:lnTo>
                    <a:pt x="22098" y="43434"/>
                  </a:lnTo>
                  <a:lnTo>
                    <a:pt x="25146" y="44958"/>
                  </a:lnTo>
                  <a:lnTo>
                    <a:pt x="23622" y="48768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2" name="object 4672"/>
            <p:cNvSpPr/>
            <p:nvPr/>
          </p:nvSpPr>
          <p:spPr>
            <a:xfrm>
              <a:off x="3001670" y="1967360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19">
                  <a:moveTo>
                    <a:pt x="26670" y="0"/>
                  </a:moveTo>
                  <a:lnTo>
                    <a:pt x="23622" y="0"/>
                  </a:lnTo>
                  <a:lnTo>
                    <a:pt x="23622" y="3810"/>
                  </a:lnTo>
                  <a:lnTo>
                    <a:pt x="20574" y="3810"/>
                  </a:lnTo>
                  <a:lnTo>
                    <a:pt x="0" y="44196"/>
                  </a:lnTo>
                  <a:lnTo>
                    <a:pt x="3048" y="45720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3" name="object 4673"/>
            <p:cNvSpPr/>
            <p:nvPr/>
          </p:nvSpPr>
          <p:spPr>
            <a:xfrm>
              <a:off x="3001670" y="1967360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19">
                  <a:moveTo>
                    <a:pt x="3048" y="45720"/>
                  </a:moveTo>
                  <a:lnTo>
                    <a:pt x="0" y="44196"/>
                  </a:lnTo>
                  <a:lnTo>
                    <a:pt x="20574" y="3810"/>
                  </a:lnTo>
                  <a:lnTo>
                    <a:pt x="23622" y="3810"/>
                  </a:lnTo>
                  <a:lnTo>
                    <a:pt x="23622" y="0"/>
                  </a:lnTo>
                  <a:lnTo>
                    <a:pt x="26670" y="0"/>
                  </a:lnTo>
                  <a:lnTo>
                    <a:pt x="3048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4" name="object 4674"/>
            <p:cNvSpPr/>
            <p:nvPr/>
          </p:nvSpPr>
          <p:spPr>
            <a:xfrm>
              <a:off x="2978810" y="1967360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3810"/>
                  </a:moveTo>
                  <a:lnTo>
                    <a:pt x="46481" y="0"/>
                  </a:lnTo>
                  <a:lnTo>
                    <a:pt x="0" y="0"/>
                  </a:lnTo>
                  <a:lnTo>
                    <a:pt x="761" y="2286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4648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5" name="object 4675"/>
            <p:cNvSpPr/>
            <p:nvPr/>
          </p:nvSpPr>
          <p:spPr>
            <a:xfrm>
              <a:off x="2978810" y="1967360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1" y="0"/>
                  </a:moveTo>
                  <a:lnTo>
                    <a:pt x="46481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761" y="2286"/>
                  </a:lnTo>
                  <a:lnTo>
                    <a:pt x="0" y="0"/>
                  </a:lnTo>
                  <a:lnTo>
                    <a:pt x="4648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6" name="object 4676"/>
            <p:cNvSpPr/>
            <p:nvPr/>
          </p:nvSpPr>
          <p:spPr>
            <a:xfrm>
              <a:off x="3646322" y="1765430"/>
              <a:ext cx="102235" cy="106680"/>
            </a:xfrm>
            <a:custGeom>
              <a:avLst/>
              <a:gdLst/>
              <a:ahLst/>
              <a:cxnLst/>
              <a:rect l="l" t="t" r="r" b="b"/>
              <a:pathLst>
                <a:path w="102235" h="106680">
                  <a:moveTo>
                    <a:pt x="0" y="106680"/>
                  </a:moveTo>
                  <a:lnTo>
                    <a:pt x="0" y="0"/>
                  </a:lnTo>
                  <a:lnTo>
                    <a:pt x="102107" y="0"/>
                  </a:lnTo>
                  <a:lnTo>
                    <a:pt x="102107" y="106680"/>
                  </a:lnTo>
                  <a:lnTo>
                    <a:pt x="0" y="106680"/>
                  </a:lnTo>
                  <a:close/>
                </a:path>
              </a:pathLst>
            </a:custGeom>
            <a:ln w="46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7" name="object 4677"/>
            <p:cNvSpPr/>
            <p:nvPr/>
          </p:nvSpPr>
          <p:spPr>
            <a:xfrm>
              <a:off x="3646309" y="1763156"/>
              <a:ext cx="104139" cy="5080"/>
            </a:xfrm>
            <a:custGeom>
              <a:avLst/>
              <a:gdLst/>
              <a:ahLst/>
              <a:cxnLst/>
              <a:rect l="l" t="t" r="r" b="b"/>
              <a:pathLst>
                <a:path w="104139" h="5080">
                  <a:moveTo>
                    <a:pt x="104140" y="0"/>
                  </a:moveTo>
                  <a:lnTo>
                    <a:pt x="10033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100330" y="4572"/>
                  </a:lnTo>
                  <a:lnTo>
                    <a:pt x="100330" y="2286"/>
                  </a:lnTo>
                  <a:lnTo>
                    <a:pt x="104140" y="2286"/>
                  </a:lnTo>
                  <a:lnTo>
                    <a:pt x="1041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8" name="object 4678"/>
            <p:cNvSpPr/>
            <p:nvPr/>
          </p:nvSpPr>
          <p:spPr>
            <a:xfrm>
              <a:off x="3646322" y="1763144"/>
              <a:ext cx="104775" cy="5080"/>
            </a:xfrm>
            <a:custGeom>
              <a:avLst/>
              <a:gdLst/>
              <a:ahLst/>
              <a:cxnLst/>
              <a:rect l="l" t="t" r="r" b="b"/>
              <a:pathLst>
                <a:path w="104775" h="5080">
                  <a:moveTo>
                    <a:pt x="0" y="4572"/>
                  </a:moveTo>
                  <a:lnTo>
                    <a:pt x="0" y="0"/>
                  </a:lnTo>
                  <a:lnTo>
                    <a:pt x="104394" y="0"/>
                  </a:lnTo>
                  <a:lnTo>
                    <a:pt x="104394" y="2286"/>
                  </a:lnTo>
                  <a:lnTo>
                    <a:pt x="99822" y="2286"/>
                  </a:lnTo>
                  <a:lnTo>
                    <a:pt x="99822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9" name="object 4679"/>
            <p:cNvSpPr/>
            <p:nvPr/>
          </p:nvSpPr>
          <p:spPr>
            <a:xfrm>
              <a:off x="3746131" y="1765442"/>
              <a:ext cx="5080" cy="109220"/>
            </a:xfrm>
            <a:custGeom>
              <a:avLst/>
              <a:gdLst/>
              <a:ahLst/>
              <a:cxnLst/>
              <a:rect l="l" t="t" r="r" b="b"/>
              <a:pathLst>
                <a:path w="5079" h="109219">
                  <a:moveTo>
                    <a:pt x="508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104394"/>
                  </a:lnTo>
                  <a:lnTo>
                    <a:pt x="2540" y="104394"/>
                  </a:lnTo>
                  <a:lnTo>
                    <a:pt x="2540" y="108966"/>
                  </a:lnTo>
                  <a:lnTo>
                    <a:pt x="5080" y="108966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0" name="object 4680"/>
            <p:cNvSpPr/>
            <p:nvPr/>
          </p:nvSpPr>
          <p:spPr>
            <a:xfrm>
              <a:off x="3746144" y="1765430"/>
              <a:ext cx="5080" cy="109220"/>
            </a:xfrm>
            <a:custGeom>
              <a:avLst/>
              <a:gdLst/>
              <a:ahLst/>
              <a:cxnLst/>
              <a:rect l="l" t="t" r="r" b="b"/>
              <a:pathLst>
                <a:path w="5079" h="109219">
                  <a:moveTo>
                    <a:pt x="0" y="0"/>
                  </a:moveTo>
                  <a:lnTo>
                    <a:pt x="4572" y="0"/>
                  </a:lnTo>
                  <a:lnTo>
                    <a:pt x="4572" y="108966"/>
                  </a:lnTo>
                  <a:lnTo>
                    <a:pt x="2286" y="108966"/>
                  </a:lnTo>
                  <a:lnTo>
                    <a:pt x="2286" y="104394"/>
                  </a:lnTo>
                  <a:lnTo>
                    <a:pt x="0" y="10439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1" name="object 4681"/>
            <p:cNvSpPr/>
            <p:nvPr/>
          </p:nvSpPr>
          <p:spPr>
            <a:xfrm>
              <a:off x="3644277" y="1869836"/>
              <a:ext cx="104139" cy="5080"/>
            </a:xfrm>
            <a:custGeom>
              <a:avLst/>
              <a:gdLst/>
              <a:ahLst/>
              <a:cxnLst/>
              <a:rect l="l" t="t" r="r" b="b"/>
              <a:pathLst>
                <a:path w="104139" h="5080">
                  <a:moveTo>
                    <a:pt x="104140" y="0"/>
                  </a:moveTo>
                  <a:lnTo>
                    <a:pt x="3810" y="0"/>
                  </a:lnTo>
                  <a:lnTo>
                    <a:pt x="3810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3810" y="4572"/>
                  </a:lnTo>
                  <a:lnTo>
                    <a:pt x="104140" y="4572"/>
                  </a:lnTo>
                  <a:lnTo>
                    <a:pt x="1041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2" name="object 4682"/>
            <p:cNvSpPr/>
            <p:nvPr/>
          </p:nvSpPr>
          <p:spPr>
            <a:xfrm>
              <a:off x="3644036" y="1869824"/>
              <a:ext cx="104775" cy="5080"/>
            </a:xfrm>
            <a:custGeom>
              <a:avLst/>
              <a:gdLst/>
              <a:ahLst/>
              <a:cxnLst/>
              <a:rect l="l" t="t" r="r" b="b"/>
              <a:pathLst>
                <a:path w="104775" h="5080">
                  <a:moveTo>
                    <a:pt x="104394" y="0"/>
                  </a:moveTo>
                  <a:lnTo>
                    <a:pt x="104394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2" y="2286"/>
                  </a:lnTo>
                  <a:lnTo>
                    <a:pt x="4572" y="0"/>
                  </a:lnTo>
                  <a:lnTo>
                    <a:pt x="10439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3" name="object 4683"/>
            <p:cNvSpPr/>
            <p:nvPr/>
          </p:nvSpPr>
          <p:spPr>
            <a:xfrm>
              <a:off x="3643515" y="1763156"/>
              <a:ext cx="5080" cy="109220"/>
            </a:xfrm>
            <a:custGeom>
              <a:avLst/>
              <a:gdLst/>
              <a:ahLst/>
              <a:cxnLst/>
              <a:rect l="l" t="t" r="r" b="b"/>
              <a:pathLst>
                <a:path w="5079" h="109219">
                  <a:moveTo>
                    <a:pt x="5080" y="4572"/>
                  </a:moveTo>
                  <a:lnTo>
                    <a:pt x="2540" y="4572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08966"/>
                  </a:lnTo>
                  <a:lnTo>
                    <a:pt x="2540" y="108966"/>
                  </a:lnTo>
                  <a:lnTo>
                    <a:pt x="5080" y="108966"/>
                  </a:lnTo>
                  <a:lnTo>
                    <a:pt x="508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4" name="object 4684"/>
            <p:cNvSpPr/>
            <p:nvPr/>
          </p:nvSpPr>
          <p:spPr>
            <a:xfrm>
              <a:off x="3644036" y="1763144"/>
              <a:ext cx="5080" cy="109220"/>
            </a:xfrm>
            <a:custGeom>
              <a:avLst/>
              <a:gdLst/>
              <a:ahLst/>
              <a:cxnLst/>
              <a:rect l="l" t="t" r="r" b="b"/>
              <a:pathLst>
                <a:path w="5079" h="109219">
                  <a:moveTo>
                    <a:pt x="4572" y="108965"/>
                  </a:moveTo>
                  <a:lnTo>
                    <a:pt x="0" y="108965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0896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5" name="object 4685"/>
            <p:cNvSpPr/>
            <p:nvPr/>
          </p:nvSpPr>
          <p:spPr>
            <a:xfrm>
              <a:off x="3742334" y="176619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3810"/>
                  </a:moveTo>
                  <a:lnTo>
                    <a:pt x="1523" y="0"/>
                  </a:lnTo>
                  <a:lnTo>
                    <a:pt x="0" y="2286"/>
                  </a:lnTo>
                  <a:lnTo>
                    <a:pt x="3048" y="5334"/>
                  </a:lnTo>
                  <a:lnTo>
                    <a:pt x="457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6" name="object 4686"/>
            <p:cNvSpPr/>
            <p:nvPr/>
          </p:nvSpPr>
          <p:spPr>
            <a:xfrm>
              <a:off x="3742334" y="176619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2286"/>
                  </a:moveTo>
                  <a:lnTo>
                    <a:pt x="1523" y="0"/>
                  </a:lnTo>
                  <a:lnTo>
                    <a:pt x="4572" y="3810"/>
                  </a:lnTo>
                  <a:lnTo>
                    <a:pt x="3048" y="5334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7" name="object 4687"/>
            <p:cNvSpPr/>
            <p:nvPr/>
          </p:nvSpPr>
          <p:spPr>
            <a:xfrm>
              <a:off x="3647846" y="186449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2" y="3048"/>
                  </a:moveTo>
                  <a:lnTo>
                    <a:pt x="1524" y="0"/>
                  </a:lnTo>
                  <a:lnTo>
                    <a:pt x="0" y="1524"/>
                  </a:lnTo>
                  <a:lnTo>
                    <a:pt x="3048" y="4572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8" name="object 4688"/>
            <p:cNvSpPr/>
            <p:nvPr/>
          </p:nvSpPr>
          <p:spPr>
            <a:xfrm>
              <a:off x="3647846" y="186449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2" y="3048"/>
                  </a:moveTo>
                  <a:lnTo>
                    <a:pt x="3048" y="4572"/>
                  </a:lnTo>
                  <a:lnTo>
                    <a:pt x="0" y="1524"/>
                  </a:lnTo>
                  <a:lnTo>
                    <a:pt x="1524" y="0"/>
                  </a:lnTo>
                  <a:lnTo>
                    <a:pt x="4572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9" name="object 4689"/>
            <p:cNvSpPr/>
            <p:nvPr/>
          </p:nvSpPr>
          <p:spPr>
            <a:xfrm>
              <a:off x="3649370" y="1768478"/>
              <a:ext cx="96520" cy="99060"/>
            </a:xfrm>
            <a:custGeom>
              <a:avLst/>
              <a:gdLst/>
              <a:ahLst/>
              <a:cxnLst/>
              <a:rect l="l" t="t" r="r" b="b"/>
              <a:pathLst>
                <a:path w="96520" h="99060">
                  <a:moveTo>
                    <a:pt x="96011" y="3047"/>
                  </a:moveTo>
                  <a:lnTo>
                    <a:pt x="92963" y="0"/>
                  </a:lnTo>
                  <a:lnTo>
                    <a:pt x="0" y="96012"/>
                  </a:lnTo>
                  <a:lnTo>
                    <a:pt x="3047" y="99060"/>
                  </a:lnTo>
                  <a:lnTo>
                    <a:pt x="96011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0" name="object 4690"/>
            <p:cNvSpPr/>
            <p:nvPr/>
          </p:nvSpPr>
          <p:spPr>
            <a:xfrm>
              <a:off x="3649370" y="1768478"/>
              <a:ext cx="96520" cy="99060"/>
            </a:xfrm>
            <a:custGeom>
              <a:avLst/>
              <a:gdLst/>
              <a:ahLst/>
              <a:cxnLst/>
              <a:rect l="l" t="t" r="r" b="b"/>
              <a:pathLst>
                <a:path w="96520" h="99060">
                  <a:moveTo>
                    <a:pt x="92963" y="0"/>
                  </a:moveTo>
                  <a:lnTo>
                    <a:pt x="96011" y="3047"/>
                  </a:lnTo>
                  <a:lnTo>
                    <a:pt x="3047" y="99060"/>
                  </a:lnTo>
                  <a:lnTo>
                    <a:pt x="0" y="96012"/>
                  </a:lnTo>
                  <a:lnTo>
                    <a:pt x="9296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1" name="object 4691"/>
            <p:cNvSpPr/>
            <p:nvPr/>
          </p:nvSpPr>
          <p:spPr>
            <a:xfrm>
              <a:off x="3766718" y="1765430"/>
              <a:ext cx="102235" cy="106680"/>
            </a:xfrm>
            <a:custGeom>
              <a:avLst/>
              <a:gdLst/>
              <a:ahLst/>
              <a:cxnLst/>
              <a:rect l="l" t="t" r="r" b="b"/>
              <a:pathLst>
                <a:path w="102235" h="106680">
                  <a:moveTo>
                    <a:pt x="0" y="106680"/>
                  </a:moveTo>
                  <a:lnTo>
                    <a:pt x="0" y="0"/>
                  </a:lnTo>
                  <a:lnTo>
                    <a:pt x="102107" y="0"/>
                  </a:lnTo>
                  <a:lnTo>
                    <a:pt x="102107" y="106680"/>
                  </a:lnTo>
                  <a:lnTo>
                    <a:pt x="0" y="106680"/>
                  </a:lnTo>
                  <a:close/>
                </a:path>
              </a:pathLst>
            </a:custGeom>
            <a:ln w="46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2" name="object 4692"/>
            <p:cNvSpPr/>
            <p:nvPr/>
          </p:nvSpPr>
          <p:spPr>
            <a:xfrm>
              <a:off x="3766705" y="1763156"/>
              <a:ext cx="104139" cy="5080"/>
            </a:xfrm>
            <a:custGeom>
              <a:avLst/>
              <a:gdLst/>
              <a:ahLst/>
              <a:cxnLst/>
              <a:rect l="l" t="t" r="r" b="b"/>
              <a:pathLst>
                <a:path w="104139" h="5080">
                  <a:moveTo>
                    <a:pt x="104140" y="0"/>
                  </a:moveTo>
                  <a:lnTo>
                    <a:pt x="10033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100330" y="4572"/>
                  </a:lnTo>
                  <a:lnTo>
                    <a:pt x="100330" y="2286"/>
                  </a:lnTo>
                  <a:lnTo>
                    <a:pt x="104140" y="2286"/>
                  </a:lnTo>
                  <a:lnTo>
                    <a:pt x="1041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3" name="object 4693"/>
            <p:cNvSpPr/>
            <p:nvPr/>
          </p:nvSpPr>
          <p:spPr>
            <a:xfrm>
              <a:off x="3766718" y="1763144"/>
              <a:ext cx="104775" cy="5080"/>
            </a:xfrm>
            <a:custGeom>
              <a:avLst/>
              <a:gdLst/>
              <a:ahLst/>
              <a:cxnLst/>
              <a:rect l="l" t="t" r="r" b="b"/>
              <a:pathLst>
                <a:path w="104775" h="5080">
                  <a:moveTo>
                    <a:pt x="0" y="4572"/>
                  </a:moveTo>
                  <a:lnTo>
                    <a:pt x="0" y="0"/>
                  </a:lnTo>
                  <a:lnTo>
                    <a:pt x="104394" y="0"/>
                  </a:lnTo>
                  <a:lnTo>
                    <a:pt x="104394" y="2286"/>
                  </a:lnTo>
                  <a:lnTo>
                    <a:pt x="99822" y="2286"/>
                  </a:lnTo>
                  <a:lnTo>
                    <a:pt x="99822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4" name="object 4694"/>
            <p:cNvSpPr/>
            <p:nvPr/>
          </p:nvSpPr>
          <p:spPr>
            <a:xfrm>
              <a:off x="3866528" y="1765442"/>
              <a:ext cx="5080" cy="109220"/>
            </a:xfrm>
            <a:custGeom>
              <a:avLst/>
              <a:gdLst/>
              <a:ahLst/>
              <a:cxnLst/>
              <a:rect l="l" t="t" r="r" b="b"/>
              <a:pathLst>
                <a:path w="5079" h="109219">
                  <a:moveTo>
                    <a:pt x="508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104394"/>
                  </a:lnTo>
                  <a:lnTo>
                    <a:pt x="2540" y="104394"/>
                  </a:lnTo>
                  <a:lnTo>
                    <a:pt x="2540" y="108966"/>
                  </a:lnTo>
                  <a:lnTo>
                    <a:pt x="5080" y="108966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5" name="object 4695"/>
            <p:cNvSpPr/>
            <p:nvPr/>
          </p:nvSpPr>
          <p:spPr>
            <a:xfrm>
              <a:off x="3866540" y="1765430"/>
              <a:ext cx="5080" cy="109220"/>
            </a:xfrm>
            <a:custGeom>
              <a:avLst/>
              <a:gdLst/>
              <a:ahLst/>
              <a:cxnLst/>
              <a:rect l="l" t="t" r="r" b="b"/>
              <a:pathLst>
                <a:path w="5079" h="109219">
                  <a:moveTo>
                    <a:pt x="0" y="0"/>
                  </a:moveTo>
                  <a:lnTo>
                    <a:pt x="4572" y="0"/>
                  </a:lnTo>
                  <a:lnTo>
                    <a:pt x="4572" y="108966"/>
                  </a:lnTo>
                  <a:lnTo>
                    <a:pt x="2286" y="108966"/>
                  </a:lnTo>
                  <a:lnTo>
                    <a:pt x="2286" y="104394"/>
                  </a:lnTo>
                  <a:lnTo>
                    <a:pt x="0" y="10439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6" name="object 4696"/>
            <p:cNvSpPr/>
            <p:nvPr/>
          </p:nvSpPr>
          <p:spPr>
            <a:xfrm>
              <a:off x="3764673" y="1869836"/>
              <a:ext cx="104139" cy="5080"/>
            </a:xfrm>
            <a:custGeom>
              <a:avLst/>
              <a:gdLst/>
              <a:ahLst/>
              <a:cxnLst/>
              <a:rect l="l" t="t" r="r" b="b"/>
              <a:pathLst>
                <a:path w="104139" h="5080">
                  <a:moveTo>
                    <a:pt x="104140" y="0"/>
                  </a:moveTo>
                  <a:lnTo>
                    <a:pt x="3810" y="0"/>
                  </a:lnTo>
                  <a:lnTo>
                    <a:pt x="3810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3810" y="4572"/>
                  </a:lnTo>
                  <a:lnTo>
                    <a:pt x="104140" y="4572"/>
                  </a:lnTo>
                  <a:lnTo>
                    <a:pt x="1041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7" name="object 4697"/>
            <p:cNvSpPr/>
            <p:nvPr/>
          </p:nvSpPr>
          <p:spPr>
            <a:xfrm>
              <a:off x="3764432" y="1869824"/>
              <a:ext cx="104775" cy="5080"/>
            </a:xfrm>
            <a:custGeom>
              <a:avLst/>
              <a:gdLst/>
              <a:ahLst/>
              <a:cxnLst/>
              <a:rect l="l" t="t" r="r" b="b"/>
              <a:pathLst>
                <a:path w="104775" h="5080">
                  <a:moveTo>
                    <a:pt x="104394" y="0"/>
                  </a:moveTo>
                  <a:lnTo>
                    <a:pt x="104394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2" y="2286"/>
                  </a:lnTo>
                  <a:lnTo>
                    <a:pt x="4572" y="0"/>
                  </a:lnTo>
                  <a:lnTo>
                    <a:pt x="10439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8" name="object 4698"/>
            <p:cNvSpPr/>
            <p:nvPr/>
          </p:nvSpPr>
          <p:spPr>
            <a:xfrm>
              <a:off x="3763911" y="1763156"/>
              <a:ext cx="5080" cy="109220"/>
            </a:xfrm>
            <a:custGeom>
              <a:avLst/>
              <a:gdLst/>
              <a:ahLst/>
              <a:cxnLst/>
              <a:rect l="l" t="t" r="r" b="b"/>
              <a:pathLst>
                <a:path w="5079" h="109219">
                  <a:moveTo>
                    <a:pt x="5080" y="4572"/>
                  </a:moveTo>
                  <a:lnTo>
                    <a:pt x="2540" y="4572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08966"/>
                  </a:lnTo>
                  <a:lnTo>
                    <a:pt x="2540" y="108966"/>
                  </a:lnTo>
                  <a:lnTo>
                    <a:pt x="5080" y="108966"/>
                  </a:lnTo>
                  <a:lnTo>
                    <a:pt x="508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9" name="object 4699"/>
            <p:cNvSpPr/>
            <p:nvPr/>
          </p:nvSpPr>
          <p:spPr>
            <a:xfrm>
              <a:off x="3764432" y="1763144"/>
              <a:ext cx="5080" cy="109220"/>
            </a:xfrm>
            <a:custGeom>
              <a:avLst/>
              <a:gdLst/>
              <a:ahLst/>
              <a:cxnLst/>
              <a:rect l="l" t="t" r="r" b="b"/>
              <a:pathLst>
                <a:path w="5079" h="109219">
                  <a:moveTo>
                    <a:pt x="4572" y="108965"/>
                  </a:moveTo>
                  <a:lnTo>
                    <a:pt x="0" y="108965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0896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0" name="object 4700"/>
            <p:cNvSpPr/>
            <p:nvPr/>
          </p:nvSpPr>
          <p:spPr>
            <a:xfrm>
              <a:off x="3861968" y="176619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810"/>
                  </a:moveTo>
                  <a:lnTo>
                    <a:pt x="1523" y="0"/>
                  </a:lnTo>
                  <a:lnTo>
                    <a:pt x="0" y="2286"/>
                  </a:lnTo>
                  <a:lnTo>
                    <a:pt x="3810" y="5334"/>
                  </a:lnTo>
                  <a:lnTo>
                    <a:pt x="5334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1" name="object 4701"/>
            <p:cNvSpPr/>
            <p:nvPr/>
          </p:nvSpPr>
          <p:spPr>
            <a:xfrm>
              <a:off x="3861968" y="176619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2286"/>
                  </a:moveTo>
                  <a:lnTo>
                    <a:pt x="1523" y="0"/>
                  </a:lnTo>
                  <a:lnTo>
                    <a:pt x="5334" y="3810"/>
                  </a:lnTo>
                  <a:lnTo>
                    <a:pt x="3810" y="5334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2" name="object 4702"/>
            <p:cNvSpPr/>
            <p:nvPr/>
          </p:nvSpPr>
          <p:spPr>
            <a:xfrm>
              <a:off x="3767480" y="1864490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4" y="3048"/>
                  </a:moveTo>
                  <a:lnTo>
                    <a:pt x="1524" y="0"/>
                  </a:lnTo>
                  <a:lnTo>
                    <a:pt x="0" y="1524"/>
                  </a:lnTo>
                  <a:lnTo>
                    <a:pt x="3810" y="4572"/>
                  </a:lnTo>
                  <a:lnTo>
                    <a:pt x="5334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3" name="object 4703"/>
            <p:cNvSpPr/>
            <p:nvPr/>
          </p:nvSpPr>
          <p:spPr>
            <a:xfrm>
              <a:off x="3767480" y="1864490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5334" y="3048"/>
                  </a:moveTo>
                  <a:lnTo>
                    <a:pt x="3810" y="4572"/>
                  </a:lnTo>
                  <a:lnTo>
                    <a:pt x="0" y="1524"/>
                  </a:lnTo>
                  <a:lnTo>
                    <a:pt x="1524" y="0"/>
                  </a:lnTo>
                  <a:lnTo>
                    <a:pt x="5334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4" name="object 4704"/>
            <p:cNvSpPr/>
            <p:nvPr/>
          </p:nvSpPr>
          <p:spPr>
            <a:xfrm>
              <a:off x="3769004" y="1768478"/>
              <a:ext cx="97155" cy="99060"/>
            </a:xfrm>
            <a:custGeom>
              <a:avLst/>
              <a:gdLst/>
              <a:ahLst/>
              <a:cxnLst/>
              <a:rect l="l" t="t" r="r" b="b"/>
              <a:pathLst>
                <a:path w="97154" h="99060">
                  <a:moveTo>
                    <a:pt x="96773" y="3047"/>
                  </a:moveTo>
                  <a:lnTo>
                    <a:pt x="92963" y="0"/>
                  </a:lnTo>
                  <a:lnTo>
                    <a:pt x="0" y="96012"/>
                  </a:lnTo>
                  <a:lnTo>
                    <a:pt x="3809" y="99060"/>
                  </a:lnTo>
                  <a:lnTo>
                    <a:pt x="96773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5" name="object 4705"/>
            <p:cNvSpPr/>
            <p:nvPr/>
          </p:nvSpPr>
          <p:spPr>
            <a:xfrm>
              <a:off x="3769004" y="1768478"/>
              <a:ext cx="97155" cy="99060"/>
            </a:xfrm>
            <a:custGeom>
              <a:avLst/>
              <a:gdLst/>
              <a:ahLst/>
              <a:cxnLst/>
              <a:rect l="l" t="t" r="r" b="b"/>
              <a:pathLst>
                <a:path w="97154" h="99060">
                  <a:moveTo>
                    <a:pt x="92963" y="0"/>
                  </a:moveTo>
                  <a:lnTo>
                    <a:pt x="96773" y="3047"/>
                  </a:lnTo>
                  <a:lnTo>
                    <a:pt x="3809" y="99060"/>
                  </a:lnTo>
                  <a:lnTo>
                    <a:pt x="0" y="96012"/>
                  </a:lnTo>
                  <a:lnTo>
                    <a:pt x="9296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6" name="object 4706"/>
            <p:cNvSpPr/>
            <p:nvPr/>
          </p:nvSpPr>
          <p:spPr>
            <a:xfrm>
              <a:off x="3886352" y="1765430"/>
              <a:ext cx="102235" cy="106680"/>
            </a:xfrm>
            <a:custGeom>
              <a:avLst/>
              <a:gdLst/>
              <a:ahLst/>
              <a:cxnLst/>
              <a:rect l="l" t="t" r="r" b="b"/>
              <a:pathLst>
                <a:path w="102235" h="106680">
                  <a:moveTo>
                    <a:pt x="0" y="106680"/>
                  </a:moveTo>
                  <a:lnTo>
                    <a:pt x="0" y="0"/>
                  </a:lnTo>
                  <a:lnTo>
                    <a:pt x="102107" y="0"/>
                  </a:lnTo>
                  <a:lnTo>
                    <a:pt x="102107" y="106680"/>
                  </a:lnTo>
                  <a:lnTo>
                    <a:pt x="0" y="106680"/>
                  </a:lnTo>
                  <a:close/>
                </a:path>
              </a:pathLst>
            </a:custGeom>
            <a:ln w="46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7" name="object 4707"/>
            <p:cNvSpPr/>
            <p:nvPr/>
          </p:nvSpPr>
          <p:spPr>
            <a:xfrm>
              <a:off x="3886340" y="1763156"/>
              <a:ext cx="104139" cy="5080"/>
            </a:xfrm>
            <a:custGeom>
              <a:avLst/>
              <a:gdLst/>
              <a:ahLst/>
              <a:cxnLst/>
              <a:rect l="l" t="t" r="r" b="b"/>
              <a:pathLst>
                <a:path w="104139" h="5080">
                  <a:moveTo>
                    <a:pt x="104140" y="0"/>
                  </a:moveTo>
                  <a:lnTo>
                    <a:pt x="10033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100330" y="4572"/>
                  </a:lnTo>
                  <a:lnTo>
                    <a:pt x="100330" y="2286"/>
                  </a:lnTo>
                  <a:lnTo>
                    <a:pt x="104140" y="2286"/>
                  </a:lnTo>
                  <a:lnTo>
                    <a:pt x="1041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8" name="object 4708"/>
            <p:cNvSpPr/>
            <p:nvPr/>
          </p:nvSpPr>
          <p:spPr>
            <a:xfrm>
              <a:off x="3886352" y="1763144"/>
              <a:ext cx="104775" cy="5080"/>
            </a:xfrm>
            <a:custGeom>
              <a:avLst/>
              <a:gdLst/>
              <a:ahLst/>
              <a:cxnLst/>
              <a:rect l="l" t="t" r="r" b="b"/>
              <a:pathLst>
                <a:path w="104775" h="5080">
                  <a:moveTo>
                    <a:pt x="0" y="4572"/>
                  </a:moveTo>
                  <a:lnTo>
                    <a:pt x="0" y="0"/>
                  </a:lnTo>
                  <a:lnTo>
                    <a:pt x="104394" y="0"/>
                  </a:lnTo>
                  <a:lnTo>
                    <a:pt x="104394" y="2286"/>
                  </a:lnTo>
                  <a:lnTo>
                    <a:pt x="99822" y="2286"/>
                  </a:lnTo>
                  <a:lnTo>
                    <a:pt x="99822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9" name="object 4709"/>
            <p:cNvSpPr/>
            <p:nvPr/>
          </p:nvSpPr>
          <p:spPr>
            <a:xfrm>
              <a:off x="3986161" y="1765442"/>
              <a:ext cx="5080" cy="109220"/>
            </a:xfrm>
            <a:custGeom>
              <a:avLst/>
              <a:gdLst/>
              <a:ahLst/>
              <a:cxnLst/>
              <a:rect l="l" t="t" r="r" b="b"/>
              <a:pathLst>
                <a:path w="5079" h="109219">
                  <a:moveTo>
                    <a:pt x="508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104394"/>
                  </a:lnTo>
                  <a:lnTo>
                    <a:pt x="2540" y="104394"/>
                  </a:lnTo>
                  <a:lnTo>
                    <a:pt x="2540" y="108966"/>
                  </a:lnTo>
                  <a:lnTo>
                    <a:pt x="5080" y="108966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0" name="object 4710"/>
            <p:cNvSpPr/>
            <p:nvPr/>
          </p:nvSpPr>
          <p:spPr>
            <a:xfrm>
              <a:off x="3986174" y="1765430"/>
              <a:ext cx="5080" cy="109220"/>
            </a:xfrm>
            <a:custGeom>
              <a:avLst/>
              <a:gdLst/>
              <a:ahLst/>
              <a:cxnLst/>
              <a:rect l="l" t="t" r="r" b="b"/>
              <a:pathLst>
                <a:path w="5079" h="109219">
                  <a:moveTo>
                    <a:pt x="0" y="0"/>
                  </a:moveTo>
                  <a:lnTo>
                    <a:pt x="4572" y="0"/>
                  </a:lnTo>
                  <a:lnTo>
                    <a:pt x="4572" y="108966"/>
                  </a:lnTo>
                  <a:lnTo>
                    <a:pt x="2286" y="108966"/>
                  </a:lnTo>
                  <a:lnTo>
                    <a:pt x="2286" y="104394"/>
                  </a:lnTo>
                  <a:lnTo>
                    <a:pt x="0" y="10439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1" name="object 4711"/>
            <p:cNvSpPr/>
            <p:nvPr/>
          </p:nvSpPr>
          <p:spPr>
            <a:xfrm>
              <a:off x="3884308" y="1869836"/>
              <a:ext cx="104139" cy="5080"/>
            </a:xfrm>
            <a:custGeom>
              <a:avLst/>
              <a:gdLst/>
              <a:ahLst/>
              <a:cxnLst/>
              <a:rect l="l" t="t" r="r" b="b"/>
              <a:pathLst>
                <a:path w="104139" h="5080">
                  <a:moveTo>
                    <a:pt x="104140" y="0"/>
                  </a:moveTo>
                  <a:lnTo>
                    <a:pt x="3810" y="0"/>
                  </a:lnTo>
                  <a:lnTo>
                    <a:pt x="3810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3810" y="4572"/>
                  </a:lnTo>
                  <a:lnTo>
                    <a:pt x="104140" y="4572"/>
                  </a:lnTo>
                  <a:lnTo>
                    <a:pt x="1041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2" name="object 4712"/>
            <p:cNvSpPr/>
            <p:nvPr/>
          </p:nvSpPr>
          <p:spPr>
            <a:xfrm>
              <a:off x="3884066" y="1869824"/>
              <a:ext cx="104775" cy="5080"/>
            </a:xfrm>
            <a:custGeom>
              <a:avLst/>
              <a:gdLst/>
              <a:ahLst/>
              <a:cxnLst/>
              <a:rect l="l" t="t" r="r" b="b"/>
              <a:pathLst>
                <a:path w="104775" h="5080">
                  <a:moveTo>
                    <a:pt x="104394" y="0"/>
                  </a:moveTo>
                  <a:lnTo>
                    <a:pt x="104394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2" y="2286"/>
                  </a:lnTo>
                  <a:lnTo>
                    <a:pt x="4572" y="0"/>
                  </a:lnTo>
                  <a:lnTo>
                    <a:pt x="10439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3" name="object 4713"/>
            <p:cNvSpPr/>
            <p:nvPr/>
          </p:nvSpPr>
          <p:spPr>
            <a:xfrm>
              <a:off x="3883546" y="1763156"/>
              <a:ext cx="5080" cy="109220"/>
            </a:xfrm>
            <a:custGeom>
              <a:avLst/>
              <a:gdLst/>
              <a:ahLst/>
              <a:cxnLst/>
              <a:rect l="l" t="t" r="r" b="b"/>
              <a:pathLst>
                <a:path w="5079" h="109219">
                  <a:moveTo>
                    <a:pt x="5080" y="4572"/>
                  </a:moveTo>
                  <a:lnTo>
                    <a:pt x="2540" y="4572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08966"/>
                  </a:lnTo>
                  <a:lnTo>
                    <a:pt x="2540" y="108966"/>
                  </a:lnTo>
                  <a:lnTo>
                    <a:pt x="5080" y="108966"/>
                  </a:lnTo>
                  <a:lnTo>
                    <a:pt x="508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4" name="object 4714"/>
            <p:cNvSpPr/>
            <p:nvPr/>
          </p:nvSpPr>
          <p:spPr>
            <a:xfrm>
              <a:off x="3884066" y="1763144"/>
              <a:ext cx="5080" cy="109220"/>
            </a:xfrm>
            <a:custGeom>
              <a:avLst/>
              <a:gdLst/>
              <a:ahLst/>
              <a:cxnLst/>
              <a:rect l="l" t="t" r="r" b="b"/>
              <a:pathLst>
                <a:path w="5079" h="109219">
                  <a:moveTo>
                    <a:pt x="4572" y="108965"/>
                  </a:moveTo>
                  <a:lnTo>
                    <a:pt x="0" y="108965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0896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5" name="object 4715"/>
            <p:cNvSpPr/>
            <p:nvPr/>
          </p:nvSpPr>
          <p:spPr>
            <a:xfrm>
              <a:off x="3982364" y="176619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334" y="3810"/>
                  </a:moveTo>
                  <a:lnTo>
                    <a:pt x="1523" y="0"/>
                  </a:lnTo>
                  <a:lnTo>
                    <a:pt x="0" y="2286"/>
                  </a:lnTo>
                  <a:lnTo>
                    <a:pt x="3810" y="5334"/>
                  </a:lnTo>
                  <a:lnTo>
                    <a:pt x="5334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6" name="object 4716"/>
            <p:cNvSpPr/>
            <p:nvPr/>
          </p:nvSpPr>
          <p:spPr>
            <a:xfrm>
              <a:off x="3982364" y="176619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2286"/>
                  </a:moveTo>
                  <a:lnTo>
                    <a:pt x="1523" y="0"/>
                  </a:lnTo>
                  <a:lnTo>
                    <a:pt x="5334" y="3810"/>
                  </a:lnTo>
                  <a:lnTo>
                    <a:pt x="3810" y="5334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7" name="object 4717"/>
            <p:cNvSpPr/>
            <p:nvPr/>
          </p:nvSpPr>
          <p:spPr>
            <a:xfrm>
              <a:off x="3887876" y="186449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2" y="3048"/>
                  </a:moveTo>
                  <a:lnTo>
                    <a:pt x="1524" y="0"/>
                  </a:lnTo>
                  <a:lnTo>
                    <a:pt x="0" y="1524"/>
                  </a:lnTo>
                  <a:lnTo>
                    <a:pt x="3048" y="4572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8" name="object 4718"/>
            <p:cNvSpPr/>
            <p:nvPr/>
          </p:nvSpPr>
          <p:spPr>
            <a:xfrm>
              <a:off x="3887876" y="186449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2" y="3048"/>
                  </a:moveTo>
                  <a:lnTo>
                    <a:pt x="3048" y="4572"/>
                  </a:lnTo>
                  <a:lnTo>
                    <a:pt x="0" y="1524"/>
                  </a:lnTo>
                  <a:lnTo>
                    <a:pt x="1524" y="0"/>
                  </a:lnTo>
                  <a:lnTo>
                    <a:pt x="4572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9" name="object 4719"/>
            <p:cNvSpPr/>
            <p:nvPr/>
          </p:nvSpPr>
          <p:spPr>
            <a:xfrm>
              <a:off x="3889400" y="1768478"/>
              <a:ext cx="97155" cy="99060"/>
            </a:xfrm>
            <a:custGeom>
              <a:avLst/>
              <a:gdLst/>
              <a:ahLst/>
              <a:cxnLst/>
              <a:rect l="l" t="t" r="r" b="b"/>
              <a:pathLst>
                <a:path w="97154" h="99060">
                  <a:moveTo>
                    <a:pt x="96773" y="3047"/>
                  </a:moveTo>
                  <a:lnTo>
                    <a:pt x="92963" y="0"/>
                  </a:lnTo>
                  <a:lnTo>
                    <a:pt x="0" y="96012"/>
                  </a:lnTo>
                  <a:lnTo>
                    <a:pt x="3047" y="99060"/>
                  </a:lnTo>
                  <a:lnTo>
                    <a:pt x="96773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0" name="object 4720"/>
            <p:cNvSpPr/>
            <p:nvPr/>
          </p:nvSpPr>
          <p:spPr>
            <a:xfrm>
              <a:off x="3889400" y="1768478"/>
              <a:ext cx="97155" cy="99060"/>
            </a:xfrm>
            <a:custGeom>
              <a:avLst/>
              <a:gdLst/>
              <a:ahLst/>
              <a:cxnLst/>
              <a:rect l="l" t="t" r="r" b="b"/>
              <a:pathLst>
                <a:path w="97154" h="99060">
                  <a:moveTo>
                    <a:pt x="92963" y="0"/>
                  </a:moveTo>
                  <a:lnTo>
                    <a:pt x="96773" y="3047"/>
                  </a:lnTo>
                  <a:lnTo>
                    <a:pt x="3047" y="99060"/>
                  </a:lnTo>
                  <a:lnTo>
                    <a:pt x="0" y="96012"/>
                  </a:lnTo>
                  <a:lnTo>
                    <a:pt x="9296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1" name="object 4721"/>
            <p:cNvSpPr/>
            <p:nvPr/>
          </p:nvSpPr>
          <p:spPr>
            <a:xfrm>
              <a:off x="4006748" y="1765430"/>
              <a:ext cx="102235" cy="106680"/>
            </a:xfrm>
            <a:custGeom>
              <a:avLst/>
              <a:gdLst/>
              <a:ahLst/>
              <a:cxnLst/>
              <a:rect l="l" t="t" r="r" b="b"/>
              <a:pathLst>
                <a:path w="102235" h="106680">
                  <a:moveTo>
                    <a:pt x="0" y="106680"/>
                  </a:moveTo>
                  <a:lnTo>
                    <a:pt x="0" y="0"/>
                  </a:lnTo>
                  <a:lnTo>
                    <a:pt x="102107" y="0"/>
                  </a:lnTo>
                  <a:lnTo>
                    <a:pt x="102107" y="106680"/>
                  </a:lnTo>
                  <a:lnTo>
                    <a:pt x="0" y="106680"/>
                  </a:lnTo>
                  <a:close/>
                </a:path>
              </a:pathLst>
            </a:custGeom>
            <a:ln w="46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2" name="object 4722"/>
            <p:cNvSpPr/>
            <p:nvPr/>
          </p:nvSpPr>
          <p:spPr>
            <a:xfrm>
              <a:off x="4006735" y="1763156"/>
              <a:ext cx="104139" cy="5080"/>
            </a:xfrm>
            <a:custGeom>
              <a:avLst/>
              <a:gdLst/>
              <a:ahLst/>
              <a:cxnLst/>
              <a:rect l="l" t="t" r="r" b="b"/>
              <a:pathLst>
                <a:path w="104139" h="5080">
                  <a:moveTo>
                    <a:pt x="104140" y="0"/>
                  </a:moveTo>
                  <a:lnTo>
                    <a:pt x="100330" y="0"/>
                  </a:lnTo>
                  <a:lnTo>
                    <a:pt x="0" y="0"/>
                  </a:lnTo>
                  <a:lnTo>
                    <a:pt x="0" y="4572"/>
                  </a:lnTo>
                  <a:lnTo>
                    <a:pt x="100330" y="4572"/>
                  </a:lnTo>
                  <a:lnTo>
                    <a:pt x="100330" y="2286"/>
                  </a:lnTo>
                  <a:lnTo>
                    <a:pt x="104140" y="2286"/>
                  </a:lnTo>
                  <a:lnTo>
                    <a:pt x="1041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3" name="object 4723"/>
            <p:cNvSpPr/>
            <p:nvPr/>
          </p:nvSpPr>
          <p:spPr>
            <a:xfrm>
              <a:off x="4006748" y="1763144"/>
              <a:ext cx="104775" cy="5080"/>
            </a:xfrm>
            <a:custGeom>
              <a:avLst/>
              <a:gdLst/>
              <a:ahLst/>
              <a:cxnLst/>
              <a:rect l="l" t="t" r="r" b="b"/>
              <a:pathLst>
                <a:path w="104775" h="5080">
                  <a:moveTo>
                    <a:pt x="0" y="4572"/>
                  </a:moveTo>
                  <a:lnTo>
                    <a:pt x="0" y="0"/>
                  </a:lnTo>
                  <a:lnTo>
                    <a:pt x="104394" y="0"/>
                  </a:lnTo>
                  <a:lnTo>
                    <a:pt x="104394" y="2286"/>
                  </a:lnTo>
                  <a:lnTo>
                    <a:pt x="99822" y="2286"/>
                  </a:lnTo>
                  <a:lnTo>
                    <a:pt x="99822" y="4572"/>
                  </a:lnTo>
                  <a:lnTo>
                    <a:pt x="0" y="45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4" name="object 4724"/>
            <p:cNvSpPr/>
            <p:nvPr/>
          </p:nvSpPr>
          <p:spPr>
            <a:xfrm>
              <a:off x="4106558" y="1765442"/>
              <a:ext cx="5080" cy="109220"/>
            </a:xfrm>
            <a:custGeom>
              <a:avLst/>
              <a:gdLst/>
              <a:ahLst/>
              <a:cxnLst/>
              <a:rect l="l" t="t" r="r" b="b"/>
              <a:pathLst>
                <a:path w="5079" h="109219">
                  <a:moveTo>
                    <a:pt x="508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104394"/>
                  </a:lnTo>
                  <a:lnTo>
                    <a:pt x="2540" y="104394"/>
                  </a:lnTo>
                  <a:lnTo>
                    <a:pt x="2540" y="108966"/>
                  </a:lnTo>
                  <a:lnTo>
                    <a:pt x="5080" y="108966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5" name="object 4725"/>
            <p:cNvSpPr/>
            <p:nvPr/>
          </p:nvSpPr>
          <p:spPr>
            <a:xfrm>
              <a:off x="4106570" y="1765430"/>
              <a:ext cx="5080" cy="109220"/>
            </a:xfrm>
            <a:custGeom>
              <a:avLst/>
              <a:gdLst/>
              <a:ahLst/>
              <a:cxnLst/>
              <a:rect l="l" t="t" r="r" b="b"/>
              <a:pathLst>
                <a:path w="5079" h="109219">
                  <a:moveTo>
                    <a:pt x="0" y="0"/>
                  </a:moveTo>
                  <a:lnTo>
                    <a:pt x="4572" y="0"/>
                  </a:lnTo>
                  <a:lnTo>
                    <a:pt x="4572" y="108966"/>
                  </a:lnTo>
                  <a:lnTo>
                    <a:pt x="2286" y="108966"/>
                  </a:lnTo>
                  <a:lnTo>
                    <a:pt x="2286" y="104394"/>
                  </a:lnTo>
                  <a:lnTo>
                    <a:pt x="0" y="10439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6" name="object 4726"/>
            <p:cNvSpPr/>
            <p:nvPr/>
          </p:nvSpPr>
          <p:spPr>
            <a:xfrm>
              <a:off x="4004703" y="1869836"/>
              <a:ext cx="104139" cy="5080"/>
            </a:xfrm>
            <a:custGeom>
              <a:avLst/>
              <a:gdLst/>
              <a:ahLst/>
              <a:cxnLst/>
              <a:rect l="l" t="t" r="r" b="b"/>
              <a:pathLst>
                <a:path w="104139" h="5080">
                  <a:moveTo>
                    <a:pt x="104140" y="0"/>
                  </a:moveTo>
                  <a:lnTo>
                    <a:pt x="3810" y="0"/>
                  </a:lnTo>
                  <a:lnTo>
                    <a:pt x="3810" y="2286"/>
                  </a:lnTo>
                  <a:lnTo>
                    <a:pt x="0" y="2286"/>
                  </a:lnTo>
                  <a:lnTo>
                    <a:pt x="0" y="4572"/>
                  </a:lnTo>
                  <a:lnTo>
                    <a:pt x="3810" y="4572"/>
                  </a:lnTo>
                  <a:lnTo>
                    <a:pt x="104140" y="4572"/>
                  </a:lnTo>
                  <a:lnTo>
                    <a:pt x="1041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7" name="object 4727"/>
            <p:cNvSpPr/>
            <p:nvPr/>
          </p:nvSpPr>
          <p:spPr>
            <a:xfrm>
              <a:off x="4004462" y="1869824"/>
              <a:ext cx="104775" cy="5080"/>
            </a:xfrm>
            <a:custGeom>
              <a:avLst/>
              <a:gdLst/>
              <a:ahLst/>
              <a:cxnLst/>
              <a:rect l="l" t="t" r="r" b="b"/>
              <a:pathLst>
                <a:path w="104775" h="5080">
                  <a:moveTo>
                    <a:pt x="104394" y="0"/>
                  </a:moveTo>
                  <a:lnTo>
                    <a:pt x="104394" y="4572"/>
                  </a:lnTo>
                  <a:lnTo>
                    <a:pt x="0" y="4572"/>
                  </a:lnTo>
                  <a:lnTo>
                    <a:pt x="0" y="2286"/>
                  </a:lnTo>
                  <a:lnTo>
                    <a:pt x="4572" y="2286"/>
                  </a:lnTo>
                  <a:lnTo>
                    <a:pt x="4572" y="0"/>
                  </a:lnTo>
                  <a:lnTo>
                    <a:pt x="10439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8" name="object 4728"/>
            <p:cNvSpPr/>
            <p:nvPr/>
          </p:nvSpPr>
          <p:spPr>
            <a:xfrm>
              <a:off x="4003941" y="1763156"/>
              <a:ext cx="5080" cy="109220"/>
            </a:xfrm>
            <a:custGeom>
              <a:avLst/>
              <a:gdLst/>
              <a:ahLst/>
              <a:cxnLst/>
              <a:rect l="l" t="t" r="r" b="b"/>
              <a:pathLst>
                <a:path w="5079" h="109219">
                  <a:moveTo>
                    <a:pt x="5080" y="4572"/>
                  </a:moveTo>
                  <a:lnTo>
                    <a:pt x="2540" y="4572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08966"/>
                  </a:lnTo>
                  <a:lnTo>
                    <a:pt x="2540" y="108966"/>
                  </a:lnTo>
                  <a:lnTo>
                    <a:pt x="5080" y="108966"/>
                  </a:lnTo>
                  <a:lnTo>
                    <a:pt x="5080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9" name="object 4729"/>
            <p:cNvSpPr/>
            <p:nvPr/>
          </p:nvSpPr>
          <p:spPr>
            <a:xfrm>
              <a:off x="4004462" y="1763144"/>
              <a:ext cx="5080" cy="109220"/>
            </a:xfrm>
            <a:custGeom>
              <a:avLst/>
              <a:gdLst/>
              <a:ahLst/>
              <a:cxnLst/>
              <a:rect l="l" t="t" r="r" b="b"/>
              <a:pathLst>
                <a:path w="5079" h="109219">
                  <a:moveTo>
                    <a:pt x="4572" y="108965"/>
                  </a:moveTo>
                  <a:lnTo>
                    <a:pt x="0" y="108965"/>
                  </a:lnTo>
                  <a:lnTo>
                    <a:pt x="0" y="0"/>
                  </a:lnTo>
                  <a:lnTo>
                    <a:pt x="2286" y="0"/>
                  </a:lnTo>
                  <a:lnTo>
                    <a:pt x="2286" y="4571"/>
                  </a:lnTo>
                  <a:lnTo>
                    <a:pt x="4572" y="4571"/>
                  </a:lnTo>
                  <a:lnTo>
                    <a:pt x="4572" y="10896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0" name="object 4730"/>
            <p:cNvSpPr/>
            <p:nvPr/>
          </p:nvSpPr>
          <p:spPr>
            <a:xfrm>
              <a:off x="4102760" y="176619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72" y="3810"/>
                  </a:moveTo>
                  <a:lnTo>
                    <a:pt x="1523" y="0"/>
                  </a:lnTo>
                  <a:lnTo>
                    <a:pt x="0" y="2286"/>
                  </a:lnTo>
                  <a:lnTo>
                    <a:pt x="3048" y="5334"/>
                  </a:lnTo>
                  <a:lnTo>
                    <a:pt x="457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1" name="object 4731"/>
            <p:cNvSpPr/>
            <p:nvPr/>
          </p:nvSpPr>
          <p:spPr>
            <a:xfrm>
              <a:off x="4102760" y="176619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2286"/>
                  </a:moveTo>
                  <a:lnTo>
                    <a:pt x="1523" y="0"/>
                  </a:lnTo>
                  <a:lnTo>
                    <a:pt x="4572" y="3810"/>
                  </a:lnTo>
                  <a:lnTo>
                    <a:pt x="3048" y="5334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2" name="object 4732"/>
            <p:cNvSpPr/>
            <p:nvPr/>
          </p:nvSpPr>
          <p:spPr>
            <a:xfrm>
              <a:off x="4008272" y="186449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2" y="3048"/>
                  </a:moveTo>
                  <a:lnTo>
                    <a:pt x="1524" y="0"/>
                  </a:lnTo>
                  <a:lnTo>
                    <a:pt x="0" y="1524"/>
                  </a:lnTo>
                  <a:lnTo>
                    <a:pt x="3048" y="4572"/>
                  </a:lnTo>
                  <a:lnTo>
                    <a:pt x="45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3" name="object 4733"/>
            <p:cNvSpPr/>
            <p:nvPr/>
          </p:nvSpPr>
          <p:spPr>
            <a:xfrm>
              <a:off x="4008272" y="186449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572" y="3048"/>
                  </a:moveTo>
                  <a:lnTo>
                    <a:pt x="3048" y="4572"/>
                  </a:lnTo>
                  <a:lnTo>
                    <a:pt x="0" y="1524"/>
                  </a:lnTo>
                  <a:lnTo>
                    <a:pt x="1524" y="0"/>
                  </a:lnTo>
                  <a:lnTo>
                    <a:pt x="4572" y="3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4" name="object 4734"/>
            <p:cNvSpPr/>
            <p:nvPr/>
          </p:nvSpPr>
          <p:spPr>
            <a:xfrm>
              <a:off x="4009796" y="1768478"/>
              <a:ext cx="96520" cy="99060"/>
            </a:xfrm>
            <a:custGeom>
              <a:avLst/>
              <a:gdLst/>
              <a:ahLst/>
              <a:cxnLst/>
              <a:rect l="l" t="t" r="r" b="b"/>
              <a:pathLst>
                <a:path w="96520" h="99060">
                  <a:moveTo>
                    <a:pt x="96011" y="3047"/>
                  </a:moveTo>
                  <a:lnTo>
                    <a:pt x="92963" y="0"/>
                  </a:lnTo>
                  <a:lnTo>
                    <a:pt x="0" y="96012"/>
                  </a:lnTo>
                  <a:lnTo>
                    <a:pt x="3047" y="99060"/>
                  </a:lnTo>
                  <a:lnTo>
                    <a:pt x="96011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5" name="object 4735"/>
            <p:cNvSpPr/>
            <p:nvPr/>
          </p:nvSpPr>
          <p:spPr>
            <a:xfrm>
              <a:off x="4009796" y="1768478"/>
              <a:ext cx="96520" cy="99060"/>
            </a:xfrm>
            <a:custGeom>
              <a:avLst/>
              <a:gdLst/>
              <a:ahLst/>
              <a:cxnLst/>
              <a:rect l="l" t="t" r="r" b="b"/>
              <a:pathLst>
                <a:path w="96520" h="99060">
                  <a:moveTo>
                    <a:pt x="92963" y="0"/>
                  </a:moveTo>
                  <a:lnTo>
                    <a:pt x="96011" y="3047"/>
                  </a:lnTo>
                  <a:lnTo>
                    <a:pt x="3047" y="99060"/>
                  </a:lnTo>
                  <a:lnTo>
                    <a:pt x="0" y="96012"/>
                  </a:lnTo>
                  <a:lnTo>
                    <a:pt x="9296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6" name="object 4736"/>
            <p:cNvSpPr/>
            <p:nvPr/>
          </p:nvSpPr>
          <p:spPr>
            <a:xfrm>
              <a:off x="3820058" y="210223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7" name="object 4737"/>
            <p:cNvSpPr/>
            <p:nvPr/>
          </p:nvSpPr>
          <p:spPr>
            <a:xfrm>
              <a:off x="3820058" y="210223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8" name="object 4738"/>
            <p:cNvSpPr/>
            <p:nvPr/>
          </p:nvSpPr>
          <p:spPr>
            <a:xfrm>
              <a:off x="3820058" y="186982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9" name="object 4739"/>
            <p:cNvSpPr/>
            <p:nvPr/>
          </p:nvSpPr>
          <p:spPr>
            <a:xfrm>
              <a:off x="3820058" y="186982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0" name="object 4740"/>
            <p:cNvSpPr/>
            <p:nvPr/>
          </p:nvSpPr>
          <p:spPr>
            <a:xfrm>
              <a:off x="3820058" y="1869824"/>
              <a:ext cx="3810" cy="232410"/>
            </a:xfrm>
            <a:custGeom>
              <a:avLst/>
              <a:gdLst/>
              <a:ahLst/>
              <a:cxnLst/>
              <a:rect l="l" t="t" r="r" b="b"/>
              <a:pathLst>
                <a:path w="3810" h="232410">
                  <a:moveTo>
                    <a:pt x="3809" y="0"/>
                  </a:moveTo>
                  <a:lnTo>
                    <a:pt x="3809" y="232410"/>
                  </a:lnTo>
                  <a:lnTo>
                    <a:pt x="0" y="232410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1" name="object 4741"/>
            <p:cNvSpPr/>
            <p:nvPr/>
          </p:nvSpPr>
          <p:spPr>
            <a:xfrm>
              <a:off x="3820058" y="1869824"/>
              <a:ext cx="3810" cy="232410"/>
            </a:xfrm>
            <a:custGeom>
              <a:avLst/>
              <a:gdLst/>
              <a:ahLst/>
              <a:cxnLst/>
              <a:rect l="l" t="t" r="r" b="b"/>
              <a:pathLst>
                <a:path w="3810" h="232410">
                  <a:moveTo>
                    <a:pt x="3809" y="0"/>
                  </a:moveTo>
                  <a:lnTo>
                    <a:pt x="3809" y="232410"/>
                  </a:lnTo>
                  <a:lnTo>
                    <a:pt x="0" y="232410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2" name="object 4742"/>
            <p:cNvSpPr/>
            <p:nvPr/>
          </p:nvSpPr>
          <p:spPr>
            <a:xfrm>
              <a:off x="3800246" y="2058800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43434" y="0"/>
                  </a:moveTo>
                  <a:lnTo>
                    <a:pt x="0" y="0"/>
                  </a:lnTo>
                  <a:lnTo>
                    <a:pt x="22098" y="43434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3" name="object 4743"/>
            <p:cNvSpPr/>
            <p:nvPr/>
          </p:nvSpPr>
          <p:spPr>
            <a:xfrm>
              <a:off x="3800246" y="2058800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0" y="0"/>
                  </a:moveTo>
                  <a:lnTo>
                    <a:pt x="22098" y="43434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4" name="object 4744"/>
            <p:cNvSpPr/>
            <p:nvPr/>
          </p:nvSpPr>
          <p:spPr>
            <a:xfrm>
              <a:off x="3798722" y="2058038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25146" y="44958"/>
                  </a:moveTo>
                  <a:lnTo>
                    <a:pt x="22098" y="43434"/>
                  </a:lnTo>
                  <a:lnTo>
                    <a:pt x="23622" y="3962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3622" y="48006"/>
                  </a:lnTo>
                  <a:lnTo>
                    <a:pt x="25146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5" name="object 4745"/>
            <p:cNvSpPr/>
            <p:nvPr/>
          </p:nvSpPr>
          <p:spPr>
            <a:xfrm>
              <a:off x="3798722" y="2058038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0" y="1524"/>
                  </a:moveTo>
                  <a:lnTo>
                    <a:pt x="3048" y="0"/>
                  </a:lnTo>
                  <a:lnTo>
                    <a:pt x="23622" y="39624"/>
                  </a:lnTo>
                  <a:lnTo>
                    <a:pt x="22098" y="43434"/>
                  </a:lnTo>
                  <a:lnTo>
                    <a:pt x="25146" y="44958"/>
                  </a:lnTo>
                  <a:lnTo>
                    <a:pt x="23622" y="4800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6" name="object 4746"/>
            <p:cNvSpPr/>
            <p:nvPr/>
          </p:nvSpPr>
          <p:spPr>
            <a:xfrm>
              <a:off x="3820820" y="2056514"/>
              <a:ext cx="26034" cy="46990"/>
            </a:xfrm>
            <a:custGeom>
              <a:avLst/>
              <a:gdLst/>
              <a:ahLst/>
              <a:cxnLst/>
              <a:rect l="l" t="t" r="r" b="b"/>
              <a:pathLst>
                <a:path w="26035" h="46989">
                  <a:moveTo>
                    <a:pt x="25908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4958"/>
                  </a:lnTo>
                  <a:lnTo>
                    <a:pt x="3048" y="46482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7" name="object 4747"/>
            <p:cNvSpPr/>
            <p:nvPr/>
          </p:nvSpPr>
          <p:spPr>
            <a:xfrm>
              <a:off x="3820820" y="2056514"/>
              <a:ext cx="26034" cy="46990"/>
            </a:xfrm>
            <a:custGeom>
              <a:avLst/>
              <a:gdLst/>
              <a:ahLst/>
              <a:cxnLst/>
              <a:rect l="l" t="t" r="r" b="b"/>
              <a:pathLst>
                <a:path w="26035" h="46989">
                  <a:moveTo>
                    <a:pt x="3048" y="46482"/>
                  </a:moveTo>
                  <a:lnTo>
                    <a:pt x="0" y="44958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5908" y="0"/>
                  </a:lnTo>
                  <a:lnTo>
                    <a:pt x="3048" y="46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8" name="object 4748"/>
            <p:cNvSpPr/>
            <p:nvPr/>
          </p:nvSpPr>
          <p:spPr>
            <a:xfrm>
              <a:off x="3797198" y="2056514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2" y="3810"/>
                  </a:moveTo>
                  <a:lnTo>
                    <a:pt x="46482" y="0"/>
                  </a:lnTo>
                  <a:lnTo>
                    <a:pt x="0" y="0"/>
                  </a:lnTo>
                  <a:lnTo>
                    <a:pt x="1524" y="3048"/>
                  </a:lnTo>
                  <a:lnTo>
                    <a:pt x="4572" y="1524"/>
                  </a:lnTo>
                  <a:lnTo>
                    <a:pt x="6096" y="3810"/>
                  </a:lnTo>
                  <a:lnTo>
                    <a:pt x="4648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9" name="object 4749"/>
            <p:cNvSpPr/>
            <p:nvPr/>
          </p:nvSpPr>
          <p:spPr>
            <a:xfrm>
              <a:off x="3797198" y="2056514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2" y="0"/>
                  </a:moveTo>
                  <a:lnTo>
                    <a:pt x="46482" y="3810"/>
                  </a:lnTo>
                  <a:lnTo>
                    <a:pt x="6096" y="3810"/>
                  </a:lnTo>
                  <a:lnTo>
                    <a:pt x="4572" y="1524"/>
                  </a:lnTo>
                  <a:lnTo>
                    <a:pt x="1524" y="3048"/>
                  </a:lnTo>
                  <a:lnTo>
                    <a:pt x="0" y="0"/>
                  </a:lnTo>
                  <a:lnTo>
                    <a:pt x="4648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0" name="object 4750"/>
            <p:cNvSpPr/>
            <p:nvPr/>
          </p:nvSpPr>
          <p:spPr>
            <a:xfrm>
              <a:off x="3941978" y="203441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1" name="object 4751"/>
            <p:cNvSpPr/>
            <p:nvPr/>
          </p:nvSpPr>
          <p:spPr>
            <a:xfrm>
              <a:off x="3941978" y="203441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2" name="object 4752"/>
            <p:cNvSpPr/>
            <p:nvPr/>
          </p:nvSpPr>
          <p:spPr>
            <a:xfrm>
              <a:off x="3941978" y="186982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3" name="object 4753"/>
            <p:cNvSpPr/>
            <p:nvPr/>
          </p:nvSpPr>
          <p:spPr>
            <a:xfrm>
              <a:off x="3941978" y="186982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4" name="object 4754"/>
            <p:cNvSpPr/>
            <p:nvPr/>
          </p:nvSpPr>
          <p:spPr>
            <a:xfrm>
              <a:off x="3941978" y="1869824"/>
              <a:ext cx="3810" cy="165100"/>
            </a:xfrm>
            <a:custGeom>
              <a:avLst/>
              <a:gdLst/>
              <a:ahLst/>
              <a:cxnLst/>
              <a:rect l="l" t="t" r="r" b="b"/>
              <a:pathLst>
                <a:path w="3810" h="165100">
                  <a:moveTo>
                    <a:pt x="3810" y="0"/>
                  </a:moveTo>
                  <a:lnTo>
                    <a:pt x="3810" y="164591"/>
                  </a:lnTo>
                  <a:lnTo>
                    <a:pt x="0" y="164591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5" name="object 4755"/>
            <p:cNvSpPr/>
            <p:nvPr/>
          </p:nvSpPr>
          <p:spPr>
            <a:xfrm>
              <a:off x="3941978" y="1869824"/>
              <a:ext cx="3810" cy="165100"/>
            </a:xfrm>
            <a:custGeom>
              <a:avLst/>
              <a:gdLst/>
              <a:ahLst/>
              <a:cxnLst/>
              <a:rect l="l" t="t" r="r" b="b"/>
              <a:pathLst>
                <a:path w="3810" h="165100">
                  <a:moveTo>
                    <a:pt x="3810" y="0"/>
                  </a:moveTo>
                  <a:lnTo>
                    <a:pt x="3810" y="164591"/>
                  </a:lnTo>
                  <a:lnTo>
                    <a:pt x="0" y="164591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6" name="object 4756"/>
            <p:cNvSpPr/>
            <p:nvPr/>
          </p:nvSpPr>
          <p:spPr>
            <a:xfrm>
              <a:off x="3922166" y="1990982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43434" y="0"/>
                  </a:moveTo>
                  <a:lnTo>
                    <a:pt x="0" y="0"/>
                  </a:lnTo>
                  <a:lnTo>
                    <a:pt x="22098" y="43434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7" name="object 4757"/>
            <p:cNvSpPr/>
            <p:nvPr/>
          </p:nvSpPr>
          <p:spPr>
            <a:xfrm>
              <a:off x="3922166" y="1990982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0" y="0"/>
                  </a:moveTo>
                  <a:lnTo>
                    <a:pt x="22098" y="43434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8" name="object 4758"/>
            <p:cNvSpPr/>
            <p:nvPr/>
          </p:nvSpPr>
          <p:spPr>
            <a:xfrm>
              <a:off x="3920642" y="1990220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25146" y="45720"/>
                  </a:moveTo>
                  <a:lnTo>
                    <a:pt x="21336" y="43434"/>
                  </a:lnTo>
                  <a:lnTo>
                    <a:pt x="23622" y="40386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3622" y="48768"/>
                  </a:lnTo>
                  <a:lnTo>
                    <a:pt x="25146" y="457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9" name="object 4759"/>
            <p:cNvSpPr/>
            <p:nvPr/>
          </p:nvSpPr>
          <p:spPr>
            <a:xfrm>
              <a:off x="3920642" y="1990220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0" y="1524"/>
                  </a:moveTo>
                  <a:lnTo>
                    <a:pt x="3048" y="0"/>
                  </a:lnTo>
                  <a:lnTo>
                    <a:pt x="23622" y="40386"/>
                  </a:lnTo>
                  <a:lnTo>
                    <a:pt x="21336" y="43434"/>
                  </a:lnTo>
                  <a:lnTo>
                    <a:pt x="25146" y="45720"/>
                  </a:lnTo>
                  <a:lnTo>
                    <a:pt x="23622" y="48768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0" name="object 4760"/>
            <p:cNvSpPr/>
            <p:nvPr/>
          </p:nvSpPr>
          <p:spPr>
            <a:xfrm>
              <a:off x="3941978" y="1989458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70" h="46989">
                  <a:moveTo>
                    <a:pt x="26670" y="0"/>
                  </a:moveTo>
                  <a:lnTo>
                    <a:pt x="23622" y="0"/>
                  </a:lnTo>
                  <a:lnTo>
                    <a:pt x="23622" y="3810"/>
                  </a:lnTo>
                  <a:lnTo>
                    <a:pt x="20574" y="3810"/>
                  </a:lnTo>
                  <a:lnTo>
                    <a:pt x="0" y="44196"/>
                  </a:lnTo>
                  <a:lnTo>
                    <a:pt x="3810" y="46482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1" name="object 4761"/>
            <p:cNvSpPr/>
            <p:nvPr/>
          </p:nvSpPr>
          <p:spPr>
            <a:xfrm>
              <a:off x="3941978" y="1989458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70" h="46989">
                  <a:moveTo>
                    <a:pt x="3810" y="46482"/>
                  </a:moveTo>
                  <a:lnTo>
                    <a:pt x="0" y="44196"/>
                  </a:lnTo>
                  <a:lnTo>
                    <a:pt x="20574" y="3810"/>
                  </a:lnTo>
                  <a:lnTo>
                    <a:pt x="23622" y="3810"/>
                  </a:lnTo>
                  <a:lnTo>
                    <a:pt x="23622" y="0"/>
                  </a:lnTo>
                  <a:lnTo>
                    <a:pt x="26670" y="0"/>
                  </a:lnTo>
                  <a:lnTo>
                    <a:pt x="3810" y="46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2" name="object 4762"/>
            <p:cNvSpPr/>
            <p:nvPr/>
          </p:nvSpPr>
          <p:spPr>
            <a:xfrm>
              <a:off x="3919118" y="1989458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2" y="3810"/>
                  </a:moveTo>
                  <a:lnTo>
                    <a:pt x="46482" y="0"/>
                  </a:lnTo>
                  <a:lnTo>
                    <a:pt x="0" y="0"/>
                  </a:lnTo>
                  <a:lnTo>
                    <a:pt x="1524" y="2286"/>
                  </a:lnTo>
                  <a:lnTo>
                    <a:pt x="4572" y="762"/>
                  </a:lnTo>
                  <a:lnTo>
                    <a:pt x="6096" y="3810"/>
                  </a:lnTo>
                  <a:lnTo>
                    <a:pt x="4648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3" name="object 4763"/>
            <p:cNvSpPr/>
            <p:nvPr/>
          </p:nvSpPr>
          <p:spPr>
            <a:xfrm>
              <a:off x="3919118" y="1989458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2" y="0"/>
                  </a:moveTo>
                  <a:lnTo>
                    <a:pt x="46482" y="3810"/>
                  </a:lnTo>
                  <a:lnTo>
                    <a:pt x="6096" y="3810"/>
                  </a:lnTo>
                  <a:lnTo>
                    <a:pt x="4572" y="762"/>
                  </a:lnTo>
                  <a:lnTo>
                    <a:pt x="1524" y="2286"/>
                  </a:lnTo>
                  <a:lnTo>
                    <a:pt x="0" y="0"/>
                  </a:lnTo>
                  <a:lnTo>
                    <a:pt x="4648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4" name="object 4764"/>
            <p:cNvSpPr/>
            <p:nvPr/>
          </p:nvSpPr>
          <p:spPr>
            <a:xfrm>
              <a:off x="3691280" y="216090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5" name="object 4765"/>
            <p:cNvSpPr/>
            <p:nvPr/>
          </p:nvSpPr>
          <p:spPr>
            <a:xfrm>
              <a:off x="3691280" y="216090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6" name="object 4766"/>
            <p:cNvSpPr/>
            <p:nvPr/>
          </p:nvSpPr>
          <p:spPr>
            <a:xfrm>
              <a:off x="3691280" y="186982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7" name="object 4767"/>
            <p:cNvSpPr/>
            <p:nvPr/>
          </p:nvSpPr>
          <p:spPr>
            <a:xfrm>
              <a:off x="3691280" y="186982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8" name="object 4768"/>
            <p:cNvSpPr/>
            <p:nvPr/>
          </p:nvSpPr>
          <p:spPr>
            <a:xfrm>
              <a:off x="3691280" y="1869824"/>
              <a:ext cx="3810" cy="291465"/>
            </a:xfrm>
            <a:custGeom>
              <a:avLst/>
              <a:gdLst/>
              <a:ahLst/>
              <a:cxnLst/>
              <a:rect l="l" t="t" r="r" b="b"/>
              <a:pathLst>
                <a:path w="3810" h="291464">
                  <a:moveTo>
                    <a:pt x="3809" y="0"/>
                  </a:moveTo>
                  <a:lnTo>
                    <a:pt x="3809" y="291084"/>
                  </a:lnTo>
                  <a:lnTo>
                    <a:pt x="0" y="291084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9" name="object 4769"/>
            <p:cNvSpPr/>
            <p:nvPr/>
          </p:nvSpPr>
          <p:spPr>
            <a:xfrm>
              <a:off x="3691280" y="1869824"/>
              <a:ext cx="3810" cy="291465"/>
            </a:xfrm>
            <a:custGeom>
              <a:avLst/>
              <a:gdLst/>
              <a:ahLst/>
              <a:cxnLst/>
              <a:rect l="l" t="t" r="r" b="b"/>
              <a:pathLst>
                <a:path w="3810" h="291464">
                  <a:moveTo>
                    <a:pt x="3809" y="0"/>
                  </a:moveTo>
                  <a:lnTo>
                    <a:pt x="3809" y="291084"/>
                  </a:lnTo>
                  <a:lnTo>
                    <a:pt x="0" y="291084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0" name="object 4770"/>
            <p:cNvSpPr/>
            <p:nvPr/>
          </p:nvSpPr>
          <p:spPr>
            <a:xfrm>
              <a:off x="3671468" y="2117474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43434" y="0"/>
                  </a:moveTo>
                  <a:lnTo>
                    <a:pt x="0" y="0"/>
                  </a:lnTo>
                  <a:lnTo>
                    <a:pt x="22098" y="43434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1" name="object 4771"/>
            <p:cNvSpPr/>
            <p:nvPr/>
          </p:nvSpPr>
          <p:spPr>
            <a:xfrm>
              <a:off x="3671468" y="2117474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0" y="0"/>
                  </a:moveTo>
                  <a:lnTo>
                    <a:pt x="22098" y="43434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2" name="object 4772"/>
            <p:cNvSpPr/>
            <p:nvPr/>
          </p:nvSpPr>
          <p:spPr>
            <a:xfrm>
              <a:off x="3669944" y="2116712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25146" y="44958"/>
                  </a:moveTo>
                  <a:lnTo>
                    <a:pt x="22098" y="43434"/>
                  </a:lnTo>
                  <a:lnTo>
                    <a:pt x="23622" y="3962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3622" y="48006"/>
                  </a:lnTo>
                  <a:lnTo>
                    <a:pt x="25146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3" name="object 4773"/>
            <p:cNvSpPr/>
            <p:nvPr/>
          </p:nvSpPr>
          <p:spPr>
            <a:xfrm>
              <a:off x="3669944" y="2116712"/>
              <a:ext cx="25400" cy="48260"/>
            </a:xfrm>
            <a:custGeom>
              <a:avLst/>
              <a:gdLst/>
              <a:ahLst/>
              <a:cxnLst/>
              <a:rect l="l" t="t" r="r" b="b"/>
              <a:pathLst>
                <a:path w="25400" h="48260">
                  <a:moveTo>
                    <a:pt x="0" y="1524"/>
                  </a:moveTo>
                  <a:lnTo>
                    <a:pt x="3048" y="0"/>
                  </a:lnTo>
                  <a:lnTo>
                    <a:pt x="23622" y="39624"/>
                  </a:lnTo>
                  <a:lnTo>
                    <a:pt x="22098" y="43434"/>
                  </a:lnTo>
                  <a:lnTo>
                    <a:pt x="25146" y="44958"/>
                  </a:lnTo>
                  <a:lnTo>
                    <a:pt x="23622" y="4800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4" name="object 4774"/>
            <p:cNvSpPr/>
            <p:nvPr/>
          </p:nvSpPr>
          <p:spPr>
            <a:xfrm>
              <a:off x="3692042" y="2115950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19">
                  <a:moveTo>
                    <a:pt x="25908" y="0"/>
                  </a:moveTo>
                  <a:lnTo>
                    <a:pt x="22860" y="0"/>
                  </a:lnTo>
                  <a:lnTo>
                    <a:pt x="22860" y="3810"/>
                  </a:lnTo>
                  <a:lnTo>
                    <a:pt x="19812" y="3810"/>
                  </a:lnTo>
                  <a:lnTo>
                    <a:pt x="0" y="44196"/>
                  </a:lnTo>
                  <a:lnTo>
                    <a:pt x="3048" y="45720"/>
                  </a:lnTo>
                  <a:lnTo>
                    <a:pt x="25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5" name="object 4775"/>
            <p:cNvSpPr/>
            <p:nvPr/>
          </p:nvSpPr>
          <p:spPr>
            <a:xfrm>
              <a:off x="3692042" y="2115950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19">
                  <a:moveTo>
                    <a:pt x="3048" y="45720"/>
                  </a:moveTo>
                  <a:lnTo>
                    <a:pt x="0" y="44196"/>
                  </a:lnTo>
                  <a:lnTo>
                    <a:pt x="19812" y="3810"/>
                  </a:lnTo>
                  <a:lnTo>
                    <a:pt x="22860" y="3810"/>
                  </a:lnTo>
                  <a:lnTo>
                    <a:pt x="22860" y="0"/>
                  </a:lnTo>
                  <a:lnTo>
                    <a:pt x="25908" y="0"/>
                  </a:lnTo>
                  <a:lnTo>
                    <a:pt x="3048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6" name="object 4776"/>
            <p:cNvSpPr/>
            <p:nvPr/>
          </p:nvSpPr>
          <p:spPr>
            <a:xfrm>
              <a:off x="3668420" y="2115950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2" y="3810"/>
                  </a:moveTo>
                  <a:lnTo>
                    <a:pt x="46482" y="0"/>
                  </a:lnTo>
                  <a:lnTo>
                    <a:pt x="0" y="0"/>
                  </a:lnTo>
                  <a:lnTo>
                    <a:pt x="1524" y="2286"/>
                  </a:lnTo>
                  <a:lnTo>
                    <a:pt x="4572" y="762"/>
                  </a:lnTo>
                  <a:lnTo>
                    <a:pt x="6096" y="3810"/>
                  </a:lnTo>
                  <a:lnTo>
                    <a:pt x="4648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7" name="object 4777"/>
            <p:cNvSpPr/>
            <p:nvPr/>
          </p:nvSpPr>
          <p:spPr>
            <a:xfrm>
              <a:off x="3668420" y="2115950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89" h="3810">
                  <a:moveTo>
                    <a:pt x="46482" y="0"/>
                  </a:moveTo>
                  <a:lnTo>
                    <a:pt x="46482" y="3810"/>
                  </a:lnTo>
                  <a:lnTo>
                    <a:pt x="6096" y="3810"/>
                  </a:lnTo>
                  <a:lnTo>
                    <a:pt x="4572" y="762"/>
                  </a:lnTo>
                  <a:lnTo>
                    <a:pt x="1524" y="2286"/>
                  </a:lnTo>
                  <a:lnTo>
                    <a:pt x="0" y="0"/>
                  </a:lnTo>
                  <a:lnTo>
                    <a:pt x="4648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8" name="object 4778"/>
            <p:cNvSpPr/>
            <p:nvPr/>
          </p:nvSpPr>
          <p:spPr>
            <a:xfrm>
              <a:off x="4060088" y="200469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9" name="object 4779"/>
            <p:cNvSpPr/>
            <p:nvPr/>
          </p:nvSpPr>
          <p:spPr>
            <a:xfrm>
              <a:off x="4060088" y="200469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0" name="object 4780"/>
            <p:cNvSpPr/>
            <p:nvPr/>
          </p:nvSpPr>
          <p:spPr>
            <a:xfrm>
              <a:off x="4060088" y="186982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1" name="object 4781"/>
            <p:cNvSpPr/>
            <p:nvPr/>
          </p:nvSpPr>
          <p:spPr>
            <a:xfrm>
              <a:off x="4060088" y="186982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2" name="object 4782"/>
            <p:cNvSpPr/>
            <p:nvPr/>
          </p:nvSpPr>
          <p:spPr>
            <a:xfrm>
              <a:off x="4060088" y="1869824"/>
              <a:ext cx="3810" cy="135255"/>
            </a:xfrm>
            <a:custGeom>
              <a:avLst/>
              <a:gdLst/>
              <a:ahLst/>
              <a:cxnLst/>
              <a:rect l="l" t="t" r="r" b="b"/>
              <a:pathLst>
                <a:path w="3810" h="135255">
                  <a:moveTo>
                    <a:pt x="3809" y="0"/>
                  </a:moveTo>
                  <a:lnTo>
                    <a:pt x="3809" y="134874"/>
                  </a:lnTo>
                  <a:lnTo>
                    <a:pt x="0" y="134874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3" name="object 4783"/>
            <p:cNvSpPr/>
            <p:nvPr/>
          </p:nvSpPr>
          <p:spPr>
            <a:xfrm>
              <a:off x="4060088" y="1869824"/>
              <a:ext cx="3810" cy="135255"/>
            </a:xfrm>
            <a:custGeom>
              <a:avLst/>
              <a:gdLst/>
              <a:ahLst/>
              <a:cxnLst/>
              <a:rect l="l" t="t" r="r" b="b"/>
              <a:pathLst>
                <a:path w="3810" h="135255">
                  <a:moveTo>
                    <a:pt x="3809" y="0"/>
                  </a:moveTo>
                  <a:lnTo>
                    <a:pt x="3809" y="134874"/>
                  </a:lnTo>
                  <a:lnTo>
                    <a:pt x="0" y="134874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4" name="object 4784"/>
            <p:cNvSpPr/>
            <p:nvPr/>
          </p:nvSpPr>
          <p:spPr>
            <a:xfrm>
              <a:off x="4039514" y="1960502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44196" y="761"/>
                  </a:moveTo>
                  <a:lnTo>
                    <a:pt x="0" y="0"/>
                  </a:lnTo>
                  <a:lnTo>
                    <a:pt x="22098" y="44196"/>
                  </a:lnTo>
                  <a:lnTo>
                    <a:pt x="44196" y="7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5" name="object 4785"/>
            <p:cNvSpPr/>
            <p:nvPr/>
          </p:nvSpPr>
          <p:spPr>
            <a:xfrm>
              <a:off x="4039514" y="1960502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0" y="0"/>
                  </a:moveTo>
                  <a:lnTo>
                    <a:pt x="22098" y="44196"/>
                  </a:lnTo>
                  <a:lnTo>
                    <a:pt x="44196" y="761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6" name="object 4786"/>
            <p:cNvSpPr/>
            <p:nvPr/>
          </p:nvSpPr>
          <p:spPr>
            <a:xfrm>
              <a:off x="4037990" y="1959740"/>
              <a:ext cx="26034" cy="48895"/>
            </a:xfrm>
            <a:custGeom>
              <a:avLst/>
              <a:gdLst/>
              <a:ahLst/>
              <a:cxnLst/>
              <a:rect l="l" t="t" r="r" b="b"/>
              <a:pathLst>
                <a:path w="26035" h="48894">
                  <a:moveTo>
                    <a:pt x="25908" y="45720"/>
                  </a:moveTo>
                  <a:lnTo>
                    <a:pt x="22098" y="43434"/>
                  </a:lnTo>
                  <a:lnTo>
                    <a:pt x="23622" y="40386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23622" y="48768"/>
                  </a:lnTo>
                  <a:lnTo>
                    <a:pt x="25908" y="457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7" name="object 4787"/>
            <p:cNvSpPr/>
            <p:nvPr/>
          </p:nvSpPr>
          <p:spPr>
            <a:xfrm>
              <a:off x="4037990" y="1959740"/>
              <a:ext cx="26034" cy="48895"/>
            </a:xfrm>
            <a:custGeom>
              <a:avLst/>
              <a:gdLst/>
              <a:ahLst/>
              <a:cxnLst/>
              <a:rect l="l" t="t" r="r" b="b"/>
              <a:pathLst>
                <a:path w="26035" h="48894">
                  <a:moveTo>
                    <a:pt x="0" y="1524"/>
                  </a:moveTo>
                  <a:lnTo>
                    <a:pt x="3810" y="0"/>
                  </a:lnTo>
                  <a:lnTo>
                    <a:pt x="23622" y="40386"/>
                  </a:lnTo>
                  <a:lnTo>
                    <a:pt x="22098" y="43434"/>
                  </a:lnTo>
                  <a:lnTo>
                    <a:pt x="25908" y="45720"/>
                  </a:lnTo>
                  <a:lnTo>
                    <a:pt x="23622" y="48768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8" name="object 4788"/>
            <p:cNvSpPr/>
            <p:nvPr/>
          </p:nvSpPr>
          <p:spPr>
            <a:xfrm>
              <a:off x="4060088" y="1958978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70" h="46989">
                  <a:moveTo>
                    <a:pt x="26670" y="0"/>
                  </a:moveTo>
                  <a:lnTo>
                    <a:pt x="23622" y="0"/>
                  </a:lnTo>
                  <a:lnTo>
                    <a:pt x="23622" y="3810"/>
                  </a:lnTo>
                  <a:lnTo>
                    <a:pt x="20574" y="3810"/>
                  </a:lnTo>
                  <a:lnTo>
                    <a:pt x="0" y="44196"/>
                  </a:lnTo>
                  <a:lnTo>
                    <a:pt x="3810" y="46482"/>
                  </a:lnTo>
                  <a:lnTo>
                    <a:pt x="26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9" name="object 4789"/>
            <p:cNvSpPr/>
            <p:nvPr/>
          </p:nvSpPr>
          <p:spPr>
            <a:xfrm>
              <a:off x="4060088" y="1958978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70" h="46989">
                  <a:moveTo>
                    <a:pt x="3810" y="46482"/>
                  </a:moveTo>
                  <a:lnTo>
                    <a:pt x="0" y="44196"/>
                  </a:lnTo>
                  <a:lnTo>
                    <a:pt x="20574" y="3810"/>
                  </a:lnTo>
                  <a:lnTo>
                    <a:pt x="23622" y="3810"/>
                  </a:lnTo>
                  <a:lnTo>
                    <a:pt x="23622" y="0"/>
                  </a:lnTo>
                  <a:lnTo>
                    <a:pt x="26670" y="0"/>
                  </a:lnTo>
                  <a:lnTo>
                    <a:pt x="3810" y="46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0" name="object 4790"/>
            <p:cNvSpPr/>
            <p:nvPr/>
          </p:nvSpPr>
          <p:spPr>
            <a:xfrm>
              <a:off x="4036466" y="1958978"/>
              <a:ext cx="47625" cy="3810"/>
            </a:xfrm>
            <a:custGeom>
              <a:avLst/>
              <a:gdLst/>
              <a:ahLst/>
              <a:cxnLst/>
              <a:rect l="l" t="t" r="r" b="b"/>
              <a:pathLst>
                <a:path w="47625" h="3810">
                  <a:moveTo>
                    <a:pt x="47244" y="3810"/>
                  </a:moveTo>
                  <a:lnTo>
                    <a:pt x="47244" y="0"/>
                  </a:lnTo>
                  <a:lnTo>
                    <a:pt x="0" y="0"/>
                  </a:lnTo>
                  <a:lnTo>
                    <a:pt x="1524" y="2286"/>
                  </a:lnTo>
                  <a:lnTo>
                    <a:pt x="5334" y="762"/>
                  </a:lnTo>
                  <a:lnTo>
                    <a:pt x="6096" y="3810"/>
                  </a:lnTo>
                  <a:lnTo>
                    <a:pt x="47244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1" name="object 4791"/>
            <p:cNvSpPr/>
            <p:nvPr/>
          </p:nvSpPr>
          <p:spPr>
            <a:xfrm>
              <a:off x="4036466" y="1958978"/>
              <a:ext cx="47625" cy="3810"/>
            </a:xfrm>
            <a:custGeom>
              <a:avLst/>
              <a:gdLst/>
              <a:ahLst/>
              <a:cxnLst/>
              <a:rect l="l" t="t" r="r" b="b"/>
              <a:pathLst>
                <a:path w="47625" h="3810">
                  <a:moveTo>
                    <a:pt x="47244" y="0"/>
                  </a:moveTo>
                  <a:lnTo>
                    <a:pt x="47244" y="3810"/>
                  </a:lnTo>
                  <a:lnTo>
                    <a:pt x="6096" y="3810"/>
                  </a:lnTo>
                  <a:lnTo>
                    <a:pt x="5334" y="762"/>
                  </a:lnTo>
                  <a:lnTo>
                    <a:pt x="1524" y="2286"/>
                  </a:lnTo>
                  <a:lnTo>
                    <a:pt x="0" y="0"/>
                  </a:lnTo>
                  <a:lnTo>
                    <a:pt x="4724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2" name="object 4792"/>
            <p:cNvSpPr/>
            <p:nvPr/>
          </p:nvSpPr>
          <p:spPr>
            <a:xfrm>
              <a:off x="951128" y="5934332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4572" y="0"/>
                  </a:moveTo>
                  <a:lnTo>
                    <a:pt x="0" y="0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3" name="object 4793"/>
            <p:cNvSpPr/>
            <p:nvPr/>
          </p:nvSpPr>
          <p:spPr>
            <a:xfrm>
              <a:off x="951128" y="5934332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4" name="object 4794"/>
            <p:cNvSpPr/>
            <p:nvPr/>
          </p:nvSpPr>
          <p:spPr>
            <a:xfrm>
              <a:off x="951128" y="6105782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4571" y="0"/>
                  </a:moveTo>
                  <a:lnTo>
                    <a:pt x="0" y="0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5" name="object 4795"/>
            <p:cNvSpPr/>
            <p:nvPr/>
          </p:nvSpPr>
          <p:spPr>
            <a:xfrm>
              <a:off x="951128" y="6105782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80">
                  <a:moveTo>
                    <a:pt x="0" y="0"/>
                  </a:moveTo>
                  <a:lnTo>
                    <a:pt x="457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6" name="object 4796"/>
            <p:cNvSpPr/>
            <p:nvPr/>
          </p:nvSpPr>
          <p:spPr>
            <a:xfrm>
              <a:off x="951128" y="5934332"/>
              <a:ext cx="5080" cy="171450"/>
            </a:xfrm>
            <a:custGeom>
              <a:avLst/>
              <a:gdLst/>
              <a:ahLst/>
              <a:cxnLst/>
              <a:rect l="l" t="t" r="r" b="b"/>
              <a:pathLst>
                <a:path w="5080" h="171450">
                  <a:moveTo>
                    <a:pt x="0" y="171450"/>
                  </a:moveTo>
                  <a:lnTo>
                    <a:pt x="0" y="0"/>
                  </a:lnTo>
                  <a:lnTo>
                    <a:pt x="4572" y="0"/>
                  </a:lnTo>
                  <a:lnTo>
                    <a:pt x="4572" y="171450"/>
                  </a:lnTo>
                  <a:lnTo>
                    <a:pt x="0" y="1714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7" name="object 4797"/>
            <p:cNvSpPr/>
            <p:nvPr/>
          </p:nvSpPr>
          <p:spPr>
            <a:xfrm>
              <a:off x="951128" y="5934332"/>
              <a:ext cx="5080" cy="171450"/>
            </a:xfrm>
            <a:custGeom>
              <a:avLst/>
              <a:gdLst/>
              <a:ahLst/>
              <a:cxnLst/>
              <a:rect l="l" t="t" r="r" b="b"/>
              <a:pathLst>
                <a:path w="5080" h="171450">
                  <a:moveTo>
                    <a:pt x="0" y="171450"/>
                  </a:moveTo>
                  <a:lnTo>
                    <a:pt x="0" y="0"/>
                  </a:lnTo>
                  <a:lnTo>
                    <a:pt x="4572" y="0"/>
                  </a:lnTo>
                  <a:lnTo>
                    <a:pt x="4572" y="171450"/>
                  </a:lnTo>
                  <a:lnTo>
                    <a:pt x="0" y="17145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8" name="object 4798"/>
            <p:cNvSpPr/>
            <p:nvPr/>
          </p:nvSpPr>
          <p:spPr>
            <a:xfrm>
              <a:off x="1675790" y="515175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7619" y="0"/>
                  </a:moveTo>
                  <a:lnTo>
                    <a:pt x="0" y="0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9" name="object 4799"/>
            <p:cNvSpPr/>
            <p:nvPr/>
          </p:nvSpPr>
          <p:spPr>
            <a:xfrm>
              <a:off x="1675790" y="515175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0" y="0"/>
                  </a:moveTo>
                  <a:lnTo>
                    <a:pt x="761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0" name="object 4800"/>
            <p:cNvSpPr/>
            <p:nvPr/>
          </p:nvSpPr>
          <p:spPr>
            <a:xfrm>
              <a:off x="1675790" y="497345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1" name="object 4801"/>
            <p:cNvSpPr/>
            <p:nvPr/>
          </p:nvSpPr>
          <p:spPr>
            <a:xfrm>
              <a:off x="1675790" y="497345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>
                  <a:moveTo>
                    <a:pt x="0" y="0"/>
                  </a:moveTo>
                  <a:lnTo>
                    <a:pt x="761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2" name="object 4802"/>
            <p:cNvSpPr/>
            <p:nvPr/>
          </p:nvSpPr>
          <p:spPr>
            <a:xfrm>
              <a:off x="1675790" y="4973450"/>
              <a:ext cx="7620" cy="178435"/>
            </a:xfrm>
            <a:custGeom>
              <a:avLst/>
              <a:gdLst/>
              <a:ahLst/>
              <a:cxnLst/>
              <a:rect l="l" t="t" r="r" b="b"/>
              <a:pathLst>
                <a:path w="7619" h="178435">
                  <a:moveTo>
                    <a:pt x="7620" y="0"/>
                  </a:moveTo>
                  <a:lnTo>
                    <a:pt x="7620" y="178308"/>
                  </a:lnTo>
                  <a:lnTo>
                    <a:pt x="0" y="178308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3" name="object 4803"/>
            <p:cNvSpPr/>
            <p:nvPr/>
          </p:nvSpPr>
          <p:spPr>
            <a:xfrm>
              <a:off x="1675790" y="4973450"/>
              <a:ext cx="7620" cy="178435"/>
            </a:xfrm>
            <a:custGeom>
              <a:avLst/>
              <a:gdLst/>
              <a:ahLst/>
              <a:cxnLst/>
              <a:rect l="l" t="t" r="r" b="b"/>
              <a:pathLst>
                <a:path w="7619" h="178435">
                  <a:moveTo>
                    <a:pt x="7620" y="0"/>
                  </a:moveTo>
                  <a:lnTo>
                    <a:pt x="7620" y="178308"/>
                  </a:lnTo>
                  <a:lnTo>
                    <a:pt x="0" y="178308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4" name="object 4804"/>
            <p:cNvSpPr/>
            <p:nvPr/>
          </p:nvSpPr>
          <p:spPr>
            <a:xfrm>
              <a:off x="1584350" y="5195192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381" y="0"/>
                  </a:move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5" name="object 4805"/>
            <p:cNvSpPr/>
            <p:nvPr/>
          </p:nvSpPr>
          <p:spPr>
            <a:xfrm>
              <a:off x="1584350" y="5195192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6" name="object 4806"/>
            <p:cNvSpPr/>
            <p:nvPr/>
          </p:nvSpPr>
          <p:spPr>
            <a:xfrm>
              <a:off x="1584350" y="503745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7" name="object 4807"/>
            <p:cNvSpPr/>
            <p:nvPr/>
          </p:nvSpPr>
          <p:spPr>
            <a:xfrm>
              <a:off x="1584350" y="503745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8" name="object 4808"/>
            <p:cNvSpPr/>
            <p:nvPr/>
          </p:nvSpPr>
          <p:spPr>
            <a:xfrm>
              <a:off x="1584350" y="5037458"/>
              <a:ext cx="8890" cy="158115"/>
            </a:xfrm>
            <a:custGeom>
              <a:avLst/>
              <a:gdLst/>
              <a:ahLst/>
              <a:cxnLst/>
              <a:rect l="l" t="t" r="r" b="b"/>
              <a:pathLst>
                <a:path w="8890" h="158114">
                  <a:moveTo>
                    <a:pt x="8381" y="157734"/>
                  </a:moveTo>
                  <a:lnTo>
                    <a:pt x="8381" y="0"/>
                  </a:lnTo>
                  <a:lnTo>
                    <a:pt x="0" y="0"/>
                  </a:lnTo>
                  <a:lnTo>
                    <a:pt x="0" y="157734"/>
                  </a:lnTo>
                  <a:lnTo>
                    <a:pt x="8381" y="157734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9" name="object 4809"/>
            <p:cNvSpPr/>
            <p:nvPr/>
          </p:nvSpPr>
          <p:spPr>
            <a:xfrm>
              <a:off x="1584350" y="5037458"/>
              <a:ext cx="8890" cy="158115"/>
            </a:xfrm>
            <a:custGeom>
              <a:avLst/>
              <a:gdLst/>
              <a:ahLst/>
              <a:cxnLst/>
              <a:rect l="l" t="t" r="r" b="b"/>
              <a:pathLst>
                <a:path w="8890" h="158114">
                  <a:moveTo>
                    <a:pt x="8381" y="0"/>
                  </a:moveTo>
                  <a:lnTo>
                    <a:pt x="8381" y="157733"/>
                  </a:lnTo>
                  <a:lnTo>
                    <a:pt x="0" y="157733"/>
                  </a:ln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0" name="object 4810"/>
            <p:cNvSpPr/>
            <p:nvPr/>
          </p:nvSpPr>
          <p:spPr>
            <a:xfrm>
              <a:off x="1771802" y="5114420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1" y="0"/>
                  </a:move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1" name="object 4811"/>
            <p:cNvSpPr/>
            <p:nvPr/>
          </p:nvSpPr>
          <p:spPr>
            <a:xfrm>
              <a:off x="1771802" y="5114420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2" name="object 4812"/>
            <p:cNvSpPr/>
            <p:nvPr/>
          </p:nvSpPr>
          <p:spPr>
            <a:xfrm>
              <a:off x="1771802" y="493687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3" name="object 4813"/>
            <p:cNvSpPr/>
            <p:nvPr/>
          </p:nvSpPr>
          <p:spPr>
            <a:xfrm>
              <a:off x="1771802" y="493687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4" name="object 4814"/>
            <p:cNvSpPr/>
            <p:nvPr/>
          </p:nvSpPr>
          <p:spPr>
            <a:xfrm>
              <a:off x="1771802" y="4936874"/>
              <a:ext cx="8890" cy="177800"/>
            </a:xfrm>
            <a:custGeom>
              <a:avLst/>
              <a:gdLst/>
              <a:ahLst/>
              <a:cxnLst/>
              <a:rect l="l" t="t" r="r" b="b"/>
              <a:pathLst>
                <a:path w="8889" h="177800">
                  <a:moveTo>
                    <a:pt x="8381" y="0"/>
                  </a:moveTo>
                  <a:lnTo>
                    <a:pt x="8381" y="177546"/>
                  </a:lnTo>
                  <a:lnTo>
                    <a:pt x="0" y="177546"/>
                  </a:ln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5" name="object 4815"/>
            <p:cNvSpPr/>
            <p:nvPr/>
          </p:nvSpPr>
          <p:spPr>
            <a:xfrm>
              <a:off x="1771802" y="4936874"/>
              <a:ext cx="8890" cy="177800"/>
            </a:xfrm>
            <a:custGeom>
              <a:avLst/>
              <a:gdLst/>
              <a:ahLst/>
              <a:cxnLst/>
              <a:rect l="l" t="t" r="r" b="b"/>
              <a:pathLst>
                <a:path w="8889" h="177800">
                  <a:moveTo>
                    <a:pt x="8381" y="0"/>
                  </a:moveTo>
                  <a:lnTo>
                    <a:pt x="8381" y="177546"/>
                  </a:lnTo>
                  <a:lnTo>
                    <a:pt x="0" y="177546"/>
                  </a:ln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16" name="object 4816"/>
            <p:cNvPicPr/>
            <p:nvPr/>
          </p:nvPicPr>
          <p:blipFill>
            <a:blip r:embed="rId246" cstate="print"/>
            <a:stretch>
              <a:fillRect/>
            </a:stretch>
          </p:blipFill>
          <p:spPr>
            <a:xfrm>
              <a:off x="1015136" y="4773806"/>
              <a:ext cx="815340" cy="392429"/>
            </a:xfrm>
            <a:prstGeom prst="rect">
              <a:avLst/>
            </a:prstGeom>
          </p:spPr>
        </p:pic>
        <p:pic>
          <p:nvPicPr>
            <p:cNvPr id="4817" name="object 4817"/>
            <p:cNvPicPr/>
            <p:nvPr/>
          </p:nvPicPr>
          <p:blipFill>
            <a:blip r:embed="rId247" cstate="print"/>
            <a:stretch>
              <a:fillRect/>
            </a:stretch>
          </p:blipFill>
          <p:spPr>
            <a:xfrm>
              <a:off x="1097432" y="4925444"/>
              <a:ext cx="409194" cy="169163"/>
            </a:xfrm>
            <a:prstGeom prst="rect">
              <a:avLst/>
            </a:prstGeom>
          </p:spPr>
        </p:pic>
        <p:sp>
          <p:nvSpPr>
            <p:cNvPr id="4818" name="object 4818"/>
            <p:cNvSpPr/>
            <p:nvPr/>
          </p:nvSpPr>
          <p:spPr>
            <a:xfrm>
              <a:off x="1582051" y="4790582"/>
              <a:ext cx="227329" cy="130810"/>
            </a:xfrm>
            <a:custGeom>
              <a:avLst/>
              <a:gdLst/>
              <a:ahLst/>
              <a:cxnLst/>
              <a:rect l="l" t="t" r="r" b="b"/>
              <a:pathLst>
                <a:path w="227330" h="130810">
                  <a:moveTo>
                    <a:pt x="29718" y="86868"/>
                  </a:moveTo>
                  <a:lnTo>
                    <a:pt x="0" y="86868"/>
                  </a:lnTo>
                  <a:lnTo>
                    <a:pt x="0" y="130302"/>
                  </a:lnTo>
                  <a:lnTo>
                    <a:pt x="5334" y="130302"/>
                  </a:lnTo>
                  <a:lnTo>
                    <a:pt x="5334" y="110490"/>
                  </a:lnTo>
                  <a:lnTo>
                    <a:pt x="25908" y="110490"/>
                  </a:lnTo>
                  <a:lnTo>
                    <a:pt x="25908" y="105918"/>
                  </a:lnTo>
                  <a:lnTo>
                    <a:pt x="5334" y="105918"/>
                  </a:lnTo>
                  <a:lnTo>
                    <a:pt x="5334" y="92202"/>
                  </a:lnTo>
                  <a:lnTo>
                    <a:pt x="29718" y="92202"/>
                  </a:lnTo>
                  <a:lnTo>
                    <a:pt x="29718" y="86868"/>
                  </a:lnTo>
                  <a:close/>
                </a:path>
                <a:path w="227330" h="130810">
                  <a:moveTo>
                    <a:pt x="134874" y="51054"/>
                  </a:moveTo>
                  <a:lnTo>
                    <a:pt x="131064" y="44196"/>
                  </a:lnTo>
                  <a:lnTo>
                    <a:pt x="106235" y="39471"/>
                  </a:lnTo>
                  <a:lnTo>
                    <a:pt x="95427" y="57035"/>
                  </a:lnTo>
                  <a:lnTo>
                    <a:pt x="101295" y="77520"/>
                  </a:lnTo>
                  <a:lnTo>
                    <a:pt x="126492" y="81534"/>
                  </a:lnTo>
                  <a:lnTo>
                    <a:pt x="134874" y="76200"/>
                  </a:lnTo>
                  <a:lnTo>
                    <a:pt x="134874" y="60198"/>
                  </a:lnTo>
                  <a:lnTo>
                    <a:pt x="116586" y="60198"/>
                  </a:lnTo>
                  <a:lnTo>
                    <a:pt x="116586" y="65532"/>
                  </a:lnTo>
                  <a:lnTo>
                    <a:pt x="129540" y="65532"/>
                  </a:lnTo>
                  <a:lnTo>
                    <a:pt x="129540" y="73152"/>
                  </a:lnTo>
                  <a:lnTo>
                    <a:pt x="120396" y="77724"/>
                  </a:lnTo>
                  <a:lnTo>
                    <a:pt x="112776" y="77724"/>
                  </a:lnTo>
                  <a:lnTo>
                    <a:pt x="105918" y="73914"/>
                  </a:lnTo>
                  <a:lnTo>
                    <a:pt x="101346" y="65532"/>
                  </a:lnTo>
                  <a:lnTo>
                    <a:pt x="101346" y="55626"/>
                  </a:lnTo>
                  <a:lnTo>
                    <a:pt x="105156" y="47244"/>
                  </a:lnTo>
                  <a:lnTo>
                    <a:pt x="110490" y="44196"/>
                  </a:lnTo>
                  <a:lnTo>
                    <a:pt x="116586" y="43434"/>
                  </a:lnTo>
                  <a:lnTo>
                    <a:pt x="124968" y="45720"/>
                  </a:lnTo>
                  <a:lnTo>
                    <a:pt x="129540" y="52578"/>
                  </a:lnTo>
                  <a:lnTo>
                    <a:pt x="134874" y="51054"/>
                  </a:lnTo>
                  <a:close/>
                </a:path>
                <a:path w="227330" h="130810">
                  <a:moveTo>
                    <a:pt x="227076" y="0"/>
                  </a:moveTo>
                  <a:lnTo>
                    <a:pt x="221742" y="0"/>
                  </a:lnTo>
                  <a:lnTo>
                    <a:pt x="221742" y="18288"/>
                  </a:lnTo>
                  <a:lnTo>
                    <a:pt x="198882" y="18288"/>
                  </a:lnTo>
                  <a:lnTo>
                    <a:pt x="198882" y="0"/>
                  </a:lnTo>
                  <a:lnTo>
                    <a:pt x="192786" y="0"/>
                  </a:lnTo>
                  <a:lnTo>
                    <a:pt x="192786" y="44196"/>
                  </a:lnTo>
                  <a:lnTo>
                    <a:pt x="198882" y="44196"/>
                  </a:lnTo>
                  <a:lnTo>
                    <a:pt x="198882" y="22860"/>
                  </a:lnTo>
                  <a:lnTo>
                    <a:pt x="221742" y="22860"/>
                  </a:lnTo>
                  <a:lnTo>
                    <a:pt x="221742" y="44196"/>
                  </a:lnTo>
                  <a:lnTo>
                    <a:pt x="227076" y="44196"/>
                  </a:lnTo>
                  <a:lnTo>
                    <a:pt x="2270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9" name="object 4819"/>
            <p:cNvSpPr/>
            <p:nvPr/>
          </p:nvSpPr>
          <p:spPr>
            <a:xfrm>
              <a:off x="4431944" y="556933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0" name="object 4820"/>
            <p:cNvSpPr/>
            <p:nvPr/>
          </p:nvSpPr>
          <p:spPr>
            <a:xfrm>
              <a:off x="4431944" y="556933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1" name="object 4821"/>
            <p:cNvSpPr/>
            <p:nvPr/>
          </p:nvSpPr>
          <p:spPr>
            <a:xfrm>
              <a:off x="4431944" y="539102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2" name="object 4822"/>
            <p:cNvSpPr/>
            <p:nvPr/>
          </p:nvSpPr>
          <p:spPr>
            <a:xfrm>
              <a:off x="4431944" y="539102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3" name="object 4823"/>
            <p:cNvSpPr/>
            <p:nvPr/>
          </p:nvSpPr>
          <p:spPr>
            <a:xfrm>
              <a:off x="4431944" y="5391026"/>
              <a:ext cx="8890" cy="178435"/>
            </a:xfrm>
            <a:custGeom>
              <a:avLst/>
              <a:gdLst/>
              <a:ahLst/>
              <a:cxnLst/>
              <a:rect l="l" t="t" r="r" b="b"/>
              <a:pathLst>
                <a:path w="8889" h="178435">
                  <a:moveTo>
                    <a:pt x="8382" y="0"/>
                  </a:moveTo>
                  <a:lnTo>
                    <a:pt x="8382" y="178308"/>
                  </a:lnTo>
                  <a:lnTo>
                    <a:pt x="0" y="178308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4" name="object 4824"/>
            <p:cNvSpPr/>
            <p:nvPr/>
          </p:nvSpPr>
          <p:spPr>
            <a:xfrm>
              <a:off x="4431944" y="5391026"/>
              <a:ext cx="8890" cy="178435"/>
            </a:xfrm>
            <a:custGeom>
              <a:avLst/>
              <a:gdLst/>
              <a:ahLst/>
              <a:cxnLst/>
              <a:rect l="l" t="t" r="r" b="b"/>
              <a:pathLst>
                <a:path w="8889" h="178435">
                  <a:moveTo>
                    <a:pt x="8382" y="0"/>
                  </a:moveTo>
                  <a:lnTo>
                    <a:pt x="8382" y="178308"/>
                  </a:lnTo>
                  <a:lnTo>
                    <a:pt x="0" y="178308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5" name="object 4825"/>
            <p:cNvSpPr/>
            <p:nvPr/>
          </p:nvSpPr>
          <p:spPr>
            <a:xfrm>
              <a:off x="4340504" y="561200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6" name="object 4826"/>
            <p:cNvSpPr/>
            <p:nvPr/>
          </p:nvSpPr>
          <p:spPr>
            <a:xfrm>
              <a:off x="4340504" y="561200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7" name="object 4827"/>
            <p:cNvSpPr/>
            <p:nvPr/>
          </p:nvSpPr>
          <p:spPr>
            <a:xfrm>
              <a:off x="4340504" y="545503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8" name="object 4828"/>
            <p:cNvSpPr/>
            <p:nvPr/>
          </p:nvSpPr>
          <p:spPr>
            <a:xfrm>
              <a:off x="4340504" y="545503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9" name="object 4829"/>
            <p:cNvSpPr/>
            <p:nvPr/>
          </p:nvSpPr>
          <p:spPr>
            <a:xfrm>
              <a:off x="4340504" y="5455034"/>
              <a:ext cx="8890" cy="157480"/>
            </a:xfrm>
            <a:custGeom>
              <a:avLst/>
              <a:gdLst/>
              <a:ahLst/>
              <a:cxnLst/>
              <a:rect l="l" t="t" r="r" b="b"/>
              <a:pathLst>
                <a:path w="8889" h="157479">
                  <a:moveTo>
                    <a:pt x="8382" y="0"/>
                  </a:moveTo>
                  <a:lnTo>
                    <a:pt x="8382" y="156972"/>
                  </a:lnTo>
                  <a:lnTo>
                    <a:pt x="0" y="156972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0" name="object 4830"/>
            <p:cNvSpPr/>
            <p:nvPr/>
          </p:nvSpPr>
          <p:spPr>
            <a:xfrm>
              <a:off x="4340504" y="5455034"/>
              <a:ext cx="8890" cy="157480"/>
            </a:xfrm>
            <a:custGeom>
              <a:avLst/>
              <a:gdLst/>
              <a:ahLst/>
              <a:cxnLst/>
              <a:rect l="l" t="t" r="r" b="b"/>
              <a:pathLst>
                <a:path w="8889" h="157479">
                  <a:moveTo>
                    <a:pt x="8382" y="0"/>
                  </a:moveTo>
                  <a:lnTo>
                    <a:pt x="8382" y="156972"/>
                  </a:lnTo>
                  <a:lnTo>
                    <a:pt x="0" y="156972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1" name="object 4831"/>
            <p:cNvSpPr/>
            <p:nvPr/>
          </p:nvSpPr>
          <p:spPr>
            <a:xfrm>
              <a:off x="4527956" y="553123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2" name="object 4832"/>
            <p:cNvSpPr/>
            <p:nvPr/>
          </p:nvSpPr>
          <p:spPr>
            <a:xfrm>
              <a:off x="4527956" y="553123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3" name="object 4833"/>
            <p:cNvSpPr/>
            <p:nvPr/>
          </p:nvSpPr>
          <p:spPr>
            <a:xfrm>
              <a:off x="4527956" y="535368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4" name="object 4834"/>
            <p:cNvSpPr/>
            <p:nvPr/>
          </p:nvSpPr>
          <p:spPr>
            <a:xfrm>
              <a:off x="4527956" y="535368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5" name="object 4835"/>
            <p:cNvSpPr/>
            <p:nvPr/>
          </p:nvSpPr>
          <p:spPr>
            <a:xfrm>
              <a:off x="4527956" y="5353688"/>
              <a:ext cx="8890" cy="177800"/>
            </a:xfrm>
            <a:custGeom>
              <a:avLst/>
              <a:gdLst/>
              <a:ahLst/>
              <a:cxnLst/>
              <a:rect l="l" t="t" r="r" b="b"/>
              <a:pathLst>
                <a:path w="8889" h="177800">
                  <a:moveTo>
                    <a:pt x="8382" y="0"/>
                  </a:moveTo>
                  <a:lnTo>
                    <a:pt x="8382" y="177546"/>
                  </a:lnTo>
                  <a:lnTo>
                    <a:pt x="0" y="177546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6" name="object 4836"/>
            <p:cNvSpPr/>
            <p:nvPr/>
          </p:nvSpPr>
          <p:spPr>
            <a:xfrm>
              <a:off x="4527956" y="5353688"/>
              <a:ext cx="8890" cy="177800"/>
            </a:xfrm>
            <a:custGeom>
              <a:avLst/>
              <a:gdLst/>
              <a:ahLst/>
              <a:cxnLst/>
              <a:rect l="l" t="t" r="r" b="b"/>
              <a:pathLst>
                <a:path w="8889" h="177800">
                  <a:moveTo>
                    <a:pt x="8382" y="0"/>
                  </a:moveTo>
                  <a:lnTo>
                    <a:pt x="8382" y="177546"/>
                  </a:lnTo>
                  <a:lnTo>
                    <a:pt x="0" y="177546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37" name="object 4837"/>
            <p:cNvPicPr/>
            <p:nvPr/>
          </p:nvPicPr>
          <p:blipFill>
            <a:blip r:embed="rId248" cstate="print"/>
            <a:stretch>
              <a:fillRect/>
            </a:stretch>
          </p:blipFill>
          <p:spPr>
            <a:xfrm>
              <a:off x="3767480" y="5190620"/>
              <a:ext cx="818388" cy="390905"/>
            </a:xfrm>
            <a:prstGeom prst="rect">
              <a:avLst/>
            </a:prstGeom>
          </p:spPr>
        </p:pic>
        <p:sp>
          <p:nvSpPr>
            <p:cNvPr id="4838" name="object 4838"/>
            <p:cNvSpPr/>
            <p:nvPr/>
          </p:nvSpPr>
          <p:spPr>
            <a:xfrm>
              <a:off x="4230002" y="5208158"/>
              <a:ext cx="335280" cy="178435"/>
            </a:xfrm>
            <a:custGeom>
              <a:avLst/>
              <a:gdLst/>
              <a:ahLst/>
              <a:cxnLst/>
              <a:rect l="l" t="t" r="r" b="b"/>
              <a:pathLst>
                <a:path w="335279" h="178435">
                  <a:moveTo>
                    <a:pt x="32766" y="172974"/>
                  </a:moveTo>
                  <a:lnTo>
                    <a:pt x="5334" y="172974"/>
                  </a:lnTo>
                  <a:lnTo>
                    <a:pt x="5334" y="158496"/>
                  </a:lnTo>
                  <a:lnTo>
                    <a:pt x="29718" y="158496"/>
                  </a:lnTo>
                  <a:lnTo>
                    <a:pt x="29718" y="153162"/>
                  </a:lnTo>
                  <a:lnTo>
                    <a:pt x="5334" y="153162"/>
                  </a:lnTo>
                  <a:lnTo>
                    <a:pt x="5334" y="139446"/>
                  </a:lnTo>
                  <a:lnTo>
                    <a:pt x="31242" y="139446"/>
                  </a:lnTo>
                  <a:lnTo>
                    <a:pt x="31242" y="134112"/>
                  </a:lnTo>
                  <a:lnTo>
                    <a:pt x="0" y="134112"/>
                  </a:lnTo>
                  <a:lnTo>
                    <a:pt x="0" y="178308"/>
                  </a:lnTo>
                  <a:lnTo>
                    <a:pt x="32766" y="178308"/>
                  </a:lnTo>
                  <a:lnTo>
                    <a:pt x="32766" y="172974"/>
                  </a:lnTo>
                  <a:close/>
                </a:path>
                <a:path w="335279" h="178435">
                  <a:moveTo>
                    <a:pt x="137922" y="86868"/>
                  </a:moveTo>
                  <a:lnTo>
                    <a:pt x="108204" y="86868"/>
                  </a:lnTo>
                  <a:lnTo>
                    <a:pt x="108204" y="130302"/>
                  </a:lnTo>
                  <a:lnTo>
                    <a:pt x="114300" y="130302"/>
                  </a:lnTo>
                  <a:lnTo>
                    <a:pt x="114300" y="110490"/>
                  </a:lnTo>
                  <a:lnTo>
                    <a:pt x="134874" y="110490"/>
                  </a:lnTo>
                  <a:lnTo>
                    <a:pt x="134874" y="105918"/>
                  </a:lnTo>
                  <a:lnTo>
                    <a:pt x="114300" y="105918"/>
                  </a:lnTo>
                  <a:lnTo>
                    <a:pt x="114300" y="91440"/>
                  </a:lnTo>
                  <a:lnTo>
                    <a:pt x="137922" y="91440"/>
                  </a:lnTo>
                  <a:lnTo>
                    <a:pt x="137922" y="86868"/>
                  </a:lnTo>
                  <a:close/>
                </a:path>
                <a:path w="335279" h="178435">
                  <a:moveTo>
                    <a:pt x="243078" y="60198"/>
                  </a:moveTo>
                  <a:lnTo>
                    <a:pt x="224790" y="60198"/>
                  </a:lnTo>
                  <a:lnTo>
                    <a:pt x="224790" y="64770"/>
                  </a:lnTo>
                  <a:lnTo>
                    <a:pt x="237744" y="64770"/>
                  </a:lnTo>
                  <a:lnTo>
                    <a:pt x="237744" y="73152"/>
                  </a:lnTo>
                  <a:lnTo>
                    <a:pt x="228600" y="76962"/>
                  </a:lnTo>
                  <a:lnTo>
                    <a:pt x="220980" y="76962"/>
                  </a:lnTo>
                  <a:lnTo>
                    <a:pt x="213360" y="73152"/>
                  </a:lnTo>
                  <a:lnTo>
                    <a:pt x="209550" y="65532"/>
                  </a:lnTo>
                  <a:lnTo>
                    <a:pt x="209550" y="55626"/>
                  </a:lnTo>
                  <a:lnTo>
                    <a:pt x="213360" y="46482"/>
                  </a:lnTo>
                  <a:lnTo>
                    <a:pt x="220980" y="42672"/>
                  </a:lnTo>
                  <a:lnTo>
                    <a:pt x="227838" y="42672"/>
                  </a:lnTo>
                  <a:lnTo>
                    <a:pt x="233172" y="44958"/>
                  </a:lnTo>
                  <a:lnTo>
                    <a:pt x="237744" y="51816"/>
                  </a:lnTo>
                  <a:lnTo>
                    <a:pt x="242316" y="50292"/>
                  </a:lnTo>
                  <a:lnTo>
                    <a:pt x="239268" y="43434"/>
                  </a:lnTo>
                  <a:lnTo>
                    <a:pt x="233172" y="38862"/>
                  </a:lnTo>
                  <a:lnTo>
                    <a:pt x="224790" y="37338"/>
                  </a:lnTo>
                  <a:lnTo>
                    <a:pt x="213360" y="40386"/>
                  </a:lnTo>
                  <a:lnTo>
                    <a:pt x="205740" y="48006"/>
                  </a:lnTo>
                  <a:lnTo>
                    <a:pt x="202692" y="60198"/>
                  </a:lnTo>
                  <a:lnTo>
                    <a:pt x="203454" y="67056"/>
                  </a:lnTo>
                  <a:lnTo>
                    <a:pt x="205740" y="72390"/>
                  </a:lnTo>
                  <a:lnTo>
                    <a:pt x="209550" y="76962"/>
                  </a:lnTo>
                  <a:lnTo>
                    <a:pt x="219456" y="82296"/>
                  </a:lnTo>
                  <a:lnTo>
                    <a:pt x="225552" y="83058"/>
                  </a:lnTo>
                  <a:lnTo>
                    <a:pt x="234696" y="80772"/>
                  </a:lnTo>
                  <a:lnTo>
                    <a:pt x="243078" y="76200"/>
                  </a:lnTo>
                  <a:lnTo>
                    <a:pt x="243078" y="60198"/>
                  </a:lnTo>
                  <a:close/>
                </a:path>
                <a:path w="335279" h="178435">
                  <a:moveTo>
                    <a:pt x="335280" y="0"/>
                  </a:moveTo>
                  <a:lnTo>
                    <a:pt x="329184" y="0"/>
                  </a:lnTo>
                  <a:lnTo>
                    <a:pt x="329184" y="17526"/>
                  </a:lnTo>
                  <a:lnTo>
                    <a:pt x="307848" y="17526"/>
                  </a:lnTo>
                  <a:lnTo>
                    <a:pt x="307848" y="0"/>
                  </a:lnTo>
                  <a:lnTo>
                    <a:pt x="301752" y="0"/>
                  </a:lnTo>
                  <a:lnTo>
                    <a:pt x="301752" y="43434"/>
                  </a:lnTo>
                  <a:lnTo>
                    <a:pt x="307848" y="43434"/>
                  </a:lnTo>
                  <a:lnTo>
                    <a:pt x="307848" y="22860"/>
                  </a:lnTo>
                  <a:lnTo>
                    <a:pt x="329184" y="22860"/>
                  </a:lnTo>
                  <a:lnTo>
                    <a:pt x="329184" y="43434"/>
                  </a:lnTo>
                  <a:lnTo>
                    <a:pt x="335280" y="43434"/>
                  </a:lnTo>
                  <a:lnTo>
                    <a:pt x="3352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9" name="object 4839"/>
            <p:cNvSpPr/>
            <p:nvPr/>
          </p:nvSpPr>
          <p:spPr>
            <a:xfrm>
              <a:off x="5353964" y="556933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0" name="object 4840"/>
            <p:cNvSpPr/>
            <p:nvPr/>
          </p:nvSpPr>
          <p:spPr>
            <a:xfrm>
              <a:off x="5353964" y="556933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1" name="object 4841"/>
            <p:cNvSpPr/>
            <p:nvPr/>
          </p:nvSpPr>
          <p:spPr>
            <a:xfrm>
              <a:off x="5353964" y="539102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620" y="0"/>
                  </a:move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2" name="object 4842"/>
            <p:cNvSpPr/>
            <p:nvPr/>
          </p:nvSpPr>
          <p:spPr>
            <a:xfrm>
              <a:off x="5353964" y="539102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62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3" name="object 4843"/>
            <p:cNvSpPr/>
            <p:nvPr/>
          </p:nvSpPr>
          <p:spPr>
            <a:xfrm>
              <a:off x="5353964" y="5391026"/>
              <a:ext cx="7620" cy="178435"/>
            </a:xfrm>
            <a:custGeom>
              <a:avLst/>
              <a:gdLst/>
              <a:ahLst/>
              <a:cxnLst/>
              <a:rect l="l" t="t" r="r" b="b"/>
              <a:pathLst>
                <a:path w="7620" h="178435">
                  <a:moveTo>
                    <a:pt x="7620" y="0"/>
                  </a:moveTo>
                  <a:lnTo>
                    <a:pt x="7620" y="178307"/>
                  </a:lnTo>
                  <a:lnTo>
                    <a:pt x="0" y="178307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4" name="object 4844"/>
            <p:cNvSpPr/>
            <p:nvPr/>
          </p:nvSpPr>
          <p:spPr>
            <a:xfrm>
              <a:off x="5353964" y="5391026"/>
              <a:ext cx="7620" cy="178435"/>
            </a:xfrm>
            <a:custGeom>
              <a:avLst/>
              <a:gdLst/>
              <a:ahLst/>
              <a:cxnLst/>
              <a:rect l="l" t="t" r="r" b="b"/>
              <a:pathLst>
                <a:path w="7620" h="178435">
                  <a:moveTo>
                    <a:pt x="7620" y="0"/>
                  </a:moveTo>
                  <a:lnTo>
                    <a:pt x="7620" y="178307"/>
                  </a:lnTo>
                  <a:lnTo>
                    <a:pt x="0" y="178307"/>
                  </a:lnTo>
                  <a:lnTo>
                    <a:pt x="0" y="0"/>
                  </a:lnTo>
                  <a:lnTo>
                    <a:pt x="7620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5" name="object 4845"/>
            <p:cNvSpPr/>
            <p:nvPr/>
          </p:nvSpPr>
          <p:spPr>
            <a:xfrm>
              <a:off x="5261762" y="561200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6" name="object 4846"/>
            <p:cNvSpPr/>
            <p:nvPr/>
          </p:nvSpPr>
          <p:spPr>
            <a:xfrm>
              <a:off x="5261762" y="561200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7" name="object 4847"/>
            <p:cNvSpPr/>
            <p:nvPr/>
          </p:nvSpPr>
          <p:spPr>
            <a:xfrm>
              <a:off x="5261762" y="545503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8" name="object 4848"/>
            <p:cNvSpPr/>
            <p:nvPr/>
          </p:nvSpPr>
          <p:spPr>
            <a:xfrm>
              <a:off x="5261762" y="545503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9" name="object 4849"/>
            <p:cNvSpPr/>
            <p:nvPr/>
          </p:nvSpPr>
          <p:spPr>
            <a:xfrm>
              <a:off x="5261762" y="5455034"/>
              <a:ext cx="8890" cy="157480"/>
            </a:xfrm>
            <a:custGeom>
              <a:avLst/>
              <a:gdLst/>
              <a:ahLst/>
              <a:cxnLst/>
              <a:rect l="l" t="t" r="r" b="b"/>
              <a:pathLst>
                <a:path w="8889" h="157479">
                  <a:moveTo>
                    <a:pt x="8382" y="0"/>
                  </a:moveTo>
                  <a:lnTo>
                    <a:pt x="8382" y="156972"/>
                  </a:lnTo>
                  <a:lnTo>
                    <a:pt x="0" y="156972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0" name="object 4850"/>
            <p:cNvSpPr/>
            <p:nvPr/>
          </p:nvSpPr>
          <p:spPr>
            <a:xfrm>
              <a:off x="5261762" y="5455034"/>
              <a:ext cx="8890" cy="157480"/>
            </a:xfrm>
            <a:custGeom>
              <a:avLst/>
              <a:gdLst/>
              <a:ahLst/>
              <a:cxnLst/>
              <a:rect l="l" t="t" r="r" b="b"/>
              <a:pathLst>
                <a:path w="8889" h="157479">
                  <a:moveTo>
                    <a:pt x="8382" y="0"/>
                  </a:moveTo>
                  <a:lnTo>
                    <a:pt x="8382" y="156972"/>
                  </a:lnTo>
                  <a:lnTo>
                    <a:pt x="0" y="156972"/>
                  </a:ln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1" name="object 4851"/>
            <p:cNvSpPr/>
            <p:nvPr/>
          </p:nvSpPr>
          <p:spPr>
            <a:xfrm>
              <a:off x="5449214" y="553123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2" name="object 4852"/>
            <p:cNvSpPr/>
            <p:nvPr/>
          </p:nvSpPr>
          <p:spPr>
            <a:xfrm>
              <a:off x="5449214" y="553123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3" name="object 4853"/>
            <p:cNvSpPr/>
            <p:nvPr/>
          </p:nvSpPr>
          <p:spPr>
            <a:xfrm>
              <a:off x="5449214" y="535368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8382" y="0"/>
                  </a:moveTo>
                  <a:lnTo>
                    <a:pt x="0" y="0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4" name="object 4854"/>
            <p:cNvSpPr/>
            <p:nvPr/>
          </p:nvSpPr>
          <p:spPr>
            <a:xfrm>
              <a:off x="5449214" y="535368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8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5" name="object 4855"/>
            <p:cNvSpPr/>
            <p:nvPr/>
          </p:nvSpPr>
          <p:spPr>
            <a:xfrm>
              <a:off x="5449214" y="5353688"/>
              <a:ext cx="8890" cy="177800"/>
            </a:xfrm>
            <a:custGeom>
              <a:avLst/>
              <a:gdLst/>
              <a:ahLst/>
              <a:cxnLst/>
              <a:rect l="l" t="t" r="r" b="b"/>
              <a:pathLst>
                <a:path w="8889" h="177800">
                  <a:moveTo>
                    <a:pt x="8381" y="0"/>
                  </a:moveTo>
                  <a:lnTo>
                    <a:pt x="8381" y="177546"/>
                  </a:lnTo>
                  <a:lnTo>
                    <a:pt x="0" y="177546"/>
                  </a:ln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6" name="object 4856"/>
            <p:cNvSpPr/>
            <p:nvPr/>
          </p:nvSpPr>
          <p:spPr>
            <a:xfrm>
              <a:off x="5449214" y="5353688"/>
              <a:ext cx="8890" cy="177800"/>
            </a:xfrm>
            <a:custGeom>
              <a:avLst/>
              <a:gdLst/>
              <a:ahLst/>
              <a:cxnLst/>
              <a:rect l="l" t="t" r="r" b="b"/>
              <a:pathLst>
                <a:path w="8889" h="177800">
                  <a:moveTo>
                    <a:pt x="8381" y="0"/>
                  </a:moveTo>
                  <a:lnTo>
                    <a:pt x="8381" y="177546"/>
                  </a:lnTo>
                  <a:lnTo>
                    <a:pt x="0" y="177546"/>
                  </a:lnTo>
                  <a:lnTo>
                    <a:pt x="0" y="0"/>
                  </a:lnTo>
                  <a:lnTo>
                    <a:pt x="8381" y="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57" name="object 4857"/>
            <p:cNvPicPr/>
            <p:nvPr/>
          </p:nvPicPr>
          <p:blipFill>
            <a:blip r:embed="rId249" cstate="print"/>
            <a:stretch>
              <a:fillRect/>
            </a:stretch>
          </p:blipFill>
          <p:spPr>
            <a:xfrm>
              <a:off x="4689500" y="5190620"/>
              <a:ext cx="817625" cy="390906"/>
            </a:xfrm>
            <a:prstGeom prst="rect">
              <a:avLst/>
            </a:prstGeom>
          </p:spPr>
        </p:pic>
        <p:sp>
          <p:nvSpPr>
            <p:cNvPr id="4858" name="object 4858"/>
            <p:cNvSpPr/>
            <p:nvPr/>
          </p:nvSpPr>
          <p:spPr>
            <a:xfrm>
              <a:off x="5260225" y="5208158"/>
              <a:ext cx="227329" cy="130810"/>
            </a:xfrm>
            <a:custGeom>
              <a:avLst/>
              <a:gdLst/>
              <a:ahLst/>
              <a:cxnLst/>
              <a:rect l="l" t="t" r="r" b="b"/>
              <a:pathLst>
                <a:path w="227329" h="130810">
                  <a:moveTo>
                    <a:pt x="28956" y="86868"/>
                  </a:moveTo>
                  <a:lnTo>
                    <a:pt x="0" y="86868"/>
                  </a:lnTo>
                  <a:lnTo>
                    <a:pt x="0" y="130302"/>
                  </a:lnTo>
                  <a:lnTo>
                    <a:pt x="5334" y="130302"/>
                  </a:lnTo>
                  <a:lnTo>
                    <a:pt x="5334" y="110490"/>
                  </a:lnTo>
                  <a:lnTo>
                    <a:pt x="25908" y="110490"/>
                  </a:lnTo>
                  <a:lnTo>
                    <a:pt x="25908" y="105918"/>
                  </a:lnTo>
                  <a:lnTo>
                    <a:pt x="5334" y="105918"/>
                  </a:lnTo>
                  <a:lnTo>
                    <a:pt x="5334" y="91440"/>
                  </a:lnTo>
                  <a:lnTo>
                    <a:pt x="28956" y="91440"/>
                  </a:lnTo>
                  <a:lnTo>
                    <a:pt x="28956" y="86868"/>
                  </a:lnTo>
                  <a:close/>
                </a:path>
                <a:path w="227329" h="130810">
                  <a:moveTo>
                    <a:pt x="134874" y="60198"/>
                  </a:moveTo>
                  <a:lnTo>
                    <a:pt x="115824" y="60198"/>
                  </a:lnTo>
                  <a:lnTo>
                    <a:pt x="115824" y="64770"/>
                  </a:lnTo>
                  <a:lnTo>
                    <a:pt x="128778" y="64770"/>
                  </a:lnTo>
                  <a:lnTo>
                    <a:pt x="128778" y="73152"/>
                  </a:lnTo>
                  <a:lnTo>
                    <a:pt x="119634" y="76962"/>
                  </a:lnTo>
                  <a:lnTo>
                    <a:pt x="112014" y="76962"/>
                  </a:lnTo>
                  <a:lnTo>
                    <a:pt x="104394" y="73152"/>
                  </a:lnTo>
                  <a:lnTo>
                    <a:pt x="100584" y="65532"/>
                  </a:lnTo>
                  <a:lnTo>
                    <a:pt x="100584" y="55626"/>
                  </a:lnTo>
                  <a:lnTo>
                    <a:pt x="104394" y="46482"/>
                  </a:lnTo>
                  <a:lnTo>
                    <a:pt x="108966" y="43434"/>
                  </a:lnTo>
                  <a:lnTo>
                    <a:pt x="115824" y="42672"/>
                  </a:lnTo>
                  <a:lnTo>
                    <a:pt x="124968" y="44958"/>
                  </a:lnTo>
                  <a:lnTo>
                    <a:pt x="128778" y="51816"/>
                  </a:lnTo>
                  <a:lnTo>
                    <a:pt x="134112" y="50292"/>
                  </a:lnTo>
                  <a:lnTo>
                    <a:pt x="131064" y="43434"/>
                  </a:lnTo>
                  <a:lnTo>
                    <a:pt x="124968" y="38862"/>
                  </a:lnTo>
                  <a:lnTo>
                    <a:pt x="115824" y="37338"/>
                  </a:lnTo>
                  <a:lnTo>
                    <a:pt x="104394" y="40386"/>
                  </a:lnTo>
                  <a:lnTo>
                    <a:pt x="96774" y="48006"/>
                  </a:lnTo>
                  <a:lnTo>
                    <a:pt x="94488" y="60198"/>
                  </a:lnTo>
                  <a:lnTo>
                    <a:pt x="95250" y="67056"/>
                  </a:lnTo>
                  <a:lnTo>
                    <a:pt x="96774" y="72390"/>
                  </a:lnTo>
                  <a:lnTo>
                    <a:pt x="100584" y="76962"/>
                  </a:lnTo>
                  <a:lnTo>
                    <a:pt x="110490" y="82296"/>
                  </a:lnTo>
                  <a:lnTo>
                    <a:pt x="116586" y="83058"/>
                  </a:lnTo>
                  <a:lnTo>
                    <a:pt x="125730" y="80772"/>
                  </a:lnTo>
                  <a:lnTo>
                    <a:pt x="134874" y="76200"/>
                  </a:lnTo>
                  <a:lnTo>
                    <a:pt x="134874" y="60198"/>
                  </a:lnTo>
                  <a:close/>
                </a:path>
                <a:path w="227329" h="130810">
                  <a:moveTo>
                    <a:pt x="227076" y="0"/>
                  </a:moveTo>
                  <a:lnTo>
                    <a:pt x="220980" y="0"/>
                  </a:lnTo>
                  <a:lnTo>
                    <a:pt x="220980" y="17526"/>
                  </a:lnTo>
                  <a:lnTo>
                    <a:pt x="198120" y="17526"/>
                  </a:lnTo>
                  <a:lnTo>
                    <a:pt x="198120" y="0"/>
                  </a:lnTo>
                  <a:lnTo>
                    <a:pt x="192786" y="0"/>
                  </a:lnTo>
                  <a:lnTo>
                    <a:pt x="192786" y="43434"/>
                  </a:lnTo>
                  <a:lnTo>
                    <a:pt x="198120" y="43434"/>
                  </a:lnTo>
                  <a:lnTo>
                    <a:pt x="198120" y="22860"/>
                  </a:lnTo>
                  <a:lnTo>
                    <a:pt x="220980" y="22860"/>
                  </a:lnTo>
                  <a:lnTo>
                    <a:pt x="220980" y="43434"/>
                  </a:lnTo>
                  <a:lnTo>
                    <a:pt x="227076" y="43434"/>
                  </a:lnTo>
                  <a:lnTo>
                    <a:pt x="2270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9" name="object 4859"/>
            <p:cNvSpPr/>
            <p:nvPr/>
          </p:nvSpPr>
          <p:spPr>
            <a:xfrm>
              <a:off x="6349123" y="4917824"/>
              <a:ext cx="398780" cy="212090"/>
            </a:xfrm>
            <a:custGeom>
              <a:avLst/>
              <a:gdLst/>
              <a:ahLst/>
              <a:cxnLst/>
              <a:rect l="l" t="t" r="r" b="b"/>
              <a:pathLst>
                <a:path w="398779" h="212089">
                  <a:moveTo>
                    <a:pt x="0" y="0"/>
                  </a:moveTo>
                  <a:lnTo>
                    <a:pt x="0" y="211836"/>
                  </a:lnTo>
                  <a:lnTo>
                    <a:pt x="398525" y="211836"/>
                  </a:lnTo>
                  <a:lnTo>
                    <a:pt x="398525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0" name="object 4860"/>
            <p:cNvSpPr/>
            <p:nvPr/>
          </p:nvSpPr>
          <p:spPr>
            <a:xfrm>
              <a:off x="6445123" y="4994799"/>
              <a:ext cx="204470" cy="57150"/>
            </a:xfrm>
            <a:custGeom>
              <a:avLst/>
              <a:gdLst/>
              <a:ahLst/>
              <a:cxnLst/>
              <a:rect l="l" t="t" r="r" b="b"/>
              <a:pathLst>
                <a:path w="204470" h="57150">
                  <a:moveTo>
                    <a:pt x="60198" y="0"/>
                  </a:moveTo>
                  <a:lnTo>
                    <a:pt x="52578" y="0"/>
                  </a:lnTo>
                  <a:lnTo>
                    <a:pt x="52578" y="49530"/>
                  </a:lnTo>
                  <a:lnTo>
                    <a:pt x="34290" y="49530"/>
                  </a:lnTo>
                  <a:lnTo>
                    <a:pt x="34290" y="0"/>
                  </a:lnTo>
                  <a:lnTo>
                    <a:pt x="25908" y="0"/>
                  </a:lnTo>
                  <a:lnTo>
                    <a:pt x="25908" y="49530"/>
                  </a:lnTo>
                  <a:lnTo>
                    <a:pt x="7620" y="49530"/>
                  </a:lnTo>
                  <a:lnTo>
                    <a:pt x="7620" y="0"/>
                  </a:lnTo>
                  <a:lnTo>
                    <a:pt x="0" y="0"/>
                  </a:lnTo>
                  <a:lnTo>
                    <a:pt x="0" y="55626"/>
                  </a:lnTo>
                  <a:lnTo>
                    <a:pt x="60198" y="55626"/>
                  </a:lnTo>
                  <a:lnTo>
                    <a:pt x="60198" y="0"/>
                  </a:lnTo>
                  <a:close/>
                </a:path>
                <a:path w="204470" h="57150">
                  <a:moveTo>
                    <a:pt x="107442" y="14478"/>
                  </a:moveTo>
                  <a:lnTo>
                    <a:pt x="74676" y="14478"/>
                  </a:lnTo>
                  <a:lnTo>
                    <a:pt x="74676" y="47244"/>
                  </a:lnTo>
                  <a:lnTo>
                    <a:pt x="73914" y="48006"/>
                  </a:lnTo>
                  <a:lnTo>
                    <a:pt x="73914" y="49530"/>
                  </a:lnTo>
                  <a:lnTo>
                    <a:pt x="72390" y="49530"/>
                  </a:lnTo>
                  <a:lnTo>
                    <a:pt x="71628" y="50292"/>
                  </a:lnTo>
                  <a:lnTo>
                    <a:pt x="67056" y="50292"/>
                  </a:lnTo>
                  <a:lnTo>
                    <a:pt x="67056" y="55626"/>
                  </a:lnTo>
                  <a:lnTo>
                    <a:pt x="69342" y="56388"/>
                  </a:lnTo>
                  <a:lnTo>
                    <a:pt x="72390" y="56388"/>
                  </a:lnTo>
                  <a:lnTo>
                    <a:pt x="75438" y="55626"/>
                  </a:lnTo>
                  <a:lnTo>
                    <a:pt x="77724" y="55626"/>
                  </a:lnTo>
                  <a:lnTo>
                    <a:pt x="80010" y="53340"/>
                  </a:lnTo>
                  <a:lnTo>
                    <a:pt x="81534" y="50292"/>
                  </a:lnTo>
                  <a:lnTo>
                    <a:pt x="81534" y="20574"/>
                  </a:lnTo>
                  <a:lnTo>
                    <a:pt x="99822" y="20574"/>
                  </a:lnTo>
                  <a:lnTo>
                    <a:pt x="99822" y="55626"/>
                  </a:lnTo>
                  <a:lnTo>
                    <a:pt x="107442" y="55626"/>
                  </a:lnTo>
                  <a:lnTo>
                    <a:pt x="107442" y="14478"/>
                  </a:lnTo>
                  <a:close/>
                </a:path>
                <a:path w="204470" h="57150">
                  <a:moveTo>
                    <a:pt x="167652" y="30480"/>
                  </a:moveTo>
                  <a:lnTo>
                    <a:pt x="166128" y="22860"/>
                  </a:lnTo>
                  <a:lnTo>
                    <a:pt x="163842" y="20574"/>
                  </a:lnTo>
                  <a:lnTo>
                    <a:pt x="162318" y="18288"/>
                  </a:lnTo>
                  <a:lnTo>
                    <a:pt x="161556" y="17526"/>
                  </a:lnTo>
                  <a:lnTo>
                    <a:pt x="161556" y="35814"/>
                  </a:lnTo>
                  <a:lnTo>
                    <a:pt x="160794" y="41148"/>
                  </a:lnTo>
                  <a:lnTo>
                    <a:pt x="160032" y="44958"/>
                  </a:lnTo>
                  <a:lnTo>
                    <a:pt x="158508" y="47244"/>
                  </a:lnTo>
                  <a:lnTo>
                    <a:pt x="156222" y="49530"/>
                  </a:lnTo>
                  <a:lnTo>
                    <a:pt x="153174" y="51054"/>
                  </a:lnTo>
                  <a:lnTo>
                    <a:pt x="147078" y="51054"/>
                  </a:lnTo>
                  <a:lnTo>
                    <a:pt x="144792" y="49530"/>
                  </a:lnTo>
                  <a:lnTo>
                    <a:pt x="142506" y="47244"/>
                  </a:lnTo>
                  <a:lnTo>
                    <a:pt x="140982" y="44196"/>
                  </a:lnTo>
                  <a:lnTo>
                    <a:pt x="140220" y="40386"/>
                  </a:lnTo>
                  <a:lnTo>
                    <a:pt x="140220" y="30480"/>
                  </a:lnTo>
                  <a:lnTo>
                    <a:pt x="150888" y="19812"/>
                  </a:lnTo>
                  <a:lnTo>
                    <a:pt x="153936" y="20574"/>
                  </a:lnTo>
                  <a:lnTo>
                    <a:pt x="156222" y="21336"/>
                  </a:lnTo>
                  <a:lnTo>
                    <a:pt x="158508" y="23622"/>
                  </a:lnTo>
                  <a:lnTo>
                    <a:pt x="160032" y="26670"/>
                  </a:lnTo>
                  <a:lnTo>
                    <a:pt x="161556" y="35814"/>
                  </a:lnTo>
                  <a:lnTo>
                    <a:pt x="161556" y="17526"/>
                  </a:lnTo>
                  <a:lnTo>
                    <a:pt x="160032" y="16002"/>
                  </a:lnTo>
                  <a:lnTo>
                    <a:pt x="153936" y="14478"/>
                  </a:lnTo>
                  <a:lnTo>
                    <a:pt x="150126" y="13716"/>
                  </a:lnTo>
                  <a:lnTo>
                    <a:pt x="145554" y="14478"/>
                  </a:lnTo>
                  <a:lnTo>
                    <a:pt x="133362" y="32004"/>
                  </a:lnTo>
                  <a:lnTo>
                    <a:pt x="124980" y="32004"/>
                  </a:lnTo>
                  <a:lnTo>
                    <a:pt x="124980" y="14478"/>
                  </a:lnTo>
                  <a:lnTo>
                    <a:pt x="117360" y="14478"/>
                  </a:lnTo>
                  <a:lnTo>
                    <a:pt x="117360" y="55626"/>
                  </a:lnTo>
                  <a:lnTo>
                    <a:pt x="124980" y="55626"/>
                  </a:lnTo>
                  <a:lnTo>
                    <a:pt x="124980" y="38100"/>
                  </a:lnTo>
                  <a:lnTo>
                    <a:pt x="133362" y="38100"/>
                  </a:lnTo>
                  <a:lnTo>
                    <a:pt x="134124" y="43434"/>
                  </a:lnTo>
                  <a:lnTo>
                    <a:pt x="135648" y="48006"/>
                  </a:lnTo>
                  <a:lnTo>
                    <a:pt x="140220" y="51650"/>
                  </a:lnTo>
                  <a:lnTo>
                    <a:pt x="146786" y="56896"/>
                  </a:lnTo>
                  <a:lnTo>
                    <a:pt x="158661" y="54952"/>
                  </a:lnTo>
                  <a:lnTo>
                    <a:pt x="161556" y="51562"/>
                  </a:lnTo>
                  <a:lnTo>
                    <a:pt x="167043" y="45161"/>
                  </a:lnTo>
                  <a:lnTo>
                    <a:pt x="167652" y="30480"/>
                  </a:lnTo>
                  <a:close/>
                </a:path>
                <a:path w="204470" h="57150">
                  <a:moveTo>
                    <a:pt x="204228" y="44196"/>
                  </a:moveTo>
                  <a:lnTo>
                    <a:pt x="202704" y="38100"/>
                  </a:lnTo>
                  <a:lnTo>
                    <a:pt x="198132" y="34290"/>
                  </a:lnTo>
                  <a:lnTo>
                    <a:pt x="200418" y="32766"/>
                  </a:lnTo>
                  <a:lnTo>
                    <a:pt x="203466" y="25908"/>
                  </a:lnTo>
                  <a:lnTo>
                    <a:pt x="201942" y="21336"/>
                  </a:lnTo>
                  <a:lnTo>
                    <a:pt x="199656" y="17526"/>
                  </a:lnTo>
                  <a:lnTo>
                    <a:pt x="192036" y="14478"/>
                  </a:lnTo>
                  <a:lnTo>
                    <a:pt x="184416" y="14478"/>
                  </a:lnTo>
                  <a:lnTo>
                    <a:pt x="179844" y="16764"/>
                  </a:lnTo>
                  <a:lnTo>
                    <a:pt x="174510" y="25146"/>
                  </a:lnTo>
                  <a:lnTo>
                    <a:pt x="181368" y="26670"/>
                  </a:lnTo>
                  <a:lnTo>
                    <a:pt x="186702" y="19812"/>
                  </a:lnTo>
                  <a:lnTo>
                    <a:pt x="192036" y="19812"/>
                  </a:lnTo>
                  <a:lnTo>
                    <a:pt x="195846" y="22860"/>
                  </a:lnTo>
                  <a:lnTo>
                    <a:pt x="195846" y="27432"/>
                  </a:lnTo>
                  <a:lnTo>
                    <a:pt x="191274" y="32004"/>
                  </a:lnTo>
                  <a:lnTo>
                    <a:pt x="185940" y="32004"/>
                  </a:lnTo>
                  <a:lnTo>
                    <a:pt x="185940" y="37338"/>
                  </a:lnTo>
                  <a:lnTo>
                    <a:pt x="192798" y="38100"/>
                  </a:lnTo>
                  <a:lnTo>
                    <a:pt x="197370" y="41910"/>
                  </a:lnTo>
                  <a:lnTo>
                    <a:pt x="197370" y="47244"/>
                  </a:lnTo>
                  <a:lnTo>
                    <a:pt x="192798" y="51054"/>
                  </a:lnTo>
                  <a:lnTo>
                    <a:pt x="186702" y="51054"/>
                  </a:lnTo>
                  <a:lnTo>
                    <a:pt x="183654" y="48768"/>
                  </a:lnTo>
                  <a:lnTo>
                    <a:pt x="179844" y="42672"/>
                  </a:lnTo>
                  <a:lnTo>
                    <a:pt x="173748" y="44196"/>
                  </a:lnTo>
                  <a:lnTo>
                    <a:pt x="175272" y="49530"/>
                  </a:lnTo>
                  <a:lnTo>
                    <a:pt x="179082" y="54102"/>
                  </a:lnTo>
                  <a:lnTo>
                    <a:pt x="183654" y="56388"/>
                  </a:lnTo>
                  <a:lnTo>
                    <a:pt x="188988" y="57150"/>
                  </a:lnTo>
                  <a:lnTo>
                    <a:pt x="195846" y="56388"/>
                  </a:lnTo>
                  <a:lnTo>
                    <a:pt x="202704" y="51816"/>
                  </a:lnTo>
                  <a:lnTo>
                    <a:pt x="204228" y="441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61" name="object 4861"/>
            <p:cNvPicPr/>
            <p:nvPr/>
          </p:nvPicPr>
          <p:blipFill>
            <a:blip r:embed="rId250" cstate="print"/>
            <a:stretch>
              <a:fillRect/>
            </a:stretch>
          </p:blipFill>
          <p:spPr>
            <a:xfrm>
              <a:off x="3800246" y="5381120"/>
              <a:ext cx="450037" cy="125730"/>
            </a:xfrm>
            <a:prstGeom prst="rect">
              <a:avLst/>
            </a:prstGeom>
          </p:spPr>
        </p:pic>
        <p:pic>
          <p:nvPicPr>
            <p:cNvPr id="4862" name="object 4862"/>
            <p:cNvPicPr/>
            <p:nvPr/>
          </p:nvPicPr>
          <p:blipFill>
            <a:blip r:embed="rId251" cstate="print"/>
            <a:stretch>
              <a:fillRect/>
            </a:stretch>
          </p:blipFill>
          <p:spPr>
            <a:xfrm>
              <a:off x="4721504" y="5342258"/>
              <a:ext cx="462533" cy="174497"/>
            </a:xfrm>
            <a:prstGeom prst="rect">
              <a:avLst/>
            </a:prstGeom>
          </p:spPr>
        </p:pic>
        <p:sp>
          <p:nvSpPr>
            <p:cNvPr id="4863" name="object 4863"/>
            <p:cNvSpPr/>
            <p:nvPr/>
          </p:nvSpPr>
          <p:spPr>
            <a:xfrm>
              <a:off x="1215542" y="5778122"/>
              <a:ext cx="1141095" cy="384810"/>
            </a:xfrm>
            <a:custGeom>
              <a:avLst/>
              <a:gdLst/>
              <a:ahLst/>
              <a:cxnLst/>
              <a:rect l="l" t="t" r="r" b="b"/>
              <a:pathLst>
                <a:path w="1141095" h="384810">
                  <a:moveTo>
                    <a:pt x="0" y="0"/>
                  </a:moveTo>
                  <a:lnTo>
                    <a:pt x="242315" y="0"/>
                  </a:lnTo>
                  <a:lnTo>
                    <a:pt x="242316" y="384810"/>
                  </a:lnTo>
                  <a:lnTo>
                    <a:pt x="1140714" y="384809"/>
                  </a:lnTo>
                  <a:lnTo>
                    <a:pt x="1140714" y="23850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4" name="object 4864"/>
            <p:cNvSpPr/>
            <p:nvPr/>
          </p:nvSpPr>
          <p:spPr>
            <a:xfrm>
              <a:off x="1215542" y="5877944"/>
              <a:ext cx="2082164" cy="342265"/>
            </a:xfrm>
            <a:custGeom>
              <a:avLst/>
              <a:gdLst/>
              <a:ahLst/>
              <a:cxnLst/>
              <a:rect l="l" t="t" r="r" b="b"/>
              <a:pathLst>
                <a:path w="2082164" h="342264">
                  <a:moveTo>
                    <a:pt x="0" y="0"/>
                  </a:moveTo>
                  <a:lnTo>
                    <a:pt x="156210" y="0"/>
                  </a:lnTo>
                  <a:lnTo>
                    <a:pt x="156210" y="342137"/>
                  </a:lnTo>
                  <a:lnTo>
                    <a:pt x="2081783" y="342137"/>
                  </a:lnTo>
                  <a:lnTo>
                    <a:pt x="2081783" y="14249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65" name="object 4865"/>
            <p:cNvPicPr/>
            <p:nvPr/>
          </p:nvPicPr>
          <p:blipFill>
            <a:blip r:embed="rId252" cstate="print"/>
            <a:stretch>
              <a:fillRect/>
            </a:stretch>
          </p:blipFill>
          <p:spPr>
            <a:xfrm>
              <a:off x="1329461" y="3631949"/>
              <a:ext cx="185928" cy="665988"/>
            </a:xfrm>
            <a:prstGeom prst="rect">
              <a:avLst/>
            </a:prstGeom>
          </p:spPr>
        </p:pic>
        <p:sp>
          <p:nvSpPr>
            <p:cNvPr id="4866" name="object 4866"/>
            <p:cNvSpPr/>
            <p:nvPr/>
          </p:nvSpPr>
          <p:spPr>
            <a:xfrm>
              <a:off x="879500" y="435851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7" name="object 4867"/>
            <p:cNvSpPr/>
            <p:nvPr/>
          </p:nvSpPr>
          <p:spPr>
            <a:xfrm>
              <a:off x="879500" y="435851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8" name="object 4868"/>
            <p:cNvSpPr/>
            <p:nvPr/>
          </p:nvSpPr>
          <p:spPr>
            <a:xfrm>
              <a:off x="879500" y="4493390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9" name="object 4869"/>
            <p:cNvSpPr/>
            <p:nvPr/>
          </p:nvSpPr>
          <p:spPr>
            <a:xfrm>
              <a:off x="879500" y="4493390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0" y="0"/>
                  </a:moveTo>
                  <a:lnTo>
                    <a:pt x="16002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0" name="object 4870"/>
            <p:cNvSpPr/>
            <p:nvPr/>
          </p:nvSpPr>
          <p:spPr>
            <a:xfrm>
              <a:off x="879500" y="4358516"/>
              <a:ext cx="16510" cy="135255"/>
            </a:xfrm>
            <a:custGeom>
              <a:avLst/>
              <a:gdLst/>
              <a:ahLst/>
              <a:cxnLst/>
              <a:rect l="l" t="t" r="r" b="b"/>
              <a:pathLst>
                <a:path w="16509" h="135254">
                  <a:moveTo>
                    <a:pt x="16001" y="134874"/>
                  </a:moveTo>
                  <a:lnTo>
                    <a:pt x="16001" y="0"/>
                  </a:lnTo>
                  <a:lnTo>
                    <a:pt x="0" y="0"/>
                  </a:lnTo>
                  <a:lnTo>
                    <a:pt x="0" y="134874"/>
                  </a:lnTo>
                  <a:lnTo>
                    <a:pt x="16001" y="134874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1" name="object 4871"/>
            <p:cNvSpPr/>
            <p:nvPr/>
          </p:nvSpPr>
          <p:spPr>
            <a:xfrm>
              <a:off x="879500" y="4358516"/>
              <a:ext cx="16510" cy="135255"/>
            </a:xfrm>
            <a:custGeom>
              <a:avLst/>
              <a:gdLst/>
              <a:ahLst/>
              <a:cxnLst/>
              <a:rect l="l" t="t" r="r" b="b"/>
              <a:pathLst>
                <a:path w="16509" h="135254">
                  <a:moveTo>
                    <a:pt x="0" y="134874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34874"/>
                  </a:lnTo>
                  <a:lnTo>
                    <a:pt x="0" y="134874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2" name="object 4872"/>
            <p:cNvSpPr/>
            <p:nvPr/>
          </p:nvSpPr>
          <p:spPr>
            <a:xfrm>
              <a:off x="1204112" y="4482722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3" name="object 4873"/>
            <p:cNvSpPr/>
            <p:nvPr/>
          </p:nvSpPr>
          <p:spPr>
            <a:xfrm>
              <a:off x="1204112" y="4482722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4" name="object 4874"/>
            <p:cNvSpPr/>
            <p:nvPr/>
          </p:nvSpPr>
          <p:spPr>
            <a:xfrm>
              <a:off x="1204112" y="490334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5" name="object 4875"/>
            <p:cNvSpPr/>
            <p:nvPr/>
          </p:nvSpPr>
          <p:spPr>
            <a:xfrm>
              <a:off x="1204112" y="490334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0" y="0"/>
                  </a:moveTo>
                  <a:lnTo>
                    <a:pt x="16002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6" name="object 4876"/>
            <p:cNvSpPr/>
            <p:nvPr/>
          </p:nvSpPr>
          <p:spPr>
            <a:xfrm>
              <a:off x="1204112" y="4482722"/>
              <a:ext cx="16510" cy="421005"/>
            </a:xfrm>
            <a:custGeom>
              <a:avLst/>
              <a:gdLst/>
              <a:ahLst/>
              <a:cxnLst/>
              <a:rect l="l" t="t" r="r" b="b"/>
              <a:pathLst>
                <a:path w="16509" h="421004">
                  <a:moveTo>
                    <a:pt x="0" y="420623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420623"/>
                  </a:lnTo>
                  <a:lnTo>
                    <a:pt x="0" y="42062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7" name="object 4877"/>
            <p:cNvSpPr/>
            <p:nvPr/>
          </p:nvSpPr>
          <p:spPr>
            <a:xfrm>
              <a:off x="1204112" y="4482722"/>
              <a:ext cx="16510" cy="421005"/>
            </a:xfrm>
            <a:custGeom>
              <a:avLst/>
              <a:gdLst/>
              <a:ahLst/>
              <a:cxnLst/>
              <a:rect l="l" t="t" r="r" b="b"/>
              <a:pathLst>
                <a:path w="16509" h="421004">
                  <a:moveTo>
                    <a:pt x="0" y="420623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420623"/>
                  </a:lnTo>
                  <a:lnTo>
                    <a:pt x="0" y="420623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8" name="object 4878"/>
            <p:cNvSpPr/>
            <p:nvPr/>
          </p:nvSpPr>
          <p:spPr>
            <a:xfrm>
              <a:off x="1278788" y="4710560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9" name="object 4879"/>
            <p:cNvSpPr/>
            <p:nvPr/>
          </p:nvSpPr>
          <p:spPr>
            <a:xfrm>
              <a:off x="1278788" y="4710560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0" name="object 4880"/>
            <p:cNvSpPr/>
            <p:nvPr/>
          </p:nvSpPr>
          <p:spPr>
            <a:xfrm>
              <a:off x="1278788" y="4909442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1" name="object 4881"/>
            <p:cNvSpPr/>
            <p:nvPr/>
          </p:nvSpPr>
          <p:spPr>
            <a:xfrm>
              <a:off x="1278788" y="4909442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0" y="0"/>
                  </a:moveTo>
                  <a:lnTo>
                    <a:pt x="16002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2" name="object 4882"/>
            <p:cNvSpPr/>
            <p:nvPr/>
          </p:nvSpPr>
          <p:spPr>
            <a:xfrm>
              <a:off x="1278788" y="4710560"/>
              <a:ext cx="16510" cy="199390"/>
            </a:xfrm>
            <a:custGeom>
              <a:avLst/>
              <a:gdLst/>
              <a:ahLst/>
              <a:cxnLst/>
              <a:rect l="l" t="t" r="r" b="b"/>
              <a:pathLst>
                <a:path w="16509" h="199389">
                  <a:moveTo>
                    <a:pt x="0" y="198882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8882"/>
                  </a:lnTo>
                  <a:lnTo>
                    <a:pt x="0" y="19888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3" name="object 4883"/>
            <p:cNvSpPr/>
            <p:nvPr/>
          </p:nvSpPr>
          <p:spPr>
            <a:xfrm>
              <a:off x="1278788" y="4710560"/>
              <a:ext cx="16510" cy="199390"/>
            </a:xfrm>
            <a:custGeom>
              <a:avLst/>
              <a:gdLst/>
              <a:ahLst/>
              <a:cxnLst/>
              <a:rect l="l" t="t" r="r" b="b"/>
              <a:pathLst>
                <a:path w="16509" h="199389">
                  <a:moveTo>
                    <a:pt x="0" y="198882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8882"/>
                  </a:lnTo>
                  <a:lnTo>
                    <a:pt x="0" y="198882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4" name="object 4884"/>
            <p:cNvSpPr/>
            <p:nvPr/>
          </p:nvSpPr>
          <p:spPr>
            <a:xfrm>
              <a:off x="1342034" y="4710560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5" name="object 4885"/>
            <p:cNvSpPr/>
            <p:nvPr/>
          </p:nvSpPr>
          <p:spPr>
            <a:xfrm>
              <a:off x="1342034" y="4710560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6" name="object 4886"/>
            <p:cNvSpPr/>
            <p:nvPr/>
          </p:nvSpPr>
          <p:spPr>
            <a:xfrm>
              <a:off x="1342034" y="4909442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7" name="object 4887"/>
            <p:cNvSpPr/>
            <p:nvPr/>
          </p:nvSpPr>
          <p:spPr>
            <a:xfrm>
              <a:off x="1342034" y="4909442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0" y="0"/>
                  </a:moveTo>
                  <a:lnTo>
                    <a:pt x="16002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8" name="object 4888"/>
            <p:cNvSpPr/>
            <p:nvPr/>
          </p:nvSpPr>
          <p:spPr>
            <a:xfrm>
              <a:off x="1342034" y="4710560"/>
              <a:ext cx="16510" cy="199390"/>
            </a:xfrm>
            <a:custGeom>
              <a:avLst/>
              <a:gdLst/>
              <a:ahLst/>
              <a:cxnLst/>
              <a:rect l="l" t="t" r="r" b="b"/>
              <a:pathLst>
                <a:path w="16509" h="199389">
                  <a:moveTo>
                    <a:pt x="0" y="198882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8882"/>
                  </a:lnTo>
                  <a:lnTo>
                    <a:pt x="0" y="19888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9" name="object 4889"/>
            <p:cNvSpPr/>
            <p:nvPr/>
          </p:nvSpPr>
          <p:spPr>
            <a:xfrm>
              <a:off x="1342034" y="4710560"/>
              <a:ext cx="16510" cy="199390"/>
            </a:xfrm>
            <a:custGeom>
              <a:avLst/>
              <a:gdLst/>
              <a:ahLst/>
              <a:cxnLst/>
              <a:rect l="l" t="t" r="r" b="b"/>
              <a:pathLst>
                <a:path w="16509" h="199389">
                  <a:moveTo>
                    <a:pt x="0" y="198882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8882"/>
                  </a:lnTo>
                  <a:lnTo>
                    <a:pt x="0" y="198882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0" name="object 4890"/>
            <p:cNvSpPr/>
            <p:nvPr/>
          </p:nvSpPr>
          <p:spPr>
            <a:xfrm>
              <a:off x="1398422" y="4710560"/>
              <a:ext cx="17145" cy="0"/>
            </a:xfrm>
            <a:custGeom>
              <a:avLst/>
              <a:gdLst/>
              <a:ahLst/>
              <a:cxnLst/>
              <a:rect l="l" t="t" r="r" b="b"/>
              <a:pathLst>
                <a:path w="17144">
                  <a:moveTo>
                    <a:pt x="16764" y="0"/>
                  </a:moveTo>
                  <a:lnTo>
                    <a:pt x="0" y="0"/>
                  </a:lnTo>
                  <a:lnTo>
                    <a:pt x="16764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1" name="object 4891"/>
            <p:cNvSpPr/>
            <p:nvPr/>
          </p:nvSpPr>
          <p:spPr>
            <a:xfrm>
              <a:off x="1398422" y="4710560"/>
              <a:ext cx="17145" cy="0"/>
            </a:xfrm>
            <a:custGeom>
              <a:avLst/>
              <a:gdLst/>
              <a:ahLst/>
              <a:cxnLst/>
              <a:rect l="l" t="t" r="r" b="b"/>
              <a:pathLst>
                <a:path w="17144">
                  <a:moveTo>
                    <a:pt x="0" y="0"/>
                  </a:moveTo>
                  <a:lnTo>
                    <a:pt x="16763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2" name="object 4892"/>
            <p:cNvSpPr/>
            <p:nvPr/>
          </p:nvSpPr>
          <p:spPr>
            <a:xfrm>
              <a:off x="1398422" y="4909442"/>
              <a:ext cx="17145" cy="0"/>
            </a:xfrm>
            <a:custGeom>
              <a:avLst/>
              <a:gdLst/>
              <a:ahLst/>
              <a:cxnLst/>
              <a:rect l="l" t="t" r="r" b="b"/>
              <a:pathLst>
                <a:path w="17144">
                  <a:moveTo>
                    <a:pt x="16763" y="0"/>
                  </a:moveTo>
                  <a:lnTo>
                    <a:pt x="0" y="0"/>
                  </a:lnTo>
                  <a:lnTo>
                    <a:pt x="16763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3" name="object 4893"/>
            <p:cNvSpPr/>
            <p:nvPr/>
          </p:nvSpPr>
          <p:spPr>
            <a:xfrm>
              <a:off x="1398422" y="4909442"/>
              <a:ext cx="17145" cy="0"/>
            </a:xfrm>
            <a:custGeom>
              <a:avLst/>
              <a:gdLst/>
              <a:ahLst/>
              <a:cxnLst/>
              <a:rect l="l" t="t" r="r" b="b"/>
              <a:pathLst>
                <a:path w="17144">
                  <a:moveTo>
                    <a:pt x="0" y="0"/>
                  </a:moveTo>
                  <a:lnTo>
                    <a:pt x="16763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4" name="object 4894"/>
            <p:cNvSpPr/>
            <p:nvPr/>
          </p:nvSpPr>
          <p:spPr>
            <a:xfrm>
              <a:off x="1398422" y="4710560"/>
              <a:ext cx="17145" cy="199390"/>
            </a:xfrm>
            <a:custGeom>
              <a:avLst/>
              <a:gdLst/>
              <a:ahLst/>
              <a:cxnLst/>
              <a:rect l="l" t="t" r="r" b="b"/>
              <a:pathLst>
                <a:path w="17144" h="199389">
                  <a:moveTo>
                    <a:pt x="0" y="198882"/>
                  </a:moveTo>
                  <a:lnTo>
                    <a:pt x="0" y="0"/>
                  </a:lnTo>
                  <a:lnTo>
                    <a:pt x="16764" y="0"/>
                  </a:lnTo>
                  <a:lnTo>
                    <a:pt x="16764" y="198882"/>
                  </a:lnTo>
                  <a:lnTo>
                    <a:pt x="0" y="19888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5" name="object 4895"/>
            <p:cNvSpPr/>
            <p:nvPr/>
          </p:nvSpPr>
          <p:spPr>
            <a:xfrm>
              <a:off x="1398422" y="4710560"/>
              <a:ext cx="17145" cy="199390"/>
            </a:xfrm>
            <a:custGeom>
              <a:avLst/>
              <a:gdLst/>
              <a:ahLst/>
              <a:cxnLst/>
              <a:rect l="l" t="t" r="r" b="b"/>
              <a:pathLst>
                <a:path w="17144" h="199389">
                  <a:moveTo>
                    <a:pt x="0" y="198882"/>
                  </a:moveTo>
                  <a:lnTo>
                    <a:pt x="0" y="0"/>
                  </a:lnTo>
                  <a:lnTo>
                    <a:pt x="16764" y="0"/>
                  </a:lnTo>
                  <a:lnTo>
                    <a:pt x="16764" y="198882"/>
                  </a:lnTo>
                  <a:lnTo>
                    <a:pt x="0" y="198882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6" name="object 4896"/>
            <p:cNvSpPr/>
            <p:nvPr/>
          </p:nvSpPr>
          <p:spPr>
            <a:xfrm>
              <a:off x="887120" y="447434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7" name="object 4897"/>
            <p:cNvSpPr/>
            <p:nvPr/>
          </p:nvSpPr>
          <p:spPr>
            <a:xfrm>
              <a:off x="886739" y="447434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8" name="object 4898"/>
            <p:cNvSpPr/>
            <p:nvPr/>
          </p:nvSpPr>
          <p:spPr>
            <a:xfrm>
              <a:off x="1215542" y="447434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2"/>
                  </a:moveTo>
                  <a:lnTo>
                    <a:pt x="0" y="0"/>
                  </a:lnTo>
                  <a:lnTo>
                    <a:pt x="0" y="1600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9" name="object 4899"/>
            <p:cNvSpPr/>
            <p:nvPr/>
          </p:nvSpPr>
          <p:spPr>
            <a:xfrm>
              <a:off x="1215161" y="447434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0" name="object 4900"/>
            <p:cNvSpPr/>
            <p:nvPr/>
          </p:nvSpPr>
          <p:spPr>
            <a:xfrm>
              <a:off x="887120" y="4474340"/>
              <a:ext cx="328930" cy="16510"/>
            </a:xfrm>
            <a:custGeom>
              <a:avLst/>
              <a:gdLst/>
              <a:ahLst/>
              <a:cxnLst/>
              <a:rect l="l" t="t" r="r" b="b"/>
              <a:pathLst>
                <a:path w="328930" h="16510">
                  <a:moveTo>
                    <a:pt x="328422" y="16001"/>
                  </a:moveTo>
                  <a:lnTo>
                    <a:pt x="328422" y="0"/>
                  </a:lnTo>
                  <a:lnTo>
                    <a:pt x="0" y="0"/>
                  </a:lnTo>
                  <a:lnTo>
                    <a:pt x="0" y="16001"/>
                  </a:lnTo>
                  <a:lnTo>
                    <a:pt x="328422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1" name="object 4901"/>
            <p:cNvSpPr/>
            <p:nvPr/>
          </p:nvSpPr>
          <p:spPr>
            <a:xfrm>
              <a:off x="1179728" y="5280536"/>
              <a:ext cx="249554" cy="142875"/>
            </a:xfrm>
            <a:custGeom>
              <a:avLst/>
              <a:gdLst/>
              <a:ahLst/>
              <a:cxnLst/>
              <a:rect l="l" t="t" r="r" b="b"/>
              <a:pathLst>
                <a:path w="249555" h="142875">
                  <a:moveTo>
                    <a:pt x="0" y="0"/>
                  </a:moveTo>
                  <a:lnTo>
                    <a:pt x="0" y="142494"/>
                  </a:lnTo>
                  <a:lnTo>
                    <a:pt x="249174" y="142494"/>
                  </a:lnTo>
                  <a:lnTo>
                    <a:pt x="2491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2" name="object 4902"/>
            <p:cNvSpPr/>
            <p:nvPr/>
          </p:nvSpPr>
          <p:spPr>
            <a:xfrm>
              <a:off x="1236865" y="5163963"/>
              <a:ext cx="142240" cy="219075"/>
            </a:xfrm>
            <a:custGeom>
              <a:avLst/>
              <a:gdLst/>
              <a:ahLst/>
              <a:cxnLst/>
              <a:rect l="l" t="t" r="r" b="b"/>
              <a:pathLst>
                <a:path w="142240" h="219075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12" y="114300"/>
                  </a:lnTo>
                  <a:lnTo>
                    <a:pt x="12" y="116586"/>
                  </a:lnTo>
                  <a:lnTo>
                    <a:pt x="3810" y="116586"/>
                  </a:lnTo>
                  <a:lnTo>
                    <a:pt x="3810" y="114300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  <a:path w="142240" h="219075">
                  <a:moveTo>
                    <a:pt x="49530" y="170688"/>
                  </a:moveTo>
                  <a:lnTo>
                    <a:pt x="41148" y="170688"/>
                  </a:lnTo>
                  <a:lnTo>
                    <a:pt x="38100" y="179070"/>
                  </a:lnTo>
                  <a:lnTo>
                    <a:pt x="32766" y="195072"/>
                  </a:lnTo>
                  <a:lnTo>
                    <a:pt x="29718" y="203454"/>
                  </a:lnTo>
                  <a:lnTo>
                    <a:pt x="28194" y="209550"/>
                  </a:lnTo>
                  <a:lnTo>
                    <a:pt x="27432" y="211074"/>
                  </a:lnTo>
                  <a:lnTo>
                    <a:pt x="26670" y="209550"/>
                  </a:lnTo>
                  <a:lnTo>
                    <a:pt x="25908" y="207264"/>
                  </a:lnTo>
                  <a:lnTo>
                    <a:pt x="25146" y="204216"/>
                  </a:lnTo>
                  <a:lnTo>
                    <a:pt x="22098" y="195834"/>
                  </a:lnTo>
                  <a:lnTo>
                    <a:pt x="13716" y="170688"/>
                  </a:lnTo>
                  <a:lnTo>
                    <a:pt x="4572" y="170688"/>
                  </a:lnTo>
                  <a:lnTo>
                    <a:pt x="4572" y="217932"/>
                  </a:lnTo>
                  <a:lnTo>
                    <a:pt x="10668" y="217932"/>
                  </a:lnTo>
                  <a:lnTo>
                    <a:pt x="10668" y="178308"/>
                  </a:lnTo>
                  <a:lnTo>
                    <a:pt x="13716" y="188214"/>
                  </a:lnTo>
                  <a:lnTo>
                    <a:pt x="20574" y="208026"/>
                  </a:lnTo>
                  <a:lnTo>
                    <a:pt x="24384" y="217932"/>
                  </a:lnTo>
                  <a:lnTo>
                    <a:pt x="29718" y="217932"/>
                  </a:lnTo>
                  <a:lnTo>
                    <a:pt x="33528" y="208026"/>
                  </a:lnTo>
                  <a:lnTo>
                    <a:pt x="40386" y="188976"/>
                  </a:lnTo>
                  <a:lnTo>
                    <a:pt x="43434" y="178308"/>
                  </a:lnTo>
                  <a:lnTo>
                    <a:pt x="43434" y="217932"/>
                  </a:lnTo>
                  <a:lnTo>
                    <a:pt x="49530" y="217932"/>
                  </a:lnTo>
                  <a:lnTo>
                    <a:pt x="49530" y="170688"/>
                  </a:lnTo>
                  <a:close/>
                </a:path>
                <a:path w="142240" h="219075">
                  <a:moveTo>
                    <a:pt x="96012" y="170688"/>
                  </a:moveTo>
                  <a:lnTo>
                    <a:pt x="59436" y="170688"/>
                  </a:lnTo>
                  <a:lnTo>
                    <a:pt x="59436" y="217932"/>
                  </a:lnTo>
                  <a:lnTo>
                    <a:pt x="65532" y="217932"/>
                  </a:lnTo>
                  <a:lnTo>
                    <a:pt x="65532" y="176784"/>
                  </a:lnTo>
                  <a:lnTo>
                    <a:pt x="89916" y="176784"/>
                  </a:lnTo>
                  <a:lnTo>
                    <a:pt x="89916" y="217932"/>
                  </a:lnTo>
                  <a:lnTo>
                    <a:pt x="96012" y="217932"/>
                  </a:lnTo>
                  <a:lnTo>
                    <a:pt x="96012" y="170688"/>
                  </a:lnTo>
                  <a:close/>
                </a:path>
                <a:path w="142240" h="219075">
                  <a:moveTo>
                    <a:pt x="141732" y="170688"/>
                  </a:moveTo>
                  <a:lnTo>
                    <a:pt x="135636" y="170688"/>
                  </a:lnTo>
                  <a:lnTo>
                    <a:pt x="132588" y="178308"/>
                  </a:lnTo>
                  <a:lnTo>
                    <a:pt x="122682" y="200406"/>
                  </a:lnTo>
                  <a:lnTo>
                    <a:pt x="118872" y="192024"/>
                  </a:lnTo>
                  <a:lnTo>
                    <a:pt x="111252" y="178308"/>
                  </a:lnTo>
                  <a:lnTo>
                    <a:pt x="107442" y="170688"/>
                  </a:lnTo>
                  <a:lnTo>
                    <a:pt x="101346" y="170688"/>
                  </a:lnTo>
                  <a:lnTo>
                    <a:pt x="105918" y="179832"/>
                  </a:lnTo>
                  <a:lnTo>
                    <a:pt x="115062" y="196596"/>
                  </a:lnTo>
                  <a:lnTo>
                    <a:pt x="120396" y="205740"/>
                  </a:lnTo>
                  <a:lnTo>
                    <a:pt x="118872" y="208788"/>
                  </a:lnTo>
                  <a:lnTo>
                    <a:pt x="117538" y="214871"/>
                  </a:lnTo>
                  <a:lnTo>
                    <a:pt x="113398" y="213080"/>
                  </a:lnTo>
                  <a:lnTo>
                    <a:pt x="108966" y="213360"/>
                  </a:lnTo>
                  <a:lnTo>
                    <a:pt x="107442" y="212598"/>
                  </a:lnTo>
                  <a:lnTo>
                    <a:pt x="107442" y="217932"/>
                  </a:lnTo>
                  <a:lnTo>
                    <a:pt x="108966" y="218694"/>
                  </a:lnTo>
                  <a:lnTo>
                    <a:pt x="115824" y="218694"/>
                  </a:lnTo>
                  <a:lnTo>
                    <a:pt x="118110" y="217932"/>
                  </a:lnTo>
                  <a:lnTo>
                    <a:pt x="118872" y="216408"/>
                  </a:lnTo>
                  <a:lnTo>
                    <a:pt x="121158" y="214884"/>
                  </a:lnTo>
                  <a:lnTo>
                    <a:pt x="122682" y="211836"/>
                  </a:lnTo>
                  <a:lnTo>
                    <a:pt x="124206" y="208026"/>
                  </a:lnTo>
                  <a:lnTo>
                    <a:pt x="128778" y="198120"/>
                  </a:lnTo>
                  <a:lnTo>
                    <a:pt x="137160" y="180594"/>
                  </a:lnTo>
                  <a:lnTo>
                    <a:pt x="141732" y="17068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3" name="object 4903"/>
            <p:cNvSpPr/>
            <p:nvPr/>
          </p:nvSpPr>
          <p:spPr>
            <a:xfrm>
              <a:off x="1236878" y="5166236"/>
              <a:ext cx="3810" cy="112395"/>
            </a:xfrm>
            <a:custGeom>
              <a:avLst/>
              <a:gdLst/>
              <a:ahLst/>
              <a:cxnLst/>
              <a:rect l="l" t="t" r="r" b="b"/>
              <a:pathLst>
                <a:path w="3809" h="112395">
                  <a:moveTo>
                    <a:pt x="3809" y="0"/>
                  </a:moveTo>
                  <a:lnTo>
                    <a:pt x="3809" y="112013"/>
                  </a:lnTo>
                  <a:lnTo>
                    <a:pt x="0" y="112013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4" name="object 4904"/>
            <p:cNvSpPr/>
            <p:nvPr/>
          </p:nvSpPr>
          <p:spPr>
            <a:xfrm>
              <a:off x="1279537" y="5207384"/>
              <a:ext cx="3810" cy="73660"/>
            </a:xfrm>
            <a:custGeom>
              <a:avLst/>
              <a:gdLst/>
              <a:ahLst/>
              <a:cxnLst/>
              <a:rect l="l" t="t" r="r" b="b"/>
              <a:pathLst>
                <a:path w="3809" h="73660">
                  <a:moveTo>
                    <a:pt x="3810" y="70878"/>
                  </a:moveTo>
                  <a:lnTo>
                    <a:pt x="12" y="70878"/>
                  </a:lnTo>
                  <a:lnTo>
                    <a:pt x="12" y="73164"/>
                  </a:lnTo>
                  <a:lnTo>
                    <a:pt x="3810" y="73164"/>
                  </a:lnTo>
                  <a:lnTo>
                    <a:pt x="3810" y="70878"/>
                  </a:lnTo>
                  <a:close/>
                </a:path>
                <a:path w="3809" h="73660">
                  <a:moveTo>
                    <a:pt x="3810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3810" y="153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5" name="object 4905"/>
            <p:cNvSpPr/>
            <p:nvPr/>
          </p:nvSpPr>
          <p:spPr>
            <a:xfrm>
              <a:off x="1279550" y="5208908"/>
              <a:ext cx="3810" cy="69850"/>
            </a:xfrm>
            <a:custGeom>
              <a:avLst/>
              <a:gdLst/>
              <a:ahLst/>
              <a:cxnLst/>
              <a:rect l="l" t="t" r="r" b="b"/>
              <a:pathLst>
                <a:path w="3809" h="69850">
                  <a:moveTo>
                    <a:pt x="3809" y="0"/>
                  </a:moveTo>
                  <a:lnTo>
                    <a:pt x="3809" y="69341"/>
                  </a:lnTo>
                  <a:lnTo>
                    <a:pt x="0" y="69341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6" name="object 4906"/>
            <p:cNvSpPr/>
            <p:nvPr/>
          </p:nvSpPr>
          <p:spPr>
            <a:xfrm>
              <a:off x="1326781" y="5207384"/>
              <a:ext cx="3810" cy="73660"/>
            </a:xfrm>
            <a:custGeom>
              <a:avLst/>
              <a:gdLst/>
              <a:ahLst/>
              <a:cxnLst/>
              <a:rect l="l" t="t" r="r" b="b"/>
              <a:pathLst>
                <a:path w="3809" h="73660">
                  <a:moveTo>
                    <a:pt x="3810" y="70878"/>
                  </a:moveTo>
                  <a:lnTo>
                    <a:pt x="0" y="70878"/>
                  </a:lnTo>
                  <a:lnTo>
                    <a:pt x="0" y="73164"/>
                  </a:lnTo>
                  <a:lnTo>
                    <a:pt x="3810" y="73164"/>
                  </a:lnTo>
                  <a:lnTo>
                    <a:pt x="3810" y="70878"/>
                  </a:lnTo>
                  <a:close/>
                </a:path>
                <a:path w="3809" h="73660">
                  <a:moveTo>
                    <a:pt x="3810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3810" y="153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7" name="object 4907"/>
            <p:cNvSpPr/>
            <p:nvPr/>
          </p:nvSpPr>
          <p:spPr>
            <a:xfrm>
              <a:off x="1326794" y="5208908"/>
              <a:ext cx="3810" cy="69850"/>
            </a:xfrm>
            <a:custGeom>
              <a:avLst/>
              <a:gdLst/>
              <a:ahLst/>
              <a:cxnLst/>
              <a:rect l="l" t="t" r="r" b="b"/>
              <a:pathLst>
                <a:path w="3809" h="69850">
                  <a:moveTo>
                    <a:pt x="3809" y="0"/>
                  </a:moveTo>
                  <a:lnTo>
                    <a:pt x="3809" y="69341"/>
                  </a:lnTo>
                  <a:lnTo>
                    <a:pt x="0" y="69341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8" name="object 4908"/>
            <p:cNvSpPr/>
            <p:nvPr/>
          </p:nvSpPr>
          <p:spPr>
            <a:xfrm>
              <a:off x="1368691" y="5207384"/>
              <a:ext cx="3810" cy="73660"/>
            </a:xfrm>
            <a:custGeom>
              <a:avLst/>
              <a:gdLst/>
              <a:ahLst/>
              <a:cxnLst/>
              <a:rect l="l" t="t" r="r" b="b"/>
              <a:pathLst>
                <a:path w="3809" h="73660">
                  <a:moveTo>
                    <a:pt x="3810" y="70878"/>
                  </a:moveTo>
                  <a:lnTo>
                    <a:pt x="0" y="70878"/>
                  </a:lnTo>
                  <a:lnTo>
                    <a:pt x="0" y="73164"/>
                  </a:lnTo>
                  <a:lnTo>
                    <a:pt x="3810" y="73164"/>
                  </a:lnTo>
                  <a:lnTo>
                    <a:pt x="3810" y="70878"/>
                  </a:lnTo>
                  <a:close/>
                </a:path>
                <a:path w="3809" h="73660">
                  <a:moveTo>
                    <a:pt x="3810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3810" y="153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9" name="object 4909"/>
            <p:cNvSpPr/>
            <p:nvPr/>
          </p:nvSpPr>
          <p:spPr>
            <a:xfrm>
              <a:off x="1368704" y="5208908"/>
              <a:ext cx="3810" cy="69850"/>
            </a:xfrm>
            <a:custGeom>
              <a:avLst/>
              <a:gdLst/>
              <a:ahLst/>
              <a:cxnLst/>
              <a:rect l="l" t="t" r="r" b="b"/>
              <a:pathLst>
                <a:path w="3809" h="69850">
                  <a:moveTo>
                    <a:pt x="3809" y="0"/>
                  </a:moveTo>
                  <a:lnTo>
                    <a:pt x="3809" y="69341"/>
                  </a:lnTo>
                  <a:lnTo>
                    <a:pt x="0" y="69341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0" name="object 4910"/>
            <p:cNvSpPr/>
            <p:nvPr/>
          </p:nvSpPr>
          <p:spPr>
            <a:xfrm>
              <a:off x="8571116" y="5411486"/>
              <a:ext cx="234315" cy="63500"/>
            </a:xfrm>
            <a:custGeom>
              <a:avLst/>
              <a:gdLst/>
              <a:ahLst/>
              <a:cxnLst/>
              <a:rect l="l" t="t" r="r" b="b"/>
              <a:pathLst>
                <a:path w="234315" h="63500">
                  <a:moveTo>
                    <a:pt x="53340" y="18415"/>
                  </a:moveTo>
                  <a:lnTo>
                    <a:pt x="48768" y="9271"/>
                  </a:lnTo>
                  <a:lnTo>
                    <a:pt x="38862" y="2413"/>
                  </a:lnTo>
                  <a:lnTo>
                    <a:pt x="25107" y="863"/>
                  </a:lnTo>
                  <a:lnTo>
                    <a:pt x="13677" y="4203"/>
                  </a:lnTo>
                  <a:lnTo>
                    <a:pt x="5143" y="12369"/>
                  </a:lnTo>
                  <a:lnTo>
                    <a:pt x="0" y="25273"/>
                  </a:lnTo>
                  <a:lnTo>
                    <a:pt x="0" y="32131"/>
                  </a:lnTo>
                  <a:lnTo>
                    <a:pt x="1524" y="45847"/>
                  </a:lnTo>
                  <a:lnTo>
                    <a:pt x="7620" y="54991"/>
                  </a:lnTo>
                  <a:lnTo>
                    <a:pt x="16764" y="61849"/>
                  </a:lnTo>
                  <a:lnTo>
                    <a:pt x="27432" y="63373"/>
                  </a:lnTo>
                  <a:lnTo>
                    <a:pt x="36576" y="62611"/>
                  </a:lnTo>
                  <a:lnTo>
                    <a:pt x="44196" y="58801"/>
                  </a:lnTo>
                  <a:lnTo>
                    <a:pt x="49530" y="52705"/>
                  </a:lnTo>
                  <a:lnTo>
                    <a:pt x="53340" y="43561"/>
                  </a:lnTo>
                  <a:lnTo>
                    <a:pt x="41148" y="39751"/>
                  </a:lnTo>
                  <a:lnTo>
                    <a:pt x="39624" y="45847"/>
                  </a:lnTo>
                  <a:lnTo>
                    <a:pt x="32004" y="52705"/>
                  </a:lnTo>
                  <a:lnTo>
                    <a:pt x="27432" y="53467"/>
                  </a:lnTo>
                  <a:lnTo>
                    <a:pt x="21336" y="51943"/>
                  </a:lnTo>
                  <a:lnTo>
                    <a:pt x="14478" y="45085"/>
                  </a:lnTo>
                  <a:lnTo>
                    <a:pt x="12192" y="31369"/>
                  </a:lnTo>
                  <a:lnTo>
                    <a:pt x="13716" y="22225"/>
                  </a:lnTo>
                  <a:lnTo>
                    <a:pt x="16764" y="15367"/>
                  </a:lnTo>
                  <a:lnTo>
                    <a:pt x="24384" y="11557"/>
                  </a:lnTo>
                  <a:lnTo>
                    <a:pt x="32004" y="12319"/>
                  </a:lnTo>
                  <a:lnTo>
                    <a:pt x="39624" y="16891"/>
                  </a:lnTo>
                  <a:lnTo>
                    <a:pt x="41148" y="20701"/>
                  </a:lnTo>
                  <a:lnTo>
                    <a:pt x="53340" y="18415"/>
                  </a:lnTo>
                  <a:close/>
                </a:path>
                <a:path w="234315" h="63500">
                  <a:moveTo>
                    <a:pt x="115785" y="46304"/>
                  </a:moveTo>
                  <a:lnTo>
                    <a:pt x="115519" y="37719"/>
                  </a:lnTo>
                  <a:lnTo>
                    <a:pt x="109715" y="32893"/>
                  </a:lnTo>
                  <a:lnTo>
                    <a:pt x="103619" y="29845"/>
                  </a:lnTo>
                  <a:lnTo>
                    <a:pt x="105905" y="28321"/>
                  </a:lnTo>
                  <a:lnTo>
                    <a:pt x="107429" y="26797"/>
                  </a:lnTo>
                  <a:lnTo>
                    <a:pt x="112547" y="22517"/>
                  </a:lnTo>
                  <a:lnTo>
                    <a:pt x="113004" y="12877"/>
                  </a:lnTo>
                  <a:lnTo>
                    <a:pt x="108953" y="7747"/>
                  </a:lnTo>
                  <a:lnTo>
                    <a:pt x="106667" y="6223"/>
                  </a:lnTo>
                  <a:lnTo>
                    <a:pt x="105143" y="4699"/>
                  </a:lnTo>
                  <a:lnTo>
                    <a:pt x="102095" y="3251"/>
                  </a:lnTo>
                  <a:lnTo>
                    <a:pt x="102095" y="42799"/>
                  </a:lnTo>
                  <a:lnTo>
                    <a:pt x="102095" y="46609"/>
                  </a:lnTo>
                  <a:lnTo>
                    <a:pt x="100571" y="49657"/>
                  </a:lnTo>
                  <a:lnTo>
                    <a:pt x="99047" y="51181"/>
                  </a:lnTo>
                  <a:lnTo>
                    <a:pt x="97523" y="51943"/>
                  </a:lnTo>
                  <a:lnTo>
                    <a:pt x="94475" y="51943"/>
                  </a:lnTo>
                  <a:lnTo>
                    <a:pt x="91427" y="52705"/>
                  </a:lnTo>
                  <a:lnTo>
                    <a:pt x="76187" y="52705"/>
                  </a:lnTo>
                  <a:lnTo>
                    <a:pt x="76187" y="35941"/>
                  </a:lnTo>
                  <a:lnTo>
                    <a:pt x="94475" y="35941"/>
                  </a:lnTo>
                  <a:lnTo>
                    <a:pt x="96761" y="36703"/>
                  </a:lnTo>
                  <a:lnTo>
                    <a:pt x="99809" y="38227"/>
                  </a:lnTo>
                  <a:lnTo>
                    <a:pt x="100571" y="38989"/>
                  </a:lnTo>
                  <a:lnTo>
                    <a:pt x="101333" y="41275"/>
                  </a:lnTo>
                  <a:lnTo>
                    <a:pt x="102095" y="42799"/>
                  </a:lnTo>
                  <a:lnTo>
                    <a:pt x="102095" y="3251"/>
                  </a:lnTo>
                  <a:lnTo>
                    <a:pt x="99809" y="2159"/>
                  </a:lnTo>
                  <a:lnTo>
                    <a:pt x="99809" y="16891"/>
                  </a:lnTo>
                  <a:lnTo>
                    <a:pt x="99809" y="20701"/>
                  </a:lnTo>
                  <a:lnTo>
                    <a:pt x="96659" y="28168"/>
                  </a:lnTo>
                  <a:lnTo>
                    <a:pt x="89611" y="24295"/>
                  </a:lnTo>
                  <a:lnTo>
                    <a:pt x="81521" y="25273"/>
                  </a:lnTo>
                  <a:lnTo>
                    <a:pt x="76187" y="25273"/>
                  </a:lnTo>
                  <a:lnTo>
                    <a:pt x="76187" y="11557"/>
                  </a:lnTo>
                  <a:lnTo>
                    <a:pt x="91427" y="11557"/>
                  </a:lnTo>
                  <a:lnTo>
                    <a:pt x="93713" y="12319"/>
                  </a:lnTo>
                  <a:lnTo>
                    <a:pt x="95313" y="12344"/>
                  </a:lnTo>
                  <a:lnTo>
                    <a:pt x="98285" y="13843"/>
                  </a:lnTo>
                  <a:lnTo>
                    <a:pt x="99809" y="16891"/>
                  </a:lnTo>
                  <a:lnTo>
                    <a:pt x="99809" y="2159"/>
                  </a:lnTo>
                  <a:lnTo>
                    <a:pt x="95313" y="0"/>
                  </a:lnTo>
                  <a:lnTo>
                    <a:pt x="92240" y="2133"/>
                  </a:lnTo>
                  <a:lnTo>
                    <a:pt x="81521" y="1651"/>
                  </a:lnTo>
                  <a:lnTo>
                    <a:pt x="63995" y="1651"/>
                  </a:lnTo>
                  <a:lnTo>
                    <a:pt x="63995" y="62611"/>
                  </a:lnTo>
                  <a:lnTo>
                    <a:pt x="76187" y="62611"/>
                  </a:lnTo>
                  <a:lnTo>
                    <a:pt x="95313" y="62560"/>
                  </a:lnTo>
                  <a:lnTo>
                    <a:pt x="102095" y="61429"/>
                  </a:lnTo>
                  <a:lnTo>
                    <a:pt x="103428" y="61214"/>
                  </a:lnTo>
                  <a:lnTo>
                    <a:pt x="103619" y="61087"/>
                  </a:lnTo>
                  <a:lnTo>
                    <a:pt x="109715" y="57277"/>
                  </a:lnTo>
                  <a:lnTo>
                    <a:pt x="111239" y="55753"/>
                  </a:lnTo>
                  <a:lnTo>
                    <a:pt x="112763" y="52705"/>
                  </a:lnTo>
                  <a:lnTo>
                    <a:pt x="115785" y="46304"/>
                  </a:lnTo>
                  <a:close/>
                </a:path>
                <a:path w="234315" h="63500">
                  <a:moveTo>
                    <a:pt x="176009" y="40513"/>
                  </a:moveTo>
                  <a:lnTo>
                    <a:pt x="172681" y="32969"/>
                  </a:lnTo>
                  <a:lnTo>
                    <a:pt x="166331" y="28232"/>
                  </a:lnTo>
                  <a:lnTo>
                    <a:pt x="163817" y="27533"/>
                  </a:lnTo>
                  <a:lnTo>
                    <a:pt x="163817" y="46609"/>
                  </a:lnTo>
                  <a:lnTo>
                    <a:pt x="163055" y="48133"/>
                  </a:lnTo>
                  <a:lnTo>
                    <a:pt x="161531" y="48895"/>
                  </a:lnTo>
                  <a:lnTo>
                    <a:pt x="160769" y="50419"/>
                  </a:lnTo>
                  <a:lnTo>
                    <a:pt x="157721" y="51943"/>
                  </a:lnTo>
                  <a:lnTo>
                    <a:pt x="156197" y="51943"/>
                  </a:lnTo>
                  <a:lnTo>
                    <a:pt x="153149" y="52705"/>
                  </a:lnTo>
                  <a:lnTo>
                    <a:pt x="137909" y="52705"/>
                  </a:lnTo>
                  <a:lnTo>
                    <a:pt x="137909" y="35941"/>
                  </a:lnTo>
                  <a:lnTo>
                    <a:pt x="147053" y="35941"/>
                  </a:lnTo>
                  <a:lnTo>
                    <a:pt x="157264" y="37007"/>
                  </a:lnTo>
                  <a:lnTo>
                    <a:pt x="163207" y="34505"/>
                  </a:lnTo>
                  <a:lnTo>
                    <a:pt x="163817" y="46609"/>
                  </a:lnTo>
                  <a:lnTo>
                    <a:pt x="163817" y="27533"/>
                  </a:lnTo>
                  <a:lnTo>
                    <a:pt x="158356" y="26009"/>
                  </a:lnTo>
                  <a:lnTo>
                    <a:pt x="137909" y="26035"/>
                  </a:lnTo>
                  <a:lnTo>
                    <a:pt x="137909" y="12319"/>
                  </a:lnTo>
                  <a:lnTo>
                    <a:pt x="170675" y="12319"/>
                  </a:lnTo>
                  <a:lnTo>
                    <a:pt x="170675" y="1651"/>
                  </a:lnTo>
                  <a:lnTo>
                    <a:pt x="125717" y="1651"/>
                  </a:lnTo>
                  <a:lnTo>
                    <a:pt x="125717" y="62611"/>
                  </a:lnTo>
                  <a:lnTo>
                    <a:pt x="137909" y="62611"/>
                  </a:lnTo>
                  <a:lnTo>
                    <a:pt x="147053" y="62611"/>
                  </a:lnTo>
                  <a:lnTo>
                    <a:pt x="156260" y="62865"/>
                  </a:lnTo>
                  <a:lnTo>
                    <a:pt x="163817" y="61341"/>
                  </a:lnTo>
                  <a:lnTo>
                    <a:pt x="165023" y="61099"/>
                  </a:lnTo>
                  <a:lnTo>
                    <a:pt x="172034" y="56476"/>
                  </a:lnTo>
                  <a:lnTo>
                    <a:pt x="176009" y="48133"/>
                  </a:lnTo>
                  <a:lnTo>
                    <a:pt x="176009" y="40513"/>
                  </a:lnTo>
                  <a:close/>
                </a:path>
                <a:path w="234315" h="63500">
                  <a:moveTo>
                    <a:pt x="233934" y="1651"/>
                  </a:moveTo>
                  <a:lnTo>
                    <a:pt x="220218" y="1651"/>
                  </a:lnTo>
                  <a:lnTo>
                    <a:pt x="217170" y="10033"/>
                  </a:lnTo>
                  <a:lnTo>
                    <a:pt x="208026" y="32893"/>
                  </a:lnTo>
                  <a:lnTo>
                    <a:pt x="204978" y="25273"/>
                  </a:lnTo>
                  <a:lnTo>
                    <a:pt x="194310" y="1651"/>
                  </a:lnTo>
                  <a:lnTo>
                    <a:pt x="180594" y="1651"/>
                  </a:lnTo>
                  <a:lnTo>
                    <a:pt x="186690" y="13081"/>
                  </a:lnTo>
                  <a:lnTo>
                    <a:pt x="197358" y="33655"/>
                  </a:lnTo>
                  <a:lnTo>
                    <a:pt x="202692" y="45085"/>
                  </a:lnTo>
                  <a:lnTo>
                    <a:pt x="201930" y="48133"/>
                  </a:lnTo>
                  <a:lnTo>
                    <a:pt x="200406" y="50419"/>
                  </a:lnTo>
                  <a:lnTo>
                    <a:pt x="198882" y="51943"/>
                  </a:lnTo>
                  <a:lnTo>
                    <a:pt x="195834" y="53467"/>
                  </a:lnTo>
                  <a:lnTo>
                    <a:pt x="188214" y="53467"/>
                  </a:lnTo>
                  <a:lnTo>
                    <a:pt x="188214" y="62611"/>
                  </a:lnTo>
                  <a:lnTo>
                    <a:pt x="190500" y="63373"/>
                  </a:lnTo>
                  <a:lnTo>
                    <a:pt x="200406" y="63373"/>
                  </a:lnTo>
                  <a:lnTo>
                    <a:pt x="217932" y="35941"/>
                  </a:lnTo>
                  <a:lnTo>
                    <a:pt x="228600" y="13843"/>
                  </a:lnTo>
                  <a:lnTo>
                    <a:pt x="233934" y="165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1" name="object 4911"/>
            <p:cNvSpPr/>
            <p:nvPr/>
          </p:nvSpPr>
          <p:spPr>
            <a:xfrm>
              <a:off x="1300886" y="5423030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192" y="0"/>
                  </a:moveTo>
                  <a:lnTo>
                    <a:pt x="0" y="0"/>
                  </a:lnTo>
                  <a:lnTo>
                    <a:pt x="12192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2" name="object 4912"/>
            <p:cNvSpPr/>
            <p:nvPr/>
          </p:nvSpPr>
          <p:spPr>
            <a:xfrm>
              <a:off x="1300886" y="5423030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19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3" name="object 4913"/>
            <p:cNvSpPr/>
            <p:nvPr/>
          </p:nvSpPr>
          <p:spPr>
            <a:xfrm>
              <a:off x="1300886" y="6348098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191" y="0"/>
                  </a:moveTo>
                  <a:lnTo>
                    <a:pt x="0" y="0"/>
                  </a:lnTo>
                  <a:lnTo>
                    <a:pt x="12191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4" name="object 4914"/>
            <p:cNvSpPr/>
            <p:nvPr/>
          </p:nvSpPr>
          <p:spPr>
            <a:xfrm>
              <a:off x="1300886" y="6348098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19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5" name="object 4915"/>
            <p:cNvSpPr/>
            <p:nvPr/>
          </p:nvSpPr>
          <p:spPr>
            <a:xfrm>
              <a:off x="1300886" y="5423030"/>
              <a:ext cx="12700" cy="925194"/>
            </a:xfrm>
            <a:custGeom>
              <a:avLst/>
              <a:gdLst/>
              <a:ahLst/>
              <a:cxnLst/>
              <a:rect l="l" t="t" r="r" b="b"/>
              <a:pathLst>
                <a:path w="12700" h="925195">
                  <a:moveTo>
                    <a:pt x="0" y="925068"/>
                  </a:moveTo>
                  <a:lnTo>
                    <a:pt x="0" y="0"/>
                  </a:lnTo>
                  <a:lnTo>
                    <a:pt x="12191" y="0"/>
                  </a:lnTo>
                  <a:lnTo>
                    <a:pt x="12191" y="925068"/>
                  </a:lnTo>
                  <a:lnTo>
                    <a:pt x="0" y="925068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6" name="object 4916"/>
            <p:cNvSpPr/>
            <p:nvPr/>
          </p:nvSpPr>
          <p:spPr>
            <a:xfrm>
              <a:off x="1300886" y="5423030"/>
              <a:ext cx="12700" cy="925194"/>
            </a:xfrm>
            <a:custGeom>
              <a:avLst/>
              <a:gdLst/>
              <a:ahLst/>
              <a:cxnLst/>
              <a:rect l="l" t="t" r="r" b="b"/>
              <a:pathLst>
                <a:path w="12700" h="925195">
                  <a:moveTo>
                    <a:pt x="0" y="925068"/>
                  </a:moveTo>
                  <a:lnTo>
                    <a:pt x="0" y="0"/>
                  </a:lnTo>
                  <a:lnTo>
                    <a:pt x="12191" y="0"/>
                  </a:lnTo>
                  <a:lnTo>
                    <a:pt x="12191" y="925068"/>
                  </a:lnTo>
                  <a:lnTo>
                    <a:pt x="0" y="925068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7" name="object 4917"/>
            <p:cNvSpPr/>
            <p:nvPr/>
          </p:nvSpPr>
          <p:spPr>
            <a:xfrm>
              <a:off x="1300886" y="6335906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11429"/>
                  </a:moveTo>
                  <a:lnTo>
                    <a:pt x="0" y="0"/>
                  </a:lnTo>
                  <a:lnTo>
                    <a:pt x="0" y="11429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8" name="object 4918"/>
            <p:cNvSpPr/>
            <p:nvPr/>
          </p:nvSpPr>
          <p:spPr>
            <a:xfrm>
              <a:off x="1300505" y="6335906"/>
              <a:ext cx="1270" cy="11430"/>
            </a:xfrm>
            <a:custGeom>
              <a:avLst/>
              <a:gdLst/>
              <a:ahLst/>
              <a:cxnLst/>
              <a:rect l="l" t="t" r="r" b="b"/>
              <a:pathLst>
                <a:path w="1269" h="11429">
                  <a:moveTo>
                    <a:pt x="0" y="11429"/>
                  </a:moveTo>
                  <a:lnTo>
                    <a:pt x="762" y="11429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1429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9" name="object 4919"/>
            <p:cNvSpPr/>
            <p:nvPr/>
          </p:nvSpPr>
          <p:spPr>
            <a:xfrm>
              <a:off x="6035192" y="6335906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11430"/>
                  </a:moveTo>
                  <a:lnTo>
                    <a:pt x="0" y="0"/>
                  </a:lnTo>
                  <a:lnTo>
                    <a:pt x="0" y="114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0" name="object 4920"/>
            <p:cNvSpPr/>
            <p:nvPr/>
          </p:nvSpPr>
          <p:spPr>
            <a:xfrm>
              <a:off x="6034811" y="6335906"/>
              <a:ext cx="1270" cy="11430"/>
            </a:xfrm>
            <a:custGeom>
              <a:avLst/>
              <a:gdLst/>
              <a:ahLst/>
              <a:cxnLst/>
              <a:rect l="l" t="t" r="r" b="b"/>
              <a:pathLst>
                <a:path w="1270" h="11429">
                  <a:moveTo>
                    <a:pt x="0" y="11430"/>
                  </a:moveTo>
                  <a:lnTo>
                    <a:pt x="761" y="11430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14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1" name="object 4921"/>
            <p:cNvSpPr/>
            <p:nvPr/>
          </p:nvSpPr>
          <p:spPr>
            <a:xfrm>
              <a:off x="1300873" y="6335919"/>
              <a:ext cx="4734560" cy="11430"/>
            </a:xfrm>
            <a:custGeom>
              <a:avLst/>
              <a:gdLst/>
              <a:ahLst/>
              <a:cxnLst/>
              <a:rect l="l" t="t" r="r" b="b"/>
              <a:pathLst>
                <a:path w="4734560" h="11429">
                  <a:moveTo>
                    <a:pt x="4734306" y="0"/>
                  </a:moveTo>
                  <a:lnTo>
                    <a:pt x="0" y="0"/>
                  </a:lnTo>
                  <a:lnTo>
                    <a:pt x="0" y="11430"/>
                  </a:lnTo>
                  <a:lnTo>
                    <a:pt x="4734306" y="11430"/>
                  </a:lnTo>
                  <a:lnTo>
                    <a:pt x="4734306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2" name="object 4922"/>
            <p:cNvSpPr/>
            <p:nvPr/>
          </p:nvSpPr>
          <p:spPr>
            <a:xfrm>
              <a:off x="6023000" y="5450462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19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3" name="object 4923"/>
            <p:cNvSpPr/>
            <p:nvPr/>
          </p:nvSpPr>
          <p:spPr>
            <a:xfrm>
              <a:off x="6023000" y="6338954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191" y="0"/>
                  </a:moveTo>
                  <a:lnTo>
                    <a:pt x="0" y="0"/>
                  </a:lnTo>
                  <a:lnTo>
                    <a:pt x="12191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4" name="object 4924"/>
            <p:cNvSpPr/>
            <p:nvPr/>
          </p:nvSpPr>
          <p:spPr>
            <a:xfrm>
              <a:off x="6023000" y="6338954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19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5" name="object 4925"/>
            <p:cNvSpPr/>
            <p:nvPr/>
          </p:nvSpPr>
          <p:spPr>
            <a:xfrm>
              <a:off x="6023000" y="5450462"/>
              <a:ext cx="12700" cy="889000"/>
            </a:xfrm>
            <a:custGeom>
              <a:avLst/>
              <a:gdLst/>
              <a:ahLst/>
              <a:cxnLst/>
              <a:rect l="l" t="t" r="r" b="b"/>
              <a:pathLst>
                <a:path w="12700" h="889000">
                  <a:moveTo>
                    <a:pt x="0" y="888491"/>
                  </a:moveTo>
                  <a:lnTo>
                    <a:pt x="0" y="0"/>
                  </a:lnTo>
                  <a:lnTo>
                    <a:pt x="12192" y="0"/>
                  </a:lnTo>
                  <a:lnTo>
                    <a:pt x="12192" y="888491"/>
                  </a:lnTo>
                  <a:lnTo>
                    <a:pt x="0" y="888491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6" name="object 4926"/>
            <p:cNvSpPr/>
            <p:nvPr/>
          </p:nvSpPr>
          <p:spPr>
            <a:xfrm>
              <a:off x="6023000" y="5450462"/>
              <a:ext cx="12700" cy="889000"/>
            </a:xfrm>
            <a:custGeom>
              <a:avLst/>
              <a:gdLst/>
              <a:ahLst/>
              <a:cxnLst/>
              <a:rect l="l" t="t" r="r" b="b"/>
              <a:pathLst>
                <a:path w="12700" h="889000">
                  <a:moveTo>
                    <a:pt x="0" y="888491"/>
                  </a:moveTo>
                  <a:lnTo>
                    <a:pt x="0" y="0"/>
                  </a:lnTo>
                  <a:lnTo>
                    <a:pt x="12192" y="0"/>
                  </a:lnTo>
                  <a:lnTo>
                    <a:pt x="12192" y="888491"/>
                  </a:lnTo>
                  <a:lnTo>
                    <a:pt x="0" y="888491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7" name="object 4927"/>
            <p:cNvSpPr/>
            <p:nvPr/>
          </p:nvSpPr>
          <p:spPr>
            <a:xfrm>
              <a:off x="6035192" y="5451224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12191"/>
                  </a:moveTo>
                  <a:lnTo>
                    <a:pt x="0" y="0"/>
                  </a:lnTo>
                  <a:lnTo>
                    <a:pt x="0" y="12191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8" name="object 4928"/>
            <p:cNvSpPr/>
            <p:nvPr/>
          </p:nvSpPr>
          <p:spPr>
            <a:xfrm>
              <a:off x="6034811" y="5451224"/>
              <a:ext cx="1270" cy="12700"/>
            </a:xfrm>
            <a:custGeom>
              <a:avLst/>
              <a:gdLst/>
              <a:ahLst/>
              <a:cxnLst/>
              <a:rect l="l" t="t" r="r" b="b"/>
              <a:pathLst>
                <a:path w="1270" h="12700">
                  <a:moveTo>
                    <a:pt x="0" y="12191"/>
                  </a:moveTo>
                  <a:lnTo>
                    <a:pt x="761" y="1219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2191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9" name="object 4929"/>
            <p:cNvSpPr/>
            <p:nvPr/>
          </p:nvSpPr>
          <p:spPr>
            <a:xfrm>
              <a:off x="8108594" y="5451224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12192"/>
                  </a:moveTo>
                  <a:lnTo>
                    <a:pt x="0" y="0"/>
                  </a:lnTo>
                  <a:lnTo>
                    <a:pt x="0" y="1219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0" name="object 4930"/>
            <p:cNvSpPr/>
            <p:nvPr/>
          </p:nvSpPr>
          <p:spPr>
            <a:xfrm>
              <a:off x="8108213" y="5451224"/>
              <a:ext cx="1270" cy="12700"/>
            </a:xfrm>
            <a:custGeom>
              <a:avLst/>
              <a:gdLst/>
              <a:ahLst/>
              <a:cxnLst/>
              <a:rect l="l" t="t" r="r" b="b"/>
              <a:pathLst>
                <a:path w="1270" h="12700">
                  <a:moveTo>
                    <a:pt x="0" y="12191"/>
                  </a:moveTo>
                  <a:lnTo>
                    <a:pt x="761" y="1219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2191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1" name="object 4931"/>
            <p:cNvSpPr/>
            <p:nvPr/>
          </p:nvSpPr>
          <p:spPr>
            <a:xfrm>
              <a:off x="6035192" y="5451224"/>
              <a:ext cx="2073910" cy="12700"/>
            </a:xfrm>
            <a:custGeom>
              <a:avLst/>
              <a:gdLst/>
              <a:ahLst/>
              <a:cxnLst/>
              <a:rect l="l" t="t" r="r" b="b"/>
              <a:pathLst>
                <a:path w="2073909" h="12700">
                  <a:moveTo>
                    <a:pt x="2073402" y="12192"/>
                  </a:moveTo>
                  <a:lnTo>
                    <a:pt x="2073402" y="0"/>
                  </a:lnTo>
                  <a:lnTo>
                    <a:pt x="0" y="0"/>
                  </a:lnTo>
                  <a:lnTo>
                    <a:pt x="0" y="12192"/>
                  </a:lnTo>
                  <a:lnTo>
                    <a:pt x="2073402" y="1219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2" name="object 4932"/>
            <p:cNvSpPr/>
            <p:nvPr/>
          </p:nvSpPr>
          <p:spPr>
            <a:xfrm>
              <a:off x="3902354" y="477761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3" name="object 4933"/>
            <p:cNvSpPr/>
            <p:nvPr/>
          </p:nvSpPr>
          <p:spPr>
            <a:xfrm>
              <a:off x="3902354" y="477761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4" name="object 4934"/>
            <p:cNvSpPr/>
            <p:nvPr/>
          </p:nvSpPr>
          <p:spPr>
            <a:xfrm>
              <a:off x="3902354" y="5327018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1" y="0"/>
                  </a:moveTo>
                  <a:lnTo>
                    <a:pt x="0" y="0"/>
                  </a:lnTo>
                  <a:lnTo>
                    <a:pt x="16001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5" name="object 4935"/>
            <p:cNvSpPr/>
            <p:nvPr/>
          </p:nvSpPr>
          <p:spPr>
            <a:xfrm>
              <a:off x="3902354" y="5327018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6" name="object 4936"/>
            <p:cNvSpPr/>
            <p:nvPr/>
          </p:nvSpPr>
          <p:spPr>
            <a:xfrm>
              <a:off x="3902354" y="4777616"/>
              <a:ext cx="16510" cy="549910"/>
            </a:xfrm>
            <a:custGeom>
              <a:avLst/>
              <a:gdLst/>
              <a:ahLst/>
              <a:cxnLst/>
              <a:rect l="l" t="t" r="r" b="b"/>
              <a:pathLst>
                <a:path w="16510" h="549910">
                  <a:moveTo>
                    <a:pt x="0" y="549402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549402"/>
                  </a:lnTo>
                  <a:lnTo>
                    <a:pt x="0" y="54940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7" name="object 4937"/>
            <p:cNvSpPr/>
            <p:nvPr/>
          </p:nvSpPr>
          <p:spPr>
            <a:xfrm>
              <a:off x="3902354" y="4777616"/>
              <a:ext cx="16510" cy="549910"/>
            </a:xfrm>
            <a:custGeom>
              <a:avLst/>
              <a:gdLst/>
              <a:ahLst/>
              <a:cxnLst/>
              <a:rect l="l" t="t" r="r" b="b"/>
              <a:pathLst>
                <a:path w="16510" h="549910">
                  <a:moveTo>
                    <a:pt x="0" y="549402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549402"/>
                  </a:lnTo>
                  <a:lnTo>
                    <a:pt x="0" y="549402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8" name="object 4938"/>
            <p:cNvSpPr/>
            <p:nvPr/>
          </p:nvSpPr>
          <p:spPr>
            <a:xfrm>
              <a:off x="3979316" y="5123564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9" name="object 4939"/>
            <p:cNvSpPr/>
            <p:nvPr/>
          </p:nvSpPr>
          <p:spPr>
            <a:xfrm>
              <a:off x="3979316" y="5123564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0" name="object 4940"/>
            <p:cNvSpPr/>
            <p:nvPr/>
          </p:nvSpPr>
          <p:spPr>
            <a:xfrm>
              <a:off x="3979316" y="532244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1" y="0"/>
                  </a:moveTo>
                  <a:lnTo>
                    <a:pt x="0" y="0"/>
                  </a:lnTo>
                  <a:lnTo>
                    <a:pt x="16001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1" name="object 4941"/>
            <p:cNvSpPr/>
            <p:nvPr/>
          </p:nvSpPr>
          <p:spPr>
            <a:xfrm>
              <a:off x="3979316" y="532244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2" name="object 4942"/>
            <p:cNvSpPr/>
            <p:nvPr/>
          </p:nvSpPr>
          <p:spPr>
            <a:xfrm>
              <a:off x="3979316" y="5123564"/>
              <a:ext cx="16510" cy="199390"/>
            </a:xfrm>
            <a:custGeom>
              <a:avLst/>
              <a:gdLst/>
              <a:ahLst/>
              <a:cxnLst/>
              <a:rect l="l" t="t" r="r" b="b"/>
              <a:pathLst>
                <a:path w="16510" h="199389">
                  <a:moveTo>
                    <a:pt x="0" y="198882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8882"/>
                  </a:lnTo>
                  <a:lnTo>
                    <a:pt x="0" y="19888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3" name="object 4943"/>
            <p:cNvSpPr/>
            <p:nvPr/>
          </p:nvSpPr>
          <p:spPr>
            <a:xfrm>
              <a:off x="3979316" y="5123564"/>
              <a:ext cx="16510" cy="199390"/>
            </a:xfrm>
            <a:custGeom>
              <a:avLst/>
              <a:gdLst/>
              <a:ahLst/>
              <a:cxnLst/>
              <a:rect l="l" t="t" r="r" b="b"/>
              <a:pathLst>
                <a:path w="16510" h="199389">
                  <a:moveTo>
                    <a:pt x="0" y="198882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8882"/>
                  </a:lnTo>
                  <a:lnTo>
                    <a:pt x="0" y="198882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4" name="object 4944"/>
            <p:cNvSpPr/>
            <p:nvPr/>
          </p:nvSpPr>
          <p:spPr>
            <a:xfrm>
              <a:off x="4042562" y="5123564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5" name="object 4945"/>
            <p:cNvSpPr/>
            <p:nvPr/>
          </p:nvSpPr>
          <p:spPr>
            <a:xfrm>
              <a:off x="4042562" y="5123564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6" name="object 4946"/>
            <p:cNvSpPr/>
            <p:nvPr/>
          </p:nvSpPr>
          <p:spPr>
            <a:xfrm>
              <a:off x="4042562" y="532244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1" y="0"/>
                  </a:moveTo>
                  <a:lnTo>
                    <a:pt x="0" y="0"/>
                  </a:lnTo>
                  <a:lnTo>
                    <a:pt x="16001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7" name="object 4947"/>
            <p:cNvSpPr/>
            <p:nvPr/>
          </p:nvSpPr>
          <p:spPr>
            <a:xfrm>
              <a:off x="4042562" y="532244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8" name="object 4948"/>
            <p:cNvSpPr/>
            <p:nvPr/>
          </p:nvSpPr>
          <p:spPr>
            <a:xfrm>
              <a:off x="4042562" y="5123564"/>
              <a:ext cx="16510" cy="199390"/>
            </a:xfrm>
            <a:custGeom>
              <a:avLst/>
              <a:gdLst/>
              <a:ahLst/>
              <a:cxnLst/>
              <a:rect l="l" t="t" r="r" b="b"/>
              <a:pathLst>
                <a:path w="16510" h="199389">
                  <a:moveTo>
                    <a:pt x="0" y="198882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8882"/>
                  </a:lnTo>
                  <a:lnTo>
                    <a:pt x="0" y="19888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9" name="object 4949"/>
            <p:cNvSpPr/>
            <p:nvPr/>
          </p:nvSpPr>
          <p:spPr>
            <a:xfrm>
              <a:off x="4042562" y="5123564"/>
              <a:ext cx="16510" cy="199390"/>
            </a:xfrm>
            <a:custGeom>
              <a:avLst/>
              <a:gdLst/>
              <a:ahLst/>
              <a:cxnLst/>
              <a:rect l="l" t="t" r="r" b="b"/>
              <a:pathLst>
                <a:path w="16510" h="199389">
                  <a:moveTo>
                    <a:pt x="0" y="198882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8882"/>
                  </a:lnTo>
                  <a:lnTo>
                    <a:pt x="0" y="198882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0" name="object 4950"/>
            <p:cNvSpPr/>
            <p:nvPr/>
          </p:nvSpPr>
          <p:spPr>
            <a:xfrm>
              <a:off x="4099712" y="5123564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1" name="object 4951"/>
            <p:cNvSpPr/>
            <p:nvPr/>
          </p:nvSpPr>
          <p:spPr>
            <a:xfrm>
              <a:off x="4099712" y="5123564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2" name="object 4952"/>
            <p:cNvSpPr/>
            <p:nvPr/>
          </p:nvSpPr>
          <p:spPr>
            <a:xfrm>
              <a:off x="4099712" y="532244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1" y="0"/>
                  </a:moveTo>
                  <a:lnTo>
                    <a:pt x="0" y="0"/>
                  </a:lnTo>
                  <a:lnTo>
                    <a:pt x="16001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3" name="object 4953"/>
            <p:cNvSpPr/>
            <p:nvPr/>
          </p:nvSpPr>
          <p:spPr>
            <a:xfrm>
              <a:off x="4099712" y="532244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4" name="object 4954"/>
            <p:cNvSpPr/>
            <p:nvPr/>
          </p:nvSpPr>
          <p:spPr>
            <a:xfrm>
              <a:off x="4099712" y="5123564"/>
              <a:ext cx="16510" cy="199390"/>
            </a:xfrm>
            <a:custGeom>
              <a:avLst/>
              <a:gdLst/>
              <a:ahLst/>
              <a:cxnLst/>
              <a:rect l="l" t="t" r="r" b="b"/>
              <a:pathLst>
                <a:path w="16510" h="199389">
                  <a:moveTo>
                    <a:pt x="0" y="198882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8882"/>
                  </a:lnTo>
                  <a:lnTo>
                    <a:pt x="0" y="19888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5" name="object 4955"/>
            <p:cNvSpPr/>
            <p:nvPr/>
          </p:nvSpPr>
          <p:spPr>
            <a:xfrm>
              <a:off x="4099712" y="5123564"/>
              <a:ext cx="16510" cy="199390"/>
            </a:xfrm>
            <a:custGeom>
              <a:avLst/>
              <a:gdLst/>
              <a:ahLst/>
              <a:cxnLst/>
              <a:rect l="l" t="t" r="r" b="b"/>
              <a:pathLst>
                <a:path w="16510" h="199389">
                  <a:moveTo>
                    <a:pt x="0" y="198882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8882"/>
                  </a:lnTo>
                  <a:lnTo>
                    <a:pt x="0" y="198882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6" name="object 4956"/>
            <p:cNvSpPr/>
            <p:nvPr/>
          </p:nvSpPr>
          <p:spPr>
            <a:xfrm>
              <a:off x="4835804" y="4696082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7" name="object 4957"/>
            <p:cNvSpPr/>
            <p:nvPr/>
          </p:nvSpPr>
          <p:spPr>
            <a:xfrm>
              <a:off x="4835804" y="4696082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8" name="object 4958"/>
            <p:cNvSpPr/>
            <p:nvPr/>
          </p:nvSpPr>
          <p:spPr>
            <a:xfrm>
              <a:off x="4835804" y="532244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1" y="0"/>
                  </a:moveTo>
                  <a:lnTo>
                    <a:pt x="0" y="0"/>
                  </a:lnTo>
                  <a:lnTo>
                    <a:pt x="16001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9" name="object 4959"/>
            <p:cNvSpPr/>
            <p:nvPr/>
          </p:nvSpPr>
          <p:spPr>
            <a:xfrm>
              <a:off x="4835804" y="532244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0" name="object 4960"/>
            <p:cNvSpPr/>
            <p:nvPr/>
          </p:nvSpPr>
          <p:spPr>
            <a:xfrm>
              <a:off x="4835804" y="4696082"/>
              <a:ext cx="16510" cy="626745"/>
            </a:xfrm>
            <a:custGeom>
              <a:avLst/>
              <a:gdLst/>
              <a:ahLst/>
              <a:cxnLst/>
              <a:rect l="l" t="t" r="r" b="b"/>
              <a:pathLst>
                <a:path w="16510" h="626745">
                  <a:moveTo>
                    <a:pt x="0" y="626364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626364"/>
                  </a:lnTo>
                  <a:lnTo>
                    <a:pt x="0" y="626364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1" name="object 4961"/>
            <p:cNvSpPr/>
            <p:nvPr/>
          </p:nvSpPr>
          <p:spPr>
            <a:xfrm>
              <a:off x="4835804" y="4696082"/>
              <a:ext cx="16510" cy="626745"/>
            </a:xfrm>
            <a:custGeom>
              <a:avLst/>
              <a:gdLst/>
              <a:ahLst/>
              <a:cxnLst/>
              <a:rect l="l" t="t" r="r" b="b"/>
              <a:pathLst>
                <a:path w="16510" h="626745">
                  <a:moveTo>
                    <a:pt x="0" y="626364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626364"/>
                  </a:lnTo>
                  <a:lnTo>
                    <a:pt x="0" y="626364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2" name="object 4962"/>
            <p:cNvSpPr/>
            <p:nvPr/>
          </p:nvSpPr>
          <p:spPr>
            <a:xfrm>
              <a:off x="4909718" y="5123564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3" name="object 4963"/>
            <p:cNvSpPr/>
            <p:nvPr/>
          </p:nvSpPr>
          <p:spPr>
            <a:xfrm>
              <a:off x="4909718" y="5123564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4" name="object 4964"/>
            <p:cNvSpPr/>
            <p:nvPr/>
          </p:nvSpPr>
          <p:spPr>
            <a:xfrm>
              <a:off x="4909718" y="532244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1" y="0"/>
                  </a:moveTo>
                  <a:lnTo>
                    <a:pt x="0" y="0"/>
                  </a:lnTo>
                  <a:lnTo>
                    <a:pt x="16001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5" name="object 4965"/>
            <p:cNvSpPr/>
            <p:nvPr/>
          </p:nvSpPr>
          <p:spPr>
            <a:xfrm>
              <a:off x="4909718" y="532244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6" name="object 4966"/>
            <p:cNvSpPr/>
            <p:nvPr/>
          </p:nvSpPr>
          <p:spPr>
            <a:xfrm>
              <a:off x="4909718" y="5123564"/>
              <a:ext cx="16510" cy="199390"/>
            </a:xfrm>
            <a:custGeom>
              <a:avLst/>
              <a:gdLst/>
              <a:ahLst/>
              <a:cxnLst/>
              <a:rect l="l" t="t" r="r" b="b"/>
              <a:pathLst>
                <a:path w="16510" h="199389">
                  <a:moveTo>
                    <a:pt x="0" y="198882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8882"/>
                  </a:lnTo>
                  <a:lnTo>
                    <a:pt x="0" y="19888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7" name="object 4967"/>
            <p:cNvSpPr/>
            <p:nvPr/>
          </p:nvSpPr>
          <p:spPr>
            <a:xfrm>
              <a:off x="4909718" y="5123564"/>
              <a:ext cx="16510" cy="199390"/>
            </a:xfrm>
            <a:custGeom>
              <a:avLst/>
              <a:gdLst/>
              <a:ahLst/>
              <a:cxnLst/>
              <a:rect l="l" t="t" r="r" b="b"/>
              <a:pathLst>
                <a:path w="16510" h="199389">
                  <a:moveTo>
                    <a:pt x="0" y="198882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8882"/>
                  </a:lnTo>
                  <a:lnTo>
                    <a:pt x="0" y="198882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8" name="object 4968"/>
            <p:cNvSpPr/>
            <p:nvPr/>
          </p:nvSpPr>
          <p:spPr>
            <a:xfrm>
              <a:off x="4972964" y="5123564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9" name="object 4969"/>
            <p:cNvSpPr/>
            <p:nvPr/>
          </p:nvSpPr>
          <p:spPr>
            <a:xfrm>
              <a:off x="4972964" y="5123564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0" name="object 4970"/>
            <p:cNvSpPr/>
            <p:nvPr/>
          </p:nvSpPr>
          <p:spPr>
            <a:xfrm>
              <a:off x="4972964" y="532244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1" y="0"/>
                  </a:moveTo>
                  <a:lnTo>
                    <a:pt x="0" y="0"/>
                  </a:lnTo>
                  <a:lnTo>
                    <a:pt x="16001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1" name="object 4971"/>
            <p:cNvSpPr/>
            <p:nvPr/>
          </p:nvSpPr>
          <p:spPr>
            <a:xfrm>
              <a:off x="4972964" y="532244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2" name="object 4972"/>
            <p:cNvSpPr/>
            <p:nvPr/>
          </p:nvSpPr>
          <p:spPr>
            <a:xfrm>
              <a:off x="4972964" y="5123564"/>
              <a:ext cx="16510" cy="199390"/>
            </a:xfrm>
            <a:custGeom>
              <a:avLst/>
              <a:gdLst/>
              <a:ahLst/>
              <a:cxnLst/>
              <a:rect l="l" t="t" r="r" b="b"/>
              <a:pathLst>
                <a:path w="16510" h="199389">
                  <a:moveTo>
                    <a:pt x="0" y="198882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8882"/>
                  </a:lnTo>
                  <a:lnTo>
                    <a:pt x="0" y="19888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3" name="object 4973"/>
            <p:cNvSpPr/>
            <p:nvPr/>
          </p:nvSpPr>
          <p:spPr>
            <a:xfrm>
              <a:off x="4972964" y="5123564"/>
              <a:ext cx="16510" cy="199390"/>
            </a:xfrm>
            <a:custGeom>
              <a:avLst/>
              <a:gdLst/>
              <a:ahLst/>
              <a:cxnLst/>
              <a:rect l="l" t="t" r="r" b="b"/>
              <a:pathLst>
                <a:path w="16510" h="199389">
                  <a:moveTo>
                    <a:pt x="0" y="198882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8882"/>
                  </a:lnTo>
                  <a:lnTo>
                    <a:pt x="0" y="198882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4" name="object 4974"/>
            <p:cNvSpPr/>
            <p:nvPr/>
          </p:nvSpPr>
          <p:spPr>
            <a:xfrm>
              <a:off x="5029352" y="5123564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5" name="object 4975"/>
            <p:cNvSpPr/>
            <p:nvPr/>
          </p:nvSpPr>
          <p:spPr>
            <a:xfrm>
              <a:off x="5029352" y="5123564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6" name="object 4976"/>
            <p:cNvSpPr/>
            <p:nvPr/>
          </p:nvSpPr>
          <p:spPr>
            <a:xfrm>
              <a:off x="5029352" y="532244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1" y="0"/>
                  </a:moveTo>
                  <a:lnTo>
                    <a:pt x="0" y="0"/>
                  </a:lnTo>
                  <a:lnTo>
                    <a:pt x="16001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7" name="object 4977"/>
            <p:cNvSpPr/>
            <p:nvPr/>
          </p:nvSpPr>
          <p:spPr>
            <a:xfrm>
              <a:off x="5029352" y="532244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8" name="object 4978"/>
            <p:cNvSpPr/>
            <p:nvPr/>
          </p:nvSpPr>
          <p:spPr>
            <a:xfrm>
              <a:off x="5029352" y="5123564"/>
              <a:ext cx="16510" cy="199390"/>
            </a:xfrm>
            <a:custGeom>
              <a:avLst/>
              <a:gdLst/>
              <a:ahLst/>
              <a:cxnLst/>
              <a:rect l="l" t="t" r="r" b="b"/>
              <a:pathLst>
                <a:path w="16510" h="199389">
                  <a:moveTo>
                    <a:pt x="0" y="198882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8882"/>
                  </a:lnTo>
                  <a:lnTo>
                    <a:pt x="0" y="19888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9" name="object 4979"/>
            <p:cNvSpPr/>
            <p:nvPr/>
          </p:nvSpPr>
          <p:spPr>
            <a:xfrm>
              <a:off x="5029352" y="5123564"/>
              <a:ext cx="16510" cy="199390"/>
            </a:xfrm>
            <a:custGeom>
              <a:avLst/>
              <a:gdLst/>
              <a:ahLst/>
              <a:cxnLst/>
              <a:rect l="l" t="t" r="r" b="b"/>
              <a:pathLst>
                <a:path w="16510" h="199389">
                  <a:moveTo>
                    <a:pt x="0" y="198882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98882"/>
                  </a:lnTo>
                  <a:lnTo>
                    <a:pt x="0" y="198882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0" name="object 4980"/>
            <p:cNvSpPr/>
            <p:nvPr/>
          </p:nvSpPr>
          <p:spPr>
            <a:xfrm>
              <a:off x="4199534" y="5737736"/>
              <a:ext cx="680720" cy="169545"/>
            </a:xfrm>
            <a:custGeom>
              <a:avLst/>
              <a:gdLst/>
              <a:ahLst/>
              <a:cxnLst/>
              <a:rect l="l" t="t" r="r" b="b"/>
              <a:pathLst>
                <a:path w="680720" h="169545">
                  <a:moveTo>
                    <a:pt x="680465" y="169163"/>
                  </a:moveTo>
                  <a:lnTo>
                    <a:pt x="680465" y="0"/>
                  </a:lnTo>
                  <a:lnTo>
                    <a:pt x="0" y="0"/>
                  </a:lnTo>
                  <a:lnTo>
                    <a:pt x="0" y="169163"/>
                  </a:lnTo>
                  <a:lnTo>
                    <a:pt x="680465" y="16916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1" name="object 4981"/>
            <p:cNvSpPr/>
            <p:nvPr/>
          </p:nvSpPr>
          <p:spPr>
            <a:xfrm>
              <a:off x="4199534" y="5737736"/>
              <a:ext cx="680720" cy="169545"/>
            </a:xfrm>
            <a:custGeom>
              <a:avLst/>
              <a:gdLst/>
              <a:ahLst/>
              <a:cxnLst/>
              <a:rect l="l" t="t" r="r" b="b"/>
              <a:pathLst>
                <a:path w="680720" h="169545">
                  <a:moveTo>
                    <a:pt x="0" y="0"/>
                  </a:moveTo>
                  <a:lnTo>
                    <a:pt x="0" y="169163"/>
                  </a:lnTo>
                  <a:lnTo>
                    <a:pt x="680465" y="169163"/>
                  </a:lnTo>
                  <a:lnTo>
                    <a:pt x="680465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2" name="object 4982"/>
            <p:cNvSpPr/>
            <p:nvPr/>
          </p:nvSpPr>
          <p:spPr>
            <a:xfrm>
              <a:off x="4256672" y="5576967"/>
              <a:ext cx="367030" cy="262255"/>
            </a:xfrm>
            <a:custGeom>
              <a:avLst/>
              <a:gdLst/>
              <a:ahLst/>
              <a:cxnLst/>
              <a:rect l="l" t="t" r="r" b="b"/>
              <a:pathLst>
                <a:path w="367029" h="262254">
                  <a:moveTo>
                    <a:pt x="3822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0" y="158496"/>
                  </a:lnTo>
                  <a:lnTo>
                    <a:pt x="0" y="160782"/>
                  </a:lnTo>
                  <a:lnTo>
                    <a:pt x="3810" y="160782"/>
                  </a:lnTo>
                  <a:lnTo>
                    <a:pt x="3810" y="158496"/>
                  </a:lnTo>
                  <a:lnTo>
                    <a:pt x="3810" y="2286"/>
                  </a:lnTo>
                  <a:lnTo>
                    <a:pt x="3822" y="0"/>
                  </a:lnTo>
                  <a:close/>
                </a:path>
                <a:path w="367029" h="262254">
                  <a:moveTo>
                    <a:pt x="274320" y="214122"/>
                  </a:moveTo>
                  <a:lnTo>
                    <a:pt x="265176" y="214122"/>
                  </a:lnTo>
                  <a:lnTo>
                    <a:pt x="262128" y="222504"/>
                  </a:lnTo>
                  <a:lnTo>
                    <a:pt x="256794" y="238506"/>
                  </a:lnTo>
                  <a:lnTo>
                    <a:pt x="254508" y="246888"/>
                  </a:lnTo>
                  <a:lnTo>
                    <a:pt x="252984" y="249936"/>
                  </a:lnTo>
                  <a:lnTo>
                    <a:pt x="251460" y="254508"/>
                  </a:lnTo>
                  <a:lnTo>
                    <a:pt x="246126" y="238506"/>
                  </a:lnTo>
                  <a:lnTo>
                    <a:pt x="240792" y="223266"/>
                  </a:lnTo>
                  <a:lnTo>
                    <a:pt x="238506" y="214122"/>
                  </a:lnTo>
                  <a:lnTo>
                    <a:pt x="229362" y="214122"/>
                  </a:lnTo>
                  <a:lnTo>
                    <a:pt x="229362" y="261366"/>
                  </a:lnTo>
                  <a:lnTo>
                    <a:pt x="235458" y="261366"/>
                  </a:lnTo>
                  <a:lnTo>
                    <a:pt x="235458" y="220980"/>
                  </a:lnTo>
                  <a:lnTo>
                    <a:pt x="238506" y="231648"/>
                  </a:lnTo>
                  <a:lnTo>
                    <a:pt x="245364" y="250698"/>
                  </a:lnTo>
                  <a:lnTo>
                    <a:pt x="248412" y="261366"/>
                  </a:lnTo>
                  <a:lnTo>
                    <a:pt x="254508" y="261366"/>
                  </a:lnTo>
                  <a:lnTo>
                    <a:pt x="257556" y="250698"/>
                  </a:lnTo>
                  <a:lnTo>
                    <a:pt x="264414" y="231648"/>
                  </a:lnTo>
                  <a:lnTo>
                    <a:pt x="267462" y="221742"/>
                  </a:lnTo>
                  <a:lnTo>
                    <a:pt x="267462" y="261366"/>
                  </a:lnTo>
                  <a:lnTo>
                    <a:pt x="274320" y="261366"/>
                  </a:lnTo>
                  <a:lnTo>
                    <a:pt x="274320" y="214122"/>
                  </a:lnTo>
                  <a:close/>
                </a:path>
                <a:path w="367029" h="262254">
                  <a:moveTo>
                    <a:pt x="320040" y="214122"/>
                  </a:moveTo>
                  <a:lnTo>
                    <a:pt x="283464" y="214122"/>
                  </a:lnTo>
                  <a:lnTo>
                    <a:pt x="283464" y="261366"/>
                  </a:lnTo>
                  <a:lnTo>
                    <a:pt x="290322" y="261366"/>
                  </a:lnTo>
                  <a:lnTo>
                    <a:pt x="290322" y="219456"/>
                  </a:lnTo>
                  <a:lnTo>
                    <a:pt x="313944" y="219456"/>
                  </a:lnTo>
                  <a:lnTo>
                    <a:pt x="313944" y="261366"/>
                  </a:lnTo>
                  <a:lnTo>
                    <a:pt x="320040" y="261366"/>
                  </a:lnTo>
                  <a:lnTo>
                    <a:pt x="320040" y="214122"/>
                  </a:lnTo>
                  <a:close/>
                </a:path>
                <a:path w="367029" h="262254">
                  <a:moveTo>
                    <a:pt x="366522" y="214122"/>
                  </a:moveTo>
                  <a:lnTo>
                    <a:pt x="360426" y="214122"/>
                  </a:lnTo>
                  <a:lnTo>
                    <a:pt x="356616" y="221742"/>
                  </a:lnTo>
                  <a:lnTo>
                    <a:pt x="350520" y="235458"/>
                  </a:lnTo>
                  <a:lnTo>
                    <a:pt x="346710" y="243078"/>
                  </a:lnTo>
                  <a:lnTo>
                    <a:pt x="336042" y="221742"/>
                  </a:lnTo>
                  <a:lnTo>
                    <a:pt x="331470" y="214122"/>
                  </a:lnTo>
                  <a:lnTo>
                    <a:pt x="325374" y="214122"/>
                  </a:lnTo>
                  <a:lnTo>
                    <a:pt x="330708" y="223266"/>
                  </a:lnTo>
                  <a:lnTo>
                    <a:pt x="339852" y="239268"/>
                  </a:lnTo>
                  <a:lnTo>
                    <a:pt x="344424" y="248412"/>
                  </a:lnTo>
                  <a:lnTo>
                    <a:pt x="342900" y="251460"/>
                  </a:lnTo>
                  <a:lnTo>
                    <a:pt x="342138" y="253746"/>
                  </a:lnTo>
                  <a:lnTo>
                    <a:pt x="339852" y="256032"/>
                  </a:lnTo>
                  <a:lnTo>
                    <a:pt x="338328" y="256794"/>
                  </a:lnTo>
                  <a:lnTo>
                    <a:pt x="335280" y="256794"/>
                  </a:lnTo>
                  <a:lnTo>
                    <a:pt x="333756" y="256032"/>
                  </a:lnTo>
                  <a:lnTo>
                    <a:pt x="331470" y="255270"/>
                  </a:lnTo>
                  <a:lnTo>
                    <a:pt x="331470" y="260604"/>
                  </a:lnTo>
                  <a:lnTo>
                    <a:pt x="333756" y="261366"/>
                  </a:lnTo>
                  <a:lnTo>
                    <a:pt x="336042" y="261366"/>
                  </a:lnTo>
                  <a:lnTo>
                    <a:pt x="337566" y="262128"/>
                  </a:lnTo>
                  <a:lnTo>
                    <a:pt x="342138" y="260604"/>
                  </a:lnTo>
                  <a:lnTo>
                    <a:pt x="343662" y="259842"/>
                  </a:lnTo>
                  <a:lnTo>
                    <a:pt x="345186" y="257556"/>
                  </a:lnTo>
                  <a:lnTo>
                    <a:pt x="346710" y="254508"/>
                  </a:lnTo>
                  <a:lnTo>
                    <a:pt x="348996" y="250698"/>
                  </a:lnTo>
                  <a:lnTo>
                    <a:pt x="353568" y="240792"/>
                  </a:lnTo>
                  <a:lnTo>
                    <a:pt x="361950" y="224028"/>
                  </a:lnTo>
                  <a:lnTo>
                    <a:pt x="366522" y="21412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3" name="object 4983"/>
            <p:cNvSpPr/>
            <p:nvPr/>
          </p:nvSpPr>
          <p:spPr>
            <a:xfrm>
              <a:off x="4256684" y="5579240"/>
              <a:ext cx="3810" cy="156210"/>
            </a:xfrm>
            <a:custGeom>
              <a:avLst/>
              <a:gdLst/>
              <a:ahLst/>
              <a:cxnLst/>
              <a:rect l="l" t="t" r="r" b="b"/>
              <a:pathLst>
                <a:path w="3810" h="156210">
                  <a:moveTo>
                    <a:pt x="3810" y="0"/>
                  </a:moveTo>
                  <a:lnTo>
                    <a:pt x="3810" y="156210"/>
                  </a:lnTo>
                  <a:lnTo>
                    <a:pt x="0" y="156210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4" name="object 4984"/>
            <p:cNvSpPr/>
            <p:nvPr/>
          </p:nvSpPr>
          <p:spPr>
            <a:xfrm>
              <a:off x="4299343" y="5664596"/>
              <a:ext cx="3810" cy="73660"/>
            </a:xfrm>
            <a:custGeom>
              <a:avLst/>
              <a:gdLst/>
              <a:ahLst/>
              <a:cxnLst/>
              <a:rect l="l" t="t" r="r" b="b"/>
              <a:pathLst>
                <a:path w="3810" h="73660">
                  <a:moveTo>
                    <a:pt x="3810" y="70866"/>
                  </a:moveTo>
                  <a:lnTo>
                    <a:pt x="12" y="70866"/>
                  </a:lnTo>
                  <a:lnTo>
                    <a:pt x="12" y="73152"/>
                  </a:lnTo>
                  <a:lnTo>
                    <a:pt x="3810" y="73152"/>
                  </a:lnTo>
                  <a:lnTo>
                    <a:pt x="3810" y="70866"/>
                  </a:lnTo>
                  <a:close/>
                </a:path>
                <a:path w="3810" h="73660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5" name="object 4985"/>
            <p:cNvSpPr/>
            <p:nvPr/>
          </p:nvSpPr>
          <p:spPr>
            <a:xfrm>
              <a:off x="4299356" y="5666108"/>
              <a:ext cx="3810" cy="69850"/>
            </a:xfrm>
            <a:custGeom>
              <a:avLst/>
              <a:gdLst/>
              <a:ahLst/>
              <a:cxnLst/>
              <a:rect l="l" t="t" r="r" b="b"/>
              <a:pathLst>
                <a:path w="3810" h="69850">
                  <a:moveTo>
                    <a:pt x="3809" y="0"/>
                  </a:moveTo>
                  <a:lnTo>
                    <a:pt x="3809" y="69341"/>
                  </a:lnTo>
                  <a:lnTo>
                    <a:pt x="0" y="69341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6" name="object 4986"/>
            <p:cNvSpPr/>
            <p:nvPr/>
          </p:nvSpPr>
          <p:spPr>
            <a:xfrm>
              <a:off x="4345825" y="5664596"/>
              <a:ext cx="3810" cy="73660"/>
            </a:xfrm>
            <a:custGeom>
              <a:avLst/>
              <a:gdLst/>
              <a:ahLst/>
              <a:cxnLst/>
              <a:rect l="l" t="t" r="r" b="b"/>
              <a:pathLst>
                <a:path w="3810" h="73660">
                  <a:moveTo>
                    <a:pt x="3810" y="70866"/>
                  </a:moveTo>
                  <a:lnTo>
                    <a:pt x="12" y="70866"/>
                  </a:lnTo>
                  <a:lnTo>
                    <a:pt x="12" y="73152"/>
                  </a:lnTo>
                  <a:lnTo>
                    <a:pt x="3810" y="73152"/>
                  </a:lnTo>
                  <a:lnTo>
                    <a:pt x="3810" y="70866"/>
                  </a:lnTo>
                  <a:close/>
                </a:path>
                <a:path w="3810" h="73660">
                  <a:moveTo>
                    <a:pt x="381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3810" y="1524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7" name="object 4987"/>
            <p:cNvSpPr/>
            <p:nvPr/>
          </p:nvSpPr>
          <p:spPr>
            <a:xfrm>
              <a:off x="4345838" y="5666108"/>
              <a:ext cx="3810" cy="69850"/>
            </a:xfrm>
            <a:custGeom>
              <a:avLst/>
              <a:gdLst/>
              <a:ahLst/>
              <a:cxnLst/>
              <a:rect l="l" t="t" r="r" b="b"/>
              <a:pathLst>
                <a:path w="3810" h="69850">
                  <a:moveTo>
                    <a:pt x="3809" y="0"/>
                  </a:moveTo>
                  <a:lnTo>
                    <a:pt x="3809" y="69341"/>
                  </a:lnTo>
                  <a:lnTo>
                    <a:pt x="0" y="69341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8" name="object 4988"/>
            <p:cNvSpPr/>
            <p:nvPr/>
          </p:nvSpPr>
          <p:spPr>
            <a:xfrm>
              <a:off x="4388497" y="5664596"/>
              <a:ext cx="4445" cy="73660"/>
            </a:xfrm>
            <a:custGeom>
              <a:avLst/>
              <a:gdLst/>
              <a:ahLst/>
              <a:cxnLst/>
              <a:rect l="l" t="t" r="r" b="b"/>
              <a:pathLst>
                <a:path w="4445" h="73660">
                  <a:moveTo>
                    <a:pt x="3810" y="70866"/>
                  </a:moveTo>
                  <a:lnTo>
                    <a:pt x="0" y="70866"/>
                  </a:lnTo>
                  <a:lnTo>
                    <a:pt x="0" y="73152"/>
                  </a:lnTo>
                  <a:lnTo>
                    <a:pt x="3810" y="73152"/>
                  </a:lnTo>
                  <a:lnTo>
                    <a:pt x="3810" y="70866"/>
                  </a:lnTo>
                  <a:close/>
                </a:path>
                <a:path w="4445" h="73660">
                  <a:moveTo>
                    <a:pt x="3822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3822" y="1524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9" name="object 4989"/>
            <p:cNvSpPr/>
            <p:nvPr/>
          </p:nvSpPr>
          <p:spPr>
            <a:xfrm>
              <a:off x="4388510" y="5666108"/>
              <a:ext cx="3810" cy="69850"/>
            </a:xfrm>
            <a:custGeom>
              <a:avLst/>
              <a:gdLst/>
              <a:ahLst/>
              <a:cxnLst/>
              <a:rect l="l" t="t" r="r" b="b"/>
              <a:pathLst>
                <a:path w="3810" h="69850">
                  <a:moveTo>
                    <a:pt x="3810" y="0"/>
                  </a:moveTo>
                  <a:lnTo>
                    <a:pt x="3810" y="69341"/>
                  </a:lnTo>
                  <a:lnTo>
                    <a:pt x="0" y="69341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0" name="object 4990"/>
            <p:cNvSpPr/>
            <p:nvPr/>
          </p:nvSpPr>
          <p:spPr>
            <a:xfrm>
              <a:off x="2501798" y="4414904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2" y="0"/>
                  </a:moveTo>
                  <a:lnTo>
                    <a:pt x="0" y="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1" name="object 4991"/>
            <p:cNvSpPr/>
            <p:nvPr/>
          </p:nvSpPr>
          <p:spPr>
            <a:xfrm>
              <a:off x="2501798" y="4414904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2" name="object 4992"/>
            <p:cNvSpPr/>
            <p:nvPr/>
          </p:nvSpPr>
          <p:spPr>
            <a:xfrm>
              <a:off x="2501798" y="4782188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1" y="0"/>
                  </a:moveTo>
                  <a:lnTo>
                    <a:pt x="0" y="0"/>
                  </a:lnTo>
                  <a:lnTo>
                    <a:pt x="16001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3" name="object 4993"/>
            <p:cNvSpPr/>
            <p:nvPr/>
          </p:nvSpPr>
          <p:spPr>
            <a:xfrm>
              <a:off x="2501798" y="4782188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4" name="object 4994"/>
            <p:cNvSpPr/>
            <p:nvPr/>
          </p:nvSpPr>
          <p:spPr>
            <a:xfrm>
              <a:off x="2501798" y="4414904"/>
              <a:ext cx="16510" cy="367665"/>
            </a:xfrm>
            <a:custGeom>
              <a:avLst/>
              <a:gdLst/>
              <a:ahLst/>
              <a:cxnLst/>
              <a:rect l="l" t="t" r="r" b="b"/>
              <a:pathLst>
                <a:path w="16510" h="367664">
                  <a:moveTo>
                    <a:pt x="0" y="367284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367284"/>
                  </a:lnTo>
                  <a:lnTo>
                    <a:pt x="0" y="367284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5" name="object 4995"/>
            <p:cNvSpPr/>
            <p:nvPr/>
          </p:nvSpPr>
          <p:spPr>
            <a:xfrm>
              <a:off x="2501798" y="4414904"/>
              <a:ext cx="16510" cy="367665"/>
            </a:xfrm>
            <a:custGeom>
              <a:avLst/>
              <a:gdLst/>
              <a:ahLst/>
              <a:cxnLst/>
              <a:rect l="l" t="t" r="r" b="b"/>
              <a:pathLst>
                <a:path w="16510" h="367664">
                  <a:moveTo>
                    <a:pt x="0" y="367284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367284"/>
                  </a:lnTo>
                  <a:lnTo>
                    <a:pt x="0" y="367284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6" name="object 4996"/>
            <p:cNvSpPr/>
            <p:nvPr/>
          </p:nvSpPr>
          <p:spPr>
            <a:xfrm>
              <a:off x="2509418" y="476771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7" name="object 4997"/>
            <p:cNvSpPr/>
            <p:nvPr/>
          </p:nvSpPr>
          <p:spPr>
            <a:xfrm>
              <a:off x="2509037" y="476771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69" h="16510">
                  <a:moveTo>
                    <a:pt x="0" y="16001"/>
                  </a:moveTo>
                  <a:lnTo>
                    <a:pt x="762" y="16001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8" name="object 4998"/>
            <p:cNvSpPr/>
            <p:nvPr/>
          </p:nvSpPr>
          <p:spPr>
            <a:xfrm>
              <a:off x="3909974" y="4767710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2"/>
                  </a:moveTo>
                  <a:lnTo>
                    <a:pt x="0" y="0"/>
                  </a:lnTo>
                  <a:lnTo>
                    <a:pt x="0" y="1600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9" name="object 4999"/>
            <p:cNvSpPr/>
            <p:nvPr/>
          </p:nvSpPr>
          <p:spPr>
            <a:xfrm>
              <a:off x="3909593" y="476771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0" name="object 5000"/>
            <p:cNvSpPr/>
            <p:nvPr/>
          </p:nvSpPr>
          <p:spPr>
            <a:xfrm>
              <a:off x="2509405" y="4767723"/>
              <a:ext cx="1400810" cy="16510"/>
            </a:xfrm>
            <a:custGeom>
              <a:avLst/>
              <a:gdLst/>
              <a:ahLst/>
              <a:cxnLst/>
              <a:rect l="l" t="t" r="r" b="b"/>
              <a:pathLst>
                <a:path w="1400810" h="16510">
                  <a:moveTo>
                    <a:pt x="1400556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1400556" y="16002"/>
                  </a:lnTo>
                  <a:lnTo>
                    <a:pt x="1400556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1" name="object 5001"/>
            <p:cNvSpPr/>
            <p:nvPr/>
          </p:nvSpPr>
          <p:spPr>
            <a:xfrm>
              <a:off x="3539642" y="4417952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2" name="object 5002"/>
            <p:cNvSpPr/>
            <p:nvPr/>
          </p:nvSpPr>
          <p:spPr>
            <a:xfrm>
              <a:off x="3539642" y="4710560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1" y="0"/>
                  </a:moveTo>
                  <a:lnTo>
                    <a:pt x="0" y="0"/>
                  </a:lnTo>
                  <a:lnTo>
                    <a:pt x="16001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3" name="object 5003"/>
            <p:cNvSpPr/>
            <p:nvPr/>
          </p:nvSpPr>
          <p:spPr>
            <a:xfrm>
              <a:off x="3539642" y="4710560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4" name="object 5004"/>
            <p:cNvSpPr/>
            <p:nvPr/>
          </p:nvSpPr>
          <p:spPr>
            <a:xfrm>
              <a:off x="3539642" y="4417952"/>
              <a:ext cx="16510" cy="292735"/>
            </a:xfrm>
            <a:custGeom>
              <a:avLst/>
              <a:gdLst/>
              <a:ahLst/>
              <a:cxnLst/>
              <a:rect l="l" t="t" r="r" b="b"/>
              <a:pathLst>
                <a:path w="16510" h="292735">
                  <a:moveTo>
                    <a:pt x="0" y="292608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292608"/>
                  </a:lnTo>
                  <a:lnTo>
                    <a:pt x="0" y="292608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5" name="object 5005"/>
            <p:cNvSpPr/>
            <p:nvPr/>
          </p:nvSpPr>
          <p:spPr>
            <a:xfrm>
              <a:off x="3539642" y="4417952"/>
              <a:ext cx="16510" cy="292735"/>
            </a:xfrm>
            <a:custGeom>
              <a:avLst/>
              <a:gdLst/>
              <a:ahLst/>
              <a:cxnLst/>
              <a:rect l="l" t="t" r="r" b="b"/>
              <a:pathLst>
                <a:path w="16510" h="292735">
                  <a:moveTo>
                    <a:pt x="0" y="292608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292608"/>
                  </a:lnTo>
                  <a:lnTo>
                    <a:pt x="0" y="292608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6" name="object 5006"/>
            <p:cNvSpPr/>
            <p:nvPr/>
          </p:nvSpPr>
          <p:spPr>
            <a:xfrm>
              <a:off x="3548024" y="4696082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7" name="object 5007"/>
            <p:cNvSpPr/>
            <p:nvPr/>
          </p:nvSpPr>
          <p:spPr>
            <a:xfrm>
              <a:off x="3547643" y="4696082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8" name="object 5008"/>
            <p:cNvSpPr/>
            <p:nvPr/>
          </p:nvSpPr>
          <p:spPr>
            <a:xfrm>
              <a:off x="4837328" y="4696082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2"/>
                  </a:moveTo>
                  <a:lnTo>
                    <a:pt x="0" y="0"/>
                  </a:lnTo>
                  <a:lnTo>
                    <a:pt x="0" y="16002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9" name="object 5009"/>
            <p:cNvSpPr/>
            <p:nvPr/>
          </p:nvSpPr>
          <p:spPr>
            <a:xfrm>
              <a:off x="4836947" y="4696082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0" name="object 5010"/>
            <p:cNvSpPr/>
            <p:nvPr/>
          </p:nvSpPr>
          <p:spPr>
            <a:xfrm>
              <a:off x="3548024" y="4696082"/>
              <a:ext cx="1289685" cy="16510"/>
            </a:xfrm>
            <a:custGeom>
              <a:avLst/>
              <a:gdLst/>
              <a:ahLst/>
              <a:cxnLst/>
              <a:rect l="l" t="t" r="r" b="b"/>
              <a:pathLst>
                <a:path w="1289685" h="16510">
                  <a:moveTo>
                    <a:pt x="1289303" y="16001"/>
                  </a:moveTo>
                  <a:lnTo>
                    <a:pt x="1289303" y="0"/>
                  </a:lnTo>
                  <a:lnTo>
                    <a:pt x="0" y="0"/>
                  </a:lnTo>
                  <a:lnTo>
                    <a:pt x="0" y="16001"/>
                  </a:lnTo>
                  <a:lnTo>
                    <a:pt x="1289303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1" name="object 5011"/>
            <p:cNvSpPr/>
            <p:nvPr/>
          </p:nvSpPr>
          <p:spPr>
            <a:xfrm>
              <a:off x="4737493" y="5576967"/>
              <a:ext cx="3810" cy="132715"/>
            </a:xfrm>
            <a:custGeom>
              <a:avLst/>
              <a:gdLst/>
              <a:ahLst/>
              <a:cxnLst/>
              <a:rect l="l" t="t" r="r" b="b"/>
              <a:pathLst>
                <a:path w="3810" h="132714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12" y="130302"/>
                  </a:lnTo>
                  <a:lnTo>
                    <a:pt x="12" y="132588"/>
                  </a:lnTo>
                  <a:lnTo>
                    <a:pt x="3810" y="132588"/>
                  </a:lnTo>
                  <a:lnTo>
                    <a:pt x="3810" y="130302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2" name="object 5012"/>
            <p:cNvSpPr/>
            <p:nvPr/>
          </p:nvSpPr>
          <p:spPr>
            <a:xfrm>
              <a:off x="4737506" y="5579240"/>
              <a:ext cx="3810" cy="128270"/>
            </a:xfrm>
            <a:custGeom>
              <a:avLst/>
              <a:gdLst/>
              <a:ahLst/>
              <a:cxnLst/>
              <a:rect l="l" t="t" r="r" b="b"/>
              <a:pathLst>
                <a:path w="3810" h="128270">
                  <a:moveTo>
                    <a:pt x="3809" y="0"/>
                  </a:moveTo>
                  <a:lnTo>
                    <a:pt x="3809" y="128015"/>
                  </a:lnTo>
                  <a:lnTo>
                    <a:pt x="0" y="128015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3" name="object 5013"/>
            <p:cNvSpPr/>
            <p:nvPr/>
          </p:nvSpPr>
          <p:spPr>
            <a:xfrm>
              <a:off x="4780166" y="5635640"/>
              <a:ext cx="4445" cy="74295"/>
            </a:xfrm>
            <a:custGeom>
              <a:avLst/>
              <a:gdLst/>
              <a:ahLst/>
              <a:cxnLst/>
              <a:rect l="l" t="t" r="r" b="b"/>
              <a:pathLst>
                <a:path w="4445" h="74295">
                  <a:moveTo>
                    <a:pt x="3810" y="71628"/>
                  </a:moveTo>
                  <a:lnTo>
                    <a:pt x="0" y="71628"/>
                  </a:lnTo>
                  <a:lnTo>
                    <a:pt x="0" y="73914"/>
                  </a:lnTo>
                  <a:lnTo>
                    <a:pt x="3810" y="73914"/>
                  </a:lnTo>
                  <a:lnTo>
                    <a:pt x="3810" y="71628"/>
                  </a:lnTo>
                  <a:close/>
                </a:path>
                <a:path w="4445" h="74295">
                  <a:moveTo>
                    <a:pt x="3822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22" y="2286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4" name="object 5014"/>
            <p:cNvSpPr/>
            <p:nvPr/>
          </p:nvSpPr>
          <p:spPr>
            <a:xfrm>
              <a:off x="4780178" y="5637914"/>
              <a:ext cx="3810" cy="69850"/>
            </a:xfrm>
            <a:custGeom>
              <a:avLst/>
              <a:gdLst/>
              <a:ahLst/>
              <a:cxnLst/>
              <a:rect l="l" t="t" r="r" b="b"/>
              <a:pathLst>
                <a:path w="3810" h="69850">
                  <a:moveTo>
                    <a:pt x="3810" y="0"/>
                  </a:moveTo>
                  <a:lnTo>
                    <a:pt x="3810" y="69341"/>
                  </a:lnTo>
                  <a:lnTo>
                    <a:pt x="0" y="69341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5" name="object 5015"/>
            <p:cNvSpPr/>
            <p:nvPr/>
          </p:nvSpPr>
          <p:spPr>
            <a:xfrm>
              <a:off x="4827410" y="5635640"/>
              <a:ext cx="4445" cy="74295"/>
            </a:xfrm>
            <a:custGeom>
              <a:avLst/>
              <a:gdLst/>
              <a:ahLst/>
              <a:cxnLst/>
              <a:rect l="l" t="t" r="r" b="b"/>
              <a:pathLst>
                <a:path w="4445" h="74295">
                  <a:moveTo>
                    <a:pt x="3810" y="71628"/>
                  </a:moveTo>
                  <a:lnTo>
                    <a:pt x="0" y="71628"/>
                  </a:lnTo>
                  <a:lnTo>
                    <a:pt x="0" y="73914"/>
                  </a:lnTo>
                  <a:lnTo>
                    <a:pt x="3810" y="73914"/>
                  </a:lnTo>
                  <a:lnTo>
                    <a:pt x="3810" y="71628"/>
                  </a:lnTo>
                  <a:close/>
                </a:path>
                <a:path w="4445" h="74295">
                  <a:moveTo>
                    <a:pt x="3822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22" y="2286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6" name="object 5016"/>
            <p:cNvSpPr/>
            <p:nvPr/>
          </p:nvSpPr>
          <p:spPr>
            <a:xfrm>
              <a:off x="4827422" y="5637914"/>
              <a:ext cx="3810" cy="69850"/>
            </a:xfrm>
            <a:custGeom>
              <a:avLst/>
              <a:gdLst/>
              <a:ahLst/>
              <a:cxnLst/>
              <a:rect l="l" t="t" r="r" b="b"/>
              <a:pathLst>
                <a:path w="3810" h="69850">
                  <a:moveTo>
                    <a:pt x="3810" y="0"/>
                  </a:moveTo>
                  <a:lnTo>
                    <a:pt x="3810" y="69341"/>
                  </a:lnTo>
                  <a:lnTo>
                    <a:pt x="0" y="69341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7" name="object 5017"/>
            <p:cNvSpPr/>
            <p:nvPr/>
          </p:nvSpPr>
          <p:spPr>
            <a:xfrm>
              <a:off x="4870081" y="5635640"/>
              <a:ext cx="3810" cy="74295"/>
            </a:xfrm>
            <a:custGeom>
              <a:avLst/>
              <a:gdLst/>
              <a:ahLst/>
              <a:cxnLst/>
              <a:rect l="l" t="t" r="r" b="b"/>
              <a:pathLst>
                <a:path w="3810" h="74295">
                  <a:moveTo>
                    <a:pt x="3810" y="71628"/>
                  </a:moveTo>
                  <a:lnTo>
                    <a:pt x="12" y="71628"/>
                  </a:lnTo>
                  <a:lnTo>
                    <a:pt x="12" y="73914"/>
                  </a:lnTo>
                  <a:lnTo>
                    <a:pt x="3810" y="73914"/>
                  </a:lnTo>
                  <a:lnTo>
                    <a:pt x="3810" y="71628"/>
                  </a:lnTo>
                  <a:close/>
                </a:path>
                <a:path w="3810" h="74295">
                  <a:moveTo>
                    <a:pt x="3810" y="0"/>
                  </a:moveTo>
                  <a:lnTo>
                    <a:pt x="0" y="0"/>
                  </a:lnTo>
                  <a:lnTo>
                    <a:pt x="0" y="2286"/>
                  </a:lnTo>
                  <a:lnTo>
                    <a:pt x="3810" y="2286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8" name="object 5018"/>
            <p:cNvSpPr/>
            <p:nvPr/>
          </p:nvSpPr>
          <p:spPr>
            <a:xfrm>
              <a:off x="4870094" y="5637914"/>
              <a:ext cx="3810" cy="69850"/>
            </a:xfrm>
            <a:custGeom>
              <a:avLst/>
              <a:gdLst/>
              <a:ahLst/>
              <a:cxnLst/>
              <a:rect l="l" t="t" r="r" b="b"/>
              <a:pathLst>
                <a:path w="3810" h="69850">
                  <a:moveTo>
                    <a:pt x="3809" y="0"/>
                  </a:moveTo>
                  <a:lnTo>
                    <a:pt x="3809" y="69341"/>
                  </a:lnTo>
                  <a:lnTo>
                    <a:pt x="0" y="69341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9" name="object 5019"/>
            <p:cNvSpPr/>
            <p:nvPr/>
          </p:nvSpPr>
          <p:spPr>
            <a:xfrm>
              <a:off x="4198010" y="582308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3810"/>
                  </a:moveTo>
                  <a:lnTo>
                    <a:pt x="0" y="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0" name="object 5020"/>
            <p:cNvSpPr/>
            <p:nvPr/>
          </p:nvSpPr>
          <p:spPr>
            <a:xfrm>
              <a:off x="4198010" y="582308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0" y="1905"/>
                  </a:moveTo>
                  <a:lnTo>
                    <a:pt x="380" y="1905"/>
                  </a:lnTo>
                </a:path>
              </a:pathLst>
            </a:custGeom>
            <a:ln w="380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1" name="object 5021"/>
            <p:cNvSpPr/>
            <p:nvPr/>
          </p:nvSpPr>
          <p:spPr>
            <a:xfrm>
              <a:off x="3981602" y="582308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3810"/>
                  </a:moveTo>
                  <a:lnTo>
                    <a:pt x="0" y="0"/>
                  </a:lnTo>
                  <a:lnTo>
                    <a:pt x="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2" name="object 5022"/>
            <p:cNvSpPr/>
            <p:nvPr/>
          </p:nvSpPr>
          <p:spPr>
            <a:xfrm>
              <a:off x="3981602" y="582308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80" y="1905"/>
                  </a:moveTo>
                  <a:lnTo>
                    <a:pt x="380" y="1905"/>
                  </a:lnTo>
                </a:path>
              </a:pathLst>
            </a:custGeom>
            <a:ln w="380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3" name="object 5023"/>
            <p:cNvSpPr/>
            <p:nvPr/>
          </p:nvSpPr>
          <p:spPr>
            <a:xfrm>
              <a:off x="3981602" y="5823080"/>
              <a:ext cx="216535" cy="3810"/>
            </a:xfrm>
            <a:custGeom>
              <a:avLst/>
              <a:gdLst/>
              <a:ahLst/>
              <a:cxnLst/>
              <a:rect l="l" t="t" r="r" b="b"/>
              <a:pathLst>
                <a:path w="216535" h="3810">
                  <a:moveTo>
                    <a:pt x="216408" y="3809"/>
                  </a:moveTo>
                  <a:lnTo>
                    <a:pt x="216408" y="0"/>
                  </a:lnTo>
                  <a:lnTo>
                    <a:pt x="0" y="0"/>
                  </a:lnTo>
                  <a:lnTo>
                    <a:pt x="0" y="3809"/>
                  </a:lnTo>
                  <a:lnTo>
                    <a:pt x="216408" y="380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4" name="object 5024"/>
            <p:cNvSpPr/>
            <p:nvPr/>
          </p:nvSpPr>
          <p:spPr>
            <a:xfrm>
              <a:off x="4154576" y="5803268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43434" y="21336"/>
                  </a:moveTo>
                  <a:lnTo>
                    <a:pt x="0" y="0"/>
                  </a:lnTo>
                  <a:lnTo>
                    <a:pt x="0" y="43434"/>
                  </a:lnTo>
                  <a:lnTo>
                    <a:pt x="43434" y="213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5" name="object 5025"/>
            <p:cNvSpPr/>
            <p:nvPr/>
          </p:nvSpPr>
          <p:spPr>
            <a:xfrm>
              <a:off x="4154576" y="5803268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0" y="43434"/>
                  </a:moveTo>
                  <a:lnTo>
                    <a:pt x="43434" y="21336"/>
                  </a:lnTo>
                  <a:lnTo>
                    <a:pt x="0" y="0"/>
                  </a:lnTo>
                  <a:lnTo>
                    <a:pt x="0" y="43434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6" name="object 5026"/>
            <p:cNvSpPr/>
            <p:nvPr/>
          </p:nvSpPr>
          <p:spPr>
            <a:xfrm>
              <a:off x="4153052" y="5823080"/>
              <a:ext cx="49530" cy="25400"/>
            </a:xfrm>
            <a:custGeom>
              <a:avLst/>
              <a:gdLst/>
              <a:ahLst/>
              <a:cxnLst/>
              <a:rect l="l" t="t" r="r" b="b"/>
              <a:pathLst>
                <a:path w="49529" h="25400">
                  <a:moveTo>
                    <a:pt x="49530" y="1524"/>
                  </a:moveTo>
                  <a:lnTo>
                    <a:pt x="45720" y="0"/>
                  </a:lnTo>
                  <a:lnTo>
                    <a:pt x="43434" y="3048"/>
                  </a:lnTo>
                  <a:lnTo>
                    <a:pt x="40386" y="1524"/>
                  </a:lnTo>
                  <a:lnTo>
                    <a:pt x="0" y="21336"/>
                  </a:lnTo>
                  <a:lnTo>
                    <a:pt x="2286" y="25146"/>
                  </a:lnTo>
                  <a:lnTo>
                    <a:pt x="49530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7" name="object 5027"/>
            <p:cNvSpPr/>
            <p:nvPr/>
          </p:nvSpPr>
          <p:spPr>
            <a:xfrm>
              <a:off x="4153052" y="5823080"/>
              <a:ext cx="49530" cy="25400"/>
            </a:xfrm>
            <a:custGeom>
              <a:avLst/>
              <a:gdLst/>
              <a:ahLst/>
              <a:cxnLst/>
              <a:rect l="l" t="t" r="r" b="b"/>
              <a:pathLst>
                <a:path w="49529" h="25400">
                  <a:moveTo>
                    <a:pt x="2286" y="25146"/>
                  </a:moveTo>
                  <a:lnTo>
                    <a:pt x="0" y="21336"/>
                  </a:lnTo>
                  <a:lnTo>
                    <a:pt x="40386" y="1524"/>
                  </a:lnTo>
                  <a:lnTo>
                    <a:pt x="43434" y="3048"/>
                  </a:lnTo>
                  <a:lnTo>
                    <a:pt x="45720" y="0"/>
                  </a:lnTo>
                  <a:lnTo>
                    <a:pt x="49530" y="1524"/>
                  </a:lnTo>
                  <a:lnTo>
                    <a:pt x="2286" y="2514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8" name="object 5028"/>
            <p:cNvSpPr/>
            <p:nvPr/>
          </p:nvSpPr>
          <p:spPr>
            <a:xfrm>
              <a:off x="4152290" y="5800220"/>
              <a:ext cx="46990" cy="26034"/>
            </a:xfrm>
            <a:custGeom>
              <a:avLst/>
              <a:gdLst/>
              <a:ahLst/>
              <a:cxnLst/>
              <a:rect l="l" t="t" r="r" b="b"/>
              <a:pathLst>
                <a:path w="46989" h="26035">
                  <a:moveTo>
                    <a:pt x="46482" y="22860"/>
                  </a:moveTo>
                  <a:lnTo>
                    <a:pt x="0" y="0"/>
                  </a:lnTo>
                  <a:lnTo>
                    <a:pt x="0" y="3048"/>
                  </a:lnTo>
                  <a:lnTo>
                    <a:pt x="3810" y="3048"/>
                  </a:lnTo>
                  <a:lnTo>
                    <a:pt x="3810" y="6096"/>
                  </a:lnTo>
                  <a:lnTo>
                    <a:pt x="44196" y="25908"/>
                  </a:lnTo>
                  <a:lnTo>
                    <a:pt x="46482" y="228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9" name="object 5029"/>
            <p:cNvSpPr/>
            <p:nvPr/>
          </p:nvSpPr>
          <p:spPr>
            <a:xfrm>
              <a:off x="4152290" y="5800220"/>
              <a:ext cx="46990" cy="26034"/>
            </a:xfrm>
            <a:custGeom>
              <a:avLst/>
              <a:gdLst/>
              <a:ahLst/>
              <a:cxnLst/>
              <a:rect l="l" t="t" r="r" b="b"/>
              <a:pathLst>
                <a:path w="46989" h="26035">
                  <a:moveTo>
                    <a:pt x="46482" y="22860"/>
                  </a:moveTo>
                  <a:lnTo>
                    <a:pt x="44196" y="25908"/>
                  </a:lnTo>
                  <a:lnTo>
                    <a:pt x="3810" y="6096"/>
                  </a:lnTo>
                  <a:lnTo>
                    <a:pt x="3810" y="3048"/>
                  </a:lnTo>
                  <a:lnTo>
                    <a:pt x="0" y="3048"/>
                  </a:lnTo>
                  <a:lnTo>
                    <a:pt x="0" y="0"/>
                  </a:lnTo>
                  <a:lnTo>
                    <a:pt x="46482" y="2286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0" name="object 5030"/>
            <p:cNvSpPr/>
            <p:nvPr/>
          </p:nvSpPr>
          <p:spPr>
            <a:xfrm>
              <a:off x="4152290" y="5803268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10" h="46989">
                  <a:moveTo>
                    <a:pt x="3810" y="40386"/>
                  </a:moveTo>
                  <a:lnTo>
                    <a:pt x="3810" y="0"/>
                  </a:lnTo>
                  <a:lnTo>
                    <a:pt x="0" y="0"/>
                  </a:lnTo>
                  <a:lnTo>
                    <a:pt x="0" y="46482"/>
                  </a:lnTo>
                  <a:lnTo>
                    <a:pt x="3048" y="44958"/>
                  </a:lnTo>
                  <a:lnTo>
                    <a:pt x="762" y="41148"/>
                  </a:lnTo>
                  <a:lnTo>
                    <a:pt x="3810" y="403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1" name="object 5031"/>
            <p:cNvSpPr/>
            <p:nvPr/>
          </p:nvSpPr>
          <p:spPr>
            <a:xfrm>
              <a:off x="4152290" y="5803268"/>
              <a:ext cx="3810" cy="46990"/>
            </a:xfrm>
            <a:custGeom>
              <a:avLst/>
              <a:gdLst/>
              <a:ahLst/>
              <a:cxnLst/>
              <a:rect l="l" t="t" r="r" b="b"/>
              <a:pathLst>
                <a:path w="3810" h="46989">
                  <a:moveTo>
                    <a:pt x="0" y="0"/>
                  </a:moveTo>
                  <a:lnTo>
                    <a:pt x="3810" y="0"/>
                  </a:lnTo>
                  <a:lnTo>
                    <a:pt x="3810" y="40386"/>
                  </a:lnTo>
                  <a:lnTo>
                    <a:pt x="762" y="41148"/>
                  </a:lnTo>
                  <a:lnTo>
                    <a:pt x="3048" y="44958"/>
                  </a:lnTo>
                  <a:lnTo>
                    <a:pt x="0" y="4648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2" name="object 5032"/>
            <p:cNvSpPr/>
            <p:nvPr/>
          </p:nvSpPr>
          <p:spPr>
            <a:xfrm>
              <a:off x="3884053" y="5747655"/>
              <a:ext cx="205104" cy="48260"/>
            </a:xfrm>
            <a:custGeom>
              <a:avLst/>
              <a:gdLst/>
              <a:ahLst/>
              <a:cxnLst/>
              <a:rect l="l" t="t" r="r" b="b"/>
              <a:pathLst>
                <a:path w="205104" h="48260">
                  <a:moveTo>
                    <a:pt x="32004" y="29718"/>
                  </a:moveTo>
                  <a:lnTo>
                    <a:pt x="29756" y="19380"/>
                  </a:lnTo>
                  <a:lnTo>
                    <a:pt x="25908" y="16611"/>
                  </a:lnTo>
                  <a:lnTo>
                    <a:pt x="25908" y="29718"/>
                  </a:lnTo>
                  <a:lnTo>
                    <a:pt x="25146" y="34290"/>
                  </a:lnTo>
                  <a:lnTo>
                    <a:pt x="24384" y="37338"/>
                  </a:lnTo>
                  <a:lnTo>
                    <a:pt x="22860" y="40386"/>
                  </a:lnTo>
                  <a:lnTo>
                    <a:pt x="21336" y="41910"/>
                  </a:lnTo>
                  <a:lnTo>
                    <a:pt x="18288" y="42672"/>
                  </a:lnTo>
                  <a:lnTo>
                    <a:pt x="16002" y="43434"/>
                  </a:lnTo>
                  <a:lnTo>
                    <a:pt x="12954" y="42672"/>
                  </a:lnTo>
                  <a:lnTo>
                    <a:pt x="10668" y="41910"/>
                  </a:lnTo>
                  <a:lnTo>
                    <a:pt x="9144" y="40386"/>
                  </a:lnTo>
                  <a:lnTo>
                    <a:pt x="6096" y="34290"/>
                  </a:lnTo>
                  <a:lnTo>
                    <a:pt x="6096" y="25908"/>
                  </a:lnTo>
                  <a:lnTo>
                    <a:pt x="7620" y="22860"/>
                  </a:lnTo>
                  <a:lnTo>
                    <a:pt x="11950" y="18199"/>
                  </a:lnTo>
                  <a:lnTo>
                    <a:pt x="17538" y="17449"/>
                  </a:lnTo>
                  <a:lnTo>
                    <a:pt x="22555" y="20154"/>
                  </a:lnTo>
                  <a:lnTo>
                    <a:pt x="25146" y="25908"/>
                  </a:lnTo>
                  <a:lnTo>
                    <a:pt x="25908" y="29718"/>
                  </a:lnTo>
                  <a:lnTo>
                    <a:pt x="25908" y="16611"/>
                  </a:lnTo>
                  <a:lnTo>
                    <a:pt x="21513" y="13423"/>
                  </a:lnTo>
                  <a:lnTo>
                    <a:pt x="11087" y="13131"/>
                  </a:lnTo>
                  <a:lnTo>
                    <a:pt x="2286" y="19812"/>
                  </a:lnTo>
                  <a:lnTo>
                    <a:pt x="762" y="24384"/>
                  </a:lnTo>
                  <a:lnTo>
                    <a:pt x="0" y="29718"/>
                  </a:lnTo>
                  <a:lnTo>
                    <a:pt x="762" y="35052"/>
                  </a:lnTo>
                  <a:lnTo>
                    <a:pt x="2286" y="40386"/>
                  </a:lnTo>
                  <a:lnTo>
                    <a:pt x="4572" y="43434"/>
                  </a:lnTo>
                  <a:lnTo>
                    <a:pt x="6096" y="44958"/>
                  </a:lnTo>
                  <a:lnTo>
                    <a:pt x="7620" y="46482"/>
                  </a:lnTo>
                  <a:lnTo>
                    <a:pt x="11430" y="48006"/>
                  </a:lnTo>
                  <a:lnTo>
                    <a:pt x="19050" y="48006"/>
                  </a:lnTo>
                  <a:lnTo>
                    <a:pt x="21336" y="47244"/>
                  </a:lnTo>
                  <a:lnTo>
                    <a:pt x="24384" y="45720"/>
                  </a:lnTo>
                  <a:lnTo>
                    <a:pt x="25908" y="44704"/>
                  </a:lnTo>
                  <a:lnTo>
                    <a:pt x="28956" y="42672"/>
                  </a:lnTo>
                  <a:lnTo>
                    <a:pt x="30480" y="40386"/>
                  </a:lnTo>
                  <a:lnTo>
                    <a:pt x="31242" y="37338"/>
                  </a:lnTo>
                  <a:lnTo>
                    <a:pt x="32004" y="33528"/>
                  </a:lnTo>
                  <a:lnTo>
                    <a:pt x="32004" y="29718"/>
                  </a:lnTo>
                  <a:close/>
                </a:path>
                <a:path w="205104" h="48260">
                  <a:moveTo>
                    <a:pt x="63246" y="12954"/>
                  </a:moveTo>
                  <a:lnTo>
                    <a:pt x="35814" y="12954"/>
                  </a:lnTo>
                  <a:lnTo>
                    <a:pt x="35814" y="18288"/>
                  </a:lnTo>
                  <a:lnTo>
                    <a:pt x="46482" y="18288"/>
                  </a:lnTo>
                  <a:lnTo>
                    <a:pt x="46482" y="47244"/>
                  </a:lnTo>
                  <a:lnTo>
                    <a:pt x="51816" y="47244"/>
                  </a:lnTo>
                  <a:lnTo>
                    <a:pt x="51816" y="18288"/>
                  </a:lnTo>
                  <a:lnTo>
                    <a:pt x="63246" y="18288"/>
                  </a:lnTo>
                  <a:lnTo>
                    <a:pt x="63246" y="12954"/>
                  </a:lnTo>
                  <a:close/>
                </a:path>
                <a:path w="205104" h="48260">
                  <a:moveTo>
                    <a:pt x="119634" y="762"/>
                  </a:moveTo>
                  <a:lnTo>
                    <a:pt x="90678" y="762"/>
                  </a:lnTo>
                  <a:lnTo>
                    <a:pt x="90678" y="36576"/>
                  </a:lnTo>
                  <a:lnTo>
                    <a:pt x="89916" y="39624"/>
                  </a:lnTo>
                  <a:lnTo>
                    <a:pt x="89916" y="41148"/>
                  </a:lnTo>
                  <a:lnTo>
                    <a:pt x="89154" y="41910"/>
                  </a:lnTo>
                  <a:lnTo>
                    <a:pt x="87630" y="42672"/>
                  </a:lnTo>
                  <a:lnTo>
                    <a:pt x="86106" y="42672"/>
                  </a:lnTo>
                  <a:lnTo>
                    <a:pt x="84582" y="41910"/>
                  </a:lnTo>
                  <a:lnTo>
                    <a:pt x="83820" y="41910"/>
                  </a:lnTo>
                  <a:lnTo>
                    <a:pt x="83820" y="43434"/>
                  </a:lnTo>
                  <a:lnTo>
                    <a:pt x="83058" y="45720"/>
                  </a:lnTo>
                  <a:lnTo>
                    <a:pt x="83058" y="47244"/>
                  </a:lnTo>
                  <a:lnTo>
                    <a:pt x="84582" y="48006"/>
                  </a:lnTo>
                  <a:lnTo>
                    <a:pt x="89916" y="48006"/>
                  </a:lnTo>
                  <a:lnTo>
                    <a:pt x="91440" y="47244"/>
                  </a:lnTo>
                  <a:lnTo>
                    <a:pt x="93726" y="46482"/>
                  </a:lnTo>
                  <a:lnTo>
                    <a:pt x="95250" y="43434"/>
                  </a:lnTo>
                  <a:lnTo>
                    <a:pt x="96012" y="41148"/>
                  </a:lnTo>
                  <a:lnTo>
                    <a:pt x="96774" y="38100"/>
                  </a:lnTo>
                  <a:lnTo>
                    <a:pt x="96774" y="6096"/>
                  </a:lnTo>
                  <a:lnTo>
                    <a:pt x="113538" y="6096"/>
                  </a:lnTo>
                  <a:lnTo>
                    <a:pt x="113538" y="47244"/>
                  </a:lnTo>
                  <a:lnTo>
                    <a:pt x="119634" y="47244"/>
                  </a:lnTo>
                  <a:lnTo>
                    <a:pt x="119634" y="762"/>
                  </a:lnTo>
                  <a:close/>
                </a:path>
                <a:path w="205104" h="48260">
                  <a:moveTo>
                    <a:pt x="161544" y="36576"/>
                  </a:moveTo>
                  <a:lnTo>
                    <a:pt x="160782" y="29718"/>
                  </a:lnTo>
                  <a:lnTo>
                    <a:pt x="159258" y="26670"/>
                  </a:lnTo>
                  <a:lnTo>
                    <a:pt x="153162" y="22098"/>
                  </a:lnTo>
                  <a:lnTo>
                    <a:pt x="156210" y="20574"/>
                  </a:lnTo>
                  <a:lnTo>
                    <a:pt x="159258" y="15240"/>
                  </a:lnTo>
                  <a:lnTo>
                    <a:pt x="159258" y="9906"/>
                  </a:lnTo>
                  <a:lnTo>
                    <a:pt x="155448" y="3048"/>
                  </a:lnTo>
                  <a:lnTo>
                    <a:pt x="147828" y="0"/>
                  </a:lnTo>
                  <a:lnTo>
                    <a:pt x="137922" y="0"/>
                  </a:lnTo>
                  <a:lnTo>
                    <a:pt x="131826" y="5334"/>
                  </a:lnTo>
                  <a:lnTo>
                    <a:pt x="128016" y="14478"/>
                  </a:lnTo>
                  <a:lnTo>
                    <a:pt x="134112" y="16002"/>
                  </a:lnTo>
                  <a:lnTo>
                    <a:pt x="136398" y="8382"/>
                  </a:lnTo>
                  <a:lnTo>
                    <a:pt x="141732" y="5334"/>
                  </a:lnTo>
                  <a:lnTo>
                    <a:pt x="147828" y="6096"/>
                  </a:lnTo>
                  <a:lnTo>
                    <a:pt x="153162" y="9906"/>
                  </a:lnTo>
                  <a:lnTo>
                    <a:pt x="153162" y="15240"/>
                  </a:lnTo>
                  <a:lnTo>
                    <a:pt x="149352" y="19050"/>
                  </a:lnTo>
                  <a:lnTo>
                    <a:pt x="140970" y="19812"/>
                  </a:lnTo>
                  <a:lnTo>
                    <a:pt x="140970" y="25146"/>
                  </a:lnTo>
                  <a:lnTo>
                    <a:pt x="144018" y="25146"/>
                  </a:lnTo>
                  <a:lnTo>
                    <a:pt x="152400" y="27432"/>
                  </a:lnTo>
                  <a:lnTo>
                    <a:pt x="154686" y="33528"/>
                  </a:lnTo>
                  <a:lnTo>
                    <a:pt x="153924" y="37338"/>
                  </a:lnTo>
                  <a:lnTo>
                    <a:pt x="148590" y="41910"/>
                  </a:lnTo>
                  <a:lnTo>
                    <a:pt x="142494" y="42672"/>
                  </a:lnTo>
                  <a:lnTo>
                    <a:pt x="137160" y="39624"/>
                  </a:lnTo>
                  <a:lnTo>
                    <a:pt x="133350" y="32004"/>
                  </a:lnTo>
                  <a:lnTo>
                    <a:pt x="127254" y="33528"/>
                  </a:lnTo>
                  <a:lnTo>
                    <a:pt x="131826" y="42672"/>
                  </a:lnTo>
                  <a:lnTo>
                    <a:pt x="138684" y="47244"/>
                  </a:lnTo>
                  <a:lnTo>
                    <a:pt x="147828" y="48006"/>
                  </a:lnTo>
                  <a:lnTo>
                    <a:pt x="156972" y="44196"/>
                  </a:lnTo>
                  <a:lnTo>
                    <a:pt x="161544" y="36576"/>
                  </a:lnTo>
                  <a:close/>
                </a:path>
                <a:path w="205104" h="48260">
                  <a:moveTo>
                    <a:pt x="204978" y="33528"/>
                  </a:moveTo>
                  <a:lnTo>
                    <a:pt x="204216" y="30480"/>
                  </a:lnTo>
                  <a:lnTo>
                    <a:pt x="202399" y="20434"/>
                  </a:lnTo>
                  <a:lnTo>
                    <a:pt x="199504" y="20447"/>
                  </a:lnTo>
                  <a:lnTo>
                    <a:pt x="199504" y="42138"/>
                  </a:lnTo>
                  <a:lnTo>
                    <a:pt x="191135" y="42125"/>
                  </a:lnTo>
                  <a:lnTo>
                    <a:pt x="185166" y="41910"/>
                  </a:lnTo>
                  <a:lnTo>
                    <a:pt x="176022" y="41910"/>
                  </a:lnTo>
                  <a:lnTo>
                    <a:pt x="176022" y="25908"/>
                  </a:lnTo>
                  <a:lnTo>
                    <a:pt x="192786" y="25908"/>
                  </a:lnTo>
                  <a:lnTo>
                    <a:pt x="195834" y="27432"/>
                  </a:lnTo>
                  <a:lnTo>
                    <a:pt x="198120" y="32004"/>
                  </a:lnTo>
                  <a:lnTo>
                    <a:pt x="198120" y="33528"/>
                  </a:lnTo>
                  <a:lnTo>
                    <a:pt x="199504" y="42138"/>
                  </a:lnTo>
                  <a:lnTo>
                    <a:pt x="199504" y="20447"/>
                  </a:lnTo>
                  <a:lnTo>
                    <a:pt x="191135" y="20459"/>
                  </a:lnTo>
                  <a:lnTo>
                    <a:pt x="176022" y="20574"/>
                  </a:lnTo>
                  <a:lnTo>
                    <a:pt x="176022" y="6096"/>
                  </a:lnTo>
                  <a:lnTo>
                    <a:pt x="199644" y="6096"/>
                  </a:lnTo>
                  <a:lnTo>
                    <a:pt x="199644" y="762"/>
                  </a:lnTo>
                  <a:lnTo>
                    <a:pt x="169164" y="762"/>
                  </a:lnTo>
                  <a:lnTo>
                    <a:pt x="169164" y="47244"/>
                  </a:lnTo>
                  <a:lnTo>
                    <a:pt x="176022" y="47244"/>
                  </a:lnTo>
                  <a:lnTo>
                    <a:pt x="194906" y="47307"/>
                  </a:lnTo>
                  <a:lnTo>
                    <a:pt x="199504" y="47942"/>
                  </a:lnTo>
                  <a:lnTo>
                    <a:pt x="201676" y="48247"/>
                  </a:lnTo>
                  <a:lnTo>
                    <a:pt x="204978" y="35814"/>
                  </a:lnTo>
                  <a:lnTo>
                    <a:pt x="204978" y="335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3" name="object 5033"/>
            <p:cNvSpPr/>
            <p:nvPr/>
          </p:nvSpPr>
          <p:spPr>
            <a:xfrm>
              <a:off x="4527956" y="6043298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11429"/>
                  </a:moveTo>
                  <a:lnTo>
                    <a:pt x="0" y="0"/>
                  </a:lnTo>
                  <a:lnTo>
                    <a:pt x="0" y="11429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4" name="object 5034"/>
            <p:cNvSpPr/>
            <p:nvPr/>
          </p:nvSpPr>
          <p:spPr>
            <a:xfrm>
              <a:off x="4527575" y="6043298"/>
              <a:ext cx="1270" cy="11430"/>
            </a:xfrm>
            <a:custGeom>
              <a:avLst/>
              <a:gdLst/>
              <a:ahLst/>
              <a:cxnLst/>
              <a:rect l="l" t="t" r="r" b="b"/>
              <a:pathLst>
                <a:path w="1270" h="11429">
                  <a:moveTo>
                    <a:pt x="0" y="11430"/>
                  </a:moveTo>
                  <a:lnTo>
                    <a:pt x="761" y="11430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14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5" name="object 5035"/>
            <p:cNvSpPr/>
            <p:nvPr/>
          </p:nvSpPr>
          <p:spPr>
            <a:xfrm>
              <a:off x="5920892" y="6043298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11430"/>
                  </a:moveTo>
                  <a:lnTo>
                    <a:pt x="0" y="0"/>
                  </a:lnTo>
                  <a:lnTo>
                    <a:pt x="0" y="114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6" name="object 5036"/>
            <p:cNvSpPr/>
            <p:nvPr/>
          </p:nvSpPr>
          <p:spPr>
            <a:xfrm>
              <a:off x="5920511" y="6043298"/>
              <a:ext cx="1270" cy="11430"/>
            </a:xfrm>
            <a:custGeom>
              <a:avLst/>
              <a:gdLst/>
              <a:ahLst/>
              <a:cxnLst/>
              <a:rect l="l" t="t" r="r" b="b"/>
              <a:pathLst>
                <a:path w="1270" h="11429">
                  <a:moveTo>
                    <a:pt x="0" y="11430"/>
                  </a:moveTo>
                  <a:lnTo>
                    <a:pt x="761" y="11430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14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7" name="object 5037"/>
            <p:cNvSpPr/>
            <p:nvPr/>
          </p:nvSpPr>
          <p:spPr>
            <a:xfrm>
              <a:off x="4527943" y="6043311"/>
              <a:ext cx="1393190" cy="11430"/>
            </a:xfrm>
            <a:custGeom>
              <a:avLst/>
              <a:gdLst/>
              <a:ahLst/>
              <a:cxnLst/>
              <a:rect l="l" t="t" r="r" b="b"/>
              <a:pathLst>
                <a:path w="1393189" h="11429">
                  <a:moveTo>
                    <a:pt x="1392936" y="0"/>
                  </a:moveTo>
                  <a:lnTo>
                    <a:pt x="0" y="0"/>
                  </a:lnTo>
                  <a:lnTo>
                    <a:pt x="0" y="11430"/>
                  </a:lnTo>
                  <a:lnTo>
                    <a:pt x="1392936" y="11430"/>
                  </a:lnTo>
                  <a:lnTo>
                    <a:pt x="1392936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8" name="object 5038"/>
            <p:cNvSpPr/>
            <p:nvPr/>
          </p:nvSpPr>
          <p:spPr>
            <a:xfrm>
              <a:off x="4523384" y="5906900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19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9" name="object 5039"/>
            <p:cNvSpPr/>
            <p:nvPr/>
          </p:nvSpPr>
          <p:spPr>
            <a:xfrm>
              <a:off x="4523384" y="6049394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191" y="0"/>
                  </a:moveTo>
                  <a:lnTo>
                    <a:pt x="0" y="0"/>
                  </a:lnTo>
                  <a:lnTo>
                    <a:pt x="12191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0" name="object 5040"/>
            <p:cNvSpPr/>
            <p:nvPr/>
          </p:nvSpPr>
          <p:spPr>
            <a:xfrm>
              <a:off x="4523384" y="6049394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19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1" name="object 5041"/>
            <p:cNvSpPr/>
            <p:nvPr/>
          </p:nvSpPr>
          <p:spPr>
            <a:xfrm>
              <a:off x="4523384" y="5906900"/>
              <a:ext cx="12700" cy="142875"/>
            </a:xfrm>
            <a:custGeom>
              <a:avLst/>
              <a:gdLst/>
              <a:ahLst/>
              <a:cxnLst/>
              <a:rect l="l" t="t" r="r" b="b"/>
              <a:pathLst>
                <a:path w="12700" h="142875">
                  <a:moveTo>
                    <a:pt x="0" y="142494"/>
                  </a:moveTo>
                  <a:lnTo>
                    <a:pt x="0" y="0"/>
                  </a:lnTo>
                  <a:lnTo>
                    <a:pt x="12192" y="0"/>
                  </a:lnTo>
                  <a:lnTo>
                    <a:pt x="12192" y="142494"/>
                  </a:lnTo>
                  <a:lnTo>
                    <a:pt x="0" y="142494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2" name="object 5042"/>
            <p:cNvSpPr/>
            <p:nvPr/>
          </p:nvSpPr>
          <p:spPr>
            <a:xfrm>
              <a:off x="4523384" y="5906900"/>
              <a:ext cx="12700" cy="142875"/>
            </a:xfrm>
            <a:custGeom>
              <a:avLst/>
              <a:gdLst/>
              <a:ahLst/>
              <a:cxnLst/>
              <a:rect l="l" t="t" r="r" b="b"/>
              <a:pathLst>
                <a:path w="12700" h="142875">
                  <a:moveTo>
                    <a:pt x="0" y="142494"/>
                  </a:moveTo>
                  <a:lnTo>
                    <a:pt x="0" y="0"/>
                  </a:lnTo>
                  <a:lnTo>
                    <a:pt x="12192" y="0"/>
                  </a:lnTo>
                  <a:lnTo>
                    <a:pt x="12192" y="142494"/>
                  </a:lnTo>
                  <a:lnTo>
                    <a:pt x="0" y="142494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3" name="object 5043"/>
            <p:cNvSpPr/>
            <p:nvPr/>
          </p:nvSpPr>
          <p:spPr>
            <a:xfrm>
              <a:off x="5915545" y="535140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430" y="0"/>
                  </a:moveTo>
                  <a:lnTo>
                    <a:pt x="0" y="0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4" name="object 5044"/>
            <p:cNvSpPr/>
            <p:nvPr/>
          </p:nvSpPr>
          <p:spPr>
            <a:xfrm>
              <a:off x="5915545" y="535140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42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5" name="object 5045"/>
            <p:cNvSpPr/>
            <p:nvPr/>
          </p:nvSpPr>
          <p:spPr>
            <a:xfrm>
              <a:off x="5915558" y="604482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429" y="0"/>
                  </a:moveTo>
                  <a:lnTo>
                    <a:pt x="0" y="0"/>
                  </a:lnTo>
                  <a:lnTo>
                    <a:pt x="11429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6" name="object 5046"/>
            <p:cNvSpPr/>
            <p:nvPr/>
          </p:nvSpPr>
          <p:spPr>
            <a:xfrm>
              <a:off x="5915558" y="604482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42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7" name="object 5047"/>
            <p:cNvSpPr/>
            <p:nvPr/>
          </p:nvSpPr>
          <p:spPr>
            <a:xfrm>
              <a:off x="5915545" y="5351402"/>
              <a:ext cx="11430" cy="693420"/>
            </a:xfrm>
            <a:custGeom>
              <a:avLst/>
              <a:gdLst/>
              <a:ahLst/>
              <a:cxnLst/>
              <a:rect l="l" t="t" r="r" b="b"/>
              <a:pathLst>
                <a:path w="11429" h="693420">
                  <a:moveTo>
                    <a:pt x="0" y="693420"/>
                  </a:moveTo>
                  <a:lnTo>
                    <a:pt x="0" y="0"/>
                  </a:lnTo>
                  <a:lnTo>
                    <a:pt x="11430" y="0"/>
                  </a:lnTo>
                  <a:lnTo>
                    <a:pt x="11430" y="693420"/>
                  </a:lnTo>
                  <a:lnTo>
                    <a:pt x="0" y="69342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8" name="object 5048"/>
            <p:cNvSpPr/>
            <p:nvPr/>
          </p:nvSpPr>
          <p:spPr>
            <a:xfrm>
              <a:off x="5915545" y="5351402"/>
              <a:ext cx="11430" cy="693420"/>
            </a:xfrm>
            <a:custGeom>
              <a:avLst/>
              <a:gdLst/>
              <a:ahLst/>
              <a:cxnLst/>
              <a:rect l="l" t="t" r="r" b="b"/>
              <a:pathLst>
                <a:path w="11429" h="693420">
                  <a:moveTo>
                    <a:pt x="0" y="693420"/>
                  </a:moveTo>
                  <a:lnTo>
                    <a:pt x="0" y="0"/>
                  </a:lnTo>
                  <a:lnTo>
                    <a:pt x="11430" y="0"/>
                  </a:lnTo>
                  <a:lnTo>
                    <a:pt x="11430" y="693420"/>
                  </a:lnTo>
                  <a:lnTo>
                    <a:pt x="0" y="693420"/>
                  </a:lnTo>
                  <a:close/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9" name="object 5049"/>
            <p:cNvSpPr/>
            <p:nvPr/>
          </p:nvSpPr>
          <p:spPr>
            <a:xfrm>
              <a:off x="5920892" y="5346068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12191"/>
                  </a:moveTo>
                  <a:lnTo>
                    <a:pt x="0" y="0"/>
                  </a:lnTo>
                  <a:lnTo>
                    <a:pt x="0" y="12191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0" name="object 5050"/>
            <p:cNvSpPr/>
            <p:nvPr/>
          </p:nvSpPr>
          <p:spPr>
            <a:xfrm>
              <a:off x="5920511" y="5346068"/>
              <a:ext cx="1270" cy="12700"/>
            </a:xfrm>
            <a:custGeom>
              <a:avLst/>
              <a:gdLst/>
              <a:ahLst/>
              <a:cxnLst/>
              <a:rect l="l" t="t" r="r" b="b"/>
              <a:pathLst>
                <a:path w="1270" h="12700">
                  <a:moveTo>
                    <a:pt x="0" y="12191"/>
                  </a:moveTo>
                  <a:lnTo>
                    <a:pt x="761" y="1219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2191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1" name="object 5051"/>
            <p:cNvSpPr/>
            <p:nvPr/>
          </p:nvSpPr>
          <p:spPr>
            <a:xfrm>
              <a:off x="8116976" y="5346068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12192"/>
                  </a:moveTo>
                  <a:lnTo>
                    <a:pt x="0" y="0"/>
                  </a:lnTo>
                  <a:lnTo>
                    <a:pt x="0" y="12192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2" name="object 5052"/>
            <p:cNvSpPr/>
            <p:nvPr/>
          </p:nvSpPr>
          <p:spPr>
            <a:xfrm>
              <a:off x="8116595" y="5346068"/>
              <a:ext cx="1270" cy="12700"/>
            </a:xfrm>
            <a:custGeom>
              <a:avLst/>
              <a:gdLst/>
              <a:ahLst/>
              <a:cxnLst/>
              <a:rect l="l" t="t" r="r" b="b"/>
              <a:pathLst>
                <a:path w="1270" h="12700">
                  <a:moveTo>
                    <a:pt x="0" y="12191"/>
                  </a:moveTo>
                  <a:lnTo>
                    <a:pt x="761" y="1219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2191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3" name="object 5053"/>
            <p:cNvSpPr/>
            <p:nvPr/>
          </p:nvSpPr>
          <p:spPr>
            <a:xfrm>
              <a:off x="5920892" y="5346069"/>
              <a:ext cx="2196465" cy="12700"/>
            </a:xfrm>
            <a:custGeom>
              <a:avLst/>
              <a:gdLst/>
              <a:ahLst/>
              <a:cxnLst/>
              <a:rect l="l" t="t" r="r" b="b"/>
              <a:pathLst>
                <a:path w="2196465" h="12700">
                  <a:moveTo>
                    <a:pt x="2196083" y="12191"/>
                  </a:moveTo>
                  <a:lnTo>
                    <a:pt x="2196083" y="0"/>
                  </a:lnTo>
                  <a:lnTo>
                    <a:pt x="0" y="0"/>
                  </a:lnTo>
                  <a:lnTo>
                    <a:pt x="0" y="12191"/>
                  </a:lnTo>
                  <a:lnTo>
                    <a:pt x="2196083" y="12191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54" name="object 5054"/>
            <p:cNvPicPr/>
            <p:nvPr/>
          </p:nvPicPr>
          <p:blipFill>
            <a:blip r:embed="rId253" cstate="print"/>
            <a:stretch>
              <a:fillRect/>
            </a:stretch>
          </p:blipFill>
          <p:spPr>
            <a:xfrm>
              <a:off x="1514627" y="3855977"/>
              <a:ext cx="413765" cy="172212"/>
            </a:xfrm>
            <a:prstGeom prst="rect">
              <a:avLst/>
            </a:prstGeom>
          </p:spPr>
        </p:pic>
        <p:sp>
          <p:nvSpPr>
            <p:cNvPr id="5055" name="object 5055"/>
            <p:cNvSpPr/>
            <p:nvPr/>
          </p:nvSpPr>
          <p:spPr>
            <a:xfrm>
              <a:off x="6355994" y="5015360"/>
              <a:ext cx="0" cy="17145"/>
            </a:xfrm>
            <a:custGeom>
              <a:avLst/>
              <a:gdLst/>
              <a:ahLst/>
              <a:cxnLst/>
              <a:rect l="l" t="t" r="r" b="b"/>
              <a:pathLst>
                <a:path h="17145">
                  <a:moveTo>
                    <a:pt x="0" y="16764"/>
                  </a:moveTo>
                  <a:lnTo>
                    <a:pt x="0" y="0"/>
                  </a:lnTo>
                  <a:lnTo>
                    <a:pt x="0" y="16764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6" name="object 5056"/>
            <p:cNvSpPr/>
            <p:nvPr/>
          </p:nvSpPr>
          <p:spPr>
            <a:xfrm>
              <a:off x="6355613" y="5015360"/>
              <a:ext cx="1270" cy="17145"/>
            </a:xfrm>
            <a:custGeom>
              <a:avLst/>
              <a:gdLst/>
              <a:ahLst/>
              <a:cxnLst/>
              <a:rect l="l" t="t" r="r" b="b"/>
              <a:pathLst>
                <a:path w="1270" h="17145">
                  <a:moveTo>
                    <a:pt x="0" y="16763"/>
                  </a:moveTo>
                  <a:lnTo>
                    <a:pt x="761" y="16763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76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7" name="object 5057"/>
            <p:cNvSpPr/>
            <p:nvPr/>
          </p:nvSpPr>
          <p:spPr>
            <a:xfrm>
              <a:off x="1914296" y="5015360"/>
              <a:ext cx="0" cy="17145"/>
            </a:xfrm>
            <a:custGeom>
              <a:avLst/>
              <a:gdLst/>
              <a:ahLst/>
              <a:cxnLst/>
              <a:rect l="l" t="t" r="r" b="b"/>
              <a:pathLst>
                <a:path h="17145">
                  <a:moveTo>
                    <a:pt x="0" y="16763"/>
                  </a:moveTo>
                  <a:lnTo>
                    <a:pt x="0" y="0"/>
                  </a:lnTo>
                  <a:lnTo>
                    <a:pt x="0" y="1676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8" name="object 5058"/>
            <p:cNvSpPr/>
            <p:nvPr/>
          </p:nvSpPr>
          <p:spPr>
            <a:xfrm>
              <a:off x="1913915" y="5015360"/>
              <a:ext cx="1270" cy="17145"/>
            </a:xfrm>
            <a:custGeom>
              <a:avLst/>
              <a:gdLst/>
              <a:ahLst/>
              <a:cxnLst/>
              <a:rect l="l" t="t" r="r" b="b"/>
              <a:pathLst>
                <a:path w="1269" h="17145">
                  <a:moveTo>
                    <a:pt x="0" y="16763"/>
                  </a:moveTo>
                  <a:lnTo>
                    <a:pt x="762" y="16763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0" y="16763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9" name="object 5059"/>
            <p:cNvSpPr/>
            <p:nvPr/>
          </p:nvSpPr>
          <p:spPr>
            <a:xfrm>
              <a:off x="1914283" y="5015373"/>
              <a:ext cx="4441825" cy="17145"/>
            </a:xfrm>
            <a:custGeom>
              <a:avLst/>
              <a:gdLst/>
              <a:ahLst/>
              <a:cxnLst/>
              <a:rect l="l" t="t" r="r" b="b"/>
              <a:pathLst>
                <a:path w="4441825" h="17145">
                  <a:moveTo>
                    <a:pt x="4441698" y="0"/>
                  </a:moveTo>
                  <a:lnTo>
                    <a:pt x="0" y="0"/>
                  </a:lnTo>
                  <a:lnTo>
                    <a:pt x="0" y="16764"/>
                  </a:lnTo>
                  <a:lnTo>
                    <a:pt x="4441698" y="16764"/>
                  </a:lnTo>
                  <a:lnTo>
                    <a:pt x="4441698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0" name="object 5060"/>
            <p:cNvSpPr/>
            <p:nvPr/>
          </p:nvSpPr>
          <p:spPr>
            <a:xfrm>
              <a:off x="1912010" y="3870836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1" name="object 5061"/>
            <p:cNvSpPr/>
            <p:nvPr/>
          </p:nvSpPr>
          <p:spPr>
            <a:xfrm>
              <a:off x="1912010" y="5023742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16001" y="0"/>
                  </a:moveTo>
                  <a:lnTo>
                    <a:pt x="0" y="0"/>
                  </a:lnTo>
                  <a:lnTo>
                    <a:pt x="16001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2" name="object 5062"/>
            <p:cNvSpPr/>
            <p:nvPr/>
          </p:nvSpPr>
          <p:spPr>
            <a:xfrm>
              <a:off x="1912010" y="5023742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3" name="object 5063"/>
            <p:cNvSpPr/>
            <p:nvPr/>
          </p:nvSpPr>
          <p:spPr>
            <a:xfrm>
              <a:off x="1912010" y="3870836"/>
              <a:ext cx="16510" cy="1153160"/>
            </a:xfrm>
            <a:custGeom>
              <a:avLst/>
              <a:gdLst/>
              <a:ahLst/>
              <a:cxnLst/>
              <a:rect l="l" t="t" r="r" b="b"/>
              <a:pathLst>
                <a:path w="16510" h="1153160">
                  <a:moveTo>
                    <a:pt x="0" y="1152906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152906"/>
                  </a:lnTo>
                  <a:lnTo>
                    <a:pt x="0" y="1152906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4" name="object 5064"/>
            <p:cNvSpPr/>
            <p:nvPr/>
          </p:nvSpPr>
          <p:spPr>
            <a:xfrm>
              <a:off x="1912010" y="3870836"/>
              <a:ext cx="16510" cy="1153160"/>
            </a:xfrm>
            <a:custGeom>
              <a:avLst/>
              <a:gdLst/>
              <a:ahLst/>
              <a:cxnLst/>
              <a:rect l="l" t="t" r="r" b="b"/>
              <a:pathLst>
                <a:path w="16510" h="1153160">
                  <a:moveTo>
                    <a:pt x="0" y="1152906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1152906"/>
                  </a:lnTo>
                  <a:lnTo>
                    <a:pt x="0" y="1152906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65" name="object 5065"/>
            <p:cNvPicPr/>
            <p:nvPr/>
          </p:nvPicPr>
          <p:blipFill>
            <a:blip r:embed="rId254" cstate="print"/>
            <a:stretch>
              <a:fillRect/>
            </a:stretch>
          </p:blipFill>
          <p:spPr>
            <a:xfrm>
              <a:off x="7689100" y="5171951"/>
              <a:ext cx="65544" cy="65532"/>
            </a:xfrm>
            <a:prstGeom prst="rect">
              <a:avLst/>
            </a:prstGeom>
          </p:spPr>
        </p:pic>
        <p:sp>
          <p:nvSpPr>
            <p:cNvPr id="5066" name="object 5066"/>
            <p:cNvSpPr/>
            <p:nvPr/>
          </p:nvSpPr>
          <p:spPr>
            <a:xfrm>
              <a:off x="6548780" y="5195192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01"/>
                  </a:move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7" name="object 5067"/>
            <p:cNvSpPr/>
            <p:nvPr/>
          </p:nvSpPr>
          <p:spPr>
            <a:xfrm>
              <a:off x="6548399" y="5195192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0" y="16001"/>
                  </a:moveTo>
                  <a:lnTo>
                    <a:pt x="761" y="16001"/>
                  </a:lnTo>
                  <a:lnTo>
                    <a:pt x="761" y="0"/>
                  </a:lnTo>
                  <a:lnTo>
                    <a:pt x="0" y="0"/>
                  </a:lnTo>
                  <a:lnTo>
                    <a:pt x="0" y="16001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8" name="object 5068"/>
            <p:cNvSpPr/>
            <p:nvPr/>
          </p:nvSpPr>
          <p:spPr>
            <a:xfrm>
              <a:off x="6548767" y="5195205"/>
              <a:ext cx="1141095" cy="16510"/>
            </a:xfrm>
            <a:custGeom>
              <a:avLst/>
              <a:gdLst/>
              <a:ahLst/>
              <a:cxnLst/>
              <a:rect l="l" t="t" r="r" b="b"/>
              <a:pathLst>
                <a:path w="1141095" h="16510">
                  <a:moveTo>
                    <a:pt x="1140714" y="0"/>
                  </a:moveTo>
                  <a:lnTo>
                    <a:pt x="0" y="0"/>
                  </a:lnTo>
                  <a:lnTo>
                    <a:pt x="0" y="16002"/>
                  </a:lnTo>
                  <a:lnTo>
                    <a:pt x="1140714" y="16002"/>
                  </a:lnTo>
                  <a:lnTo>
                    <a:pt x="1140714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9" name="object 5069"/>
            <p:cNvSpPr/>
            <p:nvPr/>
          </p:nvSpPr>
          <p:spPr>
            <a:xfrm>
              <a:off x="6540385" y="5130422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0" name="object 5070"/>
            <p:cNvSpPr/>
            <p:nvPr/>
          </p:nvSpPr>
          <p:spPr>
            <a:xfrm>
              <a:off x="6540398" y="5208908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16001" y="0"/>
                  </a:moveTo>
                  <a:lnTo>
                    <a:pt x="0" y="0"/>
                  </a:lnTo>
                  <a:lnTo>
                    <a:pt x="16001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1" name="object 5071"/>
            <p:cNvSpPr/>
            <p:nvPr/>
          </p:nvSpPr>
          <p:spPr>
            <a:xfrm>
              <a:off x="6540398" y="5208908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>
                  <a:moveTo>
                    <a:pt x="0" y="0"/>
                  </a:moveTo>
                  <a:lnTo>
                    <a:pt x="16001" y="0"/>
                  </a:lnTo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2" name="object 5072"/>
            <p:cNvSpPr/>
            <p:nvPr/>
          </p:nvSpPr>
          <p:spPr>
            <a:xfrm>
              <a:off x="6540385" y="5130422"/>
              <a:ext cx="16510" cy="78740"/>
            </a:xfrm>
            <a:custGeom>
              <a:avLst/>
              <a:gdLst/>
              <a:ahLst/>
              <a:cxnLst/>
              <a:rect l="l" t="t" r="r" b="b"/>
              <a:pathLst>
                <a:path w="16509" h="78739">
                  <a:moveTo>
                    <a:pt x="0" y="78486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78486"/>
                  </a:lnTo>
                  <a:lnTo>
                    <a:pt x="0" y="78486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3" name="object 5073"/>
            <p:cNvSpPr/>
            <p:nvPr/>
          </p:nvSpPr>
          <p:spPr>
            <a:xfrm>
              <a:off x="6540385" y="5130422"/>
              <a:ext cx="16510" cy="78740"/>
            </a:xfrm>
            <a:custGeom>
              <a:avLst/>
              <a:gdLst/>
              <a:ahLst/>
              <a:cxnLst/>
              <a:rect l="l" t="t" r="r" b="b"/>
              <a:pathLst>
                <a:path w="16509" h="78739">
                  <a:moveTo>
                    <a:pt x="0" y="78486"/>
                  </a:moveTo>
                  <a:lnTo>
                    <a:pt x="0" y="0"/>
                  </a:lnTo>
                  <a:lnTo>
                    <a:pt x="16002" y="0"/>
                  </a:lnTo>
                  <a:lnTo>
                    <a:pt x="16002" y="78486"/>
                  </a:lnTo>
                  <a:lnTo>
                    <a:pt x="0" y="78486"/>
                  </a:lnTo>
                  <a:close/>
                </a:path>
              </a:pathLst>
            </a:custGeom>
            <a:ln w="3175">
              <a:solidFill>
                <a:srgbClr val="C0C0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4" name="object 5074"/>
            <p:cNvSpPr/>
            <p:nvPr/>
          </p:nvSpPr>
          <p:spPr>
            <a:xfrm>
              <a:off x="1111910" y="277965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09" y="0"/>
                  </a:move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5" name="object 5075"/>
            <p:cNvSpPr/>
            <p:nvPr/>
          </p:nvSpPr>
          <p:spPr>
            <a:xfrm>
              <a:off x="1111910" y="277965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6" name="object 5076"/>
            <p:cNvSpPr/>
            <p:nvPr/>
          </p:nvSpPr>
          <p:spPr>
            <a:xfrm>
              <a:off x="1111910" y="2586104"/>
              <a:ext cx="3810" cy="193675"/>
            </a:xfrm>
            <a:custGeom>
              <a:avLst/>
              <a:gdLst/>
              <a:ahLst/>
              <a:cxnLst/>
              <a:rect l="l" t="t" r="r" b="b"/>
              <a:pathLst>
                <a:path w="3809" h="193675">
                  <a:moveTo>
                    <a:pt x="0" y="193548"/>
                  </a:moveTo>
                  <a:lnTo>
                    <a:pt x="3809" y="193548"/>
                  </a:lnTo>
                  <a:lnTo>
                    <a:pt x="3809" y="0"/>
                  </a:lnTo>
                  <a:lnTo>
                    <a:pt x="0" y="0"/>
                  </a:lnTo>
                  <a:lnTo>
                    <a:pt x="0" y="1935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7" name="object 5077"/>
            <p:cNvSpPr/>
            <p:nvPr/>
          </p:nvSpPr>
          <p:spPr>
            <a:xfrm>
              <a:off x="1113815" y="2586104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10">
                  <a:moveTo>
                    <a:pt x="0" y="0"/>
                  </a:moveTo>
                  <a:lnTo>
                    <a:pt x="0" y="193928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8" name="object 5078"/>
            <p:cNvSpPr/>
            <p:nvPr/>
          </p:nvSpPr>
          <p:spPr>
            <a:xfrm>
              <a:off x="1088288" y="2729360"/>
              <a:ext cx="51435" cy="50800"/>
            </a:xfrm>
            <a:custGeom>
              <a:avLst/>
              <a:gdLst/>
              <a:ahLst/>
              <a:cxnLst/>
              <a:rect l="l" t="t" r="r" b="b"/>
              <a:pathLst>
                <a:path w="51434" h="50800">
                  <a:moveTo>
                    <a:pt x="51053" y="0"/>
                  </a:moveTo>
                  <a:lnTo>
                    <a:pt x="0" y="0"/>
                  </a:lnTo>
                  <a:lnTo>
                    <a:pt x="25146" y="50292"/>
                  </a:lnTo>
                  <a:lnTo>
                    <a:pt x="510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9" name="object 5079"/>
            <p:cNvSpPr/>
            <p:nvPr/>
          </p:nvSpPr>
          <p:spPr>
            <a:xfrm>
              <a:off x="1088288" y="2729360"/>
              <a:ext cx="51435" cy="50800"/>
            </a:xfrm>
            <a:custGeom>
              <a:avLst/>
              <a:gdLst/>
              <a:ahLst/>
              <a:cxnLst/>
              <a:rect l="l" t="t" r="r" b="b"/>
              <a:pathLst>
                <a:path w="51434" h="50800">
                  <a:moveTo>
                    <a:pt x="0" y="0"/>
                  </a:moveTo>
                  <a:lnTo>
                    <a:pt x="25146" y="50292"/>
                  </a:lnTo>
                  <a:lnTo>
                    <a:pt x="51053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0" name="object 5080"/>
            <p:cNvSpPr/>
            <p:nvPr/>
          </p:nvSpPr>
          <p:spPr>
            <a:xfrm>
              <a:off x="1086764" y="2728598"/>
              <a:ext cx="28575" cy="55880"/>
            </a:xfrm>
            <a:custGeom>
              <a:avLst/>
              <a:gdLst/>
              <a:ahLst/>
              <a:cxnLst/>
              <a:rect l="l" t="t" r="r" b="b"/>
              <a:pathLst>
                <a:path w="28575" h="55880">
                  <a:moveTo>
                    <a:pt x="28194" y="52578"/>
                  </a:moveTo>
                  <a:lnTo>
                    <a:pt x="25146" y="50292"/>
                  </a:lnTo>
                  <a:lnTo>
                    <a:pt x="26670" y="4724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6670" y="55626"/>
                  </a:lnTo>
                  <a:lnTo>
                    <a:pt x="28194" y="5257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1" name="object 5081"/>
            <p:cNvSpPr/>
            <p:nvPr/>
          </p:nvSpPr>
          <p:spPr>
            <a:xfrm>
              <a:off x="1086764" y="2728598"/>
              <a:ext cx="28575" cy="55880"/>
            </a:xfrm>
            <a:custGeom>
              <a:avLst/>
              <a:gdLst/>
              <a:ahLst/>
              <a:cxnLst/>
              <a:rect l="l" t="t" r="r" b="b"/>
              <a:pathLst>
                <a:path w="28575" h="55880">
                  <a:moveTo>
                    <a:pt x="0" y="1524"/>
                  </a:moveTo>
                  <a:lnTo>
                    <a:pt x="3048" y="0"/>
                  </a:lnTo>
                  <a:lnTo>
                    <a:pt x="26670" y="47244"/>
                  </a:lnTo>
                  <a:lnTo>
                    <a:pt x="25146" y="50292"/>
                  </a:lnTo>
                  <a:lnTo>
                    <a:pt x="28194" y="52578"/>
                  </a:lnTo>
                  <a:lnTo>
                    <a:pt x="26670" y="5562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2" name="object 5082"/>
            <p:cNvSpPr/>
            <p:nvPr/>
          </p:nvSpPr>
          <p:spPr>
            <a:xfrm>
              <a:off x="1111910" y="2727836"/>
              <a:ext cx="30480" cy="53340"/>
            </a:xfrm>
            <a:custGeom>
              <a:avLst/>
              <a:gdLst/>
              <a:ahLst/>
              <a:cxnLst/>
              <a:rect l="l" t="t" r="r" b="b"/>
              <a:pathLst>
                <a:path w="30480" h="53339">
                  <a:moveTo>
                    <a:pt x="30479" y="0"/>
                  </a:moveTo>
                  <a:lnTo>
                    <a:pt x="27431" y="0"/>
                  </a:lnTo>
                  <a:lnTo>
                    <a:pt x="27431" y="3809"/>
                  </a:lnTo>
                  <a:lnTo>
                    <a:pt x="24383" y="3809"/>
                  </a:lnTo>
                  <a:lnTo>
                    <a:pt x="0" y="51053"/>
                  </a:lnTo>
                  <a:lnTo>
                    <a:pt x="3047" y="53339"/>
                  </a:lnTo>
                  <a:lnTo>
                    <a:pt x="304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3" name="object 5083"/>
            <p:cNvSpPr/>
            <p:nvPr/>
          </p:nvSpPr>
          <p:spPr>
            <a:xfrm>
              <a:off x="1111910" y="2727836"/>
              <a:ext cx="30480" cy="53340"/>
            </a:xfrm>
            <a:custGeom>
              <a:avLst/>
              <a:gdLst/>
              <a:ahLst/>
              <a:cxnLst/>
              <a:rect l="l" t="t" r="r" b="b"/>
              <a:pathLst>
                <a:path w="30480" h="53339">
                  <a:moveTo>
                    <a:pt x="3047" y="53339"/>
                  </a:moveTo>
                  <a:lnTo>
                    <a:pt x="0" y="51053"/>
                  </a:lnTo>
                  <a:lnTo>
                    <a:pt x="24383" y="3809"/>
                  </a:lnTo>
                  <a:lnTo>
                    <a:pt x="27431" y="3809"/>
                  </a:lnTo>
                  <a:lnTo>
                    <a:pt x="27431" y="0"/>
                  </a:lnTo>
                  <a:lnTo>
                    <a:pt x="30479" y="0"/>
                  </a:lnTo>
                  <a:lnTo>
                    <a:pt x="3047" y="5333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4" name="object 5084"/>
            <p:cNvSpPr/>
            <p:nvPr/>
          </p:nvSpPr>
          <p:spPr>
            <a:xfrm>
              <a:off x="1085240" y="2727836"/>
              <a:ext cx="54610" cy="3810"/>
            </a:xfrm>
            <a:custGeom>
              <a:avLst/>
              <a:gdLst/>
              <a:ahLst/>
              <a:cxnLst/>
              <a:rect l="l" t="t" r="r" b="b"/>
              <a:pathLst>
                <a:path w="54609" h="3810">
                  <a:moveTo>
                    <a:pt x="54102" y="3810"/>
                  </a:moveTo>
                  <a:lnTo>
                    <a:pt x="54102" y="0"/>
                  </a:lnTo>
                  <a:lnTo>
                    <a:pt x="0" y="0"/>
                  </a:lnTo>
                  <a:lnTo>
                    <a:pt x="1524" y="2286"/>
                  </a:lnTo>
                  <a:lnTo>
                    <a:pt x="4572" y="762"/>
                  </a:lnTo>
                  <a:lnTo>
                    <a:pt x="6096" y="3810"/>
                  </a:lnTo>
                  <a:lnTo>
                    <a:pt x="54102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5" name="object 5085"/>
            <p:cNvSpPr/>
            <p:nvPr/>
          </p:nvSpPr>
          <p:spPr>
            <a:xfrm>
              <a:off x="1085240" y="2727836"/>
              <a:ext cx="54610" cy="3810"/>
            </a:xfrm>
            <a:custGeom>
              <a:avLst/>
              <a:gdLst/>
              <a:ahLst/>
              <a:cxnLst/>
              <a:rect l="l" t="t" r="r" b="b"/>
              <a:pathLst>
                <a:path w="54609" h="3810">
                  <a:moveTo>
                    <a:pt x="54102" y="0"/>
                  </a:moveTo>
                  <a:lnTo>
                    <a:pt x="54102" y="3810"/>
                  </a:lnTo>
                  <a:lnTo>
                    <a:pt x="6096" y="3810"/>
                  </a:lnTo>
                  <a:lnTo>
                    <a:pt x="4572" y="762"/>
                  </a:lnTo>
                  <a:lnTo>
                    <a:pt x="1524" y="2286"/>
                  </a:lnTo>
                  <a:lnTo>
                    <a:pt x="0" y="0"/>
                  </a:lnTo>
                  <a:lnTo>
                    <a:pt x="5410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86" name="object 5086"/>
            <p:cNvPicPr/>
            <p:nvPr/>
          </p:nvPicPr>
          <p:blipFill>
            <a:blip r:embed="rId255" cstate="print"/>
            <a:stretch>
              <a:fillRect/>
            </a:stretch>
          </p:blipFill>
          <p:spPr>
            <a:xfrm>
              <a:off x="1025804" y="2800988"/>
              <a:ext cx="437388" cy="109727"/>
            </a:xfrm>
            <a:prstGeom prst="rect">
              <a:avLst/>
            </a:prstGeom>
          </p:spPr>
        </p:pic>
        <p:sp>
          <p:nvSpPr>
            <p:cNvPr id="5087" name="object 5087"/>
            <p:cNvSpPr/>
            <p:nvPr/>
          </p:nvSpPr>
          <p:spPr>
            <a:xfrm>
              <a:off x="1044092" y="1997078"/>
              <a:ext cx="337185" cy="431800"/>
            </a:xfrm>
            <a:custGeom>
              <a:avLst/>
              <a:gdLst/>
              <a:ahLst/>
              <a:cxnLst/>
              <a:rect l="l" t="t" r="r" b="b"/>
              <a:pathLst>
                <a:path w="337184" h="431800">
                  <a:moveTo>
                    <a:pt x="336804" y="431292"/>
                  </a:moveTo>
                  <a:lnTo>
                    <a:pt x="336804" y="0"/>
                  </a:lnTo>
                  <a:lnTo>
                    <a:pt x="0" y="0"/>
                  </a:lnTo>
                  <a:lnTo>
                    <a:pt x="0" y="431292"/>
                  </a:lnTo>
                  <a:lnTo>
                    <a:pt x="336804" y="43129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8" name="object 5088"/>
            <p:cNvSpPr/>
            <p:nvPr/>
          </p:nvSpPr>
          <p:spPr>
            <a:xfrm>
              <a:off x="1044092" y="1997078"/>
              <a:ext cx="337185" cy="431800"/>
            </a:xfrm>
            <a:custGeom>
              <a:avLst/>
              <a:gdLst/>
              <a:ahLst/>
              <a:cxnLst/>
              <a:rect l="l" t="t" r="r" b="b"/>
              <a:pathLst>
                <a:path w="337184" h="431800">
                  <a:moveTo>
                    <a:pt x="0" y="0"/>
                  </a:moveTo>
                  <a:lnTo>
                    <a:pt x="0" y="431292"/>
                  </a:lnTo>
                  <a:lnTo>
                    <a:pt x="336804" y="431292"/>
                  </a:lnTo>
                  <a:lnTo>
                    <a:pt x="33680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9" name="object 5089"/>
            <p:cNvSpPr/>
            <p:nvPr/>
          </p:nvSpPr>
          <p:spPr>
            <a:xfrm>
              <a:off x="967892" y="2045846"/>
              <a:ext cx="337185" cy="432434"/>
            </a:xfrm>
            <a:custGeom>
              <a:avLst/>
              <a:gdLst/>
              <a:ahLst/>
              <a:cxnLst/>
              <a:rect l="l" t="t" r="r" b="b"/>
              <a:pathLst>
                <a:path w="337184" h="432435">
                  <a:moveTo>
                    <a:pt x="336804" y="432054"/>
                  </a:moveTo>
                  <a:lnTo>
                    <a:pt x="336804" y="0"/>
                  </a:lnTo>
                  <a:lnTo>
                    <a:pt x="0" y="0"/>
                  </a:lnTo>
                  <a:lnTo>
                    <a:pt x="0" y="432054"/>
                  </a:lnTo>
                  <a:lnTo>
                    <a:pt x="336804" y="43205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0" name="object 5090"/>
            <p:cNvSpPr/>
            <p:nvPr/>
          </p:nvSpPr>
          <p:spPr>
            <a:xfrm>
              <a:off x="967892" y="2045846"/>
              <a:ext cx="337185" cy="432434"/>
            </a:xfrm>
            <a:custGeom>
              <a:avLst/>
              <a:gdLst/>
              <a:ahLst/>
              <a:cxnLst/>
              <a:rect l="l" t="t" r="r" b="b"/>
              <a:pathLst>
                <a:path w="337184" h="432435">
                  <a:moveTo>
                    <a:pt x="0" y="0"/>
                  </a:moveTo>
                  <a:lnTo>
                    <a:pt x="0" y="432054"/>
                  </a:lnTo>
                  <a:lnTo>
                    <a:pt x="336804" y="432054"/>
                  </a:lnTo>
                  <a:lnTo>
                    <a:pt x="33680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1" name="object 5091"/>
            <p:cNvSpPr/>
            <p:nvPr/>
          </p:nvSpPr>
          <p:spPr>
            <a:xfrm>
              <a:off x="901598" y="2100710"/>
              <a:ext cx="337185" cy="431800"/>
            </a:xfrm>
            <a:custGeom>
              <a:avLst/>
              <a:gdLst/>
              <a:ahLst/>
              <a:cxnLst/>
              <a:rect l="l" t="t" r="r" b="b"/>
              <a:pathLst>
                <a:path w="337184" h="431800">
                  <a:moveTo>
                    <a:pt x="336804" y="431291"/>
                  </a:moveTo>
                  <a:lnTo>
                    <a:pt x="336804" y="0"/>
                  </a:lnTo>
                  <a:lnTo>
                    <a:pt x="0" y="0"/>
                  </a:lnTo>
                  <a:lnTo>
                    <a:pt x="0" y="431291"/>
                  </a:lnTo>
                  <a:lnTo>
                    <a:pt x="336804" y="43129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2" name="object 5092"/>
            <p:cNvSpPr/>
            <p:nvPr/>
          </p:nvSpPr>
          <p:spPr>
            <a:xfrm>
              <a:off x="901598" y="2100710"/>
              <a:ext cx="337185" cy="431800"/>
            </a:xfrm>
            <a:custGeom>
              <a:avLst/>
              <a:gdLst/>
              <a:ahLst/>
              <a:cxnLst/>
              <a:rect l="l" t="t" r="r" b="b"/>
              <a:pathLst>
                <a:path w="337184" h="431800">
                  <a:moveTo>
                    <a:pt x="0" y="0"/>
                  </a:moveTo>
                  <a:lnTo>
                    <a:pt x="0" y="431291"/>
                  </a:lnTo>
                  <a:lnTo>
                    <a:pt x="336804" y="431291"/>
                  </a:lnTo>
                  <a:lnTo>
                    <a:pt x="33680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3" name="object 5093"/>
            <p:cNvSpPr/>
            <p:nvPr/>
          </p:nvSpPr>
          <p:spPr>
            <a:xfrm>
              <a:off x="823112" y="2154812"/>
              <a:ext cx="337185" cy="431800"/>
            </a:xfrm>
            <a:custGeom>
              <a:avLst/>
              <a:gdLst/>
              <a:ahLst/>
              <a:cxnLst/>
              <a:rect l="l" t="t" r="r" b="b"/>
              <a:pathLst>
                <a:path w="337184" h="431800">
                  <a:moveTo>
                    <a:pt x="336804" y="431291"/>
                  </a:moveTo>
                  <a:lnTo>
                    <a:pt x="336803" y="0"/>
                  </a:lnTo>
                  <a:lnTo>
                    <a:pt x="0" y="0"/>
                  </a:lnTo>
                  <a:lnTo>
                    <a:pt x="0" y="431291"/>
                  </a:lnTo>
                  <a:lnTo>
                    <a:pt x="336804" y="43129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4" name="object 5094"/>
            <p:cNvSpPr/>
            <p:nvPr/>
          </p:nvSpPr>
          <p:spPr>
            <a:xfrm>
              <a:off x="823112" y="2154812"/>
              <a:ext cx="337185" cy="431800"/>
            </a:xfrm>
            <a:custGeom>
              <a:avLst/>
              <a:gdLst/>
              <a:ahLst/>
              <a:cxnLst/>
              <a:rect l="l" t="t" r="r" b="b"/>
              <a:pathLst>
                <a:path w="337184" h="431800">
                  <a:moveTo>
                    <a:pt x="0" y="0"/>
                  </a:moveTo>
                  <a:lnTo>
                    <a:pt x="0" y="431291"/>
                  </a:lnTo>
                  <a:lnTo>
                    <a:pt x="336804" y="431291"/>
                  </a:lnTo>
                  <a:lnTo>
                    <a:pt x="33680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5" name="object 5095"/>
            <p:cNvSpPr/>
            <p:nvPr/>
          </p:nvSpPr>
          <p:spPr>
            <a:xfrm>
              <a:off x="888631" y="2316368"/>
              <a:ext cx="201295" cy="53340"/>
            </a:xfrm>
            <a:custGeom>
              <a:avLst/>
              <a:gdLst/>
              <a:ahLst/>
              <a:cxnLst/>
              <a:rect l="l" t="t" r="r" b="b"/>
              <a:pathLst>
                <a:path w="201294" h="53339">
                  <a:moveTo>
                    <a:pt x="53340" y="53340"/>
                  </a:moveTo>
                  <a:lnTo>
                    <a:pt x="48006" y="39624"/>
                  </a:lnTo>
                  <a:lnTo>
                    <a:pt x="37338" y="14478"/>
                  </a:lnTo>
                  <a:lnTo>
                    <a:pt x="33528" y="4686"/>
                  </a:lnTo>
                  <a:lnTo>
                    <a:pt x="33528" y="32004"/>
                  </a:lnTo>
                  <a:lnTo>
                    <a:pt x="19050" y="32004"/>
                  </a:lnTo>
                  <a:lnTo>
                    <a:pt x="20574" y="27432"/>
                  </a:lnTo>
                  <a:lnTo>
                    <a:pt x="24384" y="17526"/>
                  </a:lnTo>
                  <a:lnTo>
                    <a:pt x="25908" y="12954"/>
                  </a:lnTo>
                  <a:lnTo>
                    <a:pt x="28194" y="17526"/>
                  </a:lnTo>
                  <a:lnTo>
                    <a:pt x="31242" y="27432"/>
                  </a:lnTo>
                  <a:lnTo>
                    <a:pt x="33528" y="32004"/>
                  </a:lnTo>
                  <a:lnTo>
                    <a:pt x="33528" y="4686"/>
                  </a:lnTo>
                  <a:lnTo>
                    <a:pt x="32004" y="762"/>
                  </a:lnTo>
                  <a:lnTo>
                    <a:pt x="20574" y="762"/>
                  </a:lnTo>
                  <a:lnTo>
                    <a:pt x="0" y="53340"/>
                  </a:lnTo>
                  <a:lnTo>
                    <a:pt x="11430" y="53340"/>
                  </a:lnTo>
                  <a:lnTo>
                    <a:pt x="12192" y="50292"/>
                  </a:lnTo>
                  <a:lnTo>
                    <a:pt x="14478" y="44958"/>
                  </a:lnTo>
                  <a:lnTo>
                    <a:pt x="16002" y="41148"/>
                  </a:lnTo>
                  <a:lnTo>
                    <a:pt x="19050" y="41148"/>
                  </a:lnTo>
                  <a:lnTo>
                    <a:pt x="33528" y="41148"/>
                  </a:lnTo>
                  <a:lnTo>
                    <a:pt x="37338" y="41148"/>
                  </a:lnTo>
                  <a:lnTo>
                    <a:pt x="38862" y="44958"/>
                  </a:lnTo>
                  <a:lnTo>
                    <a:pt x="41148" y="50292"/>
                  </a:lnTo>
                  <a:lnTo>
                    <a:pt x="41910" y="53340"/>
                  </a:lnTo>
                  <a:lnTo>
                    <a:pt x="53340" y="53340"/>
                  </a:lnTo>
                  <a:close/>
                </a:path>
                <a:path w="201294" h="53339">
                  <a:moveTo>
                    <a:pt x="98298" y="0"/>
                  </a:moveTo>
                  <a:lnTo>
                    <a:pt x="89916" y="762"/>
                  </a:lnTo>
                  <a:lnTo>
                    <a:pt x="83820" y="3810"/>
                  </a:lnTo>
                  <a:lnTo>
                    <a:pt x="74676" y="21336"/>
                  </a:lnTo>
                  <a:lnTo>
                    <a:pt x="70104" y="22860"/>
                  </a:lnTo>
                  <a:lnTo>
                    <a:pt x="70104" y="762"/>
                  </a:lnTo>
                  <a:lnTo>
                    <a:pt x="59436" y="762"/>
                  </a:lnTo>
                  <a:lnTo>
                    <a:pt x="59436" y="53340"/>
                  </a:lnTo>
                  <a:lnTo>
                    <a:pt x="70104" y="53340"/>
                  </a:lnTo>
                  <a:lnTo>
                    <a:pt x="70104" y="29718"/>
                  </a:lnTo>
                  <a:lnTo>
                    <a:pt x="73914" y="31242"/>
                  </a:lnTo>
                  <a:lnTo>
                    <a:pt x="86106" y="53340"/>
                  </a:lnTo>
                  <a:lnTo>
                    <a:pt x="98298" y="53340"/>
                  </a:lnTo>
                  <a:lnTo>
                    <a:pt x="86106" y="29718"/>
                  </a:lnTo>
                  <a:lnTo>
                    <a:pt x="80010" y="25908"/>
                  </a:lnTo>
                  <a:lnTo>
                    <a:pt x="82296" y="24384"/>
                  </a:lnTo>
                  <a:lnTo>
                    <a:pt x="89916" y="9906"/>
                  </a:lnTo>
                  <a:lnTo>
                    <a:pt x="98298" y="7620"/>
                  </a:lnTo>
                  <a:lnTo>
                    <a:pt x="98298" y="0"/>
                  </a:lnTo>
                  <a:close/>
                </a:path>
                <a:path w="201294" h="53339">
                  <a:moveTo>
                    <a:pt x="147828" y="762"/>
                  </a:moveTo>
                  <a:lnTo>
                    <a:pt x="136398" y="762"/>
                  </a:lnTo>
                  <a:lnTo>
                    <a:pt x="136398" y="21336"/>
                  </a:lnTo>
                  <a:lnTo>
                    <a:pt x="115062" y="21336"/>
                  </a:lnTo>
                  <a:lnTo>
                    <a:pt x="115062" y="762"/>
                  </a:lnTo>
                  <a:lnTo>
                    <a:pt x="104394" y="762"/>
                  </a:lnTo>
                  <a:lnTo>
                    <a:pt x="104394" y="53340"/>
                  </a:lnTo>
                  <a:lnTo>
                    <a:pt x="115062" y="53340"/>
                  </a:lnTo>
                  <a:lnTo>
                    <a:pt x="115062" y="29718"/>
                  </a:lnTo>
                  <a:lnTo>
                    <a:pt x="136398" y="29718"/>
                  </a:lnTo>
                  <a:lnTo>
                    <a:pt x="136398" y="53340"/>
                  </a:lnTo>
                  <a:lnTo>
                    <a:pt x="147828" y="53340"/>
                  </a:lnTo>
                  <a:lnTo>
                    <a:pt x="147828" y="762"/>
                  </a:lnTo>
                  <a:close/>
                </a:path>
                <a:path w="201294" h="53339">
                  <a:moveTo>
                    <a:pt x="201168" y="762"/>
                  </a:moveTo>
                  <a:lnTo>
                    <a:pt x="158496" y="762"/>
                  </a:lnTo>
                  <a:lnTo>
                    <a:pt x="158496" y="53340"/>
                  </a:lnTo>
                  <a:lnTo>
                    <a:pt x="169164" y="53340"/>
                  </a:lnTo>
                  <a:lnTo>
                    <a:pt x="169164" y="9144"/>
                  </a:lnTo>
                  <a:lnTo>
                    <a:pt x="190500" y="9144"/>
                  </a:lnTo>
                  <a:lnTo>
                    <a:pt x="190500" y="53340"/>
                  </a:lnTo>
                  <a:lnTo>
                    <a:pt x="201168" y="53340"/>
                  </a:lnTo>
                  <a:lnTo>
                    <a:pt x="201168" y="7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96" name="object 5096"/>
            <p:cNvPicPr/>
            <p:nvPr/>
          </p:nvPicPr>
          <p:blipFill>
            <a:blip r:embed="rId256" cstate="print"/>
            <a:stretch>
              <a:fillRect/>
            </a:stretch>
          </p:blipFill>
          <p:spPr>
            <a:xfrm>
              <a:off x="1246403" y="2434847"/>
              <a:ext cx="118109" cy="213359"/>
            </a:xfrm>
            <a:prstGeom prst="rect">
              <a:avLst/>
            </a:prstGeom>
          </p:spPr>
        </p:pic>
        <p:sp>
          <p:nvSpPr>
            <p:cNvPr id="5097" name="object 5097"/>
            <p:cNvSpPr/>
            <p:nvPr/>
          </p:nvSpPr>
          <p:spPr>
            <a:xfrm>
              <a:off x="1191920" y="269659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09" y="0"/>
                  </a:move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8" name="object 5098"/>
            <p:cNvSpPr/>
            <p:nvPr/>
          </p:nvSpPr>
          <p:spPr>
            <a:xfrm>
              <a:off x="1191920" y="269659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9" name="object 5099"/>
            <p:cNvSpPr/>
            <p:nvPr/>
          </p:nvSpPr>
          <p:spPr>
            <a:xfrm>
              <a:off x="1191920" y="253200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0" name="object 5100"/>
            <p:cNvSpPr/>
            <p:nvPr/>
          </p:nvSpPr>
          <p:spPr>
            <a:xfrm>
              <a:off x="1191920" y="253200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1" name="object 5101"/>
            <p:cNvSpPr/>
            <p:nvPr/>
          </p:nvSpPr>
          <p:spPr>
            <a:xfrm>
              <a:off x="1191920" y="2532002"/>
              <a:ext cx="3810" cy="165100"/>
            </a:xfrm>
            <a:custGeom>
              <a:avLst/>
              <a:gdLst/>
              <a:ahLst/>
              <a:cxnLst/>
              <a:rect l="l" t="t" r="r" b="b"/>
              <a:pathLst>
                <a:path w="3809" h="165100">
                  <a:moveTo>
                    <a:pt x="3810" y="0"/>
                  </a:moveTo>
                  <a:lnTo>
                    <a:pt x="3810" y="164591"/>
                  </a:lnTo>
                  <a:lnTo>
                    <a:pt x="0" y="164591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2" name="object 5102"/>
            <p:cNvSpPr/>
            <p:nvPr/>
          </p:nvSpPr>
          <p:spPr>
            <a:xfrm>
              <a:off x="1191920" y="2532002"/>
              <a:ext cx="3810" cy="165100"/>
            </a:xfrm>
            <a:custGeom>
              <a:avLst/>
              <a:gdLst/>
              <a:ahLst/>
              <a:cxnLst/>
              <a:rect l="l" t="t" r="r" b="b"/>
              <a:pathLst>
                <a:path w="3809" h="165100">
                  <a:moveTo>
                    <a:pt x="3810" y="0"/>
                  </a:moveTo>
                  <a:lnTo>
                    <a:pt x="3810" y="164591"/>
                  </a:lnTo>
                  <a:lnTo>
                    <a:pt x="0" y="164591"/>
                  </a:ln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3" name="object 5103"/>
            <p:cNvSpPr/>
            <p:nvPr/>
          </p:nvSpPr>
          <p:spPr>
            <a:xfrm>
              <a:off x="1172870" y="2653160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5" h="43814">
                  <a:moveTo>
                    <a:pt x="43434" y="0"/>
                  </a:moveTo>
                  <a:lnTo>
                    <a:pt x="0" y="0"/>
                  </a:lnTo>
                  <a:lnTo>
                    <a:pt x="21336" y="43434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4" name="object 5104"/>
            <p:cNvSpPr/>
            <p:nvPr/>
          </p:nvSpPr>
          <p:spPr>
            <a:xfrm>
              <a:off x="1172870" y="2653160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5" h="43814">
                  <a:moveTo>
                    <a:pt x="0" y="0"/>
                  </a:moveTo>
                  <a:lnTo>
                    <a:pt x="21336" y="43434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5" name="object 5105"/>
            <p:cNvSpPr/>
            <p:nvPr/>
          </p:nvSpPr>
          <p:spPr>
            <a:xfrm>
              <a:off x="1171346" y="2652398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5" h="48260">
                  <a:moveTo>
                    <a:pt x="24384" y="44958"/>
                  </a:moveTo>
                  <a:lnTo>
                    <a:pt x="21336" y="43434"/>
                  </a:lnTo>
                  <a:lnTo>
                    <a:pt x="22860" y="39624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2860" y="48006"/>
                  </a:lnTo>
                  <a:lnTo>
                    <a:pt x="24384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6" name="object 5106"/>
            <p:cNvSpPr/>
            <p:nvPr/>
          </p:nvSpPr>
          <p:spPr>
            <a:xfrm>
              <a:off x="1171346" y="2652398"/>
              <a:ext cx="24765" cy="48260"/>
            </a:xfrm>
            <a:custGeom>
              <a:avLst/>
              <a:gdLst/>
              <a:ahLst/>
              <a:cxnLst/>
              <a:rect l="l" t="t" r="r" b="b"/>
              <a:pathLst>
                <a:path w="24765" h="48260">
                  <a:moveTo>
                    <a:pt x="0" y="1524"/>
                  </a:moveTo>
                  <a:lnTo>
                    <a:pt x="3048" y="0"/>
                  </a:lnTo>
                  <a:lnTo>
                    <a:pt x="22860" y="39624"/>
                  </a:lnTo>
                  <a:lnTo>
                    <a:pt x="21336" y="43434"/>
                  </a:lnTo>
                  <a:lnTo>
                    <a:pt x="24384" y="44958"/>
                  </a:lnTo>
                  <a:lnTo>
                    <a:pt x="22860" y="48006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7" name="object 5107"/>
            <p:cNvSpPr/>
            <p:nvPr/>
          </p:nvSpPr>
          <p:spPr>
            <a:xfrm>
              <a:off x="1192682" y="2651636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19">
                  <a:moveTo>
                    <a:pt x="26669" y="0"/>
                  </a:moveTo>
                  <a:lnTo>
                    <a:pt x="23621" y="0"/>
                  </a:lnTo>
                  <a:lnTo>
                    <a:pt x="23621" y="3810"/>
                  </a:lnTo>
                  <a:lnTo>
                    <a:pt x="20573" y="3810"/>
                  </a:lnTo>
                  <a:lnTo>
                    <a:pt x="0" y="44196"/>
                  </a:lnTo>
                  <a:lnTo>
                    <a:pt x="3047" y="45720"/>
                  </a:lnTo>
                  <a:lnTo>
                    <a:pt x="266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8" name="object 5108"/>
            <p:cNvSpPr/>
            <p:nvPr/>
          </p:nvSpPr>
          <p:spPr>
            <a:xfrm>
              <a:off x="1192682" y="2651636"/>
              <a:ext cx="26670" cy="45720"/>
            </a:xfrm>
            <a:custGeom>
              <a:avLst/>
              <a:gdLst/>
              <a:ahLst/>
              <a:cxnLst/>
              <a:rect l="l" t="t" r="r" b="b"/>
              <a:pathLst>
                <a:path w="26669" h="45719">
                  <a:moveTo>
                    <a:pt x="3047" y="45720"/>
                  </a:moveTo>
                  <a:lnTo>
                    <a:pt x="0" y="44196"/>
                  </a:lnTo>
                  <a:lnTo>
                    <a:pt x="20573" y="3810"/>
                  </a:lnTo>
                  <a:lnTo>
                    <a:pt x="23621" y="3810"/>
                  </a:lnTo>
                  <a:lnTo>
                    <a:pt x="23621" y="0"/>
                  </a:lnTo>
                  <a:lnTo>
                    <a:pt x="26669" y="0"/>
                  </a:lnTo>
                  <a:lnTo>
                    <a:pt x="3047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9" name="object 5109"/>
            <p:cNvSpPr/>
            <p:nvPr/>
          </p:nvSpPr>
          <p:spPr>
            <a:xfrm>
              <a:off x="1169822" y="2651636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90" h="3810">
                  <a:moveTo>
                    <a:pt x="46481" y="3810"/>
                  </a:moveTo>
                  <a:lnTo>
                    <a:pt x="46481" y="0"/>
                  </a:lnTo>
                  <a:lnTo>
                    <a:pt x="0" y="0"/>
                  </a:lnTo>
                  <a:lnTo>
                    <a:pt x="1523" y="2286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4648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0" name="object 5110"/>
            <p:cNvSpPr/>
            <p:nvPr/>
          </p:nvSpPr>
          <p:spPr>
            <a:xfrm>
              <a:off x="1169822" y="2651636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90" h="3810">
                  <a:moveTo>
                    <a:pt x="46481" y="0"/>
                  </a:moveTo>
                  <a:lnTo>
                    <a:pt x="46481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1523" y="2286"/>
                  </a:lnTo>
                  <a:lnTo>
                    <a:pt x="0" y="0"/>
                  </a:lnTo>
                  <a:lnTo>
                    <a:pt x="4648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1" name="object 5111"/>
            <p:cNvSpPr/>
            <p:nvPr/>
          </p:nvSpPr>
          <p:spPr>
            <a:xfrm>
              <a:off x="988466" y="215176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09" y="0"/>
                  </a:move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2" name="object 5112"/>
            <p:cNvSpPr/>
            <p:nvPr/>
          </p:nvSpPr>
          <p:spPr>
            <a:xfrm>
              <a:off x="988466" y="215176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3" name="object 5113"/>
            <p:cNvSpPr/>
            <p:nvPr/>
          </p:nvSpPr>
          <p:spPr>
            <a:xfrm>
              <a:off x="988466" y="185229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4" name="object 5114"/>
            <p:cNvSpPr/>
            <p:nvPr/>
          </p:nvSpPr>
          <p:spPr>
            <a:xfrm>
              <a:off x="988466" y="185229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5" name="object 5115"/>
            <p:cNvSpPr/>
            <p:nvPr/>
          </p:nvSpPr>
          <p:spPr>
            <a:xfrm>
              <a:off x="988466" y="1852298"/>
              <a:ext cx="3810" cy="299720"/>
            </a:xfrm>
            <a:custGeom>
              <a:avLst/>
              <a:gdLst/>
              <a:ahLst/>
              <a:cxnLst/>
              <a:rect l="l" t="t" r="r" b="b"/>
              <a:pathLst>
                <a:path w="3809" h="299719">
                  <a:moveTo>
                    <a:pt x="3809" y="0"/>
                  </a:moveTo>
                  <a:lnTo>
                    <a:pt x="3809" y="299465"/>
                  </a:lnTo>
                  <a:lnTo>
                    <a:pt x="0" y="299465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6" name="object 5116"/>
            <p:cNvSpPr/>
            <p:nvPr/>
          </p:nvSpPr>
          <p:spPr>
            <a:xfrm>
              <a:off x="988466" y="1852298"/>
              <a:ext cx="3810" cy="299720"/>
            </a:xfrm>
            <a:custGeom>
              <a:avLst/>
              <a:gdLst/>
              <a:ahLst/>
              <a:cxnLst/>
              <a:rect l="l" t="t" r="r" b="b"/>
              <a:pathLst>
                <a:path w="3809" h="299719">
                  <a:moveTo>
                    <a:pt x="3809" y="0"/>
                  </a:moveTo>
                  <a:lnTo>
                    <a:pt x="3809" y="299465"/>
                  </a:lnTo>
                  <a:lnTo>
                    <a:pt x="0" y="299465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7" name="object 5117"/>
            <p:cNvSpPr/>
            <p:nvPr/>
          </p:nvSpPr>
          <p:spPr>
            <a:xfrm>
              <a:off x="968654" y="2108330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5" h="43814">
                  <a:moveTo>
                    <a:pt x="43434" y="0"/>
                  </a:moveTo>
                  <a:lnTo>
                    <a:pt x="0" y="0"/>
                  </a:lnTo>
                  <a:lnTo>
                    <a:pt x="21336" y="43434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8" name="object 5118"/>
            <p:cNvSpPr/>
            <p:nvPr/>
          </p:nvSpPr>
          <p:spPr>
            <a:xfrm>
              <a:off x="968654" y="2108330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5" h="43814">
                  <a:moveTo>
                    <a:pt x="0" y="0"/>
                  </a:moveTo>
                  <a:lnTo>
                    <a:pt x="21336" y="43434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9" name="object 5119"/>
            <p:cNvSpPr/>
            <p:nvPr/>
          </p:nvSpPr>
          <p:spPr>
            <a:xfrm>
              <a:off x="966368" y="2106806"/>
              <a:ext cx="26034" cy="48895"/>
            </a:xfrm>
            <a:custGeom>
              <a:avLst/>
              <a:gdLst/>
              <a:ahLst/>
              <a:cxnLst/>
              <a:rect l="l" t="t" r="r" b="b"/>
              <a:pathLst>
                <a:path w="26034" h="48894">
                  <a:moveTo>
                    <a:pt x="25908" y="45720"/>
                  </a:moveTo>
                  <a:lnTo>
                    <a:pt x="22098" y="44196"/>
                  </a:lnTo>
                  <a:lnTo>
                    <a:pt x="23622" y="40386"/>
                  </a:lnTo>
                  <a:lnTo>
                    <a:pt x="3810" y="0"/>
                  </a:lnTo>
                  <a:lnTo>
                    <a:pt x="0" y="2286"/>
                  </a:lnTo>
                  <a:lnTo>
                    <a:pt x="23622" y="48768"/>
                  </a:lnTo>
                  <a:lnTo>
                    <a:pt x="25908" y="457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0" name="object 5120"/>
            <p:cNvSpPr/>
            <p:nvPr/>
          </p:nvSpPr>
          <p:spPr>
            <a:xfrm>
              <a:off x="966368" y="2106806"/>
              <a:ext cx="26034" cy="48895"/>
            </a:xfrm>
            <a:custGeom>
              <a:avLst/>
              <a:gdLst/>
              <a:ahLst/>
              <a:cxnLst/>
              <a:rect l="l" t="t" r="r" b="b"/>
              <a:pathLst>
                <a:path w="26034" h="48894">
                  <a:moveTo>
                    <a:pt x="0" y="2286"/>
                  </a:moveTo>
                  <a:lnTo>
                    <a:pt x="3810" y="0"/>
                  </a:lnTo>
                  <a:lnTo>
                    <a:pt x="23622" y="40386"/>
                  </a:lnTo>
                  <a:lnTo>
                    <a:pt x="22098" y="44196"/>
                  </a:lnTo>
                  <a:lnTo>
                    <a:pt x="25908" y="45720"/>
                  </a:lnTo>
                  <a:lnTo>
                    <a:pt x="23622" y="48768"/>
                  </a:lnTo>
                  <a:lnTo>
                    <a:pt x="0" y="22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1" name="object 5121"/>
            <p:cNvSpPr/>
            <p:nvPr/>
          </p:nvSpPr>
          <p:spPr>
            <a:xfrm>
              <a:off x="988466" y="2106044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69" h="46989">
                  <a:moveTo>
                    <a:pt x="26669" y="0"/>
                  </a:moveTo>
                  <a:lnTo>
                    <a:pt x="23621" y="0"/>
                  </a:lnTo>
                  <a:lnTo>
                    <a:pt x="23621" y="3810"/>
                  </a:lnTo>
                  <a:lnTo>
                    <a:pt x="20573" y="3810"/>
                  </a:lnTo>
                  <a:lnTo>
                    <a:pt x="0" y="44958"/>
                  </a:lnTo>
                  <a:lnTo>
                    <a:pt x="3809" y="46482"/>
                  </a:lnTo>
                  <a:lnTo>
                    <a:pt x="266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2" name="object 5122"/>
            <p:cNvSpPr/>
            <p:nvPr/>
          </p:nvSpPr>
          <p:spPr>
            <a:xfrm>
              <a:off x="988466" y="2106044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69" h="46989">
                  <a:moveTo>
                    <a:pt x="3809" y="46482"/>
                  </a:moveTo>
                  <a:lnTo>
                    <a:pt x="0" y="44958"/>
                  </a:lnTo>
                  <a:lnTo>
                    <a:pt x="20573" y="3810"/>
                  </a:lnTo>
                  <a:lnTo>
                    <a:pt x="23621" y="3810"/>
                  </a:lnTo>
                  <a:lnTo>
                    <a:pt x="23621" y="0"/>
                  </a:lnTo>
                  <a:lnTo>
                    <a:pt x="26669" y="0"/>
                  </a:lnTo>
                  <a:lnTo>
                    <a:pt x="3809" y="46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3" name="object 5123"/>
            <p:cNvSpPr/>
            <p:nvPr/>
          </p:nvSpPr>
          <p:spPr>
            <a:xfrm>
              <a:off x="964844" y="2106044"/>
              <a:ext cx="47625" cy="3810"/>
            </a:xfrm>
            <a:custGeom>
              <a:avLst/>
              <a:gdLst/>
              <a:ahLst/>
              <a:cxnLst/>
              <a:rect l="l" t="t" r="r" b="b"/>
              <a:pathLst>
                <a:path w="47625" h="3810">
                  <a:moveTo>
                    <a:pt x="47243" y="3810"/>
                  </a:moveTo>
                  <a:lnTo>
                    <a:pt x="47243" y="0"/>
                  </a:lnTo>
                  <a:lnTo>
                    <a:pt x="0" y="0"/>
                  </a:lnTo>
                  <a:lnTo>
                    <a:pt x="1523" y="3048"/>
                  </a:lnTo>
                  <a:lnTo>
                    <a:pt x="5333" y="762"/>
                  </a:lnTo>
                  <a:lnTo>
                    <a:pt x="6857" y="3810"/>
                  </a:lnTo>
                  <a:lnTo>
                    <a:pt x="47243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4" name="object 5124"/>
            <p:cNvSpPr/>
            <p:nvPr/>
          </p:nvSpPr>
          <p:spPr>
            <a:xfrm>
              <a:off x="964844" y="2106044"/>
              <a:ext cx="47625" cy="3810"/>
            </a:xfrm>
            <a:custGeom>
              <a:avLst/>
              <a:gdLst/>
              <a:ahLst/>
              <a:cxnLst/>
              <a:rect l="l" t="t" r="r" b="b"/>
              <a:pathLst>
                <a:path w="47625" h="3810">
                  <a:moveTo>
                    <a:pt x="47243" y="0"/>
                  </a:moveTo>
                  <a:lnTo>
                    <a:pt x="47243" y="3810"/>
                  </a:lnTo>
                  <a:lnTo>
                    <a:pt x="6857" y="3810"/>
                  </a:lnTo>
                  <a:lnTo>
                    <a:pt x="5333" y="762"/>
                  </a:lnTo>
                  <a:lnTo>
                    <a:pt x="1523" y="3048"/>
                  </a:lnTo>
                  <a:lnTo>
                    <a:pt x="0" y="0"/>
                  </a:lnTo>
                  <a:lnTo>
                    <a:pt x="4724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5" name="object 5125"/>
            <p:cNvSpPr/>
            <p:nvPr/>
          </p:nvSpPr>
          <p:spPr>
            <a:xfrm>
              <a:off x="1108862" y="210375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09" y="0"/>
                  </a:move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6" name="object 5126"/>
            <p:cNvSpPr/>
            <p:nvPr/>
          </p:nvSpPr>
          <p:spPr>
            <a:xfrm>
              <a:off x="1108862" y="210375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7" name="object 5127"/>
            <p:cNvSpPr/>
            <p:nvPr/>
          </p:nvSpPr>
          <p:spPr>
            <a:xfrm>
              <a:off x="1108862" y="185610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8" name="object 5128"/>
            <p:cNvSpPr/>
            <p:nvPr/>
          </p:nvSpPr>
          <p:spPr>
            <a:xfrm>
              <a:off x="1108862" y="185610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9" name="object 5129"/>
            <p:cNvSpPr/>
            <p:nvPr/>
          </p:nvSpPr>
          <p:spPr>
            <a:xfrm>
              <a:off x="1108862" y="1856108"/>
              <a:ext cx="3810" cy="247650"/>
            </a:xfrm>
            <a:custGeom>
              <a:avLst/>
              <a:gdLst/>
              <a:ahLst/>
              <a:cxnLst/>
              <a:rect l="l" t="t" r="r" b="b"/>
              <a:pathLst>
                <a:path w="3809" h="247650">
                  <a:moveTo>
                    <a:pt x="3809" y="0"/>
                  </a:moveTo>
                  <a:lnTo>
                    <a:pt x="3809" y="247650"/>
                  </a:lnTo>
                  <a:lnTo>
                    <a:pt x="0" y="247650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0" name="object 5130"/>
            <p:cNvSpPr/>
            <p:nvPr/>
          </p:nvSpPr>
          <p:spPr>
            <a:xfrm>
              <a:off x="1108862" y="1856108"/>
              <a:ext cx="3810" cy="247650"/>
            </a:xfrm>
            <a:custGeom>
              <a:avLst/>
              <a:gdLst/>
              <a:ahLst/>
              <a:cxnLst/>
              <a:rect l="l" t="t" r="r" b="b"/>
              <a:pathLst>
                <a:path w="3809" h="247650">
                  <a:moveTo>
                    <a:pt x="3809" y="0"/>
                  </a:moveTo>
                  <a:lnTo>
                    <a:pt x="3809" y="247650"/>
                  </a:lnTo>
                  <a:lnTo>
                    <a:pt x="0" y="247650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1" name="object 5131"/>
            <p:cNvSpPr/>
            <p:nvPr/>
          </p:nvSpPr>
          <p:spPr>
            <a:xfrm>
              <a:off x="1089050" y="2059562"/>
              <a:ext cx="43815" cy="44450"/>
            </a:xfrm>
            <a:custGeom>
              <a:avLst/>
              <a:gdLst/>
              <a:ahLst/>
              <a:cxnLst/>
              <a:rect l="l" t="t" r="r" b="b"/>
              <a:pathLst>
                <a:path w="43815" h="44450">
                  <a:moveTo>
                    <a:pt x="43434" y="0"/>
                  </a:moveTo>
                  <a:lnTo>
                    <a:pt x="0" y="0"/>
                  </a:lnTo>
                  <a:lnTo>
                    <a:pt x="22098" y="44196"/>
                  </a:lnTo>
                  <a:lnTo>
                    <a:pt x="43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2" name="object 5132"/>
            <p:cNvSpPr/>
            <p:nvPr/>
          </p:nvSpPr>
          <p:spPr>
            <a:xfrm>
              <a:off x="1089050" y="2059562"/>
              <a:ext cx="43815" cy="44450"/>
            </a:xfrm>
            <a:custGeom>
              <a:avLst/>
              <a:gdLst/>
              <a:ahLst/>
              <a:cxnLst/>
              <a:rect l="l" t="t" r="r" b="b"/>
              <a:pathLst>
                <a:path w="43815" h="44450">
                  <a:moveTo>
                    <a:pt x="0" y="0"/>
                  </a:moveTo>
                  <a:lnTo>
                    <a:pt x="22098" y="44196"/>
                  </a:lnTo>
                  <a:lnTo>
                    <a:pt x="43434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3" name="object 5133"/>
            <p:cNvSpPr/>
            <p:nvPr/>
          </p:nvSpPr>
          <p:spPr>
            <a:xfrm>
              <a:off x="1087526" y="2058800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25146" y="45720"/>
                  </a:moveTo>
                  <a:lnTo>
                    <a:pt x="21336" y="44196"/>
                  </a:lnTo>
                  <a:lnTo>
                    <a:pt x="23622" y="40386"/>
                  </a:lnTo>
                  <a:lnTo>
                    <a:pt x="3048" y="0"/>
                  </a:lnTo>
                  <a:lnTo>
                    <a:pt x="0" y="1524"/>
                  </a:lnTo>
                  <a:lnTo>
                    <a:pt x="23622" y="48768"/>
                  </a:lnTo>
                  <a:lnTo>
                    <a:pt x="25146" y="457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4" name="object 5134"/>
            <p:cNvSpPr/>
            <p:nvPr/>
          </p:nvSpPr>
          <p:spPr>
            <a:xfrm>
              <a:off x="1087526" y="2058800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0" y="1524"/>
                  </a:moveTo>
                  <a:lnTo>
                    <a:pt x="3048" y="0"/>
                  </a:lnTo>
                  <a:lnTo>
                    <a:pt x="23622" y="40386"/>
                  </a:lnTo>
                  <a:lnTo>
                    <a:pt x="21336" y="44196"/>
                  </a:lnTo>
                  <a:lnTo>
                    <a:pt x="25146" y="45720"/>
                  </a:lnTo>
                  <a:lnTo>
                    <a:pt x="23622" y="48768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5" name="object 5135"/>
            <p:cNvSpPr/>
            <p:nvPr/>
          </p:nvSpPr>
          <p:spPr>
            <a:xfrm>
              <a:off x="1108862" y="2058038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69" h="46989">
                  <a:moveTo>
                    <a:pt x="26669" y="0"/>
                  </a:moveTo>
                  <a:lnTo>
                    <a:pt x="23621" y="0"/>
                  </a:lnTo>
                  <a:lnTo>
                    <a:pt x="23621" y="3810"/>
                  </a:lnTo>
                  <a:lnTo>
                    <a:pt x="20573" y="3810"/>
                  </a:lnTo>
                  <a:lnTo>
                    <a:pt x="0" y="44958"/>
                  </a:lnTo>
                  <a:lnTo>
                    <a:pt x="3809" y="46482"/>
                  </a:lnTo>
                  <a:lnTo>
                    <a:pt x="266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6" name="object 5136"/>
            <p:cNvSpPr/>
            <p:nvPr/>
          </p:nvSpPr>
          <p:spPr>
            <a:xfrm>
              <a:off x="1108862" y="2058038"/>
              <a:ext cx="26670" cy="46990"/>
            </a:xfrm>
            <a:custGeom>
              <a:avLst/>
              <a:gdLst/>
              <a:ahLst/>
              <a:cxnLst/>
              <a:rect l="l" t="t" r="r" b="b"/>
              <a:pathLst>
                <a:path w="26669" h="46989">
                  <a:moveTo>
                    <a:pt x="3809" y="46482"/>
                  </a:moveTo>
                  <a:lnTo>
                    <a:pt x="0" y="44958"/>
                  </a:lnTo>
                  <a:lnTo>
                    <a:pt x="20573" y="3810"/>
                  </a:lnTo>
                  <a:lnTo>
                    <a:pt x="23621" y="3810"/>
                  </a:lnTo>
                  <a:lnTo>
                    <a:pt x="23621" y="0"/>
                  </a:lnTo>
                  <a:lnTo>
                    <a:pt x="26669" y="0"/>
                  </a:lnTo>
                  <a:lnTo>
                    <a:pt x="3809" y="46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7" name="object 5137"/>
            <p:cNvSpPr/>
            <p:nvPr/>
          </p:nvSpPr>
          <p:spPr>
            <a:xfrm>
              <a:off x="1086002" y="2058038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90" h="3810">
                  <a:moveTo>
                    <a:pt x="46481" y="3810"/>
                  </a:moveTo>
                  <a:lnTo>
                    <a:pt x="46481" y="0"/>
                  </a:lnTo>
                  <a:lnTo>
                    <a:pt x="0" y="0"/>
                  </a:lnTo>
                  <a:lnTo>
                    <a:pt x="1523" y="2286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4648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8" name="object 5138"/>
            <p:cNvSpPr/>
            <p:nvPr/>
          </p:nvSpPr>
          <p:spPr>
            <a:xfrm>
              <a:off x="1086002" y="2058038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90" h="3810">
                  <a:moveTo>
                    <a:pt x="46481" y="0"/>
                  </a:moveTo>
                  <a:lnTo>
                    <a:pt x="46481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1523" y="2286"/>
                  </a:lnTo>
                  <a:lnTo>
                    <a:pt x="0" y="0"/>
                  </a:lnTo>
                  <a:lnTo>
                    <a:pt x="4648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9" name="object 5139"/>
            <p:cNvSpPr/>
            <p:nvPr/>
          </p:nvSpPr>
          <p:spPr>
            <a:xfrm>
              <a:off x="1224686" y="204051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09" y="0"/>
                  </a:move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0" name="object 5140"/>
            <p:cNvSpPr/>
            <p:nvPr/>
          </p:nvSpPr>
          <p:spPr>
            <a:xfrm>
              <a:off x="1224686" y="204051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1" name="object 5141"/>
            <p:cNvSpPr/>
            <p:nvPr/>
          </p:nvSpPr>
          <p:spPr>
            <a:xfrm>
              <a:off x="1224686" y="185991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2" name="object 5142"/>
            <p:cNvSpPr/>
            <p:nvPr/>
          </p:nvSpPr>
          <p:spPr>
            <a:xfrm>
              <a:off x="1224686" y="185991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3" name="object 5143"/>
            <p:cNvSpPr/>
            <p:nvPr/>
          </p:nvSpPr>
          <p:spPr>
            <a:xfrm>
              <a:off x="1224686" y="1859918"/>
              <a:ext cx="3810" cy="180975"/>
            </a:xfrm>
            <a:custGeom>
              <a:avLst/>
              <a:gdLst/>
              <a:ahLst/>
              <a:cxnLst/>
              <a:rect l="l" t="t" r="r" b="b"/>
              <a:pathLst>
                <a:path w="3809" h="180975">
                  <a:moveTo>
                    <a:pt x="3809" y="0"/>
                  </a:moveTo>
                  <a:lnTo>
                    <a:pt x="3809" y="180594"/>
                  </a:lnTo>
                  <a:lnTo>
                    <a:pt x="0" y="180594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4" name="object 5144"/>
            <p:cNvSpPr/>
            <p:nvPr/>
          </p:nvSpPr>
          <p:spPr>
            <a:xfrm>
              <a:off x="1224686" y="1859918"/>
              <a:ext cx="3810" cy="180975"/>
            </a:xfrm>
            <a:custGeom>
              <a:avLst/>
              <a:gdLst/>
              <a:ahLst/>
              <a:cxnLst/>
              <a:rect l="l" t="t" r="r" b="b"/>
              <a:pathLst>
                <a:path w="3809" h="180975">
                  <a:moveTo>
                    <a:pt x="3809" y="0"/>
                  </a:moveTo>
                  <a:lnTo>
                    <a:pt x="3809" y="180594"/>
                  </a:lnTo>
                  <a:lnTo>
                    <a:pt x="0" y="180594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5" name="object 5145"/>
            <p:cNvSpPr/>
            <p:nvPr/>
          </p:nvSpPr>
          <p:spPr>
            <a:xfrm>
              <a:off x="1204874" y="1997078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5" h="43814">
                  <a:moveTo>
                    <a:pt x="43434" y="761"/>
                  </a:moveTo>
                  <a:lnTo>
                    <a:pt x="0" y="0"/>
                  </a:lnTo>
                  <a:lnTo>
                    <a:pt x="22098" y="43434"/>
                  </a:lnTo>
                  <a:lnTo>
                    <a:pt x="43434" y="7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6" name="object 5146"/>
            <p:cNvSpPr/>
            <p:nvPr/>
          </p:nvSpPr>
          <p:spPr>
            <a:xfrm>
              <a:off x="1204874" y="1997078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5" h="43814">
                  <a:moveTo>
                    <a:pt x="0" y="0"/>
                  </a:moveTo>
                  <a:lnTo>
                    <a:pt x="22098" y="43434"/>
                  </a:lnTo>
                  <a:lnTo>
                    <a:pt x="43434" y="761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7" name="object 5147"/>
            <p:cNvSpPr/>
            <p:nvPr/>
          </p:nvSpPr>
          <p:spPr>
            <a:xfrm>
              <a:off x="1203350" y="1996316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25146" y="45720"/>
                  </a:moveTo>
                  <a:lnTo>
                    <a:pt x="22098" y="43434"/>
                  </a:lnTo>
                  <a:lnTo>
                    <a:pt x="23622" y="40386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23622" y="48768"/>
                  </a:lnTo>
                  <a:lnTo>
                    <a:pt x="25146" y="457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8" name="object 5148"/>
            <p:cNvSpPr/>
            <p:nvPr/>
          </p:nvSpPr>
          <p:spPr>
            <a:xfrm>
              <a:off x="1203350" y="1996316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0" y="1524"/>
                  </a:moveTo>
                  <a:lnTo>
                    <a:pt x="3810" y="0"/>
                  </a:lnTo>
                  <a:lnTo>
                    <a:pt x="23622" y="40386"/>
                  </a:lnTo>
                  <a:lnTo>
                    <a:pt x="22098" y="43434"/>
                  </a:lnTo>
                  <a:lnTo>
                    <a:pt x="25146" y="45720"/>
                  </a:lnTo>
                  <a:lnTo>
                    <a:pt x="23622" y="48768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9" name="object 5149"/>
            <p:cNvSpPr/>
            <p:nvPr/>
          </p:nvSpPr>
          <p:spPr>
            <a:xfrm>
              <a:off x="1225448" y="1995554"/>
              <a:ext cx="26034" cy="46990"/>
            </a:xfrm>
            <a:custGeom>
              <a:avLst/>
              <a:gdLst/>
              <a:ahLst/>
              <a:cxnLst/>
              <a:rect l="l" t="t" r="r" b="b"/>
              <a:pathLst>
                <a:path w="26034" h="46989">
                  <a:moveTo>
                    <a:pt x="25907" y="0"/>
                  </a:moveTo>
                  <a:lnTo>
                    <a:pt x="22859" y="0"/>
                  </a:lnTo>
                  <a:lnTo>
                    <a:pt x="22859" y="3810"/>
                  </a:lnTo>
                  <a:lnTo>
                    <a:pt x="19811" y="3810"/>
                  </a:lnTo>
                  <a:lnTo>
                    <a:pt x="0" y="44196"/>
                  </a:lnTo>
                  <a:lnTo>
                    <a:pt x="3047" y="46482"/>
                  </a:lnTo>
                  <a:lnTo>
                    <a:pt x="259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0" name="object 5150"/>
            <p:cNvSpPr/>
            <p:nvPr/>
          </p:nvSpPr>
          <p:spPr>
            <a:xfrm>
              <a:off x="1225448" y="1995554"/>
              <a:ext cx="26034" cy="46990"/>
            </a:xfrm>
            <a:custGeom>
              <a:avLst/>
              <a:gdLst/>
              <a:ahLst/>
              <a:cxnLst/>
              <a:rect l="l" t="t" r="r" b="b"/>
              <a:pathLst>
                <a:path w="26034" h="46989">
                  <a:moveTo>
                    <a:pt x="3047" y="46482"/>
                  </a:moveTo>
                  <a:lnTo>
                    <a:pt x="0" y="44196"/>
                  </a:lnTo>
                  <a:lnTo>
                    <a:pt x="19811" y="3810"/>
                  </a:lnTo>
                  <a:lnTo>
                    <a:pt x="22859" y="3810"/>
                  </a:lnTo>
                  <a:lnTo>
                    <a:pt x="22859" y="0"/>
                  </a:lnTo>
                  <a:lnTo>
                    <a:pt x="25907" y="0"/>
                  </a:lnTo>
                  <a:lnTo>
                    <a:pt x="3047" y="46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1" name="object 5151"/>
            <p:cNvSpPr/>
            <p:nvPr/>
          </p:nvSpPr>
          <p:spPr>
            <a:xfrm>
              <a:off x="1201826" y="1995554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90" h="3810">
                  <a:moveTo>
                    <a:pt x="46481" y="3810"/>
                  </a:moveTo>
                  <a:lnTo>
                    <a:pt x="46481" y="0"/>
                  </a:lnTo>
                  <a:lnTo>
                    <a:pt x="0" y="0"/>
                  </a:lnTo>
                  <a:lnTo>
                    <a:pt x="1523" y="2286"/>
                  </a:lnTo>
                  <a:lnTo>
                    <a:pt x="5333" y="762"/>
                  </a:lnTo>
                  <a:lnTo>
                    <a:pt x="6095" y="3810"/>
                  </a:lnTo>
                  <a:lnTo>
                    <a:pt x="46481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2" name="object 5152"/>
            <p:cNvSpPr/>
            <p:nvPr/>
          </p:nvSpPr>
          <p:spPr>
            <a:xfrm>
              <a:off x="1201826" y="1995554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90" h="3810">
                  <a:moveTo>
                    <a:pt x="46481" y="0"/>
                  </a:moveTo>
                  <a:lnTo>
                    <a:pt x="46481" y="3810"/>
                  </a:lnTo>
                  <a:lnTo>
                    <a:pt x="6095" y="3810"/>
                  </a:lnTo>
                  <a:lnTo>
                    <a:pt x="5333" y="762"/>
                  </a:lnTo>
                  <a:lnTo>
                    <a:pt x="1523" y="2286"/>
                  </a:lnTo>
                  <a:lnTo>
                    <a:pt x="0" y="0"/>
                  </a:lnTo>
                  <a:lnTo>
                    <a:pt x="4648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3" name="object 5153"/>
            <p:cNvSpPr/>
            <p:nvPr/>
          </p:nvSpPr>
          <p:spPr>
            <a:xfrm>
              <a:off x="1354988" y="199707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09" y="0"/>
                  </a:move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4" name="object 5154"/>
            <p:cNvSpPr/>
            <p:nvPr/>
          </p:nvSpPr>
          <p:spPr>
            <a:xfrm>
              <a:off x="1354988" y="199707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5" name="object 5155"/>
            <p:cNvSpPr/>
            <p:nvPr/>
          </p:nvSpPr>
          <p:spPr>
            <a:xfrm>
              <a:off x="1354988" y="185610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6" name="object 5156"/>
            <p:cNvSpPr/>
            <p:nvPr/>
          </p:nvSpPr>
          <p:spPr>
            <a:xfrm>
              <a:off x="1354988" y="185610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7" name="object 5157"/>
            <p:cNvSpPr/>
            <p:nvPr/>
          </p:nvSpPr>
          <p:spPr>
            <a:xfrm>
              <a:off x="1354988" y="1856108"/>
              <a:ext cx="3810" cy="140970"/>
            </a:xfrm>
            <a:custGeom>
              <a:avLst/>
              <a:gdLst/>
              <a:ahLst/>
              <a:cxnLst/>
              <a:rect l="l" t="t" r="r" b="b"/>
              <a:pathLst>
                <a:path w="3809" h="140969">
                  <a:moveTo>
                    <a:pt x="3809" y="0"/>
                  </a:moveTo>
                  <a:lnTo>
                    <a:pt x="3809" y="140970"/>
                  </a:lnTo>
                  <a:lnTo>
                    <a:pt x="0" y="140970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8" name="object 5158"/>
            <p:cNvSpPr/>
            <p:nvPr/>
          </p:nvSpPr>
          <p:spPr>
            <a:xfrm>
              <a:off x="1354988" y="1856108"/>
              <a:ext cx="3810" cy="140970"/>
            </a:xfrm>
            <a:custGeom>
              <a:avLst/>
              <a:gdLst/>
              <a:ahLst/>
              <a:cxnLst/>
              <a:rect l="l" t="t" r="r" b="b"/>
              <a:pathLst>
                <a:path w="3809" h="140969">
                  <a:moveTo>
                    <a:pt x="3809" y="0"/>
                  </a:moveTo>
                  <a:lnTo>
                    <a:pt x="3809" y="140970"/>
                  </a:lnTo>
                  <a:lnTo>
                    <a:pt x="0" y="140970"/>
                  </a:ln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9" name="object 5159"/>
            <p:cNvSpPr/>
            <p:nvPr/>
          </p:nvSpPr>
          <p:spPr>
            <a:xfrm>
              <a:off x="1335938" y="1953644"/>
              <a:ext cx="43180" cy="43815"/>
            </a:xfrm>
            <a:custGeom>
              <a:avLst/>
              <a:gdLst/>
              <a:ahLst/>
              <a:cxnLst/>
              <a:rect l="l" t="t" r="r" b="b"/>
              <a:pathLst>
                <a:path w="43180" h="43814">
                  <a:moveTo>
                    <a:pt x="42672" y="0"/>
                  </a:moveTo>
                  <a:lnTo>
                    <a:pt x="0" y="0"/>
                  </a:lnTo>
                  <a:lnTo>
                    <a:pt x="21336" y="43434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0" name="object 5160"/>
            <p:cNvSpPr/>
            <p:nvPr/>
          </p:nvSpPr>
          <p:spPr>
            <a:xfrm>
              <a:off x="1335938" y="1953644"/>
              <a:ext cx="43180" cy="43815"/>
            </a:xfrm>
            <a:custGeom>
              <a:avLst/>
              <a:gdLst/>
              <a:ahLst/>
              <a:cxnLst/>
              <a:rect l="l" t="t" r="r" b="b"/>
              <a:pathLst>
                <a:path w="43180" h="43814">
                  <a:moveTo>
                    <a:pt x="0" y="0"/>
                  </a:moveTo>
                  <a:lnTo>
                    <a:pt x="21336" y="43434"/>
                  </a:lnTo>
                  <a:lnTo>
                    <a:pt x="42672" y="0"/>
                  </a:lnTo>
                  <a:lnTo>
                    <a:pt x="0" y="0"/>
                  </a:lnTo>
                  <a:close/>
                </a:path>
              </a:pathLst>
            </a:custGeom>
            <a:ln w="38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1" name="object 5161"/>
            <p:cNvSpPr/>
            <p:nvPr/>
          </p:nvSpPr>
          <p:spPr>
            <a:xfrm>
              <a:off x="1333652" y="1952882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25146" y="44958"/>
                  </a:moveTo>
                  <a:lnTo>
                    <a:pt x="22098" y="43434"/>
                  </a:lnTo>
                  <a:lnTo>
                    <a:pt x="23622" y="40386"/>
                  </a:lnTo>
                  <a:lnTo>
                    <a:pt x="3810" y="0"/>
                  </a:lnTo>
                  <a:lnTo>
                    <a:pt x="0" y="1524"/>
                  </a:lnTo>
                  <a:lnTo>
                    <a:pt x="23622" y="48768"/>
                  </a:lnTo>
                  <a:lnTo>
                    <a:pt x="25146" y="44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2" name="object 5162"/>
            <p:cNvSpPr/>
            <p:nvPr/>
          </p:nvSpPr>
          <p:spPr>
            <a:xfrm>
              <a:off x="1333652" y="1952882"/>
              <a:ext cx="25400" cy="48895"/>
            </a:xfrm>
            <a:custGeom>
              <a:avLst/>
              <a:gdLst/>
              <a:ahLst/>
              <a:cxnLst/>
              <a:rect l="l" t="t" r="r" b="b"/>
              <a:pathLst>
                <a:path w="25400" h="48894">
                  <a:moveTo>
                    <a:pt x="0" y="1524"/>
                  </a:moveTo>
                  <a:lnTo>
                    <a:pt x="3810" y="0"/>
                  </a:lnTo>
                  <a:lnTo>
                    <a:pt x="23622" y="40386"/>
                  </a:lnTo>
                  <a:lnTo>
                    <a:pt x="22098" y="43434"/>
                  </a:lnTo>
                  <a:lnTo>
                    <a:pt x="25146" y="44958"/>
                  </a:lnTo>
                  <a:lnTo>
                    <a:pt x="23622" y="48768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3" name="object 5163"/>
            <p:cNvSpPr/>
            <p:nvPr/>
          </p:nvSpPr>
          <p:spPr>
            <a:xfrm>
              <a:off x="1355750" y="1952120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4" h="45719">
                  <a:moveTo>
                    <a:pt x="25907" y="0"/>
                  </a:moveTo>
                  <a:lnTo>
                    <a:pt x="22859" y="0"/>
                  </a:lnTo>
                  <a:lnTo>
                    <a:pt x="22859" y="3810"/>
                  </a:lnTo>
                  <a:lnTo>
                    <a:pt x="19811" y="3810"/>
                  </a:lnTo>
                  <a:lnTo>
                    <a:pt x="0" y="44196"/>
                  </a:lnTo>
                  <a:lnTo>
                    <a:pt x="3047" y="45720"/>
                  </a:lnTo>
                  <a:lnTo>
                    <a:pt x="259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4" name="object 5164"/>
            <p:cNvSpPr/>
            <p:nvPr/>
          </p:nvSpPr>
          <p:spPr>
            <a:xfrm>
              <a:off x="1355750" y="1952120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4" h="45719">
                  <a:moveTo>
                    <a:pt x="3047" y="45720"/>
                  </a:moveTo>
                  <a:lnTo>
                    <a:pt x="0" y="44196"/>
                  </a:lnTo>
                  <a:lnTo>
                    <a:pt x="19811" y="3810"/>
                  </a:lnTo>
                  <a:lnTo>
                    <a:pt x="22859" y="3810"/>
                  </a:lnTo>
                  <a:lnTo>
                    <a:pt x="22859" y="0"/>
                  </a:lnTo>
                  <a:lnTo>
                    <a:pt x="25907" y="0"/>
                  </a:lnTo>
                  <a:lnTo>
                    <a:pt x="3047" y="45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5" name="object 5165"/>
            <p:cNvSpPr/>
            <p:nvPr/>
          </p:nvSpPr>
          <p:spPr>
            <a:xfrm>
              <a:off x="1332890" y="1952120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3810"/>
                  </a:moveTo>
                  <a:lnTo>
                    <a:pt x="45719" y="0"/>
                  </a:lnTo>
                  <a:lnTo>
                    <a:pt x="0" y="0"/>
                  </a:lnTo>
                  <a:lnTo>
                    <a:pt x="761" y="2286"/>
                  </a:lnTo>
                  <a:lnTo>
                    <a:pt x="4571" y="762"/>
                  </a:lnTo>
                  <a:lnTo>
                    <a:pt x="6095" y="3810"/>
                  </a:lnTo>
                  <a:lnTo>
                    <a:pt x="45719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6" name="object 5166"/>
            <p:cNvSpPr/>
            <p:nvPr/>
          </p:nvSpPr>
          <p:spPr>
            <a:xfrm>
              <a:off x="1332890" y="1952120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10">
                  <a:moveTo>
                    <a:pt x="45719" y="0"/>
                  </a:moveTo>
                  <a:lnTo>
                    <a:pt x="45719" y="3810"/>
                  </a:lnTo>
                  <a:lnTo>
                    <a:pt x="6095" y="3810"/>
                  </a:lnTo>
                  <a:lnTo>
                    <a:pt x="4571" y="762"/>
                  </a:lnTo>
                  <a:lnTo>
                    <a:pt x="761" y="2286"/>
                  </a:lnTo>
                  <a:lnTo>
                    <a:pt x="0" y="0"/>
                  </a:lnTo>
                  <a:lnTo>
                    <a:pt x="4571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7" name="object 5167"/>
            <p:cNvSpPr/>
            <p:nvPr/>
          </p:nvSpPr>
          <p:spPr>
            <a:xfrm>
              <a:off x="972451" y="1452832"/>
              <a:ext cx="40005" cy="404495"/>
            </a:xfrm>
            <a:custGeom>
              <a:avLst/>
              <a:gdLst/>
              <a:ahLst/>
              <a:cxnLst/>
              <a:rect l="l" t="t" r="r" b="b"/>
              <a:pathLst>
                <a:path w="40005" h="404494">
                  <a:moveTo>
                    <a:pt x="38100" y="42100"/>
                  </a:moveTo>
                  <a:lnTo>
                    <a:pt x="29870" y="9639"/>
                  </a:lnTo>
                  <a:lnTo>
                    <a:pt x="18770" y="0"/>
                  </a:lnTo>
                  <a:lnTo>
                    <a:pt x="7810" y="12166"/>
                  </a:lnTo>
                  <a:lnTo>
                    <a:pt x="0" y="45148"/>
                  </a:lnTo>
                  <a:lnTo>
                    <a:pt x="0" y="58864"/>
                  </a:lnTo>
                  <a:lnTo>
                    <a:pt x="5880" y="93472"/>
                  </a:lnTo>
                  <a:lnTo>
                    <a:pt x="16764" y="109893"/>
                  </a:lnTo>
                  <a:lnTo>
                    <a:pt x="28803" y="103085"/>
                  </a:lnTo>
                  <a:lnTo>
                    <a:pt x="38100" y="68008"/>
                  </a:lnTo>
                  <a:lnTo>
                    <a:pt x="38100" y="55054"/>
                  </a:lnTo>
                  <a:lnTo>
                    <a:pt x="38100" y="42100"/>
                  </a:lnTo>
                  <a:close/>
                </a:path>
                <a:path w="40005" h="404494">
                  <a:moveTo>
                    <a:pt x="39624" y="343090"/>
                  </a:moveTo>
                  <a:lnTo>
                    <a:pt x="38862" y="336232"/>
                  </a:lnTo>
                  <a:lnTo>
                    <a:pt x="30949" y="303098"/>
                  </a:lnTo>
                  <a:lnTo>
                    <a:pt x="19177" y="294513"/>
                  </a:lnTo>
                  <a:lnTo>
                    <a:pt x="7924" y="307733"/>
                  </a:lnTo>
                  <a:lnTo>
                    <a:pt x="1524" y="340042"/>
                  </a:lnTo>
                  <a:lnTo>
                    <a:pt x="1524" y="352996"/>
                  </a:lnTo>
                  <a:lnTo>
                    <a:pt x="6299" y="386930"/>
                  </a:lnTo>
                  <a:lnTo>
                    <a:pt x="17538" y="404012"/>
                  </a:lnTo>
                  <a:lnTo>
                    <a:pt x="30111" y="397865"/>
                  </a:lnTo>
                  <a:lnTo>
                    <a:pt x="38862" y="362140"/>
                  </a:lnTo>
                  <a:lnTo>
                    <a:pt x="39624" y="356044"/>
                  </a:lnTo>
                  <a:lnTo>
                    <a:pt x="39624" y="349186"/>
                  </a:lnTo>
                  <a:lnTo>
                    <a:pt x="39624" y="343090"/>
                  </a:lnTo>
                  <a:close/>
                </a:path>
                <a:path w="40005" h="404494">
                  <a:moveTo>
                    <a:pt x="39624" y="196024"/>
                  </a:moveTo>
                  <a:lnTo>
                    <a:pt x="38862" y="189166"/>
                  </a:lnTo>
                  <a:lnTo>
                    <a:pt x="31013" y="156260"/>
                  </a:lnTo>
                  <a:lnTo>
                    <a:pt x="19215" y="147662"/>
                  </a:lnTo>
                  <a:lnTo>
                    <a:pt x="7912" y="160769"/>
                  </a:lnTo>
                  <a:lnTo>
                    <a:pt x="1524" y="192976"/>
                  </a:lnTo>
                  <a:lnTo>
                    <a:pt x="1524" y="205930"/>
                  </a:lnTo>
                  <a:lnTo>
                    <a:pt x="6121" y="239560"/>
                  </a:lnTo>
                  <a:lnTo>
                    <a:pt x="17246" y="256959"/>
                  </a:lnTo>
                  <a:lnTo>
                    <a:pt x="29857" y="251320"/>
                  </a:lnTo>
                  <a:lnTo>
                    <a:pt x="38862" y="215836"/>
                  </a:lnTo>
                  <a:lnTo>
                    <a:pt x="39624" y="208978"/>
                  </a:lnTo>
                  <a:lnTo>
                    <a:pt x="39624" y="202882"/>
                  </a:lnTo>
                  <a:lnTo>
                    <a:pt x="39624" y="196024"/>
                  </a:lnTo>
                  <a:close/>
                </a:path>
              </a:pathLst>
            </a:custGeom>
            <a:solidFill>
              <a:srgbClr val="A1A1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8" name="object 5168"/>
            <p:cNvSpPr/>
            <p:nvPr/>
          </p:nvSpPr>
          <p:spPr>
            <a:xfrm>
              <a:off x="989990" y="155892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9" name="object 5169"/>
            <p:cNvSpPr/>
            <p:nvPr/>
          </p:nvSpPr>
          <p:spPr>
            <a:xfrm>
              <a:off x="989990" y="155892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0" name="object 5170"/>
            <p:cNvSpPr/>
            <p:nvPr/>
          </p:nvSpPr>
          <p:spPr>
            <a:xfrm>
              <a:off x="989990" y="160236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09" y="0"/>
                  </a:move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1" name="object 5171"/>
            <p:cNvSpPr/>
            <p:nvPr/>
          </p:nvSpPr>
          <p:spPr>
            <a:xfrm>
              <a:off x="989990" y="160236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2" name="object 5172"/>
            <p:cNvSpPr/>
            <p:nvPr/>
          </p:nvSpPr>
          <p:spPr>
            <a:xfrm>
              <a:off x="989990" y="1558928"/>
              <a:ext cx="3810" cy="43815"/>
            </a:xfrm>
            <a:custGeom>
              <a:avLst/>
              <a:gdLst/>
              <a:ahLst/>
              <a:cxnLst/>
              <a:rect l="l" t="t" r="r" b="b"/>
              <a:pathLst>
                <a:path w="3809" h="43815">
                  <a:moveTo>
                    <a:pt x="0" y="43434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3434"/>
                  </a:lnTo>
                  <a:lnTo>
                    <a:pt x="0" y="434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3" name="object 5173"/>
            <p:cNvSpPr/>
            <p:nvPr/>
          </p:nvSpPr>
          <p:spPr>
            <a:xfrm>
              <a:off x="989990" y="1558928"/>
              <a:ext cx="3810" cy="43815"/>
            </a:xfrm>
            <a:custGeom>
              <a:avLst/>
              <a:gdLst/>
              <a:ahLst/>
              <a:cxnLst/>
              <a:rect l="l" t="t" r="r" b="b"/>
              <a:pathLst>
                <a:path w="3809" h="43815">
                  <a:moveTo>
                    <a:pt x="0" y="43434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3434"/>
                  </a:lnTo>
                  <a:lnTo>
                    <a:pt x="0" y="434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4" name="object 5174"/>
            <p:cNvSpPr/>
            <p:nvPr/>
          </p:nvSpPr>
          <p:spPr>
            <a:xfrm>
              <a:off x="993800" y="170599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5" name="object 5175"/>
            <p:cNvSpPr/>
            <p:nvPr/>
          </p:nvSpPr>
          <p:spPr>
            <a:xfrm>
              <a:off x="993800" y="170599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6" name="object 5176"/>
            <p:cNvSpPr/>
            <p:nvPr/>
          </p:nvSpPr>
          <p:spPr>
            <a:xfrm>
              <a:off x="993800" y="174942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09" y="0"/>
                  </a:move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7" name="object 5177"/>
            <p:cNvSpPr/>
            <p:nvPr/>
          </p:nvSpPr>
          <p:spPr>
            <a:xfrm>
              <a:off x="993800" y="174942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8" name="object 5178"/>
            <p:cNvSpPr/>
            <p:nvPr/>
          </p:nvSpPr>
          <p:spPr>
            <a:xfrm>
              <a:off x="993800" y="1705994"/>
              <a:ext cx="3810" cy="43815"/>
            </a:xfrm>
            <a:custGeom>
              <a:avLst/>
              <a:gdLst/>
              <a:ahLst/>
              <a:cxnLst/>
              <a:rect l="l" t="t" r="r" b="b"/>
              <a:pathLst>
                <a:path w="3809" h="43814">
                  <a:moveTo>
                    <a:pt x="0" y="43434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3809" y="43434"/>
                  </a:lnTo>
                  <a:lnTo>
                    <a:pt x="0" y="434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9" name="object 5179"/>
            <p:cNvSpPr/>
            <p:nvPr/>
          </p:nvSpPr>
          <p:spPr>
            <a:xfrm>
              <a:off x="993800" y="1705994"/>
              <a:ext cx="3810" cy="43815"/>
            </a:xfrm>
            <a:custGeom>
              <a:avLst/>
              <a:gdLst/>
              <a:ahLst/>
              <a:cxnLst/>
              <a:rect l="l" t="t" r="r" b="b"/>
              <a:pathLst>
                <a:path w="3809" h="43814">
                  <a:moveTo>
                    <a:pt x="0" y="43434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3809" y="43434"/>
                  </a:lnTo>
                  <a:lnTo>
                    <a:pt x="0" y="434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0" name="object 5180"/>
            <p:cNvSpPr/>
            <p:nvPr/>
          </p:nvSpPr>
          <p:spPr>
            <a:xfrm>
              <a:off x="1093609" y="1455575"/>
              <a:ext cx="40005" cy="404495"/>
            </a:xfrm>
            <a:custGeom>
              <a:avLst/>
              <a:gdLst/>
              <a:ahLst/>
              <a:cxnLst/>
              <a:rect l="l" t="t" r="r" b="b"/>
              <a:pathLst>
                <a:path w="40005" h="404494">
                  <a:moveTo>
                    <a:pt x="38862" y="55359"/>
                  </a:moveTo>
                  <a:lnTo>
                    <a:pt x="38100" y="48501"/>
                  </a:lnTo>
                  <a:lnTo>
                    <a:pt x="38100" y="41643"/>
                  </a:lnTo>
                  <a:lnTo>
                    <a:pt x="29819" y="8724"/>
                  </a:lnTo>
                  <a:lnTo>
                    <a:pt x="17780" y="0"/>
                  </a:lnTo>
                  <a:lnTo>
                    <a:pt x="6565" y="13042"/>
                  </a:lnTo>
                  <a:lnTo>
                    <a:pt x="762" y="45453"/>
                  </a:lnTo>
                  <a:lnTo>
                    <a:pt x="0" y="52311"/>
                  </a:lnTo>
                  <a:lnTo>
                    <a:pt x="0" y="58407"/>
                  </a:lnTo>
                  <a:lnTo>
                    <a:pt x="5270" y="93929"/>
                  </a:lnTo>
                  <a:lnTo>
                    <a:pt x="16649" y="110223"/>
                  </a:lnTo>
                  <a:lnTo>
                    <a:pt x="29248" y="103085"/>
                  </a:lnTo>
                  <a:lnTo>
                    <a:pt x="38100" y="68313"/>
                  </a:lnTo>
                  <a:lnTo>
                    <a:pt x="38100" y="61455"/>
                  </a:lnTo>
                  <a:lnTo>
                    <a:pt x="38862" y="55359"/>
                  </a:lnTo>
                  <a:close/>
                </a:path>
                <a:path w="40005" h="404494">
                  <a:moveTo>
                    <a:pt x="39624" y="342633"/>
                  </a:moveTo>
                  <a:lnTo>
                    <a:pt x="38862" y="335775"/>
                  </a:lnTo>
                  <a:lnTo>
                    <a:pt x="31280" y="303022"/>
                  </a:lnTo>
                  <a:lnTo>
                    <a:pt x="19570" y="293751"/>
                  </a:lnTo>
                  <a:lnTo>
                    <a:pt x="8178" y="306425"/>
                  </a:lnTo>
                  <a:lnTo>
                    <a:pt x="1524" y="339585"/>
                  </a:lnTo>
                  <a:lnTo>
                    <a:pt x="1524" y="358635"/>
                  </a:lnTo>
                  <a:lnTo>
                    <a:pt x="16764" y="403593"/>
                  </a:lnTo>
                  <a:lnTo>
                    <a:pt x="18288" y="404355"/>
                  </a:lnTo>
                  <a:lnTo>
                    <a:pt x="20574" y="404355"/>
                  </a:lnTo>
                  <a:lnTo>
                    <a:pt x="25908" y="402831"/>
                  </a:lnTo>
                  <a:lnTo>
                    <a:pt x="28194" y="400545"/>
                  </a:lnTo>
                  <a:lnTo>
                    <a:pt x="29718" y="397497"/>
                  </a:lnTo>
                  <a:lnTo>
                    <a:pt x="32004" y="394449"/>
                  </a:lnTo>
                  <a:lnTo>
                    <a:pt x="35052" y="385305"/>
                  </a:lnTo>
                  <a:lnTo>
                    <a:pt x="36576" y="379971"/>
                  </a:lnTo>
                  <a:lnTo>
                    <a:pt x="37338" y="373875"/>
                  </a:lnTo>
                  <a:lnTo>
                    <a:pt x="38862" y="368541"/>
                  </a:lnTo>
                  <a:lnTo>
                    <a:pt x="38862" y="361683"/>
                  </a:lnTo>
                  <a:lnTo>
                    <a:pt x="39624" y="355587"/>
                  </a:lnTo>
                  <a:lnTo>
                    <a:pt x="39624" y="348729"/>
                  </a:lnTo>
                  <a:lnTo>
                    <a:pt x="39624" y="342633"/>
                  </a:lnTo>
                  <a:close/>
                </a:path>
                <a:path w="40005" h="404494">
                  <a:moveTo>
                    <a:pt x="39624" y="195567"/>
                  </a:moveTo>
                  <a:lnTo>
                    <a:pt x="38862" y="189471"/>
                  </a:lnTo>
                  <a:lnTo>
                    <a:pt x="31534" y="156400"/>
                  </a:lnTo>
                  <a:lnTo>
                    <a:pt x="19812" y="146761"/>
                  </a:lnTo>
                  <a:lnTo>
                    <a:pt x="8293" y="159219"/>
                  </a:lnTo>
                  <a:lnTo>
                    <a:pt x="1524" y="192519"/>
                  </a:lnTo>
                  <a:lnTo>
                    <a:pt x="1524" y="205473"/>
                  </a:lnTo>
                  <a:lnTo>
                    <a:pt x="5930" y="239102"/>
                  </a:lnTo>
                  <a:lnTo>
                    <a:pt x="17297" y="256374"/>
                  </a:lnTo>
                  <a:lnTo>
                    <a:pt x="30124" y="250659"/>
                  </a:lnTo>
                  <a:lnTo>
                    <a:pt x="38862" y="215379"/>
                  </a:lnTo>
                  <a:lnTo>
                    <a:pt x="39624" y="208521"/>
                  </a:lnTo>
                  <a:lnTo>
                    <a:pt x="39624" y="202425"/>
                  </a:lnTo>
                  <a:lnTo>
                    <a:pt x="39624" y="195567"/>
                  </a:lnTo>
                  <a:close/>
                </a:path>
              </a:pathLst>
            </a:custGeom>
            <a:solidFill>
              <a:srgbClr val="A1A1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1" name="object 5181"/>
            <p:cNvSpPr/>
            <p:nvPr/>
          </p:nvSpPr>
          <p:spPr>
            <a:xfrm>
              <a:off x="1111148" y="156121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2" name="object 5182"/>
            <p:cNvSpPr/>
            <p:nvPr/>
          </p:nvSpPr>
          <p:spPr>
            <a:xfrm>
              <a:off x="1111148" y="156121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3" name="object 5183"/>
            <p:cNvSpPr/>
            <p:nvPr/>
          </p:nvSpPr>
          <p:spPr>
            <a:xfrm>
              <a:off x="1111148" y="160464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09" y="0"/>
                  </a:move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4" name="object 5184"/>
            <p:cNvSpPr/>
            <p:nvPr/>
          </p:nvSpPr>
          <p:spPr>
            <a:xfrm>
              <a:off x="1111148" y="160464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5" name="object 5185"/>
            <p:cNvSpPr/>
            <p:nvPr/>
          </p:nvSpPr>
          <p:spPr>
            <a:xfrm>
              <a:off x="1111148" y="1561214"/>
              <a:ext cx="3810" cy="43815"/>
            </a:xfrm>
            <a:custGeom>
              <a:avLst/>
              <a:gdLst/>
              <a:ahLst/>
              <a:cxnLst/>
              <a:rect l="l" t="t" r="r" b="b"/>
              <a:pathLst>
                <a:path w="3809" h="43815">
                  <a:moveTo>
                    <a:pt x="0" y="43434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3809" y="43434"/>
                  </a:lnTo>
                  <a:lnTo>
                    <a:pt x="0" y="434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6" name="object 5186"/>
            <p:cNvSpPr/>
            <p:nvPr/>
          </p:nvSpPr>
          <p:spPr>
            <a:xfrm>
              <a:off x="1111148" y="1561214"/>
              <a:ext cx="3810" cy="43815"/>
            </a:xfrm>
            <a:custGeom>
              <a:avLst/>
              <a:gdLst/>
              <a:ahLst/>
              <a:cxnLst/>
              <a:rect l="l" t="t" r="r" b="b"/>
              <a:pathLst>
                <a:path w="3809" h="43815">
                  <a:moveTo>
                    <a:pt x="0" y="43434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3809" y="43434"/>
                  </a:lnTo>
                  <a:lnTo>
                    <a:pt x="0" y="434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7" name="object 5187"/>
            <p:cNvSpPr/>
            <p:nvPr/>
          </p:nvSpPr>
          <p:spPr>
            <a:xfrm>
              <a:off x="1114958" y="170828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8" name="object 5188"/>
            <p:cNvSpPr/>
            <p:nvPr/>
          </p:nvSpPr>
          <p:spPr>
            <a:xfrm>
              <a:off x="1114958" y="170828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9" name="object 5189"/>
            <p:cNvSpPr/>
            <p:nvPr/>
          </p:nvSpPr>
          <p:spPr>
            <a:xfrm>
              <a:off x="1114958" y="175171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09" y="0"/>
                  </a:move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0" name="object 5190"/>
            <p:cNvSpPr/>
            <p:nvPr/>
          </p:nvSpPr>
          <p:spPr>
            <a:xfrm>
              <a:off x="1114958" y="175171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1" name="object 5191"/>
            <p:cNvSpPr/>
            <p:nvPr/>
          </p:nvSpPr>
          <p:spPr>
            <a:xfrm>
              <a:off x="1114958" y="1708280"/>
              <a:ext cx="3810" cy="43815"/>
            </a:xfrm>
            <a:custGeom>
              <a:avLst/>
              <a:gdLst/>
              <a:ahLst/>
              <a:cxnLst/>
              <a:rect l="l" t="t" r="r" b="b"/>
              <a:pathLst>
                <a:path w="3809" h="43814">
                  <a:moveTo>
                    <a:pt x="3810" y="43433"/>
                  </a:moveTo>
                  <a:lnTo>
                    <a:pt x="3810" y="0"/>
                  </a:lnTo>
                  <a:lnTo>
                    <a:pt x="0" y="0"/>
                  </a:lnTo>
                  <a:lnTo>
                    <a:pt x="0" y="43433"/>
                  </a:lnTo>
                  <a:lnTo>
                    <a:pt x="3810" y="4343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2" name="object 5192"/>
            <p:cNvSpPr/>
            <p:nvPr/>
          </p:nvSpPr>
          <p:spPr>
            <a:xfrm>
              <a:off x="1114958" y="1708280"/>
              <a:ext cx="3810" cy="43815"/>
            </a:xfrm>
            <a:custGeom>
              <a:avLst/>
              <a:gdLst/>
              <a:ahLst/>
              <a:cxnLst/>
              <a:rect l="l" t="t" r="r" b="b"/>
              <a:pathLst>
                <a:path w="3809" h="43814">
                  <a:moveTo>
                    <a:pt x="0" y="43434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3434"/>
                  </a:lnTo>
                  <a:lnTo>
                    <a:pt x="0" y="434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3" name="object 5193"/>
            <p:cNvSpPr/>
            <p:nvPr/>
          </p:nvSpPr>
          <p:spPr>
            <a:xfrm>
              <a:off x="1209433" y="1449974"/>
              <a:ext cx="40005" cy="405130"/>
            </a:xfrm>
            <a:custGeom>
              <a:avLst/>
              <a:gdLst/>
              <a:ahLst/>
              <a:cxnLst/>
              <a:rect l="l" t="t" r="r" b="b"/>
              <a:pathLst>
                <a:path w="40005" h="405130">
                  <a:moveTo>
                    <a:pt x="38862" y="48768"/>
                  </a:moveTo>
                  <a:lnTo>
                    <a:pt x="29032" y="7772"/>
                  </a:lnTo>
                  <a:lnTo>
                    <a:pt x="20574" y="0"/>
                  </a:lnTo>
                  <a:lnTo>
                    <a:pt x="18288" y="0"/>
                  </a:lnTo>
                  <a:lnTo>
                    <a:pt x="10782" y="6883"/>
                  </a:lnTo>
                  <a:lnTo>
                    <a:pt x="5829" y="17576"/>
                  </a:lnTo>
                  <a:lnTo>
                    <a:pt x="2921" y="29375"/>
                  </a:lnTo>
                  <a:lnTo>
                    <a:pt x="0" y="52578"/>
                  </a:lnTo>
                  <a:lnTo>
                    <a:pt x="0" y="59436"/>
                  </a:lnTo>
                  <a:lnTo>
                    <a:pt x="5537" y="93167"/>
                  </a:lnTo>
                  <a:lnTo>
                    <a:pt x="16764" y="110312"/>
                  </a:lnTo>
                  <a:lnTo>
                    <a:pt x="29133" y="104292"/>
                  </a:lnTo>
                  <a:lnTo>
                    <a:pt x="38100" y="68580"/>
                  </a:lnTo>
                  <a:lnTo>
                    <a:pt x="38862" y="62484"/>
                  </a:lnTo>
                  <a:lnTo>
                    <a:pt x="38862" y="55626"/>
                  </a:lnTo>
                  <a:lnTo>
                    <a:pt x="38862" y="48768"/>
                  </a:lnTo>
                  <a:close/>
                </a:path>
                <a:path w="40005" h="405130">
                  <a:moveTo>
                    <a:pt x="39624" y="336804"/>
                  </a:moveTo>
                  <a:lnTo>
                    <a:pt x="31165" y="303631"/>
                  </a:lnTo>
                  <a:lnTo>
                    <a:pt x="19278" y="295033"/>
                  </a:lnTo>
                  <a:lnTo>
                    <a:pt x="8216" y="308267"/>
                  </a:lnTo>
                  <a:lnTo>
                    <a:pt x="2286" y="340614"/>
                  </a:lnTo>
                  <a:lnTo>
                    <a:pt x="1524" y="346710"/>
                  </a:lnTo>
                  <a:lnTo>
                    <a:pt x="1524" y="353568"/>
                  </a:lnTo>
                  <a:lnTo>
                    <a:pt x="6946" y="387629"/>
                  </a:lnTo>
                  <a:lnTo>
                    <a:pt x="17818" y="404736"/>
                  </a:lnTo>
                  <a:lnTo>
                    <a:pt x="30060" y="398551"/>
                  </a:lnTo>
                  <a:lnTo>
                    <a:pt x="39624" y="362712"/>
                  </a:lnTo>
                  <a:lnTo>
                    <a:pt x="39624" y="349758"/>
                  </a:lnTo>
                  <a:lnTo>
                    <a:pt x="39624" y="336804"/>
                  </a:lnTo>
                  <a:close/>
                </a:path>
                <a:path w="40005" h="405130">
                  <a:moveTo>
                    <a:pt x="39624" y="189738"/>
                  </a:moveTo>
                  <a:lnTo>
                    <a:pt x="31318" y="156832"/>
                  </a:lnTo>
                  <a:lnTo>
                    <a:pt x="19532" y="147967"/>
                  </a:lnTo>
                  <a:lnTo>
                    <a:pt x="8470" y="160743"/>
                  </a:lnTo>
                  <a:lnTo>
                    <a:pt x="2286" y="192786"/>
                  </a:lnTo>
                  <a:lnTo>
                    <a:pt x="1524" y="199644"/>
                  </a:lnTo>
                  <a:lnTo>
                    <a:pt x="1524" y="206502"/>
                  </a:lnTo>
                  <a:lnTo>
                    <a:pt x="7264" y="241084"/>
                  </a:lnTo>
                  <a:lnTo>
                    <a:pt x="18211" y="257365"/>
                  </a:lnTo>
                  <a:lnTo>
                    <a:pt x="30340" y="250507"/>
                  </a:lnTo>
                  <a:lnTo>
                    <a:pt x="39624" y="215646"/>
                  </a:lnTo>
                  <a:lnTo>
                    <a:pt x="39624" y="202692"/>
                  </a:lnTo>
                  <a:lnTo>
                    <a:pt x="39624" y="189738"/>
                  </a:lnTo>
                  <a:close/>
                </a:path>
              </a:pathLst>
            </a:custGeom>
            <a:solidFill>
              <a:srgbClr val="A1A1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4" name="object 5194"/>
            <p:cNvSpPr/>
            <p:nvPr/>
          </p:nvSpPr>
          <p:spPr>
            <a:xfrm>
              <a:off x="1226972" y="155664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5" name="object 5195"/>
            <p:cNvSpPr/>
            <p:nvPr/>
          </p:nvSpPr>
          <p:spPr>
            <a:xfrm>
              <a:off x="1226972" y="155664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6" name="object 5196"/>
            <p:cNvSpPr/>
            <p:nvPr/>
          </p:nvSpPr>
          <p:spPr>
            <a:xfrm>
              <a:off x="1226972" y="160007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09" y="0"/>
                  </a:move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7" name="object 5197"/>
            <p:cNvSpPr/>
            <p:nvPr/>
          </p:nvSpPr>
          <p:spPr>
            <a:xfrm>
              <a:off x="1226972" y="160007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8" name="object 5198"/>
            <p:cNvSpPr/>
            <p:nvPr/>
          </p:nvSpPr>
          <p:spPr>
            <a:xfrm>
              <a:off x="1226972" y="1556642"/>
              <a:ext cx="3810" cy="43815"/>
            </a:xfrm>
            <a:custGeom>
              <a:avLst/>
              <a:gdLst/>
              <a:ahLst/>
              <a:cxnLst/>
              <a:rect l="l" t="t" r="r" b="b"/>
              <a:pathLst>
                <a:path w="3809" h="43815">
                  <a:moveTo>
                    <a:pt x="0" y="43434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3809" y="43434"/>
                  </a:lnTo>
                  <a:lnTo>
                    <a:pt x="0" y="434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9" name="object 5199"/>
            <p:cNvSpPr/>
            <p:nvPr/>
          </p:nvSpPr>
          <p:spPr>
            <a:xfrm>
              <a:off x="1226972" y="1556642"/>
              <a:ext cx="3810" cy="43815"/>
            </a:xfrm>
            <a:custGeom>
              <a:avLst/>
              <a:gdLst/>
              <a:ahLst/>
              <a:cxnLst/>
              <a:rect l="l" t="t" r="r" b="b"/>
              <a:pathLst>
                <a:path w="3809" h="43815">
                  <a:moveTo>
                    <a:pt x="0" y="43434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3809" y="43434"/>
                  </a:lnTo>
                  <a:lnTo>
                    <a:pt x="0" y="434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0" name="object 5200"/>
            <p:cNvSpPr/>
            <p:nvPr/>
          </p:nvSpPr>
          <p:spPr>
            <a:xfrm>
              <a:off x="1230782" y="170370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1" name="object 5201"/>
            <p:cNvSpPr/>
            <p:nvPr/>
          </p:nvSpPr>
          <p:spPr>
            <a:xfrm>
              <a:off x="1230782" y="170370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2" name="object 5202"/>
            <p:cNvSpPr/>
            <p:nvPr/>
          </p:nvSpPr>
          <p:spPr>
            <a:xfrm>
              <a:off x="1230782" y="174714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09" y="0"/>
                  </a:move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3" name="object 5203"/>
            <p:cNvSpPr/>
            <p:nvPr/>
          </p:nvSpPr>
          <p:spPr>
            <a:xfrm>
              <a:off x="1230782" y="174714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4" name="object 5204"/>
            <p:cNvSpPr/>
            <p:nvPr/>
          </p:nvSpPr>
          <p:spPr>
            <a:xfrm>
              <a:off x="1230782" y="1703708"/>
              <a:ext cx="3810" cy="43815"/>
            </a:xfrm>
            <a:custGeom>
              <a:avLst/>
              <a:gdLst/>
              <a:ahLst/>
              <a:cxnLst/>
              <a:rect l="l" t="t" r="r" b="b"/>
              <a:pathLst>
                <a:path w="3809" h="43814">
                  <a:moveTo>
                    <a:pt x="0" y="43434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3434"/>
                  </a:lnTo>
                  <a:lnTo>
                    <a:pt x="0" y="434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5" name="object 5205"/>
            <p:cNvSpPr/>
            <p:nvPr/>
          </p:nvSpPr>
          <p:spPr>
            <a:xfrm>
              <a:off x="1230782" y="1703708"/>
              <a:ext cx="3810" cy="43815"/>
            </a:xfrm>
            <a:custGeom>
              <a:avLst/>
              <a:gdLst/>
              <a:ahLst/>
              <a:cxnLst/>
              <a:rect l="l" t="t" r="r" b="b"/>
              <a:pathLst>
                <a:path w="3809" h="43814">
                  <a:moveTo>
                    <a:pt x="0" y="43434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3434"/>
                  </a:lnTo>
                  <a:lnTo>
                    <a:pt x="0" y="434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6" name="object 5206"/>
            <p:cNvSpPr/>
            <p:nvPr/>
          </p:nvSpPr>
          <p:spPr>
            <a:xfrm>
              <a:off x="1337449" y="1460414"/>
              <a:ext cx="40005" cy="404495"/>
            </a:xfrm>
            <a:custGeom>
              <a:avLst/>
              <a:gdLst/>
              <a:ahLst/>
              <a:cxnLst/>
              <a:rect l="l" t="t" r="r" b="b"/>
              <a:pathLst>
                <a:path w="40005" h="404494">
                  <a:moveTo>
                    <a:pt x="38100" y="42138"/>
                  </a:moveTo>
                  <a:lnTo>
                    <a:pt x="29933" y="9105"/>
                  </a:lnTo>
                  <a:lnTo>
                    <a:pt x="18122" y="0"/>
                  </a:lnTo>
                  <a:lnTo>
                    <a:pt x="6769" y="12725"/>
                  </a:lnTo>
                  <a:lnTo>
                    <a:pt x="0" y="45186"/>
                  </a:lnTo>
                  <a:lnTo>
                    <a:pt x="0" y="58140"/>
                  </a:lnTo>
                  <a:lnTo>
                    <a:pt x="5080" y="92417"/>
                  </a:lnTo>
                  <a:lnTo>
                    <a:pt x="16141" y="109334"/>
                  </a:lnTo>
                  <a:lnTo>
                    <a:pt x="28663" y="103124"/>
                  </a:lnTo>
                  <a:lnTo>
                    <a:pt x="38100" y="68046"/>
                  </a:lnTo>
                  <a:lnTo>
                    <a:pt x="38100" y="55092"/>
                  </a:lnTo>
                  <a:lnTo>
                    <a:pt x="38100" y="42138"/>
                  </a:lnTo>
                  <a:close/>
                </a:path>
                <a:path w="40005" h="404494">
                  <a:moveTo>
                    <a:pt x="39624" y="336270"/>
                  </a:moveTo>
                  <a:lnTo>
                    <a:pt x="31496" y="303276"/>
                  </a:lnTo>
                  <a:lnTo>
                    <a:pt x="19621" y="293979"/>
                  </a:lnTo>
                  <a:lnTo>
                    <a:pt x="8229" y="306590"/>
                  </a:lnTo>
                  <a:lnTo>
                    <a:pt x="1524" y="339318"/>
                  </a:lnTo>
                  <a:lnTo>
                    <a:pt x="1524" y="352272"/>
                  </a:lnTo>
                  <a:lnTo>
                    <a:pt x="6578" y="387172"/>
                  </a:lnTo>
                  <a:lnTo>
                    <a:pt x="17767" y="403948"/>
                  </a:lnTo>
                  <a:lnTo>
                    <a:pt x="30365" y="397357"/>
                  </a:lnTo>
                  <a:lnTo>
                    <a:pt x="39624" y="362178"/>
                  </a:lnTo>
                  <a:lnTo>
                    <a:pt x="39624" y="349224"/>
                  </a:lnTo>
                  <a:lnTo>
                    <a:pt x="39624" y="336270"/>
                  </a:lnTo>
                  <a:close/>
                </a:path>
                <a:path w="40005" h="404494">
                  <a:moveTo>
                    <a:pt x="39624" y="189204"/>
                  </a:moveTo>
                  <a:lnTo>
                    <a:pt x="31394" y="156019"/>
                  </a:lnTo>
                  <a:lnTo>
                    <a:pt x="19646" y="146900"/>
                  </a:lnTo>
                  <a:lnTo>
                    <a:pt x="8356" y="159689"/>
                  </a:lnTo>
                  <a:lnTo>
                    <a:pt x="1524" y="192252"/>
                  </a:lnTo>
                  <a:lnTo>
                    <a:pt x="1524" y="205968"/>
                  </a:lnTo>
                  <a:lnTo>
                    <a:pt x="6731" y="240626"/>
                  </a:lnTo>
                  <a:lnTo>
                    <a:pt x="17907" y="257124"/>
                  </a:lnTo>
                  <a:lnTo>
                    <a:pt x="30429" y="250329"/>
                  </a:lnTo>
                  <a:lnTo>
                    <a:pt x="39624" y="215112"/>
                  </a:lnTo>
                  <a:lnTo>
                    <a:pt x="39624" y="202158"/>
                  </a:lnTo>
                  <a:lnTo>
                    <a:pt x="39624" y="189204"/>
                  </a:lnTo>
                  <a:close/>
                </a:path>
              </a:pathLst>
            </a:custGeom>
            <a:solidFill>
              <a:srgbClr val="A1A1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7" name="object 5207"/>
            <p:cNvSpPr/>
            <p:nvPr/>
          </p:nvSpPr>
          <p:spPr>
            <a:xfrm>
              <a:off x="1354988" y="156654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8" name="object 5208"/>
            <p:cNvSpPr/>
            <p:nvPr/>
          </p:nvSpPr>
          <p:spPr>
            <a:xfrm>
              <a:off x="1354988" y="156654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9" name="object 5209"/>
            <p:cNvSpPr/>
            <p:nvPr/>
          </p:nvSpPr>
          <p:spPr>
            <a:xfrm>
              <a:off x="1354988" y="160922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09" y="0"/>
                  </a:move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0" name="object 5210"/>
            <p:cNvSpPr/>
            <p:nvPr/>
          </p:nvSpPr>
          <p:spPr>
            <a:xfrm>
              <a:off x="1354988" y="160922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1" name="object 5211"/>
            <p:cNvSpPr/>
            <p:nvPr/>
          </p:nvSpPr>
          <p:spPr>
            <a:xfrm>
              <a:off x="1354988" y="1566548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09" h="43180">
                  <a:moveTo>
                    <a:pt x="0" y="42672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2672"/>
                  </a:lnTo>
                  <a:lnTo>
                    <a:pt x="0" y="426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2" name="object 5212"/>
            <p:cNvSpPr/>
            <p:nvPr/>
          </p:nvSpPr>
          <p:spPr>
            <a:xfrm>
              <a:off x="1354988" y="1566548"/>
              <a:ext cx="3810" cy="43180"/>
            </a:xfrm>
            <a:custGeom>
              <a:avLst/>
              <a:gdLst/>
              <a:ahLst/>
              <a:cxnLst/>
              <a:rect l="l" t="t" r="r" b="b"/>
              <a:pathLst>
                <a:path w="3809" h="43180">
                  <a:moveTo>
                    <a:pt x="0" y="42672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2672"/>
                  </a:lnTo>
                  <a:lnTo>
                    <a:pt x="0" y="426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3" name="object 5213"/>
            <p:cNvSpPr/>
            <p:nvPr/>
          </p:nvSpPr>
          <p:spPr>
            <a:xfrm>
              <a:off x="1358798" y="171285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10" y="0"/>
                  </a:moveTo>
                  <a:lnTo>
                    <a:pt x="0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4" name="object 5214"/>
            <p:cNvSpPr/>
            <p:nvPr/>
          </p:nvSpPr>
          <p:spPr>
            <a:xfrm>
              <a:off x="1358798" y="171285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1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5" name="object 5215"/>
            <p:cNvSpPr/>
            <p:nvPr/>
          </p:nvSpPr>
          <p:spPr>
            <a:xfrm>
              <a:off x="1358798" y="175628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3809" y="0"/>
                  </a:moveTo>
                  <a:lnTo>
                    <a:pt x="0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6" name="object 5216"/>
            <p:cNvSpPr/>
            <p:nvPr/>
          </p:nvSpPr>
          <p:spPr>
            <a:xfrm>
              <a:off x="1358798" y="175628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80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7" name="object 5217"/>
            <p:cNvSpPr/>
            <p:nvPr/>
          </p:nvSpPr>
          <p:spPr>
            <a:xfrm>
              <a:off x="1358798" y="1712852"/>
              <a:ext cx="3810" cy="43815"/>
            </a:xfrm>
            <a:custGeom>
              <a:avLst/>
              <a:gdLst/>
              <a:ahLst/>
              <a:cxnLst/>
              <a:rect l="l" t="t" r="r" b="b"/>
              <a:pathLst>
                <a:path w="3809" h="43814">
                  <a:moveTo>
                    <a:pt x="0" y="43434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3434"/>
                  </a:lnTo>
                  <a:lnTo>
                    <a:pt x="0" y="434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8" name="object 5218"/>
            <p:cNvSpPr/>
            <p:nvPr/>
          </p:nvSpPr>
          <p:spPr>
            <a:xfrm>
              <a:off x="1358798" y="1712852"/>
              <a:ext cx="3810" cy="43815"/>
            </a:xfrm>
            <a:custGeom>
              <a:avLst/>
              <a:gdLst/>
              <a:ahLst/>
              <a:cxnLst/>
              <a:rect l="l" t="t" r="r" b="b"/>
              <a:pathLst>
                <a:path w="3809" h="43814">
                  <a:moveTo>
                    <a:pt x="0" y="43434"/>
                  </a:moveTo>
                  <a:lnTo>
                    <a:pt x="0" y="0"/>
                  </a:lnTo>
                  <a:lnTo>
                    <a:pt x="3810" y="0"/>
                  </a:lnTo>
                  <a:lnTo>
                    <a:pt x="3810" y="43434"/>
                  </a:lnTo>
                  <a:lnTo>
                    <a:pt x="0" y="434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219" name="object 5219"/>
          <p:cNvSpPr txBox="1"/>
          <p:nvPr/>
        </p:nvSpPr>
        <p:spPr>
          <a:xfrm>
            <a:off x="8504828" y="6428278"/>
            <a:ext cx="416559" cy="3663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2755"/>
              </a:lnSpc>
            </a:pPr>
            <a:fld id="{81D60167-4931-47E6-BA6A-407CBD079E47}" type="slidenum">
              <a:rPr sz="2400" b="1" dirty="0">
                <a:solidFill>
                  <a:srgbClr val="0068B4"/>
                </a:solidFill>
                <a:latin typeface="Arial"/>
                <a:cs typeface="Arial"/>
              </a:rPr>
              <a:t>56</a:t>
            </a:fld>
            <a:endParaRPr sz="24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723282" y="1530988"/>
            <a:ext cx="6234430" cy="7562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2875"/>
              </a:lnSpc>
              <a:spcBef>
                <a:spcPts val="100"/>
              </a:spcBef>
            </a:pP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В</a:t>
            </a:r>
            <a:r>
              <a:rPr sz="2400" spc="-1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состав</a:t>
            </a:r>
            <a:r>
              <a:rPr sz="2400" spc="-1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СКУД</a:t>
            </a:r>
            <a:r>
              <a:rPr sz="2400" spc="-1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входят следующие</a:t>
            </a:r>
            <a:r>
              <a:rPr sz="2400" spc="-1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системы:</a:t>
            </a:r>
            <a:endParaRPr sz="2400">
              <a:latin typeface="Times New Roman"/>
              <a:cs typeface="Times New Roman"/>
            </a:endParaRPr>
          </a:p>
          <a:p>
            <a:pPr marL="12700">
              <a:lnSpc>
                <a:spcPts val="2875"/>
              </a:lnSpc>
            </a:pP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-</a:t>
            </a:r>
            <a:r>
              <a:rPr sz="2400" spc="-2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система</a:t>
            </a:r>
            <a:r>
              <a:rPr sz="2400" spc="-1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внутриреакторного</a:t>
            </a:r>
            <a:r>
              <a:rPr sz="2400" spc="-1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контроля</a:t>
            </a:r>
            <a:r>
              <a:rPr sz="2400" spc="-2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(СВРК);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504828" y="6428278"/>
            <a:ext cx="416559" cy="3663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2755"/>
              </a:lnSpc>
            </a:pPr>
            <a:fld id="{81D60167-4931-47E6-BA6A-407CBD079E47}" type="slidenum">
              <a:rPr sz="2400" b="1" dirty="0">
                <a:solidFill>
                  <a:srgbClr val="0068B4"/>
                </a:solidFill>
                <a:latin typeface="Arial"/>
                <a:cs typeface="Arial"/>
              </a:rPr>
              <a:t>57</a:t>
            </a:fld>
            <a:endParaRPr sz="24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723282" y="2260984"/>
            <a:ext cx="346519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14020" algn="l"/>
                <a:tab pos="1814830" algn="l"/>
              </a:tabLst>
            </a:pP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-	системы	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диагностики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08882" y="2625982"/>
            <a:ext cx="468185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289175" algn="l"/>
              </a:tabLst>
            </a:pP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комплексного	диагностирования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462821" y="2260984"/>
            <a:ext cx="2856865" cy="7562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6350" algn="r">
              <a:lnSpc>
                <a:spcPts val="2875"/>
              </a:lnSpc>
              <a:spcBef>
                <a:spcPts val="100"/>
              </a:spcBef>
              <a:tabLst>
                <a:tab pos="443865" algn="l"/>
                <a:tab pos="1798955" algn="l"/>
              </a:tabLst>
            </a:pP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в	составе:	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система</a:t>
            </a:r>
            <a:endParaRPr sz="2400">
              <a:latin typeface="Times New Roman"/>
              <a:cs typeface="Times New Roman"/>
            </a:endParaRPr>
          </a:p>
          <a:p>
            <a:pPr marR="5080" algn="r">
              <a:lnSpc>
                <a:spcPts val="2875"/>
              </a:lnSpc>
              <a:tabLst>
                <a:tab pos="1346200" algn="l"/>
              </a:tabLst>
            </a:pP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(СКД),	система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08882" y="2990980"/>
            <a:ext cx="7510780" cy="18522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lnSpc>
                <a:spcPct val="100000"/>
              </a:lnSpc>
              <a:spcBef>
                <a:spcPts val="100"/>
              </a:spcBef>
            </a:pP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контроля</a:t>
            </a:r>
            <a:r>
              <a:rPr sz="24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вибраций</a:t>
            </a:r>
            <a:r>
              <a:rPr sz="24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(СКВ),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 системы</a:t>
            </a:r>
            <a:r>
              <a:rPr sz="24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контроля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течей </a:t>
            </a:r>
            <a:r>
              <a:rPr sz="2400" spc="-58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(СКТ)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 теплоносителя</a:t>
            </a:r>
            <a:r>
              <a:rPr sz="24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первого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 контура</a:t>
            </a:r>
            <a:r>
              <a:rPr sz="24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(СКТ),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система </a:t>
            </a:r>
            <a:r>
              <a:rPr sz="2400" spc="-58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обнаружения</a:t>
            </a:r>
            <a:r>
              <a:rPr sz="24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свободных</a:t>
            </a:r>
            <a:r>
              <a:rPr sz="24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предметов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(СОСП),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система 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контроля остаточного</a:t>
            </a:r>
            <a:r>
              <a:rPr sz="2400" spc="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ресурса</a:t>
            </a:r>
            <a:r>
              <a:rPr sz="2400" spc="-10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(САКОР);</a:t>
            </a:r>
            <a:endParaRPr sz="2400">
              <a:latin typeface="Times New Roman"/>
              <a:cs typeface="Times New Roman"/>
            </a:endParaRPr>
          </a:p>
          <a:p>
            <a:pPr marL="927100" algn="just">
              <a:lnSpc>
                <a:spcPts val="2860"/>
              </a:lnSpc>
            </a:pP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-</a:t>
            </a:r>
            <a:r>
              <a:rPr sz="2400" spc="-1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система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 комплексного </a:t>
            </a:r>
            <a:r>
              <a:rPr sz="2400" dirty="0">
                <a:solidFill>
                  <a:srgbClr val="0068B4"/>
                </a:solidFill>
                <a:latin typeface="Times New Roman"/>
                <a:cs typeface="Times New Roman"/>
              </a:rPr>
              <a:t>анализа</a:t>
            </a:r>
            <a:r>
              <a:rPr sz="2400" spc="-15" dirty="0">
                <a:solidFill>
                  <a:srgbClr val="0068B4"/>
                </a:solidFill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0068B4"/>
                </a:solidFill>
                <a:latin typeface="Times New Roman"/>
                <a:cs typeface="Times New Roman"/>
              </a:rPr>
              <a:t>(СКА).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3648855" y="166246"/>
            <a:ext cx="917575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СКУД</a:t>
            </a: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422011" y="1386208"/>
            <a:ext cx="3848735" cy="7588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sz="1600" spc="-5" dirty="0">
                <a:solidFill>
                  <a:srgbClr val="FF1A1A"/>
                </a:solidFill>
                <a:latin typeface="Calibri"/>
                <a:cs typeface="Calibri"/>
              </a:rPr>
              <a:t>Раздельные четырехканальные системы </a:t>
            </a:r>
            <a:r>
              <a:rPr sz="1600" dirty="0">
                <a:solidFill>
                  <a:srgbClr val="FF1A1A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высокого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и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низкого давления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с </a:t>
            </a:r>
            <a:r>
              <a:rPr sz="1600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резервированием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каналов</a:t>
            </a:r>
            <a:r>
              <a:rPr sz="1600" spc="-1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FF1A1A"/>
                </a:solidFill>
                <a:latin typeface="Calibri"/>
                <a:cs typeface="Calibri"/>
              </a:rPr>
              <a:t>4</a:t>
            </a:r>
            <a:r>
              <a:rPr sz="1600" spc="-15" dirty="0">
                <a:solidFill>
                  <a:srgbClr val="FF1A1A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FF1A1A"/>
                </a:solidFill>
                <a:latin typeface="Calibri"/>
                <a:cs typeface="Calibri"/>
              </a:rPr>
              <a:t>х</a:t>
            </a:r>
            <a:r>
              <a:rPr sz="1600" spc="-10" dirty="0">
                <a:solidFill>
                  <a:srgbClr val="FF1A1A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FF1A1A"/>
                </a:solidFill>
                <a:latin typeface="Calibri"/>
                <a:cs typeface="Calibri"/>
              </a:rPr>
              <a:t>100</a:t>
            </a:r>
            <a:r>
              <a:rPr sz="1600" spc="-5" dirty="0">
                <a:solidFill>
                  <a:srgbClr val="FF1A1A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FF1A1A"/>
                </a:solidFill>
                <a:latin typeface="Calibri"/>
                <a:cs typeface="Calibri"/>
              </a:rPr>
              <a:t>%</a:t>
            </a:r>
            <a:r>
              <a:rPr sz="1600" spc="-15" dirty="0">
                <a:solidFill>
                  <a:srgbClr val="FF1A1A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каждая</a:t>
            </a:r>
            <a:endParaRPr sz="1600">
              <a:latin typeface="Calibri"/>
              <a:cs typeface="Calibri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4584534" y="4448623"/>
            <a:ext cx="286385" cy="285750"/>
            <a:chOff x="4584534" y="4448623"/>
            <a:chExt cx="286385" cy="285750"/>
          </a:xfrm>
        </p:grpSpPr>
        <p:sp>
          <p:nvSpPr>
            <p:cNvPr id="4" name="object 4"/>
            <p:cNvSpPr/>
            <p:nvPr/>
          </p:nvSpPr>
          <p:spPr>
            <a:xfrm>
              <a:off x="4587392" y="4451480"/>
              <a:ext cx="280670" cy="280035"/>
            </a:xfrm>
            <a:custGeom>
              <a:avLst/>
              <a:gdLst/>
              <a:ahLst/>
              <a:cxnLst/>
              <a:rect l="l" t="t" r="r" b="b"/>
              <a:pathLst>
                <a:path w="280670" h="280035">
                  <a:moveTo>
                    <a:pt x="280415" y="139445"/>
                  </a:moveTo>
                  <a:lnTo>
                    <a:pt x="273222" y="95390"/>
                  </a:lnTo>
                  <a:lnTo>
                    <a:pt x="253227" y="57113"/>
                  </a:lnTo>
                  <a:lnTo>
                    <a:pt x="222808" y="26919"/>
                  </a:lnTo>
                  <a:lnTo>
                    <a:pt x="184343" y="7114"/>
                  </a:lnTo>
                  <a:lnTo>
                    <a:pt x="140207" y="0"/>
                  </a:lnTo>
                  <a:lnTo>
                    <a:pt x="95780" y="7114"/>
                  </a:lnTo>
                  <a:lnTo>
                    <a:pt x="57278" y="26919"/>
                  </a:lnTo>
                  <a:lnTo>
                    <a:pt x="26968" y="57113"/>
                  </a:lnTo>
                  <a:lnTo>
                    <a:pt x="7120" y="95390"/>
                  </a:lnTo>
                  <a:lnTo>
                    <a:pt x="0" y="139445"/>
                  </a:lnTo>
                  <a:lnTo>
                    <a:pt x="7120" y="183873"/>
                  </a:lnTo>
                  <a:lnTo>
                    <a:pt x="26968" y="222375"/>
                  </a:lnTo>
                  <a:lnTo>
                    <a:pt x="57278" y="252685"/>
                  </a:lnTo>
                  <a:lnTo>
                    <a:pt x="95780" y="272533"/>
                  </a:lnTo>
                  <a:lnTo>
                    <a:pt x="140207" y="279653"/>
                  </a:lnTo>
                  <a:lnTo>
                    <a:pt x="184343" y="272533"/>
                  </a:lnTo>
                  <a:lnTo>
                    <a:pt x="222808" y="252685"/>
                  </a:lnTo>
                  <a:lnTo>
                    <a:pt x="253227" y="222375"/>
                  </a:lnTo>
                  <a:lnTo>
                    <a:pt x="273222" y="183873"/>
                  </a:lnTo>
                  <a:lnTo>
                    <a:pt x="280415" y="13944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587392" y="4451480"/>
              <a:ext cx="280670" cy="280035"/>
            </a:xfrm>
            <a:custGeom>
              <a:avLst/>
              <a:gdLst/>
              <a:ahLst/>
              <a:cxnLst/>
              <a:rect l="l" t="t" r="r" b="b"/>
              <a:pathLst>
                <a:path w="280670" h="280035">
                  <a:moveTo>
                    <a:pt x="280415" y="139445"/>
                  </a:moveTo>
                  <a:lnTo>
                    <a:pt x="273222" y="95390"/>
                  </a:lnTo>
                  <a:lnTo>
                    <a:pt x="253227" y="57113"/>
                  </a:lnTo>
                  <a:lnTo>
                    <a:pt x="222808" y="26919"/>
                  </a:lnTo>
                  <a:lnTo>
                    <a:pt x="184343" y="7114"/>
                  </a:lnTo>
                  <a:lnTo>
                    <a:pt x="140207" y="0"/>
                  </a:lnTo>
                  <a:lnTo>
                    <a:pt x="95780" y="7114"/>
                  </a:lnTo>
                  <a:lnTo>
                    <a:pt x="57278" y="26919"/>
                  </a:lnTo>
                  <a:lnTo>
                    <a:pt x="26968" y="57113"/>
                  </a:lnTo>
                  <a:lnTo>
                    <a:pt x="7120" y="95390"/>
                  </a:lnTo>
                  <a:lnTo>
                    <a:pt x="0" y="139445"/>
                  </a:lnTo>
                  <a:lnTo>
                    <a:pt x="7120" y="183873"/>
                  </a:lnTo>
                  <a:lnTo>
                    <a:pt x="26968" y="222375"/>
                  </a:lnTo>
                  <a:lnTo>
                    <a:pt x="57278" y="252685"/>
                  </a:lnTo>
                  <a:lnTo>
                    <a:pt x="95780" y="272533"/>
                  </a:lnTo>
                  <a:lnTo>
                    <a:pt x="140207" y="279653"/>
                  </a:lnTo>
                  <a:lnTo>
                    <a:pt x="184343" y="272533"/>
                  </a:lnTo>
                  <a:lnTo>
                    <a:pt x="222808" y="252685"/>
                  </a:lnTo>
                  <a:lnTo>
                    <a:pt x="253227" y="222375"/>
                  </a:lnTo>
                  <a:lnTo>
                    <a:pt x="273222" y="183873"/>
                  </a:lnTo>
                  <a:lnTo>
                    <a:pt x="280415" y="139445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4676540" y="4461605"/>
            <a:ext cx="108585" cy="231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350" b="1" dirty="0">
                <a:solidFill>
                  <a:srgbClr val="797979"/>
                </a:solidFill>
                <a:latin typeface="Arial"/>
                <a:cs typeface="Arial"/>
              </a:rPr>
              <a:t>3</a:t>
            </a:r>
            <a:endParaRPr sz="1350">
              <a:latin typeface="Arial"/>
              <a:cs typeface="Arial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4584534" y="3775777"/>
            <a:ext cx="286385" cy="286385"/>
            <a:chOff x="4584534" y="3775777"/>
            <a:chExt cx="286385" cy="286385"/>
          </a:xfrm>
        </p:grpSpPr>
        <p:sp>
          <p:nvSpPr>
            <p:cNvPr id="8" name="object 8"/>
            <p:cNvSpPr/>
            <p:nvPr/>
          </p:nvSpPr>
          <p:spPr>
            <a:xfrm>
              <a:off x="4587392" y="3778634"/>
              <a:ext cx="280670" cy="280670"/>
            </a:xfrm>
            <a:custGeom>
              <a:avLst/>
              <a:gdLst/>
              <a:ahLst/>
              <a:cxnLst/>
              <a:rect l="l" t="t" r="r" b="b"/>
              <a:pathLst>
                <a:path w="280670" h="280670">
                  <a:moveTo>
                    <a:pt x="280415" y="140207"/>
                  </a:moveTo>
                  <a:lnTo>
                    <a:pt x="273222" y="96072"/>
                  </a:lnTo>
                  <a:lnTo>
                    <a:pt x="253227" y="57607"/>
                  </a:lnTo>
                  <a:lnTo>
                    <a:pt x="222808" y="27188"/>
                  </a:lnTo>
                  <a:lnTo>
                    <a:pt x="184343" y="7193"/>
                  </a:lnTo>
                  <a:lnTo>
                    <a:pt x="140207" y="0"/>
                  </a:lnTo>
                  <a:lnTo>
                    <a:pt x="95780" y="7193"/>
                  </a:lnTo>
                  <a:lnTo>
                    <a:pt x="57278" y="27188"/>
                  </a:lnTo>
                  <a:lnTo>
                    <a:pt x="26968" y="57607"/>
                  </a:lnTo>
                  <a:lnTo>
                    <a:pt x="7120" y="96072"/>
                  </a:lnTo>
                  <a:lnTo>
                    <a:pt x="0" y="140207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5"/>
                  </a:lnTo>
                  <a:lnTo>
                    <a:pt x="184343" y="273295"/>
                  </a:lnTo>
                  <a:lnTo>
                    <a:pt x="222808" y="253447"/>
                  </a:lnTo>
                  <a:lnTo>
                    <a:pt x="253227" y="223137"/>
                  </a:lnTo>
                  <a:lnTo>
                    <a:pt x="273222" y="184635"/>
                  </a:lnTo>
                  <a:lnTo>
                    <a:pt x="280415" y="1402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587392" y="3778634"/>
              <a:ext cx="280670" cy="280670"/>
            </a:xfrm>
            <a:custGeom>
              <a:avLst/>
              <a:gdLst/>
              <a:ahLst/>
              <a:cxnLst/>
              <a:rect l="l" t="t" r="r" b="b"/>
              <a:pathLst>
                <a:path w="280670" h="280670">
                  <a:moveTo>
                    <a:pt x="280415" y="140207"/>
                  </a:moveTo>
                  <a:lnTo>
                    <a:pt x="273222" y="96072"/>
                  </a:lnTo>
                  <a:lnTo>
                    <a:pt x="253227" y="57607"/>
                  </a:lnTo>
                  <a:lnTo>
                    <a:pt x="222808" y="27188"/>
                  </a:lnTo>
                  <a:lnTo>
                    <a:pt x="184343" y="7193"/>
                  </a:lnTo>
                  <a:lnTo>
                    <a:pt x="140207" y="0"/>
                  </a:lnTo>
                  <a:lnTo>
                    <a:pt x="95780" y="7193"/>
                  </a:lnTo>
                  <a:lnTo>
                    <a:pt x="57278" y="27188"/>
                  </a:lnTo>
                  <a:lnTo>
                    <a:pt x="26968" y="57607"/>
                  </a:lnTo>
                  <a:lnTo>
                    <a:pt x="7120" y="96072"/>
                  </a:lnTo>
                  <a:lnTo>
                    <a:pt x="0" y="140207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5"/>
                  </a:lnTo>
                  <a:lnTo>
                    <a:pt x="184343" y="273295"/>
                  </a:lnTo>
                  <a:lnTo>
                    <a:pt x="222808" y="253447"/>
                  </a:lnTo>
                  <a:lnTo>
                    <a:pt x="253227" y="223137"/>
                  </a:lnTo>
                  <a:lnTo>
                    <a:pt x="273222" y="184635"/>
                  </a:lnTo>
                  <a:lnTo>
                    <a:pt x="280415" y="140207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4676540" y="3786473"/>
            <a:ext cx="108585" cy="231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350" b="1" dirty="0">
                <a:solidFill>
                  <a:srgbClr val="797979"/>
                </a:solidFill>
                <a:latin typeface="Arial"/>
                <a:cs typeface="Arial"/>
              </a:rPr>
              <a:t>4</a:t>
            </a:r>
            <a:endParaRPr sz="1350">
              <a:latin typeface="Arial"/>
              <a:cs typeface="Arial"/>
            </a:endParaRPr>
          </a:p>
        </p:txBody>
      </p:sp>
      <p:pic>
        <p:nvPicPr>
          <p:cNvPr id="11" name="object 1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760353" y="2771289"/>
            <a:ext cx="3152406" cy="2860528"/>
          </a:xfrm>
          <a:prstGeom prst="rect">
            <a:avLst/>
          </a:prstGeom>
        </p:spPr>
      </p:pic>
      <p:sp>
        <p:nvSpPr>
          <p:cNvPr id="12" name="object 12"/>
          <p:cNvSpPr txBox="1"/>
          <p:nvPr/>
        </p:nvSpPr>
        <p:spPr>
          <a:xfrm>
            <a:off x="6277502" y="4147336"/>
            <a:ext cx="103505" cy="1397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sz="750" spc="-30" dirty="0">
                <a:solidFill>
                  <a:srgbClr val="797979"/>
                </a:solidFill>
                <a:latin typeface="Microsoft Sans Serif"/>
                <a:cs typeface="Microsoft Sans Serif"/>
              </a:rPr>
              <a:t>-</a:t>
            </a:r>
            <a:r>
              <a:rPr sz="750" spc="-20" dirty="0">
                <a:solidFill>
                  <a:srgbClr val="797979"/>
                </a:solidFill>
                <a:latin typeface="Microsoft Sans Serif"/>
                <a:cs typeface="Microsoft Sans Serif"/>
              </a:rPr>
              <a:t>-</a:t>
            </a:r>
            <a:r>
              <a:rPr sz="750" spc="-5" dirty="0">
                <a:solidFill>
                  <a:srgbClr val="797979"/>
                </a:solidFill>
                <a:latin typeface="Microsoft Sans Serif"/>
                <a:cs typeface="Microsoft Sans Serif"/>
              </a:rPr>
              <a:t>-</a:t>
            </a:r>
            <a:endParaRPr sz="750">
              <a:latin typeface="Microsoft Sans Serif"/>
              <a:cs typeface="Microsoft Sans Serif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7777315" y="4448623"/>
            <a:ext cx="285750" cy="285750"/>
            <a:chOff x="7777315" y="4448623"/>
            <a:chExt cx="285750" cy="285750"/>
          </a:xfrm>
        </p:grpSpPr>
        <p:sp>
          <p:nvSpPr>
            <p:cNvPr id="14" name="object 14"/>
            <p:cNvSpPr/>
            <p:nvPr/>
          </p:nvSpPr>
          <p:spPr>
            <a:xfrm>
              <a:off x="7780172" y="4451480"/>
              <a:ext cx="280035" cy="280035"/>
            </a:xfrm>
            <a:custGeom>
              <a:avLst/>
              <a:gdLst/>
              <a:ahLst/>
              <a:cxnLst/>
              <a:rect l="l" t="t" r="r" b="b"/>
              <a:pathLst>
                <a:path w="280034" h="280035">
                  <a:moveTo>
                    <a:pt x="279653" y="139446"/>
                  </a:moveTo>
                  <a:lnTo>
                    <a:pt x="272533" y="95390"/>
                  </a:lnTo>
                  <a:lnTo>
                    <a:pt x="252685" y="57113"/>
                  </a:lnTo>
                  <a:lnTo>
                    <a:pt x="222375" y="26919"/>
                  </a:lnTo>
                  <a:lnTo>
                    <a:pt x="183873" y="7114"/>
                  </a:lnTo>
                  <a:lnTo>
                    <a:pt x="139445" y="0"/>
                  </a:lnTo>
                  <a:lnTo>
                    <a:pt x="95390" y="7114"/>
                  </a:lnTo>
                  <a:lnTo>
                    <a:pt x="57113" y="26919"/>
                  </a:lnTo>
                  <a:lnTo>
                    <a:pt x="26919" y="57113"/>
                  </a:lnTo>
                  <a:lnTo>
                    <a:pt x="7114" y="95390"/>
                  </a:lnTo>
                  <a:lnTo>
                    <a:pt x="0" y="139446"/>
                  </a:lnTo>
                  <a:lnTo>
                    <a:pt x="7114" y="183873"/>
                  </a:lnTo>
                  <a:lnTo>
                    <a:pt x="26919" y="222375"/>
                  </a:lnTo>
                  <a:lnTo>
                    <a:pt x="57113" y="252685"/>
                  </a:lnTo>
                  <a:lnTo>
                    <a:pt x="95390" y="272533"/>
                  </a:lnTo>
                  <a:lnTo>
                    <a:pt x="139445" y="279654"/>
                  </a:lnTo>
                  <a:lnTo>
                    <a:pt x="183873" y="272533"/>
                  </a:lnTo>
                  <a:lnTo>
                    <a:pt x="222375" y="252685"/>
                  </a:lnTo>
                  <a:lnTo>
                    <a:pt x="252685" y="222375"/>
                  </a:lnTo>
                  <a:lnTo>
                    <a:pt x="272533" y="183873"/>
                  </a:lnTo>
                  <a:lnTo>
                    <a:pt x="279653" y="13944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7780172" y="4451480"/>
              <a:ext cx="280035" cy="280035"/>
            </a:xfrm>
            <a:custGeom>
              <a:avLst/>
              <a:gdLst/>
              <a:ahLst/>
              <a:cxnLst/>
              <a:rect l="l" t="t" r="r" b="b"/>
              <a:pathLst>
                <a:path w="280034" h="280035">
                  <a:moveTo>
                    <a:pt x="279653" y="139446"/>
                  </a:moveTo>
                  <a:lnTo>
                    <a:pt x="272533" y="95390"/>
                  </a:lnTo>
                  <a:lnTo>
                    <a:pt x="252685" y="57113"/>
                  </a:lnTo>
                  <a:lnTo>
                    <a:pt x="222375" y="26919"/>
                  </a:lnTo>
                  <a:lnTo>
                    <a:pt x="183873" y="7114"/>
                  </a:lnTo>
                  <a:lnTo>
                    <a:pt x="139445" y="0"/>
                  </a:lnTo>
                  <a:lnTo>
                    <a:pt x="95390" y="7114"/>
                  </a:lnTo>
                  <a:lnTo>
                    <a:pt x="57113" y="26919"/>
                  </a:lnTo>
                  <a:lnTo>
                    <a:pt x="26919" y="57113"/>
                  </a:lnTo>
                  <a:lnTo>
                    <a:pt x="7114" y="95390"/>
                  </a:lnTo>
                  <a:lnTo>
                    <a:pt x="0" y="139446"/>
                  </a:lnTo>
                  <a:lnTo>
                    <a:pt x="7114" y="183873"/>
                  </a:lnTo>
                  <a:lnTo>
                    <a:pt x="26919" y="222375"/>
                  </a:lnTo>
                  <a:lnTo>
                    <a:pt x="57113" y="252685"/>
                  </a:lnTo>
                  <a:lnTo>
                    <a:pt x="95390" y="272533"/>
                  </a:lnTo>
                  <a:lnTo>
                    <a:pt x="139445" y="279654"/>
                  </a:lnTo>
                  <a:lnTo>
                    <a:pt x="183873" y="272533"/>
                  </a:lnTo>
                  <a:lnTo>
                    <a:pt x="222375" y="252685"/>
                  </a:lnTo>
                  <a:lnTo>
                    <a:pt x="252685" y="222375"/>
                  </a:lnTo>
                  <a:lnTo>
                    <a:pt x="272533" y="183873"/>
                  </a:lnTo>
                  <a:lnTo>
                    <a:pt x="279653" y="139446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7871606" y="4461605"/>
            <a:ext cx="108585" cy="231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350" b="1" dirty="0">
                <a:solidFill>
                  <a:srgbClr val="797979"/>
                </a:solidFill>
                <a:latin typeface="Arial"/>
                <a:cs typeface="Arial"/>
              </a:rPr>
              <a:t>2</a:t>
            </a:r>
            <a:endParaRPr sz="1350">
              <a:latin typeface="Arial"/>
              <a:cs typeface="Arial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7777315" y="3775777"/>
            <a:ext cx="285750" cy="286385"/>
            <a:chOff x="7777315" y="3775777"/>
            <a:chExt cx="285750" cy="286385"/>
          </a:xfrm>
        </p:grpSpPr>
        <p:sp>
          <p:nvSpPr>
            <p:cNvPr id="18" name="object 18"/>
            <p:cNvSpPr/>
            <p:nvPr/>
          </p:nvSpPr>
          <p:spPr>
            <a:xfrm>
              <a:off x="7780172" y="3778634"/>
              <a:ext cx="280035" cy="280670"/>
            </a:xfrm>
            <a:custGeom>
              <a:avLst/>
              <a:gdLst/>
              <a:ahLst/>
              <a:cxnLst/>
              <a:rect l="l" t="t" r="r" b="b"/>
              <a:pathLst>
                <a:path w="280034" h="280670">
                  <a:moveTo>
                    <a:pt x="279653" y="140208"/>
                  </a:moveTo>
                  <a:lnTo>
                    <a:pt x="272533" y="96072"/>
                  </a:lnTo>
                  <a:lnTo>
                    <a:pt x="252685" y="57607"/>
                  </a:lnTo>
                  <a:lnTo>
                    <a:pt x="222375" y="27188"/>
                  </a:lnTo>
                  <a:lnTo>
                    <a:pt x="183873" y="7193"/>
                  </a:lnTo>
                  <a:lnTo>
                    <a:pt x="139445" y="0"/>
                  </a:lnTo>
                  <a:lnTo>
                    <a:pt x="95390" y="7193"/>
                  </a:lnTo>
                  <a:lnTo>
                    <a:pt x="57113" y="27188"/>
                  </a:lnTo>
                  <a:lnTo>
                    <a:pt x="26919" y="57607"/>
                  </a:lnTo>
                  <a:lnTo>
                    <a:pt x="7114" y="96072"/>
                  </a:lnTo>
                  <a:lnTo>
                    <a:pt x="0" y="140208"/>
                  </a:lnTo>
                  <a:lnTo>
                    <a:pt x="7114" y="184635"/>
                  </a:lnTo>
                  <a:lnTo>
                    <a:pt x="26919" y="223137"/>
                  </a:lnTo>
                  <a:lnTo>
                    <a:pt x="57113" y="253447"/>
                  </a:lnTo>
                  <a:lnTo>
                    <a:pt x="95390" y="273295"/>
                  </a:lnTo>
                  <a:lnTo>
                    <a:pt x="139445" y="280416"/>
                  </a:lnTo>
                  <a:lnTo>
                    <a:pt x="183873" y="273295"/>
                  </a:lnTo>
                  <a:lnTo>
                    <a:pt x="222375" y="253447"/>
                  </a:lnTo>
                  <a:lnTo>
                    <a:pt x="252685" y="223137"/>
                  </a:lnTo>
                  <a:lnTo>
                    <a:pt x="272533" y="184635"/>
                  </a:lnTo>
                  <a:lnTo>
                    <a:pt x="279653" y="1402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7780172" y="3778634"/>
              <a:ext cx="280035" cy="280670"/>
            </a:xfrm>
            <a:custGeom>
              <a:avLst/>
              <a:gdLst/>
              <a:ahLst/>
              <a:cxnLst/>
              <a:rect l="l" t="t" r="r" b="b"/>
              <a:pathLst>
                <a:path w="280034" h="280670">
                  <a:moveTo>
                    <a:pt x="279653" y="140208"/>
                  </a:moveTo>
                  <a:lnTo>
                    <a:pt x="272533" y="96072"/>
                  </a:lnTo>
                  <a:lnTo>
                    <a:pt x="252685" y="57607"/>
                  </a:lnTo>
                  <a:lnTo>
                    <a:pt x="222375" y="27188"/>
                  </a:lnTo>
                  <a:lnTo>
                    <a:pt x="183873" y="7193"/>
                  </a:lnTo>
                  <a:lnTo>
                    <a:pt x="139445" y="0"/>
                  </a:lnTo>
                  <a:lnTo>
                    <a:pt x="95390" y="7193"/>
                  </a:lnTo>
                  <a:lnTo>
                    <a:pt x="57113" y="27188"/>
                  </a:lnTo>
                  <a:lnTo>
                    <a:pt x="26919" y="57607"/>
                  </a:lnTo>
                  <a:lnTo>
                    <a:pt x="7114" y="96072"/>
                  </a:lnTo>
                  <a:lnTo>
                    <a:pt x="0" y="140208"/>
                  </a:lnTo>
                  <a:lnTo>
                    <a:pt x="7114" y="184635"/>
                  </a:lnTo>
                  <a:lnTo>
                    <a:pt x="26919" y="223137"/>
                  </a:lnTo>
                  <a:lnTo>
                    <a:pt x="57113" y="253447"/>
                  </a:lnTo>
                  <a:lnTo>
                    <a:pt x="95390" y="273295"/>
                  </a:lnTo>
                  <a:lnTo>
                    <a:pt x="139445" y="280416"/>
                  </a:lnTo>
                  <a:lnTo>
                    <a:pt x="183873" y="273295"/>
                  </a:lnTo>
                  <a:lnTo>
                    <a:pt x="222375" y="253447"/>
                  </a:lnTo>
                  <a:lnTo>
                    <a:pt x="252685" y="223137"/>
                  </a:lnTo>
                  <a:lnTo>
                    <a:pt x="272533" y="184635"/>
                  </a:lnTo>
                  <a:lnTo>
                    <a:pt x="279653" y="140208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7871606" y="3786473"/>
            <a:ext cx="108585" cy="231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350" b="1" dirty="0">
                <a:solidFill>
                  <a:srgbClr val="797979"/>
                </a:solidFill>
                <a:latin typeface="Arial"/>
                <a:cs typeface="Arial"/>
              </a:rPr>
              <a:t>1</a:t>
            </a:r>
            <a:endParaRPr sz="1350">
              <a:latin typeface="Arial"/>
              <a:cs typeface="Arial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5704662" y="2431609"/>
            <a:ext cx="537845" cy="286385"/>
            <a:chOff x="5704662" y="2431609"/>
            <a:chExt cx="537845" cy="286385"/>
          </a:xfrm>
        </p:grpSpPr>
        <p:sp>
          <p:nvSpPr>
            <p:cNvPr id="22" name="object 22"/>
            <p:cNvSpPr/>
            <p:nvPr/>
          </p:nvSpPr>
          <p:spPr>
            <a:xfrm>
              <a:off x="5707519" y="2434466"/>
              <a:ext cx="280670" cy="280670"/>
            </a:xfrm>
            <a:custGeom>
              <a:avLst/>
              <a:gdLst/>
              <a:ahLst/>
              <a:cxnLst/>
              <a:rect l="l" t="t" r="r" b="b"/>
              <a:pathLst>
                <a:path w="280670" h="280669">
                  <a:moveTo>
                    <a:pt x="280415" y="140208"/>
                  </a:moveTo>
                  <a:lnTo>
                    <a:pt x="273222" y="95780"/>
                  </a:lnTo>
                  <a:lnTo>
                    <a:pt x="253227" y="57278"/>
                  </a:lnTo>
                  <a:lnTo>
                    <a:pt x="222808" y="26968"/>
                  </a:lnTo>
                  <a:lnTo>
                    <a:pt x="184343" y="7120"/>
                  </a:lnTo>
                  <a:lnTo>
                    <a:pt x="140207" y="0"/>
                  </a:lnTo>
                  <a:lnTo>
                    <a:pt x="95780" y="7120"/>
                  </a:lnTo>
                  <a:lnTo>
                    <a:pt x="57278" y="26968"/>
                  </a:lnTo>
                  <a:lnTo>
                    <a:pt x="26968" y="57278"/>
                  </a:lnTo>
                  <a:lnTo>
                    <a:pt x="7120" y="95780"/>
                  </a:lnTo>
                  <a:lnTo>
                    <a:pt x="0" y="140208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6"/>
                  </a:lnTo>
                  <a:lnTo>
                    <a:pt x="184343" y="273295"/>
                  </a:lnTo>
                  <a:lnTo>
                    <a:pt x="222808" y="253447"/>
                  </a:lnTo>
                  <a:lnTo>
                    <a:pt x="253227" y="223137"/>
                  </a:lnTo>
                  <a:lnTo>
                    <a:pt x="273222" y="184635"/>
                  </a:lnTo>
                  <a:lnTo>
                    <a:pt x="280415" y="1402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707519" y="2434466"/>
              <a:ext cx="280670" cy="280670"/>
            </a:xfrm>
            <a:custGeom>
              <a:avLst/>
              <a:gdLst/>
              <a:ahLst/>
              <a:cxnLst/>
              <a:rect l="l" t="t" r="r" b="b"/>
              <a:pathLst>
                <a:path w="280670" h="280669">
                  <a:moveTo>
                    <a:pt x="280415" y="140208"/>
                  </a:moveTo>
                  <a:lnTo>
                    <a:pt x="273222" y="95780"/>
                  </a:lnTo>
                  <a:lnTo>
                    <a:pt x="253227" y="57278"/>
                  </a:lnTo>
                  <a:lnTo>
                    <a:pt x="222808" y="26968"/>
                  </a:lnTo>
                  <a:lnTo>
                    <a:pt x="184343" y="7120"/>
                  </a:lnTo>
                  <a:lnTo>
                    <a:pt x="140207" y="0"/>
                  </a:lnTo>
                  <a:lnTo>
                    <a:pt x="95780" y="7120"/>
                  </a:lnTo>
                  <a:lnTo>
                    <a:pt x="57278" y="26968"/>
                  </a:lnTo>
                  <a:lnTo>
                    <a:pt x="26968" y="57278"/>
                  </a:lnTo>
                  <a:lnTo>
                    <a:pt x="7120" y="95780"/>
                  </a:lnTo>
                  <a:lnTo>
                    <a:pt x="0" y="140208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6"/>
                  </a:lnTo>
                  <a:lnTo>
                    <a:pt x="184343" y="273295"/>
                  </a:lnTo>
                  <a:lnTo>
                    <a:pt x="222808" y="253447"/>
                  </a:lnTo>
                  <a:lnTo>
                    <a:pt x="253227" y="223137"/>
                  </a:lnTo>
                  <a:lnTo>
                    <a:pt x="273222" y="184635"/>
                  </a:lnTo>
                  <a:lnTo>
                    <a:pt x="280415" y="140208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959741" y="2434466"/>
              <a:ext cx="280035" cy="280670"/>
            </a:xfrm>
            <a:custGeom>
              <a:avLst/>
              <a:gdLst/>
              <a:ahLst/>
              <a:cxnLst/>
              <a:rect l="l" t="t" r="r" b="b"/>
              <a:pathLst>
                <a:path w="280035" h="280669">
                  <a:moveTo>
                    <a:pt x="279653" y="140208"/>
                  </a:moveTo>
                  <a:lnTo>
                    <a:pt x="272539" y="95780"/>
                  </a:lnTo>
                  <a:lnTo>
                    <a:pt x="252734" y="57278"/>
                  </a:lnTo>
                  <a:lnTo>
                    <a:pt x="222540" y="26968"/>
                  </a:lnTo>
                  <a:lnTo>
                    <a:pt x="184263" y="7120"/>
                  </a:lnTo>
                  <a:lnTo>
                    <a:pt x="140207" y="0"/>
                  </a:lnTo>
                  <a:lnTo>
                    <a:pt x="95780" y="7120"/>
                  </a:lnTo>
                  <a:lnTo>
                    <a:pt x="57278" y="26968"/>
                  </a:lnTo>
                  <a:lnTo>
                    <a:pt x="26968" y="57278"/>
                  </a:lnTo>
                  <a:lnTo>
                    <a:pt x="7120" y="95780"/>
                  </a:lnTo>
                  <a:lnTo>
                    <a:pt x="0" y="140208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6"/>
                  </a:lnTo>
                  <a:lnTo>
                    <a:pt x="184263" y="273295"/>
                  </a:lnTo>
                  <a:lnTo>
                    <a:pt x="222540" y="253447"/>
                  </a:lnTo>
                  <a:lnTo>
                    <a:pt x="252734" y="223137"/>
                  </a:lnTo>
                  <a:lnTo>
                    <a:pt x="272539" y="184635"/>
                  </a:lnTo>
                  <a:lnTo>
                    <a:pt x="279653" y="1402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9741" y="2434466"/>
              <a:ext cx="280035" cy="280670"/>
            </a:xfrm>
            <a:custGeom>
              <a:avLst/>
              <a:gdLst/>
              <a:ahLst/>
              <a:cxnLst/>
              <a:rect l="l" t="t" r="r" b="b"/>
              <a:pathLst>
                <a:path w="280035" h="280669">
                  <a:moveTo>
                    <a:pt x="279653" y="140208"/>
                  </a:moveTo>
                  <a:lnTo>
                    <a:pt x="272539" y="95780"/>
                  </a:lnTo>
                  <a:lnTo>
                    <a:pt x="252734" y="57278"/>
                  </a:lnTo>
                  <a:lnTo>
                    <a:pt x="222540" y="26968"/>
                  </a:lnTo>
                  <a:lnTo>
                    <a:pt x="184263" y="7120"/>
                  </a:lnTo>
                  <a:lnTo>
                    <a:pt x="140207" y="0"/>
                  </a:lnTo>
                  <a:lnTo>
                    <a:pt x="95780" y="7120"/>
                  </a:lnTo>
                  <a:lnTo>
                    <a:pt x="57278" y="26968"/>
                  </a:lnTo>
                  <a:lnTo>
                    <a:pt x="26968" y="57278"/>
                  </a:lnTo>
                  <a:lnTo>
                    <a:pt x="7120" y="95780"/>
                  </a:lnTo>
                  <a:lnTo>
                    <a:pt x="0" y="140208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6"/>
                  </a:lnTo>
                  <a:lnTo>
                    <a:pt x="184263" y="273295"/>
                  </a:lnTo>
                  <a:lnTo>
                    <a:pt x="222540" y="253447"/>
                  </a:lnTo>
                  <a:lnTo>
                    <a:pt x="252734" y="223137"/>
                  </a:lnTo>
                  <a:lnTo>
                    <a:pt x="272539" y="184635"/>
                  </a:lnTo>
                  <a:lnTo>
                    <a:pt x="279653" y="140208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5767723" y="2475585"/>
            <a:ext cx="421640" cy="17526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sz="950" b="1" spc="15" dirty="0">
                <a:solidFill>
                  <a:srgbClr val="797979"/>
                </a:solidFill>
                <a:latin typeface="Arial"/>
                <a:cs typeface="Arial"/>
              </a:rPr>
              <a:t>ГЕ </a:t>
            </a:r>
            <a:r>
              <a:rPr sz="950" b="1" spc="170" dirty="0">
                <a:solidFill>
                  <a:srgbClr val="797979"/>
                </a:solidFill>
                <a:latin typeface="Arial"/>
                <a:cs typeface="Arial"/>
              </a:rPr>
              <a:t> </a:t>
            </a:r>
            <a:r>
              <a:rPr sz="950" b="1" spc="15" dirty="0">
                <a:solidFill>
                  <a:srgbClr val="797979"/>
                </a:solidFill>
                <a:latin typeface="Arial"/>
                <a:cs typeface="Arial"/>
              </a:rPr>
              <a:t>ГЕ</a:t>
            </a:r>
            <a:endParaRPr sz="950">
              <a:latin typeface="Arial"/>
              <a:cs typeface="Arial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6391312" y="2431698"/>
            <a:ext cx="537845" cy="286385"/>
            <a:chOff x="6391312" y="2431698"/>
            <a:chExt cx="537845" cy="286385"/>
          </a:xfrm>
        </p:grpSpPr>
        <p:sp>
          <p:nvSpPr>
            <p:cNvPr id="28" name="object 28"/>
            <p:cNvSpPr/>
            <p:nvPr/>
          </p:nvSpPr>
          <p:spPr>
            <a:xfrm>
              <a:off x="6394081" y="2434466"/>
              <a:ext cx="280035" cy="280670"/>
            </a:xfrm>
            <a:custGeom>
              <a:avLst/>
              <a:gdLst/>
              <a:ahLst/>
              <a:cxnLst/>
              <a:rect l="l" t="t" r="r" b="b"/>
              <a:pathLst>
                <a:path w="280034" h="280669">
                  <a:moveTo>
                    <a:pt x="279653" y="140208"/>
                  </a:moveTo>
                  <a:lnTo>
                    <a:pt x="272539" y="95780"/>
                  </a:lnTo>
                  <a:lnTo>
                    <a:pt x="252734" y="57278"/>
                  </a:lnTo>
                  <a:lnTo>
                    <a:pt x="222540" y="26968"/>
                  </a:lnTo>
                  <a:lnTo>
                    <a:pt x="184263" y="7120"/>
                  </a:lnTo>
                  <a:lnTo>
                    <a:pt x="140207" y="0"/>
                  </a:lnTo>
                  <a:lnTo>
                    <a:pt x="95780" y="7120"/>
                  </a:lnTo>
                  <a:lnTo>
                    <a:pt x="57278" y="26968"/>
                  </a:lnTo>
                  <a:lnTo>
                    <a:pt x="26968" y="57278"/>
                  </a:lnTo>
                  <a:lnTo>
                    <a:pt x="7120" y="95780"/>
                  </a:lnTo>
                  <a:lnTo>
                    <a:pt x="0" y="140208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6"/>
                  </a:lnTo>
                  <a:lnTo>
                    <a:pt x="184263" y="273295"/>
                  </a:lnTo>
                  <a:lnTo>
                    <a:pt x="222540" y="253447"/>
                  </a:lnTo>
                  <a:lnTo>
                    <a:pt x="252734" y="223137"/>
                  </a:lnTo>
                  <a:lnTo>
                    <a:pt x="272539" y="184635"/>
                  </a:lnTo>
                  <a:lnTo>
                    <a:pt x="279653" y="1402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6394081" y="2434466"/>
              <a:ext cx="280035" cy="280670"/>
            </a:xfrm>
            <a:custGeom>
              <a:avLst/>
              <a:gdLst/>
              <a:ahLst/>
              <a:cxnLst/>
              <a:rect l="l" t="t" r="r" b="b"/>
              <a:pathLst>
                <a:path w="280034" h="280669">
                  <a:moveTo>
                    <a:pt x="279653" y="140208"/>
                  </a:moveTo>
                  <a:lnTo>
                    <a:pt x="272539" y="95780"/>
                  </a:lnTo>
                  <a:lnTo>
                    <a:pt x="252734" y="57278"/>
                  </a:lnTo>
                  <a:lnTo>
                    <a:pt x="222540" y="26968"/>
                  </a:lnTo>
                  <a:lnTo>
                    <a:pt x="184263" y="7120"/>
                  </a:lnTo>
                  <a:lnTo>
                    <a:pt x="140207" y="0"/>
                  </a:lnTo>
                  <a:lnTo>
                    <a:pt x="95780" y="7120"/>
                  </a:lnTo>
                  <a:lnTo>
                    <a:pt x="57278" y="26968"/>
                  </a:lnTo>
                  <a:lnTo>
                    <a:pt x="26968" y="57278"/>
                  </a:lnTo>
                  <a:lnTo>
                    <a:pt x="7120" y="95780"/>
                  </a:lnTo>
                  <a:lnTo>
                    <a:pt x="0" y="140208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6"/>
                  </a:lnTo>
                  <a:lnTo>
                    <a:pt x="184263" y="273295"/>
                  </a:lnTo>
                  <a:lnTo>
                    <a:pt x="222540" y="253447"/>
                  </a:lnTo>
                  <a:lnTo>
                    <a:pt x="252734" y="223137"/>
                  </a:lnTo>
                  <a:lnTo>
                    <a:pt x="272539" y="184635"/>
                  </a:lnTo>
                  <a:lnTo>
                    <a:pt x="279653" y="140208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6645554" y="2434466"/>
              <a:ext cx="280670" cy="280670"/>
            </a:xfrm>
            <a:custGeom>
              <a:avLst/>
              <a:gdLst/>
              <a:ahLst/>
              <a:cxnLst/>
              <a:rect l="l" t="t" r="r" b="b"/>
              <a:pathLst>
                <a:path w="280670" h="280669">
                  <a:moveTo>
                    <a:pt x="280416" y="140208"/>
                  </a:moveTo>
                  <a:lnTo>
                    <a:pt x="273295" y="95780"/>
                  </a:lnTo>
                  <a:lnTo>
                    <a:pt x="253447" y="57278"/>
                  </a:lnTo>
                  <a:lnTo>
                    <a:pt x="223137" y="26968"/>
                  </a:lnTo>
                  <a:lnTo>
                    <a:pt x="184635" y="7120"/>
                  </a:lnTo>
                  <a:lnTo>
                    <a:pt x="140208" y="0"/>
                  </a:lnTo>
                  <a:lnTo>
                    <a:pt x="96072" y="7120"/>
                  </a:lnTo>
                  <a:lnTo>
                    <a:pt x="57607" y="26968"/>
                  </a:lnTo>
                  <a:lnTo>
                    <a:pt x="27188" y="57278"/>
                  </a:lnTo>
                  <a:lnTo>
                    <a:pt x="7193" y="95780"/>
                  </a:lnTo>
                  <a:lnTo>
                    <a:pt x="0" y="140208"/>
                  </a:lnTo>
                  <a:lnTo>
                    <a:pt x="7193" y="184635"/>
                  </a:lnTo>
                  <a:lnTo>
                    <a:pt x="27188" y="223137"/>
                  </a:lnTo>
                  <a:lnTo>
                    <a:pt x="57607" y="253447"/>
                  </a:lnTo>
                  <a:lnTo>
                    <a:pt x="96072" y="273295"/>
                  </a:lnTo>
                  <a:lnTo>
                    <a:pt x="140208" y="280416"/>
                  </a:lnTo>
                  <a:lnTo>
                    <a:pt x="184635" y="273295"/>
                  </a:lnTo>
                  <a:lnTo>
                    <a:pt x="223137" y="253447"/>
                  </a:lnTo>
                  <a:lnTo>
                    <a:pt x="253447" y="223137"/>
                  </a:lnTo>
                  <a:lnTo>
                    <a:pt x="273295" y="184635"/>
                  </a:lnTo>
                  <a:lnTo>
                    <a:pt x="280416" y="1402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645554" y="2434466"/>
              <a:ext cx="280670" cy="280670"/>
            </a:xfrm>
            <a:custGeom>
              <a:avLst/>
              <a:gdLst/>
              <a:ahLst/>
              <a:cxnLst/>
              <a:rect l="l" t="t" r="r" b="b"/>
              <a:pathLst>
                <a:path w="280670" h="280669">
                  <a:moveTo>
                    <a:pt x="280416" y="140208"/>
                  </a:moveTo>
                  <a:lnTo>
                    <a:pt x="273295" y="95780"/>
                  </a:lnTo>
                  <a:lnTo>
                    <a:pt x="253447" y="57278"/>
                  </a:lnTo>
                  <a:lnTo>
                    <a:pt x="223137" y="26968"/>
                  </a:lnTo>
                  <a:lnTo>
                    <a:pt x="184635" y="7120"/>
                  </a:lnTo>
                  <a:lnTo>
                    <a:pt x="140208" y="0"/>
                  </a:lnTo>
                  <a:lnTo>
                    <a:pt x="96072" y="7120"/>
                  </a:lnTo>
                  <a:lnTo>
                    <a:pt x="57607" y="26968"/>
                  </a:lnTo>
                  <a:lnTo>
                    <a:pt x="27188" y="57278"/>
                  </a:lnTo>
                  <a:lnTo>
                    <a:pt x="7193" y="95780"/>
                  </a:lnTo>
                  <a:lnTo>
                    <a:pt x="0" y="140208"/>
                  </a:lnTo>
                  <a:lnTo>
                    <a:pt x="7193" y="184635"/>
                  </a:lnTo>
                  <a:lnTo>
                    <a:pt x="27188" y="223137"/>
                  </a:lnTo>
                  <a:lnTo>
                    <a:pt x="57607" y="253447"/>
                  </a:lnTo>
                  <a:lnTo>
                    <a:pt x="96072" y="273295"/>
                  </a:lnTo>
                  <a:lnTo>
                    <a:pt x="140208" y="280416"/>
                  </a:lnTo>
                  <a:lnTo>
                    <a:pt x="184635" y="273295"/>
                  </a:lnTo>
                  <a:lnTo>
                    <a:pt x="223137" y="253447"/>
                  </a:lnTo>
                  <a:lnTo>
                    <a:pt x="253447" y="223137"/>
                  </a:lnTo>
                  <a:lnTo>
                    <a:pt x="273295" y="184635"/>
                  </a:lnTo>
                  <a:lnTo>
                    <a:pt x="280416" y="140208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" name="object 32"/>
          <p:cNvSpPr txBox="1"/>
          <p:nvPr/>
        </p:nvSpPr>
        <p:spPr>
          <a:xfrm>
            <a:off x="6455047" y="2475585"/>
            <a:ext cx="423545" cy="17526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sz="950" b="1" spc="15" dirty="0">
                <a:solidFill>
                  <a:srgbClr val="797979"/>
                </a:solidFill>
                <a:latin typeface="Arial"/>
                <a:cs typeface="Arial"/>
              </a:rPr>
              <a:t>ГЕ </a:t>
            </a:r>
            <a:r>
              <a:rPr sz="950" b="1" spc="170" dirty="0">
                <a:solidFill>
                  <a:srgbClr val="797979"/>
                </a:solidFill>
                <a:latin typeface="Arial"/>
                <a:cs typeface="Arial"/>
              </a:rPr>
              <a:t> </a:t>
            </a:r>
            <a:r>
              <a:rPr sz="950" b="1" spc="20" dirty="0">
                <a:solidFill>
                  <a:srgbClr val="797979"/>
                </a:solidFill>
                <a:latin typeface="Arial"/>
                <a:cs typeface="Arial"/>
              </a:rPr>
              <a:t>ГЕ</a:t>
            </a:r>
            <a:endParaRPr sz="95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7687202" y="2385190"/>
            <a:ext cx="50165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00009A"/>
                </a:solidFill>
                <a:latin typeface="Calibri"/>
                <a:cs typeface="Calibri"/>
              </a:rPr>
              <a:t>канал 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7687202" y="5337940"/>
            <a:ext cx="50165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00009A"/>
                </a:solidFill>
                <a:latin typeface="Calibri"/>
                <a:cs typeface="Calibri"/>
              </a:rPr>
              <a:t>канал 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4464704" y="5337940"/>
            <a:ext cx="50165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00009A"/>
                </a:solidFill>
                <a:latin typeface="Calibri"/>
                <a:cs typeface="Calibri"/>
              </a:rPr>
              <a:t>канал 3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4464704" y="2420242"/>
            <a:ext cx="50165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00009A"/>
                </a:solidFill>
                <a:latin typeface="Calibri"/>
                <a:cs typeface="Calibri"/>
              </a:rPr>
              <a:t>канал 4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7" name="object 37"/>
          <p:cNvSpPr txBox="1">
            <a:spLocks noGrp="1"/>
          </p:cNvSpPr>
          <p:nvPr>
            <p:ph type="title"/>
          </p:nvPr>
        </p:nvSpPr>
        <p:spPr>
          <a:xfrm>
            <a:off x="2922670" y="198250"/>
            <a:ext cx="421640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Системы</a:t>
            </a:r>
            <a:r>
              <a:rPr spc="-15" dirty="0"/>
              <a:t> </a:t>
            </a:r>
            <a:r>
              <a:rPr spc="-5" dirty="0"/>
              <a:t>безопасности</a:t>
            </a:r>
          </a:p>
        </p:txBody>
      </p:sp>
      <p:sp>
        <p:nvSpPr>
          <p:cNvPr id="38" name="object 38"/>
          <p:cNvSpPr txBox="1">
            <a:spLocks noGrp="1"/>
          </p:cNvSpPr>
          <p:nvPr>
            <p:ph sz="half" idx="2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72720" marR="362585">
              <a:lnSpc>
                <a:spcPct val="100000"/>
              </a:lnSpc>
              <a:spcBef>
                <a:spcPts val="100"/>
              </a:spcBef>
            </a:pPr>
            <a:r>
              <a:rPr spc="-5" dirty="0"/>
              <a:t>Системы аварийного впрыска </a:t>
            </a:r>
            <a:r>
              <a:rPr dirty="0"/>
              <a:t> </a:t>
            </a:r>
            <a:r>
              <a:rPr spc="-5" dirty="0"/>
              <a:t>высокого </a:t>
            </a:r>
            <a:r>
              <a:rPr dirty="0">
                <a:solidFill>
                  <a:srgbClr val="FF1A1A"/>
                </a:solidFill>
              </a:rPr>
              <a:t>(САВ ВД) </a:t>
            </a:r>
            <a:r>
              <a:rPr dirty="0"/>
              <a:t>и </a:t>
            </a:r>
            <a:r>
              <a:rPr spc="-5" dirty="0"/>
              <a:t>низкого </a:t>
            </a:r>
            <a:r>
              <a:rPr dirty="0"/>
              <a:t> </a:t>
            </a:r>
            <a:r>
              <a:rPr spc="-5" dirty="0"/>
              <a:t>давления </a:t>
            </a:r>
            <a:r>
              <a:rPr spc="-5" dirty="0">
                <a:solidFill>
                  <a:srgbClr val="FF1A1A"/>
                </a:solidFill>
              </a:rPr>
              <a:t>(САВ </a:t>
            </a:r>
            <a:r>
              <a:rPr dirty="0">
                <a:solidFill>
                  <a:srgbClr val="FF1A1A"/>
                </a:solidFill>
              </a:rPr>
              <a:t>НД) </a:t>
            </a:r>
            <a:r>
              <a:rPr spc="-5" dirty="0"/>
              <a:t>предназначены </a:t>
            </a:r>
            <a:r>
              <a:rPr spc="-350" dirty="0"/>
              <a:t> </a:t>
            </a:r>
            <a:r>
              <a:rPr spc="-5" dirty="0"/>
              <a:t>для подачи раствора борной </a:t>
            </a:r>
            <a:r>
              <a:rPr dirty="0"/>
              <a:t> </a:t>
            </a:r>
            <a:r>
              <a:rPr spc="-5" dirty="0"/>
              <a:t>кислоты </a:t>
            </a:r>
            <a:r>
              <a:rPr dirty="0"/>
              <a:t>в </a:t>
            </a:r>
            <a:r>
              <a:rPr spc="-5" dirty="0"/>
              <a:t>систему </a:t>
            </a:r>
            <a:r>
              <a:rPr dirty="0"/>
              <a:t>теплоносителя </a:t>
            </a:r>
            <a:r>
              <a:rPr spc="5" dirty="0"/>
              <a:t> </a:t>
            </a:r>
            <a:r>
              <a:rPr spc="-5" dirty="0"/>
              <a:t>реактора при авариях </a:t>
            </a:r>
            <a:r>
              <a:rPr dirty="0"/>
              <a:t>с </a:t>
            </a:r>
            <a:r>
              <a:rPr spc="-5" dirty="0"/>
              <a:t>потерей </a:t>
            </a:r>
            <a:r>
              <a:rPr dirty="0"/>
              <a:t> теплоносителя во всем спектре </a:t>
            </a:r>
            <a:r>
              <a:rPr spc="5" dirty="0"/>
              <a:t> </a:t>
            </a:r>
            <a:r>
              <a:rPr dirty="0"/>
              <a:t>проектных течей </a:t>
            </a:r>
            <a:r>
              <a:rPr spc="-5" dirty="0"/>
              <a:t>вплоть до течи </a:t>
            </a:r>
            <a:r>
              <a:rPr dirty="0"/>
              <a:t> </a:t>
            </a:r>
            <a:r>
              <a:rPr spc="-5" dirty="0"/>
              <a:t>Ду850</a:t>
            </a:r>
            <a:r>
              <a:rPr spc="-10" dirty="0"/>
              <a:t> </a:t>
            </a:r>
            <a:r>
              <a:rPr spc="-5" dirty="0"/>
              <a:t>(МПА).</a:t>
            </a: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700"/>
          </a:p>
          <a:p>
            <a:pPr marL="336550">
              <a:lnSpc>
                <a:spcPct val="100000"/>
              </a:lnSpc>
              <a:tabLst>
                <a:tab pos="2793365" algn="l"/>
              </a:tabLst>
            </a:pPr>
            <a:r>
              <a:rPr sz="1400" dirty="0">
                <a:solidFill>
                  <a:srgbClr val="FF1A1A"/>
                </a:solidFill>
              </a:rPr>
              <a:t>Наименование</a:t>
            </a:r>
            <a:r>
              <a:rPr sz="1400" spc="10" dirty="0">
                <a:solidFill>
                  <a:srgbClr val="FF1A1A"/>
                </a:solidFill>
              </a:rPr>
              <a:t> </a:t>
            </a:r>
            <a:r>
              <a:rPr sz="1400" spc="-5" dirty="0">
                <a:solidFill>
                  <a:srgbClr val="FF1A1A"/>
                </a:solidFill>
              </a:rPr>
              <a:t>параметра	Значение</a:t>
            </a:r>
            <a:endParaRPr sz="1400"/>
          </a:p>
          <a:p>
            <a:pPr marL="101600" marR="555625" algn="just">
              <a:lnSpc>
                <a:spcPct val="157400"/>
              </a:lnSpc>
              <a:spcBef>
                <a:spcPts val="35"/>
              </a:spcBef>
            </a:pPr>
            <a:r>
              <a:rPr sz="1400" spc="-5" dirty="0">
                <a:solidFill>
                  <a:srgbClr val="000065"/>
                </a:solidFill>
              </a:rPr>
              <a:t>P</a:t>
            </a:r>
            <a:r>
              <a:rPr sz="1400" spc="459" dirty="0">
                <a:solidFill>
                  <a:srgbClr val="000065"/>
                </a:solidFill>
              </a:rPr>
              <a:t>  </a:t>
            </a:r>
            <a:r>
              <a:rPr sz="1400" spc="-5" dirty="0">
                <a:solidFill>
                  <a:srgbClr val="000065"/>
                </a:solidFill>
              </a:rPr>
              <a:t>Макс. напор САВ ВД, МПа</a:t>
            </a:r>
            <a:r>
              <a:rPr sz="1400" spc="305" dirty="0">
                <a:solidFill>
                  <a:srgbClr val="000065"/>
                </a:solidFill>
              </a:rPr>
              <a:t>     </a:t>
            </a:r>
            <a:r>
              <a:rPr sz="1400" spc="-5" dirty="0">
                <a:solidFill>
                  <a:srgbClr val="000065"/>
                </a:solidFill>
              </a:rPr>
              <a:t>7,9 </a:t>
            </a:r>
            <a:r>
              <a:rPr sz="1400" dirty="0">
                <a:solidFill>
                  <a:srgbClr val="000065"/>
                </a:solidFill>
              </a:rPr>
              <a:t> </a:t>
            </a:r>
            <a:r>
              <a:rPr sz="1400" spc="-5" dirty="0">
                <a:solidFill>
                  <a:srgbClr val="000065"/>
                </a:solidFill>
              </a:rPr>
              <a:t>G</a:t>
            </a:r>
            <a:r>
              <a:rPr sz="1400" spc="305" dirty="0">
                <a:solidFill>
                  <a:srgbClr val="000065"/>
                </a:solidFill>
              </a:rPr>
              <a:t>  </a:t>
            </a:r>
            <a:r>
              <a:rPr sz="1400" spc="-5" dirty="0">
                <a:solidFill>
                  <a:srgbClr val="000065"/>
                </a:solidFill>
              </a:rPr>
              <a:t>Макс. подача САВ ВД, м</a:t>
            </a:r>
            <a:r>
              <a:rPr sz="1350" spc="-7" baseline="24691" dirty="0">
                <a:solidFill>
                  <a:srgbClr val="000065"/>
                </a:solidFill>
              </a:rPr>
              <a:t>3</a:t>
            </a:r>
            <a:r>
              <a:rPr sz="1400" spc="-5" dirty="0">
                <a:solidFill>
                  <a:srgbClr val="000065"/>
                </a:solidFill>
              </a:rPr>
              <a:t>/ч</a:t>
            </a:r>
            <a:r>
              <a:rPr sz="1400" spc="305" dirty="0">
                <a:solidFill>
                  <a:srgbClr val="000065"/>
                </a:solidFill>
              </a:rPr>
              <a:t>    </a:t>
            </a:r>
            <a:r>
              <a:rPr sz="1400" spc="-5" dirty="0">
                <a:solidFill>
                  <a:srgbClr val="000065"/>
                </a:solidFill>
              </a:rPr>
              <a:t>260 </a:t>
            </a:r>
            <a:r>
              <a:rPr sz="1400" dirty="0">
                <a:solidFill>
                  <a:srgbClr val="000065"/>
                </a:solidFill>
              </a:rPr>
              <a:t> </a:t>
            </a:r>
            <a:r>
              <a:rPr sz="1400" spc="-5" dirty="0">
                <a:solidFill>
                  <a:srgbClr val="000065"/>
                </a:solidFill>
              </a:rPr>
              <a:t>P</a:t>
            </a:r>
            <a:r>
              <a:rPr sz="1400" spc="305" dirty="0">
                <a:solidFill>
                  <a:srgbClr val="000065"/>
                </a:solidFill>
              </a:rPr>
              <a:t>  </a:t>
            </a:r>
            <a:r>
              <a:rPr sz="1400" spc="-5" dirty="0">
                <a:solidFill>
                  <a:srgbClr val="000065"/>
                </a:solidFill>
              </a:rPr>
              <a:t>Макс. напор САВ НД, МПа</a:t>
            </a:r>
            <a:r>
              <a:rPr sz="1400" spc="305" dirty="0">
                <a:solidFill>
                  <a:srgbClr val="000065"/>
                </a:solidFill>
              </a:rPr>
              <a:t>     </a:t>
            </a:r>
            <a:r>
              <a:rPr sz="1400" spc="-5" dirty="0">
                <a:solidFill>
                  <a:srgbClr val="000065"/>
                </a:solidFill>
              </a:rPr>
              <a:t>2,5 </a:t>
            </a:r>
            <a:r>
              <a:rPr sz="1400" dirty="0">
                <a:solidFill>
                  <a:srgbClr val="000065"/>
                </a:solidFill>
              </a:rPr>
              <a:t> </a:t>
            </a:r>
            <a:r>
              <a:rPr sz="1400" spc="-5" dirty="0">
                <a:solidFill>
                  <a:srgbClr val="000065"/>
                </a:solidFill>
              </a:rPr>
              <a:t>G</a:t>
            </a:r>
            <a:r>
              <a:rPr sz="1400" spc="305" dirty="0">
                <a:solidFill>
                  <a:srgbClr val="000065"/>
                </a:solidFill>
              </a:rPr>
              <a:t>  </a:t>
            </a:r>
            <a:r>
              <a:rPr sz="1400" spc="-5" dirty="0">
                <a:solidFill>
                  <a:srgbClr val="000065"/>
                </a:solidFill>
              </a:rPr>
              <a:t>Макс. подача САВ НД, м</a:t>
            </a:r>
            <a:r>
              <a:rPr sz="1350" spc="-7" baseline="24691" dirty="0">
                <a:solidFill>
                  <a:srgbClr val="000065"/>
                </a:solidFill>
              </a:rPr>
              <a:t>3</a:t>
            </a:r>
            <a:r>
              <a:rPr sz="1400" spc="-5" dirty="0">
                <a:solidFill>
                  <a:srgbClr val="000065"/>
                </a:solidFill>
              </a:rPr>
              <a:t>/ч</a:t>
            </a:r>
            <a:r>
              <a:rPr sz="1400" spc="409" dirty="0">
                <a:solidFill>
                  <a:srgbClr val="000065"/>
                </a:solidFill>
              </a:rPr>
              <a:t>  </a:t>
            </a:r>
            <a:r>
              <a:rPr sz="1400" spc="415" dirty="0">
                <a:solidFill>
                  <a:srgbClr val="000065"/>
                </a:solidFill>
              </a:rPr>
              <a:t> </a:t>
            </a:r>
            <a:r>
              <a:rPr sz="1400" spc="-5" dirty="0">
                <a:solidFill>
                  <a:srgbClr val="000065"/>
                </a:solidFill>
              </a:rPr>
              <a:t>900 </a:t>
            </a:r>
            <a:r>
              <a:rPr sz="1400" dirty="0">
                <a:solidFill>
                  <a:srgbClr val="000065"/>
                </a:solidFill>
              </a:rPr>
              <a:t> </a:t>
            </a:r>
            <a:r>
              <a:rPr sz="1400" spc="-5" dirty="0">
                <a:solidFill>
                  <a:srgbClr val="000065"/>
                </a:solidFill>
              </a:rPr>
              <a:t>C</a:t>
            </a:r>
            <a:r>
              <a:rPr sz="1400" spc="220" dirty="0">
                <a:solidFill>
                  <a:srgbClr val="000065"/>
                </a:solidFill>
              </a:rPr>
              <a:t> </a:t>
            </a:r>
            <a:r>
              <a:rPr sz="1400" spc="-5" dirty="0">
                <a:solidFill>
                  <a:srgbClr val="000065"/>
                </a:solidFill>
              </a:rPr>
              <a:t>Концентрация</a:t>
            </a:r>
            <a:r>
              <a:rPr sz="1400" spc="-10" dirty="0">
                <a:solidFill>
                  <a:srgbClr val="000065"/>
                </a:solidFill>
              </a:rPr>
              <a:t> </a:t>
            </a:r>
            <a:r>
              <a:rPr sz="1400" spc="-5" dirty="0">
                <a:solidFill>
                  <a:srgbClr val="000065"/>
                </a:solidFill>
              </a:rPr>
              <a:t>Н</a:t>
            </a:r>
            <a:r>
              <a:rPr sz="1350" spc="-7" baseline="-24691" dirty="0">
                <a:solidFill>
                  <a:srgbClr val="000065"/>
                </a:solidFill>
              </a:rPr>
              <a:t>3</a:t>
            </a:r>
            <a:r>
              <a:rPr sz="1400" spc="-5" dirty="0">
                <a:solidFill>
                  <a:srgbClr val="000065"/>
                </a:solidFill>
              </a:rPr>
              <a:t>ВО</a:t>
            </a:r>
            <a:r>
              <a:rPr sz="1350" spc="-7" baseline="-24691" dirty="0">
                <a:solidFill>
                  <a:srgbClr val="000065"/>
                </a:solidFill>
              </a:rPr>
              <a:t>3</a:t>
            </a:r>
            <a:r>
              <a:rPr sz="1350" spc="157" baseline="-24691" dirty="0">
                <a:solidFill>
                  <a:srgbClr val="000065"/>
                </a:solidFill>
              </a:rPr>
              <a:t> </a:t>
            </a:r>
            <a:r>
              <a:rPr sz="1400" spc="-5" dirty="0">
                <a:solidFill>
                  <a:srgbClr val="000065"/>
                </a:solidFill>
              </a:rPr>
              <a:t>,</a:t>
            </a:r>
            <a:r>
              <a:rPr sz="1400" dirty="0">
                <a:solidFill>
                  <a:srgbClr val="000065"/>
                </a:solidFill>
              </a:rPr>
              <a:t> </a:t>
            </a:r>
            <a:r>
              <a:rPr sz="1400" spc="-5" dirty="0">
                <a:solidFill>
                  <a:srgbClr val="000065"/>
                </a:solidFill>
              </a:rPr>
              <a:t>г/кг</a:t>
            </a:r>
            <a:r>
              <a:rPr sz="1400" spc="30" dirty="0">
                <a:solidFill>
                  <a:srgbClr val="000065"/>
                </a:solidFill>
              </a:rPr>
              <a:t> </a:t>
            </a:r>
            <a:r>
              <a:rPr sz="1400" dirty="0">
                <a:solidFill>
                  <a:srgbClr val="000065"/>
                </a:solidFill>
              </a:rPr>
              <a:t>16</a:t>
            </a:r>
            <a:endParaRPr sz="1400"/>
          </a:p>
        </p:txBody>
      </p:sp>
      <p:grpSp>
        <p:nvGrpSpPr>
          <p:cNvPr id="39" name="object 39"/>
          <p:cNvGrpSpPr/>
          <p:nvPr/>
        </p:nvGrpSpPr>
        <p:grpSpPr>
          <a:xfrm>
            <a:off x="223037" y="4310891"/>
            <a:ext cx="3662679" cy="2082800"/>
            <a:chOff x="223037" y="4310891"/>
            <a:chExt cx="3662679" cy="2082800"/>
          </a:xfrm>
        </p:grpSpPr>
        <p:sp>
          <p:nvSpPr>
            <p:cNvPr id="40" name="object 40"/>
            <p:cNvSpPr/>
            <p:nvPr/>
          </p:nvSpPr>
          <p:spPr>
            <a:xfrm>
              <a:off x="518312" y="4699892"/>
              <a:ext cx="0" cy="1679575"/>
            </a:xfrm>
            <a:custGeom>
              <a:avLst/>
              <a:gdLst/>
              <a:ahLst/>
              <a:cxnLst/>
              <a:rect l="l" t="t" r="r" b="b"/>
              <a:pathLst>
                <a:path h="1679575">
                  <a:moveTo>
                    <a:pt x="0" y="0"/>
                  </a:moveTo>
                  <a:lnTo>
                    <a:pt x="0" y="1679448"/>
                  </a:lnTo>
                </a:path>
              </a:pathLst>
            </a:custGeom>
            <a:ln w="12954">
              <a:solidFill>
                <a:srgbClr val="0033C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2889656" y="4324988"/>
              <a:ext cx="0" cy="2054860"/>
            </a:xfrm>
            <a:custGeom>
              <a:avLst/>
              <a:gdLst/>
              <a:ahLst/>
              <a:cxnLst/>
              <a:rect l="l" t="t" r="r" b="b"/>
              <a:pathLst>
                <a:path h="2054860">
                  <a:moveTo>
                    <a:pt x="0" y="0"/>
                  </a:moveTo>
                  <a:lnTo>
                    <a:pt x="0" y="2054352"/>
                  </a:lnTo>
                </a:path>
              </a:pathLst>
            </a:custGeom>
            <a:ln w="28194">
              <a:solidFill>
                <a:srgbClr val="00006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237134" y="4699892"/>
              <a:ext cx="3634104" cy="0"/>
            </a:xfrm>
            <a:custGeom>
              <a:avLst/>
              <a:gdLst/>
              <a:ahLst/>
              <a:cxnLst/>
              <a:rect l="l" t="t" r="r" b="b"/>
              <a:pathLst>
                <a:path w="3634104">
                  <a:moveTo>
                    <a:pt x="0" y="0"/>
                  </a:moveTo>
                  <a:lnTo>
                    <a:pt x="3633978" y="0"/>
                  </a:lnTo>
                </a:path>
              </a:pathLst>
            </a:custGeom>
            <a:ln w="28194">
              <a:solidFill>
                <a:srgbClr val="00006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237134" y="5034410"/>
              <a:ext cx="3634104" cy="0"/>
            </a:xfrm>
            <a:custGeom>
              <a:avLst/>
              <a:gdLst/>
              <a:ahLst/>
              <a:cxnLst/>
              <a:rect l="l" t="t" r="r" b="b"/>
              <a:pathLst>
                <a:path w="3634104">
                  <a:moveTo>
                    <a:pt x="0" y="0"/>
                  </a:moveTo>
                  <a:lnTo>
                    <a:pt x="3633978" y="0"/>
                  </a:lnTo>
                </a:path>
              </a:pathLst>
            </a:custGeom>
            <a:ln w="28194">
              <a:solidFill>
                <a:srgbClr val="00006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237134" y="5371214"/>
              <a:ext cx="3634104" cy="0"/>
            </a:xfrm>
            <a:custGeom>
              <a:avLst/>
              <a:gdLst/>
              <a:ahLst/>
              <a:cxnLst/>
              <a:rect l="l" t="t" r="r" b="b"/>
              <a:pathLst>
                <a:path w="3634104">
                  <a:moveTo>
                    <a:pt x="0" y="0"/>
                  </a:moveTo>
                  <a:lnTo>
                    <a:pt x="3633978" y="0"/>
                  </a:lnTo>
                </a:path>
              </a:pathLst>
            </a:custGeom>
            <a:ln w="28194">
              <a:solidFill>
                <a:srgbClr val="00006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237134" y="5708018"/>
              <a:ext cx="3634104" cy="0"/>
            </a:xfrm>
            <a:custGeom>
              <a:avLst/>
              <a:gdLst/>
              <a:ahLst/>
              <a:cxnLst/>
              <a:rect l="l" t="t" r="r" b="b"/>
              <a:pathLst>
                <a:path w="3634104">
                  <a:moveTo>
                    <a:pt x="0" y="0"/>
                  </a:moveTo>
                  <a:lnTo>
                    <a:pt x="3633978" y="0"/>
                  </a:lnTo>
                </a:path>
              </a:pathLst>
            </a:custGeom>
            <a:ln w="28194">
              <a:solidFill>
                <a:srgbClr val="00006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237134" y="6042536"/>
              <a:ext cx="3634104" cy="0"/>
            </a:xfrm>
            <a:custGeom>
              <a:avLst/>
              <a:gdLst/>
              <a:ahLst/>
              <a:cxnLst/>
              <a:rect l="l" t="t" r="r" b="b"/>
              <a:pathLst>
                <a:path w="3634104">
                  <a:moveTo>
                    <a:pt x="0" y="0"/>
                  </a:moveTo>
                  <a:lnTo>
                    <a:pt x="3633978" y="0"/>
                  </a:lnTo>
                </a:path>
              </a:pathLst>
            </a:custGeom>
            <a:ln w="28194">
              <a:solidFill>
                <a:srgbClr val="00006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237134" y="4324988"/>
              <a:ext cx="0" cy="2054860"/>
            </a:xfrm>
            <a:custGeom>
              <a:avLst/>
              <a:gdLst/>
              <a:ahLst/>
              <a:cxnLst/>
              <a:rect l="l" t="t" r="r" b="b"/>
              <a:pathLst>
                <a:path h="2054860">
                  <a:moveTo>
                    <a:pt x="0" y="0"/>
                  </a:moveTo>
                  <a:lnTo>
                    <a:pt x="0" y="2054352"/>
                  </a:lnTo>
                </a:path>
              </a:pathLst>
            </a:custGeom>
            <a:ln w="28194">
              <a:solidFill>
                <a:srgbClr val="00006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871112" y="4324988"/>
              <a:ext cx="0" cy="2054860"/>
            </a:xfrm>
            <a:custGeom>
              <a:avLst/>
              <a:gdLst/>
              <a:ahLst/>
              <a:cxnLst/>
              <a:rect l="l" t="t" r="r" b="b"/>
              <a:pathLst>
                <a:path h="2054860">
                  <a:moveTo>
                    <a:pt x="0" y="0"/>
                  </a:moveTo>
                  <a:lnTo>
                    <a:pt x="0" y="2054351"/>
                  </a:lnTo>
                </a:path>
              </a:pathLst>
            </a:custGeom>
            <a:ln w="28194">
              <a:solidFill>
                <a:srgbClr val="00006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237134" y="4324988"/>
              <a:ext cx="3634104" cy="0"/>
            </a:xfrm>
            <a:custGeom>
              <a:avLst/>
              <a:gdLst/>
              <a:ahLst/>
              <a:cxnLst/>
              <a:rect l="l" t="t" r="r" b="b"/>
              <a:pathLst>
                <a:path w="3634104">
                  <a:moveTo>
                    <a:pt x="0" y="0"/>
                  </a:moveTo>
                  <a:lnTo>
                    <a:pt x="3633978" y="0"/>
                  </a:lnTo>
                </a:path>
              </a:pathLst>
            </a:custGeom>
            <a:ln w="28194">
              <a:solidFill>
                <a:srgbClr val="00006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237134" y="6379340"/>
              <a:ext cx="3634104" cy="0"/>
            </a:xfrm>
            <a:custGeom>
              <a:avLst/>
              <a:gdLst/>
              <a:ahLst/>
              <a:cxnLst/>
              <a:rect l="l" t="t" r="r" b="b"/>
              <a:pathLst>
                <a:path w="3634104">
                  <a:moveTo>
                    <a:pt x="0" y="0"/>
                  </a:moveTo>
                  <a:lnTo>
                    <a:pt x="3633978" y="0"/>
                  </a:lnTo>
                </a:path>
              </a:pathLst>
            </a:custGeom>
            <a:ln w="28194">
              <a:solidFill>
                <a:srgbClr val="00006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474110" y="5577716"/>
              <a:ext cx="265430" cy="265430"/>
            </a:xfrm>
            <a:custGeom>
              <a:avLst/>
              <a:gdLst/>
              <a:ahLst/>
              <a:cxnLst/>
              <a:rect l="l" t="t" r="r" b="b"/>
              <a:pathLst>
                <a:path w="265429" h="265429">
                  <a:moveTo>
                    <a:pt x="265175" y="132587"/>
                  </a:moveTo>
                  <a:lnTo>
                    <a:pt x="258409" y="90415"/>
                  </a:lnTo>
                  <a:lnTo>
                    <a:pt x="239572" y="53986"/>
                  </a:lnTo>
                  <a:lnTo>
                    <a:pt x="210860" y="25383"/>
                  </a:lnTo>
                  <a:lnTo>
                    <a:pt x="174467" y="6693"/>
                  </a:lnTo>
                  <a:lnTo>
                    <a:pt x="132587" y="0"/>
                  </a:lnTo>
                  <a:lnTo>
                    <a:pt x="90415" y="6693"/>
                  </a:lnTo>
                  <a:lnTo>
                    <a:pt x="53986" y="25383"/>
                  </a:lnTo>
                  <a:lnTo>
                    <a:pt x="25383" y="53986"/>
                  </a:lnTo>
                  <a:lnTo>
                    <a:pt x="6693" y="90415"/>
                  </a:lnTo>
                  <a:lnTo>
                    <a:pt x="0" y="132588"/>
                  </a:lnTo>
                  <a:lnTo>
                    <a:pt x="6693" y="174467"/>
                  </a:lnTo>
                  <a:lnTo>
                    <a:pt x="25383" y="210860"/>
                  </a:lnTo>
                  <a:lnTo>
                    <a:pt x="53986" y="239572"/>
                  </a:lnTo>
                  <a:lnTo>
                    <a:pt x="90415" y="258409"/>
                  </a:lnTo>
                  <a:lnTo>
                    <a:pt x="132587" y="265175"/>
                  </a:lnTo>
                  <a:lnTo>
                    <a:pt x="174467" y="258409"/>
                  </a:lnTo>
                  <a:lnTo>
                    <a:pt x="210860" y="239572"/>
                  </a:lnTo>
                  <a:lnTo>
                    <a:pt x="239572" y="210860"/>
                  </a:lnTo>
                  <a:lnTo>
                    <a:pt x="258409" y="174467"/>
                  </a:lnTo>
                  <a:lnTo>
                    <a:pt x="265175" y="13258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474110" y="5577716"/>
              <a:ext cx="265430" cy="265430"/>
            </a:xfrm>
            <a:custGeom>
              <a:avLst/>
              <a:gdLst/>
              <a:ahLst/>
              <a:cxnLst/>
              <a:rect l="l" t="t" r="r" b="b"/>
              <a:pathLst>
                <a:path w="265429" h="265429">
                  <a:moveTo>
                    <a:pt x="265175" y="132587"/>
                  </a:moveTo>
                  <a:lnTo>
                    <a:pt x="258409" y="90415"/>
                  </a:lnTo>
                  <a:lnTo>
                    <a:pt x="239572" y="53986"/>
                  </a:lnTo>
                  <a:lnTo>
                    <a:pt x="210860" y="25383"/>
                  </a:lnTo>
                  <a:lnTo>
                    <a:pt x="174467" y="6693"/>
                  </a:lnTo>
                  <a:lnTo>
                    <a:pt x="132587" y="0"/>
                  </a:lnTo>
                  <a:lnTo>
                    <a:pt x="90415" y="6693"/>
                  </a:lnTo>
                  <a:lnTo>
                    <a:pt x="53986" y="25383"/>
                  </a:lnTo>
                  <a:lnTo>
                    <a:pt x="25383" y="53986"/>
                  </a:lnTo>
                  <a:lnTo>
                    <a:pt x="6693" y="90415"/>
                  </a:lnTo>
                  <a:lnTo>
                    <a:pt x="0" y="132588"/>
                  </a:lnTo>
                  <a:lnTo>
                    <a:pt x="6693" y="174467"/>
                  </a:lnTo>
                  <a:lnTo>
                    <a:pt x="25383" y="210860"/>
                  </a:lnTo>
                  <a:lnTo>
                    <a:pt x="53986" y="239572"/>
                  </a:lnTo>
                  <a:lnTo>
                    <a:pt x="90415" y="258409"/>
                  </a:lnTo>
                  <a:lnTo>
                    <a:pt x="132587" y="265175"/>
                  </a:lnTo>
                  <a:lnTo>
                    <a:pt x="174467" y="258409"/>
                  </a:lnTo>
                  <a:lnTo>
                    <a:pt x="210860" y="239572"/>
                  </a:lnTo>
                  <a:lnTo>
                    <a:pt x="239572" y="210860"/>
                  </a:lnTo>
                  <a:lnTo>
                    <a:pt x="258409" y="174467"/>
                  </a:lnTo>
                  <a:lnTo>
                    <a:pt x="265175" y="132587"/>
                  </a:lnTo>
                  <a:close/>
                </a:path>
              </a:pathLst>
            </a:custGeom>
            <a:ln w="2819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5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554120" y="5639438"/>
              <a:ext cx="115062" cy="114300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3480206" y="4912490"/>
              <a:ext cx="264160" cy="266700"/>
            </a:xfrm>
            <a:custGeom>
              <a:avLst/>
              <a:gdLst/>
              <a:ahLst/>
              <a:cxnLst/>
              <a:rect l="l" t="t" r="r" b="b"/>
              <a:pathLst>
                <a:path w="264160" h="266700">
                  <a:moveTo>
                    <a:pt x="263651" y="133350"/>
                  </a:moveTo>
                  <a:lnTo>
                    <a:pt x="256891" y="91098"/>
                  </a:lnTo>
                  <a:lnTo>
                    <a:pt x="238097" y="54479"/>
                  </a:lnTo>
                  <a:lnTo>
                    <a:pt x="209501" y="25651"/>
                  </a:lnTo>
                  <a:lnTo>
                    <a:pt x="173333" y="6772"/>
                  </a:lnTo>
                  <a:lnTo>
                    <a:pt x="131825" y="0"/>
                  </a:lnTo>
                  <a:lnTo>
                    <a:pt x="90025" y="6772"/>
                  </a:lnTo>
                  <a:lnTo>
                    <a:pt x="53821" y="25651"/>
                  </a:lnTo>
                  <a:lnTo>
                    <a:pt x="25334" y="54479"/>
                  </a:lnTo>
                  <a:lnTo>
                    <a:pt x="6687" y="91098"/>
                  </a:lnTo>
                  <a:lnTo>
                    <a:pt x="0" y="133350"/>
                  </a:lnTo>
                  <a:lnTo>
                    <a:pt x="6687" y="175308"/>
                  </a:lnTo>
                  <a:lnTo>
                    <a:pt x="25334" y="211890"/>
                  </a:lnTo>
                  <a:lnTo>
                    <a:pt x="53821" y="240828"/>
                  </a:lnTo>
                  <a:lnTo>
                    <a:pt x="90025" y="259854"/>
                  </a:lnTo>
                  <a:lnTo>
                    <a:pt x="131825" y="266700"/>
                  </a:lnTo>
                  <a:lnTo>
                    <a:pt x="173333" y="259854"/>
                  </a:lnTo>
                  <a:lnTo>
                    <a:pt x="209501" y="240828"/>
                  </a:lnTo>
                  <a:lnTo>
                    <a:pt x="238097" y="211890"/>
                  </a:lnTo>
                  <a:lnTo>
                    <a:pt x="256891" y="175308"/>
                  </a:lnTo>
                  <a:lnTo>
                    <a:pt x="263651" y="1333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480206" y="4912490"/>
              <a:ext cx="264160" cy="266700"/>
            </a:xfrm>
            <a:custGeom>
              <a:avLst/>
              <a:gdLst/>
              <a:ahLst/>
              <a:cxnLst/>
              <a:rect l="l" t="t" r="r" b="b"/>
              <a:pathLst>
                <a:path w="264160" h="266700">
                  <a:moveTo>
                    <a:pt x="263651" y="133350"/>
                  </a:moveTo>
                  <a:lnTo>
                    <a:pt x="256891" y="91098"/>
                  </a:lnTo>
                  <a:lnTo>
                    <a:pt x="238097" y="54479"/>
                  </a:lnTo>
                  <a:lnTo>
                    <a:pt x="209501" y="25651"/>
                  </a:lnTo>
                  <a:lnTo>
                    <a:pt x="173333" y="6772"/>
                  </a:lnTo>
                  <a:lnTo>
                    <a:pt x="131825" y="0"/>
                  </a:lnTo>
                  <a:lnTo>
                    <a:pt x="90025" y="6772"/>
                  </a:lnTo>
                  <a:lnTo>
                    <a:pt x="53821" y="25651"/>
                  </a:lnTo>
                  <a:lnTo>
                    <a:pt x="25334" y="54479"/>
                  </a:lnTo>
                  <a:lnTo>
                    <a:pt x="6687" y="91098"/>
                  </a:lnTo>
                  <a:lnTo>
                    <a:pt x="0" y="133350"/>
                  </a:lnTo>
                  <a:lnTo>
                    <a:pt x="6687" y="175308"/>
                  </a:lnTo>
                  <a:lnTo>
                    <a:pt x="25334" y="211890"/>
                  </a:lnTo>
                  <a:lnTo>
                    <a:pt x="53821" y="240828"/>
                  </a:lnTo>
                  <a:lnTo>
                    <a:pt x="90025" y="259854"/>
                  </a:lnTo>
                  <a:lnTo>
                    <a:pt x="131825" y="266700"/>
                  </a:lnTo>
                  <a:lnTo>
                    <a:pt x="173333" y="259854"/>
                  </a:lnTo>
                  <a:lnTo>
                    <a:pt x="209501" y="240828"/>
                  </a:lnTo>
                  <a:lnTo>
                    <a:pt x="238097" y="211890"/>
                  </a:lnTo>
                  <a:lnTo>
                    <a:pt x="256891" y="175308"/>
                  </a:lnTo>
                  <a:lnTo>
                    <a:pt x="263651" y="133350"/>
                  </a:lnTo>
                  <a:close/>
                </a:path>
              </a:pathLst>
            </a:custGeom>
            <a:ln w="2819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555644" y="4974212"/>
              <a:ext cx="116586" cy="115824"/>
            </a:xfrm>
            <a:prstGeom prst="rect">
              <a:avLst/>
            </a:prstGeom>
          </p:spPr>
        </p:pic>
      </p:grpSp>
      <p:sp>
        <p:nvSpPr>
          <p:cNvPr id="57" name="object 57"/>
          <p:cNvSpPr txBox="1"/>
          <p:nvPr/>
        </p:nvSpPr>
        <p:spPr>
          <a:xfrm>
            <a:off x="606952" y="972442"/>
            <a:ext cx="272732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dirty="0">
                <a:solidFill>
                  <a:srgbClr val="FF0000"/>
                </a:solidFill>
                <a:latin typeface="Calibri"/>
                <a:cs typeface="Calibri"/>
              </a:rPr>
              <a:t>Активная</a:t>
            </a:r>
            <a:r>
              <a:rPr sz="2400" spc="-5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2400" dirty="0">
                <a:solidFill>
                  <a:srgbClr val="FF0000"/>
                </a:solidFill>
                <a:latin typeface="Calibri"/>
                <a:cs typeface="Calibri"/>
              </a:rPr>
              <a:t>часть</a:t>
            </a:r>
            <a:r>
              <a:rPr sz="2400" spc="-5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2400" spc="-5" dirty="0">
                <a:solidFill>
                  <a:srgbClr val="FF0000"/>
                </a:solidFill>
                <a:latin typeface="Calibri"/>
                <a:cs typeface="Calibri"/>
              </a:rPr>
              <a:t>САОЗ</a:t>
            </a:r>
            <a:endParaRPr sz="2400">
              <a:latin typeface="Calibri"/>
              <a:cs typeface="Calibri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8649607" y="6463829"/>
            <a:ext cx="427355" cy="3429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2310"/>
              </a:lnSpc>
            </a:pPr>
            <a:fld id="{81D60167-4931-47E6-BA6A-407CBD079E47}" type="slidenum">
              <a:rPr sz="2000" b="1" spc="-5" dirty="0">
                <a:solidFill>
                  <a:srgbClr val="0068B4"/>
                </a:solidFill>
                <a:latin typeface="Arial"/>
                <a:cs typeface="Arial"/>
              </a:rPr>
              <a:t>58</a:t>
            </a:fld>
            <a:endParaRPr sz="2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082689" y="188344"/>
            <a:ext cx="421640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Системы</a:t>
            </a:r>
            <a:r>
              <a:rPr spc="-15" dirty="0"/>
              <a:t> </a:t>
            </a:r>
            <a:r>
              <a:rPr spc="-5" dirty="0"/>
              <a:t>безопасности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606952" y="972442"/>
            <a:ext cx="28822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5" dirty="0">
                <a:solidFill>
                  <a:srgbClr val="FF0000"/>
                </a:solidFill>
                <a:latin typeface="Calibri"/>
                <a:cs typeface="Calibri"/>
              </a:rPr>
              <a:t>Пассивная</a:t>
            </a:r>
            <a:r>
              <a:rPr sz="2400" spc="-4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2400" spc="-5" dirty="0">
                <a:solidFill>
                  <a:srgbClr val="FF0000"/>
                </a:solidFill>
                <a:latin typeface="Calibri"/>
                <a:cs typeface="Calibri"/>
              </a:rPr>
              <a:t>часть</a:t>
            </a:r>
            <a:r>
              <a:rPr sz="2400" spc="-4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2400" spc="-5" dirty="0">
                <a:solidFill>
                  <a:srgbClr val="FF0000"/>
                </a:solidFill>
                <a:latin typeface="Calibri"/>
                <a:cs typeface="Calibri"/>
              </a:rPr>
              <a:t>САОЗ</a:t>
            </a:r>
            <a:endParaRPr sz="2400">
              <a:latin typeface="Calibri"/>
              <a:cs typeface="Calibri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4014165" y="1191454"/>
            <a:ext cx="4743450" cy="5200650"/>
            <a:chOff x="4014165" y="1191454"/>
            <a:chExt cx="4743450" cy="5200650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023512" y="1200788"/>
              <a:ext cx="4724400" cy="51816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4018927" y="1196216"/>
              <a:ext cx="4733925" cy="5191125"/>
            </a:xfrm>
            <a:custGeom>
              <a:avLst/>
              <a:gdLst/>
              <a:ahLst/>
              <a:cxnLst/>
              <a:rect l="l" t="t" r="r" b="b"/>
              <a:pathLst>
                <a:path w="4733925" h="5191125">
                  <a:moveTo>
                    <a:pt x="4733544" y="5190744"/>
                  </a:moveTo>
                  <a:lnTo>
                    <a:pt x="4733544" y="0"/>
                  </a:lnTo>
                  <a:lnTo>
                    <a:pt x="0" y="0"/>
                  </a:lnTo>
                  <a:lnTo>
                    <a:pt x="0" y="5190744"/>
                  </a:lnTo>
                  <a:lnTo>
                    <a:pt x="4733544" y="5190744"/>
                  </a:lnTo>
                  <a:close/>
                </a:path>
              </a:pathLst>
            </a:custGeom>
            <a:ln w="9144">
              <a:solidFill>
                <a:srgbClr val="659A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7"/>
          <p:cNvSpPr txBox="1"/>
          <p:nvPr/>
        </p:nvSpPr>
        <p:spPr>
          <a:xfrm>
            <a:off x="4191887" y="1297054"/>
            <a:ext cx="4241165" cy="12484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sz="1600" spc="-10" dirty="0">
                <a:solidFill>
                  <a:srgbClr val="002060"/>
                </a:solidFill>
                <a:latin typeface="Calibri"/>
                <a:cs typeface="Calibri"/>
              </a:rPr>
              <a:t>Пассивная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часть САОЗ </a:t>
            </a:r>
            <a:r>
              <a:rPr sz="1600" dirty="0">
                <a:solidFill>
                  <a:srgbClr val="FF0000"/>
                </a:solidFill>
                <a:latin typeface="Calibri"/>
                <a:cs typeface="Calibri"/>
              </a:rPr>
              <a:t>(ГЕ‐1)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состоит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из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четырех </a:t>
            </a:r>
            <a:r>
              <a:rPr sz="1600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идентичных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и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полностью независимых один </a:t>
            </a:r>
            <a:r>
              <a:rPr sz="1600" spc="5" dirty="0">
                <a:solidFill>
                  <a:srgbClr val="002060"/>
                </a:solidFill>
                <a:latin typeface="Calibri"/>
                <a:cs typeface="Calibri"/>
              </a:rPr>
              <a:t>от </a:t>
            </a:r>
            <a:r>
              <a:rPr sz="1600" spc="1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другого каналов. Каждый канал пассивной части </a:t>
            </a:r>
            <a:r>
              <a:rPr sz="1600" spc="-35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САОЗ включает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в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себя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емкость САОЗ,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арматуру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и </a:t>
            </a:r>
            <a:r>
              <a:rPr sz="1600" spc="-35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трубопроводы.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07312" y="1811365"/>
            <a:ext cx="3174365" cy="2225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Пассивная часть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системы </a:t>
            </a:r>
            <a:r>
              <a:rPr sz="1600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аварийного охлаждения зоны </a:t>
            </a: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(ГЕ‐1) </a:t>
            </a:r>
            <a:r>
              <a:rPr sz="1600" spc="-35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предназначена для подачи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в </a:t>
            </a:r>
            <a:r>
              <a:rPr sz="1600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реактор раствора борной кислоты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при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давлении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в первом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контуре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менее 5,9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МПа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в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проектных авариях </a:t>
            </a:r>
            <a:r>
              <a:rPr sz="1600" spc="-35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с потерей теплоносителя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до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подключения низконапорных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насосов</a:t>
            </a:r>
            <a:r>
              <a:rPr sz="1600" spc="-1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САВ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НД.</a:t>
            </a:r>
            <a:endParaRPr sz="1600">
              <a:latin typeface="Calibri"/>
              <a:cs typeface="Calibri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4414291" y="5185921"/>
            <a:ext cx="321310" cy="314960"/>
            <a:chOff x="4414291" y="5185921"/>
            <a:chExt cx="321310" cy="314960"/>
          </a:xfrm>
        </p:grpSpPr>
        <p:sp>
          <p:nvSpPr>
            <p:cNvPr id="10" name="object 10"/>
            <p:cNvSpPr/>
            <p:nvPr/>
          </p:nvSpPr>
          <p:spPr>
            <a:xfrm>
              <a:off x="4417466" y="5189096"/>
              <a:ext cx="314960" cy="308610"/>
            </a:xfrm>
            <a:custGeom>
              <a:avLst/>
              <a:gdLst/>
              <a:ahLst/>
              <a:cxnLst/>
              <a:rect l="l" t="t" r="r" b="b"/>
              <a:pathLst>
                <a:path w="314960" h="308610">
                  <a:moveTo>
                    <a:pt x="314706" y="154686"/>
                  </a:moveTo>
                  <a:lnTo>
                    <a:pt x="306640" y="105826"/>
                  </a:lnTo>
                  <a:lnTo>
                    <a:pt x="284201" y="63367"/>
                  </a:lnTo>
                  <a:lnTo>
                    <a:pt x="250021" y="29870"/>
                  </a:lnTo>
                  <a:lnTo>
                    <a:pt x="206733" y="7894"/>
                  </a:lnTo>
                  <a:lnTo>
                    <a:pt x="156972" y="0"/>
                  </a:lnTo>
                  <a:lnTo>
                    <a:pt x="107289" y="7894"/>
                  </a:lnTo>
                  <a:lnTo>
                    <a:pt x="64190" y="29870"/>
                  </a:lnTo>
                  <a:lnTo>
                    <a:pt x="30236" y="63367"/>
                  </a:lnTo>
                  <a:lnTo>
                    <a:pt x="7985" y="105826"/>
                  </a:lnTo>
                  <a:lnTo>
                    <a:pt x="0" y="154686"/>
                  </a:lnTo>
                  <a:lnTo>
                    <a:pt x="7985" y="203173"/>
                  </a:lnTo>
                  <a:lnTo>
                    <a:pt x="30236" y="245406"/>
                  </a:lnTo>
                  <a:lnTo>
                    <a:pt x="64190" y="278788"/>
                  </a:lnTo>
                  <a:lnTo>
                    <a:pt x="107289" y="300721"/>
                  </a:lnTo>
                  <a:lnTo>
                    <a:pt x="156972" y="308610"/>
                  </a:lnTo>
                  <a:lnTo>
                    <a:pt x="206733" y="300721"/>
                  </a:lnTo>
                  <a:lnTo>
                    <a:pt x="250021" y="278788"/>
                  </a:lnTo>
                  <a:lnTo>
                    <a:pt x="284201" y="245406"/>
                  </a:lnTo>
                  <a:lnTo>
                    <a:pt x="306640" y="203173"/>
                  </a:lnTo>
                  <a:lnTo>
                    <a:pt x="314706" y="15468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417466" y="5189096"/>
              <a:ext cx="314960" cy="308610"/>
            </a:xfrm>
            <a:custGeom>
              <a:avLst/>
              <a:gdLst/>
              <a:ahLst/>
              <a:cxnLst/>
              <a:rect l="l" t="t" r="r" b="b"/>
              <a:pathLst>
                <a:path w="314960" h="308610">
                  <a:moveTo>
                    <a:pt x="314706" y="154686"/>
                  </a:moveTo>
                  <a:lnTo>
                    <a:pt x="306640" y="105826"/>
                  </a:lnTo>
                  <a:lnTo>
                    <a:pt x="284201" y="63367"/>
                  </a:lnTo>
                  <a:lnTo>
                    <a:pt x="250021" y="29870"/>
                  </a:lnTo>
                  <a:lnTo>
                    <a:pt x="206733" y="7894"/>
                  </a:lnTo>
                  <a:lnTo>
                    <a:pt x="156972" y="0"/>
                  </a:lnTo>
                  <a:lnTo>
                    <a:pt x="107289" y="7894"/>
                  </a:lnTo>
                  <a:lnTo>
                    <a:pt x="64190" y="29870"/>
                  </a:lnTo>
                  <a:lnTo>
                    <a:pt x="30236" y="63367"/>
                  </a:lnTo>
                  <a:lnTo>
                    <a:pt x="7985" y="105826"/>
                  </a:lnTo>
                  <a:lnTo>
                    <a:pt x="0" y="154686"/>
                  </a:lnTo>
                  <a:lnTo>
                    <a:pt x="7985" y="203173"/>
                  </a:lnTo>
                  <a:lnTo>
                    <a:pt x="30236" y="245406"/>
                  </a:lnTo>
                  <a:lnTo>
                    <a:pt x="64190" y="278788"/>
                  </a:lnTo>
                  <a:lnTo>
                    <a:pt x="107289" y="300721"/>
                  </a:lnTo>
                  <a:lnTo>
                    <a:pt x="156972" y="308610"/>
                  </a:lnTo>
                  <a:lnTo>
                    <a:pt x="206733" y="300721"/>
                  </a:lnTo>
                  <a:lnTo>
                    <a:pt x="250021" y="278788"/>
                  </a:lnTo>
                  <a:lnTo>
                    <a:pt x="284201" y="245406"/>
                  </a:lnTo>
                  <a:lnTo>
                    <a:pt x="306640" y="203173"/>
                  </a:lnTo>
                  <a:lnTo>
                    <a:pt x="314706" y="154686"/>
                  </a:lnTo>
                </a:path>
              </a:pathLst>
            </a:custGeom>
            <a:ln w="6159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4518043" y="5201768"/>
            <a:ext cx="120650" cy="25336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sz="1500" b="1" spc="10" dirty="0">
                <a:solidFill>
                  <a:srgbClr val="797979"/>
                </a:solidFill>
                <a:latin typeface="Arial"/>
                <a:cs typeface="Arial"/>
              </a:rPr>
              <a:t>3</a:t>
            </a:r>
            <a:endParaRPr sz="1500">
              <a:latin typeface="Arial"/>
              <a:cs typeface="Arial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4414291" y="4444495"/>
            <a:ext cx="321310" cy="316230"/>
            <a:chOff x="4414291" y="4444495"/>
            <a:chExt cx="321310" cy="316230"/>
          </a:xfrm>
        </p:grpSpPr>
        <p:sp>
          <p:nvSpPr>
            <p:cNvPr id="14" name="object 14"/>
            <p:cNvSpPr/>
            <p:nvPr/>
          </p:nvSpPr>
          <p:spPr>
            <a:xfrm>
              <a:off x="4417466" y="4447670"/>
              <a:ext cx="314960" cy="309880"/>
            </a:xfrm>
            <a:custGeom>
              <a:avLst/>
              <a:gdLst/>
              <a:ahLst/>
              <a:cxnLst/>
              <a:rect l="l" t="t" r="r" b="b"/>
              <a:pathLst>
                <a:path w="314960" h="309879">
                  <a:moveTo>
                    <a:pt x="314706" y="154686"/>
                  </a:moveTo>
                  <a:lnTo>
                    <a:pt x="306640" y="105826"/>
                  </a:lnTo>
                  <a:lnTo>
                    <a:pt x="284201" y="63367"/>
                  </a:lnTo>
                  <a:lnTo>
                    <a:pt x="250021" y="29870"/>
                  </a:lnTo>
                  <a:lnTo>
                    <a:pt x="206733" y="7894"/>
                  </a:lnTo>
                  <a:lnTo>
                    <a:pt x="156972" y="0"/>
                  </a:lnTo>
                  <a:lnTo>
                    <a:pt x="107289" y="7894"/>
                  </a:lnTo>
                  <a:lnTo>
                    <a:pt x="64190" y="29870"/>
                  </a:lnTo>
                  <a:lnTo>
                    <a:pt x="30236" y="63367"/>
                  </a:lnTo>
                  <a:lnTo>
                    <a:pt x="7985" y="105826"/>
                  </a:lnTo>
                  <a:lnTo>
                    <a:pt x="0" y="154686"/>
                  </a:lnTo>
                  <a:lnTo>
                    <a:pt x="7985" y="203545"/>
                  </a:lnTo>
                  <a:lnTo>
                    <a:pt x="30236" y="246004"/>
                  </a:lnTo>
                  <a:lnTo>
                    <a:pt x="64190" y="279501"/>
                  </a:lnTo>
                  <a:lnTo>
                    <a:pt x="107289" y="301477"/>
                  </a:lnTo>
                  <a:lnTo>
                    <a:pt x="156972" y="309372"/>
                  </a:lnTo>
                  <a:lnTo>
                    <a:pt x="206733" y="301477"/>
                  </a:lnTo>
                  <a:lnTo>
                    <a:pt x="250021" y="279501"/>
                  </a:lnTo>
                  <a:lnTo>
                    <a:pt x="284201" y="246004"/>
                  </a:lnTo>
                  <a:lnTo>
                    <a:pt x="306640" y="203545"/>
                  </a:lnTo>
                  <a:lnTo>
                    <a:pt x="314706" y="15468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417466" y="4447670"/>
              <a:ext cx="314960" cy="309880"/>
            </a:xfrm>
            <a:custGeom>
              <a:avLst/>
              <a:gdLst/>
              <a:ahLst/>
              <a:cxnLst/>
              <a:rect l="l" t="t" r="r" b="b"/>
              <a:pathLst>
                <a:path w="314960" h="309879">
                  <a:moveTo>
                    <a:pt x="314706" y="154686"/>
                  </a:moveTo>
                  <a:lnTo>
                    <a:pt x="306640" y="105826"/>
                  </a:lnTo>
                  <a:lnTo>
                    <a:pt x="284201" y="63367"/>
                  </a:lnTo>
                  <a:lnTo>
                    <a:pt x="250021" y="29870"/>
                  </a:lnTo>
                  <a:lnTo>
                    <a:pt x="206733" y="7894"/>
                  </a:lnTo>
                  <a:lnTo>
                    <a:pt x="156972" y="0"/>
                  </a:lnTo>
                  <a:lnTo>
                    <a:pt x="107289" y="7894"/>
                  </a:lnTo>
                  <a:lnTo>
                    <a:pt x="64190" y="29870"/>
                  </a:lnTo>
                  <a:lnTo>
                    <a:pt x="30236" y="63367"/>
                  </a:lnTo>
                  <a:lnTo>
                    <a:pt x="7985" y="105826"/>
                  </a:lnTo>
                  <a:lnTo>
                    <a:pt x="0" y="154686"/>
                  </a:lnTo>
                  <a:lnTo>
                    <a:pt x="7985" y="203545"/>
                  </a:lnTo>
                  <a:lnTo>
                    <a:pt x="30236" y="246004"/>
                  </a:lnTo>
                  <a:lnTo>
                    <a:pt x="64190" y="279501"/>
                  </a:lnTo>
                  <a:lnTo>
                    <a:pt x="107289" y="301477"/>
                  </a:lnTo>
                  <a:lnTo>
                    <a:pt x="156972" y="309372"/>
                  </a:lnTo>
                  <a:lnTo>
                    <a:pt x="206733" y="301477"/>
                  </a:lnTo>
                  <a:lnTo>
                    <a:pt x="250021" y="279501"/>
                  </a:lnTo>
                  <a:lnTo>
                    <a:pt x="284201" y="246004"/>
                  </a:lnTo>
                  <a:lnTo>
                    <a:pt x="306640" y="203545"/>
                  </a:lnTo>
                  <a:lnTo>
                    <a:pt x="314706" y="154686"/>
                  </a:lnTo>
                </a:path>
              </a:pathLst>
            </a:custGeom>
            <a:ln w="6159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5209946" y="5201768"/>
            <a:ext cx="126364" cy="25336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sz="1500" b="1" u="heavy" spc="5" dirty="0">
                <a:solidFill>
                  <a:srgbClr val="797979"/>
                </a:solidFill>
                <a:uFill>
                  <a:solidFill>
                    <a:srgbClr val="797979"/>
                  </a:solidFill>
                </a:uFill>
                <a:latin typeface="Arial"/>
                <a:cs typeface="Arial"/>
              </a:rPr>
              <a:t> </a:t>
            </a:r>
            <a:r>
              <a:rPr sz="1500" b="1" u="heavy" spc="50" dirty="0">
                <a:solidFill>
                  <a:srgbClr val="797979"/>
                </a:solidFill>
                <a:uFill>
                  <a:solidFill>
                    <a:srgbClr val="797979"/>
                  </a:solidFill>
                </a:uFill>
                <a:latin typeface="Arial"/>
                <a:cs typeface="Arial"/>
              </a:rPr>
              <a:t> </a:t>
            </a:r>
            <a:endParaRPr sz="15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518043" y="4456532"/>
            <a:ext cx="120650" cy="25336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sz="1500" b="1" spc="10" dirty="0">
                <a:solidFill>
                  <a:srgbClr val="797979"/>
                </a:solidFill>
                <a:latin typeface="Arial"/>
                <a:cs typeface="Arial"/>
              </a:rPr>
              <a:t>4</a:t>
            </a:r>
            <a:endParaRPr sz="1500">
              <a:latin typeface="Arial"/>
              <a:cs typeface="Arial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5972137" y="4553779"/>
            <a:ext cx="790575" cy="777240"/>
            <a:chOff x="5972137" y="4553779"/>
            <a:chExt cx="790575" cy="777240"/>
          </a:xfrm>
        </p:grpSpPr>
        <p:sp>
          <p:nvSpPr>
            <p:cNvPr id="19" name="object 19"/>
            <p:cNvSpPr/>
            <p:nvPr/>
          </p:nvSpPr>
          <p:spPr>
            <a:xfrm>
              <a:off x="5990234" y="4571876"/>
              <a:ext cx="754380" cy="741045"/>
            </a:xfrm>
            <a:custGeom>
              <a:avLst/>
              <a:gdLst/>
              <a:ahLst/>
              <a:cxnLst/>
              <a:rect l="l" t="t" r="r" b="b"/>
              <a:pathLst>
                <a:path w="754379" h="741045">
                  <a:moveTo>
                    <a:pt x="754379" y="370331"/>
                  </a:moveTo>
                  <a:lnTo>
                    <a:pt x="751436" y="323789"/>
                  </a:lnTo>
                  <a:lnTo>
                    <a:pt x="742842" y="278998"/>
                  </a:lnTo>
                  <a:lnTo>
                    <a:pt x="728955" y="236299"/>
                  </a:lnTo>
                  <a:lnTo>
                    <a:pt x="710129" y="196038"/>
                  </a:lnTo>
                  <a:lnTo>
                    <a:pt x="686720" y="158557"/>
                  </a:lnTo>
                  <a:lnTo>
                    <a:pt x="659085" y="124199"/>
                  </a:lnTo>
                  <a:lnTo>
                    <a:pt x="627580" y="93308"/>
                  </a:lnTo>
                  <a:lnTo>
                    <a:pt x="592559" y="66228"/>
                  </a:lnTo>
                  <a:lnTo>
                    <a:pt x="554380" y="43301"/>
                  </a:lnTo>
                  <a:lnTo>
                    <a:pt x="513397" y="24872"/>
                  </a:lnTo>
                  <a:lnTo>
                    <a:pt x="469968" y="11283"/>
                  </a:lnTo>
                  <a:lnTo>
                    <a:pt x="424446" y="2878"/>
                  </a:lnTo>
                  <a:lnTo>
                    <a:pt x="377189" y="0"/>
                  </a:lnTo>
                  <a:lnTo>
                    <a:pt x="329783" y="2878"/>
                  </a:lnTo>
                  <a:lnTo>
                    <a:pt x="284160" y="11283"/>
                  </a:lnTo>
                  <a:lnTo>
                    <a:pt x="240669" y="24872"/>
                  </a:lnTo>
                  <a:lnTo>
                    <a:pt x="199662" y="43301"/>
                  </a:lnTo>
                  <a:lnTo>
                    <a:pt x="161487" y="66228"/>
                  </a:lnTo>
                  <a:lnTo>
                    <a:pt x="126493" y="93308"/>
                  </a:lnTo>
                  <a:lnTo>
                    <a:pt x="95031" y="124199"/>
                  </a:lnTo>
                  <a:lnTo>
                    <a:pt x="67451" y="158557"/>
                  </a:lnTo>
                  <a:lnTo>
                    <a:pt x="44100" y="196038"/>
                  </a:lnTo>
                  <a:lnTo>
                    <a:pt x="25331" y="236299"/>
                  </a:lnTo>
                  <a:lnTo>
                    <a:pt x="11491" y="278998"/>
                  </a:lnTo>
                  <a:lnTo>
                    <a:pt x="2931" y="323789"/>
                  </a:lnTo>
                  <a:lnTo>
                    <a:pt x="0" y="370331"/>
                  </a:lnTo>
                  <a:lnTo>
                    <a:pt x="2931" y="416724"/>
                  </a:lnTo>
                  <a:lnTo>
                    <a:pt x="11491" y="461414"/>
                  </a:lnTo>
                  <a:lnTo>
                    <a:pt x="25331" y="504052"/>
                  </a:lnTo>
                  <a:lnTo>
                    <a:pt x="44100" y="544288"/>
                  </a:lnTo>
                  <a:lnTo>
                    <a:pt x="67451" y="581773"/>
                  </a:lnTo>
                  <a:lnTo>
                    <a:pt x="95031" y="616158"/>
                  </a:lnTo>
                  <a:lnTo>
                    <a:pt x="126493" y="647093"/>
                  </a:lnTo>
                  <a:lnTo>
                    <a:pt x="161487" y="674227"/>
                  </a:lnTo>
                  <a:lnTo>
                    <a:pt x="199662" y="697212"/>
                  </a:lnTo>
                  <a:lnTo>
                    <a:pt x="240669" y="715698"/>
                  </a:lnTo>
                  <a:lnTo>
                    <a:pt x="284160" y="729334"/>
                  </a:lnTo>
                  <a:lnTo>
                    <a:pt x="329783" y="737773"/>
                  </a:lnTo>
                  <a:lnTo>
                    <a:pt x="377189" y="740663"/>
                  </a:lnTo>
                  <a:lnTo>
                    <a:pt x="424446" y="737773"/>
                  </a:lnTo>
                  <a:lnTo>
                    <a:pt x="469968" y="729334"/>
                  </a:lnTo>
                  <a:lnTo>
                    <a:pt x="513397" y="715698"/>
                  </a:lnTo>
                  <a:lnTo>
                    <a:pt x="554380" y="697212"/>
                  </a:lnTo>
                  <a:lnTo>
                    <a:pt x="592559" y="674227"/>
                  </a:lnTo>
                  <a:lnTo>
                    <a:pt x="627580" y="647093"/>
                  </a:lnTo>
                  <a:lnTo>
                    <a:pt x="659085" y="616158"/>
                  </a:lnTo>
                  <a:lnTo>
                    <a:pt x="686720" y="581773"/>
                  </a:lnTo>
                  <a:lnTo>
                    <a:pt x="710129" y="544288"/>
                  </a:lnTo>
                  <a:lnTo>
                    <a:pt x="728955" y="504052"/>
                  </a:lnTo>
                  <a:lnTo>
                    <a:pt x="742842" y="461414"/>
                  </a:lnTo>
                  <a:lnTo>
                    <a:pt x="751436" y="416724"/>
                  </a:lnTo>
                  <a:lnTo>
                    <a:pt x="754379" y="37033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990234" y="4571876"/>
              <a:ext cx="754380" cy="741045"/>
            </a:xfrm>
            <a:custGeom>
              <a:avLst/>
              <a:gdLst/>
              <a:ahLst/>
              <a:cxnLst/>
              <a:rect l="l" t="t" r="r" b="b"/>
              <a:pathLst>
                <a:path w="754379" h="741045">
                  <a:moveTo>
                    <a:pt x="754379" y="370331"/>
                  </a:moveTo>
                  <a:lnTo>
                    <a:pt x="751436" y="323789"/>
                  </a:lnTo>
                  <a:lnTo>
                    <a:pt x="742842" y="278998"/>
                  </a:lnTo>
                  <a:lnTo>
                    <a:pt x="728955" y="236299"/>
                  </a:lnTo>
                  <a:lnTo>
                    <a:pt x="710129" y="196038"/>
                  </a:lnTo>
                  <a:lnTo>
                    <a:pt x="686720" y="158557"/>
                  </a:lnTo>
                  <a:lnTo>
                    <a:pt x="659085" y="124199"/>
                  </a:lnTo>
                  <a:lnTo>
                    <a:pt x="627580" y="93308"/>
                  </a:lnTo>
                  <a:lnTo>
                    <a:pt x="592559" y="66228"/>
                  </a:lnTo>
                  <a:lnTo>
                    <a:pt x="554380" y="43301"/>
                  </a:lnTo>
                  <a:lnTo>
                    <a:pt x="513397" y="24872"/>
                  </a:lnTo>
                  <a:lnTo>
                    <a:pt x="469968" y="11283"/>
                  </a:lnTo>
                  <a:lnTo>
                    <a:pt x="424446" y="2878"/>
                  </a:lnTo>
                  <a:lnTo>
                    <a:pt x="377189" y="0"/>
                  </a:lnTo>
                  <a:lnTo>
                    <a:pt x="329783" y="2878"/>
                  </a:lnTo>
                  <a:lnTo>
                    <a:pt x="284160" y="11283"/>
                  </a:lnTo>
                  <a:lnTo>
                    <a:pt x="240669" y="24872"/>
                  </a:lnTo>
                  <a:lnTo>
                    <a:pt x="199662" y="43301"/>
                  </a:lnTo>
                  <a:lnTo>
                    <a:pt x="161487" y="66228"/>
                  </a:lnTo>
                  <a:lnTo>
                    <a:pt x="126493" y="93308"/>
                  </a:lnTo>
                  <a:lnTo>
                    <a:pt x="95031" y="124199"/>
                  </a:lnTo>
                  <a:lnTo>
                    <a:pt x="67451" y="158557"/>
                  </a:lnTo>
                  <a:lnTo>
                    <a:pt x="44100" y="196038"/>
                  </a:lnTo>
                  <a:lnTo>
                    <a:pt x="25331" y="236299"/>
                  </a:lnTo>
                  <a:lnTo>
                    <a:pt x="11491" y="278998"/>
                  </a:lnTo>
                  <a:lnTo>
                    <a:pt x="2931" y="323789"/>
                  </a:lnTo>
                  <a:lnTo>
                    <a:pt x="0" y="370331"/>
                  </a:lnTo>
                  <a:lnTo>
                    <a:pt x="2931" y="416724"/>
                  </a:lnTo>
                  <a:lnTo>
                    <a:pt x="11491" y="461414"/>
                  </a:lnTo>
                  <a:lnTo>
                    <a:pt x="25331" y="504052"/>
                  </a:lnTo>
                  <a:lnTo>
                    <a:pt x="44100" y="544288"/>
                  </a:lnTo>
                  <a:lnTo>
                    <a:pt x="67451" y="581773"/>
                  </a:lnTo>
                  <a:lnTo>
                    <a:pt x="95031" y="616158"/>
                  </a:lnTo>
                  <a:lnTo>
                    <a:pt x="126493" y="647093"/>
                  </a:lnTo>
                  <a:lnTo>
                    <a:pt x="161487" y="674227"/>
                  </a:lnTo>
                  <a:lnTo>
                    <a:pt x="199662" y="697212"/>
                  </a:lnTo>
                  <a:lnTo>
                    <a:pt x="240669" y="715698"/>
                  </a:lnTo>
                  <a:lnTo>
                    <a:pt x="284160" y="729334"/>
                  </a:lnTo>
                  <a:lnTo>
                    <a:pt x="329783" y="737773"/>
                  </a:lnTo>
                  <a:lnTo>
                    <a:pt x="377189" y="740663"/>
                  </a:lnTo>
                  <a:lnTo>
                    <a:pt x="424446" y="737773"/>
                  </a:lnTo>
                  <a:lnTo>
                    <a:pt x="469968" y="729334"/>
                  </a:lnTo>
                  <a:lnTo>
                    <a:pt x="513397" y="715698"/>
                  </a:lnTo>
                  <a:lnTo>
                    <a:pt x="554380" y="697212"/>
                  </a:lnTo>
                  <a:lnTo>
                    <a:pt x="592559" y="674227"/>
                  </a:lnTo>
                  <a:lnTo>
                    <a:pt x="627580" y="647093"/>
                  </a:lnTo>
                  <a:lnTo>
                    <a:pt x="659085" y="616158"/>
                  </a:lnTo>
                  <a:lnTo>
                    <a:pt x="686720" y="581773"/>
                  </a:lnTo>
                  <a:lnTo>
                    <a:pt x="710129" y="544288"/>
                  </a:lnTo>
                  <a:lnTo>
                    <a:pt x="728955" y="504052"/>
                  </a:lnTo>
                  <a:lnTo>
                    <a:pt x="742842" y="461414"/>
                  </a:lnTo>
                  <a:lnTo>
                    <a:pt x="751436" y="416724"/>
                  </a:lnTo>
                  <a:lnTo>
                    <a:pt x="754379" y="370331"/>
                  </a:lnTo>
                </a:path>
              </a:pathLst>
            </a:custGeom>
            <a:ln w="357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6115951" y="4695320"/>
              <a:ext cx="502920" cy="494030"/>
            </a:xfrm>
            <a:custGeom>
              <a:avLst/>
              <a:gdLst/>
              <a:ahLst/>
              <a:cxnLst/>
              <a:rect l="l" t="t" r="r" b="b"/>
              <a:pathLst>
                <a:path w="502920" h="494029">
                  <a:moveTo>
                    <a:pt x="502920" y="246887"/>
                  </a:moveTo>
                  <a:lnTo>
                    <a:pt x="498862" y="202497"/>
                  </a:lnTo>
                  <a:lnTo>
                    <a:pt x="487165" y="160722"/>
                  </a:lnTo>
                  <a:lnTo>
                    <a:pt x="468545" y="122258"/>
                  </a:lnTo>
                  <a:lnTo>
                    <a:pt x="443716" y="87802"/>
                  </a:lnTo>
                  <a:lnTo>
                    <a:pt x="413392" y="58049"/>
                  </a:lnTo>
                  <a:lnTo>
                    <a:pt x="378290" y="33697"/>
                  </a:lnTo>
                  <a:lnTo>
                    <a:pt x="339124" y="15440"/>
                  </a:lnTo>
                  <a:lnTo>
                    <a:pt x="296609" y="3976"/>
                  </a:lnTo>
                  <a:lnTo>
                    <a:pt x="251460" y="0"/>
                  </a:lnTo>
                  <a:lnTo>
                    <a:pt x="206310" y="3976"/>
                  </a:lnTo>
                  <a:lnTo>
                    <a:pt x="163795" y="15440"/>
                  </a:lnTo>
                  <a:lnTo>
                    <a:pt x="124629" y="33697"/>
                  </a:lnTo>
                  <a:lnTo>
                    <a:pt x="89527" y="58049"/>
                  </a:lnTo>
                  <a:lnTo>
                    <a:pt x="59203" y="87802"/>
                  </a:lnTo>
                  <a:lnTo>
                    <a:pt x="34374" y="122258"/>
                  </a:lnTo>
                  <a:lnTo>
                    <a:pt x="15754" y="160722"/>
                  </a:lnTo>
                  <a:lnTo>
                    <a:pt x="4057" y="202497"/>
                  </a:lnTo>
                  <a:lnTo>
                    <a:pt x="0" y="246888"/>
                  </a:lnTo>
                  <a:lnTo>
                    <a:pt x="4057" y="291278"/>
                  </a:lnTo>
                  <a:lnTo>
                    <a:pt x="15754" y="333053"/>
                  </a:lnTo>
                  <a:lnTo>
                    <a:pt x="34374" y="371517"/>
                  </a:lnTo>
                  <a:lnTo>
                    <a:pt x="59203" y="405973"/>
                  </a:lnTo>
                  <a:lnTo>
                    <a:pt x="89527" y="435726"/>
                  </a:lnTo>
                  <a:lnTo>
                    <a:pt x="124629" y="460078"/>
                  </a:lnTo>
                  <a:lnTo>
                    <a:pt x="163795" y="478335"/>
                  </a:lnTo>
                  <a:lnTo>
                    <a:pt x="206310" y="489799"/>
                  </a:lnTo>
                  <a:lnTo>
                    <a:pt x="251460" y="493775"/>
                  </a:lnTo>
                  <a:lnTo>
                    <a:pt x="296609" y="489799"/>
                  </a:lnTo>
                  <a:lnTo>
                    <a:pt x="339124" y="478335"/>
                  </a:lnTo>
                  <a:lnTo>
                    <a:pt x="378290" y="460078"/>
                  </a:lnTo>
                  <a:lnTo>
                    <a:pt x="413392" y="435726"/>
                  </a:lnTo>
                  <a:lnTo>
                    <a:pt x="443716" y="405973"/>
                  </a:lnTo>
                  <a:lnTo>
                    <a:pt x="468545" y="371517"/>
                  </a:lnTo>
                  <a:lnTo>
                    <a:pt x="487165" y="333053"/>
                  </a:lnTo>
                  <a:lnTo>
                    <a:pt x="498862" y="291278"/>
                  </a:lnTo>
                  <a:lnTo>
                    <a:pt x="502920" y="24688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6115951" y="4695320"/>
              <a:ext cx="502920" cy="494030"/>
            </a:xfrm>
            <a:custGeom>
              <a:avLst/>
              <a:gdLst/>
              <a:ahLst/>
              <a:cxnLst/>
              <a:rect l="l" t="t" r="r" b="b"/>
              <a:pathLst>
                <a:path w="502920" h="494029">
                  <a:moveTo>
                    <a:pt x="502920" y="246887"/>
                  </a:moveTo>
                  <a:lnTo>
                    <a:pt x="498862" y="202497"/>
                  </a:lnTo>
                  <a:lnTo>
                    <a:pt x="487165" y="160722"/>
                  </a:lnTo>
                  <a:lnTo>
                    <a:pt x="468545" y="122258"/>
                  </a:lnTo>
                  <a:lnTo>
                    <a:pt x="443716" y="87802"/>
                  </a:lnTo>
                  <a:lnTo>
                    <a:pt x="413392" y="58049"/>
                  </a:lnTo>
                  <a:lnTo>
                    <a:pt x="378290" y="33697"/>
                  </a:lnTo>
                  <a:lnTo>
                    <a:pt x="339124" y="15440"/>
                  </a:lnTo>
                  <a:lnTo>
                    <a:pt x="296609" y="3976"/>
                  </a:lnTo>
                  <a:lnTo>
                    <a:pt x="251460" y="0"/>
                  </a:lnTo>
                  <a:lnTo>
                    <a:pt x="206310" y="3976"/>
                  </a:lnTo>
                  <a:lnTo>
                    <a:pt x="163795" y="15440"/>
                  </a:lnTo>
                  <a:lnTo>
                    <a:pt x="124629" y="33697"/>
                  </a:lnTo>
                  <a:lnTo>
                    <a:pt x="89527" y="58049"/>
                  </a:lnTo>
                  <a:lnTo>
                    <a:pt x="59203" y="87802"/>
                  </a:lnTo>
                  <a:lnTo>
                    <a:pt x="34374" y="122258"/>
                  </a:lnTo>
                  <a:lnTo>
                    <a:pt x="15754" y="160722"/>
                  </a:lnTo>
                  <a:lnTo>
                    <a:pt x="4057" y="202497"/>
                  </a:lnTo>
                  <a:lnTo>
                    <a:pt x="0" y="246888"/>
                  </a:lnTo>
                  <a:lnTo>
                    <a:pt x="4057" y="291278"/>
                  </a:lnTo>
                  <a:lnTo>
                    <a:pt x="15754" y="333053"/>
                  </a:lnTo>
                  <a:lnTo>
                    <a:pt x="34374" y="371517"/>
                  </a:lnTo>
                  <a:lnTo>
                    <a:pt x="59203" y="405973"/>
                  </a:lnTo>
                  <a:lnTo>
                    <a:pt x="89527" y="435726"/>
                  </a:lnTo>
                  <a:lnTo>
                    <a:pt x="124629" y="460078"/>
                  </a:lnTo>
                  <a:lnTo>
                    <a:pt x="163795" y="478335"/>
                  </a:lnTo>
                  <a:lnTo>
                    <a:pt x="206310" y="489799"/>
                  </a:lnTo>
                  <a:lnTo>
                    <a:pt x="251460" y="493775"/>
                  </a:lnTo>
                  <a:lnTo>
                    <a:pt x="296609" y="489799"/>
                  </a:lnTo>
                  <a:lnTo>
                    <a:pt x="339124" y="478335"/>
                  </a:lnTo>
                  <a:lnTo>
                    <a:pt x="378290" y="460078"/>
                  </a:lnTo>
                  <a:lnTo>
                    <a:pt x="413392" y="435726"/>
                  </a:lnTo>
                  <a:lnTo>
                    <a:pt x="443716" y="405973"/>
                  </a:lnTo>
                  <a:lnTo>
                    <a:pt x="468545" y="371517"/>
                  </a:lnTo>
                  <a:lnTo>
                    <a:pt x="487165" y="333053"/>
                  </a:lnTo>
                  <a:lnTo>
                    <a:pt x="498862" y="291278"/>
                  </a:lnTo>
                  <a:lnTo>
                    <a:pt x="502920" y="246887"/>
                  </a:lnTo>
                </a:path>
              </a:pathLst>
            </a:custGeom>
            <a:ln w="357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6314840" y="4855430"/>
            <a:ext cx="114935" cy="15113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sz="800" spc="-10" dirty="0">
                <a:solidFill>
                  <a:srgbClr val="797979"/>
                </a:solidFill>
                <a:latin typeface="Microsoft Sans Serif"/>
                <a:cs typeface="Microsoft Sans Serif"/>
              </a:rPr>
              <a:t>-</a:t>
            </a:r>
            <a:r>
              <a:rPr sz="800" spc="-15" dirty="0">
                <a:solidFill>
                  <a:srgbClr val="797979"/>
                </a:solidFill>
                <a:latin typeface="Microsoft Sans Serif"/>
                <a:cs typeface="Microsoft Sans Serif"/>
              </a:rPr>
              <a:t>-</a:t>
            </a:r>
            <a:r>
              <a:rPr sz="800" spc="10" dirty="0">
                <a:solidFill>
                  <a:srgbClr val="797979"/>
                </a:solidFill>
                <a:latin typeface="Microsoft Sans Serif"/>
                <a:cs typeface="Microsoft Sans Serif"/>
              </a:rPr>
              <a:t>-</a:t>
            </a:r>
            <a:endParaRPr sz="800">
              <a:latin typeface="Microsoft Sans Serif"/>
              <a:cs typeface="Microsoft Sans Serif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4768291" y="3336992"/>
            <a:ext cx="3551554" cy="2273300"/>
            <a:chOff x="4768291" y="3336992"/>
            <a:chExt cx="3551554" cy="2273300"/>
          </a:xfrm>
        </p:grpSpPr>
        <p:sp>
          <p:nvSpPr>
            <p:cNvPr id="25" name="object 25"/>
            <p:cNvSpPr/>
            <p:nvPr/>
          </p:nvSpPr>
          <p:spPr>
            <a:xfrm>
              <a:off x="4808359" y="5280536"/>
              <a:ext cx="1104900" cy="155575"/>
            </a:xfrm>
            <a:custGeom>
              <a:avLst/>
              <a:gdLst/>
              <a:ahLst/>
              <a:cxnLst/>
              <a:rect l="l" t="t" r="r" b="b"/>
              <a:pathLst>
                <a:path w="1104900" h="155575">
                  <a:moveTo>
                    <a:pt x="1104900" y="0"/>
                  </a:moveTo>
                  <a:lnTo>
                    <a:pt x="746760" y="155448"/>
                  </a:lnTo>
                  <a:lnTo>
                    <a:pt x="0" y="155448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822075" y="5065653"/>
              <a:ext cx="1042035" cy="123825"/>
            </a:xfrm>
            <a:custGeom>
              <a:avLst/>
              <a:gdLst/>
              <a:ahLst/>
              <a:cxnLst/>
              <a:rect l="l" t="t" r="r" b="b"/>
              <a:pathLst>
                <a:path w="1042035" h="123825">
                  <a:moveTo>
                    <a:pt x="1041653" y="0"/>
                  </a:moveTo>
                  <a:lnTo>
                    <a:pt x="691895" y="123444"/>
                  </a:lnTo>
                  <a:lnTo>
                    <a:pt x="0" y="123444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109362" y="5312540"/>
              <a:ext cx="276860" cy="271780"/>
            </a:xfrm>
            <a:custGeom>
              <a:avLst/>
              <a:gdLst/>
              <a:ahLst/>
              <a:cxnLst/>
              <a:rect l="l" t="t" r="r" b="b"/>
              <a:pathLst>
                <a:path w="276860" h="271779">
                  <a:moveTo>
                    <a:pt x="276606" y="136398"/>
                  </a:moveTo>
                  <a:lnTo>
                    <a:pt x="269577" y="93244"/>
                  </a:lnTo>
                  <a:lnTo>
                    <a:pt x="250003" y="55796"/>
                  </a:lnTo>
                  <a:lnTo>
                    <a:pt x="220150" y="26285"/>
                  </a:lnTo>
                  <a:lnTo>
                    <a:pt x="182288" y="6943"/>
                  </a:lnTo>
                  <a:lnTo>
                    <a:pt x="138684" y="0"/>
                  </a:lnTo>
                  <a:lnTo>
                    <a:pt x="94707" y="6943"/>
                  </a:lnTo>
                  <a:lnTo>
                    <a:pt x="56619" y="26285"/>
                  </a:lnTo>
                  <a:lnTo>
                    <a:pt x="26651" y="55796"/>
                  </a:lnTo>
                  <a:lnTo>
                    <a:pt x="7034" y="93244"/>
                  </a:lnTo>
                  <a:lnTo>
                    <a:pt x="0" y="136398"/>
                  </a:lnTo>
                  <a:lnTo>
                    <a:pt x="7034" y="179100"/>
                  </a:lnTo>
                  <a:lnTo>
                    <a:pt x="26651" y="216133"/>
                  </a:lnTo>
                  <a:lnTo>
                    <a:pt x="56619" y="245303"/>
                  </a:lnTo>
                  <a:lnTo>
                    <a:pt x="94707" y="264414"/>
                  </a:lnTo>
                  <a:lnTo>
                    <a:pt x="138684" y="271272"/>
                  </a:lnTo>
                  <a:lnTo>
                    <a:pt x="182288" y="264414"/>
                  </a:lnTo>
                  <a:lnTo>
                    <a:pt x="220150" y="245303"/>
                  </a:lnTo>
                  <a:lnTo>
                    <a:pt x="250003" y="216133"/>
                  </a:lnTo>
                  <a:lnTo>
                    <a:pt x="269577" y="179100"/>
                  </a:lnTo>
                  <a:lnTo>
                    <a:pt x="276606" y="13639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109362" y="5312540"/>
              <a:ext cx="276860" cy="271780"/>
            </a:xfrm>
            <a:custGeom>
              <a:avLst/>
              <a:gdLst/>
              <a:ahLst/>
              <a:cxnLst/>
              <a:rect l="l" t="t" r="r" b="b"/>
              <a:pathLst>
                <a:path w="276860" h="271779">
                  <a:moveTo>
                    <a:pt x="0" y="136398"/>
                  </a:moveTo>
                  <a:lnTo>
                    <a:pt x="7034" y="93244"/>
                  </a:lnTo>
                  <a:lnTo>
                    <a:pt x="26651" y="55796"/>
                  </a:lnTo>
                  <a:lnTo>
                    <a:pt x="56619" y="26285"/>
                  </a:lnTo>
                  <a:lnTo>
                    <a:pt x="94707" y="6943"/>
                  </a:lnTo>
                  <a:lnTo>
                    <a:pt x="138684" y="0"/>
                  </a:lnTo>
                  <a:lnTo>
                    <a:pt x="182288" y="6943"/>
                  </a:lnTo>
                  <a:lnTo>
                    <a:pt x="220150" y="26285"/>
                  </a:lnTo>
                  <a:lnTo>
                    <a:pt x="250003" y="55796"/>
                  </a:lnTo>
                  <a:lnTo>
                    <a:pt x="269577" y="93244"/>
                  </a:lnTo>
                  <a:lnTo>
                    <a:pt x="276606" y="136398"/>
                  </a:lnTo>
                  <a:lnTo>
                    <a:pt x="269577" y="179100"/>
                  </a:lnTo>
                  <a:lnTo>
                    <a:pt x="250003" y="216133"/>
                  </a:lnTo>
                  <a:lnTo>
                    <a:pt x="220150" y="245303"/>
                  </a:lnTo>
                  <a:lnTo>
                    <a:pt x="182288" y="264414"/>
                  </a:lnTo>
                  <a:lnTo>
                    <a:pt x="138684" y="271272"/>
                  </a:lnTo>
                  <a:lnTo>
                    <a:pt x="94707" y="264414"/>
                  </a:lnTo>
                  <a:lnTo>
                    <a:pt x="56619" y="245303"/>
                  </a:lnTo>
                  <a:lnTo>
                    <a:pt x="26651" y="216133"/>
                  </a:lnTo>
                  <a:lnTo>
                    <a:pt x="7034" y="179100"/>
                  </a:lnTo>
                  <a:lnTo>
                    <a:pt x="0" y="136398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248046" y="5374262"/>
              <a:ext cx="75565" cy="148590"/>
            </a:xfrm>
            <a:custGeom>
              <a:avLst/>
              <a:gdLst/>
              <a:ahLst/>
              <a:cxnLst/>
              <a:rect l="l" t="t" r="r" b="b"/>
              <a:pathLst>
                <a:path w="75564" h="148589">
                  <a:moveTo>
                    <a:pt x="0" y="0"/>
                  </a:moveTo>
                  <a:lnTo>
                    <a:pt x="75438" y="74676"/>
                  </a:lnTo>
                  <a:lnTo>
                    <a:pt x="0" y="148590"/>
                  </a:lnTo>
                </a:path>
              </a:pathLst>
            </a:custGeom>
            <a:ln w="27520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6821576" y="5280536"/>
              <a:ext cx="1104265" cy="155575"/>
            </a:xfrm>
            <a:custGeom>
              <a:avLst/>
              <a:gdLst/>
              <a:ahLst/>
              <a:cxnLst/>
              <a:rect l="l" t="t" r="r" b="b"/>
              <a:pathLst>
                <a:path w="1104265" h="155575">
                  <a:moveTo>
                    <a:pt x="0" y="0"/>
                  </a:moveTo>
                  <a:lnTo>
                    <a:pt x="358140" y="155447"/>
                  </a:lnTo>
                  <a:lnTo>
                    <a:pt x="1104138" y="155447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870344" y="5065653"/>
              <a:ext cx="1042035" cy="123825"/>
            </a:xfrm>
            <a:custGeom>
              <a:avLst/>
              <a:gdLst/>
              <a:ahLst/>
              <a:cxnLst/>
              <a:rect l="l" t="t" r="r" b="b"/>
              <a:pathLst>
                <a:path w="1042034" h="123825">
                  <a:moveTo>
                    <a:pt x="0" y="0"/>
                  </a:moveTo>
                  <a:lnTo>
                    <a:pt x="349758" y="123443"/>
                  </a:lnTo>
                  <a:lnTo>
                    <a:pt x="1041654" y="123443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7348105" y="5312540"/>
              <a:ext cx="276860" cy="271780"/>
            </a:xfrm>
            <a:custGeom>
              <a:avLst/>
              <a:gdLst/>
              <a:ahLst/>
              <a:cxnLst/>
              <a:rect l="l" t="t" r="r" b="b"/>
              <a:pathLst>
                <a:path w="276859" h="271779">
                  <a:moveTo>
                    <a:pt x="276605" y="136398"/>
                  </a:moveTo>
                  <a:lnTo>
                    <a:pt x="269577" y="93244"/>
                  </a:lnTo>
                  <a:lnTo>
                    <a:pt x="250003" y="55796"/>
                  </a:lnTo>
                  <a:lnTo>
                    <a:pt x="220150" y="26285"/>
                  </a:lnTo>
                  <a:lnTo>
                    <a:pt x="182288" y="6943"/>
                  </a:lnTo>
                  <a:lnTo>
                    <a:pt x="138683" y="0"/>
                  </a:lnTo>
                  <a:lnTo>
                    <a:pt x="95000" y="6943"/>
                  </a:lnTo>
                  <a:lnTo>
                    <a:pt x="56948" y="26285"/>
                  </a:lnTo>
                  <a:lnTo>
                    <a:pt x="26871" y="55796"/>
                  </a:lnTo>
                  <a:lnTo>
                    <a:pt x="7107" y="93244"/>
                  </a:lnTo>
                  <a:lnTo>
                    <a:pt x="0" y="136398"/>
                  </a:lnTo>
                  <a:lnTo>
                    <a:pt x="7107" y="179100"/>
                  </a:lnTo>
                  <a:lnTo>
                    <a:pt x="26871" y="216133"/>
                  </a:lnTo>
                  <a:lnTo>
                    <a:pt x="56948" y="245303"/>
                  </a:lnTo>
                  <a:lnTo>
                    <a:pt x="95000" y="264414"/>
                  </a:lnTo>
                  <a:lnTo>
                    <a:pt x="138683" y="271272"/>
                  </a:lnTo>
                  <a:lnTo>
                    <a:pt x="182288" y="264414"/>
                  </a:lnTo>
                  <a:lnTo>
                    <a:pt x="220150" y="245303"/>
                  </a:lnTo>
                  <a:lnTo>
                    <a:pt x="250003" y="216133"/>
                  </a:lnTo>
                  <a:lnTo>
                    <a:pt x="269577" y="179100"/>
                  </a:lnTo>
                  <a:lnTo>
                    <a:pt x="276605" y="13639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7348105" y="5312540"/>
              <a:ext cx="276860" cy="271780"/>
            </a:xfrm>
            <a:custGeom>
              <a:avLst/>
              <a:gdLst/>
              <a:ahLst/>
              <a:cxnLst/>
              <a:rect l="l" t="t" r="r" b="b"/>
              <a:pathLst>
                <a:path w="276859" h="271779">
                  <a:moveTo>
                    <a:pt x="276605" y="136398"/>
                  </a:moveTo>
                  <a:lnTo>
                    <a:pt x="269577" y="93244"/>
                  </a:lnTo>
                  <a:lnTo>
                    <a:pt x="250003" y="55796"/>
                  </a:lnTo>
                  <a:lnTo>
                    <a:pt x="220150" y="26285"/>
                  </a:lnTo>
                  <a:lnTo>
                    <a:pt x="182288" y="6943"/>
                  </a:lnTo>
                  <a:lnTo>
                    <a:pt x="138683" y="0"/>
                  </a:lnTo>
                  <a:lnTo>
                    <a:pt x="95000" y="6943"/>
                  </a:lnTo>
                  <a:lnTo>
                    <a:pt x="56948" y="26285"/>
                  </a:lnTo>
                  <a:lnTo>
                    <a:pt x="26871" y="55796"/>
                  </a:lnTo>
                  <a:lnTo>
                    <a:pt x="7107" y="93244"/>
                  </a:lnTo>
                  <a:lnTo>
                    <a:pt x="0" y="136398"/>
                  </a:lnTo>
                  <a:lnTo>
                    <a:pt x="7107" y="179100"/>
                  </a:lnTo>
                  <a:lnTo>
                    <a:pt x="26871" y="216133"/>
                  </a:lnTo>
                  <a:lnTo>
                    <a:pt x="56948" y="245303"/>
                  </a:lnTo>
                  <a:lnTo>
                    <a:pt x="95000" y="264414"/>
                  </a:lnTo>
                  <a:lnTo>
                    <a:pt x="138683" y="271272"/>
                  </a:lnTo>
                  <a:lnTo>
                    <a:pt x="182288" y="264414"/>
                  </a:lnTo>
                  <a:lnTo>
                    <a:pt x="220150" y="245303"/>
                  </a:lnTo>
                  <a:lnTo>
                    <a:pt x="250003" y="216133"/>
                  </a:lnTo>
                  <a:lnTo>
                    <a:pt x="269577" y="179100"/>
                  </a:lnTo>
                  <a:lnTo>
                    <a:pt x="276605" y="136398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7411364" y="5374262"/>
              <a:ext cx="75565" cy="148590"/>
            </a:xfrm>
            <a:custGeom>
              <a:avLst/>
              <a:gdLst/>
              <a:ahLst/>
              <a:cxnLst/>
              <a:rect l="l" t="t" r="r" b="b"/>
              <a:pathLst>
                <a:path w="75565" h="148589">
                  <a:moveTo>
                    <a:pt x="75438" y="0"/>
                  </a:moveTo>
                  <a:lnTo>
                    <a:pt x="0" y="74676"/>
                  </a:lnTo>
                  <a:lnTo>
                    <a:pt x="75438" y="148590"/>
                  </a:lnTo>
                </a:path>
              </a:pathLst>
            </a:custGeom>
            <a:ln w="27520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7411364" y="5448938"/>
              <a:ext cx="113030" cy="0"/>
            </a:xfrm>
            <a:custGeom>
              <a:avLst/>
              <a:gdLst/>
              <a:ahLst/>
              <a:cxnLst/>
              <a:rect l="l" t="t" r="r" b="b"/>
              <a:pathLst>
                <a:path w="113029">
                  <a:moveTo>
                    <a:pt x="0" y="0"/>
                  </a:moveTo>
                  <a:lnTo>
                    <a:pt x="112776" y="0"/>
                  </a:lnTo>
                </a:path>
              </a:pathLst>
            </a:custGeom>
            <a:ln w="27520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794643" y="4472816"/>
              <a:ext cx="1104900" cy="155575"/>
            </a:xfrm>
            <a:custGeom>
              <a:avLst/>
              <a:gdLst/>
              <a:ahLst/>
              <a:cxnLst/>
              <a:rect l="l" t="t" r="r" b="b"/>
              <a:pathLst>
                <a:path w="1104900" h="155575">
                  <a:moveTo>
                    <a:pt x="1104900" y="155448"/>
                  </a:moveTo>
                  <a:lnTo>
                    <a:pt x="746760" y="0"/>
                  </a:lnTo>
                  <a:lnTo>
                    <a:pt x="0" y="0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808359" y="4719704"/>
              <a:ext cx="1042035" cy="123825"/>
            </a:xfrm>
            <a:custGeom>
              <a:avLst/>
              <a:gdLst/>
              <a:ahLst/>
              <a:cxnLst/>
              <a:rect l="l" t="t" r="r" b="b"/>
              <a:pathLst>
                <a:path w="1042035" h="123825">
                  <a:moveTo>
                    <a:pt x="1041653" y="123444"/>
                  </a:moveTo>
                  <a:lnTo>
                    <a:pt x="691895" y="0"/>
                  </a:lnTo>
                  <a:lnTo>
                    <a:pt x="0" y="0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5097170" y="4596260"/>
              <a:ext cx="276860" cy="272415"/>
            </a:xfrm>
            <a:custGeom>
              <a:avLst/>
              <a:gdLst/>
              <a:ahLst/>
              <a:cxnLst/>
              <a:rect l="l" t="t" r="r" b="b"/>
              <a:pathLst>
                <a:path w="276860" h="272414">
                  <a:moveTo>
                    <a:pt x="276606" y="135636"/>
                  </a:moveTo>
                  <a:lnTo>
                    <a:pt x="269498" y="92854"/>
                  </a:lnTo>
                  <a:lnTo>
                    <a:pt x="249734" y="55632"/>
                  </a:lnTo>
                  <a:lnTo>
                    <a:pt x="219657" y="26237"/>
                  </a:lnTo>
                  <a:lnTo>
                    <a:pt x="181605" y="6937"/>
                  </a:lnTo>
                  <a:lnTo>
                    <a:pt x="137922" y="0"/>
                  </a:lnTo>
                  <a:lnTo>
                    <a:pt x="94317" y="6937"/>
                  </a:lnTo>
                  <a:lnTo>
                    <a:pt x="56455" y="26237"/>
                  </a:lnTo>
                  <a:lnTo>
                    <a:pt x="26602" y="55632"/>
                  </a:lnTo>
                  <a:lnTo>
                    <a:pt x="7028" y="92854"/>
                  </a:lnTo>
                  <a:lnTo>
                    <a:pt x="0" y="135636"/>
                  </a:lnTo>
                  <a:lnTo>
                    <a:pt x="7028" y="178789"/>
                  </a:lnTo>
                  <a:lnTo>
                    <a:pt x="26602" y="216237"/>
                  </a:lnTo>
                  <a:lnTo>
                    <a:pt x="56455" y="245748"/>
                  </a:lnTo>
                  <a:lnTo>
                    <a:pt x="94317" y="265090"/>
                  </a:lnTo>
                  <a:lnTo>
                    <a:pt x="137922" y="272034"/>
                  </a:lnTo>
                  <a:lnTo>
                    <a:pt x="181605" y="265090"/>
                  </a:lnTo>
                  <a:lnTo>
                    <a:pt x="219657" y="245748"/>
                  </a:lnTo>
                  <a:lnTo>
                    <a:pt x="249734" y="216237"/>
                  </a:lnTo>
                  <a:lnTo>
                    <a:pt x="269498" y="178789"/>
                  </a:lnTo>
                  <a:lnTo>
                    <a:pt x="276606" y="13563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5097170" y="4596260"/>
              <a:ext cx="276860" cy="272415"/>
            </a:xfrm>
            <a:custGeom>
              <a:avLst/>
              <a:gdLst/>
              <a:ahLst/>
              <a:cxnLst/>
              <a:rect l="l" t="t" r="r" b="b"/>
              <a:pathLst>
                <a:path w="276860" h="272414">
                  <a:moveTo>
                    <a:pt x="0" y="135636"/>
                  </a:moveTo>
                  <a:lnTo>
                    <a:pt x="7028" y="178789"/>
                  </a:lnTo>
                  <a:lnTo>
                    <a:pt x="26602" y="216237"/>
                  </a:lnTo>
                  <a:lnTo>
                    <a:pt x="56455" y="245748"/>
                  </a:lnTo>
                  <a:lnTo>
                    <a:pt x="94317" y="265090"/>
                  </a:lnTo>
                  <a:lnTo>
                    <a:pt x="137922" y="272034"/>
                  </a:lnTo>
                  <a:lnTo>
                    <a:pt x="181605" y="265090"/>
                  </a:lnTo>
                  <a:lnTo>
                    <a:pt x="219657" y="245748"/>
                  </a:lnTo>
                  <a:lnTo>
                    <a:pt x="249734" y="216237"/>
                  </a:lnTo>
                  <a:lnTo>
                    <a:pt x="269498" y="178789"/>
                  </a:lnTo>
                  <a:lnTo>
                    <a:pt x="276606" y="135636"/>
                  </a:lnTo>
                  <a:lnTo>
                    <a:pt x="269498" y="92854"/>
                  </a:lnTo>
                  <a:lnTo>
                    <a:pt x="249734" y="55632"/>
                  </a:lnTo>
                  <a:lnTo>
                    <a:pt x="219657" y="26237"/>
                  </a:lnTo>
                  <a:lnTo>
                    <a:pt x="181605" y="6937"/>
                  </a:lnTo>
                  <a:lnTo>
                    <a:pt x="137922" y="0"/>
                  </a:lnTo>
                  <a:lnTo>
                    <a:pt x="94317" y="6937"/>
                  </a:lnTo>
                  <a:lnTo>
                    <a:pt x="56455" y="26237"/>
                  </a:lnTo>
                  <a:lnTo>
                    <a:pt x="26602" y="55632"/>
                  </a:lnTo>
                  <a:lnTo>
                    <a:pt x="7028" y="92854"/>
                  </a:lnTo>
                  <a:lnTo>
                    <a:pt x="0" y="135636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235092" y="4657982"/>
              <a:ext cx="75565" cy="147955"/>
            </a:xfrm>
            <a:custGeom>
              <a:avLst/>
              <a:gdLst/>
              <a:ahLst/>
              <a:cxnLst/>
              <a:rect l="l" t="t" r="r" b="b"/>
              <a:pathLst>
                <a:path w="75564" h="147954">
                  <a:moveTo>
                    <a:pt x="0" y="147827"/>
                  </a:moveTo>
                  <a:lnTo>
                    <a:pt x="75438" y="73913"/>
                  </a:lnTo>
                  <a:lnTo>
                    <a:pt x="0" y="0"/>
                  </a:lnTo>
                </a:path>
              </a:pathLst>
            </a:custGeom>
            <a:ln w="27520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197754" y="4731896"/>
              <a:ext cx="113030" cy="0"/>
            </a:xfrm>
            <a:custGeom>
              <a:avLst/>
              <a:gdLst/>
              <a:ahLst/>
              <a:cxnLst/>
              <a:rect l="l" t="t" r="r" b="b"/>
              <a:pathLst>
                <a:path w="113029">
                  <a:moveTo>
                    <a:pt x="112775" y="0"/>
                  </a:moveTo>
                  <a:lnTo>
                    <a:pt x="0" y="0"/>
                  </a:lnTo>
                </a:path>
              </a:pathLst>
            </a:custGeom>
            <a:ln w="27520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6807847" y="4485008"/>
              <a:ext cx="1104265" cy="155575"/>
            </a:xfrm>
            <a:custGeom>
              <a:avLst/>
              <a:gdLst/>
              <a:ahLst/>
              <a:cxnLst/>
              <a:rect l="l" t="t" r="r" b="b"/>
              <a:pathLst>
                <a:path w="1104265" h="155575">
                  <a:moveTo>
                    <a:pt x="0" y="155448"/>
                  </a:moveTo>
                  <a:lnTo>
                    <a:pt x="358140" y="0"/>
                  </a:lnTo>
                  <a:lnTo>
                    <a:pt x="1104138" y="0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6856615" y="4731896"/>
              <a:ext cx="1042035" cy="123825"/>
            </a:xfrm>
            <a:custGeom>
              <a:avLst/>
              <a:gdLst/>
              <a:ahLst/>
              <a:cxnLst/>
              <a:rect l="l" t="t" r="r" b="b"/>
              <a:pathLst>
                <a:path w="1042034" h="123825">
                  <a:moveTo>
                    <a:pt x="0" y="123443"/>
                  </a:moveTo>
                  <a:lnTo>
                    <a:pt x="349758" y="0"/>
                  </a:lnTo>
                  <a:lnTo>
                    <a:pt x="1041654" y="0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7333640" y="4608452"/>
              <a:ext cx="276860" cy="272415"/>
            </a:xfrm>
            <a:custGeom>
              <a:avLst/>
              <a:gdLst/>
              <a:ahLst/>
              <a:cxnLst/>
              <a:rect l="l" t="t" r="r" b="b"/>
              <a:pathLst>
                <a:path w="276859" h="272414">
                  <a:moveTo>
                    <a:pt x="276605" y="135636"/>
                  </a:moveTo>
                  <a:lnTo>
                    <a:pt x="269571" y="92854"/>
                  </a:lnTo>
                  <a:lnTo>
                    <a:pt x="249954" y="55632"/>
                  </a:lnTo>
                  <a:lnTo>
                    <a:pt x="219986" y="26237"/>
                  </a:lnTo>
                  <a:lnTo>
                    <a:pt x="181898" y="6937"/>
                  </a:lnTo>
                  <a:lnTo>
                    <a:pt x="137921" y="0"/>
                  </a:lnTo>
                  <a:lnTo>
                    <a:pt x="94317" y="6937"/>
                  </a:lnTo>
                  <a:lnTo>
                    <a:pt x="56455" y="26237"/>
                  </a:lnTo>
                  <a:lnTo>
                    <a:pt x="26602" y="55632"/>
                  </a:lnTo>
                  <a:lnTo>
                    <a:pt x="7028" y="92854"/>
                  </a:lnTo>
                  <a:lnTo>
                    <a:pt x="0" y="135636"/>
                  </a:lnTo>
                  <a:lnTo>
                    <a:pt x="7028" y="178789"/>
                  </a:lnTo>
                  <a:lnTo>
                    <a:pt x="26602" y="216237"/>
                  </a:lnTo>
                  <a:lnTo>
                    <a:pt x="56455" y="245748"/>
                  </a:lnTo>
                  <a:lnTo>
                    <a:pt x="94317" y="265090"/>
                  </a:lnTo>
                  <a:lnTo>
                    <a:pt x="137921" y="272034"/>
                  </a:lnTo>
                  <a:lnTo>
                    <a:pt x="181898" y="265090"/>
                  </a:lnTo>
                  <a:lnTo>
                    <a:pt x="219986" y="245748"/>
                  </a:lnTo>
                  <a:lnTo>
                    <a:pt x="249954" y="216237"/>
                  </a:lnTo>
                  <a:lnTo>
                    <a:pt x="269571" y="178789"/>
                  </a:lnTo>
                  <a:lnTo>
                    <a:pt x="276605" y="13563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7333640" y="4608452"/>
              <a:ext cx="276860" cy="272415"/>
            </a:xfrm>
            <a:custGeom>
              <a:avLst/>
              <a:gdLst/>
              <a:ahLst/>
              <a:cxnLst/>
              <a:rect l="l" t="t" r="r" b="b"/>
              <a:pathLst>
                <a:path w="276859" h="272414">
                  <a:moveTo>
                    <a:pt x="276605" y="135636"/>
                  </a:moveTo>
                  <a:lnTo>
                    <a:pt x="269571" y="178789"/>
                  </a:lnTo>
                  <a:lnTo>
                    <a:pt x="249954" y="216237"/>
                  </a:lnTo>
                  <a:lnTo>
                    <a:pt x="219986" y="245748"/>
                  </a:lnTo>
                  <a:lnTo>
                    <a:pt x="181898" y="265090"/>
                  </a:lnTo>
                  <a:lnTo>
                    <a:pt x="137921" y="272034"/>
                  </a:lnTo>
                  <a:lnTo>
                    <a:pt x="94317" y="265090"/>
                  </a:lnTo>
                  <a:lnTo>
                    <a:pt x="56455" y="245748"/>
                  </a:lnTo>
                  <a:lnTo>
                    <a:pt x="26602" y="216237"/>
                  </a:lnTo>
                  <a:lnTo>
                    <a:pt x="7028" y="178789"/>
                  </a:lnTo>
                  <a:lnTo>
                    <a:pt x="0" y="135636"/>
                  </a:lnTo>
                  <a:lnTo>
                    <a:pt x="7028" y="92854"/>
                  </a:lnTo>
                  <a:lnTo>
                    <a:pt x="26602" y="55632"/>
                  </a:lnTo>
                  <a:lnTo>
                    <a:pt x="56455" y="26237"/>
                  </a:lnTo>
                  <a:lnTo>
                    <a:pt x="94317" y="6937"/>
                  </a:lnTo>
                  <a:lnTo>
                    <a:pt x="137921" y="0"/>
                  </a:lnTo>
                  <a:lnTo>
                    <a:pt x="181898" y="6937"/>
                  </a:lnTo>
                  <a:lnTo>
                    <a:pt x="219986" y="26237"/>
                  </a:lnTo>
                  <a:lnTo>
                    <a:pt x="249954" y="55632"/>
                  </a:lnTo>
                  <a:lnTo>
                    <a:pt x="269571" y="92854"/>
                  </a:lnTo>
                  <a:lnTo>
                    <a:pt x="276605" y="135636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7396873" y="4670174"/>
              <a:ext cx="74930" cy="148590"/>
            </a:xfrm>
            <a:custGeom>
              <a:avLst/>
              <a:gdLst/>
              <a:ahLst/>
              <a:cxnLst/>
              <a:rect l="l" t="t" r="r" b="b"/>
              <a:pathLst>
                <a:path w="74929" h="148589">
                  <a:moveTo>
                    <a:pt x="74675" y="148589"/>
                  </a:moveTo>
                  <a:lnTo>
                    <a:pt x="0" y="73913"/>
                  </a:lnTo>
                  <a:lnTo>
                    <a:pt x="74675" y="0"/>
                  </a:lnTo>
                </a:path>
              </a:pathLst>
            </a:custGeom>
            <a:ln w="27520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7396873" y="4744088"/>
              <a:ext cx="113030" cy="0"/>
            </a:xfrm>
            <a:custGeom>
              <a:avLst/>
              <a:gdLst/>
              <a:ahLst/>
              <a:cxnLst/>
              <a:rect l="l" t="t" r="r" b="b"/>
              <a:pathLst>
                <a:path w="113029">
                  <a:moveTo>
                    <a:pt x="0" y="0"/>
                  </a:moveTo>
                  <a:lnTo>
                    <a:pt x="112776" y="0"/>
                  </a:lnTo>
                </a:path>
              </a:pathLst>
            </a:custGeom>
            <a:ln w="27520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863742" y="3363344"/>
              <a:ext cx="158750" cy="1084580"/>
            </a:xfrm>
            <a:custGeom>
              <a:avLst/>
              <a:gdLst/>
              <a:ahLst/>
              <a:cxnLst/>
              <a:rect l="l" t="t" r="r" b="b"/>
              <a:pathLst>
                <a:path w="158750" h="1084579">
                  <a:moveTo>
                    <a:pt x="158496" y="1084326"/>
                  </a:moveTo>
                  <a:lnTo>
                    <a:pt x="0" y="733044"/>
                  </a:lnTo>
                  <a:lnTo>
                    <a:pt x="0" y="0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6115964" y="3377060"/>
              <a:ext cx="125095" cy="1022985"/>
            </a:xfrm>
            <a:custGeom>
              <a:avLst/>
              <a:gdLst/>
              <a:ahLst/>
              <a:cxnLst/>
              <a:rect l="l" t="t" r="r" b="b"/>
              <a:pathLst>
                <a:path w="125095" h="1022985">
                  <a:moveTo>
                    <a:pt x="124968" y="1022604"/>
                  </a:moveTo>
                  <a:lnTo>
                    <a:pt x="0" y="678942"/>
                  </a:lnTo>
                  <a:lnTo>
                    <a:pt x="0" y="0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6128143" y="3758822"/>
              <a:ext cx="0" cy="111760"/>
            </a:xfrm>
            <a:custGeom>
              <a:avLst/>
              <a:gdLst/>
              <a:ahLst/>
              <a:cxnLst/>
              <a:rect l="l" t="t" r="r" b="b"/>
              <a:pathLst>
                <a:path h="111760">
                  <a:moveTo>
                    <a:pt x="0" y="111251"/>
                  </a:moveTo>
                  <a:lnTo>
                    <a:pt x="0" y="0"/>
                  </a:lnTo>
                </a:path>
              </a:pathLst>
            </a:custGeom>
            <a:ln w="27520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6711835" y="3363344"/>
              <a:ext cx="158750" cy="1084580"/>
            </a:xfrm>
            <a:custGeom>
              <a:avLst/>
              <a:gdLst/>
              <a:ahLst/>
              <a:cxnLst/>
              <a:rect l="l" t="t" r="r" b="b"/>
              <a:pathLst>
                <a:path w="158750" h="1084579">
                  <a:moveTo>
                    <a:pt x="0" y="1084326"/>
                  </a:moveTo>
                  <a:lnTo>
                    <a:pt x="158495" y="733044"/>
                  </a:lnTo>
                  <a:lnTo>
                    <a:pt x="158495" y="0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6493141" y="3377060"/>
              <a:ext cx="125730" cy="1022985"/>
            </a:xfrm>
            <a:custGeom>
              <a:avLst/>
              <a:gdLst/>
              <a:ahLst/>
              <a:cxnLst/>
              <a:rect l="l" t="t" r="r" b="b"/>
              <a:pathLst>
                <a:path w="125729" h="1022985">
                  <a:moveTo>
                    <a:pt x="0" y="1022604"/>
                  </a:moveTo>
                  <a:lnTo>
                    <a:pt x="125729" y="678942"/>
                  </a:lnTo>
                  <a:lnTo>
                    <a:pt x="125729" y="0"/>
                  </a:lnTo>
                </a:path>
              </a:pathLst>
            </a:custGeom>
            <a:ln w="5257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6605930" y="3758822"/>
              <a:ext cx="0" cy="111760"/>
            </a:xfrm>
            <a:custGeom>
              <a:avLst/>
              <a:gdLst/>
              <a:ahLst/>
              <a:cxnLst/>
              <a:rect l="l" t="t" r="r" b="b"/>
              <a:pathLst>
                <a:path h="111760">
                  <a:moveTo>
                    <a:pt x="0" y="111251"/>
                  </a:moveTo>
                  <a:lnTo>
                    <a:pt x="0" y="0"/>
                  </a:lnTo>
                </a:path>
              </a:pathLst>
            </a:custGeom>
            <a:ln w="27520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8002676" y="5189097"/>
              <a:ext cx="314325" cy="308610"/>
            </a:xfrm>
            <a:custGeom>
              <a:avLst/>
              <a:gdLst/>
              <a:ahLst/>
              <a:cxnLst/>
              <a:rect l="l" t="t" r="r" b="b"/>
              <a:pathLst>
                <a:path w="314325" h="308610">
                  <a:moveTo>
                    <a:pt x="313944" y="154686"/>
                  </a:moveTo>
                  <a:lnTo>
                    <a:pt x="305958" y="105826"/>
                  </a:lnTo>
                  <a:lnTo>
                    <a:pt x="283707" y="63367"/>
                  </a:lnTo>
                  <a:lnTo>
                    <a:pt x="249753" y="29870"/>
                  </a:lnTo>
                  <a:lnTo>
                    <a:pt x="206654" y="7894"/>
                  </a:lnTo>
                  <a:lnTo>
                    <a:pt x="156972" y="0"/>
                  </a:lnTo>
                  <a:lnTo>
                    <a:pt x="107289" y="7894"/>
                  </a:lnTo>
                  <a:lnTo>
                    <a:pt x="64190" y="29870"/>
                  </a:lnTo>
                  <a:lnTo>
                    <a:pt x="30236" y="63367"/>
                  </a:lnTo>
                  <a:lnTo>
                    <a:pt x="7985" y="105826"/>
                  </a:lnTo>
                  <a:lnTo>
                    <a:pt x="0" y="154686"/>
                  </a:lnTo>
                  <a:lnTo>
                    <a:pt x="7985" y="203173"/>
                  </a:lnTo>
                  <a:lnTo>
                    <a:pt x="30236" y="245406"/>
                  </a:lnTo>
                  <a:lnTo>
                    <a:pt x="64190" y="278788"/>
                  </a:lnTo>
                  <a:lnTo>
                    <a:pt x="107289" y="300721"/>
                  </a:lnTo>
                  <a:lnTo>
                    <a:pt x="156972" y="308610"/>
                  </a:lnTo>
                  <a:lnTo>
                    <a:pt x="206654" y="300721"/>
                  </a:lnTo>
                  <a:lnTo>
                    <a:pt x="249753" y="278788"/>
                  </a:lnTo>
                  <a:lnTo>
                    <a:pt x="283707" y="245406"/>
                  </a:lnTo>
                  <a:lnTo>
                    <a:pt x="305958" y="203173"/>
                  </a:lnTo>
                  <a:lnTo>
                    <a:pt x="313944" y="15468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8002676" y="5189097"/>
              <a:ext cx="314325" cy="308610"/>
            </a:xfrm>
            <a:custGeom>
              <a:avLst/>
              <a:gdLst/>
              <a:ahLst/>
              <a:cxnLst/>
              <a:rect l="l" t="t" r="r" b="b"/>
              <a:pathLst>
                <a:path w="314325" h="308610">
                  <a:moveTo>
                    <a:pt x="313944" y="154686"/>
                  </a:moveTo>
                  <a:lnTo>
                    <a:pt x="305958" y="105826"/>
                  </a:lnTo>
                  <a:lnTo>
                    <a:pt x="283707" y="63367"/>
                  </a:lnTo>
                  <a:lnTo>
                    <a:pt x="249753" y="29870"/>
                  </a:lnTo>
                  <a:lnTo>
                    <a:pt x="206654" y="7894"/>
                  </a:lnTo>
                  <a:lnTo>
                    <a:pt x="156972" y="0"/>
                  </a:lnTo>
                  <a:lnTo>
                    <a:pt x="107289" y="7894"/>
                  </a:lnTo>
                  <a:lnTo>
                    <a:pt x="64190" y="29870"/>
                  </a:lnTo>
                  <a:lnTo>
                    <a:pt x="30236" y="63367"/>
                  </a:lnTo>
                  <a:lnTo>
                    <a:pt x="7985" y="105826"/>
                  </a:lnTo>
                  <a:lnTo>
                    <a:pt x="0" y="154686"/>
                  </a:lnTo>
                  <a:lnTo>
                    <a:pt x="7985" y="203173"/>
                  </a:lnTo>
                  <a:lnTo>
                    <a:pt x="30236" y="245406"/>
                  </a:lnTo>
                  <a:lnTo>
                    <a:pt x="64190" y="278788"/>
                  </a:lnTo>
                  <a:lnTo>
                    <a:pt x="107289" y="300721"/>
                  </a:lnTo>
                  <a:lnTo>
                    <a:pt x="156972" y="308610"/>
                  </a:lnTo>
                  <a:lnTo>
                    <a:pt x="206654" y="300721"/>
                  </a:lnTo>
                  <a:lnTo>
                    <a:pt x="249753" y="278788"/>
                  </a:lnTo>
                  <a:lnTo>
                    <a:pt x="283707" y="245406"/>
                  </a:lnTo>
                  <a:lnTo>
                    <a:pt x="305958" y="203173"/>
                  </a:lnTo>
                  <a:lnTo>
                    <a:pt x="313944" y="154686"/>
                  </a:lnTo>
                </a:path>
              </a:pathLst>
            </a:custGeom>
            <a:ln w="6159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" name="object 56"/>
          <p:cNvSpPr txBox="1"/>
          <p:nvPr/>
        </p:nvSpPr>
        <p:spPr>
          <a:xfrm>
            <a:off x="8105540" y="5201768"/>
            <a:ext cx="120650" cy="25336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sz="1500" b="1" spc="10" dirty="0">
                <a:solidFill>
                  <a:srgbClr val="797979"/>
                </a:solidFill>
                <a:latin typeface="Arial"/>
                <a:cs typeface="Arial"/>
              </a:rPr>
              <a:t>2</a:t>
            </a:r>
            <a:endParaRPr sz="1500">
              <a:latin typeface="Arial"/>
              <a:cs typeface="Arial"/>
            </a:endParaRPr>
          </a:p>
        </p:txBody>
      </p:sp>
      <p:grpSp>
        <p:nvGrpSpPr>
          <p:cNvPr id="57" name="object 57"/>
          <p:cNvGrpSpPr/>
          <p:nvPr/>
        </p:nvGrpSpPr>
        <p:grpSpPr>
          <a:xfrm>
            <a:off x="7999501" y="4444495"/>
            <a:ext cx="320675" cy="316230"/>
            <a:chOff x="7999501" y="4444495"/>
            <a:chExt cx="320675" cy="316230"/>
          </a:xfrm>
        </p:grpSpPr>
        <p:sp>
          <p:nvSpPr>
            <p:cNvPr id="58" name="object 58"/>
            <p:cNvSpPr/>
            <p:nvPr/>
          </p:nvSpPr>
          <p:spPr>
            <a:xfrm>
              <a:off x="8002676" y="4447670"/>
              <a:ext cx="314325" cy="309880"/>
            </a:xfrm>
            <a:custGeom>
              <a:avLst/>
              <a:gdLst/>
              <a:ahLst/>
              <a:cxnLst/>
              <a:rect l="l" t="t" r="r" b="b"/>
              <a:pathLst>
                <a:path w="314325" h="309879">
                  <a:moveTo>
                    <a:pt x="313944" y="154686"/>
                  </a:moveTo>
                  <a:lnTo>
                    <a:pt x="305958" y="105826"/>
                  </a:lnTo>
                  <a:lnTo>
                    <a:pt x="283707" y="63367"/>
                  </a:lnTo>
                  <a:lnTo>
                    <a:pt x="249753" y="29870"/>
                  </a:lnTo>
                  <a:lnTo>
                    <a:pt x="206654" y="7894"/>
                  </a:lnTo>
                  <a:lnTo>
                    <a:pt x="156972" y="0"/>
                  </a:lnTo>
                  <a:lnTo>
                    <a:pt x="107289" y="7894"/>
                  </a:lnTo>
                  <a:lnTo>
                    <a:pt x="64190" y="29870"/>
                  </a:lnTo>
                  <a:lnTo>
                    <a:pt x="30236" y="63367"/>
                  </a:lnTo>
                  <a:lnTo>
                    <a:pt x="7985" y="105826"/>
                  </a:lnTo>
                  <a:lnTo>
                    <a:pt x="0" y="154686"/>
                  </a:lnTo>
                  <a:lnTo>
                    <a:pt x="7985" y="203545"/>
                  </a:lnTo>
                  <a:lnTo>
                    <a:pt x="30236" y="246004"/>
                  </a:lnTo>
                  <a:lnTo>
                    <a:pt x="64190" y="279501"/>
                  </a:lnTo>
                  <a:lnTo>
                    <a:pt x="107289" y="301477"/>
                  </a:lnTo>
                  <a:lnTo>
                    <a:pt x="156972" y="309372"/>
                  </a:lnTo>
                  <a:lnTo>
                    <a:pt x="206654" y="301477"/>
                  </a:lnTo>
                  <a:lnTo>
                    <a:pt x="249753" y="279501"/>
                  </a:lnTo>
                  <a:lnTo>
                    <a:pt x="283707" y="246004"/>
                  </a:lnTo>
                  <a:lnTo>
                    <a:pt x="305958" y="203545"/>
                  </a:lnTo>
                  <a:lnTo>
                    <a:pt x="313944" y="15468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8002676" y="4447670"/>
              <a:ext cx="314325" cy="309880"/>
            </a:xfrm>
            <a:custGeom>
              <a:avLst/>
              <a:gdLst/>
              <a:ahLst/>
              <a:cxnLst/>
              <a:rect l="l" t="t" r="r" b="b"/>
              <a:pathLst>
                <a:path w="314325" h="309879">
                  <a:moveTo>
                    <a:pt x="313944" y="154686"/>
                  </a:moveTo>
                  <a:lnTo>
                    <a:pt x="305958" y="105826"/>
                  </a:lnTo>
                  <a:lnTo>
                    <a:pt x="283707" y="63367"/>
                  </a:lnTo>
                  <a:lnTo>
                    <a:pt x="249753" y="29870"/>
                  </a:lnTo>
                  <a:lnTo>
                    <a:pt x="206654" y="7894"/>
                  </a:lnTo>
                  <a:lnTo>
                    <a:pt x="156972" y="0"/>
                  </a:lnTo>
                  <a:lnTo>
                    <a:pt x="107289" y="7894"/>
                  </a:lnTo>
                  <a:lnTo>
                    <a:pt x="64190" y="29870"/>
                  </a:lnTo>
                  <a:lnTo>
                    <a:pt x="30236" y="63367"/>
                  </a:lnTo>
                  <a:lnTo>
                    <a:pt x="7985" y="105826"/>
                  </a:lnTo>
                  <a:lnTo>
                    <a:pt x="0" y="154686"/>
                  </a:lnTo>
                  <a:lnTo>
                    <a:pt x="7985" y="203545"/>
                  </a:lnTo>
                  <a:lnTo>
                    <a:pt x="30236" y="246004"/>
                  </a:lnTo>
                  <a:lnTo>
                    <a:pt x="64190" y="279501"/>
                  </a:lnTo>
                  <a:lnTo>
                    <a:pt x="107289" y="301477"/>
                  </a:lnTo>
                  <a:lnTo>
                    <a:pt x="156972" y="309372"/>
                  </a:lnTo>
                  <a:lnTo>
                    <a:pt x="206654" y="301477"/>
                  </a:lnTo>
                  <a:lnTo>
                    <a:pt x="249753" y="279501"/>
                  </a:lnTo>
                  <a:lnTo>
                    <a:pt x="283707" y="246004"/>
                  </a:lnTo>
                  <a:lnTo>
                    <a:pt x="305958" y="203545"/>
                  </a:lnTo>
                  <a:lnTo>
                    <a:pt x="313944" y="154686"/>
                  </a:lnTo>
                </a:path>
              </a:pathLst>
            </a:custGeom>
            <a:ln w="6159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0" name="object 60"/>
          <p:cNvSpPr txBox="1"/>
          <p:nvPr/>
        </p:nvSpPr>
        <p:spPr>
          <a:xfrm>
            <a:off x="8105540" y="4456532"/>
            <a:ext cx="120650" cy="25336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sz="1500" b="1" spc="10" dirty="0">
                <a:solidFill>
                  <a:srgbClr val="797979"/>
                </a:solidFill>
                <a:latin typeface="Arial"/>
                <a:cs typeface="Arial"/>
              </a:rPr>
              <a:t>1</a:t>
            </a:r>
            <a:endParaRPr sz="1500">
              <a:latin typeface="Arial"/>
              <a:cs typeface="Arial"/>
            </a:endParaRPr>
          </a:p>
        </p:txBody>
      </p:sp>
      <p:grpSp>
        <p:nvGrpSpPr>
          <p:cNvPr id="61" name="object 61"/>
          <p:cNvGrpSpPr/>
          <p:nvPr/>
        </p:nvGrpSpPr>
        <p:grpSpPr>
          <a:xfrm>
            <a:off x="5661799" y="2944244"/>
            <a:ext cx="1384935" cy="1849120"/>
            <a:chOff x="5661799" y="2944244"/>
            <a:chExt cx="1384935" cy="1849120"/>
          </a:xfrm>
        </p:grpSpPr>
        <p:sp>
          <p:nvSpPr>
            <p:cNvPr id="62" name="object 62"/>
            <p:cNvSpPr/>
            <p:nvPr/>
          </p:nvSpPr>
          <p:spPr>
            <a:xfrm>
              <a:off x="5675515" y="2966342"/>
              <a:ext cx="314960" cy="308610"/>
            </a:xfrm>
            <a:custGeom>
              <a:avLst/>
              <a:gdLst/>
              <a:ahLst/>
              <a:cxnLst/>
              <a:rect l="l" t="t" r="r" b="b"/>
              <a:pathLst>
                <a:path w="314960" h="308610">
                  <a:moveTo>
                    <a:pt x="314705" y="153924"/>
                  </a:moveTo>
                  <a:lnTo>
                    <a:pt x="306640" y="105143"/>
                  </a:lnTo>
                  <a:lnTo>
                    <a:pt x="284201" y="62874"/>
                  </a:lnTo>
                  <a:lnTo>
                    <a:pt x="250021" y="29602"/>
                  </a:lnTo>
                  <a:lnTo>
                    <a:pt x="206733" y="7815"/>
                  </a:lnTo>
                  <a:lnTo>
                    <a:pt x="156971" y="0"/>
                  </a:lnTo>
                  <a:lnTo>
                    <a:pt x="107289" y="7815"/>
                  </a:lnTo>
                  <a:lnTo>
                    <a:pt x="64190" y="29602"/>
                  </a:lnTo>
                  <a:lnTo>
                    <a:pt x="30236" y="62874"/>
                  </a:lnTo>
                  <a:lnTo>
                    <a:pt x="7985" y="105143"/>
                  </a:lnTo>
                  <a:lnTo>
                    <a:pt x="0" y="153924"/>
                  </a:lnTo>
                  <a:lnTo>
                    <a:pt x="7985" y="202783"/>
                  </a:lnTo>
                  <a:lnTo>
                    <a:pt x="30236" y="245242"/>
                  </a:lnTo>
                  <a:lnTo>
                    <a:pt x="64190" y="278739"/>
                  </a:lnTo>
                  <a:lnTo>
                    <a:pt x="107289" y="300715"/>
                  </a:lnTo>
                  <a:lnTo>
                    <a:pt x="156971" y="308610"/>
                  </a:lnTo>
                  <a:lnTo>
                    <a:pt x="206733" y="300715"/>
                  </a:lnTo>
                  <a:lnTo>
                    <a:pt x="250021" y="278739"/>
                  </a:lnTo>
                  <a:lnTo>
                    <a:pt x="284201" y="245242"/>
                  </a:lnTo>
                  <a:lnTo>
                    <a:pt x="306640" y="202783"/>
                  </a:lnTo>
                  <a:lnTo>
                    <a:pt x="314705" y="15392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5675515" y="2966342"/>
              <a:ext cx="314960" cy="308610"/>
            </a:xfrm>
            <a:custGeom>
              <a:avLst/>
              <a:gdLst/>
              <a:ahLst/>
              <a:cxnLst/>
              <a:rect l="l" t="t" r="r" b="b"/>
              <a:pathLst>
                <a:path w="314960" h="308610">
                  <a:moveTo>
                    <a:pt x="314705" y="153924"/>
                  </a:moveTo>
                  <a:lnTo>
                    <a:pt x="306640" y="105143"/>
                  </a:lnTo>
                  <a:lnTo>
                    <a:pt x="284201" y="62874"/>
                  </a:lnTo>
                  <a:lnTo>
                    <a:pt x="250021" y="29602"/>
                  </a:lnTo>
                  <a:lnTo>
                    <a:pt x="206733" y="7815"/>
                  </a:lnTo>
                  <a:lnTo>
                    <a:pt x="156971" y="0"/>
                  </a:lnTo>
                  <a:lnTo>
                    <a:pt x="107289" y="7815"/>
                  </a:lnTo>
                  <a:lnTo>
                    <a:pt x="64190" y="29602"/>
                  </a:lnTo>
                  <a:lnTo>
                    <a:pt x="30236" y="62874"/>
                  </a:lnTo>
                  <a:lnTo>
                    <a:pt x="7985" y="105143"/>
                  </a:lnTo>
                  <a:lnTo>
                    <a:pt x="0" y="153924"/>
                  </a:lnTo>
                  <a:lnTo>
                    <a:pt x="7985" y="202783"/>
                  </a:lnTo>
                  <a:lnTo>
                    <a:pt x="30236" y="245242"/>
                  </a:lnTo>
                  <a:lnTo>
                    <a:pt x="64190" y="278739"/>
                  </a:lnTo>
                  <a:lnTo>
                    <a:pt x="107289" y="300715"/>
                  </a:lnTo>
                  <a:lnTo>
                    <a:pt x="156971" y="308610"/>
                  </a:lnTo>
                  <a:lnTo>
                    <a:pt x="206733" y="300715"/>
                  </a:lnTo>
                  <a:lnTo>
                    <a:pt x="250021" y="278739"/>
                  </a:lnTo>
                  <a:lnTo>
                    <a:pt x="284201" y="245242"/>
                  </a:lnTo>
                  <a:lnTo>
                    <a:pt x="306640" y="202783"/>
                  </a:lnTo>
                  <a:lnTo>
                    <a:pt x="314705" y="153924"/>
                  </a:lnTo>
                </a:path>
              </a:pathLst>
            </a:custGeom>
            <a:ln w="6159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958217" y="2966342"/>
              <a:ext cx="314960" cy="308610"/>
            </a:xfrm>
            <a:custGeom>
              <a:avLst/>
              <a:gdLst/>
              <a:ahLst/>
              <a:cxnLst/>
              <a:rect l="l" t="t" r="r" b="b"/>
              <a:pathLst>
                <a:path w="314960" h="308610">
                  <a:moveTo>
                    <a:pt x="314705" y="153924"/>
                  </a:moveTo>
                  <a:lnTo>
                    <a:pt x="306720" y="105143"/>
                  </a:lnTo>
                  <a:lnTo>
                    <a:pt x="284469" y="62874"/>
                  </a:lnTo>
                  <a:lnTo>
                    <a:pt x="250515" y="29602"/>
                  </a:lnTo>
                  <a:lnTo>
                    <a:pt x="207416" y="7815"/>
                  </a:lnTo>
                  <a:lnTo>
                    <a:pt x="157733" y="0"/>
                  </a:lnTo>
                  <a:lnTo>
                    <a:pt x="107679" y="7815"/>
                  </a:lnTo>
                  <a:lnTo>
                    <a:pt x="64355" y="29602"/>
                  </a:lnTo>
                  <a:lnTo>
                    <a:pt x="30284" y="62874"/>
                  </a:lnTo>
                  <a:lnTo>
                    <a:pt x="7991" y="105143"/>
                  </a:lnTo>
                  <a:lnTo>
                    <a:pt x="0" y="153924"/>
                  </a:lnTo>
                  <a:lnTo>
                    <a:pt x="7991" y="202783"/>
                  </a:lnTo>
                  <a:lnTo>
                    <a:pt x="30284" y="245242"/>
                  </a:lnTo>
                  <a:lnTo>
                    <a:pt x="64355" y="278739"/>
                  </a:lnTo>
                  <a:lnTo>
                    <a:pt x="107679" y="300715"/>
                  </a:lnTo>
                  <a:lnTo>
                    <a:pt x="157733" y="308610"/>
                  </a:lnTo>
                  <a:lnTo>
                    <a:pt x="207416" y="300715"/>
                  </a:lnTo>
                  <a:lnTo>
                    <a:pt x="250515" y="278739"/>
                  </a:lnTo>
                  <a:lnTo>
                    <a:pt x="284469" y="245242"/>
                  </a:lnTo>
                  <a:lnTo>
                    <a:pt x="306720" y="202783"/>
                  </a:lnTo>
                  <a:lnTo>
                    <a:pt x="314705" y="15392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958217" y="2966342"/>
              <a:ext cx="314960" cy="308610"/>
            </a:xfrm>
            <a:custGeom>
              <a:avLst/>
              <a:gdLst/>
              <a:ahLst/>
              <a:cxnLst/>
              <a:rect l="l" t="t" r="r" b="b"/>
              <a:pathLst>
                <a:path w="314960" h="308610">
                  <a:moveTo>
                    <a:pt x="314705" y="153924"/>
                  </a:moveTo>
                  <a:lnTo>
                    <a:pt x="306720" y="105143"/>
                  </a:lnTo>
                  <a:lnTo>
                    <a:pt x="284469" y="62874"/>
                  </a:lnTo>
                  <a:lnTo>
                    <a:pt x="250515" y="29602"/>
                  </a:lnTo>
                  <a:lnTo>
                    <a:pt x="207416" y="7815"/>
                  </a:lnTo>
                  <a:lnTo>
                    <a:pt x="157733" y="0"/>
                  </a:lnTo>
                  <a:lnTo>
                    <a:pt x="107679" y="7815"/>
                  </a:lnTo>
                  <a:lnTo>
                    <a:pt x="64355" y="29602"/>
                  </a:lnTo>
                  <a:lnTo>
                    <a:pt x="30284" y="62874"/>
                  </a:lnTo>
                  <a:lnTo>
                    <a:pt x="7991" y="105143"/>
                  </a:lnTo>
                  <a:lnTo>
                    <a:pt x="0" y="153924"/>
                  </a:lnTo>
                  <a:lnTo>
                    <a:pt x="7991" y="202783"/>
                  </a:lnTo>
                  <a:lnTo>
                    <a:pt x="30284" y="245242"/>
                  </a:lnTo>
                  <a:lnTo>
                    <a:pt x="64355" y="278739"/>
                  </a:lnTo>
                  <a:lnTo>
                    <a:pt x="107679" y="300715"/>
                  </a:lnTo>
                  <a:lnTo>
                    <a:pt x="157733" y="308610"/>
                  </a:lnTo>
                  <a:lnTo>
                    <a:pt x="207416" y="300715"/>
                  </a:lnTo>
                  <a:lnTo>
                    <a:pt x="250515" y="278739"/>
                  </a:lnTo>
                  <a:lnTo>
                    <a:pt x="284469" y="245242"/>
                  </a:lnTo>
                  <a:lnTo>
                    <a:pt x="306720" y="202783"/>
                  </a:lnTo>
                  <a:lnTo>
                    <a:pt x="314705" y="153924"/>
                  </a:lnTo>
                </a:path>
              </a:pathLst>
            </a:custGeom>
            <a:ln w="6159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6445910" y="2966342"/>
              <a:ext cx="314960" cy="308610"/>
            </a:xfrm>
            <a:custGeom>
              <a:avLst/>
              <a:gdLst/>
              <a:ahLst/>
              <a:cxnLst/>
              <a:rect l="l" t="t" r="r" b="b"/>
              <a:pathLst>
                <a:path w="314959" h="308610">
                  <a:moveTo>
                    <a:pt x="314705" y="153924"/>
                  </a:moveTo>
                  <a:lnTo>
                    <a:pt x="306640" y="105143"/>
                  </a:lnTo>
                  <a:lnTo>
                    <a:pt x="284201" y="62874"/>
                  </a:lnTo>
                  <a:lnTo>
                    <a:pt x="250021" y="29602"/>
                  </a:lnTo>
                  <a:lnTo>
                    <a:pt x="206733" y="7815"/>
                  </a:lnTo>
                  <a:lnTo>
                    <a:pt x="156971" y="0"/>
                  </a:lnTo>
                  <a:lnTo>
                    <a:pt x="107289" y="7815"/>
                  </a:lnTo>
                  <a:lnTo>
                    <a:pt x="64190" y="29602"/>
                  </a:lnTo>
                  <a:lnTo>
                    <a:pt x="30236" y="62874"/>
                  </a:lnTo>
                  <a:lnTo>
                    <a:pt x="7985" y="105143"/>
                  </a:lnTo>
                  <a:lnTo>
                    <a:pt x="0" y="153924"/>
                  </a:lnTo>
                  <a:lnTo>
                    <a:pt x="7985" y="202783"/>
                  </a:lnTo>
                  <a:lnTo>
                    <a:pt x="30236" y="245242"/>
                  </a:lnTo>
                  <a:lnTo>
                    <a:pt x="64190" y="278739"/>
                  </a:lnTo>
                  <a:lnTo>
                    <a:pt x="107289" y="300715"/>
                  </a:lnTo>
                  <a:lnTo>
                    <a:pt x="156971" y="308610"/>
                  </a:lnTo>
                  <a:lnTo>
                    <a:pt x="206733" y="300715"/>
                  </a:lnTo>
                  <a:lnTo>
                    <a:pt x="250021" y="278739"/>
                  </a:lnTo>
                  <a:lnTo>
                    <a:pt x="284201" y="245242"/>
                  </a:lnTo>
                  <a:lnTo>
                    <a:pt x="306640" y="202783"/>
                  </a:lnTo>
                  <a:lnTo>
                    <a:pt x="314705" y="15392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6445910" y="2966342"/>
              <a:ext cx="314960" cy="308610"/>
            </a:xfrm>
            <a:custGeom>
              <a:avLst/>
              <a:gdLst/>
              <a:ahLst/>
              <a:cxnLst/>
              <a:rect l="l" t="t" r="r" b="b"/>
              <a:pathLst>
                <a:path w="314959" h="308610">
                  <a:moveTo>
                    <a:pt x="314705" y="153924"/>
                  </a:moveTo>
                  <a:lnTo>
                    <a:pt x="306640" y="105143"/>
                  </a:lnTo>
                  <a:lnTo>
                    <a:pt x="284201" y="62874"/>
                  </a:lnTo>
                  <a:lnTo>
                    <a:pt x="250021" y="29602"/>
                  </a:lnTo>
                  <a:lnTo>
                    <a:pt x="206733" y="7815"/>
                  </a:lnTo>
                  <a:lnTo>
                    <a:pt x="156971" y="0"/>
                  </a:lnTo>
                  <a:lnTo>
                    <a:pt x="107289" y="7815"/>
                  </a:lnTo>
                  <a:lnTo>
                    <a:pt x="64190" y="29602"/>
                  </a:lnTo>
                  <a:lnTo>
                    <a:pt x="30236" y="62874"/>
                  </a:lnTo>
                  <a:lnTo>
                    <a:pt x="7985" y="105143"/>
                  </a:lnTo>
                  <a:lnTo>
                    <a:pt x="0" y="153924"/>
                  </a:lnTo>
                  <a:lnTo>
                    <a:pt x="7985" y="202783"/>
                  </a:lnTo>
                  <a:lnTo>
                    <a:pt x="30236" y="245242"/>
                  </a:lnTo>
                  <a:lnTo>
                    <a:pt x="64190" y="278739"/>
                  </a:lnTo>
                  <a:lnTo>
                    <a:pt x="107289" y="300715"/>
                  </a:lnTo>
                  <a:lnTo>
                    <a:pt x="156971" y="308610"/>
                  </a:lnTo>
                  <a:lnTo>
                    <a:pt x="206733" y="300715"/>
                  </a:lnTo>
                  <a:lnTo>
                    <a:pt x="250021" y="278739"/>
                  </a:lnTo>
                  <a:lnTo>
                    <a:pt x="284201" y="245242"/>
                  </a:lnTo>
                  <a:lnTo>
                    <a:pt x="306640" y="202783"/>
                  </a:lnTo>
                  <a:lnTo>
                    <a:pt x="314705" y="153924"/>
                  </a:lnTo>
                </a:path>
              </a:pathLst>
            </a:custGeom>
            <a:ln w="6159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6728612" y="2966342"/>
              <a:ext cx="314960" cy="308610"/>
            </a:xfrm>
            <a:custGeom>
              <a:avLst/>
              <a:gdLst/>
              <a:ahLst/>
              <a:cxnLst/>
              <a:rect l="l" t="t" r="r" b="b"/>
              <a:pathLst>
                <a:path w="314959" h="308610">
                  <a:moveTo>
                    <a:pt x="314705" y="153924"/>
                  </a:moveTo>
                  <a:lnTo>
                    <a:pt x="306720" y="105143"/>
                  </a:lnTo>
                  <a:lnTo>
                    <a:pt x="284469" y="62874"/>
                  </a:lnTo>
                  <a:lnTo>
                    <a:pt x="250515" y="29602"/>
                  </a:lnTo>
                  <a:lnTo>
                    <a:pt x="207416" y="7815"/>
                  </a:lnTo>
                  <a:lnTo>
                    <a:pt x="157733" y="0"/>
                  </a:lnTo>
                  <a:lnTo>
                    <a:pt x="107972" y="7815"/>
                  </a:lnTo>
                  <a:lnTo>
                    <a:pt x="64684" y="29602"/>
                  </a:lnTo>
                  <a:lnTo>
                    <a:pt x="30504" y="62874"/>
                  </a:lnTo>
                  <a:lnTo>
                    <a:pt x="8065" y="105143"/>
                  </a:lnTo>
                  <a:lnTo>
                    <a:pt x="0" y="153924"/>
                  </a:lnTo>
                  <a:lnTo>
                    <a:pt x="8065" y="202783"/>
                  </a:lnTo>
                  <a:lnTo>
                    <a:pt x="30504" y="245242"/>
                  </a:lnTo>
                  <a:lnTo>
                    <a:pt x="64684" y="278739"/>
                  </a:lnTo>
                  <a:lnTo>
                    <a:pt x="107972" y="300715"/>
                  </a:lnTo>
                  <a:lnTo>
                    <a:pt x="157733" y="308610"/>
                  </a:lnTo>
                  <a:lnTo>
                    <a:pt x="207416" y="300715"/>
                  </a:lnTo>
                  <a:lnTo>
                    <a:pt x="250515" y="278739"/>
                  </a:lnTo>
                  <a:lnTo>
                    <a:pt x="284469" y="245242"/>
                  </a:lnTo>
                  <a:lnTo>
                    <a:pt x="306720" y="202783"/>
                  </a:lnTo>
                  <a:lnTo>
                    <a:pt x="314705" y="15392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6728612" y="2966342"/>
              <a:ext cx="314960" cy="308610"/>
            </a:xfrm>
            <a:custGeom>
              <a:avLst/>
              <a:gdLst/>
              <a:ahLst/>
              <a:cxnLst/>
              <a:rect l="l" t="t" r="r" b="b"/>
              <a:pathLst>
                <a:path w="314959" h="308610">
                  <a:moveTo>
                    <a:pt x="314705" y="153924"/>
                  </a:moveTo>
                  <a:lnTo>
                    <a:pt x="306720" y="105143"/>
                  </a:lnTo>
                  <a:lnTo>
                    <a:pt x="284469" y="62874"/>
                  </a:lnTo>
                  <a:lnTo>
                    <a:pt x="250515" y="29602"/>
                  </a:lnTo>
                  <a:lnTo>
                    <a:pt x="207416" y="7815"/>
                  </a:lnTo>
                  <a:lnTo>
                    <a:pt x="157733" y="0"/>
                  </a:lnTo>
                  <a:lnTo>
                    <a:pt x="107972" y="7815"/>
                  </a:lnTo>
                  <a:lnTo>
                    <a:pt x="64684" y="29602"/>
                  </a:lnTo>
                  <a:lnTo>
                    <a:pt x="30504" y="62874"/>
                  </a:lnTo>
                  <a:lnTo>
                    <a:pt x="8065" y="105143"/>
                  </a:lnTo>
                  <a:lnTo>
                    <a:pt x="0" y="153924"/>
                  </a:lnTo>
                  <a:lnTo>
                    <a:pt x="8065" y="202783"/>
                  </a:lnTo>
                  <a:lnTo>
                    <a:pt x="30504" y="245242"/>
                  </a:lnTo>
                  <a:lnTo>
                    <a:pt x="64684" y="278739"/>
                  </a:lnTo>
                  <a:lnTo>
                    <a:pt x="107972" y="300715"/>
                  </a:lnTo>
                  <a:lnTo>
                    <a:pt x="157733" y="308610"/>
                  </a:lnTo>
                  <a:lnTo>
                    <a:pt x="207416" y="300715"/>
                  </a:lnTo>
                  <a:lnTo>
                    <a:pt x="250515" y="278739"/>
                  </a:lnTo>
                  <a:lnTo>
                    <a:pt x="284469" y="245242"/>
                  </a:lnTo>
                  <a:lnTo>
                    <a:pt x="306720" y="202783"/>
                  </a:lnTo>
                  <a:lnTo>
                    <a:pt x="314705" y="153924"/>
                  </a:lnTo>
                </a:path>
              </a:pathLst>
            </a:custGeom>
            <a:ln w="6159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868314" y="3364868"/>
              <a:ext cx="314325" cy="1400175"/>
            </a:xfrm>
            <a:custGeom>
              <a:avLst/>
              <a:gdLst/>
              <a:ahLst/>
              <a:cxnLst/>
              <a:rect l="l" t="t" r="r" b="b"/>
              <a:pathLst>
                <a:path w="314325" h="1400175">
                  <a:moveTo>
                    <a:pt x="1524" y="0"/>
                  </a:moveTo>
                  <a:lnTo>
                    <a:pt x="0" y="750570"/>
                  </a:lnTo>
                  <a:lnTo>
                    <a:pt x="313944" y="1399794"/>
                  </a:lnTo>
                </a:path>
              </a:pathLst>
            </a:custGeom>
            <a:ln w="571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6117488" y="3359534"/>
              <a:ext cx="189230" cy="1203325"/>
            </a:xfrm>
            <a:custGeom>
              <a:avLst/>
              <a:gdLst/>
              <a:ahLst/>
              <a:cxnLst/>
              <a:rect l="l" t="t" r="r" b="b"/>
              <a:pathLst>
                <a:path w="189229" h="1203325">
                  <a:moveTo>
                    <a:pt x="1524" y="0"/>
                  </a:moveTo>
                  <a:lnTo>
                    <a:pt x="0" y="735330"/>
                  </a:lnTo>
                  <a:lnTo>
                    <a:pt x="188976" y="1203198"/>
                  </a:lnTo>
                </a:path>
              </a:pathLst>
            </a:custGeom>
            <a:ln w="571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6538112" y="3366392"/>
              <a:ext cx="342900" cy="1389380"/>
            </a:xfrm>
            <a:custGeom>
              <a:avLst/>
              <a:gdLst/>
              <a:ahLst/>
              <a:cxnLst/>
              <a:rect l="l" t="t" r="r" b="b"/>
              <a:pathLst>
                <a:path w="342900" h="1389379">
                  <a:moveTo>
                    <a:pt x="341375" y="0"/>
                  </a:moveTo>
                  <a:lnTo>
                    <a:pt x="342900" y="744474"/>
                  </a:lnTo>
                  <a:lnTo>
                    <a:pt x="0" y="1389126"/>
                  </a:lnTo>
                </a:path>
              </a:pathLst>
            </a:custGeom>
            <a:ln w="5714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6431432" y="3351914"/>
              <a:ext cx="199390" cy="1210945"/>
            </a:xfrm>
            <a:custGeom>
              <a:avLst/>
              <a:gdLst/>
              <a:ahLst/>
              <a:cxnLst/>
              <a:rect l="l" t="t" r="r" b="b"/>
              <a:pathLst>
                <a:path w="199390" h="1210945">
                  <a:moveTo>
                    <a:pt x="198881" y="0"/>
                  </a:moveTo>
                  <a:lnTo>
                    <a:pt x="190499" y="733044"/>
                  </a:lnTo>
                  <a:lnTo>
                    <a:pt x="0" y="1210818"/>
                  </a:lnTo>
                </a:path>
              </a:pathLst>
            </a:custGeom>
            <a:ln w="571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5680849" y="2963294"/>
              <a:ext cx="304800" cy="304800"/>
            </a:xfrm>
            <a:custGeom>
              <a:avLst/>
              <a:gdLst/>
              <a:ahLst/>
              <a:cxnLst/>
              <a:rect l="l" t="t" r="r" b="b"/>
              <a:pathLst>
                <a:path w="304800" h="304800">
                  <a:moveTo>
                    <a:pt x="304800" y="152400"/>
                  </a:moveTo>
                  <a:lnTo>
                    <a:pt x="296997" y="104070"/>
                  </a:lnTo>
                  <a:lnTo>
                    <a:pt x="275295" y="62215"/>
                  </a:lnTo>
                  <a:lnTo>
                    <a:pt x="242255" y="29285"/>
                  </a:lnTo>
                  <a:lnTo>
                    <a:pt x="200436" y="7729"/>
                  </a:lnTo>
                  <a:lnTo>
                    <a:pt x="152400" y="0"/>
                  </a:lnTo>
                  <a:lnTo>
                    <a:pt x="104070" y="7729"/>
                  </a:lnTo>
                  <a:lnTo>
                    <a:pt x="62215" y="29285"/>
                  </a:lnTo>
                  <a:lnTo>
                    <a:pt x="29285" y="62215"/>
                  </a:lnTo>
                  <a:lnTo>
                    <a:pt x="7729" y="104070"/>
                  </a:lnTo>
                  <a:lnTo>
                    <a:pt x="0" y="152400"/>
                  </a:lnTo>
                  <a:lnTo>
                    <a:pt x="7729" y="200436"/>
                  </a:lnTo>
                  <a:lnTo>
                    <a:pt x="29285" y="242255"/>
                  </a:lnTo>
                  <a:lnTo>
                    <a:pt x="62215" y="275295"/>
                  </a:lnTo>
                  <a:lnTo>
                    <a:pt x="104070" y="296997"/>
                  </a:lnTo>
                  <a:lnTo>
                    <a:pt x="152400" y="304800"/>
                  </a:lnTo>
                  <a:lnTo>
                    <a:pt x="200436" y="296997"/>
                  </a:lnTo>
                  <a:lnTo>
                    <a:pt x="242255" y="275295"/>
                  </a:lnTo>
                  <a:lnTo>
                    <a:pt x="275295" y="242255"/>
                  </a:lnTo>
                  <a:lnTo>
                    <a:pt x="296997" y="200436"/>
                  </a:lnTo>
                  <a:lnTo>
                    <a:pt x="304800" y="1524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5680849" y="2963294"/>
              <a:ext cx="304800" cy="304800"/>
            </a:xfrm>
            <a:custGeom>
              <a:avLst/>
              <a:gdLst/>
              <a:ahLst/>
              <a:cxnLst/>
              <a:rect l="l" t="t" r="r" b="b"/>
              <a:pathLst>
                <a:path w="304800" h="304800">
                  <a:moveTo>
                    <a:pt x="304800" y="152400"/>
                  </a:moveTo>
                  <a:lnTo>
                    <a:pt x="296997" y="104070"/>
                  </a:lnTo>
                  <a:lnTo>
                    <a:pt x="275295" y="62215"/>
                  </a:lnTo>
                  <a:lnTo>
                    <a:pt x="242255" y="29285"/>
                  </a:lnTo>
                  <a:lnTo>
                    <a:pt x="200436" y="7729"/>
                  </a:lnTo>
                  <a:lnTo>
                    <a:pt x="152400" y="0"/>
                  </a:lnTo>
                  <a:lnTo>
                    <a:pt x="104070" y="7729"/>
                  </a:lnTo>
                  <a:lnTo>
                    <a:pt x="62215" y="29285"/>
                  </a:lnTo>
                  <a:lnTo>
                    <a:pt x="29285" y="62215"/>
                  </a:lnTo>
                  <a:lnTo>
                    <a:pt x="7729" y="104070"/>
                  </a:lnTo>
                  <a:lnTo>
                    <a:pt x="0" y="152400"/>
                  </a:lnTo>
                  <a:lnTo>
                    <a:pt x="7729" y="200436"/>
                  </a:lnTo>
                  <a:lnTo>
                    <a:pt x="29285" y="242255"/>
                  </a:lnTo>
                  <a:lnTo>
                    <a:pt x="62215" y="275295"/>
                  </a:lnTo>
                  <a:lnTo>
                    <a:pt x="104070" y="296997"/>
                  </a:lnTo>
                  <a:lnTo>
                    <a:pt x="152400" y="304800"/>
                  </a:lnTo>
                  <a:lnTo>
                    <a:pt x="200436" y="296997"/>
                  </a:lnTo>
                  <a:lnTo>
                    <a:pt x="242255" y="275295"/>
                  </a:lnTo>
                  <a:lnTo>
                    <a:pt x="275295" y="242255"/>
                  </a:lnTo>
                  <a:lnTo>
                    <a:pt x="296997" y="200436"/>
                  </a:lnTo>
                  <a:lnTo>
                    <a:pt x="304800" y="152400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5985649" y="2963294"/>
              <a:ext cx="304800" cy="304800"/>
            </a:xfrm>
            <a:custGeom>
              <a:avLst/>
              <a:gdLst/>
              <a:ahLst/>
              <a:cxnLst/>
              <a:rect l="l" t="t" r="r" b="b"/>
              <a:pathLst>
                <a:path w="304800" h="304800">
                  <a:moveTo>
                    <a:pt x="304800" y="152400"/>
                  </a:moveTo>
                  <a:lnTo>
                    <a:pt x="296997" y="104070"/>
                  </a:lnTo>
                  <a:lnTo>
                    <a:pt x="275295" y="62215"/>
                  </a:lnTo>
                  <a:lnTo>
                    <a:pt x="242255" y="29285"/>
                  </a:lnTo>
                  <a:lnTo>
                    <a:pt x="200436" y="7729"/>
                  </a:lnTo>
                  <a:lnTo>
                    <a:pt x="152400" y="0"/>
                  </a:lnTo>
                  <a:lnTo>
                    <a:pt x="104070" y="7729"/>
                  </a:lnTo>
                  <a:lnTo>
                    <a:pt x="62215" y="29285"/>
                  </a:lnTo>
                  <a:lnTo>
                    <a:pt x="29285" y="62215"/>
                  </a:lnTo>
                  <a:lnTo>
                    <a:pt x="7729" y="104070"/>
                  </a:lnTo>
                  <a:lnTo>
                    <a:pt x="0" y="152400"/>
                  </a:lnTo>
                  <a:lnTo>
                    <a:pt x="7729" y="200436"/>
                  </a:lnTo>
                  <a:lnTo>
                    <a:pt x="29285" y="242255"/>
                  </a:lnTo>
                  <a:lnTo>
                    <a:pt x="62215" y="275295"/>
                  </a:lnTo>
                  <a:lnTo>
                    <a:pt x="104070" y="296997"/>
                  </a:lnTo>
                  <a:lnTo>
                    <a:pt x="152400" y="304800"/>
                  </a:lnTo>
                  <a:lnTo>
                    <a:pt x="200436" y="296997"/>
                  </a:lnTo>
                  <a:lnTo>
                    <a:pt x="242255" y="275295"/>
                  </a:lnTo>
                  <a:lnTo>
                    <a:pt x="275295" y="242255"/>
                  </a:lnTo>
                  <a:lnTo>
                    <a:pt x="296997" y="200436"/>
                  </a:lnTo>
                  <a:lnTo>
                    <a:pt x="304800" y="1524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985649" y="2963294"/>
              <a:ext cx="304800" cy="304800"/>
            </a:xfrm>
            <a:custGeom>
              <a:avLst/>
              <a:gdLst/>
              <a:ahLst/>
              <a:cxnLst/>
              <a:rect l="l" t="t" r="r" b="b"/>
              <a:pathLst>
                <a:path w="304800" h="304800">
                  <a:moveTo>
                    <a:pt x="304800" y="152400"/>
                  </a:moveTo>
                  <a:lnTo>
                    <a:pt x="296997" y="104070"/>
                  </a:lnTo>
                  <a:lnTo>
                    <a:pt x="275295" y="62215"/>
                  </a:lnTo>
                  <a:lnTo>
                    <a:pt x="242255" y="29285"/>
                  </a:lnTo>
                  <a:lnTo>
                    <a:pt x="200436" y="7729"/>
                  </a:lnTo>
                  <a:lnTo>
                    <a:pt x="152400" y="0"/>
                  </a:lnTo>
                  <a:lnTo>
                    <a:pt x="104070" y="7729"/>
                  </a:lnTo>
                  <a:lnTo>
                    <a:pt x="62215" y="29285"/>
                  </a:lnTo>
                  <a:lnTo>
                    <a:pt x="29285" y="62215"/>
                  </a:lnTo>
                  <a:lnTo>
                    <a:pt x="7729" y="104070"/>
                  </a:lnTo>
                  <a:lnTo>
                    <a:pt x="0" y="152400"/>
                  </a:lnTo>
                  <a:lnTo>
                    <a:pt x="7729" y="200436"/>
                  </a:lnTo>
                  <a:lnTo>
                    <a:pt x="29285" y="242255"/>
                  </a:lnTo>
                  <a:lnTo>
                    <a:pt x="62215" y="275295"/>
                  </a:lnTo>
                  <a:lnTo>
                    <a:pt x="104070" y="296997"/>
                  </a:lnTo>
                  <a:lnTo>
                    <a:pt x="152400" y="304800"/>
                  </a:lnTo>
                  <a:lnTo>
                    <a:pt x="200436" y="296997"/>
                  </a:lnTo>
                  <a:lnTo>
                    <a:pt x="242255" y="275295"/>
                  </a:lnTo>
                  <a:lnTo>
                    <a:pt x="275295" y="242255"/>
                  </a:lnTo>
                  <a:lnTo>
                    <a:pt x="296997" y="200436"/>
                  </a:lnTo>
                  <a:lnTo>
                    <a:pt x="304800" y="152400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" name="object 78"/>
          <p:cNvSpPr txBox="1"/>
          <p:nvPr/>
        </p:nvSpPr>
        <p:spPr>
          <a:xfrm>
            <a:off x="5742578" y="3000886"/>
            <a:ext cx="47815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575" b="1" spc="-434" baseline="2645" dirty="0">
                <a:solidFill>
                  <a:srgbClr val="797979"/>
                </a:solidFill>
                <a:latin typeface="Arial"/>
                <a:cs typeface="Arial"/>
              </a:rPr>
              <a:t>Г</a:t>
            </a:r>
            <a:r>
              <a:rPr sz="1200" b="1" spc="-290" dirty="0">
                <a:solidFill>
                  <a:srgbClr val="FF0065"/>
                </a:solidFill>
                <a:latin typeface="Calibri"/>
                <a:cs typeface="Calibri"/>
              </a:rPr>
              <a:t>Г</a:t>
            </a:r>
            <a:r>
              <a:rPr sz="1575" b="1" spc="-434" baseline="2645" dirty="0">
                <a:solidFill>
                  <a:srgbClr val="797979"/>
                </a:solidFill>
                <a:latin typeface="Arial"/>
                <a:cs typeface="Arial"/>
              </a:rPr>
              <a:t>Е</a:t>
            </a:r>
            <a:r>
              <a:rPr sz="1200" b="1" spc="-290" dirty="0">
                <a:solidFill>
                  <a:srgbClr val="FF0065"/>
                </a:solidFill>
                <a:latin typeface="Calibri"/>
                <a:cs typeface="Calibri"/>
              </a:rPr>
              <a:t>Е</a:t>
            </a:r>
            <a:r>
              <a:rPr sz="1200" b="1" spc="650" dirty="0">
                <a:solidFill>
                  <a:srgbClr val="FF0065"/>
                </a:solidFill>
                <a:latin typeface="Calibri"/>
                <a:cs typeface="Calibri"/>
              </a:rPr>
              <a:t> </a:t>
            </a:r>
            <a:r>
              <a:rPr sz="1575" b="1" spc="-382" baseline="2645" dirty="0">
                <a:solidFill>
                  <a:srgbClr val="797979"/>
                </a:solidFill>
                <a:latin typeface="Arial"/>
                <a:cs typeface="Arial"/>
              </a:rPr>
              <a:t>Г</a:t>
            </a:r>
            <a:r>
              <a:rPr sz="1200" b="1" spc="-254" dirty="0">
                <a:solidFill>
                  <a:srgbClr val="FF0065"/>
                </a:solidFill>
                <a:latin typeface="Calibri"/>
                <a:cs typeface="Calibri"/>
              </a:rPr>
              <a:t>Г</a:t>
            </a:r>
            <a:r>
              <a:rPr sz="1575" b="1" spc="-382" baseline="2645" dirty="0">
                <a:solidFill>
                  <a:srgbClr val="797979"/>
                </a:solidFill>
                <a:latin typeface="Arial"/>
                <a:cs typeface="Arial"/>
              </a:rPr>
              <a:t>Е</a:t>
            </a:r>
            <a:r>
              <a:rPr sz="1200" b="1" spc="-254" dirty="0">
                <a:solidFill>
                  <a:srgbClr val="FF0065"/>
                </a:solidFill>
                <a:latin typeface="Calibri"/>
                <a:cs typeface="Calibri"/>
              </a:rPr>
              <a:t>Е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79" name="object 79"/>
          <p:cNvGrpSpPr/>
          <p:nvPr/>
        </p:nvGrpSpPr>
        <p:grpSpPr>
          <a:xfrm>
            <a:off x="6414668" y="2944244"/>
            <a:ext cx="647700" cy="342900"/>
            <a:chOff x="6414668" y="2944244"/>
            <a:chExt cx="647700" cy="342900"/>
          </a:xfrm>
        </p:grpSpPr>
        <p:sp>
          <p:nvSpPr>
            <p:cNvPr id="80" name="object 80"/>
            <p:cNvSpPr/>
            <p:nvPr/>
          </p:nvSpPr>
          <p:spPr>
            <a:xfrm>
              <a:off x="6433718" y="2963294"/>
              <a:ext cx="304800" cy="304800"/>
            </a:xfrm>
            <a:custGeom>
              <a:avLst/>
              <a:gdLst/>
              <a:ahLst/>
              <a:cxnLst/>
              <a:rect l="l" t="t" r="r" b="b"/>
              <a:pathLst>
                <a:path w="304800" h="304800">
                  <a:moveTo>
                    <a:pt x="304800" y="152400"/>
                  </a:moveTo>
                  <a:lnTo>
                    <a:pt x="296997" y="104070"/>
                  </a:lnTo>
                  <a:lnTo>
                    <a:pt x="275295" y="62215"/>
                  </a:lnTo>
                  <a:lnTo>
                    <a:pt x="242255" y="29285"/>
                  </a:lnTo>
                  <a:lnTo>
                    <a:pt x="200436" y="7729"/>
                  </a:lnTo>
                  <a:lnTo>
                    <a:pt x="152400" y="0"/>
                  </a:lnTo>
                  <a:lnTo>
                    <a:pt x="104070" y="7729"/>
                  </a:lnTo>
                  <a:lnTo>
                    <a:pt x="62215" y="29285"/>
                  </a:lnTo>
                  <a:lnTo>
                    <a:pt x="29285" y="62215"/>
                  </a:lnTo>
                  <a:lnTo>
                    <a:pt x="7729" y="104070"/>
                  </a:lnTo>
                  <a:lnTo>
                    <a:pt x="0" y="152400"/>
                  </a:lnTo>
                  <a:lnTo>
                    <a:pt x="7729" y="200436"/>
                  </a:lnTo>
                  <a:lnTo>
                    <a:pt x="29285" y="242255"/>
                  </a:lnTo>
                  <a:lnTo>
                    <a:pt x="62215" y="275295"/>
                  </a:lnTo>
                  <a:lnTo>
                    <a:pt x="104070" y="296997"/>
                  </a:lnTo>
                  <a:lnTo>
                    <a:pt x="152400" y="304800"/>
                  </a:lnTo>
                  <a:lnTo>
                    <a:pt x="200436" y="296997"/>
                  </a:lnTo>
                  <a:lnTo>
                    <a:pt x="242255" y="275295"/>
                  </a:lnTo>
                  <a:lnTo>
                    <a:pt x="275295" y="242255"/>
                  </a:lnTo>
                  <a:lnTo>
                    <a:pt x="296997" y="200436"/>
                  </a:lnTo>
                  <a:lnTo>
                    <a:pt x="304800" y="1524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6433718" y="2963294"/>
              <a:ext cx="304800" cy="304800"/>
            </a:xfrm>
            <a:custGeom>
              <a:avLst/>
              <a:gdLst/>
              <a:ahLst/>
              <a:cxnLst/>
              <a:rect l="l" t="t" r="r" b="b"/>
              <a:pathLst>
                <a:path w="304800" h="304800">
                  <a:moveTo>
                    <a:pt x="304800" y="152400"/>
                  </a:moveTo>
                  <a:lnTo>
                    <a:pt x="296997" y="104070"/>
                  </a:lnTo>
                  <a:lnTo>
                    <a:pt x="275295" y="62215"/>
                  </a:lnTo>
                  <a:lnTo>
                    <a:pt x="242255" y="29285"/>
                  </a:lnTo>
                  <a:lnTo>
                    <a:pt x="200436" y="7729"/>
                  </a:lnTo>
                  <a:lnTo>
                    <a:pt x="152400" y="0"/>
                  </a:lnTo>
                  <a:lnTo>
                    <a:pt x="104070" y="7729"/>
                  </a:lnTo>
                  <a:lnTo>
                    <a:pt x="62215" y="29285"/>
                  </a:lnTo>
                  <a:lnTo>
                    <a:pt x="29285" y="62215"/>
                  </a:lnTo>
                  <a:lnTo>
                    <a:pt x="7729" y="104070"/>
                  </a:lnTo>
                  <a:lnTo>
                    <a:pt x="0" y="152400"/>
                  </a:lnTo>
                  <a:lnTo>
                    <a:pt x="7729" y="200436"/>
                  </a:lnTo>
                  <a:lnTo>
                    <a:pt x="29285" y="242255"/>
                  </a:lnTo>
                  <a:lnTo>
                    <a:pt x="62215" y="275295"/>
                  </a:lnTo>
                  <a:lnTo>
                    <a:pt x="104070" y="296997"/>
                  </a:lnTo>
                  <a:lnTo>
                    <a:pt x="152400" y="304800"/>
                  </a:lnTo>
                  <a:lnTo>
                    <a:pt x="200436" y="296997"/>
                  </a:lnTo>
                  <a:lnTo>
                    <a:pt x="242255" y="275295"/>
                  </a:lnTo>
                  <a:lnTo>
                    <a:pt x="275295" y="242255"/>
                  </a:lnTo>
                  <a:lnTo>
                    <a:pt x="296997" y="200436"/>
                  </a:lnTo>
                  <a:lnTo>
                    <a:pt x="304800" y="152400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6738518" y="2963294"/>
              <a:ext cx="304800" cy="304800"/>
            </a:xfrm>
            <a:custGeom>
              <a:avLst/>
              <a:gdLst/>
              <a:ahLst/>
              <a:cxnLst/>
              <a:rect l="l" t="t" r="r" b="b"/>
              <a:pathLst>
                <a:path w="304800" h="304800">
                  <a:moveTo>
                    <a:pt x="304800" y="152400"/>
                  </a:moveTo>
                  <a:lnTo>
                    <a:pt x="296997" y="104070"/>
                  </a:lnTo>
                  <a:lnTo>
                    <a:pt x="275295" y="62215"/>
                  </a:lnTo>
                  <a:lnTo>
                    <a:pt x="242255" y="29285"/>
                  </a:lnTo>
                  <a:lnTo>
                    <a:pt x="200436" y="7729"/>
                  </a:lnTo>
                  <a:lnTo>
                    <a:pt x="152400" y="0"/>
                  </a:lnTo>
                  <a:lnTo>
                    <a:pt x="104070" y="7729"/>
                  </a:lnTo>
                  <a:lnTo>
                    <a:pt x="62215" y="29285"/>
                  </a:lnTo>
                  <a:lnTo>
                    <a:pt x="29285" y="62215"/>
                  </a:lnTo>
                  <a:lnTo>
                    <a:pt x="7729" y="104070"/>
                  </a:lnTo>
                  <a:lnTo>
                    <a:pt x="0" y="152400"/>
                  </a:lnTo>
                  <a:lnTo>
                    <a:pt x="7729" y="200436"/>
                  </a:lnTo>
                  <a:lnTo>
                    <a:pt x="29285" y="242255"/>
                  </a:lnTo>
                  <a:lnTo>
                    <a:pt x="62215" y="275295"/>
                  </a:lnTo>
                  <a:lnTo>
                    <a:pt x="104070" y="296997"/>
                  </a:lnTo>
                  <a:lnTo>
                    <a:pt x="152400" y="304800"/>
                  </a:lnTo>
                  <a:lnTo>
                    <a:pt x="200436" y="296997"/>
                  </a:lnTo>
                  <a:lnTo>
                    <a:pt x="242255" y="275295"/>
                  </a:lnTo>
                  <a:lnTo>
                    <a:pt x="275295" y="242255"/>
                  </a:lnTo>
                  <a:lnTo>
                    <a:pt x="296997" y="200436"/>
                  </a:lnTo>
                  <a:lnTo>
                    <a:pt x="304800" y="1524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6738518" y="2963294"/>
              <a:ext cx="304800" cy="304800"/>
            </a:xfrm>
            <a:custGeom>
              <a:avLst/>
              <a:gdLst/>
              <a:ahLst/>
              <a:cxnLst/>
              <a:rect l="l" t="t" r="r" b="b"/>
              <a:pathLst>
                <a:path w="304800" h="304800">
                  <a:moveTo>
                    <a:pt x="304800" y="152400"/>
                  </a:moveTo>
                  <a:lnTo>
                    <a:pt x="296997" y="104070"/>
                  </a:lnTo>
                  <a:lnTo>
                    <a:pt x="275295" y="62215"/>
                  </a:lnTo>
                  <a:lnTo>
                    <a:pt x="242255" y="29285"/>
                  </a:lnTo>
                  <a:lnTo>
                    <a:pt x="200436" y="7729"/>
                  </a:lnTo>
                  <a:lnTo>
                    <a:pt x="152400" y="0"/>
                  </a:lnTo>
                  <a:lnTo>
                    <a:pt x="104070" y="7729"/>
                  </a:lnTo>
                  <a:lnTo>
                    <a:pt x="62215" y="29285"/>
                  </a:lnTo>
                  <a:lnTo>
                    <a:pt x="29285" y="62215"/>
                  </a:lnTo>
                  <a:lnTo>
                    <a:pt x="7729" y="104070"/>
                  </a:lnTo>
                  <a:lnTo>
                    <a:pt x="0" y="152400"/>
                  </a:lnTo>
                  <a:lnTo>
                    <a:pt x="7729" y="200436"/>
                  </a:lnTo>
                  <a:lnTo>
                    <a:pt x="29285" y="242255"/>
                  </a:lnTo>
                  <a:lnTo>
                    <a:pt x="62215" y="275295"/>
                  </a:lnTo>
                  <a:lnTo>
                    <a:pt x="104070" y="296997"/>
                  </a:lnTo>
                  <a:lnTo>
                    <a:pt x="152400" y="304800"/>
                  </a:lnTo>
                  <a:lnTo>
                    <a:pt x="200436" y="296997"/>
                  </a:lnTo>
                  <a:lnTo>
                    <a:pt x="242255" y="275295"/>
                  </a:lnTo>
                  <a:lnTo>
                    <a:pt x="275295" y="242255"/>
                  </a:lnTo>
                  <a:lnTo>
                    <a:pt x="296997" y="200436"/>
                  </a:lnTo>
                  <a:lnTo>
                    <a:pt x="304800" y="152400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4" name="object 84"/>
          <p:cNvSpPr txBox="1"/>
          <p:nvPr/>
        </p:nvSpPr>
        <p:spPr>
          <a:xfrm>
            <a:off x="6514483" y="3000886"/>
            <a:ext cx="45910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575" b="1" spc="-397" baseline="2645" dirty="0">
                <a:solidFill>
                  <a:srgbClr val="797979"/>
                </a:solidFill>
                <a:latin typeface="Arial"/>
                <a:cs typeface="Arial"/>
              </a:rPr>
              <a:t>Г</a:t>
            </a:r>
            <a:r>
              <a:rPr sz="1200" b="1" spc="-265" dirty="0">
                <a:solidFill>
                  <a:srgbClr val="FF0065"/>
                </a:solidFill>
                <a:latin typeface="Calibri"/>
                <a:cs typeface="Calibri"/>
              </a:rPr>
              <a:t>ГЕ</a:t>
            </a:r>
            <a:r>
              <a:rPr sz="1575" b="1" spc="-397" baseline="2645" dirty="0">
                <a:solidFill>
                  <a:srgbClr val="797979"/>
                </a:solidFill>
                <a:latin typeface="Arial"/>
                <a:cs typeface="Arial"/>
              </a:rPr>
              <a:t>Е</a:t>
            </a:r>
            <a:r>
              <a:rPr sz="1575" b="1" spc="765" baseline="2645" dirty="0">
                <a:solidFill>
                  <a:srgbClr val="797979"/>
                </a:solidFill>
                <a:latin typeface="Arial"/>
                <a:cs typeface="Arial"/>
              </a:rPr>
              <a:t> </a:t>
            </a:r>
            <a:r>
              <a:rPr sz="1575" b="1" spc="-434" baseline="2645" dirty="0">
                <a:solidFill>
                  <a:srgbClr val="797979"/>
                </a:solidFill>
                <a:latin typeface="Arial"/>
                <a:cs typeface="Arial"/>
              </a:rPr>
              <a:t>Г</a:t>
            </a:r>
            <a:r>
              <a:rPr sz="1200" b="1" spc="-290" dirty="0">
                <a:solidFill>
                  <a:srgbClr val="FF0065"/>
                </a:solidFill>
                <a:latin typeface="Calibri"/>
                <a:cs typeface="Calibri"/>
              </a:rPr>
              <a:t>Г</a:t>
            </a:r>
            <a:r>
              <a:rPr sz="1575" b="1" spc="-434" baseline="2645" dirty="0">
                <a:solidFill>
                  <a:srgbClr val="797979"/>
                </a:solidFill>
                <a:latin typeface="Arial"/>
                <a:cs typeface="Arial"/>
              </a:rPr>
              <a:t>Е</a:t>
            </a:r>
            <a:r>
              <a:rPr sz="1200" b="1" spc="-290" dirty="0">
                <a:solidFill>
                  <a:srgbClr val="FF0065"/>
                </a:solidFill>
                <a:latin typeface="Calibri"/>
                <a:cs typeface="Calibri"/>
              </a:rPr>
              <a:t>Е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8649607" y="6463829"/>
            <a:ext cx="427355" cy="3429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2310"/>
              </a:lnSpc>
            </a:pPr>
            <a:fld id="{81D60167-4931-47E6-BA6A-407CBD079E47}" type="slidenum">
              <a:rPr sz="2000" b="1" spc="-5" dirty="0">
                <a:solidFill>
                  <a:srgbClr val="0068B4"/>
                </a:solidFill>
                <a:latin typeface="Arial"/>
                <a:cs typeface="Arial"/>
              </a:rPr>
              <a:t>59</a:t>
            </a:fld>
            <a:endParaRPr sz="2000">
              <a:latin typeface="Arial"/>
              <a:cs typeface="Arial"/>
            </a:endParaRPr>
          </a:p>
        </p:txBody>
      </p:sp>
      <p:graphicFrame>
        <p:nvGraphicFramePr>
          <p:cNvPr id="85" name="object 85"/>
          <p:cNvGraphicFramePr>
            <a:graphicFrameLocks noGrp="1"/>
          </p:cNvGraphicFramePr>
          <p:nvPr/>
        </p:nvGraphicFramePr>
        <p:xfrm>
          <a:off x="232943" y="4815335"/>
          <a:ext cx="3670935" cy="155904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0195"/>
                <a:gridCol w="2476500"/>
                <a:gridCol w="904240"/>
              </a:tblGrid>
              <a:tr h="339851">
                <a:tc gridSpan="2">
                  <a:txBody>
                    <a:bodyPr/>
                    <a:lstStyle/>
                    <a:p>
                      <a:pPr marL="38417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1400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Наименование</a:t>
                      </a:r>
                      <a:r>
                        <a:rPr sz="1400" spc="-25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параметра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52705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1400" spc="-5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Значение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52705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N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19050">
                      <a:solidFill>
                        <a:srgbClr val="0033CC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Количество</a:t>
                      </a:r>
                      <a:r>
                        <a:rPr sz="1400" spc="-1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на блок, шт.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33CC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4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P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19050">
                      <a:solidFill>
                        <a:srgbClr val="0033CC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Ном.</a:t>
                      </a:r>
                      <a:r>
                        <a:rPr sz="1400" spc="-2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давление,</a:t>
                      </a:r>
                      <a:r>
                        <a:rPr sz="1400" spc="-2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МПа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33CC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5,9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</a:tr>
              <a:tr h="304799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C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19050">
                      <a:solidFill>
                        <a:srgbClr val="0033CC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Концентрация</a:t>
                      </a:r>
                      <a:r>
                        <a:rPr sz="1400" spc="-1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Н</a:t>
                      </a:r>
                      <a:r>
                        <a:rPr sz="1350" spc="-7" baseline="-24691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3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ВО</a:t>
                      </a:r>
                      <a:r>
                        <a:rPr sz="1350" spc="-7" baseline="-24691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3</a:t>
                      </a:r>
                      <a:r>
                        <a:rPr sz="1350" spc="142" baseline="-24691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, г/кг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33CC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16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</a:tr>
              <a:tr h="304799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V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19050">
                      <a:solidFill>
                        <a:srgbClr val="0033CC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Объем</a:t>
                      </a:r>
                      <a:r>
                        <a:rPr sz="1400" spc="-1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емкости/раствора,</a:t>
                      </a:r>
                      <a:r>
                        <a:rPr sz="1400" spc="-1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м</a:t>
                      </a:r>
                      <a:r>
                        <a:rPr sz="1350" spc="-7" baseline="24691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1350" baseline="24691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0033CC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60</a:t>
                      </a:r>
                      <a:r>
                        <a:rPr sz="1400" spc="-2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/</a:t>
                      </a:r>
                      <a:r>
                        <a:rPr sz="1400" spc="-3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1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50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1461" y="410923"/>
            <a:ext cx="8490255" cy="6428665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3861765" y="1191454"/>
            <a:ext cx="4743450" cy="5200650"/>
            <a:chOff x="3861765" y="1191454"/>
            <a:chExt cx="4743450" cy="5200650"/>
          </a:xfrm>
        </p:grpSpPr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871112" y="1200788"/>
              <a:ext cx="4724400" cy="518160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3866527" y="1196216"/>
              <a:ext cx="4733925" cy="5191125"/>
            </a:xfrm>
            <a:custGeom>
              <a:avLst/>
              <a:gdLst/>
              <a:ahLst/>
              <a:cxnLst/>
              <a:rect l="l" t="t" r="r" b="b"/>
              <a:pathLst>
                <a:path w="4733925" h="5191125">
                  <a:moveTo>
                    <a:pt x="4733544" y="5190744"/>
                  </a:moveTo>
                  <a:lnTo>
                    <a:pt x="4733544" y="0"/>
                  </a:lnTo>
                  <a:lnTo>
                    <a:pt x="0" y="0"/>
                  </a:lnTo>
                  <a:lnTo>
                    <a:pt x="0" y="5190744"/>
                  </a:lnTo>
                  <a:lnTo>
                    <a:pt x="4733544" y="5190744"/>
                  </a:lnTo>
                  <a:close/>
                </a:path>
              </a:pathLst>
            </a:custGeom>
            <a:ln w="9144">
              <a:solidFill>
                <a:srgbClr val="659A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175899" y="2812430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30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30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30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30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30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30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30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30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30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30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30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30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30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30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30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30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30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30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30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30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30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30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30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30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30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30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30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30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30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30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30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30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30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30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30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30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30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30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30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30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30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30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30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30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30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30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30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30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30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30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30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30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30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30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30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30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30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30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30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30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30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30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30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30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30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30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30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30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30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30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30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175899" y="3025790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30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30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30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30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30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30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30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30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30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30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30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30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30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30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30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30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30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30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30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30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30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30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30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30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30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30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30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30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30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30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30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30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30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30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30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30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30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30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30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30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30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30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30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30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30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30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30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30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30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30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30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30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30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30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30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30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30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30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30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30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30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30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30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30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30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30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30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30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30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30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30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175899" y="3239151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175899" y="3452511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175899" y="3665870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175899" y="3879230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175899" y="4092590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175899" y="4305951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175899" y="4519310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175899" y="4732671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175899" y="4946030"/>
              <a:ext cx="2000250" cy="71120"/>
            </a:xfrm>
            <a:custGeom>
              <a:avLst/>
              <a:gdLst/>
              <a:ahLst/>
              <a:cxnLst/>
              <a:rect l="l" t="t" r="r" b="b"/>
              <a:pathLst>
                <a:path w="2000250" h="71120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71120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71120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71120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71120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71120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71120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71120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71120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71120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71120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71120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71120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71120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71120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71120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71120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71120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71120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71120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71120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71120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71120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71120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6227203" y="2812430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30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30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30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30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30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30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30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30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30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30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30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30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30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30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30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30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30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30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30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30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30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30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30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30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30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30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30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30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30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30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30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30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30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30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30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30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30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30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30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30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30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30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30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30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30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30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30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30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30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30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30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30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30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30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30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30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30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30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30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30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30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30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30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30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30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30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30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30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30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30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30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6227203" y="3025790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30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30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30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30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30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30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30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30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30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30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30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30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30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30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30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30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30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30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30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30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30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30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30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30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30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30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30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30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30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30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30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30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30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30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30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30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30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30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30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30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30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30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30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30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30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30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30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30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30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30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30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30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30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30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30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30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30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30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30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30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30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30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30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30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30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30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30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30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30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30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30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227203" y="3239151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227203" y="3452511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6227203" y="3665870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6227203" y="3879230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6227203" y="4092590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6227203" y="4305951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6227203" y="4519310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6227203" y="4732671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227203" y="4946030"/>
              <a:ext cx="2043430" cy="95250"/>
            </a:xfrm>
            <a:custGeom>
              <a:avLst/>
              <a:gdLst/>
              <a:ahLst/>
              <a:cxnLst/>
              <a:rect l="l" t="t" r="r" b="b"/>
              <a:pathLst>
                <a:path w="2043429" h="95250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95250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95250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95250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95250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95250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95250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95250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95250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95250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95250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95250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95250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95250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95250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95250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95250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95250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95250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95250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95250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95250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95250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95250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95250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95250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95250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95250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95250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95250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95250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95250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175899" y="5089286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175899" y="5302647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175899" y="5516007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175899" y="5729367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175899" y="5942727"/>
              <a:ext cx="2000250" cy="199390"/>
            </a:xfrm>
            <a:custGeom>
              <a:avLst/>
              <a:gdLst/>
              <a:ahLst/>
              <a:cxnLst/>
              <a:rect l="l" t="t" r="r" b="b"/>
              <a:pathLst>
                <a:path w="2000250" h="19938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19938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19938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19938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19938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19938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19938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19938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19938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19938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19938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19938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19938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19938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19938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19938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19938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19938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19938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19938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19938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19938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19938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19938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19938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19938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19938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19938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19938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19938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19938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19938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19938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19938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19938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19938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19938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19938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19938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19938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19938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19938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19938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19938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19938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19938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19938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19938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19938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19938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19938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19938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19938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19938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19938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19938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19938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19938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19938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19938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19938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19938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19938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19938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19938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19938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6227203" y="5086239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6227203" y="5299598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6227203" y="5512959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6227203" y="5726318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6227203" y="5939679"/>
              <a:ext cx="2043430" cy="186690"/>
            </a:xfrm>
            <a:custGeom>
              <a:avLst/>
              <a:gdLst/>
              <a:ahLst/>
              <a:cxnLst/>
              <a:rect l="l" t="t" r="r" b="b"/>
              <a:pathLst>
                <a:path w="2043429" h="18668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18668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18668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18668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18668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18668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18668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18668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18668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18668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18668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18668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18668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18668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18668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18668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18668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18668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18668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18668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18668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18668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18668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18668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18668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18668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18668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18668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18668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18668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18668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18668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18668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18668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18668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18668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18668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18668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18668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18668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18668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18668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18668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18668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18668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18668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18668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18668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18668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18668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18668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18668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18668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18668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18668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18668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18668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18668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18668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18668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18668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18668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479188" y="4996310"/>
              <a:ext cx="280670" cy="280035"/>
            </a:xfrm>
            <a:custGeom>
              <a:avLst/>
              <a:gdLst/>
              <a:ahLst/>
              <a:cxnLst/>
              <a:rect l="l" t="t" r="r" b="b"/>
              <a:pathLst>
                <a:path w="280670" h="280035">
                  <a:moveTo>
                    <a:pt x="280415" y="139445"/>
                  </a:moveTo>
                  <a:lnTo>
                    <a:pt x="273222" y="95390"/>
                  </a:lnTo>
                  <a:lnTo>
                    <a:pt x="253227" y="57113"/>
                  </a:lnTo>
                  <a:lnTo>
                    <a:pt x="222808" y="26919"/>
                  </a:lnTo>
                  <a:lnTo>
                    <a:pt x="184343" y="7114"/>
                  </a:lnTo>
                  <a:lnTo>
                    <a:pt x="140207" y="0"/>
                  </a:lnTo>
                  <a:lnTo>
                    <a:pt x="95780" y="7114"/>
                  </a:lnTo>
                  <a:lnTo>
                    <a:pt x="57278" y="26919"/>
                  </a:lnTo>
                  <a:lnTo>
                    <a:pt x="26968" y="57113"/>
                  </a:lnTo>
                  <a:lnTo>
                    <a:pt x="7120" y="95390"/>
                  </a:lnTo>
                  <a:lnTo>
                    <a:pt x="0" y="139445"/>
                  </a:lnTo>
                  <a:lnTo>
                    <a:pt x="7120" y="183873"/>
                  </a:lnTo>
                  <a:lnTo>
                    <a:pt x="26968" y="222375"/>
                  </a:lnTo>
                  <a:lnTo>
                    <a:pt x="57278" y="252685"/>
                  </a:lnTo>
                  <a:lnTo>
                    <a:pt x="95780" y="272533"/>
                  </a:lnTo>
                  <a:lnTo>
                    <a:pt x="140207" y="279653"/>
                  </a:lnTo>
                  <a:lnTo>
                    <a:pt x="184343" y="272533"/>
                  </a:lnTo>
                  <a:lnTo>
                    <a:pt x="222808" y="252685"/>
                  </a:lnTo>
                  <a:lnTo>
                    <a:pt x="253227" y="222375"/>
                  </a:lnTo>
                  <a:lnTo>
                    <a:pt x="273222" y="183873"/>
                  </a:lnTo>
                  <a:lnTo>
                    <a:pt x="280415" y="13944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479188" y="4996310"/>
              <a:ext cx="280670" cy="280035"/>
            </a:xfrm>
            <a:custGeom>
              <a:avLst/>
              <a:gdLst/>
              <a:ahLst/>
              <a:cxnLst/>
              <a:rect l="l" t="t" r="r" b="b"/>
              <a:pathLst>
                <a:path w="280670" h="280035">
                  <a:moveTo>
                    <a:pt x="280415" y="139445"/>
                  </a:moveTo>
                  <a:lnTo>
                    <a:pt x="273222" y="95390"/>
                  </a:lnTo>
                  <a:lnTo>
                    <a:pt x="253227" y="57113"/>
                  </a:lnTo>
                  <a:lnTo>
                    <a:pt x="222808" y="26919"/>
                  </a:lnTo>
                  <a:lnTo>
                    <a:pt x="184343" y="7114"/>
                  </a:lnTo>
                  <a:lnTo>
                    <a:pt x="140207" y="0"/>
                  </a:lnTo>
                  <a:lnTo>
                    <a:pt x="95780" y="7114"/>
                  </a:lnTo>
                  <a:lnTo>
                    <a:pt x="57278" y="26919"/>
                  </a:lnTo>
                  <a:lnTo>
                    <a:pt x="26968" y="57113"/>
                  </a:lnTo>
                  <a:lnTo>
                    <a:pt x="7120" y="95390"/>
                  </a:lnTo>
                  <a:lnTo>
                    <a:pt x="0" y="139445"/>
                  </a:lnTo>
                  <a:lnTo>
                    <a:pt x="7120" y="183873"/>
                  </a:lnTo>
                  <a:lnTo>
                    <a:pt x="26968" y="222375"/>
                  </a:lnTo>
                  <a:lnTo>
                    <a:pt x="57278" y="252685"/>
                  </a:lnTo>
                  <a:lnTo>
                    <a:pt x="95780" y="272533"/>
                  </a:lnTo>
                  <a:lnTo>
                    <a:pt x="140207" y="279653"/>
                  </a:lnTo>
                  <a:lnTo>
                    <a:pt x="184343" y="272533"/>
                  </a:lnTo>
                  <a:lnTo>
                    <a:pt x="222808" y="252685"/>
                  </a:lnTo>
                  <a:lnTo>
                    <a:pt x="253227" y="222375"/>
                  </a:lnTo>
                  <a:lnTo>
                    <a:pt x="273222" y="183873"/>
                  </a:lnTo>
                  <a:lnTo>
                    <a:pt x="280415" y="139445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 txBox="1"/>
          <p:nvPr/>
        </p:nvSpPr>
        <p:spPr>
          <a:xfrm>
            <a:off x="4568335" y="5006435"/>
            <a:ext cx="108585" cy="231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350" b="1" dirty="0">
                <a:solidFill>
                  <a:srgbClr val="797979"/>
                </a:solidFill>
                <a:latin typeface="Arial"/>
                <a:cs typeface="Arial"/>
              </a:rPr>
              <a:t>3</a:t>
            </a:r>
            <a:endParaRPr sz="1350">
              <a:latin typeface="Arial"/>
              <a:cs typeface="Arial"/>
            </a:endParaRPr>
          </a:p>
        </p:txBody>
      </p:sp>
      <p:grpSp>
        <p:nvGrpSpPr>
          <p:cNvPr id="41" name="object 41"/>
          <p:cNvGrpSpPr/>
          <p:nvPr/>
        </p:nvGrpSpPr>
        <p:grpSpPr>
          <a:xfrm>
            <a:off x="4476331" y="4320607"/>
            <a:ext cx="286385" cy="286385"/>
            <a:chOff x="4476331" y="4320607"/>
            <a:chExt cx="286385" cy="286385"/>
          </a:xfrm>
        </p:grpSpPr>
        <p:sp>
          <p:nvSpPr>
            <p:cNvPr id="42" name="object 42"/>
            <p:cNvSpPr/>
            <p:nvPr/>
          </p:nvSpPr>
          <p:spPr>
            <a:xfrm>
              <a:off x="4479188" y="4323464"/>
              <a:ext cx="280670" cy="280670"/>
            </a:xfrm>
            <a:custGeom>
              <a:avLst/>
              <a:gdLst/>
              <a:ahLst/>
              <a:cxnLst/>
              <a:rect l="l" t="t" r="r" b="b"/>
              <a:pathLst>
                <a:path w="280670" h="280670">
                  <a:moveTo>
                    <a:pt x="280415" y="140207"/>
                  </a:moveTo>
                  <a:lnTo>
                    <a:pt x="273222" y="96072"/>
                  </a:lnTo>
                  <a:lnTo>
                    <a:pt x="253227" y="57607"/>
                  </a:lnTo>
                  <a:lnTo>
                    <a:pt x="222808" y="27188"/>
                  </a:lnTo>
                  <a:lnTo>
                    <a:pt x="184343" y="7193"/>
                  </a:lnTo>
                  <a:lnTo>
                    <a:pt x="140207" y="0"/>
                  </a:lnTo>
                  <a:lnTo>
                    <a:pt x="95780" y="7193"/>
                  </a:lnTo>
                  <a:lnTo>
                    <a:pt x="57278" y="27188"/>
                  </a:lnTo>
                  <a:lnTo>
                    <a:pt x="26968" y="57607"/>
                  </a:lnTo>
                  <a:lnTo>
                    <a:pt x="7120" y="96072"/>
                  </a:lnTo>
                  <a:lnTo>
                    <a:pt x="0" y="140207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5"/>
                  </a:lnTo>
                  <a:lnTo>
                    <a:pt x="184343" y="273295"/>
                  </a:lnTo>
                  <a:lnTo>
                    <a:pt x="222808" y="253447"/>
                  </a:lnTo>
                  <a:lnTo>
                    <a:pt x="253227" y="223137"/>
                  </a:lnTo>
                  <a:lnTo>
                    <a:pt x="273222" y="184635"/>
                  </a:lnTo>
                  <a:lnTo>
                    <a:pt x="280415" y="1402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479188" y="4323464"/>
              <a:ext cx="280670" cy="280670"/>
            </a:xfrm>
            <a:custGeom>
              <a:avLst/>
              <a:gdLst/>
              <a:ahLst/>
              <a:cxnLst/>
              <a:rect l="l" t="t" r="r" b="b"/>
              <a:pathLst>
                <a:path w="280670" h="280670">
                  <a:moveTo>
                    <a:pt x="280415" y="140207"/>
                  </a:moveTo>
                  <a:lnTo>
                    <a:pt x="273222" y="96072"/>
                  </a:lnTo>
                  <a:lnTo>
                    <a:pt x="253227" y="57607"/>
                  </a:lnTo>
                  <a:lnTo>
                    <a:pt x="222808" y="27188"/>
                  </a:lnTo>
                  <a:lnTo>
                    <a:pt x="184343" y="7193"/>
                  </a:lnTo>
                  <a:lnTo>
                    <a:pt x="140207" y="0"/>
                  </a:lnTo>
                  <a:lnTo>
                    <a:pt x="95780" y="7193"/>
                  </a:lnTo>
                  <a:lnTo>
                    <a:pt x="57278" y="27188"/>
                  </a:lnTo>
                  <a:lnTo>
                    <a:pt x="26968" y="57607"/>
                  </a:lnTo>
                  <a:lnTo>
                    <a:pt x="7120" y="96072"/>
                  </a:lnTo>
                  <a:lnTo>
                    <a:pt x="0" y="140207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5"/>
                  </a:lnTo>
                  <a:lnTo>
                    <a:pt x="184343" y="273295"/>
                  </a:lnTo>
                  <a:lnTo>
                    <a:pt x="222808" y="253447"/>
                  </a:lnTo>
                  <a:lnTo>
                    <a:pt x="253227" y="223137"/>
                  </a:lnTo>
                  <a:lnTo>
                    <a:pt x="273222" y="184635"/>
                  </a:lnTo>
                  <a:lnTo>
                    <a:pt x="280415" y="140207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" name="object 44"/>
          <p:cNvSpPr txBox="1"/>
          <p:nvPr/>
        </p:nvSpPr>
        <p:spPr>
          <a:xfrm>
            <a:off x="4568335" y="4331303"/>
            <a:ext cx="108585" cy="231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350" b="1" dirty="0">
                <a:solidFill>
                  <a:srgbClr val="797979"/>
                </a:solidFill>
                <a:latin typeface="Arial"/>
                <a:cs typeface="Arial"/>
              </a:rPr>
              <a:t>4</a:t>
            </a:r>
            <a:endParaRPr sz="1350">
              <a:latin typeface="Arial"/>
              <a:cs typeface="Arial"/>
            </a:endParaRPr>
          </a:p>
        </p:txBody>
      </p:sp>
      <p:grpSp>
        <p:nvGrpSpPr>
          <p:cNvPr id="45" name="object 45"/>
          <p:cNvGrpSpPr/>
          <p:nvPr/>
        </p:nvGrpSpPr>
        <p:grpSpPr>
          <a:xfrm>
            <a:off x="5863551" y="4419286"/>
            <a:ext cx="704850" cy="704850"/>
            <a:chOff x="5863551" y="4419286"/>
            <a:chExt cx="704850" cy="704850"/>
          </a:xfrm>
        </p:grpSpPr>
        <p:sp>
          <p:nvSpPr>
            <p:cNvPr id="46" name="object 46"/>
            <p:cNvSpPr/>
            <p:nvPr/>
          </p:nvSpPr>
          <p:spPr>
            <a:xfrm>
              <a:off x="5879744" y="4435478"/>
              <a:ext cx="672465" cy="672465"/>
            </a:xfrm>
            <a:custGeom>
              <a:avLst/>
              <a:gdLst/>
              <a:ahLst/>
              <a:cxnLst/>
              <a:rect l="l" t="t" r="r" b="b"/>
              <a:pathLst>
                <a:path w="672465" h="672464">
                  <a:moveTo>
                    <a:pt x="672084" y="336041"/>
                  </a:moveTo>
                  <a:lnTo>
                    <a:pt x="668430" y="286479"/>
                  </a:lnTo>
                  <a:lnTo>
                    <a:pt x="657821" y="239143"/>
                  </a:lnTo>
                  <a:lnTo>
                    <a:pt x="640782" y="194559"/>
                  </a:lnTo>
                  <a:lnTo>
                    <a:pt x="617838" y="153251"/>
                  </a:lnTo>
                  <a:lnTo>
                    <a:pt x="589514" y="115746"/>
                  </a:lnTo>
                  <a:lnTo>
                    <a:pt x="556337" y="82569"/>
                  </a:lnTo>
                  <a:lnTo>
                    <a:pt x="518832" y="54245"/>
                  </a:lnTo>
                  <a:lnTo>
                    <a:pt x="477524" y="31301"/>
                  </a:lnTo>
                  <a:lnTo>
                    <a:pt x="432940" y="14262"/>
                  </a:lnTo>
                  <a:lnTo>
                    <a:pt x="385604" y="3653"/>
                  </a:lnTo>
                  <a:lnTo>
                    <a:pt x="336042" y="0"/>
                  </a:lnTo>
                  <a:lnTo>
                    <a:pt x="286308" y="3653"/>
                  </a:lnTo>
                  <a:lnTo>
                    <a:pt x="238865" y="14262"/>
                  </a:lnTo>
                  <a:lnTo>
                    <a:pt x="194229" y="31301"/>
                  </a:lnTo>
                  <a:lnTo>
                    <a:pt x="152914" y="54245"/>
                  </a:lnTo>
                  <a:lnTo>
                    <a:pt x="115436" y="82569"/>
                  </a:lnTo>
                  <a:lnTo>
                    <a:pt x="82311" y="115746"/>
                  </a:lnTo>
                  <a:lnTo>
                    <a:pt x="54053" y="153251"/>
                  </a:lnTo>
                  <a:lnTo>
                    <a:pt x="31177" y="194559"/>
                  </a:lnTo>
                  <a:lnTo>
                    <a:pt x="14200" y="239143"/>
                  </a:lnTo>
                  <a:lnTo>
                    <a:pt x="3635" y="286479"/>
                  </a:lnTo>
                  <a:lnTo>
                    <a:pt x="0" y="336041"/>
                  </a:lnTo>
                  <a:lnTo>
                    <a:pt x="3635" y="385775"/>
                  </a:lnTo>
                  <a:lnTo>
                    <a:pt x="14200" y="433218"/>
                  </a:lnTo>
                  <a:lnTo>
                    <a:pt x="31177" y="477854"/>
                  </a:lnTo>
                  <a:lnTo>
                    <a:pt x="54053" y="519169"/>
                  </a:lnTo>
                  <a:lnTo>
                    <a:pt x="82311" y="556647"/>
                  </a:lnTo>
                  <a:lnTo>
                    <a:pt x="115436" y="589772"/>
                  </a:lnTo>
                  <a:lnTo>
                    <a:pt x="152914" y="618030"/>
                  </a:lnTo>
                  <a:lnTo>
                    <a:pt x="194229" y="640906"/>
                  </a:lnTo>
                  <a:lnTo>
                    <a:pt x="238865" y="657883"/>
                  </a:lnTo>
                  <a:lnTo>
                    <a:pt x="286308" y="668448"/>
                  </a:lnTo>
                  <a:lnTo>
                    <a:pt x="336042" y="672083"/>
                  </a:lnTo>
                  <a:lnTo>
                    <a:pt x="385604" y="668448"/>
                  </a:lnTo>
                  <a:lnTo>
                    <a:pt x="432940" y="657883"/>
                  </a:lnTo>
                  <a:lnTo>
                    <a:pt x="477524" y="640906"/>
                  </a:lnTo>
                  <a:lnTo>
                    <a:pt x="518832" y="618030"/>
                  </a:lnTo>
                  <a:lnTo>
                    <a:pt x="556337" y="589772"/>
                  </a:lnTo>
                  <a:lnTo>
                    <a:pt x="589514" y="556647"/>
                  </a:lnTo>
                  <a:lnTo>
                    <a:pt x="617838" y="519169"/>
                  </a:lnTo>
                  <a:lnTo>
                    <a:pt x="640782" y="477854"/>
                  </a:lnTo>
                  <a:lnTo>
                    <a:pt x="657821" y="433218"/>
                  </a:lnTo>
                  <a:lnTo>
                    <a:pt x="668430" y="385775"/>
                  </a:lnTo>
                  <a:lnTo>
                    <a:pt x="672084" y="33604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879744" y="4435478"/>
              <a:ext cx="672465" cy="672465"/>
            </a:xfrm>
            <a:custGeom>
              <a:avLst/>
              <a:gdLst/>
              <a:ahLst/>
              <a:cxnLst/>
              <a:rect l="l" t="t" r="r" b="b"/>
              <a:pathLst>
                <a:path w="672465" h="672464">
                  <a:moveTo>
                    <a:pt x="672084" y="336041"/>
                  </a:moveTo>
                  <a:lnTo>
                    <a:pt x="668430" y="286479"/>
                  </a:lnTo>
                  <a:lnTo>
                    <a:pt x="657821" y="239143"/>
                  </a:lnTo>
                  <a:lnTo>
                    <a:pt x="640782" y="194559"/>
                  </a:lnTo>
                  <a:lnTo>
                    <a:pt x="617838" y="153251"/>
                  </a:lnTo>
                  <a:lnTo>
                    <a:pt x="589514" y="115746"/>
                  </a:lnTo>
                  <a:lnTo>
                    <a:pt x="556337" y="82569"/>
                  </a:lnTo>
                  <a:lnTo>
                    <a:pt x="518832" y="54245"/>
                  </a:lnTo>
                  <a:lnTo>
                    <a:pt x="477524" y="31301"/>
                  </a:lnTo>
                  <a:lnTo>
                    <a:pt x="432940" y="14262"/>
                  </a:lnTo>
                  <a:lnTo>
                    <a:pt x="385604" y="3653"/>
                  </a:lnTo>
                  <a:lnTo>
                    <a:pt x="336042" y="0"/>
                  </a:lnTo>
                  <a:lnTo>
                    <a:pt x="286308" y="3653"/>
                  </a:lnTo>
                  <a:lnTo>
                    <a:pt x="238865" y="14262"/>
                  </a:lnTo>
                  <a:lnTo>
                    <a:pt x="194229" y="31301"/>
                  </a:lnTo>
                  <a:lnTo>
                    <a:pt x="152914" y="54245"/>
                  </a:lnTo>
                  <a:lnTo>
                    <a:pt x="115436" y="82569"/>
                  </a:lnTo>
                  <a:lnTo>
                    <a:pt x="82311" y="115746"/>
                  </a:lnTo>
                  <a:lnTo>
                    <a:pt x="54053" y="153251"/>
                  </a:lnTo>
                  <a:lnTo>
                    <a:pt x="31177" y="194559"/>
                  </a:lnTo>
                  <a:lnTo>
                    <a:pt x="14200" y="239143"/>
                  </a:lnTo>
                  <a:lnTo>
                    <a:pt x="3635" y="286479"/>
                  </a:lnTo>
                  <a:lnTo>
                    <a:pt x="0" y="336041"/>
                  </a:lnTo>
                  <a:lnTo>
                    <a:pt x="3635" y="385775"/>
                  </a:lnTo>
                  <a:lnTo>
                    <a:pt x="14200" y="433218"/>
                  </a:lnTo>
                  <a:lnTo>
                    <a:pt x="31177" y="477854"/>
                  </a:lnTo>
                  <a:lnTo>
                    <a:pt x="54053" y="519169"/>
                  </a:lnTo>
                  <a:lnTo>
                    <a:pt x="82311" y="556647"/>
                  </a:lnTo>
                  <a:lnTo>
                    <a:pt x="115436" y="589772"/>
                  </a:lnTo>
                  <a:lnTo>
                    <a:pt x="152914" y="618030"/>
                  </a:lnTo>
                  <a:lnTo>
                    <a:pt x="194229" y="640906"/>
                  </a:lnTo>
                  <a:lnTo>
                    <a:pt x="238865" y="657883"/>
                  </a:lnTo>
                  <a:lnTo>
                    <a:pt x="286308" y="668448"/>
                  </a:lnTo>
                  <a:lnTo>
                    <a:pt x="336042" y="672083"/>
                  </a:lnTo>
                  <a:lnTo>
                    <a:pt x="385604" y="668448"/>
                  </a:lnTo>
                  <a:lnTo>
                    <a:pt x="432940" y="657883"/>
                  </a:lnTo>
                  <a:lnTo>
                    <a:pt x="477524" y="640906"/>
                  </a:lnTo>
                  <a:lnTo>
                    <a:pt x="518832" y="618030"/>
                  </a:lnTo>
                  <a:lnTo>
                    <a:pt x="556337" y="589772"/>
                  </a:lnTo>
                  <a:lnTo>
                    <a:pt x="589514" y="556647"/>
                  </a:lnTo>
                  <a:lnTo>
                    <a:pt x="617838" y="519169"/>
                  </a:lnTo>
                  <a:lnTo>
                    <a:pt x="640782" y="477854"/>
                  </a:lnTo>
                  <a:lnTo>
                    <a:pt x="657821" y="433218"/>
                  </a:lnTo>
                  <a:lnTo>
                    <a:pt x="668430" y="385775"/>
                  </a:lnTo>
                  <a:lnTo>
                    <a:pt x="672084" y="336041"/>
                  </a:lnTo>
                </a:path>
              </a:pathLst>
            </a:custGeom>
            <a:ln w="32080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991758" y="4547492"/>
              <a:ext cx="448309" cy="448945"/>
            </a:xfrm>
            <a:custGeom>
              <a:avLst/>
              <a:gdLst/>
              <a:ahLst/>
              <a:cxnLst/>
              <a:rect l="l" t="t" r="r" b="b"/>
              <a:pathLst>
                <a:path w="448310" h="448945">
                  <a:moveTo>
                    <a:pt x="448055" y="224027"/>
                  </a:moveTo>
                  <a:lnTo>
                    <a:pt x="443492" y="178959"/>
                  </a:lnTo>
                  <a:lnTo>
                    <a:pt x="430410" y="136945"/>
                  </a:lnTo>
                  <a:lnTo>
                    <a:pt x="409720" y="98896"/>
                  </a:lnTo>
                  <a:lnTo>
                    <a:pt x="382333" y="65722"/>
                  </a:lnTo>
                  <a:lnTo>
                    <a:pt x="349159" y="38335"/>
                  </a:lnTo>
                  <a:lnTo>
                    <a:pt x="311110" y="17645"/>
                  </a:lnTo>
                  <a:lnTo>
                    <a:pt x="269096" y="4563"/>
                  </a:lnTo>
                  <a:lnTo>
                    <a:pt x="224027" y="0"/>
                  </a:lnTo>
                  <a:lnTo>
                    <a:pt x="178741" y="4563"/>
                  </a:lnTo>
                  <a:lnTo>
                    <a:pt x="136624" y="17645"/>
                  </a:lnTo>
                  <a:lnTo>
                    <a:pt x="98561" y="38335"/>
                  </a:lnTo>
                  <a:lnTo>
                    <a:pt x="65436" y="65722"/>
                  </a:lnTo>
                  <a:lnTo>
                    <a:pt x="38134" y="98896"/>
                  </a:lnTo>
                  <a:lnTo>
                    <a:pt x="17537" y="136945"/>
                  </a:lnTo>
                  <a:lnTo>
                    <a:pt x="4531" y="178959"/>
                  </a:lnTo>
                  <a:lnTo>
                    <a:pt x="0" y="224027"/>
                  </a:lnTo>
                  <a:lnTo>
                    <a:pt x="4531" y="269347"/>
                  </a:lnTo>
                  <a:lnTo>
                    <a:pt x="17537" y="311550"/>
                  </a:lnTo>
                  <a:lnTo>
                    <a:pt x="38134" y="349735"/>
                  </a:lnTo>
                  <a:lnTo>
                    <a:pt x="65436" y="383000"/>
                  </a:lnTo>
                  <a:lnTo>
                    <a:pt x="98561" y="410442"/>
                  </a:lnTo>
                  <a:lnTo>
                    <a:pt x="136624" y="431161"/>
                  </a:lnTo>
                  <a:lnTo>
                    <a:pt x="178741" y="444253"/>
                  </a:lnTo>
                  <a:lnTo>
                    <a:pt x="224027" y="448817"/>
                  </a:lnTo>
                  <a:lnTo>
                    <a:pt x="269096" y="444253"/>
                  </a:lnTo>
                  <a:lnTo>
                    <a:pt x="311110" y="431161"/>
                  </a:lnTo>
                  <a:lnTo>
                    <a:pt x="349159" y="410442"/>
                  </a:lnTo>
                  <a:lnTo>
                    <a:pt x="382333" y="383000"/>
                  </a:lnTo>
                  <a:lnTo>
                    <a:pt x="409720" y="349735"/>
                  </a:lnTo>
                  <a:lnTo>
                    <a:pt x="430410" y="311550"/>
                  </a:lnTo>
                  <a:lnTo>
                    <a:pt x="443492" y="269347"/>
                  </a:lnTo>
                  <a:lnTo>
                    <a:pt x="448055" y="22402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5991758" y="4547492"/>
              <a:ext cx="448309" cy="448945"/>
            </a:xfrm>
            <a:custGeom>
              <a:avLst/>
              <a:gdLst/>
              <a:ahLst/>
              <a:cxnLst/>
              <a:rect l="l" t="t" r="r" b="b"/>
              <a:pathLst>
                <a:path w="448310" h="448945">
                  <a:moveTo>
                    <a:pt x="448055" y="224027"/>
                  </a:moveTo>
                  <a:lnTo>
                    <a:pt x="443492" y="178959"/>
                  </a:lnTo>
                  <a:lnTo>
                    <a:pt x="430410" y="136945"/>
                  </a:lnTo>
                  <a:lnTo>
                    <a:pt x="409720" y="98896"/>
                  </a:lnTo>
                  <a:lnTo>
                    <a:pt x="382333" y="65722"/>
                  </a:lnTo>
                  <a:lnTo>
                    <a:pt x="349159" y="38335"/>
                  </a:lnTo>
                  <a:lnTo>
                    <a:pt x="311110" y="17645"/>
                  </a:lnTo>
                  <a:lnTo>
                    <a:pt x="269096" y="4563"/>
                  </a:lnTo>
                  <a:lnTo>
                    <a:pt x="224027" y="0"/>
                  </a:lnTo>
                  <a:lnTo>
                    <a:pt x="178741" y="4563"/>
                  </a:lnTo>
                  <a:lnTo>
                    <a:pt x="136624" y="17645"/>
                  </a:lnTo>
                  <a:lnTo>
                    <a:pt x="98561" y="38335"/>
                  </a:lnTo>
                  <a:lnTo>
                    <a:pt x="65436" y="65722"/>
                  </a:lnTo>
                  <a:lnTo>
                    <a:pt x="38134" y="98896"/>
                  </a:lnTo>
                  <a:lnTo>
                    <a:pt x="17537" y="136945"/>
                  </a:lnTo>
                  <a:lnTo>
                    <a:pt x="4531" y="178959"/>
                  </a:lnTo>
                  <a:lnTo>
                    <a:pt x="0" y="224027"/>
                  </a:lnTo>
                  <a:lnTo>
                    <a:pt x="4531" y="269347"/>
                  </a:lnTo>
                  <a:lnTo>
                    <a:pt x="17537" y="311550"/>
                  </a:lnTo>
                  <a:lnTo>
                    <a:pt x="38134" y="349735"/>
                  </a:lnTo>
                  <a:lnTo>
                    <a:pt x="65436" y="383000"/>
                  </a:lnTo>
                  <a:lnTo>
                    <a:pt x="98561" y="410442"/>
                  </a:lnTo>
                  <a:lnTo>
                    <a:pt x="136624" y="431161"/>
                  </a:lnTo>
                  <a:lnTo>
                    <a:pt x="178741" y="444253"/>
                  </a:lnTo>
                  <a:lnTo>
                    <a:pt x="224027" y="448817"/>
                  </a:lnTo>
                  <a:lnTo>
                    <a:pt x="269096" y="444253"/>
                  </a:lnTo>
                  <a:lnTo>
                    <a:pt x="311110" y="431161"/>
                  </a:lnTo>
                  <a:lnTo>
                    <a:pt x="349159" y="410442"/>
                  </a:lnTo>
                  <a:lnTo>
                    <a:pt x="382333" y="383000"/>
                  </a:lnTo>
                  <a:lnTo>
                    <a:pt x="409720" y="349735"/>
                  </a:lnTo>
                  <a:lnTo>
                    <a:pt x="430410" y="311550"/>
                  </a:lnTo>
                  <a:lnTo>
                    <a:pt x="443492" y="269347"/>
                  </a:lnTo>
                  <a:lnTo>
                    <a:pt x="448055" y="224027"/>
                  </a:lnTo>
                </a:path>
              </a:pathLst>
            </a:custGeom>
            <a:ln w="32080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0" name="object 50"/>
          <p:cNvSpPr txBox="1"/>
          <p:nvPr/>
        </p:nvSpPr>
        <p:spPr>
          <a:xfrm>
            <a:off x="6169297" y="4692166"/>
            <a:ext cx="103505" cy="1397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sz="750" spc="-30" dirty="0">
                <a:solidFill>
                  <a:srgbClr val="797979"/>
                </a:solidFill>
                <a:latin typeface="Microsoft Sans Serif"/>
                <a:cs typeface="Microsoft Sans Serif"/>
              </a:rPr>
              <a:t>-</a:t>
            </a:r>
            <a:r>
              <a:rPr sz="750" spc="-20" dirty="0">
                <a:solidFill>
                  <a:srgbClr val="797979"/>
                </a:solidFill>
                <a:latin typeface="Microsoft Sans Serif"/>
                <a:cs typeface="Microsoft Sans Serif"/>
              </a:rPr>
              <a:t>-</a:t>
            </a:r>
            <a:r>
              <a:rPr sz="750" spc="-5" dirty="0">
                <a:solidFill>
                  <a:srgbClr val="797979"/>
                </a:solidFill>
                <a:latin typeface="Microsoft Sans Serif"/>
                <a:cs typeface="Microsoft Sans Serif"/>
              </a:rPr>
              <a:t>-</a:t>
            </a:r>
            <a:endParaRPr sz="750">
              <a:latin typeface="Microsoft Sans Serif"/>
              <a:cs typeface="Microsoft Sans Serif"/>
            </a:endParaRPr>
          </a:p>
        </p:txBody>
      </p:sp>
      <p:grpSp>
        <p:nvGrpSpPr>
          <p:cNvPr id="51" name="object 51"/>
          <p:cNvGrpSpPr/>
          <p:nvPr/>
        </p:nvGrpSpPr>
        <p:grpSpPr>
          <a:xfrm>
            <a:off x="4791405" y="3315910"/>
            <a:ext cx="3163570" cy="2062480"/>
            <a:chOff x="4791405" y="3315910"/>
            <a:chExt cx="3163570" cy="2062480"/>
          </a:xfrm>
        </p:grpSpPr>
        <p:sp>
          <p:nvSpPr>
            <p:cNvPr id="52" name="object 52"/>
            <p:cNvSpPr/>
            <p:nvPr/>
          </p:nvSpPr>
          <p:spPr>
            <a:xfrm>
              <a:off x="4827422" y="5079368"/>
              <a:ext cx="984250" cy="140335"/>
            </a:xfrm>
            <a:custGeom>
              <a:avLst/>
              <a:gdLst/>
              <a:ahLst/>
              <a:cxnLst/>
              <a:rect l="l" t="t" r="r" b="b"/>
              <a:pathLst>
                <a:path w="984250" h="140335">
                  <a:moveTo>
                    <a:pt x="983741" y="0"/>
                  </a:moveTo>
                  <a:lnTo>
                    <a:pt x="664463" y="140208"/>
                  </a:lnTo>
                  <a:lnTo>
                    <a:pt x="0" y="140208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839614" y="4883534"/>
              <a:ext cx="928369" cy="113030"/>
            </a:xfrm>
            <a:custGeom>
              <a:avLst/>
              <a:gdLst/>
              <a:ahLst/>
              <a:cxnLst/>
              <a:rect l="l" t="t" r="r" b="b"/>
              <a:pathLst>
                <a:path w="928370" h="113029">
                  <a:moveTo>
                    <a:pt x="928115" y="0"/>
                  </a:moveTo>
                  <a:lnTo>
                    <a:pt x="616457" y="112776"/>
                  </a:lnTo>
                  <a:lnTo>
                    <a:pt x="0" y="112776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" name="object 5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095646" y="5107562"/>
              <a:ext cx="246125" cy="246887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5095646" y="5107562"/>
              <a:ext cx="246379" cy="247015"/>
            </a:xfrm>
            <a:custGeom>
              <a:avLst/>
              <a:gdLst/>
              <a:ahLst/>
              <a:cxnLst/>
              <a:rect l="l" t="t" r="r" b="b"/>
              <a:pathLst>
                <a:path w="246379" h="247014">
                  <a:moveTo>
                    <a:pt x="0" y="123443"/>
                  </a:moveTo>
                  <a:lnTo>
                    <a:pt x="9644" y="75545"/>
                  </a:lnTo>
                  <a:lnTo>
                    <a:pt x="36004" y="36290"/>
                  </a:lnTo>
                  <a:lnTo>
                    <a:pt x="75223" y="9751"/>
                  </a:lnTo>
                  <a:lnTo>
                    <a:pt x="123444" y="0"/>
                  </a:lnTo>
                  <a:lnTo>
                    <a:pt x="170902" y="9751"/>
                  </a:lnTo>
                  <a:lnTo>
                    <a:pt x="209930" y="36290"/>
                  </a:lnTo>
                  <a:lnTo>
                    <a:pt x="236386" y="75545"/>
                  </a:lnTo>
                  <a:lnTo>
                    <a:pt x="246126" y="123443"/>
                  </a:lnTo>
                  <a:lnTo>
                    <a:pt x="236386" y="171342"/>
                  </a:lnTo>
                  <a:lnTo>
                    <a:pt x="209931" y="210597"/>
                  </a:lnTo>
                  <a:lnTo>
                    <a:pt x="170902" y="237136"/>
                  </a:lnTo>
                  <a:lnTo>
                    <a:pt x="123444" y="246887"/>
                  </a:lnTo>
                  <a:lnTo>
                    <a:pt x="75223" y="237136"/>
                  </a:lnTo>
                  <a:lnTo>
                    <a:pt x="36004" y="210597"/>
                  </a:lnTo>
                  <a:lnTo>
                    <a:pt x="9644" y="171342"/>
                  </a:lnTo>
                  <a:lnTo>
                    <a:pt x="0" y="123443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5219090" y="5163950"/>
              <a:ext cx="67310" cy="134620"/>
            </a:xfrm>
            <a:custGeom>
              <a:avLst/>
              <a:gdLst/>
              <a:ahLst/>
              <a:cxnLst/>
              <a:rect l="l" t="t" r="r" b="b"/>
              <a:pathLst>
                <a:path w="67310" h="134620">
                  <a:moveTo>
                    <a:pt x="0" y="0"/>
                  </a:moveTo>
                  <a:lnTo>
                    <a:pt x="67056" y="67056"/>
                  </a:lnTo>
                  <a:lnTo>
                    <a:pt x="0" y="134112"/>
                  </a:lnTo>
                </a:path>
              </a:pathLst>
            </a:custGeom>
            <a:ln w="24714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5184800" y="5231006"/>
              <a:ext cx="101600" cy="0"/>
            </a:xfrm>
            <a:custGeom>
              <a:avLst/>
              <a:gdLst/>
              <a:ahLst/>
              <a:cxnLst/>
              <a:rect l="l" t="t" r="r" b="b"/>
              <a:pathLst>
                <a:path w="101600">
                  <a:moveTo>
                    <a:pt x="101346" y="0"/>
                  </a:moveTo>
                  <a:lnTo>
                    <a:pt x="0" y="0"/>
                  </a:lnTo>
                </a:path>
              </a:pathLst>
            </a:custGeom>
            <a:ln w="24714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6619646" y="5079368"/>
              <a:ext cx="984250" cy="140335"/>
            </a:xfrm>
            <a:custGeom>
              <a:avLst/>
              <a:gdLst/>
              <a:ahLst/>
              <a:cxnLst/>
              <a:rect l="l" t="t" r="r" b="b"/>
              <a:pathLst>
                <a:path w="984250" h="140335">
                  <a:moveTo>
                    <a:pt x="0" y="0"/>
                  </a:moveTo>
                  <a:lnTo>
                    <a:pt x="319278" y="140207"/>
                  </a:lnTo>
                  <a:lnTo>
                    <a:pt x="983741" y="140207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663842" y="4883534"/>
              <a:ext cx="927735" cy="113030"/>
            </a:xfrm>
            <a:custGeom>
              <a:avLst/>
              <a:gdLst/>
              <a:ahLst/>
              <a:cxnLst/>
              <a:rect l="l" t="t" r="r" b="b"/>
              <a:pathLst>
                <a:path w="927734" h="113029">
                  <a:moveTo>
                    <a:pt x="0" y="0"/>
                  </a:moveTo>
                  <a:lnTo>
                    <a:pt x="311658" y="112776"/>
                  </a:lnTo>
                  <a:lnTo>
                    <a:pt x="927354" y="112776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0" name="object 6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089038" y="5107562"/>
              <a:ext cx="246888" cy="246887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7089038" y="5107562"/>
              <a:ext cx="247015" cy="247015"/>
            </a:xfrm>
            <a:custGeom>
              <a:avLst/>
              <a:gdLst/>
              <a:ahLst/>
              <a:cxnLst/>
              <a:rect l="l" t="t" r="r" b="b"/>
              <a:pathLst>
                <a:path w="247015" h="247014">
                  <a:moveTo>
                    <a:pt x="246888" y="123444"/>
                  </a:moveTo>
                  <a:lnTo>
                    <a:pt x="237136" y="75545"/>
                  </a:lnTo>
                  <a:lnTo>
                    <a:pt x="210597" y="36290"/>
                  </a:lnTo>
                  <a:lnTo>
                    <a:pt x="171342" y="9751"/>
                  </a:lnTo>
                  <a:lnTo>
                    <a:pt x="123444" y="0"/>
                  </a:lnTo>
                  <a:lnTo>
                    <a:pt x="75545" y="9751"/>
                  </a:lnTo>
                  <a:lnTo>
                    <a:pt x="36290" y="36290"/>
                  </a:lnTo>
                  <a:lnTo>
                    <a:pt x="9751" y="75545"/>
                  </a:lnTo>
                  <a:lnTo>
                    <a:pt x="0" y="123444"/>
                  </a:lnTo>
                  <a:lnTo>
                    <a:pt x="9751" y="171342"/>
                  </a:lnTo>
                  <a:lnTo>
                    <a:pt x="36290" y="210597"/>
                  </a:lnTo>
                  <a:lnTo>
                    <a:pt x="75545" y="237136"/>
                  </a:lnTo>
                  <a:lnTo>
                    <a:pt x="123444" y="246888"/>
                  </a:lnTo>
                  <a:lnTo>
                    <a:pt x="171342" y="237136"/>
                  </a:lnTo>
                  <a:lnTo>
                    <a:pt x="210597" y="210597"/>
                  </a:lnTo>
                  <a:lnTo>
                    <a:pt x="237136" y="171342"/>
                  </a:lnTo>
                  <a:lnTo>
                    <a:pt x="246888" y="123444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7145413" y="5163950"/>
              <a:ext cx="67310" cy="134620"/>
            </a:xfrm>
            <a:custGeom>
              <a:avLst/>
              <a:gdLst/>
              <a:ahLst/>
              <a:cxnLst/>
              <a:rect l="l" t="t" r="r" b="b"/>
              <a:pathLst>
                <a:path w="67309" h="134620">
                  <a:moveTo>
                    <a:pt x="67055" y="0"/>
                  </a:moveTo>
                  <a:lnTo>
                    <a:pt x="0" y="67056"/>
                  </a:lnTo>
                  <a:lnTo>
                    <a:pt x="67055" y="134112"/>
                  </a:lnTo>
                </a:path>
              </a:pathLst>
            </a:custGeom>
            <a:ln w="24714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7145413" y="5231006"/>
              <a:ext cx="100965" cy="0"/>
            </a:xfrm>
            <a:custGeom>
              <a:avLst/>
              <a:gdLst/>
              <a:ahLst/>
              <a:cxnLst/>
              <a:rect l="l" t="t" r="r" b="b"/>
              <a:pathLst>
                <a:path w="100965">
                  <a:moveTo>
                    <a:pt x="0" y="0"/>
                  </a:moveTo>
                  <a:lnTo>
                    <a:pt x="100584" y="0"/>
                  </a:lnTo>
                </a:path>
              </a:pathLst>
            </a:custGeom>
            <a:ln w="24714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815217" y="4346324"/>
              <a:ext cx="984250" cy="140970"/>
            </a:xfrm>
            <a:custGeom>
              <a:avLst/>
              <a:gdLst/>
              <a:ahLst/>
              <a:cxnLst/>
              <a:rect l="l" t="t" r="r" b="b"/>
              <a:pathLst>
                <a:path w="984250" h="140970">
                  <a:moveTo>
                    <a:pt x="983741" y="140969"/>
                  </a:moveTo>
                  <a:lnTo>
                    <a:pt x="664463" y="0"/>
                  </a:lnTo>
                  <a:lnTo>
                    <a:pt x="0" y="0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827409" y="4570352"/>
              <a:ext cx="928369" cy="112395"/>
            </a:xfrm>
            <a:custGeom>
              <a:avLst/>
              <a:gdLst/>
              <a:ahLst/>
              <a:cxnLst/>
              <a:rect l="l" t="t" r="r" b="b"/>
              <a:pathLst>
                <a:path w="928370" h="112395">
                  <a:moveTo>
                    <a:pt x="928115" y="112013"/>
                  </a:moveTo>
                  <a:lnTo>
                    <a:pt x="616457" y="0"/>
                  </a:lnTo>
                  <a:lnTo>
                    <a:pt x="0" y="0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6" name="object 6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084216" y="4458338"/>
              <a:ext cx="246125" cy="246125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5084216" y="4458338"/>
              <a:ext cx="246379" cy="246379"/>
            </a:xfrm>
            <a:custGeom>
              <a:avLst/>
              <a:gdLst/>
              <a:ahLst/>
              <a:cxnLst/>
              <a:rect l="l" t="t" r="r" b="b"/>
              <a:pathLst>
                <a:path w="246379" h="246379">
                  <a:moveTo>
                    <a:pt x="0" y="123443"/>
                  </a:moveTo>
                  <a:lnTo>
                    <a:pt x="9644" y="171223"/>
                  </a:lnTo>
                  <a:lnTo>
                    <a:pt x="36004" y="210216"/>
                  </a:lnTo>
                  <a:lnTo>
                    <a:pt x="75223" y="236493"/>
                  </a:lnTo>
                  <a:lnTo>
                    <a:pt x="123444" y="246125"/>
                  </a:lnTo>
                  <a:lnTo>
                    <a:pt x="171223" y="236493"/>
                  </a:lnTo>
                  <a:lnTo>
                    <a:pt x="210216" y="210216"/>
                  </a:lnTo>
                  <a:lnTo>
                    <a:pt x="236493" y="171223"/>
                  </a:lnTo>
                  <a:lnTo>
                    <a:pt x="246126" y="123443"/>
                  </a:lnTo>
                  <a:lnTo>
                    <a:pt x="236493" y="75223"/>
                  </a:lnTo>
                  <a:lnTo>
                    <a:pt x="210216" y="36004"/>
                  </a:lnTo>
                  <a:lnTo>
                    <a:pt x="171223" y="9644"/>
                  </a:lnTo>
                  <a:lnTo>
                    <a:pt x="123444" y="0"/>
                  </a:lnTo>
                  <a:lnTo>
                    <a:pt x="75223" y="9644"/>
                  </a:lnTo>
                  <a:lnTo>
                    <a:pt x="36004" y="36004"/>
                  </a:lnTo>
                  <a:lnTo>
                    <a:pt x="9644" y="75223"/>
                  </a:lnTo>
                  <a:lnTo>
                    <a:pt x="0" y="123443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207660" y="4514726"/>
              <a:ext cx="67310" cy="134620"/>
            </a:xfrm>
            <a:custGeom>
              <a:avLst/>
              <a:gdLst/>
              <a:ahLst/>
              <a:cxnLst/>
              <a:rect l="l" t="t" r="r" b="b"/>
              <a:pathLst>
                <a:path w="67310" h="134620">
                  <a:moveTo>
                    <a:pt x="0" y="134112"/>
                  </a:moveTo>
                  <a:lnTo>
                    <a:pt x="67056" y="67056"/>
                  </a:lnTo>
                  <a:lnTo>
                    <a:pt x="0" y="0"/>
                  </a:lnTo>
                </a:path>
              </a:pathLst>
            </a:custGeom>
            <a:ln w="24714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174132" y="4581782"/>
              <a:ext cx="100965" cy="0"/>
            </a:xfrm>
            <a:custGeom>
              <a:avLst/>
              <a:gdLst/>
              <a:ahLst/>
              <a:cxnLst/>
              <a:rect l="l" t="t" r="r" b="b"/>
              <a:pathLst>
                <a:path w="100964">
                  <a:moveTo>
                    <a:pt x="100584" y="0"/>
                  </a:moveTo>
                  <a:lnTo>
                    <a:pt x="0" y="0"/>
                  </a:lnTo>
                </a:path>
              </a:pathLst>
            </a:custGeom>
            <a:ln w="24714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6607454" y="4356992"/>
              <a:ext cx="984250" cy="142240"/>
            </a:xfrm>
            <a:custGeom>
              <a:avLst/>
              <a:gdLst/>
              <a:ahLst/>
              <a:cxnLst/>
              <a:rect l="l" t="t" r="r" b="b"/>
              <a:pathLst>
                <a:path w="984250" h="142239">
                  <a:moveTo>
                    <a:pt x="0" y="141731"/>
                  </a:moveTo>
                  <a:lnTo>
                    <a:pt x="319278" y="0"/>
                  </a:lnTo>
                  <a:lnTo>
                    <a:pt x="983741" y="0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6651650" y="4581782"/>
              <a:ext cx="927735" cy="111760"/>
            </a:xfrm>
            <a:custGeom>
              <a:avLst/>
              <a:gdLst/>
              <a:ahLst/>
              <a:cxnLst/>
              <a:rect l="l" t="t" r="r" b="b"/>
              <a:pathLst>
                <a:path w="927734" h="111760">
                  <a:moveTo>
                    <a:pt x="0" y="111251"/>
                  </a:moveTo>
                  <a:lnTo>
                    <a:pt x="311658" y="0"/>
                  </a:lnTo>
                  <a:lnTo>
                    <a:pt x="927354" y="0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2" name="object 7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076071" y="4469768"/>
              <a:ext cx="246888" cy="246125"/>
            </a:xfrm>
            <a:prstGeom prst="rect">
              <a:avLst/>
            </a:prstGeom>
          </p:spPr>
        </p:pic>
        <p:sp>
          <p:nvSpPr>
            <p:cNvPr id="73" name="object 73"/>
            <p:cNvSpPr/>
            <p:nvPr/>
          </p:nvSpPr>
          <p:spPr>
            <a:xfrm>
              <a:off x="7076071" y="4469768"/>
              <a:ext cx="247015" cy="246379"/>
            </a:xfrm>
            <a:custGeom>
              <a:avLst/>
              <a:gdLst/>
              <a:ahLst/>
              <a:cxnLst/>
              <a:rect l="l" t="t" r="r" b="b"/>
              <a:pathLst>
                <a:path w="247015" h="246379">
                  <a:moveTo>
                    <a:pt x="246888" y="122681"/>
                  </a:moveTo>
                  <a:lnTo>
                    <a:pt x="237136" y="170902"/>
                  </a:lnTo>
                  <a:lnTo>
                    <a:pt x="210597" y="210121"/>
                  </a:lnTo>
                  <a:lnTo>
                    <a:pt x="171342" y="236481"/>
                  </a:lnTo>
                  <a:lnTo>
                    <a:pt x="123444" y="246125"/>
                  </a:lnTo>
                  <a:lnTo>
                    <a:pt x="75223" y="236481"/>
                  </a:lnTo>
                  <a:lnTo>
                    <a:pt x="36004" y="210121"/>
                  </a:lnTo>
                  <a:lnTo>
                    <a:pt x="9644" y="170902"/>
                  </a:lnTo>
                  <a:lnTo>
                    <a:pt x="0" y="122681"/>
                  </a:lnTo>
                  <a:lnTo>
                    <a:pt x="9644" y="74902"/>
                  </a:lnTo>
                  <a:lnTo>
                    <a:pt x="36004" y="35909"/>
                  </a:lnTo>
                  <a:lnTo>
                    <a:pt x="75223" y="9632"/>
                  </a:lnTo>
                  <a:lnTo>
                    <a:pt x="123444" y="0"/>
                  </a:lnTo>
                  <a:lnTo>
                    <a:pt x="171342" y="9632"/>
                  </a:lnTo>
                  <a:lnTo>
                    <a:pt x="210597" y="35909"/>
                  </a:lnTo>
                  <a:lnTo>
                    <a:pt x="237136" y="74902"/>
                  </a:lnTo>
                  <a:lnTo>
                    <a:pt x="246888" y="122681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7132472" y="4525394"/>
              <a:ext cx="67310" cy="135255"/>
            </a:xfrm>
            <a:custGeom>
              <a:avLst/>
              <a:gdLst/>
              <a:ahLst/>
              <a:cxnLst/>
              <a:rect l="l" t="t" r="r" b="b"/>
              <a:pathLst>
                <a:path w="67309" h="135254">
                  <a:moveTo>
                    <a:pt x="67055" y="134874"/>
                  </a:moveTo>
                  <a:lnTo>
                    <a:pt x="0" y="67056"/>
                  </a:lnTo>
                  <a:lnTo>
                    <a:pt x="67055" y="0"/>
                  </a:lnTo>
                </a:path>
              </a:pathLst>
            </a:custGeom>
            <a:ln w="24714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7132472" y="4592450"/>
              <a:ext cx="100965" cy="0"/>
            </a:xfrm>
            <a:custGeom>
              <a:avLst/>
              <a:gdLst/>
              <a:ahLst/>
              <a:cxnLst/>
              <a:rect l="l" t="t" r="r" b="b"/>
              <a:pathLst>
                <a:path w="100965">
                  <a:moveTo>
                    <a:pt x="0" y="0"/>
                  </a:moveTo>
                  <a:lnTo>
                    <a:pt x="100584" y="0"/>
                  </a:lnTo>
                </a:path>
              </a:pathLst>
            </a:custGeom>
            <a:ln w="24714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5767730" y="3339722"/>
              <a:ext cx="140970" cy="984250"/>
            </a:xfrm>
            <a:custGeom>
              <a:avLst/>
              <a:gdLst/>
              <a:ahLst/>
              <a:cxnLst/>
              <a:rect l="l" t="t" r="r" b="b"/>
              <a:pathLst>
                <a:path w="140970" h="984250">
                  <a:moveTo>
                    <a:pt x="140970" y="983741"/>
                  </a:moveTo>
                  <a:lnTo>
                    <a:pt x="0" y="664463"/>
                  </a:lnTo>
                  <a:lnTo>
                    <a:pt x="0" y="0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991758" y="3351914"/>
              <a:ext cx="112395" cy="928369"/>
            </a:xfrm>
            <a:custGeom>
              <a:avLst/>
              <a:gdLst/>
              <a:ahLst/>
              <a:cxnLst/>
              <a:rect l="l" t="t" r="r" b="b"/>
              <a:pathLst>
                <a:path w="112395" h="928370">
                  <a:moveTo>
                    <a:pt x="112013" y="928116"/>
                  </a:moveTo>
                  <a:lnTo>
                    <a:pt x="0" y="616458"/>
                  </a:lnTo>
                  <a:lnTo>
                    <a:pt x="0" y="0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6002426" y="3698624"/>
              <a:ext cx="0" cy="100965"/>
            </a:xfrm>
            <a:custGeom>
              <a:avLst/>
              <a:gdLst/>
              <a:ahLst/>
              <a:cxnLst/>
              <a:rect l="l" t="t" r="r" b="b"/>
              <a:pathLst>
                <a:path h="100964">
                  <a:moveTo>
                    <a:pt x="0" y="100583"/>
                  </a:moveTo>
                  <a:lnTo>
                    <a:pt x="0" y="0"/>
                  </a:lnTo>
                </a:path>
              </a:pathLst>
            </a:custGeom>
            <a:ln w="24714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6522859" y="3339722"/>
              <a:ext cx="140970" cy="984250"/>
            </a:xfrm>
            <a:custGeom>
              <a:avLst/>
              <a:gdLst/>
              <a:ahLst/>
              <a:cxnLst/>
              <a:rect l="l" t="t" r="r" b="b"/>
              <a:pathLst>
                <a:path w="140970" h="984250">
                  <a:moveTo>
                    <a:pt x="0" y="983741"/>
                  </a:moveTo>
                  <a:lnTo>
                    <a:pt x="140969" y="664463"/>
                  </a:lnTo>
                  <a:lnTo>
                    <a:pt x="140969" y="0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6327787" y="3351914"/>
              <a:ext cx="112395" cy="928369"/>
            </a:xfrm>
            <a:custGeom>
              <a:avLst/>
              <a:gdLst/>
              <a:ahLst/>
              <a:cxnLst/>
              <a:rect l="l" t="t" r="r" b="b"/>
              <a:pathLst>
                <a:path w="112395" h="928370">
                  <a:moveTo>
                    <a:pt x="0" y="928116"/>
                  </a:moveTo>
                  <a:lnTo>
                    <a:pt x="112013" y="616458"/>
                  </a:lnTo>
                  <a:lnTo>
                    <a:pt x="112013" y="0"/>
                  </a:lnTo>
                </a:path>
              </a:pathLst>
            </a:custGeom>
            <a:ln w="4720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6428371" y="3698624"/>
              <a:ext cx="0" cy="100965"/>
            </a:xfrm>
            <a:custGeom>
              <a:avLst/>
              <a:gdLst/>
              <a:ahLst/>
              <a:cxnLst/>
              <a:rect l="l" t="t" r="r" b="b"/>
              <a:pathLst>
                <a:path h="100964">
                  <a:moveTo>
                    <a:pt x="0" y="100583"/>
                  </a:moveTo>
                  <a:lnTo>
                    <a:pt x="0" y="0"/>
                  </a:lnTo>
                </a:path>
              </a:pathLst>
            </a:custGeom>
            <a:ln w="24714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7671968" y="4996310"/>
              <a:ext cx="280035" cy="280035"/>
            </a:xfrm>
            <a:custGeom>
              <a:avLst/>
              <a:gdLst/>
              <a:ahLst/>
              <a:cxnLst/>
              <a:rect l="l" t="t" r="r" b="b"/>
              <a:pathLst>
                <a:path w="280034" h="280035">
                  <a:moveTo>
                    <a:pt x="279653" y="139446"/>
                  </a:moveTo>
                  <a:lnTo>
                    <a:pt x="272533" y="95390"/>
                  </a:lnTo>
                  <a:lnTo>
                    <a:pt x="252685" y="57113"/>
                  </a:lnTo>
                  <a:lnTo>
                    <a:pt x="222375" y="26919"/>
                  </a:lnTo>
                  <a:lnTo>
                    <a:pt x="183873" y="7114"/>
                  </a:lnTo>
                  <a:lnTo>
                    <a:pt x="139445" y="0"/>
                  </a:lnTo>
                  <a:lnTo>
                    <a:pt x="95390" y="7114"/>
                  </a:lnTo>
                  <a:lnTo>
                    <a:pt x="57113" y="26919"/>
                  </a:lnTo>
                  <a:lnTo>
                    <a:pt x="26919" y="57113"/>
                  </a:lnTo>
                  <a:lnTo>
                    <a:pt x="7114" y="95390"/>
                  </a:lnTo>
                  <a:lnTo>
                    <a:pt x="0" y="139446"/>
                  </a:lnTo>
                  <a:lnTo>
                    <a:pt x="7114" y="183873"/>
                  </a:lnTo>
                  <a:lnTo>
                    <a:pt x="26919" y="222375"/>
                  </a:lnTo>
                  <a:lnTo>
                    <a:pt x="57113" y="252685"/>
                  </a:lnTo>
                  <a:lnTo>
                    <a:pt x="95390" y="272533"/>
                  </a:lnTo>
                  <a:lnTo>
                    <a:pt x="139445" y="279654"/>
                  </a:lnTo>
                  <a:lnTo>
                    <a:pt x="183873" y="272533"/>
                  </a:lnTo>
                  <a:lnTo>
                    <a:pt x="222375" y="252685"/>
                  </a:lnTo>
                  <a:lnTo>
                    <a:pt x="252685" y="222375"/>
                  </a:lnTo>
                  <a:lnTo>
                    <a:pt x="272533" y="183873"/>
                  </a:lnTo>
                  <a:lnTo>
                    <a:pt x="279653" y="13944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7671968" y="4996310"/>
              <a:ext cx="280035" cy="280035"/>
            </a:xfrm>
            <a:custGeom>
              <a:avLst/>
              <a:gdLst/>
              <a:ahLst/>
              <a:cxnLst/>
              <a:rect l="l" t="t" r="r" b="b"/>
              <a:pathLst>
                <a:path w="280034" h="280035">
                  <a:moveTo>
                    <a:pt x="279653" y="139446"/>
                  </a:moveTo>
                  <a:lnTo>
                    <a:pt x="272533" y="95390"/>
                  </a:lnTo>
                  <a:lnTo>
                    <a:pt x="252685" y="57113"/>
                  </a:lnTo>
                  <a:lnTo>
                    <a:pt x="222375" y="26919"/>
                  </a:lnTo>
                  <a:lnTo>
                    <a:pt x="183873" y="7114"/>
                  </a:lnTo>
                  <a:lnTo>
                    <a:pt x="139445" y="0"/>
                  </a:lnTo>
                  <a:lnTo>
                    <a:pt x="95390" y="7114"/>
                  </a:lnTo>
                  <a:lnTo>
                    <a:pt x="57113" y="26919"/>
                  </a:lnTo>
                  <a:lnTo>
                    <a:pt x="26919" y="57113"/>
                  </a:lnTo>
                  <a:lnTo>
                    <a:pt x="7114" y="95390"/>
                  </a:lnTo>
                  <a:lnTo>
                    <a:pt x="0" y="139446"/>
                  </a:lnTo>
                  <a:lnTo>
                    <a:pt x="7114" y="183873"/>
                  </a:lnTo>
                  <a:lnTo>
                    <a:pt x="26919" y="222375"/>
                  </a:lnTo>
                  <a:lnTo>
                    <a:pt x="57113" y="252685"/>
                  </a:lnTo>
                  <a:lnTo>
                    <a:pt x="95390" y="272533"/>
                  </a:lnTo>
                  <a:lnTo>
                    <a:pt x="139445" y="279654"/>
                  </a:lnTo>
                  <a:lnTo>
                    <a:pt x="183873" y="272533"/>
                  </a:lnTo>
                  <a:lnTo>
                    <a:pt x="222375" y="252685"/>
                  </a:lnTo>
                  <a:lnTo>
                    <a:pt x="252685" y="222375"/>
                  </a:lnTo>
                  <a:lnTo>
                    <a:pt x="272533" y="183873"/>
                  </a:lnTo>
                  <a:lnTo>
                    <a:pt x="279653" y="139446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4" name="object 84"/>
          <p:cNvSpPr txBox="1"/>
          <p:nvPr/>
        </p:nvSpPr>
        <p:spPr>
          <a:xfrm>
            <a:off x="7763402" y="5006435"/>
            <a:ext cx="108585" cy="231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350" b="1" dirty="0">
                <a:solidFill>
                  <a:srgbClr val="797979"/>
                </a:solidFill>
                <a:latin typeface="Arial"/>
                <a:cs typeface="Arial"/>
              </a:rPr>
              <a:t>2</a:t>
            </a:r>
            <a:endParaRPr sz="1350">
              <a:latin typeface="Arial"/>
              <a:cs typeface="Arial"/>
            </a:endParaRPr>
          </a:p>
        </p:txBody>
      </p:sp>
      <p:grpSp>
        <p:nvGrpSpPr>
          <p:cNvPr id="85" name="object 85"/>
          <p:cNvGrpSpPr/>
          <p:nvPr/>
        </p:nvGrpSpPr>
        <p:grpSpPr>
          <a:xfrm>
            <a:off x="7669110" y="4320607"/>
            <a:ext cx="285750" cy="286385"/>
            <a:chOff x="7669110" y="4320607"/>
            <a:chExt cx="285750" cy="286385"/>
          </a:xfrm>
        </p:grpSpPr>
        <p:sp>
          <p:nvSpPr>
            <p:cNvPr id="86" name="object 86"/>
            <p:cNvSpPr/>
            <p:nvPr/>
          </p:nvSpPr>
          <p:spPr>
            <a:xfrm>
              <a:off x="7671968" y="4323464"/>
              <a:ext cx="280035" cy="280670"/>
            </a:xfrm>
            <a:custGeom>
              <a:avLst/>
              <a:gdLst/>
              <a:ahLst/>
              <a:cxnLst/>
              <a:rect l="l" t="t" r="r" b="b"/>
              <a:pathLst>
                <a:path w="280034" h="280670">
                  <a:moveTo>
                    <a:pt x="279653" y="140208"/>
                  </a:moveTo>
                  <a:lnTo>
                    <a:pt x="272533" y="96072"/>
                  </a:lnTo>
                  <a:lnTo>
                    <a:pt x="252685" y="57607"/>
                  </a:lnTo>
                  <a:lnTo>
                    <a:pt x="222375" y="27188"/>
                  </a:lnTo>
                  <a:lnTo>
                    <a:pt x="183873" y="7193"/>
                  </a:lnTo>
                  <a:lnTo>
                    <a:pt x="139445" y="0"/>
                  </a:lnTo>
                  <a:lnTo>
                    <a:pt x="95390" y="7193"/>
                  </a:lnTo>
                  <a:lnTo>
                    <a:pt x="57113" y="27188"/>
                  </a:lnTo>
                  <a:lnTo>
                    <a:pt x="26919" y="57607"/>
                  </a:lnTo>
                  <a:lnTo>
                    <a:pt x="7114" y="96072"/>
                  </a:lnTo>
                  <a:lnTo>
                    <a:pt x="0" y="140208"/>
                  </a:lnTo>
                  <a:lnTo>
                    <a:pt x="7114" y="184635"/>
                  </a:lnTo>
                  <a:lnTo>
                    <a:pt x="26919" y="223137"/>
                  </a:lnTo>
                  <a:lnTo>
                    <a:pt x="57113" y="253447"/>
                  </a:lnTo>
                  <a:lnTo>
                    <a:pt x="95390" y="273295"/>
                  </a:lnTo>
                  <a:lnTo>
                    <a:pt x="139445" y="280416"/>
                  </a:lnTo>
                  <a:lnTo>
                    <a:pt x="183873" y="273295"/>
                  </a:lnTo>
                  <a:lnTo>
                    <a:pt x="222375" y="253447"/>
                  </a:lnTo>
                  <a:lnTo>
                    <a:pt x="252685" y="223137"/>
                  </a:lnTo>
                  <a:lnTo>
                    <a:pt x="272533" y="184635"/>
                  </a:lnTo>
                  <a:lnTo>
                    <a:pt x="279653" y="1402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7671968" y="4323464"/>
              <a:ext cx="280035" cy="280670"/>
            </a:xfrm>
            <a:custGeom>
              <a:avLst/>
              <a:gdLst/>
              <a:ahLst/>
              <a:cxnLst/>
              <a:rect l="l" t="t" r="r" b="b"/>
              <a:pathLst>
                <a:path w="280034" h="280670">
                  <a:moveTo>
                    <a:pt x="279653" y="140208"/>
                  </a:moveTo>
                  <a:lnTo>
                    <a:pt x="272533" y="96072"/>
                  </a:lnTo>
                  <a:lnTo>
                    <a:pt x="252685" y="57607"/>
                  </a:lnTo>
                  <a:lnTo>
                    <a:pt x="222375" y="27188"/>
                  </a:lnTo>
                  <a:lnTo>
                    <a:pt x="183873" y="7193"/>
                  </a:lnTo>
                  <a:lnTo>
                    <a:pt x="139445" y="0"/>
                  </a:lnTo>
                  <a:lnTo>
                    <a:pt x="95390" y="7193"/>
                  </a:lnTo>
                  <a:lnTo>
                    <a:pt x="57113" y="27188"/>
                  </a:lnTo>
                  <a:lnTo>
                    <a:pt x="26919" y="57607"/>
                  </a:lnTo>
                  <a:lnTo>
                    <a:pt x="7114" y="96072"/>
                  </a:lnTo>
                  <a:lnTo>
                    <a:pt x="0" y="140208"/>
                  </a:lnTo>
                  <a:lnTo>
                    <a:pt x="7114" y="184635"/>
                  </a:lnTo>
                  <a:lnTo>
                    <a:pt x="26919" y="223137"/>
                  </a:lnTo>
                  <a:lnTo>
                    <a:pt x="57113" y="253447"/>
                  </a:lnTo>
                  <a:lnTo>
                    <a:pt x="95390" y="273295"/>
                  </a:lnTo>
                  <a:lnTo>
                    <a:pt x="139445" y="280416"/>
                  </a:lnTo>
                  <a:lnTo>
                    <a:pt x="183873" y="273295"/>
                  </a:lnTo>
                  <a:lnTo>
                    <a:pt x="222375" y="253447"/>
                  </a:lnTo>
                  <a:lnTo>
                    <a:pt x="252685" y="223137"/>
                  </a:lnTo>
                  <a:lnTo>
                    <a:pt x="272533" y="184635"/>
                  </a:lnTo>
                  <a:lnTo>
                    <a:pt x="279653" y="140208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8" name="object 88"/>
          <p:cNvSpPr txBox="1"/>
          <p:nvPr/>
        </p:nvSpPr>
        <p:spPr>
          <a:xfrm>
            <a:off x="7763402" y="4331303"/>
            <a:ext cx="108585" cy="231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350" b="1" dirty="0">
                <a:solidFill>
                  <a:srgbClr val="797979"/>
                </a:solidFill>
                <a:latin typeface="Arial"/>
                <a:cs typeface="Arial"/>
              </a:rPr>
              <a:t>1</a:t>
            </a:r>
            <a:endParaRPr sz="1350">
              <a:latin typeface="Arial"/>
              <a:cs typeface="Arial"/>
            </a:endParaRPr>
          </a:p>
        </p:txBody>
      </p:sp>
      <p:grpSp>
        <p:nvGrpSpPr>
          <p:cNvPr id="89" name="object 89"/>
          <p:cNvGrpSpPr/>
          <p:nvPr/>
        </p:nvGrpSpPr>
        <p:grpSpPr>
          <a:xfrm>
            <a:off x="5596470" y="2976439"/>
            <a:ext cx="537845" cy="286385"/>
            <a:chOff x="5596470" y="2976439"/>
            <a:chExt cx="537845" cy="286385"/>
          </a:xfrm>
        </p:grpSpPr>
        <p:sp>
          <p:nvSpPr>
            <p:cNvPr id="90" name="object 90"/>
            <p:cNvSpPr/>
            <p:nvPr/>
          </p:nvSpPr>
          <p:spPr>
            <a:xfrm>
              <a:off x="5599328" y="2979296"/>
              <a:ext cx="280670" cy="280670"/>
            </a:xfrm>
            <a:custGeom>
              <a:avLst/>
              <a:gdLst/>
              <a:ahLst/>
              <a:cxnLst/>
              <a:rect l="l" t="t" r="r" b="b"/>
              <a:pathLst>
                <a:path w="280670" h="280670">
                  <a:moveTo>
                    <a:pt x="280415" y="140208"/>
                  </a:moveTo>
                  <a:lnTo>
                    <a:pt x="273222" y="95780"/>
                  </a:lnTo>
                  <a:lnTo>
                    <a:pt x="253227" y="57278"/>
                  </a:lnTo>
                  <a:lnTo>
                    <a:pt x="222808" y="26968"/>
                  </a:lnTo>
                  <a:lnTo>
                    <a:pt x="184343" y="7120"/>
                  </a:lnTo>
                  <a:lnTo>
                    <a:pt x="140207" y="0"/>
                  </a:lnTo>
                  <a:lnTo>
                    <a:pt x="95780" y="7120"/>
                  </a:lnTo>
                  <a:lnTo>
                    <a:pt x="57278" y="26968"/>
                  </a:lnTo>
                  <a:lnTo>
                    <a:pt x="26968" y="57278"/>
                  </a:lnTo>
                  <a:lnTo>
                    <a:pt x="7120" y="95780"/>
                  </a:lnTo>
                  <a:lnTo>
                    <a:pt x="0" y="140208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6"/>
                  </a:lnTo>
                  <a:lnTo>
                    <a:pt x="184343" y="273295"/>
                  </a:lnTo>
                  <a:lnTo>
                    <a:pt x="222808" y="253447"/>
                  </a:lnTo>
                  <a:lnTo>
                    <a:pt x="253227" y="223137"/>
                  </a:lnTo>
                  <a:lnTo>
                    <a:pt x="273222" y="184635"/>
                  </a:lnTo>
                  <a:lnTo>
                    <a:pt x="280415" y="1402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5599328" y="2979296"/>
              <a:ext cx="280670" cy="280670"/>
            </a:xfrm>
            <a:custGeom>
              <a:avLst/>
              <a:gdLst/>
              <a:ahLst/>
              <a:cxnLst/>
              <a:rect l="l" t="t" r="r" b="b"/>
              <a:pathLst>
                <a:path w="280670" h="280670">
                  <a:moveTo>
                    <a:pt x="280415" y="140208"/>
                  </a:moveTo>
                  <a:lnTo>
                    <a:pt x="273222" y="95780"/>
                  </a:lnTo>
                  <a:lnTo>
                    <a:pt x="253227" y="57278"/>
                  </a:lnTo>
                  <a:lnTo>
                    <a:pt x="222808" y="26968"/>
                  </a:lnTo>
                  <a:lnTo>
                    <a:pt x="184343" y="7120"/>
                  </a:lnTo>
                  <a:lnTo>
                    <a:pt x="140207" y="0"/>
                  </a:lnTo>
                  <a:lnTo>
                    <a:pt x="95780" y="7120"/>
                  </a:lnTo>
                  <a:lnTo>
                    <a:pt x="57278" y="26968"/>
                  </a:lnTo>
                  <a:lnTo>
                    <a:pt x="26968" y="57278"/>
                  </a:lnTo>
                  <a:lnTo>
                    <a:pt x="7120" y="95780"/>
                  </a:lnTo>
                  <a:lnTo>
                    <a:pt x="0" y="140208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6"/>
                  </a:lnTo>
                  <a:lnTo>
                    <a:pt x="184343" y="273295"/>
                  </a:lnTo>
                  <a:lnTo>
                    <a:pt x="222808" y="253447"/>
                  </a:lnTo>
                  <a:lnTo>
                    <a:pt x="253227" y="223137"/>
                  </a:lnTo>
                  <a:lnTo>
                    <a:pt x="273222" y="184635"/>
                  </a:lnTo>
                  <a:lnTo>
                    <a:pt x="280415" y="140208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5851550" y="2979296"/>
              <a:ext cx="280035" cy="280670"/>
            </a:xfrm>
            <a:custGeom>
              <a:avLst/>
              <a:gdLst/>
              <a:ahLst/>
              <a:cxnLst/>
              <a:rect l="l" t="t" r="r" b="b"/>
              <a:pathLst>
                <a:path w="280035" h="280670">
                  <a:moveTo>
                    <a:pt x="279653" y="140208"/>
                  </a:moveTo>
                  <a:lnTo>
                    <a:pt x="272539" y="95780"/>
                  </a:lnTo>
                  <a:lnTo>
                    <a:pt x="252734" y="57278"/>
                  </a:lnTo>
                  <a:lnTo>
                    <a:pt x="222540" y="26968"/>
                  </a:lnTo>
                  <a:lnTo>
                    <a:pt x="184263" y="7120"/>
                  </a:lnTo>
                  <a:lnTo>
                    <a:pt x="140207" y="0"/>
                  </a:lnTo>
                  <a:lnTo>
                    <a:pt x="95780" y="7120"/>
                  </a:lnTo>
                  <a:lnTo>
                    <a:pt x="57278" y="26968"/>
                  </a:lnTo>
                  <a:lnTo>
                    <a:pt x="26968" y="57278"/>
                  </a:lnTo>
                  <a:lnTo>
                    <a:pt x="7120" y="95780"/>
                  </a:lnTo>
                  <a:lnTo>
                    <a:pt x="0" y="140208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6"/>
                  </a:lnTo>
                  <a:lnTo>
                    <a:pt x="184263" y="273295"/>
                  </a:lnTo>
                  <a:lnTo>
                    <a:pt x="222540" y="253447"/>
                  </a:lnTo>
                  <a:lnTo>
                    <a:pt x="252734" y="223137"/>
                  </a:lnTo>
                  <a:lnTo>
                    <a:pt x="272539" y="184635"/>
                  </a:lnTo>
                  <a:lnTo>
                    <a:pt x="279653" y="1402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5851550" y="2979296"/>
              <a:ext cx="280035" cy="280670"/>
            </a:xfrm>
            <a:custGeom>
              <a:avLst/>
              <a:gdLst/>
              <a:ahLst/>
              <a:cxnLst/>
              <a:rect l="l" t="t" r="r" b="b"/>
              <a:pathLst>
                <a:path w="280035" h="280670">
                  <a:moveTo>
                    <a:pt x="279653" y="140208"/>
                  </a:moveTo>
                  <a:lnTo>
                    <a:pt x="272539" y="95780"/>
                  </a:lnTo>
                  <a:lnTo>
                    <a:pt x="252734" y="57278"/>
                  </a:lnTo>
                  <a:lnTo>
                    <a:pt x="222540" y="26968"/>
                  </a:lnTo>
                  <a:lnTo>
                    <a:pt x="184263" y="7120"/>
                  </a:lnTo>
                  <a:lnTo>
                    <a:pt x="140207" y="0"/>
                  </a:lnTo>
                  <a:lnTo>
                    <a:pt x="95780" y="7120"/>
                  </a:lnTo>
                  <a:lnTo>
                    <a:pt x="57278" y="26968"/>
                  </a:lnTo>
                  <a:lnTo>
                    <a:pt x="26968" y="57278"/>
                  </a:lnTo>
                  <a:lnTo>
                    <a:pt x="7120" y="95780"/>
                  </a:lnTo>
                  <a:lnTo>
                    <a:pt x="0" y="140208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6"/>
                  </a:lnTo>
                  <a:lnTo>
                    <a:pt x="184263" y="273295"/>
                  </a:lnTo>
                  <a:lnTo>
                    <a:pt x="222540" y="253447"/>
                  </a:lnTo>
                  <a:lnTo>
                    <a:pt x="252734" y="223137"/>
                  </a:lnTo>
                  <a:lnTo>
                    <a:pt x="272539" y="184635"/>
                  </a:lnTo>
                  <a:lnTo>
                    <a:pt x="279653" y="140208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4" name="object 94"/>
          <p:cNvSpPr txBox="1"/>
          <p:nvPr/>
        </p:nvSpPr>
        <p:spPr>
          <a:xfrm>
            <a:off x="5659520" y="3020415"/>
            <a:ext cx="421640" cy="17526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sz="950" b="1" spc="15" dirty="0">
                <a:solidFill>
                  <a:srgbClr val="797979"/>
                </a:solidFill>
                <a:latin typeface="Arial"/>
                <a:cs typeface="Arial"/>
              </a:rPr>
              <a:t>ГЕ </a:t>
            </a:r>
            <a:r>
              <a:rPr sz="950" b="1" spc="170" dirty="0">
                <a:solidFill>
                  <a:srgbClr val="797979"/>
                </a:solidFill>
                <a:latin typeface="Arial"/>
                <a:cs typeface="Arial"/>
              </a:rPr>
              <a:t> </a:t>
            </a:r>
            <a:r>
              <a:rPr sz="950" b="1" spc="15" dirty="0">
                <a:solidFill>
                  <a:srgbClr val="797979"/>
                </a:solidFill>
                <a:latin typeface="Arial"/>
                <a:cs typeface="Arial"/>
              </a:rPr>
              <a:t>ГЕ</a:t>
            </a:r>
            <a:endParaRPr sz="950">
              <a:latin typeface="Arial"/>
              <a:cs typeface="Arial"/>
            </a:endParaRPr>
          </a:p>
        </p:txBody>
      </p:sp>
      <p:grpSp>
        <p:nvGrpSpPr>
          <p:cNvPr id="95" name="object 95"/>
          <p:cNvGrpSpPr/>
          <p:nvPr/>
        </p:nvGrpSpPr>
        <p:grpSpPr>
          <a:xfrm>
            <a:off x="6283032" y="2976439"/>
            <a:ext cx="537845" cy="286385"/>
            <a:chOff x="6283032" y="2976439"/>
            <a:chExt cx="537845" cy="286385"/>
          </a:xfrm>
        </p:grpSpPr>
        <p:sp>
          <p:nvSpPr>
            <p:cNvPr id="96" name="object 96"/>
            <p:cNvSpPr/>
            <p:nvPr/>
          </p:nvSpPr>
          <p:spPr>
            <a:xfrm>
              <a:off x="6285890" y="2979296"/>
              <a:ext cx="280035" cy="280670"/>
            </a:xfrm>
            <a:custGeom>
              <a:avLst/>
              <a:gdLst/>
              <a:ahLst/>
              <a:cxnLst/>
              <a:rect l="l" t="t" r="r" b="b"/>
              <a:pathLst>
                <a:path w="280034" h="280670">
                  <a:moveTo>
                    <a:pt x="279653" y="140208"/>
                  </a:moveTo>
                  <a:lnTo>
                    <a:pt x="272539" y="95780"/>
                  </a:lnTo>
                  <a:lnTo>
                    <a:pt x="252734" y="57278"/>
                  </a:lnTo>
                  <a:lnTo>
                    <a:pt x="222540" y="26968"/>
                  </a:lnTo>
                  <a:lnTo>
                    <a:pt x="184263" y="7120"/>
                  </a:lnTo>
                  <a:lnTo>
                    <a:pt x="140207" y="0"/>
                  </a:lnTo>
                  <a:lnTo>
                    <a:pt x="95780" y="7120"/>
                  </a:lnTo>
                  <a:lnTo>
                    <a:pt x="57278" y="26968"/>
                  </a:lnTo>
                  <a:lnTo>
                    <a:pt x="26968" y="57278"/>
                  </a:lnTo>
                  <a:lnTo>
                    <a:pt x="7120" y="95780"/>
                  </a:lnTo>
                  <a:lnTo>
                    <a:pt x="0" y="140208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6"/>
                  </a:lnTo>
                  <a:lnTo>
                    <a:pt x="184263" y="273295"/>
                  </a:lnTo>
                  <a:lnTo>
                    <a:pt x="222540" y="253447"/>
                  </a:lnTo>
                  <a:lnTo>
                    <a:pt x="252734" y="223137"/>
                  </a:lnTo>
                  <a:lnTo>
                    <a:pt x="272539" y="184635"/>
                  </a:lnTo>
                  <a:lnTo>
                    <a:pt x="279653" y="1402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6285890" y="2979296"/>
              <a:ext cx="280035" cy="280670"/>
            </a:xfrm>
            <a:custGeom>
              <a:avLst/>
              <a:gdLst/>
              <a:ahLst/>
              <a:cxnLst/>
              <a:rect l="l" t="t" r="r" b="b"/>
              <a:pathLst>
                <a:path w="280034" h="280670">
                  <a:moveTo>
                    <a:pt x="279653" y="140208"/>
                  </a:moveTo>
                  <a:lnTo>
                    <a:pt x="272539" y="95780"/>
                  </a:lnTo>
                  <a:lnTo>
                    <a:pt x="252734" y="57278"/>
                  </a:lnTo>
                  <a:lnTo>
                    <a:pt x="222540" y="26968"/>
                  </a:lnTo>
                  <a:lnTo>
                    <a:pt x="184263" y="7120"/>
                  </a:lnTo>
                  <a:lnTo>
                    <a:pt x="140207" y="0"/>
                  </a:lnTo>
                  <a:lnTo>
                    <a:pt x="95780" y="7120"/>
                  </a:lnTo>
                  <a:lnTo>
                    <a:pt x="57278" y="26968"/>
                  </a:lnTo>
                  <a:lnTo>
                    <a:pt x="26968" y="57278"/>
                  </a:lnTo>
                  <a:lnTo>
                    <a:pt x="7120" y="95780"/>
                  </a:lnTo>
                  <a:lnTo>
                    <a:pt x="0" y="140208"/>
                  </a:lnTo>
                  <a:lnTo>
                    <a:pt x="7120" y="184635"/>
                  </a:lnTo>
                  <a:lnTo>
                    <a:pt x="26968" y="223137"/>
                  </a:lnTo>
                  <a:lnTo>
                    <a:pt x="57278" y="253447"/>
                  </a:lnTo>
                  <a:lnTo>
                    <a:pt x="95780" y="273295"/>
                  </a:lnTo>
                  <a:lnTo>
                    <a:pt x="140207" y="280416"/>
                  </a:lnTo>
                  <a:lnTo>
                    <a:pt x="184263" y="273295"/>
                  </a:lnTo>
                  <a:lnTo>
                    <a:pt x="222540" y="253447"/>
                  </a:lnTo>
                  <a:lnTo>
                    <a:pt x="252734" y="223137"/>
                  </a:lnTo>
                  <a:lnTo>
                    <a:pt x="272539" y="184635"/>
                  </a:lnTo>
                  <a:lnTo>
                    <a:pt x="279653" y="140208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6537350" y="2979296"/>
              <a:ext cx="280670" cy="280670"/>
            </a:xfrm>
            <a:custGeom>
              <a:avLst/>
              <a:gdLst/>
              <a:ahLst/>
              <a:cxnLst/>
              <a:rect l="l" t="t" r="r" b="b"/>
              <a:pathLst>
                <a:path w="280670" h="280670">
                  <a:moveTo>
                    <a:pt x="280416" y="140208"/>
                  </a:moveTo>
                  <a:lnTo>
                    <a:pt x="273295" y="95780"/>
                  </a:lnTo>
                  <a:lnTo>
                    <a:pt x="253447" y="57278"/>
                  </a:lnTo>
                  <a:lnTo>
                    <a:pt x="223137" y="26968"/>
                  </a:lnTo>
                  <a:lnTo>
                    <a:pt x="184635" y="7120"/>
                  </a:lnTo>
                  <a:lnTo>
                    <a:pt x="140208" y="0"/>
                  </a:lnTo>
                  <a:lnTo>
                    <a:pt x="96072" y="7120"/>
                  </a:lnTo>
                  <a:lnTo>
                    <a:pt x="57607" y="26968"/>
                  </a:lnTo>
                  <a:lnTo>
                    <a:pt x="27188" y="57278"/>
                  </a:lnTo>
                  <a:lnTo>
                    <a:pt x="7193" y="95780"/>
                  </a:lnTo>
                  <a:lnTo>
                    <a:pt x="0" y="140208"/>
                  </a:lnTo>
                  <a:lnTo>
                    <a:pt x="7193" y="184635"/>
                  </a:lnTo>
                  <a:lnTo>
                    <a:pt x="27188" y="223137"/>
                  </a:lnTo>
                  <a:lnTo>
                    <a:pt x="57607" y="253447"/>
                  </a:lnTo>
                  <a:lnTo>
                    <a:pt x="96072" y="273295"/>
                  </a:lnTo>
                  <a:lnTo>
                    <a:pt x="140208" y="280416"/>
                  </a:lnTo>
                  <a:lnTo>
                    <a:pt x="184635" y="273295"/>
                  </a:lnTo>
                  <a:lnTo>
                    <a:pt x="223137" y="253447"/>
                  </a:lnTo>
                  <a:lnTo>
                    <a:pt x="253447" y="223137"/>
                  </a:lnTo>
                  <a:lnTo>
                    <a:pt x="273295" y="184635"/>
                  </a:lnTo>
                  <a:lnTo>
                    <a:pt x="280416" y="1402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6537350" y="2979296"/>
              <a:ext cx="280670" cy="280670"/>
            </a:xfrm>
            <a:custGeom>
              <a:avLst/>
              <a:gdLst/>
              <a:ahLst/>
              <a:cxnLst/>
              <a:rect l="l" t="t" r="r" b="b"/>
              <a:pathLst>
                <a:path w="280670" h="280670">
                  <a:moveTo>
                    <a:pt x="280416" y="140208"/>
                  </a:moveTo>
                  <a:lnTo>
                    <a:pt x="273295" y="95780"/>
                  </a:lnTo>
                  <a:lnTo>
                    <a:pt x="253447" y="57278"/>
                  </a:lnTo>
                  <a:lnTo>
                    <a:pt x="223137" y="26968"/>
                  </a:lnTo>
                  <a:lnTo>
                    <a:pt x="184635" y="7120"/>
                  </a:lnTo>
                  <a:lnTo>
                    <a:pt x="140208" y="0"/>
                  </a:lnTo>
                  <a:lnTo>
                    <a:pt x="96072" y="7120"/>
                  </a:lnTo>
                  <a:lnTo>
                    <a:pt x="57607" y="26968"/>
                  </a:lnTo>
                  <a:lnTo>
                    <a:pt x="27188" y="57278"/>
                  </a:lnTo>
                  <a:lnTo>
                    <a:pt x="7193" y="95780"/>
                  </a:lnTo>
                  <a:lnTo>
                    <a:pt x="0" y="140208"/>
                  </a:lnTo>
                  <a:lnTo>
                    <a:pt x="7193" y="184635"/>
                  </a:lnTo>
                  <a:lnTo>
                    <a:pt x="27188" y="223137"/>
                  </a:lnTo>
                  <a:lnTo>
                    <a:pt x="57607" y="253447"/>
                  </a:lnTo>
                  <a:lnTo>
                    <a:pt x="96072" y="273295"/>
                  </a:lnTo>
                  <a:lnTo>
                    <a:pt x="140208" y="280416"/>
                  </a:lnTo>
                  <a:lnTo>
                    <a:pt x="184635" y="273295"/>
                  </a:lnTo>
                  <a:lnTo>
                    <a:pt x="223137" y="253447"/>
                  </a:lnTo>
                  <a:lnTo>
                    <a:pt x="253447" y="223137"/>
                  </a:lnTo>
                  <a:lnTo>
                    <a:pt x="273295" y="184635"/>
                  </a:lnTo>
                  <a:lnTo>
                    <a:pt x="280416" y="140208"/>
                  </a:lnTo>
                </a:path>
              </a:pathLst>
            </a:custGeom>
            <a:ln w="5537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0" name="object 100"/>
          <p:cNvSpPr txBox="1"/>
          <p:nvPr/>
        </p:nvSpPr>
        <p:spPr>
          <a:xfrm>
            <a:off x="6346843" y="3020415"/>
            <a:ext cx="423545" cy="17526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sz="950" b="1" spc="15" dirty="0">
                <a:solidFill>
                  <a:srgbClr val="797979"/>
                </a:solidFill>
                <a:latin typeface="Arial"/>
                <a:cs typeface="Arial"/>
              </a:rPr>
              <a:t>ГЕ </a:t>
            </a:r>
            <a:r>
              <a:rPr sz="950" b="1" spc="170" dirty="0">
                <a:solidFill>
                  <a:srgbClr val="797979"/>
                </a:solidFill>
                <a:latin typeface="Arial"/>
                <a:cs typeface="Arial"/>
              </a:rPr>
              <a:t> </a:t>
            </a:r>
            <a:r>
              <a:rPr sz="950" b="1" spc="20" dirty="0">
                <a:solidFill>
                  <a:srgbClr val="797979"/>
                </a:solidFill>
                <a:latin typeface="Arial"/>
                <a:cs typeface="Arial"/>
              </a:rPr>
              <a:t>ГЕ</a:t>
            </a:r>
            <a:endParaRPr sz="950">
              <a:latin typeface="Arial"/>
              <a:cs typeface="Arial"/>
            </a:endParaRPr>
          </a:p>
        </p:txBody>
      </p:sp>
      <p:grpSp>
        <p:nvGrpSpPr>
          <p:cNvPr id="101" name="object 101"/>
          <p:cNvGrpSpPr/>
          <p:nvPr/>
        </p:nvGrpSpPr>
        <p:grpSpPr>
          <a:xfrm>
            <a:off x="4107319" y="2772032"/>
            <a:ext cx="4207510" cy="2918460"/>
            <a:chOff x="4107319" y="2772032"/>
            <a:chExt cx="4207510" cy="2918460"/>
          </a:xfrm>
        </p:grpSpPr>
        <p:sp>
          <p:nvSpPr>
            <p:cNvPr id="102" name="object 102"/>
            <p:cNvSpPr/>
            <p:nvPr/>
          </p:nvSpPr>
          <p:spPr>
            <a:xfrm>
              <a:off x="7711592" y="4623692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7711592" y="4623692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ln w="571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4" name="object 10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802270" y="4731896"/>
              <a:ext cx="161544" cy="161544"/>
            </a:xfrm>
            <a:prstGeom prst="rect">
              <a:avLst/>
            </a:prstGeom>
          </p:spPr>
        </p:pic>
        <p:sp>
          <p:nvSpPr>
            <p:cNvPr id="105" name="object 105"/>
            <p:cNvSpPr/>
            <p:nvPr/>
          </p:nvSpPr>
          <p:spPr>
            <a:xfrm>
              <a:off x="6930542" y="4606166"/>
              <a:ext cx="772795" cy="254000"/>
            </a:xfrm>
            <a:custGeom>
              <a:avLst/>
              <a:gdLst/>
              <a:ahLst/>
              <a:cxnLst/>
              <a:rect l="l" t="t" r="r" b="b"/>
              <a:pathLst>
                <a:path w="772795" h="254000">
                  <a:moveTo>
                    <a:pt x="0" y="0"/>
                  </a:moveTo>
                  <a:lnTo>
                    <a:pt x="0" y="253746"/>
                  </a:lnTo>
                  <a:lnTo>
                    <a:pt x="772668" y="253745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8094116" y="4817240"/>
              <a:ext cx="220345" cy="0"/>
            </a:xfrm>
            <a:custGeom>
              <a:avLst/>
              <a:gdLst/>
              <a:ahLst/>
              <a:cxnLst/>
              <a:rect l="l" t="t" r="r" b="b"/>
              <a:pathLst>
                <a:path w="220345">
                  <a:moveTo>
                    <a:pt x="220218" y="0"/>
                  </a:moveTo>
                  <a:lnTo>
                    <a:pt x="0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7711592" y="5280536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7711592" y="5280536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ln w="571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9" name="object 10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802270" y="5388740"/>
              <a:ext cx="161544" cy="161544"/>
            </a:xfrm>
            <a:prstGeom prst="rect">
              <a:avLst/>
            </a:prstGeom>
          </p:spPr>
        </p:pic>
        <p:sp>
          <p:nvSpPr>
            <p:cNvPr id="110" name="object 110"/>
            <p:cNvSpPr/>
            <p:nvPr/>
          </p:nvSpPr>
          <p:spPr>
            <a:xfrm>
              <a:off x="6930542" y="5263010"/>
              <a:ext cx="772795" cy="254635"/>
            </a:xfrm>
            <a:custGeom>
              <a:avLst/>
              <a:gdLst/>
              <a:ahLst/>
              <a:cxnLst/>
              <a:rect l="l" t="t" r="r" b="b"/>
              <a:pathLst>
                <a:path w="772795" h="254635">
                  <a:moveTo>
                    <a:pt x="0" y="0"/>
                  </a:moveTo>
                  <a:lnTo>
                    <a:pt x="0" y="254508"/>
                  </a:lnTo>
                  <a:lnTo>
                    <a:pt x="772668" y="254507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8094116" y="5474084"/>
              <a:ext cx="220345" cy="0"/>
            </a:xfrm>
            <a:custGeom>
              <a:avLst/>
              <a:gdLst/>
              <a:ahLst/>
              <a:cxnLst/>
              <a:rect l="l" t="t" r="r" b="b"/>
              <a:pathLst>
                <a:path w="220345">
                  <a:moveTo>
                    <a:pt x="220218" y="0"/>
                  </a:moveTo>
                  <a:lnTo>
                    <a:pt x="0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329836" y="4622168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329836" y="4622168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ln w="571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4" name="object 11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58614" y="4729610"/>
              <a:ext cx="161544" cy="161544"/>
            </a:xfrm>
            <a:prstGeom prst="rect">
              <a:avLst/>
            </a:prstGeom>
          </p:spPr>
        </p:pic>
        <p:sp>
          <p:nvSpPr>
            <p:cNvPr id="115" name="object 115"/>
            <p:cNvSpPr/>
            <p:nvPr/>
          </p:nvSpPr>
          <p:spPr>
            <a:xfrm>
              <a:off x="4718443" y="4604642"/>
              <a:ext cx="773430" cy="254000"/>
            </a:xfrm>
            <a:custGeom>
              <a:avLst/>
              <a:gdLst/>
              <a:ahLst/>
              <a:cxnLst/>
              <a:rect l="l" t="t" r="r" b="b"/>
              <a:pathLst>
                <a:path w="773429" h="254000">
                  <a:moveTo>
                    <a:pt x="773429" y="0"/>
                  </a:moveTo>
                  <a:lnTo>
                    <a:pt x="773429" y="253746"/>
                  </a:lnTo>
                  <a:lnTo>
                    <a:pt x="0" y="253746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107319" y="4815716"/>
              <a:ext cx="220979" cy="0"/>
            </a:xfrm>
            <a:custGeom>
              <a:avLst/>
              <a:gdLst/>
              <a:ahLst/>
              <a:cxnLst/>
              <a:rect l="l" t="t" r="r" b="b"/>
              <a:pathLst>
                <a:path w="220979">
                  <a:moveTo>
                    <a:pt x="0" y="0"/>
                  </a:moveTo>
                  <a:lnTo>
                    <a:pt x="220979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329836" y="5279012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329836" y="5279012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ln w="571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9" name="object 1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58614" y="5387216"/>
              <a:ext cx="161544" cy="161544"/>
            </a:xfrm>
            <a:prstGeom prst="rect">
              <a:avLst/>
            </a:prstGeom>
          </p:spPr>
        </p:pic>
        <p:sp>
          <p:nvSpPr>
            <p:cNvPr id="120" name="object 120"/>
            <p:cNvSpPr/>
            <p:nvPr/>
          </p:nvSpPr>
          <p:spPr>
            <a:xfrm>
              <a:off x="4718443" y="5261486"/>
              <a:ext cx="773430" cy="254000"/>
            </a:xfrm>
            <a:custGeom>
              <a:avLst/>
              <a:gdLst/>
              <a:ahLst/>
              <a:cxnLst/>
              <a:rect l="l" t="t" r="r" b="b"/>
              <a:pathLst>
                <a:path w="773429" h="254000">
                  <a:moveTo>
                    <a:pt x="773429" y="0"/>
                  </a:moveTo>
                  <a:lnTo>
                    <a:pt x="773429" y="253746"/>
                  </a:lnTo>
                  <a:lnTo>
                    <a:pt x="0" y="253746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107319" y="5472560"/>
              <a:ext cx="220979" cy="0"/>
            </a:xfrm>
            <a:custGeom>
              <a:avLst/>
              <a:gdLst/>
              <a:ahLst/>
              <a:cxnLst/>
              <a:rect l="l" t="t" r="r" b="b"/>
              <a:pathLst>
                <a:path w="220979">
                  <a:moveTo>
                    <a:pt x="0" y="0"/>
                  </a:moveTo>
                  <a:lnTo>
                    <a:pt x="220979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5023256" y="2864234"/>
              <a:ext cx="386715" cy="2651125"/>
            </a:xfrm>
            <a:custGeom>
              <a:avLst/>
              <a:gdLst/>
              <a:ahLst/>
              <a:cxnLst/>
              <a:rect l="l" t="t" r="r" b="b"/>
              <a:pathLst>
                <a:path w="386714" h="2651125">
                  <a:moveTo>
                    <a:pt x="0" y="2650998"/>
                  </a:moveTo>
                  <a:lnTo>
                    <a:pt x="0" y="393954"/>
                  </a:lnTo>
                  <a:lnTo>
                    <a:pt x="386333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309768" y="2782700"/>
              <a:ext cx="181610" cy="182245"/>
            </a:xfrm>
            <a:custGeom>
              <a:avLst/>
              <a:gdLst/>
              <a:ahLst/>
              <a:cxnLst/>
              <a:rect l="l" t="t" r="r" b="b"/>
              <a:pathLst>
                <a:path w="181610" h="182244">
                  <a:moveTo>
                    <a:pt x="181356" y="0"/>
                  </a:moveTo>
                  <a:lnTo>
                    <a:pt x="0" y="61721"/>
                  </a:lnTo>
                  <a:lnTo>
                    <a:pt x="99060" y="83057"/>
                  </a:lnTo>
                  <a:lnTo>
                    <a:pt x="121920" y="182117"/>
                  </a:lnTo>
                  <a:lnTo>
                    <a:pt x="18135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918862" y="2872616"/>
              <a:ext cx="280670" cy="1976120"/>
            </a:xfrm>
            <a:custGeom>
              <a:avLst/>
              <a:gdLst/>
              <a:ahLst/>
              <a:cxnLst/>
              <a:rect l="l" t="t" r="r" b="b"/>
              <a:pathLst>
                <a:path w="280670" h="1976120">
                  <a:moveTo>
                    <a:pt x="0" y="1975865"/>
                  </a:moveTo>
                  <a:lnTo>
                    <a:pt x="0" y="280415"/>
                  </a:lnTo>
                  <a:lnTo>
                    <a:pt x="280415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099456" y="2791844"/>
              <a:ext cx="181610" cy="181610"/>
            </a:xfrm>
            <a:custGeom>
              <a:avLst/>
              <a:gdLst/>
              <a:ahLst/>
              <a:cxnLst/>
              <a:rect l="l" t="t" r="r" b="b"/>
              <a:pathLst>
                <a:path w="181610" h="181610">
                  <a:moveTo>
                    <a:pt x="181356" y="0"/>
                  </a:moveTo>
                  <a:lnTo>
                    <a:pt x="0" y="60197"/>
                  </a:lnTo>
                  <a:lnTo>
                    <a:pt x="99060" y="82295"/>
                  </a:lnTo>
                  <a:lnTo>
                    <a:pt x="121158" y="181355"/>
                  </a:lnTo>
                  <a:lnTo>
                    <a:pt x="18135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7047115" y="2854328"/>
              <a:ext cx="386715" cy="2651760"/>
            </a:xfrm>
            <a:custGeom>
              <a:avLst/>
              <a:gdLst/>
              <a:ahLst/>
              <a:cxnLst/>
              <a:rect l="l" t="t" r="r" b="b"/>
              <a:pathLst>
                <a:path w="386715" h="2651760">
                  <a:moveTo>
                    <a:pt x="386334" y="2651760"/>
                  </a:moveTo>
                  <a:lnTo>
                    <a:pt x="386334" y="393954"/>
                  </a:lnTo>
                  <a:lnTo>
                    <a:pt x="0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6966343" y="2772032"/>
              <a:ext cx="181610" cy="182880"/>
            </a:xfrm>
            <a:custGeom>
              <a:avLst/>
              <a:gdLst/>
              <a:ahLst/>
              <a:cxnLst/>
              <a:rect l="l" t="t" r="r" b="b"/>
              <a:pathLst>
                <a:path w="181609" h="182880">
                  <a:moveTo>
                    <a:pt x="181355" y="62484"/>
                  </a:moveTo>
                  <a:lnTo>
                    <a:pt x="0" y="0"/>
                  </a:lnTo>
                  <a:lnTo>
                    <a:pt x="59435" y="182880"/>
                  </a:lnTo>
                  <a:lnTo>
                    <a:pt x="82295" y="83820"/>
                  </a:lnTo>
                  <a:lnTo>
                    <a:pt x="181355" y="62484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7257440" y="2863472"/>
              <a:ext cx="280670" cy="1976120"/>
            </a:xfrm>
            <a:custGeom>
              <a:avLst/>
              <a:gdLst/>
              <a:ahLst/>
              <a:cxnLst/>
              <a:rect l="l" t="t" r="r" b="b"/>
              <a:pathLst>
                <a:path w="280670" h="1976120">
                  <a:moveTo>
                    <a:pt x="280416" y="1975865"/>
                  </a:moveTo>
                  <a:lnTo>
                    <a:pt x="280416" y="280415"/>
                  </a:lnTo>
                  <a:lnTo>
                    <a:pt x="0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7176655" y="2782700"/>
              <a:ext cx="181610" cy="181610"/>
            </a:xfrm>
            <a:custGeom>
              <a:avLst/>
              <a:gdLst/>
              <a:ahLst/>
              <a:cxnLst/>
              <a:rect l="l" t="t" r="r" b="b"/>
              <a:pathLst>
                <a:path w="181609" h="181610">
                  <a:moveTo>
                    <a:pt x="181355" y="60198"/>
                  </a:moveTo>
                  <a:lnTo>
                    <a:pt x="0" y="0"/>
                  </a:lnTo>
                  <a:lnTo>
                    <a:pt x="60197" y="181356"/>
                  </a:lnTo>
                  <a:lnTo>
                    <a:pt x="82295" y="82296"/>
                  </a:lnTo>
                  <a:lnTo>
                    <a:pt x="181355" y="6019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0" name="object 130"/>
          <p:cNvSpPr txBox="1"/>
          <p:nvPr/>
        </p:nvSpPr>
        <p:spPr>
          <a:xfrm>
            <a:off x="7553852" y="5805046"/>
            <a:ext cx="50165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00009A"/>
                </a:solidFill>
                <a:latin typeface="Calibri"/>
                <a:cs typeface="Calibri"/>
              </a:rPr>
              <a:t>канал 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8649607" y="6463829"/>
            <a:ext cx="427355" cy="3429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2310"/>
              </a:lnSpc>
            </a:pPr>
            <a:fld id="{81D60167-4931-47E6-BA6A-407CBD079E47}" type="slidenum">
              <a:rPr sz="2000" b="1" spc="-5" dirty="0">
                <a:solidFill>
                  <a:srgbClr val="0068B4"/>
                </a:solidFill>
                <a:latin typeface="Arial"/>
                <a:cs typeface="Arial"/>
              </a:rPr>
              <a:t>60</a:t>
            </a:fld>
            <a:endParaRPr sz="2000">
              <a:latin typeface="Arial"/>
              <a:cs typeface="Arial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4331354" y="5805046"/>
            <a:ext cx="50165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00009A"/>
                </a:solidFill>
                <a:latin typeface="Calibri"/>
                <a:cs typeface="Calibri"/>
              </a:rPr>
              <a:t>канал 3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4331354" y="2886586"/>
            <a:ext cx="50165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00009A"/>
                </a:solidFill>
                <a:latin typeface="Calibri"/>
                <a:cs typeface="Calibri"/>
              </a:rPr>
              <a:t>канал 4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4039507" y="1297054"/>
            <a:ext cx="4212590" cy="17640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Четырехканальная система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системы аварийного </a:t>
            </a:r>
            <a:r>
              <a:rPr sz="1600" spc="-35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ввода</a:t>
            </a:r>
            <a:r>
              <a:rPr sz="1600" spc="-1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бора (</a:t>
            </a: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САВБ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) резервированием каналов</a:t>
            </a:r>
            <a:endParaRPr sz="1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r>
              <a:rPr sz="1600" dirty="0">
                <a:solidFill>
                  <a:srgbClr val="FF0000"/>
                </a:solidFill>
                <a:latin typeface="Calibri"/>
                <a:cs typeface="Calibri"/>
              </a:rPr>
              <a:t>4</a:t>
            </a:r>
            <a:r>
              <a:rPr sz="1600" spc="-2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FF0000"/>
                </a:solidFill>
                <a:latin typeface="Calibri"/>
                <a:cs typeface="Calibri"/>
              </a:rPr>
              <a:t>х</a:t>
            </a:r>
            <a:r>
              <a:rPr sz="1600" spc="-2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50</a:t>
            </a:r>
            <a:r>
              <a:rPr sz="1600" spc="-2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FF0000"/>
                </a:solidFill>
                <a:latin typeface="Calibri"/>
                <a:cs typeface="Calibri"/>
              </a:rPr>
              <a:t>%</a:t>
            </a:r>
            <a:endParaRPr sz="16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600">
              <a:latin typeface="Calibri"/>
              <a:cs typeface="Calibri"/>
            </a:endParaRPr>
          </a:p>
          <a:p>
            <a:pPr marL="162560" algn="ctr">
              <a:lnSpc>
                <a:spcPct val="100000"/>
              </a:lnSpc>
              <a:spcBef>
                <a:spcPts val="1415"/>
              </a:spcBef>
            </a:pPr>
            <a:r>
              <a:rPr sz="1400" spc="-5" dirty="0">
                <a:solidFill>
                  <a:srgbClr val="FF0000"/>
                </a:solidFill>
                <a:latin typeface="Calibri"/>
                <a:cs typeface="Calibri"/>
              </a:rPr>
              <a:t>На</a:t>
            </a:r>
            <a:r>
              <a:rPr sz="140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400" spc="-5" dirty="0">
                <a:solidFill>
                  <a:srgbClr val="FF0000"/>
                </a:solidFill>
                <a:latin typeface="Calibri"/>
                <a:cs typeface="Calibri"/>
              </a:rPr>
              <a:t>впрыск</a:t>
            </a:r>
            <a:r>
              <a:rPr sz="1400" spc="-1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400" spc="-5" dirty="0">
                <a:solidFill>
                  <a:srgbClr val="FF0000"/>
                </a:solidFill>
                <a:latin typeface="Calibri"/>
                <a:cs typeface="Calibri"/>
              </a:rPr>
              <a:t>в компенсатор</a:t>
            </a:r>
            <a:r>
              <a:rPr sz="1400" spc="-1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400" dirty="0">
                <a:solidFill>
                  <a:srgbClr val="FF0000"/>
                </a:solidFill>
                <a:latin typeface="Calibri"/>
                <a:cs typeface="Calibri"/>
              </a:rPr>
              <a:t>давления</a:t>
            </a:r>
            <a:endParaRPr sz="14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50">
              <a:latin typeface="Calibri"/>
              <a:cs typeface="Calibri"/>
            </a:endParaRPr>
          </a:p>
          <a:p>
            <a:pPr marR="201295" algn="r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solidFill>
                  <a:srgbClr val="00009A"/>
                </a:solidFill>
                <a:latin typeface="Calibri"/>
                <a:cs typeface="Calibri"/>
              </a:rPr>
              <a:t>канал</a:t>
            </a:r>
            <a:r>
              <a:rPr sz="1200" spc="-45" dirty="0">
                <a:solidFill>
                  <a:srgbClr val="00009A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0009A"/>
                </a:solidFill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4" name="object 134"/>
          <p:cNvSpPr txBox="1">
            <a:spLocks noGrp="1"/>
          </p:cNvSpPr>
          <p:nvPr>
            <p:ph type="title"/>
          </p:nvPr>
        </p:nvSpPr>
        <p:spPr>
          <a:xfrm>
            <a:off x="3157365" y="198250"/>
            <a:ext cx="421640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Системы</a:t>
            </a:r>
            <a:r>
              <a:rPr spc="-15" dirty="0"/>
              <a:t> </a:t>
            </a:r>
            <a:r>
              <a:rPr spc="-5" dirty="0"/>
              <a:t>безопасности</a:t>
            </a:r>
          </a:p>
        </p:txBody>
      </p:sp>
      <p:sp>
        <p:nvSpPr>
          <p:cNvPr id="135" name="object 135"/>
          <p:cNvSpPr txBox="1"/>
          <p:nvPr/>
        </p:nvSpPr>
        <p:spPr>
          <a:xfrm>
            <a:off x="391075" y="938228"/>
            <a:ext cx="3305175" cy="5619750"/>
          </a:xfrm>
          <a:prstGeom prst="rect">
            <a:avLst/>
          </a:prstGeom>
        </p:spPr>
        <p:txBody>
          <a:bodyPr vert="horz" wrap="square" lIns="0" tIns="46990" rIns="0" bIns="0" rtlCol="0">
            <a:spAutoFit/>
          </a:bodyPr>
          <a:lstStyle/>
          <a:p>
            <a:pPr marL="227965">
              <a:lnSpc>
                <a:spcPct val="100000"/>
              </a:lnSpc>
              <a:spcBef>
                <a:spcPts val="370"/>
              </a:spcBef>
            </a:pPr>
            <a:r>
              <a:rPr sz="2400" spc="-5" dirty="0">
                <a:solidFill>
                  <a:srgbClr val="FF0000"/>
                </a:solidFill>
                <a:latin typeface="Calibri"/>
                <a:cs typeface="Calibri"/>
              </a:rPr>
              <a:t>САВБ</a:t>
            </a:r>
            <a:r>
              <a:rPr sz="2400" spc="-3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FF0000"/>
                </a:solidFill>
                <a:latin typeface="Calibri"/>
                <a:cs typeface="Calibri"/>
              </a:rPr>
              <a:t>(система</a:t>
            </a:r>
            <a:r>
              <a:rPr sz="1200" spc="-1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FF0000"/>
                </a:solidFill>
                <a:latin typeface="Calibri"/>
                <a:cs typeface="Calibri"/>
              </a:rPr>
              <a:t>аварийного</a:t>
            </a:r>
            <a:r>
              <a:rPr sz="1200" spc="-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FF0000"/>
                </a:solidFill>
                <a:latin typeface="Calibri"/>
                <a:cs typeface="Calibri"/>
              </a:rPr>
              <a:t>ввода</a:t>
            </a:r>
            <a:r>
              <a:rPr sz="1200" spc="-5" dirty="0">
                <a:solidFill>
                  <a:srgbClr val="FF0000"/>
                </a:solidFill>
                <a:latin typeface="Calibri"/>
                <a:cs typeface="Calibri"/>
              </a:rPr>
              <a:t> бора)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180"/>
              </a:spcBef>
            </a:pP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САВБ</a:t>
            </a:r>
            <a:r>
              <a:rPr sz="1600" spc="-2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предназначена</a:t>
            </a:r>
            <a:r>
              <a:rPr sz="1600" spc="-3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10" dirty="0">
                <a:solidFill>
                  <a:srgbClr val="002060"/>
                </a:solidFill>
                <a:latin typeface="Calibri"/>
                <a:cs typeface="Calibri"/>
              </a:rPr>
              <a:t>для:</a:t>
            </a:r>
            <a:endParaRPr sz="1600">
              <a:latin typeface="Calibri"/>
              <a:cs typeface="Calibri"/>
            </a:endParaRPr>
          </a:p>
          <a:p>
            <a:pPr marL="38100" marR="121920">
              <a:lnSpc>
                <a:spcPct val="100000"/>
              </a:lnSpc>
            </a:pP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…впрыска раствора борной кислоты </a:t>
            </a:r>
            <a:r>
              <a:rPr sz="1600" spc="-35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в</a:t>
            </a:r>
            <a:r>
              <a:rPr sz="1600" spc="3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КД</a:t>
            </a:r>
            <a:r>
              <a:rPr sz="1600" spc="3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при</a:t>
            </a:r>
            <a:r>
              <a:rPr sz="1600" spc="3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авариях</a:t>
            </a:r>
            <a:r>
              <a:rPr sz="1600" spc="2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FF0000"/>
                </a:solidFill>
                <a:latin typeface="Calibri"/>
                <a:cs typeface="Calibri"/>
              </a:rPr>
              <a:t>с</a:t>
            </a:r>
            <a:r>
              <a:rPr sz="1600" spc="4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течью</a:t>
            </a:r>
            <a:r>
              <a:rPr sz="1600" spc="3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из </a:t>
            </a:r>
            <a:r>
              <a:rPr sz="1600" dirty="0">
                <a:solidFill>
                  <a:srgbClr val="FF0000"/>
                </a:solidFill>
                <a:latin typeface="Calibri"/>
                <a:cs typeface="Calibri"/>
              </a:rPr>
              <a:t> первого </a:t>
            </a: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контура во второй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, для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быстрого снижения давления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в </a:t>
            </a:r>
            <a:r>
              <a:rPr sz="1600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первом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контуре;</a:t>
            </a:r>
            <a:endParaRPr sz="1600">
              <a:latin typeface="Calibri"/>
              <a:cs typeface="Calibri"/>
            </a:endParaRPr>
          </a:p>
          <a:p>
            <a:pPr marL="38100" marR="143510">
              <a:lnSpc>
                <a:spcPct val="100000"/>
              </a:lnSpc>
              <a:spcBef>
                <a:spcPts val="30"/>
              </a:spcBef>
            </a:pP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…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подачи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в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первый контур раствора </a:t>
            </a:r>
            <a:r>
              <a:rPr sz="1600" spc="-35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борной кислоты для быстрого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перевода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реакторной установки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в </a:t>
            </a:r>
            <a:r>
              <a:rPr sz="1600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подкритическое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состояние в </a:t>
            </a:r>
            <a:r>
              <a:rPr sz="1600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режимах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с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отказом срабатывания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10" dirty="0">
                <a:solidFill>
                  <a:srgbClr val="002060"/>
                </a:solidFill>
                <a:latin typeface="Calibri"/>
                <a:cs typeface="Calibri"/>
              </a:rPr>
              <a:t>аварийной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защиты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реактора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(</a:t>
            </a: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режимы ATWS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)</a:t>
            </a:r>
            <a:endParaRPr sz="1600">
              <a:latin typeface="Calibri"/>
              <a:cs typeface="Calibri"/>
            </a:endParaRPr>
          </a:p>
          <a:p>
            <a:pPr marL="74295" marR="426084">
              <a:lnSpc>
                <a:spcPct val="100000"/>
              </a:lnSpc>
              <a:spcBef>
                <a:spcPts val="330"/>
              </a:spcBef>
            </a:pP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Всасывающие трубопроводы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насосов аварийного ввода бора </a:t>
            </a:r>
            <a:r>
              <a:rPr sz="1600" spc="-35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подключены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к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двум бакам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с </a:t>
            </a:r>
            <a:r>
              <a:rPr sz="1600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концентрацией</a:t>
            </a:r>
            <a:r>
              <a:rPr sz="1600" spc="-3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борной</a:t>
            </a:r>
            <a:r>
              <a:rPr sz="1600" spc="-4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кислоты</a:t>
            </a:r>
            <a:endParaRPr sz="1600">
              <a:latin typeface="Calibri"/>
              <a:cs typeface="Calibri"/>
            </a:endParaRPr>
          </a:p>
          <a:p>
            <a:pPr marL="74295" marR="30480" indent="-635">
              <a:lnSpc>
                <a:spcPct val="100000"/>
              </a:lnSpc>
              <a:spcBef>
                <a:spcPts val="25"/>
              </a:spcBef>
            </a:pP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40</a:t>
            </a:r>
            <a:r>
              <a:rPr sz="1600" spc="-1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г/кг</a:t>
            </a:r>
            <a:r>
              <a:rPr sz="1600" spc="-1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объемом</a:t>
            </a:r>
            <a:r>
              <a:rPr sz="1600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150</a:t>
            </a:r>
            <a:r>
              <a:rPr sz="1600" spc="-1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м</a:t>
            </a:r>
            <a:r>
              <a:rPr sz="1650" baseline="25252" dirty="0">
                <a:solidFill>
                  <a:srgbClr val="002060"/>
                </a:solidFill>
                <a:latin typeface="Calibri"/>
                <a:cs typeface="Calibri"/>
              </a:rPr>
              <a:t>3</a:t>
            </a:r>
            <a:r>
              <a:rPr sz="1650" spc="157" baseline="25252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каждый.</a:t>
            </a:r>
            <a:r>
              <a:rPr sz="1600" spc="-2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Для </a:t>
            </a:r>
            <a:r>
              <a:rPr sz="1600" spc="-34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подачи борной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кислоты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от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САВБ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доступно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не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менее </a:t>
            </a: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80 </a:t>
            </a:r>
            <a:r>
              <a:rPr sz="1600" dirty="0">
                <a:solidFill>
                  <a:srgbClr val="FF0000"/>
                </a:solidFill>
                <a:latin typeface="Calibri"/>
                <a:cs typeface="Calibri"/>
              </a:rPr>
              <a:t>м</a:t>
            </a:r>
            <a:r>
              <a:rPr sz="1650" baseline="25252" dirty="0">
                <a:solidFill>
                  <a:srgbClr val="FF0000"/>
                </a:solidFill>
                <a:latin typeface="Calibri"/>
                <a:cs typeface="Calibri"/>
              </a:rPr>
              <a:t>3</a:t>
            </a:r>
            <a:r>
              <a:rPr sz="1650" spc="7" baseline="25252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суммарно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из</a:t>
            </a:r>
            <a:r>
              <a:rPr sz="1600" spc="-1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двух</a:t>
            </a:r>
            <a:r>
              <a:rPr sz="1600" spc="-1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баков.</a:t>
            </a:r>
            <a:endParaRPr sz="16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251921" y="1191454"/>
            <a:ext cx="4744085" cy="5200650"/>
            <a:chOff x="4251921" y="1191454"/>
            <a:chExt cx="4744085" cy="5200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62018" y="1200788"/>
              <a:ext cx="4724400" cy="5181600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4256684" y="1196216"/>
              <a:ext cx="4734560" cy="5191125"/>
            </a:xfrm>
            <a:custGeom>
              <a:avLst/>
              <a:gdLst/>
              <a:ahLst/>
              <a:cxnLst/>
              <a:rect l="l" t="t" r="r" b="b"/>
              <a:pathLst>
                <a:path w="4734559" h="5191125">
                  <a:moveTo>
                    <a:pt x="4734306" y="5190744"/>
                  </a:moveTo>
                  <a:lnTo>
                    <a:pt x="4734306" y="0"/>
                  </a:lnTo>
                  <a:lnTo>
                    <a:pt x="0" y="0"/>
                  </a:lnTo>
                  <a:lnTo>
                    <a:pt x="0" y="5190744"/>
                  </a:lnTo>
                  <a:lnTo>
                    <a:pt x="4734306" y="5190744"/>
                  </a:lnTo>
                  <a:close/>
                </a:path>
              </a:pathLst>
            </a:custGeom>
            <a:ln w="9144">
              <a:solidFill>
                <a:srgbClr val="659A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383925" y="3144662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383925" y="3358023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383925" y="3571383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383925" y="3784742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383925" y="3998102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383925" y="4211462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383925" y="4424823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383925" y="4638183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383925" y="4851542"/>
              <a:ext cx="2000250" cy="159385"/>
            </a:xfrm>
            <a:custGeom>
              <a:avLst/>
              <a:gdLst/>
              <a:ahLst/>
              <a:cxnLst/>
              <a:rect l="l" t="t" r="r" b="b"/>
              <a:pathLst>
                <a:path w="2000250" h="159385">
                  <a:moveTo>
                    <a:pt x="14478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44780" y="159258"/>
                  </a:lnTo>
                  <a:lnTo>
                    <a:pt x="144780" y="158496"/>
                  </a:lnTo>
                  <a:close/>
                </a:path>
                <a:path w="2000250" h="159385">
                  <a:moveTo>
                    <a:pt x="14478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44780" y="156210"/>
                  </a:lnTo>
                  <a:lnTo>
                    <a:pt x="144780" y="155448"/>
                  </a:lnTo>
                  <a:close/>
                </a:path>
                <a:path w="2000250" h="159385">
                  <a:moveTo>
                    <a:pt x="14478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44780" y="153162"/>
                  </a:lnTo>
                  <a:lnTo>
                    <a:pt x="144780" y="152400"/>
                  </a:lnTo>
                  <a:close/>
                </a:path>
                <a:path w="2000250" h="159385">
                  <a:moveTo>
                    <a:pt x="14478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44780" y="150114"/>
                  </a:lnTo>
                  <a:lnTo>
                    <a:pt x="144780" y="149352"/>
                  </a:lnTo>
                  <a:close/>
                </a:path>
                <a:path w="2000250" h="159385">
                  <a:moveTo>
                    <a:pt x="14478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44780" y="147066"/>
                  </a:lnTo>
                  <a:lnTo>
                    <a:pt x="144780" y="146304"/>
                  </a:lnTo>
                  <a:close/>
                </a:path>
                <a:path w="2000250" h="159385">
                  <a:moveTo>
                    <a:pt x="14478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44780" y="144018"/>
                  </a:lnTo>
                  <a:lnTo>
                    <a:pt x="144780" y="143256"/>
                  </a:lnTo>
                  <a:close/>
                </a:path>
                <a:path w="2000250" h="159385">
                  <a:moveTo>
                    <a:pt x="14478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44780" y="140970"/>
                  </a:lnTo>
                  <a:lnTo>
                    <a:pt x="144780" y="140208"/>
                  </a:lnTo>
                  <a:close/>
                </a:path>
                <a:path w="2000250" h="159385">
                  <a:moveTo>
                    <a:pt x="14478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44780" y="137922"/>
                  </a:lnTo>
                  <a:lnTo>
                    <a:pt x="144780" y="137160"/>
                  </a:lnTo>
                  <a:close/>
                </a:path>
                <a:path w="2000250" h="159385">
                  <a:moveTo>
                    <a:pt x="14478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44780" y="134874"/>
                  </a:lnTo>
                  <a:lnTo>
                    <a:pt x="144780" y="134112"/>
                  </a:lnTo>
                  <a:close/>
                </a:path>
                <a:path w="2000250" h="159385">
                  <a:moveTo>
                    <a:pt x="14478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44780" y="131826"/>
                  </a:lnTo>
                  <a:lnTo>
                    <a:pt x="144780" y="131064"/>
                  </a:lnTo>
                  <a:close/>
                </a:path>
                <a:path w="2000250" h="159385">
                  <a:moveTo>
                    <a:pt x="14478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44780" y="128778"/>
                  </a:lnTo>
                  <a:lnTo>
                    <a:pt x="144780" y="128016"/>
                  </a:lnTo>
                  <a:close/>
                </a:path>
                <a:path w="2000250" h="159385">
                  <a:moveTo>
                    <a:pt x="14478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44780" y="125730"/>
                  </a:lnTo>
                  <a:lnTo>
                    <a:pt x="144780" y="124968"/>
                  </a:lnTo>
                  <a:close/>
                </a:path>
                <a:path w="2000250" h="159385">
                  <a:moveTo>
                    <a:pt x="14478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44780" y="122682"/>
                  </a:lnTo>
                  <a:lnTo>
                    <a:pt x="144780" y="121920"/>
                  </a:lnTo>
                  <a:close/>
                </a:path>
                <a:path w="2000250" h="159385">
                  <a:moveTo>
                    <a:pt x="14478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44780" y="119634"/>
                  </a:lnTo>
                  <a:lnTo>
                    <a:pt x="144780" y="118872"/>
                  </a:lnTo>
                  <a:close/>
                </a:path>
                <a:path w="2000250" h="159385">
                  <a:moveTo>
                    <a:pt x="14478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44780" y="116586"/>
                  </a:lnTo>
                  <a:lnTo>
                    <a:pt x="144780" y="115824"/>
                  </a:lnTo>
                  <a:close/>
                </a:path>
                <a:path w="2000250" h="159385">
                  <a:moveTo>
                    <a:pt x="14478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44780" y="113538"/>
                  </a:lnTo>
                  <a:lnTo>
                    <a:pt x="144780" y="112776"/>
                  </a:lnTo>
                  <a:close/>
                </a:path>
                <a:path w="2000250" h="159385">
                  <a:moveTo>
                    <a:pt x="14478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44780" y="110490"/>
                  </a:lnTo>
                  <a:lnTo>
                    <a:pt x="144780" y="109728"/>
                  </a:lnTo>
                  <a:close/>
                </a:path>
                <a:path w="2000250" h="159385">
                  <a:moveTo>
                    <a:pt x="14478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44780" y="107442"/>
                  </a:lnTo>
                  <a:lnTo>
                    <a:pt x="144780" y="106680"/>
                  </a:lnTo>
                  <a:close/>
                </a:path>
                <a:path w="2000250" h="159385">
                  <a:moveTo>
                    <a:pt x="2000250" y="158496"/>
                  </a:moveTo>
                  <a:lnTo>
                    <a:pt x="655320" y="158496"/>
                  </a:lnTo>
                  <a:lnTo>
                    <a:pt x="65532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159385">
                  <a:moveTo>
                    <a:pt x="2000250" y="155448"/>
                  </a:moveTo>
                  <a:lnTo>
                    <a:pt x="655320" y="155448"/>
                  </a:lnTo>
                  <a:lnTo>
                    <a:pt x="65532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159385">
                  <a:moveTo>
                    <a:pt x="2000250" y="152400"/>
                  </a:moveTo>
                  <a:lnTo>
                    <a:pt x="655320" y="152400"/>
                  </a:lnTo>
                  <a:lnTo>
                    <a:pt x="65532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159385">
                  <a:moveTo>
                    <a:pt x="2000250" y="149352"/>
                  </a:moveTo>
                  <a:lnTo>
                    <a:pt x="655320" y="149352"/>
                  </a:lnTo>
                  <a:lnTo>
                    <a:pt x="65532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159385">
                  <a:moveTo>
                    <a:pt x="2000250" y="146304"/>
                  </a:moveTo>
                  <a:lnTo>
                    <a:pt x="655320" y="146304"/>
                  </a:lnTo>
                  <a:lnTo>
                    <a:pt x="65532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159385">
                  <a:moveTo>
                    <a:pt x="2000250" y="143256"/>
                  </a:moveTo>
                  <a:lnTo>
                    <a:pt x="655320" y="143256"/>
                  </a:lnTo>
                  <a:lnTo>
                    <a:pt x="65532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159385">
                  <a:moveTo>
                    <a:pt x="2000250" y="140208"/>
                  </a:moveTo>
                  <a:lnTo>
                    <a:pt x="655320" y="140208"/>
                  </a:lnTo>
                  <a:lnTo>
                    <a:pt x="65532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159385">
                  <a:moveTo>
                    <a:pt x="2000250" y="137160"/>
                  </a:moveTo>
                  <a:lnTo>
                    <a:pt x="655320" y="137160"/>
                  </a:lnTo>
                  <a:lnTo>
                    <a:pt x="65532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159385">
                  <a:moveTo>
                    <a:pt x="2000250" y="134112"/>
                  </a:moveTo>
                  <a:lnTo>
                    <a:pt x="655320" y="134112"/>
                  </a:lnTo>
                  <a:lnTo>
                    <a:pt x="65532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159385">
                  <a:moveTo>
                    <a:pt x="2000250" y="131064"/>
                  </a:moveTo>
                  <a:lnTo>
                    <a:pt x="655320" y="131064"/>
                  </a:lnTo>
                  <a:lnTo>
                    <a:pt x="65532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159385">
                  <a:moveTo>
                    <a:pt x="2000250" y="128016"/>
                  </a:moveTo>
                  <a:lnTo>
                    <a:pt x="655320" y="128016"/>
                  </a:lnTo>
                  <a:lnTo>
                    <a:pt x="65532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159385">
                  <a:moveTo>
                    <a:pt x="2000250" y="124968"/>
                  </a:moveTo>
                  <a:lnTo>
                    <a:pt x="655320" y="124968"/>
                  </a:lnTo>
                  <a:lnTo>
                    <a:pt x="65532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159385">
                  <a:moveTo>
                    <a:pt x="2000250" y="121920"/>
                  </a:moveTo>
                  <a:lnTo>
                    <a:pt x="655320" y="121920"/>
                  </a:lnTo>
                  <a:lnTo>
                    <a:pt x="65532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159385">
                  <a:moveTo>
                    <a:pt x="2000250" y="118872"/>
                  </a:moveTo>
                  <a:lnTo>
                    <a:pt x="655320" y="118872"/>
                  </a:lnTo>
                  <a:lnTo>
                    <a:pt x="65532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159385">
                  <a:moveTo>
                    <a:pt x="2000250" y="115824"/>
                  </a:moveTo>
                  <a:lnTo>
                    <a:pt x="655320" y="115824"/>
                  </a:lnTo>
                  <a:lnTo>
                    <a:pt x="65532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159385">
                  <a:moveTo>
                    <a:pt x="2000250" y="112776"/>
                  </a:moveTo>
                  <a:lnTo>
                    <a:pt x="655320" y="112776"/>
                  </a:lnTo>
                  <a:lnTo>
                    <a:pt x="65532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159385">
                  <a:moveTo>
                    <a:pt x="2000250" y="109728"/>
                  </a:moveTo>
                  <a:lnTo>
                    <a:pt x="655320" y="109728"/>
                  </a:lnTo>
                  <a:lnTo>
                    <a:pt x="65532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159385">
                  <a:moveTo>
                    <a:pt x="2000250" y="106680"/>
                  </a:moveTo>
                  <a:lnTo>
                    <a:pt x="655320" y="106680"/>
                  </a:lnTo>
                  <a:lnTo>
                    <a:pt x="65532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159385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159385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159385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159385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159385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159385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159385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159385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159385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159385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159385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159385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159385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159385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159385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159385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159385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159385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159385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159385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159385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159385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159385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159385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159385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159385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159385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159385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159385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159385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159385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159385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159385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159385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159385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383925" y="5010039"/>
              <a:ext cx="2000250" cy="107950"/>
            </a:xfrm>
            <a:custGeom>
              <a:avLst/>
              <a:gdLst/>
              <a:ahLst/>
              <a:cxnLst/>
              <a:rect l="l" t="t" r="r" b="b"/>
              <a:pathLst>
                <a:path w="2000250" h="107950">
                  <a:moveTo>
                    <a:pt x="14478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44780" y="107442"/>
                  </a:lnTo>
                  <a:lnTo>
                    <a:pt x="144780" y="106680"/>
                  </a:lnTo>
                  <a:close/>
                </a:path>
                <a:path w="2000250" h="107950">
                  <a:moveTo>
                    <a:pt x="14478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44780" y="104394"/>
                  </a:lnTo>
                  <a:lnTo>
                    <a:pt x="144780" y="103632"/>
                  </a:lnTo>
                  <a:close/>
                </a:path>
                <a:path w="2000250" h="107950">
                  <a:moveTo>
                    <a:pt x="14478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44780" y="101346"/>
                  </a:lnTo>
                  <a:lnTo>
                    <a:pt x="144780" y="100584"/>
                  </a:lnTo>
                  <a:close/>
                </a:path>
                <a:path w="2000250" h="107950">
                  <a:moveTo>
                    <a:pt x="14478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44780" y="98298"/>
                  </a:lnTo>
                  <a:lnTo>
                    <a:pt x="144780" y="97536"/>
                  </a:lnTo>
                  <a:close/>
                </a:path>
                <a:path w="2000250" h="107950">
                  <a:moveTo>
                    <a:pt x="14478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44780" y="95250"/>
                  </a:lnTo>
                  <a:lnTo>
                    <a:pt x="144780" y="94488"/>
                  </a:lnTo>
                  <a:close/>
                </a:path>
                <a:path w="2000250" h="107950">
                  <a:moveTo>
                    <a:pt x="14478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44780" y="92202"/>
                  </a:lnTo>
                  <a:lnTo>
                    <a:pt x="144780" y="91440"/>
                  </a:lnTo>
                  <a:close/>
                </a:path>
                <a:path w="2000250" h="107950">
                  <a:moveTo>
                    <a:pt x="14478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44780" y="89154"/>
                  </a:lnTo>
                  <a:lnTo>
                    <a:pt x="144780" y="88392"/>
                  </a:lnTo>
                  <a:close/>
                </a:path>
                <a:path w="2000250" h="107950">
                  <a:moveTo>
                    <a:pt x="14478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44780" y="86106"/>
                  </a:lnTo>
                  <a:lnTo>
                    <a:pt x="144780" y="85344"/>
                  </a:lnTo>
                  <a:close/>
                </a:path>
                <a:path w="2000250" h="107950">
                  <a:moveTo>
                    <a:pt x="14478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44780" y="83058"/>
                  </a:lnTo>
                  <a:lnTo>
                    <a:pt x="144780" y="82296"/>
                  </a:lnTo>
                  <a:close/>
                </a:path>
                <a:path w="2000250" h="107950">
                  <a:moveTo>
                    <a:pt x="14478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44780" y="80010"/>
                  </a:lnTo>
                  <a:lnTo>
                    <a:pt x="144780" y="79248"/>
                  </a:lnTo>
                  <a:close/>
                </a:path>
                <a:path w="2000250" h="107950">
                  <a:moveTo>
                    <a:pt x="14478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44780" y="76962"/>
                  </a:lnTo>
                  <a:lnTo>
                    <a:pt x="144780" y="76200"/>
                  </a:lnTo>
                  <a:close/>
                </a:path>
                <a:path w="2000250" h="107950">
                  <a:moveTo>
                    <a:pt x="14478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44780" y="73914"/>
                  </a:lnTo>
                  <a:lnTo>
                    <a:pt x="144780" y="73152"/>
                  </a:lnTo>
                  <a:close/>
                </a:path>
                <a:path w="2000250" h="107950">
                  <a:moveTo>
                    <a:pt x="14478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44780" y="70866"/>
                  </a:lnTo>
                  <a:lnTo>
                    <a:pt x="144780" y="70104"/>
                  </a:lnTo>
                  <a:close/>
                </a:path>
                <a:path w="2000250" h="107950">
                  <a:moveTo>
                    <a:pt x="14478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44780" y="67818"/>
                  </a:lnTo>
                  <a:lnTo>
                    <a:pt x="144780" y="67056"/>
                  </a:lnTo>
                  <a:close/>
                </a:path>
                <a:path w="2000250" h="107950">
                  <a:moveTo>
                    <a:pt x="14478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44780" y="64770"/>
                  </a:lnTo>
                  <a:lnTo>
                    <a:pt x="144780" y="64008"/>
                  </a:lnTo>
                  <a:close/>
                </a:path>
                <a:path w="2000250" h="107950">
                  <a:moveTo>
                    <a:pt x="14478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44780" y="61722"/>
                  </a:lnTo>
                  <a:lnTo>
                    <a:pt x="144780" y="60960"/>
                  </a:lnTo>
                  <a:close/>
                </a:path>
                <a:path w="2000250" h="107950">
                  <a:moveTo>
                    <a:pt x="14478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44780" y="58674"/>
                  </a:lnTo>
                  <a:lnTo>
                    <a:pt x="144780" y="57912"/>
                  </a:lnTo>
                  <a:close/>
                </a:path>
                <a:path w="2000250" h="107950">
                  <a:moveTo>
                    <a:pt x="14478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44780" y="55626"/>
                  </a:lnTo>
                  <a:lnTo>
                    <a:pt x="144780" y="54864"/>
                  </a:lnTo>
                  <a:close/>
                </a:path>
                <a:path w="2000250" h="107950">
                  <a:moveTo>
                    <a:pt x="14478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44780" y="52578"/>
                  </a:lnTo>
                  <a:lnTo>
                    <a:pt x="144780" y="51816"/>
                  </a:lnTo>
                  <a:close/>
                </a:path>
                <a:path w="2000250" h="107950">
                  <a:moveTo>
                    <a:pt x="14478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44780" y="49530"/>
                  </a:lnTo>
                  <a:lnTo>
                    <a:pt x="144780" y="48768"/>
                  </a:lnTo>
                  <a:close/>
                </a:path>
                <a:path w="2000250" h="107950">
                  <a:moveTo>
                    <a:pt x="14478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44780" y="46482"/>
                  </a:lnTo>
                  <a:lnTo>
                    <a:pt x="144780" y="45720"/>
                  </a:lnTo>
                  <a:close/>
                </a:path>
                <a:path w="2000250" h="107950">
                  <a:moveTo>
                    <a:pt x="14478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44780" y="43434"/>
                  </a:lnTo>
                  <a:lnTo>
                    <a:pt x="144780" y="42672"/>
                  </a:lnTo>
                  <a:close/>
                </a:path>
                <a:path w="2000250" h="107950">
                  <a:moveTo>
                    <a:pt x="14478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44780" y="40386"/>
                  </a:lnTo>
                  <a:lnTo>
                    <a:pt x="144780" y="39624"/>
                  </a:lnTo>
                  <a:close/>
                </a:path>
                <a:path w="2000250" h="107950">
                  <a:moveTo>
                    <a:pt x="14478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44780" y="37338"/>
                  </a:lnTo>
                  <a:lnTo>
                    <a:pt x="144780" y="36576"/>
                  </a:lnTo>
                  <a:close/>
                </a:path>
                <a:path w="2000250" h="107950">
                  <a:moveTo>
                    <a:pt x="14478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44780" y="34290"/>
                  </a:lnTo>
                  <a:lnTo>
                    <a:pt x="144780" y="33528"/>
                  </a:lnTo>
                  <a:close/>
                </a:path>
                <a:path w="2000250" h="107950">
                  <a:moveTo>
                    <a:pt x="14478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44780" y="31242"/>
                  </a:lnTo>
                  <a:lnTo>
                    <a:pt x="144780" y="30480"/>
                  </a:lnTo>
                  <a:close/>
                </a:path>
                <a:path w="2000250" h="107950">
                  <a:moveTo>
                    <a:pt x="14478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44780" y="28194"/>
                  </a:lnTo>
                  <a:lnTo>
                    <a:pt x="144780" y="27432"/>
                  </a:lnTo>
                  <a:close/>
                </a:path>
                <a:path w="2000250" h="107950">
                  <a:moveTo>
                    <a:pt x="14478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44780" y="25146"/>
                  </a:lnTo>
                  <a:lnTo>
                    <a:pt x="144780" y="24384"/>
                  </a:lnTo>
                  <a:close/>
                </a:path>
                <a:path w="2000250" h="107950">
                  <a:moveTo>
                    <a:pt x="1447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44780" y="22098"/>
                  </a:lnTo>
                  <a:lnTo>
                    <a:pt x="144780" y="21336"/>
                  </a:lnTo>
                  <a:close/>
                </a:path>
                <a:path w="2000250" h="107950">
                  <a:moveTo>
                    <a:pt x="1447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44780" y="19050"/>
                  </a:lnTo>
                  <a:lnTo>
                    <a:pt x="144780" y="18288"/>
                  </a:lnTo>
                  <a:close/>
                </a:path>
                <a:path w="2000250" h="107950">
                  <a:moveTo>
                    <a:pt x="1447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44780" y="16002"/>
                  </a:lnTo>
                  <a:lnTo>
                    <a:pt x="144780" y="15240"/>
                  </a:lnTo>
                  <a:close/>
                </a:path>
                <a:path w="2000250" h="107950">
                  <a:moveTo>
                    <a:pt x="1447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44780" y="12954"/>
                  </a:lnTo>
                  <a:lnTo>
                    <a:pt x="144780" y="12192"/>
                  </a:lnTo>
                  <a:close/>
                </a:path>
                <a:path w="2000250" h="107950">
                  <a:moveTo>
                    <a:pt x="1447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44780" y="9906"/>
                  </a:lnTo>
                  <a:lnTo>
                    <a:pt x="144780" y="9144"/>
                  </a:lnTo>
                  <a:close/>
                </a:path>
                <a:path w="2000250" h="107950">
                  <a:moveTo>
                    <a:pt x="1447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44780" y="6858"/>
                  </a:lnTo>
                  <a:lnTo>
                    <a:pt x="144780" y="6096"/>
                  </a:lnTo>
                  <a:close/>
                </a:path>
                <a:path w="2000250" h="107950">
                  <a:moveTo>
                    <a:pt x="1447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44780" y="3810"/>
                  </a:lnTo>
                  <a:lnTo>
                    <a:pt x="144780" y="3048"/>
                  </a:lnTo>
                  <a:close/>
                </a:path>
                <a:path w="2000250" h="107950">
                  <a:moveTo>
                    <a:pt x="2000250" y="106680"/>
                  </a:moveTo>
                  <a:lnTo>
                    <a:pt x="655320" y="106680"/>
                  </a:lnTo>
                  <a:lnTo>
                    <a:pt x="65532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107950">
                  <a:moveTo>
                    <a:pt x="2000250" y="103632"/>
                  </a:moveTo>
                  <a:lnTo>
                    <a:pt x="655320" y="103632"/>
                  </a:lnTo>
                  <a:lnTo>
                    <a:pt x="65532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107950">
                  <a:moveTo>
                    <a:pt x="2000250" y="100584"/>
                  </a:moveTo>
                  <a:lnTo>
                    <a:pt x="655320" y="100584"/>
                  </a:lnTo>
                  <a:lnTo>
                    <a:pt x="65532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107950">
                  <a:moveTo>
                    <a:pt x="2000250" y="97536"/>
                  </a:moveTo>
                  <a:lnTo>
                    <a:pt x="655320" y="97536"/>
                  </a:lnTo>
                  <a:lnTo>
                    <a:pt x="65532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107950">
                  <a:moveTo>
                    <a:pt x="2000250" y="94488"/>
                  </a:moveTo>
                  <a:lnTo>
                    <a:pt x="655320" y="94488"/>
                  </a:lnTo>
                  <a:lnTo>
                    <a:pt x="65532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107950">
                  <a:moveTo>
                    <a:pt x="2000250" y="91440"/>
                  </a:moveTo>
                  <a:lnTo>
                    <a:pt x="655320" y="91440"/>
                  </a:lnTo>
                  <a:lnTo>
                    <a:pt x="65532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107950">
                  <a:moveTo>
                    <a:pt x="2000250" y="88392"/>
                  </a:moveTo>
                  <a:lnTo>
                    <a:pt x="655320" y="88392"/>
                  </a:lnTo>
                  <a:lnTo>
                    <a:pt x="65532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107950">
                  <a:moveTo>
                    <a:pt x="2000250" y="85344"/>
                  </a:moveTo>
                  <a:lnTo>
                    <a:pt x="655320" y="85344"/>
                  </a:lnTo>
                  <a:lnTo>
                    <a:pt x="65532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107950">
                  <a:moveTo>
                    <a:pt x="2000250" y="82296"/>
                  </a:moveTo>
                  <a:lnTo>
                    <a:pt x="655320" y="82296"/>
                  </a:lnTo>
                  <a:lnTo>
                    <a:pt x="65532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107950">
                  <a:moveTo>
                    <a:pt x="2000250" y="79248"/>
                  </a:moveTo>
                  <a:lnTo>
                    <a:pt x="655320" y="79248"/>
                  </a:lnTo>
                  <a:lnTo>
                    <a:pt x="65532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107950">
                  <a:moveTo>
                    <a:pt x="2000250" y="76200"/>
                  </a:moveTo>
                  <a:lnTo>
                    <a:pt x="655320" y="76200"/>
                  </a:lnTo>
                  <a:lnTo>
                    <a:pt x="65532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107950">
                  <a:moveTo>
                    <a:pt x="2000250" y="73152"/>
                  </a:moveTo>
                  <a:lnTo>
                    <a:pt x="655320" y="73152"/>
                  </a:lnTo>
                  <a:lnTo>
                    <a:pt x="65532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107950">
                  <a:moveTo>
                    <a:pt x="2000250" y="70104"/>
                  </a:moveTo>
                  <a:lnTo>
                    <a:pt x="655320" y="70104"/>
                  </a:lnTo>
                  <a:lnTo>
                    <a:pt x="65532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107950">
                  <a:moveTo>
                    <a:pt x="2000250" y="67056"/>
                  </a:moveTo>
                  <a:lnTo>
                    <a:pt x="655320" y="67056"/>
                  </a:lnTo>
                  <a:lnTo>
                    <a:pt x="65532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107950">
                  <a:moveTo>
                    <a:pt x="2000250" y="64008"/>
                  </a:moveTo>
                  <a:lnTo>
                    <a:pt x="655320" y="64008"/>
                  </a:lnTo>
                  <a:lnTo>
                    <a:pt x="65532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107950">
                  <a:moveTo>
                    <a:pt x="2000250" y="60960"/>
                  </a:moveTo>
                  <a:lnTo>
                    <a:pt x="655320" y="60960"/>
                  </a:lnTo>
                  <a:lnTo>
                    <a:pt x="65532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107950">
                  <a:moveTo>
                    <a:pt x="2000250" y="57912"/>
                  </a:moveTo>
                  <a:lnTo>
                    <a:pt x="655320" y="57912"/>
                  </a:lnTo>
                  <a:lnTo>
                    <a:pt x="65532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107950">
                  <a:moveTo>
                    <a:pt x="2000250" y="54864"/>
                  </a:moveTo>
                  <a:lnTo>
                    <a:pt x="655320" y="54864"/>
                  </a:lnTo>
                  <a:lnTo>
                    <a:pt x="65532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107950">
                  <a:moveTo>
                    <a:pt x="2000250" y="51816"/>
                  </a:moveTo>
                  <a:lnTo>
                    <a:pt x="655320" y="51816"/>
                  </a:lnTo>
                  <a:lnTo>
                    <a:pt x="65532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107950">
                  <a:moveTo>
                    <a:pt x="2000250" y="48768"/>
                  </a:moveTo>
                  <a:lnTo>
                    <a:pt x="655320" y="48768"/>
                  </a:lnTo>
                  <a:lnTo>
                    <a:pt x="65532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107950">
                  <a:moveTo>
                    <a:pt x="2000250" y="45720"/>
                  </a:moveTo>
                  <a:lnTo>
                    <a:pt x="655320" y="45720"/>
                  </a:lnTo>
                  <a:lnTo>
                    <a:pt x="65532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107950">
                  <a:moveTo>
                    <a:pt x="2000250" y="42672"/>
                  </a:moveTo>
                  <a:lnTo>
                    <a:pt x="655320" y="42672"/>
                  </a:lnTo>
                  <a:lnTo>
                    <a:pt x="65532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107950">
                  <a:moveTo>
                    <a:pt x="2000250" y="39624"/>
                  </a:moveTo>
                  <a:lnTo>
                    <a:pt x="655320" y="39624"/>
                  </a:lnTo>
                  <a:lnTo>
                    <a:pt x="65532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107950">
                  <a:moveTo>
                    <a:pt x="2000250" y="36576"/>
                  </a:moveTo>
                  <a:lnTo>
                    <a:pt x="655320" y="36576"/>
                  </a:lnTo>
                  <a:lnTo>
                    <a:pt x="65532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107950">
                  <a:moveTo>
                    <a:pt x="2000250" y="33528"/>
                  </a:moveTo>
                  <a:lnTo>
                    <a:pt x="655320" y="33528"/>
                  </a:lnTo>
                  <a:lnTo>
                    <a:pt x="65532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107950">
                  <a:moveTo>
                    <a:pt x="2000250" y="30480"/>
                  </a:moveTo>
                  <a:lnTo>
                    <a:pt x="655320" y="30480"/>
                  </a:lnTo>
                  <a:lnTo>
                    <a:pt x="65532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107950">
                  <a:moveTo>
                    <a:pt x="2000250" y="27432"/>
                  </a:moveTo>
                  <a:lnTo>
                    <a:pt x="655320" y="27432"/>
                  </a:lnTo>
                  <a:lnTo>
                    <a:pt x="65532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107950">
                  <a:moveTo>
                    <a:pt x="2000250" y="24384"/>
                  </a:moveTo>
                  <a:lnTo>
                    <a:pt x="655320" y="24384"/>
                  </a:lnTo>
                  <a:lnTo>
                    <a:pt x="65532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107950">
                  <a:moveTo>
                    <a:pt x="2000250" y="21336"/>
                  </a:moveTo>
                  <a:lnTo>
                    <a:pt x="655320" y="21336"/>
                  </a:lnTo>
                  <a:lnTo>
                    <a:pt x="65532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107950">
                  <a:moveTo>
                    <a:pt x="2000250" y="18288"/>
                  </a:moveTo>
                  <a:lnTo>
                    <a:pt x="655320" y="18288"/>
                  </a:lnTo>
                  <a:lnTo>
                    <a:pt x="65532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107950">
                  <a:moveTo>
                    <a:pt x="2000250" y="15240"/>
                  </a:moveTo>
                  <a:lnTo>
                    <a:pt x="655320" y="15240"/>
                  </a:lnTo>
                  <a:lnTo>
                    <a:pt x="65532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107950">
                  <a:moveTo>
                    <a:pt x="2000250" y="12192"/>
                  </a:moveTo>
                  <a:lnTo>
                    <a:pt x="655320" y="12192"/>
                  </a:lnTo>
                  <a:lnTo>
                    <a:pt x="65532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107950">
                  <a:moveTo>
                    <a:pt x="2000250" y="9144"/>
                  </a:moveTo>
                  <a:lnTo>
                    <a:pt x="655320" y="9144"/>
                  </a:lnTo>
                  <a:lnTo>
                    <a:pt x="65532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107950">
                  <a:moveTo>
                    <a:pt x="2000250" y="6096"/>
                  </a:moveTo>
                  <a:lnTo>
                    <a:pt x="655320" y="6096"/>
                  </a:lnTo>
                  <a:lnTo>
                    <a:pt x="65532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107950">
                  <a:moveTo>
                    <a:pt x="2000250" y="3048"/>
                  </a:moveTo>
                  <a:lnTo>
                    <a:pt x="655320" y="3048"/>
                  </a:lnTo>
                  <a:lnTo>
                    <a:pt x="65532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107950">
                  <a:moveTo>
                    <a:pt x="2000250" y="0"/>
                  </a:moveTo>
                  <a:lnTo>
                    <a:pt x="655320" y="0"/>
                  </a:lnTo>
                  <a:lnTo>
                    <a:pt x="65532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383925" y="5116718"/>
              <a:ext cx="2000250" cy="107950"/>
            </a:xfrm>
            <a:custGeom>
              <a:avLst/>
              <a:gdLst/>
              <a:ahLst/>
              <a:cxnLst/>
              <a:rect l="l" t="t" r="r" b="b"/>
              <a:pathLst>
                <a:path w="2000250" h="107950">
                  <a:moveTo>
                    <a:pt x="14478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44780" y="107442"/>
                  </a:lnTo>
                  <a:lnTo>
                    <a:pt x="144780" y="106680"/>
                  </a:lnTo>
                  <a:close/>
                </a:path>
                <a:path w="2000250" h="107950">
                  <a:moveTo>
                    <a:pt x="14478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44780" y="104394"/>
                  </a:lnTo>
                  <a:lnTo>
                    <a:pt x="144780" y="103632"/>
                  </a:lnTo>
                  <a:close/>
                </a:path>
                <a:path w="2000250" h="107950">
                  <a:moveTo>
                    <a:pt x="14478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44780" y="101346"/>
                  </a:lnTo>
                  <a:lnTo>
                    <a:pt x="144780" y="100584"/>
                  </a:lnTo>
                  <a:close/>
                </a:path>
                <a:path w="2000250" h="107950">
                  <a:moveTo>
                    <a:pt x="14478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44780" y="98298"/>
                  </a:lnTo>
                  <a:lnTo>
                    <a:pt x="144780" y="97536"/>
                  </a:lnTo>
                  <a:close/>
                </a:path>
                <a:path w="2000250" h="107950">
                  <a:moveTo>
                    <a:pt x="14478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44780" y="95250"/>
                  </a:lnTo>
                  <a:lnTo>
                    <a:pt x="144780" y="94488"/>
                  </a:lnTo>
                  <a:close/>
                </a:path>
                <a:path w="2000250" h="107950">
                  <a:moveTo>
                    <a:pt x="14478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44780" y="92202"/>
                  </a:lnTo>
                  <a:lnTo>
                    <a:pt x="144780" y="91440"/>
                  </a:lnTo>
                  <a:close/>
                </a:path>
                <a:path w="2000250" h="107950">
                  <a:moveTo>
                    <a:pt x="14478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44780" y="89154"/>
                  </a:lnTo>
                  <a:lnTo>
                    <a:pt x="144780" y="88392"/>
                  </a:lnTo>
                  <a:close/>
                </a:path>
                <a:path w="2000250" h="107950">
                  <a:moveTo>
                    <a:pt x="14478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44780" y="86106"/>
                  </a:lnTo>
                  <a:lnTo>
                    <a:pt x="144780" y="85344"/>
                  </a:lnTo>
                  <a:close/>
                </a:path>
                <a:path w="2000250" h="107950">
                  <a:moveTo>
                    <a:pt x="14478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44780" y="83058"/>
                  </a:lnTo>
                  <a:lnTo>
                    <a:pt x="144780" y="82296"/>
                  </a:lnTo>
                  <a:close/>
                </a:path>
                <a:path w="2000250" h="107950">
                  <a:moveTo>
                    <a:pt x="14478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44780" y="80010"/>
                  </a:lnTo>
                  <a:lnTo>
                    <a:pt x="144780" y="79248"/>
                  </a:lnTo>
                  <a:close/>
                </a:path>
                <a:path w="2000250" h="107950">
                  <a:moveTo>
                    <a:pt x="14478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44780" y="76962"/>
                  </a:lnTo>
                  <a:lnTo>
                    <a:pt x="144780" y="76200"/>
                  </a:lnTo>
                  <a:close/>
                </a:path>
                <a:path w="2000250" h="107950">
                  <a:moveTo>
                    <a:pt x="14478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44780" y="73914"/>
                  </a:lnTo>
                  <a:lnTo>
                    <a:pt x="144780" y="73152"/>
                  </a:lnTo>
                  <a:close/>
                </a:path>
                <a:path w="2000250" h="107950">
                  <a:moveTo>
                    <a:pt x="14478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44780" y="70866"/>
                  </a:lnTo>
                  <a:lnTo>
                    <a:pt x="144780" y="70104"/>
                  </a:lnTo>
                  <a:close/>
                </a:path>
                <a:path w="2000250" h="107950">
                  <a:moveTo>
                    <a:pt x="14478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44780" y="67818"/>
                  </a:lnTo>
                  <a:lnTo>
                    <a:pt x="144780" y="67056"/>
                  </a:lnTo>
                  <a:close/>
                </a:path>
                <a:path w="2000250" h="107950">
                  <a:moveTo>
                    <a:pt x="14478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44780" y="64770"/>
                  </a:lnTo>
                  <a:lnTo>
                    <a:pt x="144780" y="64008"/>
                  </a:lnTo>
                  <a:close/>
                </a:path>
                <a:path w="2000250" h="107950">
                  <a:moveTo>
                    <a:pt x="14478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44780" y="61722"/>
                  </a:lnTo>
                  <a:lnTo>
                    <a:pt x="144780" y="60960"/>
                  </a:lnTo>
                  <a:close/>
                </a:path>
                <a:path w="2000250" h="107950">
                  <a:moveTo>
                    <a:pt x="14478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44780" y="58674"/>
                  </a:lnTo>
                  <a:lnTo>
                    <a:pt x="144780" y="57912"/>
                  </a:lnTo>
                  <a:close/>
                </a:path>
                <a:path w="2000250" h="107950">
                  <a:moveTo>
                    <a:pt x="14478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44780" y="55626"/>
                  </a:lnTo>
                  <a:lnTo>
                    <a:pt x="144780" y="54864"/>
                  </a:lnTo>
                  <a:close/>
                </a:path>
                <a:path w="2000250" h="107950">
                  <a:moveTo>
                    <a:pt x="14478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44780" y="52578"/>
                  </a:lnTo>
                  <a:lnTo>
                    <a:pt x="144780" y="51816"/>
                  </a:lnTo>
                  <a:close/>
                </a:path>
                <a:path w="2000250" h="107950">
                  <a:moveTo>
                    <a:pt x="14478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44780" y="49530"/>
                  </a:lnTo>
                  <a:lnTo>
                    <a:pt x="144780" y="48768"/>
                  </a:lnTo>
                  <a:close/>
                </a:path>
                <a:path w="2000250" h="107950">
                  <a:moveTo>
                    <a:pt x="14478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44780" y="46482"/>
                  </a:lnTo>
                  <a:lnTo>
                    <a:pt x="144780" y="45720"/>
                  </a:lnTo>
                  <a:close/>
                </a:path>
                <a:path w="2000250" h="107950">
                  <a:moveTo>
                    <a:pt x="14478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44780" y="43434"/>
                  </a:lnTo>
                  <a:lnTo>
                    <a:pt x="144780" y="42672"/>
                  </a:lnTo>
                  <a:close/>
                </a:path>
                <a:path w="2000250" h="107950">
                  <a:moveTo>
                    <a:pt x="14478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44780" y="40386"/>
                  </a:lnTo>
                  <a:lnTo>
                    <a:pt x="144780" y="39624"/>
                  </a:lnTo>
                  <a:close/>
                </a:path>
                <a:path w="2000250" h="107950">
                  <a:moveTo>
                    <a:pt x="14478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44780" y="37338"/>
                  </a:lnTo>
                  <a:lnTo>
                    <a:pt x="144780" y="36576"/>
                  </a:lnTo>
                  <a:close/>
                </a:path>
                <a:path w="2000250" h="107950">
                  <a:moveTo>
                    <a:pt x="14478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44780" y="34290"/>
                  </a:lnTo>
                  <a:lnTo>
                    <a:pt x="144780" y="33528"/>
                  </a:lnTo>
                  <a:close/>
                </a:path>
                <a:path w="2000250" h="107950">
                  <a:moveTo>
                    <a:pt x="14478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44780" y="31242"/>
                  </a:lnTo>
                  <a:lnTo>
                    <a:pt x="144780" y="30480"/>
                  </a:lnTo>
                  <a:close/>
                </a:path>
                <a:path w="2000250" h="107950">
                  <a:moveTo>
                    <a:pt x="14478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44780" y="28194"/>
                  </a:lnTo>
                  <a:lnTo>
                    <a:pt x="144780" y="27432"/>
                  </a:lnTo>
                  <a:close/>
                </a:path>
                <a:path w="2000250" h="107950">
                  <a:moveTo>
                    <a:pt x="14478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44780" y="25146"/>
                  </a:lnTo>
                  <a:lnTo>
                    <a:pt x="144780" y="24384"/>
                  </a:lnTo>
                  <a:close/>
                </a:path>
                <a:path w="2000250" h="107950">
                  <a:moveTo>
                    <a:pt x="1447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44780" y="22098"/>
                  </a:lnTo>
                  <a:lnTo>
                    <a:pt x="144780" y="21336"/>
                  </a:lnTo>
                  <a:close/>
                </a:path>
                <a:path w="2000250" h="107950">
                  <a:moveTo>
                    <a:pt x="1447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44780" y="19050"/>
                  </a:lnTo>
                  <a:lnTo>
                    <a:pt x="144780" y="18288"/>
                  </a:lnTo>
                  <a:close/>
                </a:path>
                <a:path w="2000250" h="107950">
                  <a:moveTo>
                    <a:pt x="1447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44780" y="16002"/>
                  </a:lnTo>
                  <a:lnTo>
                    <a:pt x="144780" y="15240"/>
                  </a:lnTo>
                  <a:close/>
                </a:path>
                <a:path w="2000250" h="107950">
                  <a:moveTo>
                    <a:pt x="1447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44780" y="12954"/>
                  </a:lnTo>
                  <a:lnTo>
                    <a:pt x="144780" y="12192"/>
                  </a:lnTo>
                  <a:close/>
                </a:path>
                <a:path w="2000250" h="107950">
                  <a:moveTo>
                    <a:pt x="1447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44780" y="9906"/>
                  </a:lnTo>
                  <a:lnTo>
                    <a:pt x="144780" y="9144"/>
                  </a:lnTo>
                  <a:close/>
                </a:path>
                <a:path w="2000250" h="107950">
                  <a:moveTo>
                    <a:pt x="1447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44780" y="6858"/>
                  </a:lnTo>
                  <a:lnTo>
                    <a:pt x="144780" y="6096"/>
                  </a:lnTo>
                  <a:close/>
                </a:path>
                <a:path w="2000250" h="107950">
                  <a:moveTo>
                    <a:pt x="1447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44780" y="3810"/>
                  </a:lnTo>
                  <a:lnTo>
                    <a:pt x="144780" y="3048"/>
                  </a:lnTo>
                  <a:close/>
                </a:path>
                <a:path w="2000250" h="107950">
                  <a:moveTo>
                    <a:pt x="2000250" y="106680"/>
                  </a:moveTo>
                  <a:lnTo>
                    <a:pt x="655320" y="106680"/>
                  </a:lnTo>
                  <a:lnTo>
                    <a:pt x="65532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107950">
                  <a:moveTo>
                    <a:pt x="2000250" y="103632"/>
                  </a:moveTo>
                  <a:lnTo>
                    <a:pt x="655320" y="103632"/>
                  </a:lnTo>
                  <a:lnTo>
                    <a:pt x="65532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107950">
                  <a:moveTo>
                    <a:pt x="2000250" y="100584"/>
                  </a:moveTo>
                  <a:lnTo>
                    <a:pt x="655320" y="100584"/>
                  </a:lnTo>
                  <a:lnTo>
                    <a:pt x="65532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107950">
                  <a:moveTo>
                    <a:pt x="2000250" y="97536"/>
                  </a:moveTo>
                  <a:lnTo>
                    <a:pt x="655320" y="97536"/>
                  </a:lnTo>
                  <a:lnTo>
                    <a:pt x="65532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107950">
                  <a:moveTo>
                    <a:pt x="2000250" y="94488"/>
                  </a:moveTo>
                  <a:lnTo>
                    <a:pt x="655320" y="94488"/>
                  </a:lnTo>
                  <a:lnTo>
                    <a:pt x="65532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107950">
                  <a:moveTo>
                    <a:pt x="2000250" y="91440"/>
                  </a:moveTo>
                  <a:lnTo>
                    <a:pt x="655320" y="91440"/>
                  </a:lnTo>
                  <a:lnTo>
                    <a:pt x="65532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107950">
                  <a:moveTo>
                    <a:pt x="2000250" y="88392"/>
                  </a:moveTo>
                  <a:lnTo>
                    <a:pt x="655320" y="88392"/>
                  </a:lnTo>
                  <a:lnTo>
                    <a:pt x="65532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107950">
                  <a:moveTo>
                    <a:pt x="2000250" y="85344"/>
                  </a:moveTo>
                  <a:lnTo>
                    <a:pt x="655320" y="85344"/>
                  </a:lnTo>
                  <a:lnTo>
                    <a:pt x="65532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107950">
                  <a:moveTo>
                    <a:pt x="2000250" y="82296"/>
                  </a:moveTo>
                  <a:lnTo>
                    <a:pt x="655320" y="82296"/>
                  </a:lnTo>
                  <a:lnTo>
                    <a:pt x="65532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107950">
                  <a:moveTo>
                    <a:pt x="2000250" y="79248"/>
                  </a:moveTo>
                  <a:lnTo>
                    <a:pt x="655320" y="79248"/>
                  </a:lnTo>
                  <a:lnTo>
                    <a:pt x="65532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107950">
                  <a:moveTo>
                    <a:pt x="2000250" y="76200"/>
                  </a:moveTo>
                  <a:lnTo>
                    <a:pt x="655320" y="76200"/>
                  </a:lnTo>
                  <a:lnTo>
                    <a:pt x="65532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107950">
                  <a:moveTo>
                    <a:pt x="2000250" y="73152"/>
                  </a:moveTo>
                  <a:lnTo>
                    <a:pt x="655320" y="73152"/>
                  </a:lnTo>
                  <a:lnTo>
                    <a:pt x="65532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107950">
                  <a:moveTo>
                    <a:pt x="2000250" y="70104"/>
                  </a:moveTo>
                  <a:lnTo>
                    <a:pt x="655320" y="70104"/>
                  </a:lnTo>
                  <a:lnTo>
                    <a:pt x="65532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107950">
                  <a:moveTo>
                    <a:pt x="2000250" y="67056"/>
                  </a:moveTo>
                  <a:lnTo>
                    <a:pt x="655320" y="67056"/>
                  </a:lnTo>
                  <a:lnTo>
                    <a:pt x="65532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107950">
                  <a:moveTo>
                    <a:pt x="2000250" y="64008"/>
                  </a:moveTo>
                  <a:lnTo>
                    <a:pt x="655320" y="64008"/>
                  </a:lnTo>
                  <a:lnTo>
                    <a:pt x="65532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107950">
                  <a:moveTo>
                    <a:pt x="2000250" y="60960"/>
                  </a:moveTo>
                  <a:lnTo>
                    <a:pt x="655320" y="60960"/>
                  </a:lnTo>
                  <a:lnTo>
                    <a:pt x="65532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107950">
                  <a:moveTo>
                    <a:pt x="2000250" y="57912"/>
                  </a:moveTo>
                  <a:lnTo>
                    <a:pt x="655320" y="57912"/>
                  </a:lnTo>
                  <a:lnTo>
                    <a:pt x="65532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107950">
                  <a:moveTo>
                    <a:pt x="2000250" y="54864"/>
                  </a:moveTo>
                  <a:lnTo>
                    <a:pt x="655320" y="54864"/>
                  </a:lnTo>
                  <a:lnTo>
                    <a:pt x="65532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107950">
                  <a:moveTo>
                    <a:pt x="2000250" y="51816"/>
                  </a:moveTo>
                  <a:lnTo>
                    <a:pt x="655320" y="51816"/>
                  </a:lnTo>
                  <a:lnTo>
                    <a:pt x="65532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107950">
                  <a:moveTo>
                    <a:pt x="2000250" y="48768"/>
                  </a:moveTo>
                  <a:lnTo>
                    <a:pt x="655320" y="48768"/>
                  </a:lnTo>
                  <a:lnTo>
                    <a:pt x="65532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107950">
                  <a:moveTo>
                    <a:pt x="2000250" y="45720"/>
                  </a:moveTo>
                  <a:lnTo>
                    <a:pt x="655320" y="45720"/>
                  </a:lnTo>
                  <a:lnTo>
                    <a:pt x="65532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107950">
                  <a:moveTo>
                    <a:pt x="2000250" y="42672"/>
                  </a:moveTo>
                  <a:lnTo>
                    <a:pt x="655320" y="42672"/>
                  </a:lnTo>
                  <a:lnTo>
                    <a:pt x="65532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107950">
                  <a:moveTo>
                    <a:pt x="2000250" y="39624"/>
                  </a:moveTo>
                  <a:lnTo>
                    <a:pt x="655320" y="39624"/>
                  </a:lnTo>
                  <a:lnTo>
                    <a:pt x="65532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107950">
                  <a:moveTo>
                    <a:pt x="2000250" y="36576"/>
                  </a:moveTo>
                  <a:lnTo>
                    <a:pt x="655320" y="36576"/>
                  </a:lnTo>
                  <a:lnTo>
                    <a:pt x="65532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107950">
                  <a:moveTo>
                    <a:pt x="2000250" y="33528"/>
                  </a:moveTo>
                  <a:lnTo>
                    <a:pt x="655320" y="33528"/>
                  </a:lnTo>
                  <a:lnTo>
                    <a:pt x="65532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107950">
                  <a:moveTo>
                    <a:pt x="2000250" y="30480"/>
                  </a:moveTo>
                  <a:lnTo>
                    <a:pt x="655320" y="30480"/>
                  </a:lnTo>
                  <a:lnTo>
                    <a:pt x="65532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107950">
                  <a:moveTo>
                    <a:pt x="2000250" y="27432"/>
                  </a:moveTo>
                  <a:lnTo>
                    <a:pt x="655320" y="27432"/>
                  </a:lnTo>
                  <a:lnTo>
                    <a:pt x="65532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107950">
                  <a:moveTo>
                    <a:pt x="2000250" y="24384"/>
                  </a:moveTo>
                  <a:lnTo>
                    <a:pt x="655320" y="24384"/>
                  </a:lnTo>
                  <a:lnTo>
                    <a:pt x="65532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107950">
                  <a:moveTo>
                    <a:pt x="2000250" y="21336"/>
                  </a:moveTo>
                  <a:lnTo>
                    <a:pt x="655320" y="21336"/>
                  </a:lnTo>
                  <a:lnTo>
                    <a:pt x="65532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107950">
                  <a:moveTo>
                    <a:pt x="2000250" y="18288"/>
                  </a:moveTo>
                  <a:lnTo>
                    <a:pt x="655320" y="18288"/>
                  </a:lnTo>
                  <a:lnTo>
                    <a:pt x="65532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107950">
                  <a:moveTo>
                    <a:pt x="2000250" y="15240"/>
                  </a:moveTo>
                  <a:lnTo>
                    <a:pt x="655320" y="15240"/>
                  </a:lnTo>
                  <a:lnTo>
                    <a:pt x="65532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107950">
                  <a:moveTo>
                    <a:pt x="2000250" y="12192"/>
                  </a:moveTo>
                  <a:lnTo>
                    <a:pt x="655320" y="12192"/>
                  </a:lnTo>
                  <a:lnTo>
                    <a:pt x="65532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107950">
                  <a:moveTo>
                    <a:pt x="2000250" y="9144"/>
                  </a:moveTo>
                  <a:lnTo>
                    <a:pt x="655320" y="9144"/>
                  </a:lnTo>
                  <a:lnTo>
                    <a:pt x="65532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107950">
                  <a:moveTo>
                    <a:pt x="2000250" y="6096"/>
                  </a:moveTo>
                  <a:lnTo>
                    <a:pt x="655320" y="6096"/>
                  </a:lnTo>
                  <a:lnTo>
                    <a:pt x="65532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107950">
                  <a:moveTo>
                    <a:pt x="2000250" y="3048"/>
                  </a:moveTo>
                  <a:lnTo>
                    <a:pt x="655320" y="3048"/>
                  </a:lnTo>
                  <a:lnTo>
                    <a:pt x="65532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107950">
                  <a:moveTo>
                    <a:pt x="2000250" y="0"/>
                  </a:moveTo>
                  <a:lnTo>
                    <a:pt x="655320" y="0"/>
                  </a:lnTo>
                  <a:lnTo>
                    <a:pt x="65532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383925" y="5223398"/>
              <a:ext cx="2000250" cy="107950"/>
            </a:xfrm>
            <a:custGeom>
              <a:avLst/>
              <a:gdLst/>
              <a:ahLst/>
              <a:cxnLst/>
              <a:rect l="l" t="t" r="r" b="b"/>
              <a:pathLst>
                <a:path w="2000250" h="107950">
                  <a:moveTo>
                    <a:pt x="14478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44780" y="107442"/>
                  </a:lnTo>
                  <a:lnTo>
                    <a:pt x="144780" y="106680"/>
                  </a:lnTo>
                  <a:close/>
                </a:path>
                <a:path w="2000250" h="107950">
                  <a:moveTo>
                    <a:pt x="14478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44780" y="104394"/>
                  </a:lnTo>
                  <a:lnTo>
                    <a:pt x="144780" y="103632"/>
                  </a:lnTo>
                  <a:close/>
                </a:path>
                <a:path w="2000250" h="107950">
                  <a:moveTo>
                    <a:pt x="14478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44780" y="101346"/>
                  </a:lnTo>
                  <a:lnTo>
                    <a:pt x="144780" y="100584"/>
                  </a:lnTo>
                  <a:close/>
                </a:path>
                <a:path w="2000250" h="107950">
                  <a:moveTo>
                    <a:pt x="14478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44780" y="98298"/>
                  </a:lnTo>
                  <a:lnTo>
                    <a:pt x="144780" y="97536"/>
                  </a:lnTo>
                  <a:close/>
                </a:path>
                <a:path w="2000250" h="107950">
                  <a:moveTo>
                    <a:pt x="14478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44780" y="95250"/>
                  </a:lnTo>
                  <a:lnTo>
                    <a:pt x="144780" y="94488"/>
                  </a:lnTo>
                  <a:close/>
                </a:path>
                <a:path w="2000250" h="107950">
                  <a:moveTo>
                    <a:pt x="14478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44780" y="92202"/>
                  </a:lnTo>
                  <a:lnTo>
                    <a:pt x="144780" y="91440"/>
                  </a:lnTo>
                  <a:close/>
                </a:path>
                <a:path w="2000250" h="107950">
                  <a:moveTo>
                    <a:pt x="14478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44780" y="89154"/>
                  </a:lnTo>
                  <a:lnTo>
                    <a:pt x="144780" y="88392"/>
                  </a:lnTo>
                  <a:close/>
                </a:path>
                <a:path w="2000250" h="107950">
                  <a:moveTo>
                    <a:pt x="14478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44780" y="86106"/>
                  </a:lnTo>
                  <a:lnTo>
                    <a:pt x="144780" y="85344"/>
                  </a:lnTo>
                  <a:close/>
                </a:path>
                <a:path w="2000250" h="107950">
                  <a:moveTo>
                    <a:pt x="14478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44780" y="83058"/>
                  </a:lnTo>
                  <a:lnTo>
                    <a:pt x="144780" y="82296"/>
                  </a:lnTo>
                  <a:close/>
                </a:path>
                <a:path w="2000250" h="107950">
                  <a:moveTo>
                    <a:pt x="14478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44780" y="80010"/>
                  </a:lnTo>
                  <a:lnTo>
                    <a:pt x="144780" y="79248"/>
                  </a:lnTo>
                  <a:close/>
                </a:path>
                <a:path w="2000250" h="107950">
                  <a:moveTo>
                    <a:pt x="14478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44780" y="76962"/>
                  </a:lnTo>
                  <a:lnTo>
                    <a:pt x="144780" y="76200"/>
                  </a:lnTo>
                  <a:close/>
                </a:path>
                <a:path w="2000250" h="107950">
                  <a:moveTo>
                    <a:pt x="14478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44780" y="73914"/>
                  </a:lnTo>
                  <a:lnTo>
                    <a:pt x="144780" y="73152"/>
                  </a:lnTo>
                  <a:close/>
                </a:path>
                <a:path w="2000250" h="107950">
                  <a:moveTo>
                    <a:pt x="14478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44780" y="70866"/>
                  </a:lnTo>
                  <a:lnTo>
                    <a:pt x="144780" y="70104"/>
                  </a:lnTo>
                  <a:close/>
                </a:path>
                <a:path w="2000250" h="107950">
                  <a:moveTo>
                    <a:pt x="14478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44780" y="67818"/>
                  </a:lnTo>
                  <a:lnTo>
                    <a:pt x="144780" y="67056"/>
                  </a:lnTo>
                  <a:close/>
                </a:path>
                <a:path w="2000250" h="107950">
                  <a:moveTo>
                    <a:pt x="14478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44780" y="64770"/>
                  </a:lnTo>
                  <a:lnTo>
                    <a:pt x="144780" y="64008"/>
                  </a:lnTo>
                  <a:close/>
                </a:path>
                <a:path w="2000250" h="107950">
                  <a:moveTo>
                    <a:pt x="14478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44780" y="61722"/>
                  </a:lnTo>
                  <a:lnTo>
                    <a:pt x="144780" y="60960"/>
                  </a:lnTo>
                  <a:close/>
                </a:path>
                <a:path w="2000250" h="107950">
                  <a:moveTo>
                    <a:pt x="14478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44780" y="58674"/>
                  </a:lnTo>
                  <a:lnTo>
                    <a:pt x="144780" y="57912"/>
                  </a:lnTo>
                  <a:close/>
                </a:path>
                <a:path w="2000250" h="107950">
                  <a:moveTo>
                    <a:pt x="14478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44780" y="55626"/>
                  </a:lnTo>
                  <a:lnTo>
                    <a:pt x="144780" y="54864"/>
                  </a:lnTo>
                  <a:close/>
                </a:path>
                <a:path w="2000250" h="107950">
                  <a:moveTo>
                    <a:pt x="14478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44780" y="52578"/>
                  </a:lnTo>
                  <a:lnTo>
                    <a:pt x="144780" y="51816"/>
                  </a:lnTo>
                  <a:close/>
                </a:path>
                <a:path w="2000250" h="107950">
                  <a:moveTo>
                    <a:pt x="14478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44780" y="49530"/>
                  </a:lnTo>
                  <a:lnTo>
                    <a:pt x="144780" y="48768"/>
                  </a:lnTo>
                  <a:close/>
                </a:path>
                <a:path w="2000250" h="107950">
                  <a:moveTo>
                    <a:pt x="14478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44780" y="46482"/>
                  </a:lnTo>
                  <a:lnTo>
                    <a:pt x="144780" y="45720"/>
                  </a:lnTo>
                  <a:close/>
                </a:path>
                <a:path w="2000250" h="107950">
                  <a:moveTo>
                    <a:pt x="14478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44780" y="43434"/>
                  </a:lnTo>
                  <a:lnTo>
                    <a:pt x="144780" y="42672"/>
                  </a:lnTo>
                  <a:close/>
                </a:path>
                <a:path w="2000250" h="107950">
                  <a:moveTo>
                    <a:pt x="14478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44780" y="40386"/>
                  </a:lnTo>
                  <a:lnTo>
                    <a:pt x="144780" y="39624"/>
                  </a:lnTo>
                  <a:close/>
                </a:path>
                <a:path w="2000250" h="107950">
                  <a:moveTo>
                    <a:pt x="14478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44780" y="37338"/>
                  </a:lnTo>
                  <a:lnTo>
                    <a:pt x="144780" y="36576"/>
                  </a:lnTo>
                  <a:close/>
                </a:path>
                <a:path w="2000250" h="107950">
                  <a:moveTo>
                    <a:pt x="14478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44780" y="34290"/>
                  </a:lnTo>
                  <a:lnTo>
                    <a:pt x="144780" y="33528"/>
                  </a:lnTo>
                  <a:close/>
                </a:path>
                <a:path w="2000250" h="107950">
                  <a:moveTo>
                    <a:pt x="14478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44780" y="31242"/>
                  </a:lnTo>
                  <a:lnTo>
                    <a:pt x="144780" y="30480"/>
                  </a:lnTo>
                  <a:close/>
                </a:path>
                <a:path w="2000250" h="107950">
                  <a:moveTo>
                    <a:pt x="14478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44780" y="28194"/>
                  </a:lnTo>
                  <a:lnTo>
                    <a:pt x="144780" y="27432"/>
                  </a:lnTo>
                  <a:close/>
                </a:path>
                <a:path w="2000250" h="107950">
                  <a:moveTo>
                    <a:pt x="14478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44780" y="25146"/>
                  </a:lnTo>
                  <a:lnTo>
                    <a:pt x="144780" y="24384"/>
                  </a:lnTo>
                  <a:close/>
                </a:path>
                <a:path w="2000250" h="107950">
                  <a:moveTo>
                    <a:pt x="1447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44780" y="22098"/>
                  </a:lnTo>
                  <a:lnTo>
                    <a:pt x="144780" y="21336"/>
                  </a:lnTo>
                  <a:close/>
                </a:path>
                <a:path w="2000250" h="107950">
                  <a:moveTo>
                    <a:pt x="1447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44780" y="19050"/>
                  </a:lnTo>
                  <a:lnTo>
                    <a:pt x="144780" y="18288"/>
                  </a:lnTo>
                  <a:close/>
                </a:path>
                <a:path w="2000250" h="107950">
                  <a:moveTo>
                    <a:pt x="1447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44780" y="16002"/>
                  </a:lnTo>
                  <a:lnTo>
                    <a:pt x="144780" y="15240"/>
                  </a:lnTo>
                  <a:close/>
                </a:path>
                <a:path w="2000250" h="107950">
                  <a:moveTo>
                    <a:pt x="1447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44780" y="12954"/>
                  </a:lnTo>
                  <a:lnTo>
                    <a:pt x="144780" y="12192"/>
                  </a:lnTo>
                  <a:close/>
                </a:path>
                <a:path w="2000250" h="107950">
                  <a:moveTo>
                    <a:pt x="1447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44780" y="9906"/>
                  </a:lnTo>
                  <a:lnTo>
                    <a:pt x="144780" y="9144"/>
                  </a:lnTo>
                  <a:close/>
                </a:path>
                <a:path w="2000250" h="107950">
                  <a:moveTo>
                    <a:pt x="1447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44780" y="6858"/>
                  </a:lnTo>
                  <a:lnTo>
                    <a:pt x="144780" y="6096"/>
                  </a:lnTo>
                  <a:close/>
                </a:path>
                <a:path w="2000250" h="107950">
                  <a:moveTo>
                    <a:pt x="1447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44780" y="3810"/>
                  </a:lnTo>
                  <a:lnTo>
                    <a:pt x="144780" y="3048"/>
                  </a:lnTo>
                  <a:close/>
                </a:path>
                <a:path w="2000250" h="107950">
                  <a:moveTo>
                    <a:pt x="2000250" y="106680"/>
                  </a:moveTo>
                  <a:lnTo>
                    <a:pt x="655320" y="106680"/>
                  </a:lnTo>
                  <a:lnTo>
                    <a:pt x="65532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107950">
                  <a:moveTo>
                    <a:pt x="2000250" y="103632"/>
                  </a:moveTo>
                  <a:lnTo>
                    <a:pt x="655320" y="103632"/>
                  </a:lnTo>
                  <a:lnTo>
                    <a:pt x="65532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107950">
                  <a:moveTo>
                    <a:pt x="2000250" y="100584"/>
                  </a:moveTo>
                  <a:lnTo>
                    <a:pt x="655320" y="100584"/>
                  </a:lnTo>
                  <a:lnTo>
                    <a:pt x="65532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107950">
                  <a:moveTo>
                    <a:pt x="2000250" y="97536"/>
                  </a:moveTo>
                  <a:lnTo>
                    <a:pt x="655320" y="97536"/>
                  </a:lnTo>
                  <a:lnTo>
                    <a:pt x="65532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107950">
                  <a:moveTo>
                    <a:pt x="2000250" y="94488"/>
                  </a:moveTo>
                  <a:lnTo>
                    <a:pt x="655320" y="94488"/>
                  </a:lnTo>
                  <a:lnTo>
                    <a:pt x="65532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107950">
                  <a:moveTo>
                    <a:pt x="2000250" y="91440"/>
                  </a:moveTo>
                  <a:lnTo>
                    <a:pt x="655320" y="91440"/>
                  </a:lnTo>
                  <a:lnTo>
                    <a:pt x="65532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107950">
                  <a:moveTo>
                    <a:pt x="2000250" y="88392"/>
                  </a:moveTo>
                  <a:lnTo>
                    <a:pt x="655320" y="88392"/>
                  </a:lnTo>
                  <a:lnTo>
                    <a:pt x="65532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107950">
                  <a:moveTo>
                    <a:pt x="2000250" y="85344"/>
                  </a:moveTo>
                  <a:lnTo>
                    <a:pt x="655320" y="85344"/>
                  </a:lnTo>
                  <a:lnTo>
                    <a:pt x="65532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107950">
                  <a:moveTo>
                    <a:pt x="2000250" y="82296"/>
                  </a:moveTo>
                  <a:lnTo>
                    <a:pt x="655320" y="82296"/>
                  </a:lnTo>
                  <a:lnTo>
                    <a:pt x="65532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107950">
                  <a:moveTo>
                    <a:pt x="2000250" y="79248"/>
                  </a:moveTo>
                  <a:lnTo>
                    <a:pt x="655320" y="79248"/>
                  </a:lnTo>
                  <a:lnTo>
                    <a:pt x="65532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107950">
                  <a:moveTo>
                    <a:pt x="2000250" y="76200"/>
                  </a:moveTo>
                  <a:lnTo>
                    <a:pt x="655320" y="76200"/>
                  </a:lnTo>
                  <a:lnTo>
                    <a:pt x="65532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107950">
                  <a:moveTo>
                    <a:pt x="2000250" y="73152"/>
                  </a:moveTo>
                  <a:lnTo>
                    <a:pt x="655320" y="73152"/>
                  </a:lnTo>
                  <a:lnTo>
                    <a:pt x="65532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107950">
                  <a:moveTo>
                    <a:pt x="2000250" y="70104"/>
                  </a:moveTo>
                  <a:lnTo>
                    <a:pt x="655320" y="70104"/>
                  </a:lnTo>
                  <a:lnTo>
                    <a:pt x="65532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107950">
                  <a:moveTo>
                    <a:pt x="2000250" y="67056"/>
                  </a:moveTo>
                  <a:lnTo>
                    <a:pt x="655320" y="67056"/>
                  </a:lnTo>
                  <a:lnTo>
                    <a:pt x="65532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107950">
                  <a:moveTo>
                    <a:pt x="2000250" y="64008"/>
                  </a:moveTo>
                  <a:lnTo>
                    <a:pt x="655320" y="64008"/>
                  </a:lnTo>
                  <a:lnTo>
                    <a:pt x="65532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107950">
                  <a:moveTo>
                    <a:pt x="2000250" y="60960"/>
                  </a:moveTo>
                  <a:lnTo>
                    <a:pt x="655320" y="60960"/>
                  </a:lnTo>
                  <a:lnTo>
                    <a:pt x="65532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107950">
                  <a:moveTo>
                    <a:pt x="2000250" y="57912"/>
                  </a:moveTo>
                  <a:lnTo>
                    <a:pt x="655320" y="57912"/>
                  </a:lnTo>
                  <a:lnTo>
                    <a:pt x="65532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107950">
                  <a:moveTo>
                    <a:pt x="2000250" y="54864"/>
                  </a:moveTo>
                  <a:lnTo>
                    <a:pt x="655320" y="54864"/>
                  </a:lnTo>
                  <a:lnTo>
                    <a:pt x="65532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107950">
                  <a:moveTo>
                    <a:pt x="2000250" y="51816"/>
                  </a:moveTo>
                  <a:lnTo>
                    <a:pt x="655320" y="51816"/>
                  </a:lnTo>
                  <a:lnTo>
                    <a:pt x="65532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107950">
                  <a:moveTo>
                    <a:pt x="2000250" y="48768"/>
                  </a:moveTo>
                  <a:lnTo>
                    <a:pt x="655320" y="48768"/>
                  </a:lnTo>
                  <a:lnTo>
                    <a:pt x="65532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107950">
                  <a:moveTo>
                    <a:pt x="2000250" y="45720"/>
                  </a:moveTo>
                  <a:lnTo>
                    <a:pt x="655320" y="45720"/>
                  </a:lnTo>
                  <a:lnTo>
                    <a:pt x="65532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107950">
                  <a:moveTo>
                    <a:pt x="2000250" y="42672"/>
                  </a:moveTo>
                  <a:lnTo>
                    <a:pt x="655320" y="42672"/>
                  </a:lnTo>
                  <a:lnTo>
                    <a:pt x="65532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107950">
                  <a:moveTo>
                    <a:pt x="2000250" y="39624"/>
                  </a:moveTo>
                  <a:lnTo>
                    <a:pt x="655320" y="39624"/>
                  </a:lnTo>
                  <a:lnTo>
                    <a:pt x="65532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107950">
                  <a:moveTo>
                    <a:pt x="2000250" y="36576"/>
                  </a:moveTo>
                  <a:lnTo>
                    <a:pt x="655320" y="36576"/>
                  </a:lnTo>
                  <a:lnTo>
                    <a:pt x="65532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107950">
                  <a:moveTo>
                    <a:pt x="2000250" y="33528"/>
                  </a:moveTo>
                  <a:lnTo>
                    <a:pt x="655320" y="33528"/>
                  </a:lnTo>
                  <a:lnTo>
                    <a:pt x="65532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107950">
                  <a:moveTo>
                    <a:pt x="2000250" y="30480"/>
                  </a:moveTo>
                  <a:lnTo>
                    <a:pt x="655320" y="30480"/>
                  </a:lnTo>
                  <a:lnTo>
                    <a:pt x="65532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107950">
                  <a:moveTo>
                    <a:pt x="2000250" y="27432"/>
                  </a:moveTo>
                  <a:lnTo>
                    <a:pt x="655320" y="27432"/>
                  </a:lnTo>
                  <a:lnTo>
                    <a:pt x="65532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107950">
                  <a:moveTo>
                    <a:pt x="2000250" y="24384"/>
                  </a:moveTo>
                  <a:lnTo>
                    <a:pt x="655320" y="24384"/>
                  </a:lnTo>
                  <a:lnTo>
                    <a:pt x="65532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107950">
                  <a:moveTo>
                    <a:pt x="2000250" y="21336"/>
                  </a:moveTo>
                  <a:lnTo>
                    <a:pt x="655320" y="21336"/>
                  </a:lnTo>
                  <a:lnTo>
                    <a:pt x="65532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107950">
                  <a:moveTo>
                    <a:pt x="2000250" y="18288"/>
                  </a:moveTo>
                  <a:lnTo>
                    <a:pt x="655320" y="18288"/>
                  </a:lnTo>
                  <a:lnTo>
                    <a:pt x="65532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107950">
                  <a:moveTo>
                    <a:pt x="2000250" y="15240"/>
                  </a:moveTo>
                  <a:lnTo>
                    <a:pt x="655320" y="15240"/>
                  </a:lnTo>
                  <a:lnTo>
                    <a:pt x="65532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107950">
                  <a:moveTo>
                    <a:pt x="2000250" y="12192"/>
                  </a:moveTo>
                  <a:lnTo>
                    <a:pt x="655320" y="12192"/>
                  </a:lnTo>
                  <a:lnTo>
                    <a:pt x="65532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107950">
                  <a:moveTo>
                    <a:pt x="2000250" y="9144"/>
                  </a:moveTo>
                  <a:lnTo>
                    <a:pt x="655320" y="9144"/>
                  </a:lnTo>
                  <a:lnTo>
                    <a:pt x="65532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107950">
                  <a:moveTo>
                    <a:pt x="2000250" y="6096"/>
                  </a:moveTo>
                  <a:lnTo>
                    <a:pt x="655320" y="6096"/>
                  </a:lnTo>
                  <a:lnTo>
                    <a:pt x="65532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107950">
                  <a:moveTo>
                    <a:pt x="2000250" y="3048"/>
                  </a:moveTo>
                  <a:lnTo>
                    <a:pt x="655320" y="3048"/>
                  </a:lnTo>
                  <a:lnTo>
                    <a:pt x="65532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107950">
                  <a:moveTo>
                    <a:pt x="2000250" y="0"/>
                  </a:moveTo>
                  <a:lnTo>
                    <a:pt x="655320" y="0"/>
                  </a:lnTo>
                  <a:lnTo>
                    <a:pt x="65532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383925" y="5330079"/>
              <a:ext cx="2000250" cy="107950"/>
            </a:xfrm>
            <a:custGeom>
              <a:avLst/>
              <a:gdLst/>
              <a:ahLst/>
              <a:cxnLst/>
              <a:rect l="l" t="t" r="r" b="b"/>
              <a:pathLst>
                <a:path w="2000250" h="107950">
                  <a:moveTo>
                    <a:pt x="14478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44780" y="107442"/>
                  </a:lnTo>
                  <a:lnTo>
                    <a:pt x="144780" y="106680"/>
                  </a:lnTo>
                  <a:close/>
                </a:path>
                <a:path w="2000250" h="107950">
                  <a:moveTo>
                    <a:pt x="14478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44780" y="104394"/>
                  </a:lnTo>
                  <a:lnTo>
                    <a:pt x="144780" y="103632"/>
                  </a:lnTo>
                  <a:close/>
                </a:path>
                <a:path w="2000250" h="107950">
                  <a:moveTo>
                    <a:pt x="14478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44780" y="101346"/>
                  </a:lnTo>
                  <a:lnTo>
                    <a:pt x="144780" y="100584"/>
                  </a:lnTo>
                  <a:close/>
                </a:path>
                <a:path w="2000250" h="107950">
                  <a:moveTo>
                    <a:pt x="14478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44780" y="98298"/>
                  </a:lnTo>
                  <a:lnTo>
                    <a:pt x="144780" y="97536"/>
                  </a:lnTo>
                  <a:close/>
                </a:path>
                <a:path w="2000250" h="107950">
                  <a:moveTo>
                    <a:pt x="14478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44780" y="95250"/>
                  </a:lnTo>
                  <a:lnTo>
                    <a:pt x="144780" y="94488"/>
                  </a:lnTo>
                  <a:close/>
                </a:path>
                <a:path w="2000250" h="107950">
                  <a:moveTo>
                    <a:pt x="14478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44780" y="92202"/>
                  </a:lnTo>
                  <a:lnTo>
                    <a:pt x="144780" y="91440"/>
                  </a:lnTo>
                  <a:close/>
                </a:path>
                <a:path w="2000250" h="107950">
                  <a:moveTo>
                    <a:pt x="14478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44780" y="89154"/>
                  </a:lnTo>
                  <a:lnTo>
                    <a:pt x="144780" y="88392"/>
                  </a:lnTo>
                  <a:close/>
                </a:path>
                <a:path w="2000250" h="107950">
                  <a:moveTo>
                    <a:pt x="14478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44780" y="86106"/>
                  </a:lnTo>
                  <a:lnTo>
                    <a:pt x="144780" y="85344"/>
                  </a:lnTo>
                  <a:close/>
                </a:path>
                <a:path w="2000250" h="107950">
                  <a:moveTo>
                    <a:pt x="14478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44780" y="83058"/>
                  </a:lnTo>
                  <a:lnTo>
                    <a:pt x="144780" y="82296"/>
                  </a:lnTo>
                  <a:close/>
                </a:path>
                <a:path w="2000250" h="107950">
                  <a:moveTo>
                    <a:pt x="14478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44780" y="80010"/>
                  </a:lnTo>
                  <a:lnTo>
                    <a:pt x="144780" y="79248"/>
                  </a:lnTo>
                  <a:close/>
                </a:path>
                <a:path w="2000250" h="107950">
                  <a:moveTo>
                    <a:pt x="14478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44780" y="76962"/>
                  </a:lnTo>
                  <a:lnTo>
                    <a:pt x="144780" y="76200"/>
                  </a:lnTo>
                  <a:close/>
                </a:path>
                <a:path w="2000250" h="107950">
                  <a:moveTo>
                    <a:pt x="14478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44780" y="73914"/>
                  </a:lnTo>
                  <a:lnTo>
                    <a:pt x="144780" y="73152"/>
                  </a:lnTo>
                  <a:close/>
                </a:path>
                <a:path w="2000250" h="107950">
                  <a:moveTo>
                    <a:pt x="14478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44780" y="70866"/>
                  </a:lnTo>
                  <a:lnTo>
                    <a:pt x="144780" y="70104"/>
                  </a:lnTo>
                  <a:close/>
                </a:path>
                <a:path w="2000250" h="107950">
                  <a:moveTo>
                    <a:pt x="14478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44780" y="67818"/>
                  </a:lnTo>
                  <a:lnTo>
                    <a:pt x="144780" y="67056"/>
                  </a:lnTo>
                  <a:close/>
                </a:path>
                <a:path w="2000250" h="107950">
                  <a:moveTo>
                    <a:pt x="14478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44780" y="64770"/>
                  </a:lnTo>
                  <a:lnTo>
                    <a:pt x="144780" y="64008"/>
                  </a:lnTo>
                  <a:close/>
                </a:path>
                <a:path w="2000250" h="107950">
                  <a:moveTo>
                    <a:pt x="14478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44780" y="61722"/>
                  </a:lnTo>
                  <a:lnTo>
                    <a:pt x="144780" y="60960"/>
                  </a:lnTo>
                  <a:close/>
                </a:path>
                <a:path w="2000250" h="107950">
                  <a:moveTo>
                    <a:pt x="14478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44780" y="58674"/>
                  </a:lnTo>
                  <a:lnTo>
                    <a:pt x="144780" y="57912"/>
                  </a:lnTo>
                  <a:close/>
                </a:path>
                <a:path w="2000250" h="107950">
                  <a:moveTo>
                    <a:pt x="14478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44780" y="55626"/>
                  </a:lnTo>
                  <a:lnTo>
                    <a:pt x="144780" y="54864"/>
                  </a:lnTo>
                  <a:close/>
                </a:path>
                <a:path w="2000250" h="107950">
                  <a:moveTo>
                    <a:pt x="14478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44780" y="52578"/>
                  </a:lnTo>
                  <a:lnTo>
                    <a:pt x="144780" y="51816"/>
                  </a:lnTo>
                  <a:close/>
                </a:path>
                <a:path w="2000250" h="107950">
                  <a:moveTo>
                    <a:pt x="14478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44780" y="49530"/>
                  </a:lnTo>
                  <a:lnTo>
                    <a:pt x="144780" y="48768"/>
                  </a:lnTo>
                  <a:close/>
                </a:path>
                <a:path w="2000250" h="107950">
                  <a:moveTo>
                    <a:pt x="14478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44780" y="46482"/>
                  </a:lnTo>
                  <a:lnTo>
                    <a:pt x="144780" y="45720"/>
                  </a:lnTo>
                  <a:close/>
                </a:path>
                <a:path w="2000250" h="107950">
                  <a:moveTo>
                    <a:pt x="14478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44780" y="43434"/>
                  </a:lnTo>
                  <a:lnTo>
                    <a:pt x="144780" y="42672"/>
                  </a:lnTo>
                  <a:close/>
                </a:path>
                <a:path w="2000250" h="107950">
                  <a:moveTo>
                    <a:pt x="14478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44780" y="40386"/>
                  </a:lnTo>
                  <a:lnTo>
                    <a:pt x="144780" y="39624"/>
                  </a:lnTo>
                  <a:close/>
                </a:path>
                <a:path w="2000250" h="107950">
                  <a:moveTo>
                    <a:pt x="14478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44780" y="37338"/>
                  </a:lnTo>
                  <a:lnTo>
                    <a:pt x="144780" y="36576"/>
                  </a:lnTo>
                  <a:close/>
                </a:path>
                <a:path w="2000250" h="107950">
                  <a:moveTo>
                    <a:pt x="14478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44780" y="34290"/>
                  </a:lnTo>
                  <a:lnTo>
                    <a:pt x="144780" y="33528"/>
                  </a:lnTo>
                  <a:close/>
                </a:path>
                <a:path w="2000250" h="107950">
                  <a:moveTo>
                    <a:pt x="14478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44780" y="31242"/>
                  </a:lnTo>
                  <a:lnTo>
                    <a:pt x="144780" y="30480"/>
                  </a:lnTo>
                  <a:close/>
                </a:path>
                <a:path w="2000250" h="107950">
                  <a:moveTo>
                    <a:pt x="14478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44780" y="28194"/>
                  </a:lnTo>
                  <a:lnTo>
                    <a:pt x="144780" y="27432"/>
                  </a:lnTo>
                  <a:close/>
                </a:path>
                <a:path w="2000250" h="107950">
                  <a:moveTo>
                    <a:pt x="14478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44780" y="25146"/>
                  </a:lnTo>
                  <a:lnTo>
                    <a:pt x="144780" y="24384"/>
                  </a:lnTo>
                  <a:close/>
                </a:path>
                <a:path w="2000250" h="107950">
                  <a:moveTo>
                    <a:pt x="1447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44780" y="22098"/>
                  </a:lnTo>
                  <a:lnTo>
                    <a:pt x="144780" y="21336"/>
                  </a:lnTo>
                  <a:close/>
                </a:path>
                <a:path w="2000250" h="107950">
                  <a:moveTo>
                    <a:pt x="1447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44780" y="19050"/>
                  </a:lnTo>
                  <a:lnTo>
                    <a:pt x="144780" y="18288"/>
                  </a:lnTo>
                  <a:close/>
                </a:path>
                <a:path w="2000250" h="107950">
                  <a:moveTo>
                    <a:pt x="1447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44780" y="16002"/>
                  </a:lnTo>
                  <a:lnTo>
                    <a:pt x="144780" y="15240"/>
                  </a:lnTo>
                  <a:close/>
                </a:path>
                <a:path w="2000250" h="107950">
                  <a:moveTo>
                    <a:pt x="1447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44780" y="12954"/>
                  </a:lnTo>
                  <a:lnTo>
                    <a:pt x="144780" y="12192"/>
                  </a:lnTo>
                  <a:close/>
                </a:path>
                <a:path w="2000250" h="107950">
                  <a:moveTo>
                    <a:pt x="1447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44780" y="9906"/>
                  </a:lnTo>
                  <a:lnTo>
                    <a:pt x="144780" y="9144"/>
                  </a:lnTo>
                  <a:close/>
                </a:path>
                <a:path w="2000250" h="107950">
                  <a:moveTo>
                    <a:pt x="1447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44780" y="6858"/>
                  </a:lnTo>
                  <a:lnTo>
                    <a:pt x="144780" y="6096"/>
                  </a:lnTo>
                  <a:close/>
                </a:path>
                <a:path w="2000250" h="107950">
                  <a:moveTo>
                    <a:pt x="1447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44780" y="3810"/>
                  </a:lnTo>
                  <a:lnTo>
                    <a:pt x="144780" y="3048"/>
                  </a:lnTo>
                  <a:close/>
                </a:path>
                <a:path w="2000250" h="107950">
                  <a:moveTo>
                    <a:pt x="2000250" y="106680"/>
                  </a:moveTo>
                  <a:lnTo>
                    <a:pt x="655320" y="106680"/>
                  </a:lnTo>
                  <a:lnTo>
                    <a:pt x="65532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107950">
                  <a:moveTo>
                    <a:pt x="2000250" y="103632"/>
                  </a:moveTo>
                  <a:lnTo>
                    <a:pt x="655320" y="103632"/>
                  </a:lnTo>
                  <a:lnTo>
                    <a:pt x="65532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107950">
                  <a:moveTo>
                    <a:pt x="2000250" y="100584"/>
                  </a:moveTo>
                  <a:lnTo>
                    <a:pt x="655320" y="100584"/>
                  </a:lnTo>
                  <a:lnTo>
                    <a:pt x="65532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107950">
                  <a:moveTo>
                    <a:pt x="2000250" y="97536"/>
                  </a:moveTo>
                  <a:lnTo>
                    <a:pt x="655320" y="97536"/>
                  </a:lnTo>
                  <a:lnTo>
                    <a:pt x="65532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107950">
                  <a:moveTo>
                    <a:pt x="2000250" y="94488"/>
                  </a:moveTo>
                  <a:lnTo>
                    <a:pt x="655320" y="94488"/>
                  </a:lnTo>
                  <a:lnTo>
                    <a:pt x="65532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107950">
                  <a:moveTo>
                    <a:pt x="2000250" y="91440"/>
                  </a:moveTo>
                  <a:lnTo>
                    <a:pt x="655320" y="91440"/>
                  </a:lnTo>
                  <a:lnTo>
                    <a:pt x="65532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107950">
                  <a:moveTo>
                    <a:pt x="2000250" y="88392"/>
                  </a:moveTo>
                  <a:lnTo>
                    <a:pt x="655320" y="88392"/>
                  </a:lnTo>
                  <a:lnTo>
                    <a:pt x="65532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107950">
                  <a:moveTo>
                    <a:pt x="2000250" y="85344"/>
                  </a:moveTo>
                  <a:lnTo>
                    <a:pt x="655320" y="85344"/>
                  </a:lnTo>
                  <a:lnTo>
                    <a:pt x="65532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107950">
                  <a:moveTo>
                    <a:pt x="2000250" y="82296"/>
                  </a:moveTo>
                  <a:lnTo>
                    <a:pt x="655320" y="82296"/>
                  </a:lnTo>
                  <a:lnTo>
                    <a:pt x="65532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107950">
                  <a:moveTo>
                    <a:pt x="2000250" y="79248"/>
                  </a:moveTo>
                  <a:lnTo>
                    <a:pt x="655320" y="79248"/>
                  </a:lnTo>
                  <a:lnTo>
                    <a:pt x="65532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107950">
                  <a:moveTo>
                    <a:pt x="2000250" y="76200"/>
                  </a:moveTo>
                  <a:lnTo>
                    <a:pt x="655320" y="76200"/>
                  </a:lnTo>
                  <a:lnTo>
                    <a:pt x="65532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107950">
                  <a:moveTo>
                    <a:pt x="2000250" y="73152"/>
                  </a:moveTo>
                  <a:lnTo>
                    <a:pt x="655320" y="73152"/>
                  </a:lnTo>
                  <a:lnTo>
                    <a:pt x="65532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107950">
                  <a:moveTo>
                    <a:pt x="2000250" y="70104"/>
                  </a:moveTo>
                  <a:lnTo>
                    <a:pt x="655320" y="70104"/>
                  </a:lnTo>
                  <a:lnTo>
                    <a:pt x="65532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107950">
                  <a:moveTo>
                    <a:pt x="2000250" y="67056"/>
                  </a:moveTo>
                  <a:lnTo>
                    <a:pt x="655320" y="67056"/>
                  </a:lnTo>
                  <a:lnTo>
                    <a:pt x="65532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107950">
                  <a:moveTo>
                    <a:pt x="2000250" y="64008"/>
                  </a:moveTo>
                  <a:lnTo>
                    <a:pt x="655320" y="64008"/>
                  </a:lnTo>
                  <a:lnTo>
                    <a:pt x="65532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107950">
                  <a:moveTo>
                    <a:pt x="2000250" y="60960"/>
                  </a:moveTo>
                  <a:lnTo>
                    <a:pt x="655320" y="60960"/>
                  </a:lnTo>
                  <a:lnTo>
                    <a:pt x="65532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107950">
                  <a:moveTo>
                    <a:pt x="2000250" y="57912"/>
                  </a:moveTo>
                  <a:lnTo>
                    <a:pt x="655320" y="57912"/>
                  </a:lnTo>
                  <a:lnTo>
                    <a:pt x="65532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107950">
                  <a:moveTo>
                    <a:pt x="2000250" y="54864"/>
                  </a:moveTo>
                  <a:lnTo>
                    <a:pt x="655320" y="54864"/>
                  </a:lnTo>
                  <a:lnTo>
                    <a:pt x="65532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107950">
                  <a:moveTo>
                    <a:pt x="2000250" y="51816"/>
                  </a:moveTo>
                  <a:lnTo>
                    <a:pt x="655320" y="51816"/>
                  </a:lnTo>
                  <a:lnTo>
                    <a:pt x="65532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107950">
                  <a:moveTo>
                    <a:pt x="2000250" y="48768"/>
                  </a:moveTo>
                  <a:lnTo>
                    <a:pt x="655320" y="48768"/>
                  </a:lnTo>
                  <a:lnTo>
                    <a:pt x="65532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107950">
                  <a:moveTo>
                    <a:pt x="2000250" y="45720"/>
                  </a:moveTo>
                  <a:lnTo>
                    <a:pt x="655320" y="45720"/>
                  </a:lnTo>
                  <a:lnTo>
                    <a:pt x="65532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107950">
                  <a:moveTo>
                    <a:pt x="2000250" y="42672"/>
                  </a:moveTo>
                  <a:lnTo>
                    <a:pt x="655320" y="42672"/>
                  </a:lnTo>
                  <a:lnTo>
                    <a:pt x="65532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107950">
                  <a:moveTo>
                    <a:pt x="2000250" y="39624"/>
                  </a:moveTo>
                  <a:lnTo>
                    <a:pt x="655320" y="39624"/>
                  </a:lnTo>
                  <a:lnTo>
                    <a:pt x="65532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107950">
                  <a:moveTo>
                    <a:pt x="2000250" y="36576"/>
                  </a:moveTo>
                  <a:lnTo>
                    <a:pt x="655320" y="36576"/>
                  </a:lnTo>
                  <a:lnTo>
                    <a:pt x="65532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107950">
                  <a:moveTo>
                    <a:pt x="2000250" y="33528"/>
                  </a:moveTo>
                  <a:lnTo>
                    <a:pt x="655320" y="33528"/>
                  </a:lnTo>
                  <a:lnTo>
                    <a:pt x="65532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107950">
                  <a:moveTo>
                    <a:pt x="2000250" y="30480"/>
                  </a:moveTo>
                  <a:lnTo>
                    <a:pt x="655320" y="30480"/>
                  </a:lnTo>
                  <a:lnTo>
                    <a:pt x="65532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107950">
                  <a:moveTo>
                    <a:pt x="2000250" y="27432"/>
                  </a:moveTo>
                  <a:lnTo>
                    <a:pt x="655320" y="27432"/>
                  </a:lnTo>
                  <a:lnTo>
                    <a:pt x="65532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107950">
                  <a:moveTo>
                    <a:pt x="2000250" y="24384"/>
                  </a:moveTo>
                  <a:lnTo>
                    <a:pt x="655320" y="24384"/>
                  </a:lnTo>
                  <a:lnTo>
                    <a:pt x="65532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107950">
                  <a:moveTo>
                    <a:pt x="2000250" y="21336"/>
                  </a:moveTo>
                  <a:lnTo>
                    <a:pt x="655320" y="21336"/>
                  </a:lnTo>
                  <a:lnTo>
                    <a:pt x="65532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107950">
                  <a:moveTo>
                    <a:pt x="2000250" y="18288"/>
                  </a:moveTo>
                  <a:lnTo>
                    <a:pt x="655320" y="18288"/>
                  </a:lnTo>
                  <a:lnTo>
                    <a:pt x="65532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107950">
                  <a:moveTo>
                    <a:pt x="2000250" y="15240"/>
                  </a:moveTo>
                  <a:lnTo>
                    <a:pt x="655320" y="15240"/>
                  </a:lnTo>
                  <a:lnTo>
                    <a:pt x="65532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107950">
                  <a:moveTo>
                    <a:pt x="2000250" y="12192"/>
                  </a:moveTo>
                  <a:lnTo>
                    <a:pt x="655320" y="12192"/>
                  </a:lnTo>
                  <a:lnTo>
                    <a:pt x="65532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107950">
                  <a:moveTo>
                    <a:pt x="2000250" y="9144"/>
                  </a:moveTo>
                  <a:lnTo>
                    <a:pt x="655320" y="9144"/>
                  </a:lnTo>
                  <a:lnTo>
                    <a:pt x="65532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107950">
                  <a:moveTo>
                    <a:pt x="2000250" y="6096"/>
                  </a:moveTo>
                  <a:lnTo>
                    <a:pt x="655320" y="6096"/>
                  </a:lnTo>
                  <a:lnTo>
                    <a:pt x="65532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107950">
                  <a:moveTo>
                    <a:pt x="2000250" y="3048"/>
                  </a:moveTo>
                  <a:lnTo>
                    <a:pt x="655320" y="3048"/>
                  </a:lnTo>
                  <a:lnTo>
                    <a:pt x="65532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107950">
                  <a:moveTo>
                    <a:pt x="2000250" y="0"/>
                  </a:moveTo>
                  <a:lnTo>
                    <a:pt x="655320" y="0"/>
                  </a:lnTo>
                  <a:lnTo>
                    <a:pt x="65532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383925" y="5436759"/>
              <a:ext cx="2000250" cy="107950"/>
            </a:xfrm>
            <a:custGeom>
              <a:avLst/>
              <a:gdLst/>
              <a:ahLst/>
              <a:cxnLst/>
              <a:rect l="l" t="t" r="r" b="b"/>
              <a:pathLst>
                <a:path w="2000250" h="107950">
                  <a:moveTo>
                    <a:pt x="14478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44780" y="107442"/>
                  </a:lnTo>
                  <a:lnTo>
                    <a:pt x="144780" y="106680"/>
                  </a:lnTo>
                  <a:close/>
                </a:path>
                <a:path w="2000250" h="107950">
                  <a:moveTo>
                    <a:pt x="14478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44780" y="104394"/>
                  </a:lnTo>
                  <a:lnTo>
                    <a:pt x="144780" y="103632"/>
                  </a:lnTo>
                  <a:close/>
                </a:path>
                <a:path w="2000250" h="107950">
                  <a:moveTo>
                    <a:pt x="14478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44780" y="101346"/>
                  </a:lnTo>
                  <a:lnTo>
                    <a:pt x="144780" y="100584"/>
                  </a:lnTo>
                  <a:close/>
                </a:path>
                <a:path w="2000250" h="107950">
                  <a:moveTo>
                    <a:pt x="14478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44780" y="98298"/>
                  </a:lnTo>
                  <a:lnTo>
                    <a:pt x="144780" y="97536"/>
                  </a:lnTo>
                  <a:close/>
                </a:path>
                <a:path w="2000250" h="107950">
                  <a:moveTo>
                    <a:pt x="14478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44780" y="95250"/>
                  </a:lnTo>
                  <a:lnTo>
                    <a:pt x="144780" y="94488"/>
                  </a:lnTo>
                  <a:close/>
                </a:path>
                <a:path w="2000250" h="107950">
                  <a:moveTo>
                    <a:pt x="14478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44780" y="92202"/>
                  </a:lnTo>
                  <a:lnTo>
                    <a:pt x="144780" y="91440"/>
                  </a:lnTo>
                  <a:close/>
                </a:path>
                <a:path w="2000250" h="107950">
                  <a:moveTo>
                    <a:pt x="14478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44780" y="89154"/>
                  </a:lnTo>
                  <a:lnTo>
                    <a:pt x="144780" y="88392"/>
                  </a:lnTo>
                  <a:close/>
                </a:path>
                <a:path w="2000250" h="107950">
                  <a:moveTo>
                    <a:pt x="14478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44780" y="86106"/>
                  </a:lnTo>
                  <a:lnTo>
                    <a:pt x="144780" y="85344"/>
                  </a:lnTo>
                  <a:close/>
                </a:path>
                <a:path w="2000250" h="107950">
                  <a:moveTo>
                    <a:pt x="14478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44780" y="83058"/>
                  </a:lnTo>
                  <a:lnTo>
                    <a:pt x="144780" y="82296"/>
                  </a:lnTo>
                  <a:close/>
                </a:path>
                <a:path w="2000250" h="107950">
                  <a:moveTo>
                    <a:pt x="14478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44780" y="80010"/>
                  </a:lnTo>
                  <a:lnTo>
                    <a:pt x="144780" y="79248"/>
                  </a:lnTo>
                  <a:close/>
                </a:path>
                <a:path w="2000250" h="107950">
                  <a:moveTo>
                    <a:pt x="14478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44780" y="76962"/>
                  </a:lnTo>
                  <a:lnTo>
                    <a:pt x="144780" y="76200"/>
                  </a:lnTo>
                  <a:close/>
                </a:path>
                <a:path w="2000250" h="107950">
                  <a:moveTo>
                    <a:pt x="14478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44780" y="73914"/>
                  </a:lnTo>
                  <a:lnTo>
                    <a:pt x="144780" y="73152"/>
                  </a:lnTo>
                  <a:close/>
                </a:path>
                <a:path w="2000250" h="107950">
                  <a:moveTo>
                    <a:pt x="14478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44780" y="70866"/>
                  </a:lnTo>
                  <a:lnTo>
                    <a:pt x="144780" y="70104"/>
                  </a:lnTo>
                  <a:close/>
                </a:path>
                <a:path w="2000250" h="107950">
                  <a:moveTo>
                    <a:pt x="14478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44780" y="67818"/>
                  </a:lnTo>
                  <a:lnTo>
                    <a:pt x="144780" y="67056"/>
                  </a:lnTo>
                  <a:close/>
                </a:path>
                <a:path w="2000250" h="107950">
                  <a:moveTo>
                    <a:pt x="14478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44780" y="64770"/>
                  </a:lnTo>
                  <a:lnTo>
                    <a:pt x="144780" y="64008"/>
                  </a:lnTo>
                  <a:close/>
                </a:path>
                <a:path w="2000250" h="107950">
                  <a:moveTo>
                    <a:pt x="14478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44780" y="61722"/>
                  </a:lnTo>
                  <a:lnTo>
                    <a:pt x="144780" y="60960"/>
                  </a:lnTo>
                  <a:close/>
                </a:path>
                <a:path w="2000250" h="107950">
                  <a:moveTo>
                    <a:pt x="14478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44780" y="58674"/>
                  </a:lnTo>
                  <a:lnTo>
                    <a:pt x="144780" y="57912"/>
                  </a:lnTo>
                  <a:close/>
                </a:path>
                <a:path w="2000250" h="107950">
                  <a:moveTo>
                    <a:pt x="14478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44780" y="55626"/>
                  </a:lnTo>
                  <a:lnTo>
                    <a:pt x="144780" y="54864"/>
                  </a:lnTo>
                  <a:close/>
                </a:path>
                <a:path w="2000250" h="107950">
                  <a:moveTo>
                    <a:pt x="14478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44780" y="52578"/>
                  </a:lnTo>
                  <a:lnTo>
                    <a:pt x="144780" y="51816"/>
                  </a:lnTo>
                  <a:close/>
                </a:path>
                <a:path w="2000250" h="107950">
                  <a:moveTo>
                    <a:pt x="14478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44780" y="49530"/>
                  </a:lnTo>
                  <a:lnTo>
                    <a:pt x="144780" y="48768"/>
                  </a:lnTo>
                  <a:close/>
                </a:path>
                <a:path w="2000250" h="107950">
                  <a:moveTo>
                    <a:pt x="14478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44780" y="46482"/>
                  </a:lnTo>
                  <a:lnTo>
                    <a:pt x="144780" y="45720"/>
                  </a:lnTo>
                  <a:close/>
                </a:path>
                <a:path w="2000250" h="107950">
                  <a:moveTo>
                    <a:pt x="14478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44780" y="43434"/>
                  </a:lnTo>
                  <a:lnTo>
                    <a:pt x="144780" y="42672"/>
                  </a:lnTo>
                  <a:close/>
                </a:path>
                <a:path w="2000250" h="107950">
                  <a:moveTo>
                    <a:pt x="14478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44780" y="40386"/>
                  </a:lnTo>
                  <a:lnTo>
                    <a:pt x="144780" y="39624"/>
                  </a:lnTo>
                  <a:close/>
                </a:path>
                <a:path w="2000250" h="107950">
                  <a:moveTo>
                    <a:pt x="14478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44780" y="37338"/>
                  </a:lnTo>
                  <a:lnTo>
                    <a:pt x="144780" y="36576"/>
                  </a:lnTo>
                  <a:close/>
                </a:path>
                <a:path w="2000250" h="107950">
                  <a:moveTo>
                    <a:pt x="14478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44780" y="34290"/>
                  </a:lnTo>
                  <a:lnTo>
                    <a:pt x="144780" y="33528"/>
                  </a:lnTo>
                  <a:close/>
                </a:path>
                <a:path w="2000250" h="107950">
                  <a:moveTo>
                    <a:pt x="14478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44780" y="31242"/>
                  </a:lnTo>
                  <a:lnTo>
                    <a:pt x="144780" y="30480"/>
                  </a:lnTo>
                  <a:close/>
                </a:path>
                <a:path w="2000250" h="107950">
                  <a:moveTo>
                    <a:pt x="14478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44780" y="28194"/>
                  </a:lnTo>
                  <a:lnTo>
                    <a:pt x="144780" y="27432"/>
                  </a:lnTo>
                  <a:close/>
                </a:path>
                <a:path w="2000250" h="107950">
                  <a:moveTo>
                    <a:pt x="14478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44780" y="25146"/>
                  </a:lnTo>
                  <a:lnTo>
                    <a:pt x="144780" y="24384"/>
                  </a:lnTo>
                  <a:close/>
                </a:path>
                <a:path w="2000250" h="107950">
                  <a:moveTo>
                    <a:pt x="1447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44780" y="22098"/>
                  </a:lnTo>
                  <a:lnTo>
                    <a:pt x="144780" y="21336"/>
                  </a:lnTo>
                  <a:close/>
                </a:path>
                <a:path w="2000250" h="107950">
                  <a:moveTo>
                    <a:pt x="1447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44780" y="19050"/>
                  </a:lnTo>
                  <a:lnTo>
                    <a:pt x="144780" y="18288"/>
                  </a:lnTo>
                  <a:close/>
                </a:path>
                <a:path w="2000250" h="107950">
                  <a:moveTo>
                    <a:pt x="1447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44780" y="16002"/>
                  </a:lnTo>
                  <a:lnTo>
                    <a:pt x="144780" y="15240"/>
                  </a:lnTo>
                  <a:close/>
                </a:path>
                <a:path w="2000250" h="107950">
                  <a:moveTo>
                    <a:pt x="1447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44780" y="12954"/>
                  </a:lnTo>
                  <a:lnTo>
                    <a:pt x="144780" y="12192"/>
                  </a:lnTo>
                  <a:close/>
                </a:path>
                <a:path w="2000250" h="107950">
                  <a:moveTo>
                    <a:pt x="1447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44780" y="9906"/>
                  </a:lnTo>
                  <a:lnTo>
                    <a:pt x="144780" y="9144"/>
                  </a:lnTo>
                  <a:close/>
                </a:path>
                <a:path w="2000250" h="107950">
                  <a:moveTo>
                    <a:pt x="1447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44780" y="6858"/>
                  </a:lnTo>
                  <a:lnTo>
                    <a:pt x="144780" y="6096"/>
                  </a:lnTo>
                  <a:close/>
                </a:path>
                <a:path w="2000250" h="107950">
                  <a:moveTo>
                    <a:pt x="1447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44780" y="3810"/>
                  </a:lnTo>
                  <a:lnTo>
                    <a:pt x="144780" y="3048"/>
                  </a:lnTo>
                  <a:close/>
                </a:path>
                <a:path w="2000250" h="107950">
                  <a:moveTo>
                    <a:pt x="2000250" y="106680"/>
                  </a:moveTo>
                  <a:lnTo>
                    <a:pt x="655320" y="106680"/>
                  </a:lnTo>
                  <a:lnTo>
                    <a:pt x="65532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107950">
                  <a:moveTo>
                    <a:pt x="2000250" y="103632"/>
                  </a:moveTo>
                  <a:lnTo>
                    <a:pt x="655320" y="103632"/>
                  </a:lnTo>
                  <a:lnTo>
                    <a:pt x="65532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107950">
                  <a:moveTo>
                    <a:pt x="2000250" y="100584"/>
                  </a:moveTo>
                  <a:lnTo>
                    <a:pt x="655320" y="100584"/>
                  </a:lnTo>
                  <a:lnTo>
                    <a:pt x="65532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107950">
                  <a:moveTo>
                    <a:pt x="2000250" y="97536"/>
                  </a:moveTo>
                  <a:lnTo>
                    <a:pt x="655320" y="97536"/>
                  </a:lnTo>
                  <a:lnTo>
                    <a:pt x="65532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107950">
                  <a:moveTo>
                    <a:pt x="2000250" y="94488"/>
                  </a:moveTo>
                  <a:lnTo>
                    <a:pt x="655320" y="94488"/>
                  </a:lnTo>
                  <a:lnTo>
                    <a:pt x="65532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107950">
                  <a:moveTo>
                    <a:pt x="2000250" y="91440"/>
                  </a:moveTo>
                  <a:lnTo>
                    <a:pt x="655320" y="91440"/>
                  </a:lnTo>
                  <a:lnTo>
                    <a:pt x="65532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107950">
                  <a:moveTo>
                    <a:pt x="2000250" y="88392"/>
                  </a:moveTo>
                  <a:lnTo>
                    <a:pt x="655320" y="88392"/>
                  </a:lnTo>
                  <a:lnTo>
                    <a:pt x="65532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107950">
                  <a:moveTo>
                    <a:pt x="2000250" y="85344"/>
                  </a:moveTo>
                  <a:lnTo>
                    <a:pt x="655320" y="85344"/>
                  </a:lnTo>
                  <a:lnTo>
                    <a:pt x="65532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107950">
                  <a:moveTo>
                    <a:pt x="2000250" y="82296"/>
                  </a:moveTo>
                  <a:lnTo>
                    <a:pt x="655320" y="82296"/>
                  </a:lnTo>
                  <a:lnTo>
                    <a:pt x="65532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107950">
                  <a:moveTo>
                    <a:pt x="2000250" y="79248"/>
                  </a:moveTo>
                  <a:lnTo>
                    <a:pt x="655320" y="79248"/>
                  </a:lnTo>
                  <a:lnTo>
                    <a:pt x="65532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107950">
                  <a:moveTo>
                    <a:pt x="2000250" y="76200"/>
                  </a:moveTo>
                  <a:lnTo>
                    <a:pt x="655320" y="76200"/>
                  </a:lnTo>
                  <a:lnTo>
                    <a:pt x="65532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107950">
                  <a:moveTo>
                    <a:pt x="2000250" y="73152"/>
                  </a:moveTo>
                  <a:lnTo>
                    <a:pt x="655320" y="73152"/>
                  </a:lnTo>
                  <a:lnTo>
                    <a:pt x="65532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107950">
                  <a:moveTo>
                    <a:pt x="2000250" y="70104"/>
                  </a:moveTo>
                  <a:lnTo>
                    <a:pt x="655320" y="70104"/>
                  </a:lnTo>
                  <a:lnTo>
                    <a:pt x="65532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107950">
                  <a:moveTo>
                    <a:pt x="2000250" y="67056"/>
                  </a:moveTo>
                  <a:lnTo>
                    <a:pt x="655320" y="67056"/>
                  </a:lnTo>
                  <a:lnTo>
                    <a:pt x="65532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107950">
                  <a:moveTo>
                    <a:pt x="2000250" y="64008"/>
                  </a:moveTo>
                  <a:lnTo>
                    <a:pt x="655320" y="64008"/>
                  </a:lnTo>
                  <a:lnTo>
                    <a:pt x="65532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107950">
                  <a:moveTo>
                    <a:pt x="2000250" y="60960"/>
                  </a:moveTo>
                  <a:lnTo>
                    <a:pt x="655320" y="60960"/>
                  </a:lnTo>
                  <a:lnTo>
                    <a:pt x="65532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107950">
                  <a:moveTo>
                    <a:pt x="2000250" y="57912"/>
                  </a:moveTo>
                  <a:lnTo>
                    <a:pt x="655320" y="57912"/>
                  </a:lnTo>
                  <a:lnTo>
                    <a:pt x="65532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107950">
                  <a:moveTo>
                    <a:pt x="2000250" y="54864"/>
                  </a:moveTo>
                  <a:lnTo>
                    <a:pt x="655320" y="54864"/>
                  </a:lnTo>
                  <a:lnTo>
                    <a:pt x="65532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107950">
                  <a:moveTo>
                    <a:pt x="2000250" y="51816"/>
                  </a:moveTo>
                  <a:lnTo>
                    <a:pt x="655320" y="51816"/>
                  </a:lnTo>
                  <a:lnTo>
                    <a:pt x="65532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107950">
                  <a:moveTo>
                    <a:pt x="2000250" y="48768"/>
                  </a:moveTo>
                  <a:lnTo>
                    <a:pt x="655320" y="48768"/>
                  </a:lnTo>
                  <a:lnTo>
                    <a:pt x="65532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107950">
                  <a:moveTo>
                    <a:pt x="2000250" y="45720"/>
                  </a:moveTo>
                  <a:lnTo>
                    <a:pt x="655320" y="45720"/>
                  </a:lnTo>
                  <a:lnTo>
                    <a:pt x="65532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107950">
                  <a:moveTo>
                    <a:pt x="2000250" y="42672"/>
                  </a:moveTo>
                  <a:lnTo>
                    <a:pt x="655320" y="42672"/>
                  </a:lnTo>
                  <a:lnTo>
                    <a:pt x="65532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107950">
                  <a:moveTo>
                    <a:pt x="2000250" y="39624"/>
                  </a:moveTo>
                  <a:lnTo>
                    <a:pt x="655320" y="39624"/>
                  </a:lnTo>
                  <a:lnTo>
                    <a:pt x="65532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107950">
                  <a:moveTo>
                    <a:pt x="2000250" y="36576"/>
                  </a:moveTo>
                  <a:lnTo>
                    <a:pt x="655320" y="36576"/>
                  </a:lnTo>
                  <a:lnTo>
                    <a:pt x="65532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107950">
                  <a:moveTo>
                    <a:pt x="2000250" y="33528"/>
                  </a:moveTo>
                  <a:lnTo>
                    <a:pt x="655320" y="33528"/>
                  </a:lnTo>
                  <a:lnTo>
                    <a:pt x="65532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107950">
                  <a:moveTo>
                    <a:pt x="2000250" y="30480"/>
                  </a:moveTo>
                  <a:lnTo>
                    <a:pt x="655320" y="30480"/>
                  </a:lnTo>
                  <a:lnTo>
                    <a:pt x="65532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107950">
                  <a:moveTo>
                    <a:pt x="2000250" y="27432"/>
                  </a:moveTo>
                  <a:lnTo>
                    <a:pt x="655320" y="27432"/>
                  </a:lnTo>
                  <a:lnTo>
                    <a:pt x="65532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107950">
                  <a:moveTo>
                    <a:pt x="2000250" y="24384"/>
                  </a:moveTo>
                  <a:lnTo>
                    <a:pt x="655320" y="24384"/>
                  </a:lnTo>
                  <a:lnTo>
                    <a:pt x="65532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107950">
                  <a:moveTo>
                    <a:pt x="2000250" y="21336"/>
                  </a:moveTo>
                  <a:lnTo>
                    <a:pt x="655320" y="21336"/>
                  </a:lnTo>
                  <a:lnTo>
                    <a:pt x="65532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107950">
                  <a:moveTo>
                    <a:pt x="2000250" y="18288"/>
                  </a:moveTo>
                  <a:lnTo>
                    <a:pt x="655320" y="18288"/>
                  </a:lnTo>
                  <a:lnTo>
                    <a:pt x="65532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107950">
                  <a:moveTo>
                    <a:pt x="2000250" y="15240"/>
                  </a:moveTo>
                  <a:lnTo>
                    <a:pt x="655320" y="15240"/>
                  </a:lnTo>
                  <a:lnTo>
                    <a:pt x="65532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107950">
                  <a:moveTo>
                    <a:pt x="2000250" y="12192"/>
                  </a:moveTo>
                  <a:lnTo>
                    <a:pt x="655320" y="12192"/>
                  </a:lnTo>
                  <a:lnTo>
                    <a:pt x="65532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107950">
                  <a:moveTo>
                    <a:pt x="2000250" y="9144"/>
                  </a:moveTo>
                  <a:lnTo>
                    <a:pt x="655320" y="9144"/>
                  </a:lnTo>
                  <a:lnTo>
                    <a:pt x="65532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107950">
                  <a:moveTo>
                    <a:pt x="2000250" y="6096"/>
                  </a:moveTo>
                  <a:lnTo>
                    <a:pt x="655320" y="6096"/>
                  </a:lnTo>
                  <a:lnTo>
                    <a:pt x="65532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107950">
                  <a:moveTo>
                    <a:pt x="2000250" y="3048"/>
                  </a:moveTo>
                  <a:lnTo>
                    <a:pt x="655320" y="3048"/>
                  </a:lnTo>
                  <a:lnTo>
                    <a:pt x="65532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107950">
                  <a:moveTo>
                    <a:pt x="2000250" y="0"/>
                  </a:moveTo>
                  <a:lnTo>
                    <a:pt x="655320" y="0"/>
                  </a:lnTo>
                  <a:lnTo>
                    <a:pt x="65532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383925" y="5543439"/>
              <a:ext cx="2000250" cy="107950"/>
            </a:xfrm>
            <a:custGeom>
              <a:avLst/>
              <a:gdLst/>
              <a:ahLst/>
              <a:cxnLst/>
              <a:rect l="l" t="t" r="r" b="b"/>
              <a:pathLst>
                <a:path w="2000250" h="107950">
                  <a:moveTo>
                    <a:pt x="14478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44780" y="107442"/>
                  </a:lnTo>
                  <a:lnTo>
                    <a:pt x="144780" y="106680"/>
                  </a:lnTo>
                  <a:close/>
                </a:path>
                <a:path w="2000250" h="107950">
                  <a:moveTo>
                    <a:pt x="14478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44780" y="104394"/>
                  </a:lnTo>
                  <a:lnTo>
                    <a:pt x="144780" y="103632"/>
                  </a:lnTo>
                  <a:close/>
                </a:path>
                <a:path w="2000250" h="107950">
                  <a:moveTo>
                    <a:pt x="14478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44780" y="101346"/>
                  </a:lnTo>
                  <a:lnTo>
                    <a:pt x="144780" y="100584"/>
                  </a:lnTo>
                  <a:close/>
                </a:path>
                <a:path w="2000250" h="107950">
                  <a:moveTo>
                    <a:pt x="14478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44780" y="98298"/>
                  </a:lnTo>
                  <a:lnTo>
                    <a:pt x="144780" y="97536"/>
                  </a:lnTo>
                  <a:close/>
                </a:path>
                <a:path w="2000250" h="107950">
                  <a:moveTo>
                    <a:pt x="14478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44780" y="95250"/>
                  </a:lnTo>
                  <a:lnTo>
                    <a:pt x="144780" y="94488"/>
                  </a:lnTo>
                  <a:close/>
                </a:path>
                <a:path w="2000250" h="107950">
                  <a:moveTo>
                    <a:pt x="14478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44780" y="92202"/>
                  </a:lnTo>
                  <a:lnTo>
                    <a:pt x="144780" y="91440"/>
                  </a:lnTo>
                  <a:close/>
                </a:path>
                <a:path w="2000250" h="107950">
                  <a:moveTo>
                    <a:pt x="14478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44780" y="89154"/>
                  </a:lnTo>
                  <a:lnTo>
                    <a:pt x="144780" y="88392"/>
                  </a:lnTo>
                  <a:close/>
                </a:path>
                <a:path w="2000250" h="107950">
                  <a:moveTo>
                    <a:pt x="14478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44780" y="86106"/>
                  </a:lnTo>
                  <a:lnTo>
                    <a:pt x="144780" y="85344"/>
                  </a:lnTo>
                  <a:close/>
                </a:path>
                <a:path w="2000250" h="107950">
                  <a:moveTo>
                    <a:pt x="14478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44780" y="83058"/>
                  </a:lnTo>
                  <a:lnTo>
                    <a:pt x="144780" y="82296"/>
                  </a:lnTo>
                  <a:close/>
                </a:path>
                <a:path w="2000250" h="107950">
                  <a:moveTo>
                    <a:pt x="14478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44780" y="80010"/>
                  </a:lnTo>
                  <a:lnTo>
                    <a:pt x="144780" y="79248"/>
                  </a:lnTo>
                  <a:close/>
                </a:path>
                <a:path w="2000250" h="107950">
                  <a:moveTo>
                    <a:pt x="14478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44780" y="76962"/>
                  </a:lnTo>
                  <a:lnTo>
                    <a:pt x="144780" y="76200"/>
                  </a:lnTo>
                  <a:close/>
                </a:path>
                <a:path w="2000250" h="107950">
                  <a:moveTo>
                    <a:pt x="14478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44780" y="73914"/>
                  </a:lnTo>
                  <a:lnTo>
                    <a:pt x="144780" y="73152"/>
                  </a:lnTo>
                  <a:close/>
                </a:path>
                <a:path w="2000250" h="107950">
                  <a:moveTo>
                    <a:pt x="14478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44780" y="70866"/>
                  </a:lnTo>
                  <a:lnTo>
                    <a:pt x="144780" y="70104"/>
                  </a:lnTo>
                  <a:close/>
                </a:path>
                <a:path w="2000250" h="107950">
                  <a:moveTo>
                    <a:pt x="14478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44780" y="67818"/>
                  </a:lnTo>
                  <a:lnTo>
                    <a:pt x="144780" y="67056"/>
                  </a:lnTo>
                  <a:close/>
                </a:path>
                <a:path w="2000250" h="107950">
                  <a:moveTo>
                    <a:pt x="14478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44780" y="64770"/>
                  </a:lnTo>
                  <a:lnTo>
                    <a:pt x="144780" y="64008"/>
                  </a:lnTo>
                  <a:close/>
                </a:path>
                <a:path w="2000250" h="107950">
                  <a:moveTo>
                    <a:pt x="14478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44780" y="61722"/>
                  </a:lnTo>
                  <a:lnTo>
                    <a:pt x="144780" y="60960"/>
                  </a:lnTo>
                  <a:close/>
                </a:path>
                <a:path w="2000250" h="107950">
                  <a:moveTo>
                    <a:pt x="14478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44780" y="58674"/>
                  </a:lnTo>
                  <a:lnTo>
                    <a:pt x="144780" y="57912"/>
                  </a:lnTo>
                  <a:close/>
                </a:path>
                <a:path w="2000250" h="107950">
                  <a:moveTo>
                    <a:pt x="14478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44780" y="55626"/>
                  </a:lnTo>
                  <a:lnTo>
                    <a:pt x="144780" y="54864"/>
                  </a:lnTo>
                  <a:close/>
                </a:path>
                <a:path w="2000250" h="107950">
                  <a:moveTo>
                    <a:pt x="14478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44780" y="52578"/>
                  </a:lnTo>
                  <a:lnTo>
                    <a:pt x="144780" y="51816"/>
                  </a:lnTo>
                  <a:close/>
                </a:path>
                <a:path w="2000250" h="107950">
                  <a:moveTo>
                    <a:pt x="14478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44780" y="49530"/>
                  </a:lnTo>
                  <a:lnTo>
                    <a:pt x="144780" y="48768"/>
                  </a:lnTo>
                  <a:close/>
                </a:path>
                <a:path w="2000250" h="107950">
                  <a:moveTo>
                    <a:pt x="14478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44780" y="46482"/>
                  </a:lnTo>
                  <a:lnTo>
                    <a:pt x="144780" y="45720"/>
                  </a:lnTo>
                  <a:close/>
                </a:path>
                <a:path w="2000250" h="107950">
                  <a:moveTo>
                    <a:pt x="14478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44780" y="43434"/>
                  </a:lnTo>
                  <a:lnTo>
                    <a:pt x="144780" y="42672"/>
                  </a:lnTo>
                  <a:close/>
                </a:path>
                <a:path w="2000250" h="107950">
                  <a:moveTo>
                    <a:pt x="14478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44780" y="40386"/>
                  </a:lnTo>
                  <a:lnTo>
                    <a:pt x="144780" y="39624"/>
                  </a:lnTo>
                  <a:close/>
                </a:path>
                <a:path w="2000250" h="107950">
                  <a:moveTo>
                    <a:pt x="14478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44780" y="37338"/>
                  </a:lnTo>
                  <a:lnTo>
                    <a:pt x="144780" y="36576"/>
                  </a:lnTo>
                  <a:close/>
                </a:path>
                <a:path w="2000250" h="107950">
                  <a:moveTo>
                    <a:pt x="14478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44780" y="34290"/>
                  </a:lnTo>
                  <a:lnTo>
                    <a:pt x="144780" y="33528"/>
                  </a:lnTo>
                  <a:close/>
                </a:path>
                <a:path w="2000250" h="107950">
                  <a:moveTo>
                    <a:pt x="14478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44780" y="31242"/>
                  </a:lnTo>
                  <a:lnTo>
                    <a:pt x="144780" y="30480"/>
                  </a:lnTo>
                  <a:close/>
                </a:path>
                <a:path w="2000250" h="107950">
                  <a:moveTo>
                    <a:pt x="14478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44780" y="28194"/>
                  </a:lnTo>
                  <a:lnTo>
                    <a:pt x="144780" y="27432"/>
                  </a:lnTo>
                  <a:close/>
                </a:path>
                <a:path w="2000250" h="107950">
                  <a:moveTo>
                    <a:pt x="14478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44780" y="25146"/>
                  </a:lnTo>
                  <a:lnTo>
                    <a:pt x="144780" y="24384"/>
                  </a:lnTo>
                  <a:close/>
                </a:path>
                <a:path w="2000250" h="107950">
                  <a:moveTo>
                    <a:pt x="1447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44780" y="22098"/>
                  </a:lnTo>
                  <a:lnTo>
                    <a:pt x="144780" y="21336"/>
                  </a:lnTo>
                  <a:close/>
                </a:path>
                <a:path w="2000250" h="107950">
                  <a:moveTo>
                    <a:pt x="1447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44780" y="19050"/>
                  </a:lnTo>
                  <a:lnTo>
                    <a:pt x="144780" y="18288"/>
                  </a:lnTo>
                  <a:close/>
                </a:path>
                <a:path w="2000250" h="107950">
                  <a:moveTo>
                    <a:pt x="1447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44780" y="16002"/>
                  </a:lnTo>
                  <a:lnTo>
                    <a:pt x="144780" y="15240"/>
                  </a:lnTo>
                  <a:close/>
                </a:path>
                <a:path w="2000250" h="107950">
                  <a:moveTo>
                    <a:pt x="1447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44780" y="12954"/>
                  </a:lnTo>
                  <a:lnTo>
                    <a:pt x="144780" y="12192"/>
                  </a:lnTo>
                  <a:close/>
                </a:path>
                <a:path w="2000250" h="107950">
                  <a:moveTo>
                    <a:pt x="1447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44780" y="9906"/>
                  </a:lnTo>
                  <a:lnTo>
                    <a:pt x="144780" y="9144"/>
                  </a:lnTo>
                  <a:close/>
                </a:path>
                <a:path w="2000250" h="107950">
                  <a:moveTo>
                    <a:pt x="1447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44780" y="6858"/>
                  </a:lnTo>
                  <a:lnTo>
                    <a:pt x="144780" y="6096"/>
                  </a:lnTo>
                  <a:close/>
                </a:path>
                <a:path w="2000250" h="107950">
                  <a:moveTo>
                    <a:pt x="1447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44780" y="3810"/>
                  </a:lnTo>
                  <a:lnTo>
                    <a:pt x="144780" y="3048"/>
                  </a:lnTo>
                  <a:close/>
                </a:path>
                <a:path w="2000250" h="107950">
                  <a:moveTo>
                    <a:pt x="2000250" y="106680"/>
                  </a:moveTo>
                  <a:lnTo>
                    <a:pt x="655320" y="106680"/>
                  </a:lnTo>
                  <a:lnTo>
                    <a:pt x="65532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107950">
                  <a:moveTo>
                    <a:pt x="2000250" y="103632"/>
                  </a:moveTo>
                  <a:lnTo>
                    <a:pt x="655320" y="103632"/>
                  </a:lnTo>
                  <a:lnTo>
                    <a:pt x="65532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107950">
                  <a:moveTo>
                    <a:pt x="2000250" y="100584"/>
                  </a:moveTo>
                  <a:lnTo>
                    <a:pt x="655320" y="100584"/>
                  </a:lnTo>
                  <a:lnTo>
                    <a:pt x="65532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107950">
                  <a:moveTo>
                    <a:pt x="2000250" y="97536"/>
                  </a:moveTo>
                  <a:lnTo>
                    <a:pt x="655320" y="97536"/>
                  </a:lnTo>
                  <a:lnTo>
                    <a:pt x="65532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107950">
                  <a:moveTo>
                    <a:pt x="2000250" y="94488"/>
                  </a:moveTo>
                  <a:lnTo>
                    <a:pt x="655320" y="94488"/>
                  </a:lnTo>
                  <a:lnTo>
                    <a:pt x="65532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107950">
                  <a:moveTo>
                    <a:pt x="2000250" y="91440"/>
                  </a:moveTo>
                  <a:lnTo>
                    <a:pt x="655320" y="91440"/>
                  </a:lnTo>
                  <a:lnTo>
                    <a:pt x="65532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107950">
                  <a:moveTo>
                    <a:pt x="2000250" y="88392"/>
                  </a:moveTo>
                  <a:lnTo>
                    <a:pt x="655320" y="88392"/>
                  </a:lnTo>
                  <a:lnTo>
                    <a:pt x="65532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107950">
                  <a:moveTo>
                    <a:pt x="2000250" y="85344"/>
                  </a:moveTo>
                  <a:lnTo>
                    <a:pt x="655320" y="85344"/>
                  </a:lnTo>
                  <a:lnTo>
                    <a:pt x="65532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107950">
                  <a:moveTo>
                    <a:pt x="2000250" y="82296"/>
                  </a:moveTo>
                  <a:lnTo>
                    <a:pt x="655320" y="82296"/>
                  </a:lnTo>
                  <a:lnTo>
                    <a:pt x="65532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107950">
                  <a:moveTo>
                    <a:pt x="2000250" y="79248"/>
                  </a:moveTo>
                  <a:lnTo>
                    <a:pt x="655320" y="79248"/>
                  </a:lnTo>
                  <a:lnTo>
                    <a:pt x="65532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107950">
                  <a:moveTo>
                    <a:pt x="2000250" y="76200"/>
                  </a:moveTo>
                  <a:lnTo>
                    <a:pt x="655320" y="76200"/>
                  </a:lnTo>
                  <a:lnTo>
                    <a:pt x="65532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107950">
                  <a:moveTo>
                    <a:pt x="2000250" y="73152"/>
                  </a:moveTo>
                  <a:lnTo>
                    <a:pt x="655320" y="73152"/>
                  </a:lnTo>
                  <a:lnTo>
                    <a:pt x="65532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107950">
                  <a:moveTo>
                    <a:pt x="2000250" y="70104"/>
                  </a:moveTo>
                  <a:lnTo>
                    <a:pt x="655320" y="70104"/>
                  </a:lnTo>
                  <a:lnTo>
                    <a:pt x="65532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107950">
                  <a:moveTo>
                    <a:pt x="2000250" y="67056"/>
                  </a:moveTo>
                  <a:lnTo>
                    <a:pt x="655320" y="67056"/>
                  </a:lnTo>
                  <a:lnTo>
                    <a:pt x="65532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107950">
                  <a:moveTo>
                    <a:pt x="2000250" y="64008"/>
                  </a:moveTo>
                  <a:lnTo>
                    <a:pt x="655320" y="64008"/>
                  </a:lnTo>
                  <a:lnTo>
                    <a:pt x="65532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107950">
                  <a:moveTo>
                    <a:pt x="2000250" y="60960"/>
                  </a:moveTo>
                  <a:lnTo>
                    <a:pt x="655320" y="60960"/>
                  </a:lnTo>
                  <a:lnTo>
                    <a:pt x="65532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107950">
                  <a:moveTo>
                    <a:pt x="2000250" y="57912"/>
                  </a:moveTo>
                  <a:lnTo>
                    <a:pt x="655320" y="57912"/>
                  </a:lnTo>
                  <a:lnTo>
                    <a:pt x="65532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107950">
                  <a:moveTo>
                    <a:pt x="2000250" y="54864"/>
                  </a:moveTo>
                  <a:lnTo>
                    <a:pt x="655320" y="54864"/>
                  </a:lnTo>
                  <a:lnTo>
                    <a:pt x="65532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107950">
                  <a:moveTo>
                    <a:pt x="2000250" y="51816"/>
                  </a:moveTo>
                  <a:lnTo>
                    <a:pt x="655320" y="51816"/>
                  </a:lnTo>
                  <a:lnTo>
                    <a:pt x="65532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107950">
                  <a:moveTo>
                    <a:pt x="2000250" y="48768"/>
                  </a:moveTo>
                  <a:lnTo>
                    <a:pt x="655320" y="48768"/>
                  </a:lnTo>
                  <a:lnTo>
                    <a:pt x="65532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107950">
                  <a:moveTo>
                    <a:pt x="2000250" y="45720"/>
                  </a:moveTo>
                  <a:lnTo>
                    <a:pt x="655320" y="45720"/>
                  </a:lnTo>
                  <a:lnTo>
                    <a:pt x="65532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107950">
                  <a:moveTo>
                    <a:pt x="2000250" y="42672"/>
                  </a:moveTo>
                  <a:lnTo>
                    <a:pt x="655320" y="42672"/>
                  </a:lnTo>
                  <a:lnTo>
                    <a:pt x="65532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107950">
                  <a:moveTo>
                    <a:pt x="2000250" y="39624"/>
                  </a:moveTo>
                  <a:lnTo>
                    <a:pt x="655320" y="39624"/>
                  </a:lnTo>
                  <a:lnTo>
                    <a:pt x="65532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107950">
                  <a:moveTo>
                    <a:pt x="2000250" y="36576"/>
                  </a:moveTo>
                  <a:lnTo>
                    <a:pt x="655320" y="36576"/>
                  </a:lnTo>
                  <a:lnTo>
                    <a:pt x="65532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107950">
                  <a:moveTo>
                    <a:pt x="2000250" y="33528"/>
                  </a:moveTo>
                  <a:lnTo>
                    <a:pt x="655320" y="33528"/>
                  </a:lnTo>
                  <a:lnTo>
                    <a:pt x="65532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107950">
                  <a:moveTo>
                    <a:pt x="2000250" y="30480"/>
                  </a:moveTo>
                  <a:lnTo>
                    <a:pt x="655320" y="30480"/>
                  </a:lnTo>
                  <a:lnTo>
                    <a:pt x="65532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107950">
                  <a:moveTo>
                    <a:pt x="2000250" y="27432"/>
                  </a:moveTo>
                  <a:lnTo>
                    <a:pt x="655320" y="27432"/>
                  </a:lnTo>
                  <a:lnTo>
                    <a:pt x="65532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107950">
                  <a:moveTo>
                    <a:pt x="2000250" y="24384"/>
                  </a:moveTo>
                  <a:lnTo>
                    <a:pt x="655320" y="24384"/>
                  </a:lnTo>
                  <a:lnTo>
                    <a:pt x="65532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107950">
                  <a:moveTo>
                    <a:pt x="2000250" y="21336"/>
                  </a:moveTo>
                  <a:lnTo>
                    <a:pt x="655320" y="21336"/>
                  </a:lnTo>
                  <a:lnTo>
                    <a:pt x="65532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107950">
                  <a:moveTo>
                    <a:pt x="2000250" y="18288"/>
                  </a:moveTo>
                  <a:lnTo>
                    <a:pt x="655320" y="18288"/>
                  </a:lnTo>
                  <a:lnTo>
                    <a:pt x="65532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107950">
                  <a:moveTo>
                    <a:pt x="2000250" y="15240"/>
                  </a:moveTo>
                  <a:lnTo>
                    <a:pt x="655320" y="15240"/>
                  </a:lnTo>
                  <a:lnTo>
                    <a:pt x="65532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107950">
                  <a:moveTo>
                    <a:pt x="2000250" y="12192"/>
                  </a:moveTo>
                  <a:lnTo>
                    <a:pt x="655320" y="12192"/>
                  </a:lnTo>
                  <a:lnTo>
                    <a:pt x="65532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107950">
                  <a:moveTo>
                    <a:pt x="2000250" y="9144"/>
                  </a:moveTo>
                  <a:lnTo>
                    <a:pt x="655320" y="9144"/>
                  </a:lnTo>
                  <a:lnTo>
                    <a:pt x="65532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107950">
                  <a:moveTo>
                    <a:pt x="2000250" y="6096"/>
                  </a:moveTo>
                  <a:lnTo>
                    <a:pt x="655320" y="6096"/>
                  </a:lnTo>
                  <a:lnTo>
                    <a:pt x="65532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107950">
                  <a:moveTo>
                    <a:pt x="2000250" y="3048"/>
                  </a:moveTo>
                  <a:lnTo>
                    <a:pt x="655320" y="3048"/>
                  </a:lnTo>
                  <a:lnTo>
                    <a:pt x="65532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107950">
                  <a:moveTo>
                    <a:pt x="2000250" y="0"/>
                  </a:moveTo>
                  <a:lnTo>
                    <a:pt x="655320" y="0"/>
                  </a:lnTo>
                  <a:lnTo>
                    <a:pt x="65532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383925" y="5650118"/>
              <a:ext cx="2000250" cy="107950"/>
            </a:xfrm>
            <a:custGeom>
              <a:avLst/>
              <a:gdLst/>
              <a:ahLst/>
              <a:cxnLst/>
              <a:rect l="l" t="t" r="r" b="b"/>
              <a:pathLst>
                <a:path w="2000250" h="107950">
                  <a:moveTo>
                    <a:pt x="14478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44780" y="107442"/>
                  </a:lnTo>
                  <a:lnTo>
                    <a:pt x="144780" y="106680"/>
                  </a:lnTo>
                  <a:close/>
                </a:path>
                <a:path w="2000250" h="107950">
                  <a:moveTo>
                    <a:pt x="14478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44780" y="104394"/>
                  </a:lnTo>
                  <a:lnTo>
                    <a:pt x="144780" y="103632"/>
                  </a:lnTo>
                  <a:close/>
                </a:path>
                <a:path w="2000250" h="107950">
                  <a:moveTo>
                    <a:pt x="14478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44780" y="101346"/>
                  </a:lnTo>
                  <a:lnTo>
                    <a:pt x="144780" y="100584"/>
                  </a:lnTo>
                  <a:close/>
                </a:path>
                <a:path w="2000250" h="107950">
                  <a:moveTo>
                    <a:pt x="14478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44780" y="98298"/>
                  </a:lnTo>
                  <a:lnTo>
                    <a:pt x="144780" y="97536"/>
                  </a:lnTo>
                  <a:close/>
                </a:path>
                <a:path w="2000250" h="107950">
                  <a:moveTo>
                    <a:pt x="14478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44780" y="95250"/>
                  </a:lnTo>
                  <a:lnTo>
                    <a:pt x="144780" y="94488"/>
                  </a:lnTo>
                  <a:close/>
                </a:path>
                <a:path w="2000250" h="107950">
                  <a:moveTo>
                    <a:pt x="14478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44780" y="92202"/>
                  </a:lnTo>
                  <a:lnTo>
                    <a:pt x="144780" y="91440"/>
                  </a:lnTo>
                  <a:close/>
                </a:path>
                <a:path w="2000250" h="107950">
                  <a:moveTo>
                    <a:pt x="14478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44780" y="89154"/>
                  </a:lnTo>
                  <a:lnTo>
                    <a:pt x="144780" y="88392"/>
                  </a:lnTo>
                  <a:close/>
                </a:path>
                <a:path w="2000250" h="107950">
                  <a:moveTo>
                    <a:pt x="14478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44780" y="86106"/>
                  </a:lnTo>
                  <a:lnTo>
                    <a:pt x="144780" y="85344"/>
                  </a:lnTo>
                  <a:close/>
                </a:path>
                <a:path w="2000250" h="107950">
                  <a:moveTo>
                    <a:pt x="14478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44780" y="83058"/>
                  </a:lnTo>
                  <a:lnTo>
                    <a:pt x="144780" y="82296"/>
                  </a:lnTo>
                  <a:close/>
                </a:path>
                <a:path w="2000250" h="107950">
                  <a:moveTo>
                    <a:pt x="14478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44780" y="80010"/>
                  </a:lnTo>
                  <a:lnTo>
                    <a:pt x="144780" y="79248"/>
                  </a:lnTo>
                  <a:close/>
                </a:path>
                <a:path w="2000250" h="107950">
                  <a:moveTo>
                    <a:pt x="14478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44780" y="76962"/>
                  </a:lnTo>
                  <a:lnTo>
                    <a:pt x="144780" y="76200"/>
                  </a:lnTo>
                  <a:close/>
                </a:path>
                <a:path w="2000250" h="107950">
                  <a:moveTo>
                    <a:pt x="14478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44780" y="73914"/>
                  </a:lnTo>
                  <a:lnTo>
                    <a:pt x="144780" y="73152"/>
                  </a:lnTo>
                  <a:close/>
                </a:path>
                <a:path w="2000250" h="107950">
                  <a:moveTo>
                    <a:pt x="14478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44780" y="70866"/>
                  </a:lnTo>
                  <a:lnTo>
                    <a:pt x="144780" y="70104"/>
                  </a:lnTo>
                  <a:close/>
                </a:path>
                <a:path w="2000250" h="107950">
                  <a:moveTo>
                    <a:pt x="14478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44780" y="67818"/>
                  </a:lnTo>
                  <a:lnTo>
                    <a:pt x="144780" y="67056"/>
                  </a:lnTo>
                  <a:close/>
                </a:path>
                <a:path w="2000250" h="107950">
                  <a:moveTo>
                    <a:pt x="14478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44780" y="64770"/>
                  </a:lnTo>
                  <a:lnTo>
                    <a:pt x="144780" y="64008"/>
                  </a:lnTo>
                  <a:close/>
                </a:path>
                <a:path w="2000250" h="107950">
                  <a:moveTo>
                    <a:pt x="14478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44780" y="61722"/>
                  </a:lnTo>
                  <a:lnTo>
                    <a:pt x="144780" y="60960"/>
                  </a:lnTo>
                  <a:close/>
                </a:path>
                <a:path w="2000250" h="107950">
                  <a:moveTo>
                    <a:pt x="14478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44780" y="58674"/>
                  </a:lnTo>
                  <a:lnTo>
                    <a:pt x="144780" y="57912"/>
                  </a:lnTo>
                  <a:close/>
                </a:path>
                <a:path w="2000250" h="107950">
                  <a:moveTo>
                    <a:pt x="14478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44780" y="55626"/>
                  </a:lnTo>
                  <a:lnTo>
                    <a:pt x="144780" y="54864"/>
                  </a:lnTo>
                  <a:close/>
                </a:path>
                <a:path w="2000250" h="107950">
                  <a:moveTo>
                    <a:pt x="14478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44780" y="52578"/>
                  </a:lnTo>
                  <a:lnTo>
                    <a:pt x="144780" y="51816"/>
                  </a:lnTo>
                  <a:close/>
                </a:path>
                <a:path w="2000250" h="107950">
                  <a:moveTo>
                    <a:pt x="14478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44780" y="49530"/>
                  </a:lnTo>
                  <a:lnTo>
                    <a:pt x="144780" y="48768"/>
                  </a:lnTo>
                  <a:close/>
                </a:path>
                <a:path w="2000250" h="107950">
                  <a:moveTo>
                    <a:pt x="14478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44780" y="46482"/>
                  </a:lnTo>
                  <a:lnTo>
                    <a:pt x="144780" y="45720"/>
                  </a:lnTo>
                  <a:close/>
                </a:path>
                <a:path w="2000250" h="107950">
                  <a:moveTo>
                    <a:pt x="14478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44780" y="43434"/>
                  </a:lnTo>
                  <a:lnTo>
                    <a:pt x="144780" y="42672"/>
                  </a:lnTo>
                  <a:close/>
                </a:path>
                <a:path w="2000250" h="107950">
                  <a:moveTo>
                    <a:pt x="14478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44780" y="40386"/>
                  </a:lnTo>
                  <a:lnTo>
                    <a:pt x="144780" y="39624"/>
                  </a:lnTo>
                  <a:close/>
                </a:path>
                <a:path w="2000250" h="107950">
                  <a:moveTo>
                    <a:pt x="14478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44780" y="37338"/>
                  </a:lnTo>
                  <a:lnTo>
                    <a:pt x="144780" y="36576"/>
                  </a:lnTo>
                  <a:close/>
                </a:path>
                <a:path w="2000250" h="107950">
                  <a:moveTo>
                    <a:pt x="14478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44780" y="34290"/>
                  </a:lnTo>
                  <a:lnTo>
                    <a:pt x="144780" y="33528"/>
                  </a:lnTo>
                  <a:close/>
                </a:path>
                <a:path w="2000250" h="107950">
                  <a:moveTo>
                    <a:pt x="14478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44780" y="31242"/>
                  </a:lnTo>
                  <a:lnTo>
                    <a:pt x="144780" y="30480"/>
                  </a:lnTo>
                  <a:close/>
                </a:path>
                <a:path w="2000250" h="107950">
                  <a:moveTo>
                    <a:pt x="14478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44780" y="28194"/>
                  </a:lnTo>
                  <a:lnTo>
                    <a:pt x="144780" y="27432"/>
                  </a:lnTo>
                  <a:close/>
                </a:path>
                <a:path w="2000250" h="107950">
                  <a:moveTo>
                    <a:pt x="14478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44780" y="25146"/>
                  </a:lnTo>
                  <a:lnTo>
                    <a:pt x="144780" y="24384"/>
                  </a:lnTo>
                  <a:close/>
                </a:path>
                <a:path w="2000250" h="107950">
                  <a:moveTo>
                    <a:pt x="1447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44780" y="22098"/>
                  </a:lnTo>
                  <a:lnTo>
                    <a:pt x="144780" y="21336"/>
                  </a:lnTo>
                  <a:close/>
                </a:path>
                <a:path w="2000250" h="107950">
                  <a:moveTo>
                    <a:pt x="1447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44780" y="19050"/>
                  </a:lnTo>
                  <a:lnTo>
                    <a:pt x="144780" y="18288"/>
                  </a:lnTo>
                  <a:close/>
                </a:path>
                <a:path w="2000250" h="107950">
                  <a:moveTo>
                    <a:pt x="1447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44780" y="16002"/>
                  </a:lnTo>
                  <a:lnTo>
                    <a:pt x="144780" y="15240"/>
                  </a:lnTo>
                  <a:close/>
                </a:path>
                <a:path w="2000250" h="107950">
                  <a:moveTo>
                    <a:pt x="1447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44780" y="12954"/>
                  </a:lnTo>
                  <a:lnTo>
                    <a:pt x="144780" y="12192"/>
                  </a:lnTo>
                  <a:close/>
                </a:path>
                <a:path w="2000250" h="107950">
                  <a:moveTo>
                    <a:pt x="1447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44780" y="9906"/>
                  </a:lnTo>
                  <a:lnTo>
                    <a:pt x="144780" y="9144"/>
                  </a:lnTo>
                  <a:close/>
                </a:path>
                <a:path w="2000250" h="107950">
                  <a:moveTo>
                    <a:pt x="1447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44780" y="6858"/>
                  </a:lnTo>
                  <a:lnTo>
                    <a:pt x="144780" y="6096"/>
                  </a:lnTo>
                  <a:close/>
                </a:path>
                <a:path w="2000250" h="107950">
                  <a:moveTo>
                    <a:pt x="1447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44780" y="3810"/>
                  </a:lnTo>
                  <a:lnTo>
                    <a:pt x="144780" y="3048"/>
                  </a:lnTo>
                  <a:close/>
                </a:path>
                <a:path w="2000250" h="107950">
                  <a:moveTo>
                    <a:pt x="2000250" y="106680"/>
                  </a:moveTo>
                  <a:lnTo>
                    <a:pt x="655320" y="106680"/>
                  </a:lnTo>
                  <a:lnTo>
                    <a:pt x="65532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107950">
                  <a:moveTo>
                    <a:pt x="2000250" y="103632"/>
                  </a:moveTo>
                  <a:lnTo>
                    <a:pt x="655320" y="103632"/>
                  </a:lnTo>
                  <a:lnTo>
                    <a:pt x="65532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107950">
                  <a:moveTo>
                    <a:pt x="2000250" y="100584"/>
                  </a:moveTo>
                  <a:lnTo>
                    <a:pt x="655320" y="100584"/>
                  </a:lnTo>
                  <a:lnTo>
                    <a:pt x="65532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107950">
                  <a:moveTo>
                    <a:pt x="2000250" y="97536"/>
                  </a:moveTo>
                  <a:lnTo>
                    <a:pt x="655320" y="97536"/>
                  </a:lnTo>
                  <a:lnTo>
                    <a:pt x="65532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107950">
                  <a:moveTo>
                    <a:pt x="2000250" y="94488"/>
                  </a:moveTo>
                  <a:lnTo>
                    <a:pt x="655320" y="94488"/>
                  </a:lnTo>
                  <a:lnTo>
                    <a:pt x="65532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107950">
                  <a:moveTo>
                    <a:pt x="2000250" y="91440"/>
                  </a:moveTo>
                  <a:lnTo>
                    <a:pt x="655320" y="91440"/>
                  </a:lnTo>
                  <a:lnTo>
                    <a:pt x="65532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107950">
                  <a:moveTo>
                    <a:pt x="2000250" y="88392"/>
                  </a:moveTo>
                  <a:lnTo>
                    <a:pt x="655320" y="88392"/>
                  </a:lnTo>
                  <a:lnTo>
                    <a:pt x="65532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107950">
                  <a:moveTo>
                    <a:pt x="2000250" y="85344"/>
                  </a:moveTo>
                  <a:lnTo>
                    <a:pt x="655320" y="85344"/>
                  </a:lnTo>
                  <a:lnTo>
                    <a:pt x="65532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107950">
                  <a:moveTo>
                    <a:pt x="2000250" y="82296"/>
                  </a:moveTo>
                  <a:lnTo>
                    <a:pt x="655320" y="82296"/>
                  </a:lnTo>
                  <a:lnTo>
                    <a:pt x="65532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107950">
                  <a:moveTo>
                    <a:pt x="2000250" y="79248"/>
                  </a:moveTo>
                  <a:lnTo>
                    <a:pt x="655320" y="79248"/>
                  </a:lnTo>
                  <a:lnTo>
                    <a:pt x="65532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107950">
                  <a:moveTo>
                    <a:pt x="2000250" y="76200"/>
                  </a:moveTo>
                  <a:lnTo>
                    <a:pt x="655320" y="76200"/>
                  </a:lnTo>
                  <a:lnTo>
                    <a:pt x="65532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107950">
                  <a:moveTo>
                    <a:pt x="2000250" y="73152"/>
                  </a:moveTo>
                  <a:lnTo>
                    <a:pt x="655320" y="73152"/>
                  </a:lnTo>
                  <a:lnTo>
                    <a:pt x="65532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107950">
                  <a:moveTo>
                    <a:pt x="2000250" y="70104"/>
                  </a:moveTo>
                  <a:lnTo>
                    <a:pt x="655320" y="70104"/>
                  </a:lnTo>
                  <a:lnTo>
                    <a:pt x="65532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107950">
                  <a:moveTo>
                    <a:pt x="2000250" y="67056"/>
                  </a:moveTo>
                  <a:lnTo>
                    <a:pt x="655320" y="67056"/>
                  </a:lnTo>
                  <a:lnTo>
                    <a:pt x="65532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107950">
                  <a:moveTo>
                    <a:pt x="2000250" y="64008"/>
                  </a:moveTo>
                  <a:lnTo>
                    <a:pt x="655320" y="64008"/>
                  </a:lnTo>
                  <a:lnTo>
                    <a:pt x="65532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107950">
                  <a:moveTo>
                    <a:pt x="2000250" y="60960"/>
                  </a:moveTo>
                  <a:lnTo>
                    <a:pt x="655320" y="60960"/>
                  </a:lnTo>
                  <a:lnTo>
                    <a:pt x="65532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107950">
                  <a:moveTo>
                    <a:pt x="2000250" y="57912"/>
                  </a:moveTo>
                  <a:lnTo>
                    <a:pt x="655320" y="57912"/>
                  </a:lnTo>
                  <a:lnTo>
                    <a:pt x="65532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107950">
                  <a:moveTo>
                    <a:pt x="2000250" y="54864"/>
                  </a:moveTo>
                  <a:lnTo>
                    <a:pt x="655320" y="54864"/>
                  </a:lnTo>
                  <a:lnTo>
                    <a:pt x="65532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107950">
                  <a:moveTo>
                    <a:pt x="2000250" y="51816"/>
                  </a:moveTo>
                  <a:lnTo>
                    <a:pt x="655320" y="51816"/>
                  </a:lnTo>
                  <a:lnTo>
                    <a:pt x="65532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107950">
                  <a:moveTo>
                    <a:pt x="2000250" y="48768"/>
                  </a:moveTo>
                  <a:lnTo>
                    <a:pt x="655320" y="48768"/>
                  </a:lnTo>
                  <a:lnTo>
                    <a:pt x="65532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107950">
                  <a:moveTo>
                    <a:pt x="2000250" y="45720"/>
                  </a:moveTo>
                  <a:lnTo>
                    <a:pt x="655320" y="45720"/>
                  </a:lnTo>
                  <a:lnTo>
                    <a:pt x="65532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107950">
                  <a:moveTo>
                    <a:pt x="2000250" y="42672"/>
                  </a:moveTo>
                  <a:lnTo>
                    <a:pt x="655320" y="42672"/>
                  </a:lnTo>
                  <a:lnTo>
                    <a:pt x="65532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107950">
                  <a:moveTo>
                    <a:pt x="2000250" y="39624"/>
                  </a:moveTo>
                  <a:lnTo>
                    <a:pt x="655320" y="39624"/>
                  </a:lnTo>
                  <a:lnTo>
                    <a:pt x="65532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107950">
                  <a:moveTo>
                    <a:pt x="2000250" y="36576"/>
                  </a:moveTo>
                  <a:lnTo>
                    <a:pt x="655320" y="36576"/>
                  </a:lnTo>
                  <a:lnTo>
                    <a:pt x="65532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107950">
                  <a:moveTo>
                    <a:pt x="2000250" y="33528"/>
                  </a:moveTo>
                  <a:lnTo>
                    <a:pt x="655320" y="33528"/>
                  </a:lnTo>
                  <a:lnTo>
                    <a:pt x="65532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107950">
                  <a:moveTo>
                    <a:pt x="2000250" y="30480"/>
                  </a:moveTo>
                  <a:lnTo>
                    <a:pt x="655320" y="30480"/>
                  </a:lnTo>
                  <a:lnTo>
                    <a:pt x="65532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107950">
                  <a:moveTo>
                    <a:pt x="2000250" y="27432"/>
                  </a:moveTo>
                  <a:lnTo>
                    <a:pt x="655320" y="27432"/>
                  </a:lnTo>
                  <a:lnTo>
                    <a:pt x="65532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107950">
                  <a:moveTo>
                    <a:pt x="2000250" y="24384"/>
                  </a:moveTo>
                  <a:lnTo>
                    <a:pt x="655320" y="24384"/>
                  </a:lnTo>
                  <a:lnTo>
                    <a:pt x="65532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107950">
                  <a:moveTo>
                    <a:pt x="2000250" y="21336"/>
                  </a:moveTo>
                  <a:lnTo>
                    <a:pt x="655320" y="21336"/>
                  </a:lnTo>
                  <a:lnTo>
                    <a:pt x="65532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107950">
                  <a:moveTo>
                    <a:pt x="2000250" y="18288"/>
                  </a:moveTo>
                  <a:lnTo>
                    <a:pt x="655320" y="18288"/>
                  </a:lnTo>
                  <a:lnTo>
                    <a:pt x="65532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107950">
                  <a:moveTo>
                    <a:pt x="2000250" y="15240"/>
                  </a:moveTo>
                  <a:lnTo>
                    <a:pt x="655320" y="15240"/>
                  </a:lnTo>
                  <a:lnTo>
                    <a:pt x="65532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107950">
                  <a:moveTo>
                    <a:pt x="2000250" y="12192"/>
                  </a:moveTo>
                  <a:lnTo>
                    <a:pt x="655320" y="12192"/>
                  </a:lnTo>
                  <a:lnTo>
                    <a:pt x="65532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107950">
                  <a:moveTo>
                    <a:pt x="2000250" y="9144"/>
                  </a:moveTo>
                  <a:lnTo>
                    <a:pt x="655320" y="9144"/>
                  </a:lnTo>
                  <a:lnTo>
                    <a:pt x="65532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107950">
                  <a:moveTo>
                    <a:pt x="2000250" y="6096"/>
                  </a:moveTo>
                  <a:lnTo>
                    <a:pt x="655320" y="6096"/>
                  </a:lnTo>
                  <a:lnTo>
                    <a:pt x="65532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107950">
                  <a:moveTo>
                    <a:pt x="2000250" y="3048"/>
                  </a:moveTo>
                  <a:lnTo>
                    <a:pt x="655320" y="3048"/>
                  </a:lnTo>
                  <a:lnTo>
                    <a:pt x="65532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107950">
                  <a:moveTo>
                    <a:pt x="2000250" y="0"/>
                  </a:moveTo>
                  <a:lnTo>
                    <a:pt x="655320" y="0"/>
                  </a:lnTo>
                  <a:lnTo>
                    <a:pt x="65532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383925" y="5756799"/>
              <a:ext cx="2000250" cy="107950"/>
            </a:xfrm>
            <a:custGeom>
              <a:avLst/>
              <a:gdLst/>
              <a:ahLst/>
              <a:cxnLst/>
              <a:rect l="l" t="t" r="r" b="b"/>
              <a:pathLst>
                <a:path w="2000250" h="107950">
                  <a:moveTo>
                    <a:pt x="14478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44780" y="107442"/>
                  </a:lnTo>
                  <a:lnTo>
                    <a:pt x="144780" y="106680"/>
                  </a:lnTo>
                  <a:close/>
                </a:path>
                <a:path w="2000250" h="107950">
                  <a:moveTo>
                    <a:pt x="14478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44780" y="104394"/>
                  </a:lnTo>
                  <a:lnTo>
                    <a:pt x="144780" y="103632"/>
                  </a:lnTo>
                  <a:close/>
                </a:path>
                <a:path w="2000250" h="107950">
                  <a:moveTo>
                    <a:pt x="14478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44780" y="101346"/>
                  </a:lnTo>
                  <a:lnTo>
                    <a:pt x="144780" y="100584"/>
                  </a:lnTo>
                  <a:close/>
                </a:path>
                <a:path w="2000250" h="107950">
                  <a:moveTo>
                    <a:pt x="14478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44780" y="98298"/>
                  </a:lnTo>
                  <a:lnTo>
                    <a:pt x="144780" y="97536"/>
                  </a:lnTo>
                  <a:close/>
                </a:path>
                <a:path w="2000250" h="107950">
                  <a:moveTo>
                    <a:pt x="14478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44780" y="95250"/>
                  </a:lnTo>
                  <a:lnTo>
                    <a:pt x="144780" y="94488"/>
                  </a:lnTo>
                  <a:close/>
                </a:path>
                <a:path w="2000250" h="107950">
                  <a:moveTo>
                    <a:pt x="14478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44780" y="92202"/>
                  </a:lnTo>
                  <a:lnTo>
                    <a:pt x="144780" y="91440"/>
                  </a:lnTo>
                  <a:close/>
                </a:path>
                <a:path w="2000250" h="107950">
                  <a:moveTo>
                    <a:pt x="14478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44780" y="89154"/>
                  </a:lnTo>
                  <a:lnTo>
                    <a:pt x="144780" y="88392"/>
                  </a:lnTo>
                  <a:close/>
                </a:path>
                <a:path w="2000250" h="107950">
                  <a:moveTo>
                    <a:pt x="14478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44780" y="86106"/>
                  </a:lnTo>
                  <a:lnTo>
                    <a:pt x="144780" y="85344"/>
                  </a:lnTo>
                  <a:close/>
                </a:path>
                <a:path w="2000250" h="107950">
                  <a:moveTo>
                    <a:pt x="14478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44780" y="83058"/>
                  </a:lnTo>
                  <a:lnTo>
                    <a:pt x="144780" y="82296"/>
                  </a:lnTo>
                  <a:close/>
                </a:path>
                <a:path w="2000250" h="107950">
                  <a:moveTo>
                    <a:pt x="14478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44780" y="80010"/>
                  </a:lnTo>
                  <a:lnTo>
                    <a:pt x="144780" y="79248"/>
                  </a:lnTo>
                  <a:close/>
                </a:path>
                <a:path w="2000250" h="107950">
                  <a:moveTo>
                    <a:pt x="14478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44780" y="76962"/>
                  </a:lnTo>
                  <a:lnTo>
                    <a:pt x="144780" y="76200"/>
                  </a:lnTo>
                  <a:close/>
                </a:path>
                <a:path w="2000250" h="107950">
                  <a:moveTo>
                    <a:pt x="14478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44780" y="73914"/>
                  </a:lnTo>
                  <a:lnTo>
                    <a:pt x="144780" y="73152"/>
                  </a:lnTo>
                  <a:close/>
                </a:path>
                <a:path w="2000250" h="107950">
                  <a:moveTo>
                    <a:pt x="14478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44780" y="70866"/>
                  </a:lnTo>
                  <a:lnTo>
                    <a:pt x="144780" y="70104"/>
                  </a:lnTo>
                  <a:close/>
                </a:path>
                <a:path w="2000250" h="107950">
                  <a:moveTo>
                    <a:pt x="14478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44780" y="67818"/>
                  </a:lnTo>
                  <a:lnTo>
                    <a:pt x="144780" y="67056"/>
                  </a:lnTo>
                  <a:close/>
                </a:path>
                <a:path w="2000250" h="107950">
                  <a:moveTo>
                    <a:pt x="14478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44780" y="64770"/>
                  </a:lnTo>
                  <a:lnTo>
                    <a:pt x="144780" y="64008"/>
                  </a:lnTo>
                  <a:close/>
                </a:path>
                <a:path w="2000250" h="107950">
                  <a:moveTo>
                    <a:pt x="14478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44780" y="61722"/>
                  </a:lnTo>
                  <a:lnTo>
                    <a:pt x="144780" y="60960"/>
                  </a:lnTo>
                  <a:close/>
                </a:path>
                <a:path w="2000250" h="107950">
                  <a:moveTo>
                    <a:pt x="14478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44780" y="58674"/>
                  </a:lnTo>
                  <a:lnTo>
                    <a:pt x="144780" y="57912"/>
                  </a:lnTo>
                  <a:close/>
                </a:path>
                <a:path w="2000250" h="107950">
                  <a:moveTo>
                    <a:pt x="14478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44780" y="55626"/>
                  </a:lnTo>
                  <a:lnTo>
                    <a:pt x="144780" y="54864"/>
                  </a:lnTo>
                  <a:close/>
                </a:path>
                <a:path w="2000250" h="107950">
                  <a:moveTo>
                    <a:pt x="14478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44780" y="52578"/>
                  </a:lnTo>
                  <a:lnTo>
                    <a:pt x="144780" y="51816"/>
                  </a:lnTo>
                  <a:close/>
                </a:path>
                <a:path w="2000250" h="107950">
                  <a:moveTo>
                    <a:pt x="14478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44780" y="49530"/>
                  </a:lnTo>
                  <a:lnTo>
                    <a:pt x="144780" y="48768"/>
                  </a:lnTo>
                  <a:close/>
                </a:path>
                <a:path w="2000250" h="107950">
                  <a:moveTo>
                    <a:pt x="14478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44780" y="46482"/>
                  </a:lnTo>
                  <a:lnTo>
                    <a:pt x="144780" y="45720"/>
                  </a:lnTo>
                  <a:close/>
                </a:path>
                <a:path w="2000250" h="107950">
                  <a:moveTo>
                    <a:pt x="14478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44780" y="43434"/>
                  </a:lnTo>
                  <a:lnTo>
                    <a:pt x="144780" y="42672"/>
                  </a:lnTo>
                  <a:close/>
                </a:path>
                <a:path w="2000250" h="107950">
                  <a:moveTo>
                    <a:pt x="14478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44780" y="40386"/>
                  </a:lnTo>
                  <a:lnTo>
                    <a:pt x="144780" y="39624"/>
                  </a:lnTo>
                  <a:close/>
                </a:path>
                <a:path w="2000250" h="107950">
                  <a:moveTo>
                    <a:pt x="14478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44780" y="37338"/>
                  </a:lnTo>
                  <a:lnTo>
                    <a:pt x="144780" y="36576"/>
                  </a:lnTo>
                  <a:close/>
                </a:path>
                <a:path w="2000250" h="107950">
                  <a:moveTo>
                    <a:pt x="14478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44780" y="34290"/>
                  </a:lnTo>
                  <a:lnTo>
                    <a:pt x="144780" y="33528"/>
                  </a:lnTo>
                  <a:close/>
                </a:path>
                <a:path w="2000250" h="107950">
                  <a:moveTo>
                    <a:pt x="14478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44780" y="31242"/>
                  </a:lnTo>
                  <a:lnTo>
                    <a:pt x="144780" y="30480"/>
                  </a:lnTo>
                  <a:close/>
                </a:path>
                <a:path w="2000250" h="107950">
                  <a:moveTo>
                    <a:pt x="14478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44780" y="28194"/>
                  </a:lnTo>
                  <a:lnTo>
                    <a:pt x="144780" y="27432"/>
                  </a:lnTo>
                  <a:close/>
                </a:path>
                <a:path w="2000250" h="107950">
                  <a:moveTo>
                    <a:pt x="14478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44780" y="25146"/>
                  </a:lnTo>
                  <a:lnTo>
                    <a:pt x="144780" y="24384"/>
                  </a:lnTo>
                  <a:close/>
                </a:path>
                <a:path w="2000250" h="107950">
                  <a:moveTo>
                    <a:pt x="1447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44780" y="22098"/>
                  </a:lnTo>
                  <a:lnTo>
                    <a:pt x="144780" y="21336"/>
                  </a:lnTo>
                  <a:close/>
                </a:path>
                <a:path w="2000250" h="107950">
                  <a:moveTo>
                    <a:pt x="1447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44780" y="19050"/>
                  </a:lnTo>
                  <a:lnTo>
                    <a:pt x="144780" y="18288"/>
                  </a:lnTo>
                  <a:close/>
                </a:path>
                <a:path w="2000250" h="107950">
                  <a:moveTo>
                    <a:pt x="1447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44780" y="16002"/>
                  </a:lnTo>
                  <a:lnTo>
                    <a:pt x="144780" y="15240"/>
                  </a:lnTo>
                  <a:close/>
                </a:path>
                <a:path w="2000250" h="107950">
                  <a:moveTo>
                    <a:pt x="1447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44780" y="12954"/>
                  </a:lnTo>
                  <a:lnTo>
                    <a:pt x="144780" y="12192"/>
                  </a:lnTo>
                  <a:close/>
                </a:path>
                <a:path w="2000250" h="107950">
                  <a:moveTo>
                    <a:pt x="1447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44780" y="9906"/>
                  </a:lnTo>
                  <a:lnTo>
                    <a:pt x="144780" y="9144"/>
                  </a:lnTo>
                  <a:close/>
                </a:path>
                <a:path w="2000250" h="107950">
                  <a:moveTo>
                    <a:pt x="1447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44780" y="6858"/>
                  </a:lnTo>
                  <a:lnTo>
                    <a:pt x="144780" y="6096"/>
                  </a:lnTo>
                  <a:close/>
                </a:path>
                <a:path w="2000250" h="107950">
                  <a:moveTo>
                    <a:pt x="1447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44780" y="3810"/>
                  </a:lnTo>
                  <a:lnTo>
                    <a:pt x="144780" y="3048"/>
                  </a:lnTo>
                  <a:close/>
                </a:path>
                <a:path w="2000250" h="107950">
                  <a:moveTo>
                    <a:pt x="2000250" y="106680"/>
                  </a:moveTo>
                  <a:lnTo>
                    <a:pt x="655320" y="106680"/>
                  </a:lnTo>
                  <a:lnTo>
                    <a:pt x="65532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107950">
                  <a:moveTo>
                    <a:pt x="2000250" y="103632"/>
                  </a:moveTo>
                  <a:lnTo>
                    <a:pt x="655320" y="103632"/>
                  </a:lnTo>
                  <a:lnTo>
                    <a:pt x="65532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107950">
                  <a:moveTo>
                    <a:pt x="2000250" y="100584"/>
                  </a:moveTo>
                  <a:lnTo>
                    <a:pt x="655320" y="100584"/>
                  </a:lnTo>
                  <a:lnTo>
                    <a:pt x="65532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107950">
                  <a:moveTo>
                    <a:pt x="2000250" y="97536"/>
                  </a:moveTo>
                  <a:lnTo>
                    <a:pt x="655320" y="97536"/>
                  </a:lnTo>
                  <a:lnTo>
                    <a:pt x="65532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107950">
                  <a:moveTo>
                    <a:pt x="2000250" y="94488"/>
                  </a:moveTo>
                  <a:lnTo>
                    <a:pt x="655320" y="94488"/>
                  </a:lnTo>
                  <a:lnTo>
                    <a:pt x="65532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107950">
                  <a:moveTo>
                    <a:pt x="2000250" y="91440"/>
                  </a:moveTo>
                  <a:lnTo>
                    <a:pt x="655320" y="91440"/>
                  </a:lnTo>
                  <a:lnTo>
                    <a:pt x="65532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107950">
                  <a:moveTo>
                    <a:pt x="2000250" y="88392"/>
                  </a:moveTo>
                  <a:lnTo>
                    <a:pt x="655320" y="88392"/>
                  </a:lnTo>
                  <a:lnTo>
                    <a:pt x="65532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107950">
                  <a:moveTo>
                    <a:pt x="2000250" y="85344"/>
                  </a:moveTo>
                  <a:lnTo>
                    <a:pt x="655320" y="85344"/>
                  </a:lnTo>
                  <a:lnTo>
                    <a:pt x="65532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107950">
                  <a:moveTo>
                    <a:pt x="2000250" y="82296"/>
                  </a:moveTo>
                  <a:lnTo>
                    <a:pt x="655320" y="82296"/>
                  </a:lnTo>
                  <a:lnTo>
                    <a:pt x="65532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107950">
                  <a:moveTo>
                    <a:pt x="2000250" y="79248"/>
                  </a:moveTo>
                  <a:lnTo>
                    <a:pt x="655320" y="79248"/>
                  </a:lnTo>
                  <a:lnTo>
                    <a:pt x="65532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107950">
                  <a:moveTo>
                    <a:pt x="2000250" y="76200"/>
                  </a:moveTo>
                  <a:lnTo>
                    <a:pt x="655320" y="76200"/>
                  </a:lnTo>
                  <a:lnTo>
                    <a:pt x="65532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107950">
                  <a:moveTo>
                    <a:pt x="2000250" y="73152"/>
                  </a:moveTo>
                  <a:lnTo>
                    <a:pt x="655320" y="73152"/>
                  </a:lnTo>
                  <a:lnTo>
                    <a:pt x="65532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107950">
                  <a:moveTo>
                    <a:pt x="2000250" y="70104"/>
                  </a:moveTo>
                  <a:lnTo>
                    <a:pt x="655320" y="70104"/>
                  </a:lnTo>
                  <a:lnTo>
                    <a:pt x="65532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107950">
                  <a:moveTo>
                    <a:pt x="2000250" y="67056"/>
                  </a:moveTo>
                  <a:lnTo>
                    <a:pt x="655320" y="67056"/>
                  </a:lnTo>
                  <a:lnTo>
                    <a:pt x="65532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107950">
                  <a:moveTo>
                    <a:pt x="2000250" y="64008"/>
                  </a:moveTo>
                  <a:lnTo>
                    <a:pt x="655320" y="64008"/>
                  </a:lnTo>
                  <a:lnTo>
                    <a:pt x="65532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107950">
                  <a:moveTo>
                    <a:pt x="2000250" y="60960"/>
                  </a:moveTo>
                  <a:lnTo>
                    <a:pt x="655320" y="60960"/>
                  </a:lnTo>
                  <a:lnTo>
                    <a:pt x="65532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107950">
                  <a:moveTo>
                    <a:pt x="2000250" y="57912"/>
                  </a:moveTo>
                  <a:lnTo>
                    <a:pt x="655320" y="57912"/>
                  </a:lnTo>
                  <a:lnTo>
                    <a:pt x="65532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107950">
                  <a:moveTo>
                    <a:pt x="2000250" y="54864"/>
                  </a:moveTo>
                  <a:lnTo>
                    <a:pt x="655320" y="54864"/>
                  </a:lnTo>
                  <a:lnTo>
                    <a:pt x="65532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107950">
                  <a:moveTo>
                    <a:pt x="2000250" y="51816"/>
                  </a:moveTo>
                  <a:lnTo>
                    <a:pt x="655320" y="51816"/>
                  </a:lnTo>
                  <a:lnTo>
                    <a:pt x="65532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107950">
                  <a:moveTo>
                    <a:pt x="2000250" y="48768"/>
                  </a:moveTo>
                  <a:lnTo>
                    <a:pt x="655320" y="48768"/>
                  </a:lnTo>
                  <a:lnTo>
                    <a:pt x="65532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107950">
                  <a:moveTo>
                    <a:pt x="2000250" y="45720"/>
                  </a:moveTo>
                  <a:lnTo>
                    <a:pt x="655320" y="45720"/>
                  </a:lnTo>
                  <a:lnTo>
                    <a:pt x="65532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107950">
                  <a:moveTo>
                    <a:pt x="2000250" y="42672"/>
                  </a:moveTo>
                  <a:lnTo>
                    <a:pt x="655320" y="42672"/>
                  </a:lnTo>
                  <a:lnTo>
                    <a:pt x="65532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107950">
                  <a:moveTo>
                    <a:pt x="2000250" y="39624"/>
                  </a:moveTo>
                  <a:lnTo>
                    <a:pt x="655320" y="39624"/>
                  </a:lnTo>
                  <a:lnTo>
                    <a:pt x="65532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107950">
                  <a:moveTo>
                    <a:pt x="2000250" y="36576"/>
                  </a:moveTo>
                  <a:lnTo>
                    <a:pt x="655320" y="36576"/>
                  </a:lnTo>
                  <a:lnTo>
                    <a:pt x="65532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107950">
                  <a:moveTo>
                    <a:pt x="2000250" y="33528"/>
                  </a:moveTo>
                  <a:lnTo>
                    <a:pt x="655320" y="33528"/>
                  </a:lnTo>
                  <a:lnTo>
                    <a:pt x="65532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107950">
                  <a:moveTo>
                    <a:pt x="2000250" y="30480"/>
                  </a:moveTo>
                  <a:lnTo>
                    <a:pt x="655320" y="30480"/>
                  </a:lnTo>
                  <a:lnTo>
                    <a:pt x="65532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107950">
                  <a:moveTo>
                    <a:pt x="2000250" y="27432"/>
                  </a:moveTo>
                  <a:lnTo>
                    <a:pt x="655320" y="27432"/>
                  </a:lnTo>
                  <a:lnTo>
                    <a:pt x="65532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107950">
                  <a:moveTo>
                    <a:pt x="2000250" y="24384"/>
                  </a:moveTo>
                  <a:lnTo>
                    <a:pt x="655320" y="24384"/>
                  </a:lnTo>
                  <a:lnTo>
                    <a:pt x="65532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107950">
                  <a:moveTo>
                    <a:pt x="2000250" y="21336"/>
                  </a:moveTo>
                  <a:lnTo>
                    <a:pt x="655320" y="21336"/>
                  </a:lnTo>
                  <a:lnTo>
                    <a:pt x="65532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107950">
                  <a:moveTo>
                    <a:pt x="2000250" y="18288"/>
                  </a:moveTo>
                  <a:lnTo>
                    <a:pt x="655320" y="18288"/>
                  </a:lnTo>
                  <a:lnTo>
                    <a:pt x="65532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107950">
                  <a:moveTo>
                    <a:pt x="2000250" y="15240"/>
                  </a:moveTo>
                  <a:lnTo>
                    <a:pt x="655320" y="15240"/>
                  </a:lnTo>
                  <a:lnTo>
                    <a:pt x="65532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107950">
                  <a:moveTo>
                    <a:pt x="2000250" y="12192"/>
                  </a:moveTo>
                  <a:lnTo>
                    <a:pt x="655320" y="12192"/>
                  </a:lnTo>
                  <a:lnTo>
                    <a:pt x="65532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107950">
                  <a:moveTo>
                    <a:pt x="2000250" y="9144"/>
                  </a:moveTo>
                  <a:lnTo>
                    <a:pt x="655320" y="9144"/>
                  </a:lnTo>
                  <a:lnTo>
                    <a:pt x="65532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107950">
                  <a:moveTo>
                    <a:pt x="2000250" y="6096"/>
                  </a:moveTo>
                  <a:lnTo>
                    <a:pt x="655320" y="6096"/>
                  </a:lnTo>
                  <a:lnTo>
                    <a:pt x="65532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107950">
                  <a:moveTo>
                    <a:pt x="2000250" y="3048"/>
                  </a:moveTo>
                  <a:lnTo>
                    <a:pt x="655320" y="3048"/>
                  </a:lnTo>
                  <a:lnTo>
                    <a:pt x="65532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107950">
                  <a:moveTo>
                    <a:pt x="2000250" y="0"/>
                  </a:moveTo>
                  <a:lnTo>
                    <a:pt x="655320" y="0"/>
                  </a:lnTo>
                  <a:lnTo>
                    <a:pt x="65532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383925" y="5863479"/>
              <a:ext cx="2000250" cy="107950"/>
            </a:xfrm>
            <a:custGeom>
              <a:avLst/>
              <a:gdLst/>
              <a:ahLst/>
              <a:cxnLst/>
              <a:rect l="l" t="t" r="r" b="b"/>
              <a:pathLst>
                <a:path w="2000250" h="107950">
                  <a:moveTo>
                    <a:pt x="14478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44780" y="107442"/>
                  </a:lnTo>
                  <a:lnTo>
                    <a:pt x="144780" y="106680"/>
                  </a:lnTo>
                  <a:close/>
                </a:path>
                <a:path w="2000250" h="107950">
                  <a:moveTo>
                    <a:pt x="14478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44780" y="104394"/>
                  </a:lnTo>
                  <a:lnTo>
                    <a:pt x="144780" y="103632"/>
                  </a:lnTo>
                  <a:close/>
                </a:path>
                <a:path w="2000250" h="107950">
                  <a:moveTo>
                    <a:pt x="14478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44780" y="101346"/>
                  </a:lnTo>
                  <a:lnTo>
                    <a:pt x="144780" y="100584"/>
                  </a:lnTo>
                  <a:close/>
                </a:path>
                <a:path w="2000250" h="107950">
                  <a:moveTo>
                    <a:pt x="14478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44780" y="98298"/>
                  </a:lnTo>
                  <a:lnTo>
                    <a:pt x="144780" y="97536"/>
                  </a:lnTo>
                  <a:close/>
                </a:path>
                <a:path w="2000250" h="107950">
                  <a:moveTo>
                    <a:pt x="14478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44780" y="95250"/>
                  </a:lnTo>
                  <a:lnTo>
                    <a:pt x="144780" y="94488"/>
                  </a:lnTo>
                  <a:close/>
                </a:path>
                <a:path w="2000250" h="107950">
                  <a:moveTo>
                    <a:pt x="14478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44780" y="92202"/>
                  </a:lnTo>
                  <a:lnTo>
                    <a:pt x="144780" y="91440"/>
                  </a:lnTo>
                  <a:close/>
                </a:path>
                <a:path w="2000250" h="107950">
                  <a:moveTo>
                    <a:pt x="14478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44780" y="89154"/>
                  </a:lnTo>
                  <a:lnTo>
                    <a:pt x="144780" y="88392"/>
                  </a:lnTo>
                  <a:close/>
                </a:path>
                <a:path w="2000250" h="107950">
                  <a:moveTo>
                    <a:pt x="14478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44780" y="86106"/>
                  </a:lnTo>
                  <a:lnTo>
                    <a:pt x="144780" y="85344"/>
                  </a:lnTo>
                  <a:close/>
                </a:path>
                <a:path w="2000250" h="107950">
                  <a:moveTo>
                    <a:pt x="14478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44780" y="83058"/>
                  </a:lnTo>
                  <a:lnTo>
                    <a:pt x="144780" y="82296"/>
                  </a:lnTo>
                  <a:close/>
                </a:path>
                <a:path w="2000250" h="107950">
                  <a:moveTo>
                    <a:pt x="14478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44780" y="80010"/>
                  </a:lnTo>
                  <a:lnTo>
                    <a:pt x="144780" y="79248"/>
                  </a:lnTo>
                  <a:close/>
                </a:path>
                <a:path w="2000250" h="107950">
                  <a:moveTo>
                    <a:pt x="14478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44780" y="76962"/>
                  </a:lnTo>
                  <a:lnTo>
                    <a:pt x="144780" y="76200"/>
                  </a:lnTo>
                  <a:close/>
                </a:path>
                <a:path w="2000250" h="107950">
                  <a:moveTo>
                    <a:pt x="14478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44780" y="73914"/>
                  </a:lnTo>
                  <a:lnTo>
                    <a:pt x="144780" y="73152"/>
                  </a:lnTo>
                  <a:close/>
                </a:path>
                <a:path w="2000250" h="107950">
                  <a:moveTo>
                    <a:pt x="14478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44780" y="70866"/>
                  </a:lnTo>
                  <a:lnTo>
                    <a:pt x="144780" y="70104"/>
                  </a:lnTo>
                  <a:close/>
                </a:path>
                <a:path w="2000250" h="107950">
                  <a:moveTo>
                    <a:pt x="14478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44780" y="67818"/>
                  </a:lnTo>
                  <a:lnTo>
                    <a:pt x="144780" y="67056"/>
                  </a:lnTo>
                  <a:close/>
                </a:path>
                <a:path w="2000250" h="107950">
                  <a:moveTo>
                    <a:pt x="14478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44780" y="64770"/>
                  </a:lnTo>
                  <a:lnTo>
                    <a:pt x="144780" y="64008"/>
                  </a:lnTo>
                  <a:close/>
                </a:path>
                <a:path w="2000250" h="107950">
                  <a:moveTo>
                    <a:pt x="14478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44780" y="61722"/>
                  </a:lnTo>
                  <a:lnTo>
                    <a:pt x="144780" y="60960"/>
                  </a:lnTo>
                  <a:close/>
                </a:path>
                <a:path w="2000250" h="107950">
                  <a:moveTo>
                    <a:pt x="14478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44780" y="58674"/>
                  </a:lnTo>
                  <a:lnTo>
                    <a:pt x="144780" y="57912"/>
                  </a:lnTo>
                  <a:close/>
                </a:path>
                <a:path w="2000250" h="107950">
                  <a:moveTo>
                    <a:pt x="14478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44780" y="55626"/>
                  </a:lnTo>
                  <a:lnTo>
                    <a:pt x="144780" y="54864"/>
                  </a:lnTo>
                  <a:close/>
                </a:path>
                <a:path w="2000250" h="107950">
                  <a:moveTo>
                    <a:pt x="14478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44780" y="52578"/>
                  </a:lnTo>
                  <a:lnTo>
                    <a:pt x="144780" y="51816"/>
                  </a:lnTo>
                  <a:close/>
                </a:path>
                <a:path w="2000250" h="107950">
                  <a:moveTo>
                    <a:pt x="14478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44780" y="49530"/>
                  </a:lnTo>
                  <a:lnTo>
                    <a:pt x="144780" y="48768"/>
                  </a:lnTo>
                  <a:close/>
                </a:path>
                <a:path w="2000250" h="107950">
                  <a:moveTo>
                    <a:pt x="14478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44780" y="46482"/>
                  </a:lnTo>
                  <a:lnTo>
                    <a:pt x="144780" y="45720"/>
                  </a:lnTo>
                  <a:close/>
                </a:path>
                <a:path w="2000250" h="107950">
                  <a:moveTo>
                    <a:pt x="14478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44780" y="43434"/>
                  </a:lnTo>
                  <a:lnTo>
                    <a:pt x="144780" y="42672"/>
                  </a:lnTo>
                  <a:close/>
                </a:path>
                <a:path w="2000250" h="107950">
                  <a:moveTo>
                    <a:pt x="14478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44780" y="40386"/>
                  </a:lnTo>
                  <a:lnTo>
                    <a:pt x="144780" y="39624"/>
                  </a:lnTo>
                  <a:close/>
                </a:path>
                <a:path w="2000250" h="107950">
                  <a:moveTo>
                    <a:pt x="14478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44780" y="37338"/>
                  </a:lnTo>
                  <a:lnTo>
                    <a:pt x="144780" y="36576"/>
                  </a:lnTo>
                  <a:close/>
                </a:path>
                <a:path w="2000250" h="107950">
                  <a:moveTo>
                    <a:pt x="14478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44780" y="34290"/>
                  </a:lnTo>
                  <a:lnTo>
                    <a:pt x="144780" y="33528"/>
                  </a:lnTo>
                  <a:close/>
                </a:path>
                <a:path w="2000250" h="107950">
                  <a:moveTo>
                    <a:pt x="14478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44780" y="31242"/>
                  </a:lnTo>
                  <a:lnTo>
                    <a:pt x="144780" y="30480"/>
                  </a:lnTo>
                  <a:close/>
                </a:path>
                <a:path w="2000250" h="107950">
                  <a:moveTo>
                    <a:pt x="14478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44780" y="28194"/>
                  </a:lnTo>
                  <a:lnTo>
                    <a:pt x="144780" y="27432"/>
                  </a:lnTo>
                  <a:close/>
                </a:path>
                <a:path w="2000250" h="107950">
                  <a:moveTo>
                    <a:pt x="14478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44780" y="25146"/>
                  </a:lnTo>
                  <a:lnTo>
                    <a:pt x="144780" y="24384"/>
                  </a:lnTo>
                  <a:close/>
                </a:path>
                <a:path w="2000250" h="107950">
                  <a:moveTo>
                    <a:pt x="1447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44780" y="22098"/>
                  </a:lnTo>
                  <a:lnTo>
                    <a:pt x="144780" y="21336"/>
                  </a:lnTo>
                  <a:close/>
                </a:path>
                <a:path w="2000250" h="107950">
                  <a:moveTo>
                    <a:pt x="1447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44780" y="19050"/>
                  </a:lnTo>
                  <a:lnTo>
                    <a:pt x="144780" y="18288"/>
                  </a:lnTo>
                  <a:close/>
                </a:path>
                <a:path w="2000250" h="107950">
                  <a:moveTo>
                    <a:pt x="1447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44780" y="16002"/>
                  </a:lnTo>
                  <a:lnTo>
                    <a:pt x="144780" y="15240"/>
                  </a:lnTo>
                  <a:close/>
                </a:path>
                <a:path w="2000250" h="107950">
                  <a:moveTo>
                    <a:pt x="1447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44780" y="12954"/>
                  </a:lnTo>
                  <a:lnTo>
                    <a:pt x="144780" y="12192"/>
                  </a:lnTo>
                  <a:close/>
                </a:path>
                <a:path w="2000250" h="107950">
                  <a:moveTo>
                    <a:pt x="1447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44780" y="9906"/>
                  </a:lnTo>
                  <a:lnTo>
                    <a:pt x="144780" y="9144"/>
                  </a:lnTo>
                  <a:close/>
                </a:path>
                <a:path w="2000250" h="107950">
                  <a:moveTo>
                    <a:pt x="1447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44780" y="6858"/>
                  </a:lnTo>
                  <a:lnTo>
                    <a:pt x="144780" y="6096"/>
                  </a:lnTo>
                  <a:close/>
                </a:path>
                <a:path w="2000250" h="107950">
                  <a:moveTo>
                    <a:pt x="1447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44780" y="3810"/>
                  </a:lnTo>
                  <a:lnTo>
                    <a:pt x="144780" y="3048"/>
                  </a:lnTo>
                  <a:close/>
                </a:path>
                <a:path w="2000250" h="107950">
                  <a:moveTo>
                    <a:pt x="2000250" y="106680"/>
                  </a:moveTo>
                  <a:lnTo>
                    <a:pt x="655320" y="106680"/>
                  </a:lnTo>
                  <a:lnTo>
                    <a:pt x="65532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107950">
                  <a:moveTo>
                    <a:pt x="2000250" y="103632"/>
                  </a:moveTo>
                  <a:lnTo>
                    <a:pt x="655320" y="103632"/>
                  </a:lnTo>
                  <a:lnTo>
                    <a:pt x="65532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107950">
                  <a:moveTo>
                    <a:pt x="2000250" y="100584"/>
                  </a:moveTo>
                  <a:lnTo>
                    <a:pt x="655320" y="100584"/>
                  </a:lnTo>
                  <a:lnTo>
                    <a:pt x="65532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107950">
                  <a:moveTo>
                    <a:pt x="2000250" y="97536"/>
                  </a:moveTo>
                  <a:lnTo>
                    <a:pt x="655320" y="97536"/>
                  </a:lnTo>
                  <a:lnTo>
                    <a:pt x="65532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107950">
                  <a:moveTo>
                    <a:pt x="2000250" y="94488"/>
                  </a:moveTo>
                  <a:lnTo>
                    <a:pt x="655320" y="94488"/>
                  </a:lnTo>
                  <a:lnTo>
                    <a:pt x="65532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107950">
                  <a:moveTo>
                    <a:pt x="2000250" y="91440"/>
                  </a:moveTo>
                  <a:lnTo>
                    <a:pt x="655320" y="91440"/>
                  </a:lnTo>
                  <a:lnTo>
                    <a:pt x="65532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107950">
                  <a:moveTo>
                    <a:pt x="2000250" y="88392"/>
                  </a:moveTo>
                  <a:lnTo>
                    <a:pt x="655320" y="88392"/>
                  </a:lnTo>
                  <a:lnTo>
                    <a:pt x="65532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107950">
                  <a:moveTo>
                    <a:pt x="2000250" y="85344"/>
                  </a:moveTo>
                  <a:lnTo>
                    <a:pt x="655320" y="85344"/>
                  </a:lnTo>
                  <a:lnTo>
                    <a:pt x="65532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107950">
                  <a:moveTo>
                    <a:pt x="2000250" y="82296"/>
                  </a:moveTo>
                  <a:lnTo>
                    <a:pt x="655320" y="82296"/>
                  </a:lnTo>
                  <a:lnTo>
                    <a:pt x="65532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107950">
                  <a:moveTo>
                    <a:pt x="2000250" y="79248"/>
                  </a:moveTo>
                  <a:lnTo>
                    <a:pt x="655320" y="79248"/>
                  </a:lnTo>
                  <a:lnTo>
                    <a:pt x="65532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107950">
                  <a:moveTo>
                    <a:pt x="2000250" y="76200"/>
                  </a:moveTo>
                  <a:lnTo>
                    <a:pt x="655320" y="76200"/>
                  </a:lnTo>
                  <a:lnTo>
                    <a:pt x="65532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107950">
                  <a:moveTo>
                    <a:pt x="2000250" y="73152"/>
                  </a:moveTo>
                  <a:lnTo>
                    <a:pt x="655320" y="73152"/>
                  </a:lnTo>
                  <a:lnTo>
                    <a:pt x="65532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107950">
                  <a:moveTo>
                    <a:pt x="2000250" y="70104"/>
                  </a:moveTo>
                  <a:lnTo>
                    <a:pt x="655320" y="70104"/>
                  </a:lnTo>
                  <a:lnTo>
                    <a:pt x="65532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107950">
                  <a:moveTo>
                    <a:pt x="2000250" y="67056"/>
                  </a:moveTo>
                  <a:lnTo>
                    <a:pt x="655320" y="67056"/>
                  </a:lnTo>
                  <a:lnTo>
                    <a:pt x="65532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107950">
                  <a:moveTo>
                    <a:pt x="2000250" y="64008"/>
                  </a:moveTo>
                  <a:lnTo>
                    <a:pt x="655320" y="64008"/>
                  </a:lnTo>
                  <a:lnTo>
                    <a:pt x="65532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107950">
                  <a:moveTo>
                    <a:pt x="2000250" y="60960"/>
                  </a:moveTo>
                  <a:lnTo>
                    <a:pt x="655320" y="60960"/>
                  </a:lnTo>
                  <a:lnTo>
                    <a:pt x="65532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107950">
                  <a:moveTo>
                    <a:pt x="2000250" y="57912"/>
                  </a:moveTo>
                  <a:lnTo>
                    <a:pt x="655320" y="57912"/>
                  </a:lnTo>
                  <a:lnTo>
                    <a:pt x="65532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107950">
                  <a:moveTo>
                    <a:pt x="2000250" y="54864"/>
                  </a:moveTo>
                  <a:lnTo>
                    <a:pt x="655320" y="54864"/>
                  </a:lnTo>
                  <a:lnTo>
                    <a:pt x="65532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107950">
                  <a:moveTo>
                    <a:pt x="2000250" y="51816"/>
                  </a:moveTo>
                  <a:lnTo>
                    <a:pt x="655320" y="51816"/>
                  </a:lnTo>
                  <a:lnTo>
                    <a:pt x="65532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107950">
                  <a:moveTo>
                    <a:pt x="2000250" y="48768"/>
                  </a:moveTo>
                  <a:lnTo>
                    <a:pt x="655320" y="48768"/>
                  </a:lnTo>
                  <a:lnTo>
                    <a:pt x="65532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107950">
                  <a:moveTo>
                    <a:pt x="2000250" y="45720"/>
                  </a:moveTo>
                  <a:lnTo>
                    <a:pt x="655320" y="45720"/>
                  </a:lnTo>
                  <a:lnTo>
                    <a:pt x="65532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107950">
                  <a:moveTo>
                    <a:pt x="2000250" y="42672"/>
                  </a:moveTo>
                  <a:lnTo>
                    <a:pt x="655320" y="42672"/>
                  </a:lnTo>
                  <a:lnTo>
                    <a:pt x="65532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107950">
                  <a:moveTo>
                    <a:pt x="2000250" y="39624"/>
                  </a:moveTo>
                  <a:lnTo>
                    <a:pt x="655320" y="39624"/>
                  </a:lnTo>
                  <a:lnTo>
                    <a:pt x="65532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107950">
                  <a:moveTo>
                    <a:pt x="2000250" y="36576"/>
                  </a:moveTo>
                  <a:lnTo>
                    <a:pt x="655320" y="36576"/>
                  </a:lnTo>
                  <a:lnTo>
                    <a:pt x="65532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107950">
                  <a:moveTo>
                    <a:pt x="2000250" y="33528"/>
                  </a:moveTo>
                  <a:lnTo>
                    <a:pt x="655320" y="33528"/>
                  </a:lnTo>
                  <a:lnTo>
                    <a:pt x="65532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107950">
                  <a:moveTo>
                    <a:pt x="2000250" y="30480"/>
                  </a:moveTo>
                  <a:lnTo>
                    <a:pt x="655320" y="30480"/>
                  </a:lnTo>
                  <a:lnTo>
                    <a:pt x="65532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107950">
                  <a:moveTo>
                    <a:pt x="2000250" y="27432"/>
                  </a:moveTo>
                  <a:lnTo>
                    <a:pt x="655320" y="27432"/>
                  </a:lnTo>
                  <a:lnTo>
                    <a:pt x="65532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107950">
                  <a:moveTo>
                    <a:pt x="2000250" y="24384"/>
                  </a:moveTo>
                  <a:lnTo>
                    <a:pt x="655320" y="24384"/>
                  </a:lnTo>
                  <a:lnTo>
                    <a:pt x="65532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107950">
                  <a:moveTo>
                    <a:pt x="2000250" y="21336"/>
                  </a:moveTo>
                  <a:lnTo>
                    <a:pt x="655320" y="21336"/>
                  </a:lnTo>
                  <a:lnTo>
                    <a:pt x="65532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107950">
                  <a:moveTo>
                    <a:pt x="2000250" y="18288"/>
                  </a:moveTo>
                  <a:lnTo>
                    <a:pt x="655320" y="18288"/>
                  </a:lnTo>
                  <a:lnTo>
                    <a:pt x="65532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107950">
                  <a:moveTo>
                    <a:pt x="2000250" y="15240"/>
                  </a:moveTo>
                  <a:lnTo>
                    <a:pt x="655320" y="15240"/>
                  </a:lnTo>
                  <a:lnTo>
                    <a:pt x="65532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107950">
                  <a:moveTo>
                    <a:pt x="2000250" y="12192"/>
                  </a:moveTo>
                  <a:lnTo>
                    <a:pt x="655320" y="12192"/>
                  </a:lnTo>
                  <a:lnTo>
                    <a:pt x="65532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107950">
                  <a:moveTo>
                    <a:pt x="2000250" y="9144"/>
                  </a:moveTo>
                  <a:lnTo>
                    <a:pt x="655320" y="9144"/>
                  </a:lnTo>
                  <a:lnTo>
                    <a:pt x="65532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107950">
                  <a:moveTo>
                    <a:pt x="2000250" y="6096"/>
                  </a:moveTo>
                  <a:lnTo>
                    <a:pt x="655320" y="6096"/>
                  </a:lnTo>
                  <a:lnTo>
                    <a:pt x="65532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107950">
                  <a:moveTo>
                    <a:pt x="2000250" y="3048"/>
                  </a:moveTo>
                  <a:lnTo>
                    <a:pt x="655320" y="3048"/>
                  </a:lnTo>
                  <a:lnTo>
                    <a:pt x="65532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107950">
                  <a:moveTo>
                    <a:pt x="2000250" y="0"/>
                  </a:moveTo>
                  <a:lnTo>
                    <a:pt x="655320" y="0"/>
                  </a:lnTo>
                  <a:lnTo>
                    <a:pt x="65532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383925" y="5970159"/>
              <a:ext cx="2000250" cy="107950"/>
            </a:xfrm>
            <a:custGeom>
              <a:avLst/>
              <a:gdLst/>
              <a:ahLst/>
              <a:cxnLst/>
              <a:rect l="l" t="t" r="r" b="b"/>
              <a:pathLst>
                <a:path w="2000250" h="107950">
                  <a:moveTo>
                    <a:pt x="14478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44780" y="107442"/>
                  </a:lnTo>
                  <a:lnTo>
                    <a:pt x="144780" y="106680"/>
                  </a:lnTo>
                  <a:close/>
                </a:path>
                <a:path w="2000250" h="107950">
                  <a:moveTo>
                    <a:pt x="14478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44780" y="104394"/>
                  </a:lnTo>
                  <a:lnTo>
                    <a:pt x="144780" y="103632"/>
                  </a:lnTo>
                  <a:close/>
                </a:path>
                <a:path w="2000250" h="107950">
                  <a:moveTo>
                    <a:pt x="14478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44780" y="101346"/>
                  </a:lnTo>
                  <a:lnTo>
                    <a:pt x="144780" y="100584"/>
                  </a:lnTo>
                  <a:close/>
                </a:path>
                <a:path w="2000250" h="107950">
                  <a:moveTo>
                    <a:pt x="14478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44780" y="98298"/>
                  </a:lnTo>
                  <a:lnTo>
                    <a:pt x="144780" y="97536"/>
                  </a:lnTo>
                  <a:close/>
                </a:path>
                <a:path w="2000250" h="107950">
                  <a:moveTo>
                    <a:pt x="14478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44780" y="95250"/>
                  </a:lnTo>
                  <a:lnTo>
                    <a:pt x="144780" y="94488"/>
                  </a:lnTo>
                  <a:close/>
                </a:path>
                <a:path w="2000250" h="107950">
                  <a:moveTo>
                    <a:pt x="14478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44780" y="92202"/>
                  </a:lnTo>
                  <a:lnTo>
                    <a:pt x="144780" y="91440"/>
                  </a:lnTo>
                  <a:close/>
                </a:path>
                <a:path w="2000250" h="107950">
                  <a:moveTo>
                    <a:pt x="14478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44780" y="89154"/>
                  </a:lnTo>
                  <a:lnTo>
                    <a:pt x="144780" y="88392"/>
                  </a:lnTo>
                  <a:close/>
                </a:path>
                <a:path w="2000250" h="107950">
                  <a:moveTo>
                    <a:pt x="14478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44780" y="86106"/>
                  </a:lnTo>
                  <a:lnTo>
                    <a:pt x="144780" y="85344"/>
                  </a:lnTo>
                  <a:close/>
                </a:path>
                <a:path w="2000250" h="107950">
                  <a:moveTo>
                    <a:pt x="14478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44780" y="83058"/>
                  </a:lnTo>
                  <a:lnTo>
                    <a:pt x="144780" y="82296"/>
                  </a:lnTo>
                  <a:close/>
                </a:path>
                <a:path w="2000250" h="107950">
                  <a:moveTo>
                    <a:pt x="14478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44780" y="80010"/>
                  </a:lnTo>
                  <a:lnTo>
                    <a:pt x="144780" y="79248"/>
                  </a:lnTo>
                  <a:close/>
                </a:path>
                <a:path w="2000250" h="107950">
                  <a:moveTo>
                    <a:pt x="14478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44780" y="76962"/>
                  </a:lnTo>
                  <a:lnTo>
                    <a:pt x="144780" y="76200"/>
                  </a:lnTo>
                  <a:close/>
                </a:path>
                <a:path w="2000250" h="107950">
                  <a:moveTo>
                    <a:pt x="14478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44780" y="73914"/>
                  </a:lnTo>
                  <a:lnTo>
                    <a:pt x="144780" y="73152"/>
                  </a:lnTo>
                  <a:close/>
                </a:path>
                <a:path w="2000250" h="107950">
                  <a:moveTo>
                    <a:pt x="14478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44780" y="70866"/>
                  </a:lnTo>
                  <a:lnTo>
                    <a:pt x="144780" y="70104"/>
                  </a:lnTo>
                  <a:close/>
                </a:path>
                <a:path w="2000250" h="107950">
                  <a:moveTo>
                    <a:pt x="14478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44780" y="67818"/>
                  </a:lnTo>
                  <a:lnTo>
                    <a:pt x="144780" y="67056"/>
                  </a:lnTo>
                  <a:close/>
                </a:path>
                <a:path w="2000250" h="107950">
                  <a:moveTo>
                    <a:pt x="14478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44780" y="64770"/>
                  </a:lnTo>
                  <a:lnTo>
                    <a:pt x="144780" y="64008"/>
                  </a:lnTo>
                  <a:close/>
                </a:path>
                <a:path w="2000250" h="107950">
                  <a:moveTo>
                    <a:pt x="14478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44780" y="61722"/>
                  </a:lnTo>
                  <a:lnTo>
                    <a:pt x="144780" y="60960"/>
                  </a:lnTo>
                  <a:close/>
                </a:path>
                <a:path w="2000250" h="107950">
                  <a:moveTo>
                    <a:pt x="14478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44780" y="58674"/>
                  </a:lnTo>
                  <a:lnTo>
                    <a:pt x="144780" y="57912"/>
                  </a:lnTo>
                  <a:close/>
                </a:path>
                <a:path w="2000250" h="107950">
                  <a:moveTo>
                    <a:pt x="14478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44780" y="55626"/>
                  </a:lnTo>
                  <a:lnTo>
                    <a:pt x="144780" y="54864"/>
                  </a:lnTo>
                  <a:close/>
                </a:path>
                <a:path w="2000250" h="107950">
                  <a:moveTo>
                    <a:pt x="14478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44780" y="52578"/>
                  </a:lnTo>
                  <a:lnTo>
                    <a:pt x="144780" y="51816"/>
                  </a:lnTo>
                  <a:close/>
                </a:path>
                <a:path w="2000250" h="107950">
                  <a:moveTo>
                    <a:pt x="14478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44780" y="49530"/>
                  </a:lnTo>
                  <a:lnTo>
                    <a:pt x="144780" y="48768"/>
                  </a:lnTo>
                  <a:close/>
                </a:path>
                <a:path w="2000250" h="107950">
                  <a:moveTo>
                    <a:pt x="14478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44780" y="46482"/>
                  </a:lnTo>
                  <a:lnTo>
                    <a:pt x="144780" y="45720"/>
                  </a:lnTo>
                  <a:close/>
                </a:path>
                <a:path w="2000250" h="107950">
                  <a:moveTo>
                    <a:pt x="14478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44780" y="43434"/>
                  </a:lnTo>
                  <a:lnTo>
                    <a:pt x="144780" y="42672"/>
                  </a:lnTo>
                  <a:close/>
                </a:path>
                <a:path w="2000250" h="107950">
                  <a:moveTo>
                    <a:pt x="14478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44780" y="40386"/>
                  </a:lnTo>
                  <a:lnTo>
                    <a:pt x="144780" y="39624"/>
                  </a:lnTo>
                  <a:close/>
                </a:path>
                <a:path w="2000250" h="107950">
                  <a:moveTo>
                    <a:pt x="14478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44780" y="37338"/>
                  </a:lnTo>
                  <a:lnTo>
                    <a:pt x="144780" y="36576"/>
                  </a:lnTo>
                  <a:close/>
                </a:path>
                <a:path w="2000250" h="107950">
                  <a:moveTo>
                    <a:pt x="14478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44780" y="34290"/>
                  </a:lnTo>
                  <a:lnTo>
                    <a:pt x="144780" y="33528"/>
                  </a:lnTo>
                  <a:close/>
                </a:path>
                <a:path w="2000250" h="107950">
                  <a:moveTo>
                    <a:pt x="14478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44780" y="31242"/>
                  </a:lnTo>
                  <a:lnTo>
                    <a:pt x="144780" y="30480"/>
                  </a:lnTo>
                  <a:close/>
                </a:path>
                <a:path w="2000250" h="107950">
                  <a:moveTo>
                    <a:pt x="14478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44780" y="28194"/>
                  </a:lnTo>
                  <a:lnTo>
                    <a:pt x="144780" y="27432"/>
                  </a:lnTo>
                  <a:close/>
                </a:path>
                <a:path w="2000250" h="107950">
                  <a:moveTo>
                    <a:pt x="14478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44780" y="25146"/>
                  </a:lnTo>
                  <a:lnTo>
                    <a:pt x="144780" y="24384"/>
                  </a:lnTo>
                  <a:close/>
                </a:path>
                <a:path w="2000250" h="107950">
                  <a:moveTo>
                    <a:pt x="1447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44780" y="22098"/>
                  </a:lnTo>
                  <a:lnTo>
                    <a:pt x="144780" y="21336"/>
                  </a:lnTo>
                  <a:close/>
                </a:path>
                <a:path w="2000250" h="107950">
                  <a:moveTo>
                    <a:pt x="1447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44780" y="19050"/>
                  </a:lnTo>
                  <a:lnTo>
                    <a:pt x="144780" y="18288"/>
                  </a:lnTo>
                  <a:close/>
                </a:path>
                <a:path w="2000250" h="107950">
                  <a:moveTo>
                    <a:pt x="1447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44780" y="16002"/>
                  </a:lnTo>
                  <a:lnTo>
                    <a:pt x="144780" y="15240"/>
                  </a:lnTo>
                  <a:close/>
                </a:path>
                <a:path w="2000250" h="107950">
                  <a:moveTo>
                    <a:pt x="1447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44780" y="12954"/>
                  </a:lnTo>
                  <a:lnTo>
                    <a:pt x="144780" y="12192"/>
                  </a:lnTo>
                  <a:close/>
                </a:path>
                <a:path w="2000250" h="107950">
                  <a:moveTo>
                    <a:pt x="1447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44780" y="9906"/>
                  </a:lnTo>
                  <a:lnTo>
                    <a:pt x="144780" y="9144"/>
                  </a:lnTo>
                  <a:close/>
                </a:path>
                <a:path w="2000250" h="107950">
                  <a:moveTo>
                    <a:pt x="1447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44780" y="6858"/>
                  </a:lnTo>
                  <a:lnTo>
                    <a:pt x="144780" y="6096"/>
                  </a:lnTo>
                  <a:close/>
                </a:path>
                <a:path w="2000250" h="107950">
                  <a:moveTo>
                    <a:pt x="1447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44780" y="3810"/>
                  </a:lnTo>
                  <a:lnTo>
                    <a:pt x="144780" y="3048"/>
                  </a:lnTo>
                  <a:close/>
                </a:path>
                <a:path w="2000250" h="107950">
                  <a:moveTo>
                    <a:pt x="2000250" y="106680"/>
                  </a:moveTo>
                  <a:lnTo>
                    <a:pt x="655320" y="106680"/>
                  </a:lnTo>
                  <a:lnTo>
                    <a:pt x="65532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107950">
                  <a:moveTo>
                    <a:pt x="2000250" y="103632"/>
                  </a:moveTo>
                  <a:lnTo>
                    <a:pt x="655320" y="103632"/>
                  </a:lnTo>
                  <a:lnTo>
                    <a:pt x="65532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107950">
                  <a:moveTo>
                    <a:pt x="2000250" y="100584"/>
                  </a:moveTo>
                  <a:lnTo>
                    <a:pt x="655320" y="100584"/>
                  </a:lnTo>
                  <a:lnTo>
                    <a:pt x="65532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107950">
                  <a:moveTo>
                    <a:pt x="2000250" y="97536"/>
                  </a:moveTo>
                  <a:lnTo>
                    <a:pt x="655320" y="97536"/>
                  </a:lnTo>
                  <a:lnTo>
                    <a:pt x="65532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107950">
                  <a:moveTo>
                    <a:pt x="2000250" y="94488"/>
                  </a:moveTo>
                  <a:lnTo>
                    <a:pt x="655320" y="94488"/>
                  </a:lnTo>
                  <a:lnTo>
                    <a:pt x="65532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107950">
                  <a:moveTo>
                    <a:pt x="2000250" y="91440"/>
                  </a:moveTo>
                  <a:lnTo>
                    <a:pt x="655320" y="91440"/>
                  </a:lnTo>
                  <a:lnTo>
                    <a:pt x="65532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107950">
                  <a:moveTo>
                    <a:pt x="2000250" y="88392"/>
                  </a:moveTo>
                  <a:lnTo>
                    <a:pt x="655320" y="88392"/>
                  </a:lnTo>
                  <a:lnTo>
                    <a:pt x="65532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107950">
                  <a:moveTo>
                    <a:pt x="2000250" y="85344"/>
                  </a:moveTo>
                  <a:lnTo>
                    <a:pt x="655320" y="85344"/>
                  </a:lnTo>
                  <a:lnTo>
                    <a:pt x="65532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107950">
                  <a:moveTo>
                    <a:pt x="2000250" y="82296"/>
                  </a:moveTo>
                  <a:lnTo>
                    <a:pt x="655320" y="82296"/>
                  </a:lnTo>
                  <a:lnTo>
                    <a:pt x="65532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107950">
                  <a:moveTo>
                    <a:pt x="2000250" y="79248"/>
                  </a:moveTo>
                  <a:lnTo>
                    <a:pt x="655320" y="79248"/>
                  </a:lnTo>
                  <a:lnTo>
                    <a:pt x="65532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107950">
                  <a:moveTo>
                    <a:pt x="2000250" y="76200"/>
                  </a:moveTo>
                  <a:lnTo>
                    <a:pt x="655320" y="76200"/>
                  </a:lnTo>
                  <a:lnTo>
                    <a:pt x="65532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107950">
                  <a:moveTo>
                    <a:pt x="2000250" y="73152"/>
                  </a:moveTo>
                  <a:lnTo>
                    <a:pt x="655320" y="73152"/>
                  </a:lnTo>
                  <a:lnTo>
                    <a:pt x="65532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107950">
                  <a:moveTo>
                    <a:pt x="2000250" y="70104"/>
                  </a:moveTo>
                  <a:lnTo>
                    <a:pt x="655320" y="70104"/>
                  </a:lnTo>
                  <a:lnTo>
                    <a:pt x="65532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107950">
                  <a:moveTo>
                    <a:pt x="2000250" y="67056"/>
                  </a:moveTo>
                  <a:lnTo>
                    <a:pt x="655320" y="67056"/>
                  </a:lnTo>
                  <a:lnTo>
                    <a:pt x="65532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107950">
                  <a:moveTo>
                    <a:pt x="2000250" y="64008"/>
                  </a:moveTo>
                  <a:lnTo>
                    <a:pt x="655320" y="64008"/>
                  </a:lnTo>
                  <a:lnTo>
                    <a:pt x="65532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107950">
                  <a:moveTo>
                    <a:pt x="2000250" y="60960"/>
                  </a:moveTo>
                  <a:lnTo>
                    <a:pt x="655320" y="60960"/>
                  </a:lnTo>
                  <a:lnTo>
                    <a:pt x="65532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107950">
                  <a:moveTo>
                    <a:pt x="2000250" y="57912"/>
                  </a:moveTo>
                  <a:lnTo>
                    <a:pt x="655320" y="57912"/>
                  </a:lnTo>
                  <a:lnTo>
                    <a:pt x="65532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107950">
                  <a:moveTo>
                    <a:pt x="2000250" y="54864"/>
                  </a:moveTo>
                  <a:lnTo>
                    <a:pt x="655320" y="54864"/>
                  </a:lnTo>
                  <a:lnTo>
                    <a:pt x="65532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107950">
                  <a:moveTo>
                    <a:pt x="2000250" y="51816"/>
                  </a:moveTo>
                  <a:lnTo>
                    <a:pt x="655320" y="51816"/>
                  </a:lnTo>
                  <a:lnTo>
                    <a:pt x="65532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107950">
                  <a:moveTo>
                    <a:pt x="2000250" y="48768"/>
                  </a:moveTo>
                  <a:lnTo>
                    <a:pt x="655320" y="48768"/>
                  </a:lnTo>
                  <a:lnTo>
                    <a:pt x="65532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107950">
                  <a:moveTo>
                    <a:pt x="2000250" y="45720"/>
                  </a:moveTo>
                  <a:lnTo>
                    <a:pt x="655320" y="45720"/>
                  </a:lnTo>
                  <a:lnTo>
                    <a:pt x="65532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107950">
                  <a:moveTo>
                    <a:pt x="2000250" y="42672"/>
                  </a:moveTo>
                  <a:lnTo>
                    <a:pt x="655320" y="42672"/>
                  </a:lnTo>
                  <a:lnTo>
                    <a:pt x="65532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107950">
                  <a:moveTo>
                    <a:pt x="2000250" y="39624"/>
                  </a:moveTo>
                  <a:lnTo>
                    <a:pt x="655320" y="39624"/>
                  </a:lnTo>
                  <a:lnTo>
                    <a:pt x="65532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107950">
                  <a:moveTo>
                    <a:pt x="2000250" y="36576"/>
                  </a:moveTo>
                  <a:lnTo>
                    <a:pt x="655320" y="36576"/>
                  </a:lnTo>
                  <a:lnTo>
                    <a:pt x="65532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107950">
                  <a:moveTo>
                    <a:pt x="2000250" y="33528"/>
                  </a:moveTo>
                  <a:lnTo>
                    <a:pt x="655320" y="33528"/>
                  </a:lnTo>
                  <a:lnTo>
                    <a:pt x="65532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107950">
                  <a:moveTo>
                    <a:pt x="2000250" y="30480"/>
                  </a:moveTo>
                  <a:lnTo>
                    <a:pt x="655320" y="30480"/>
                  </a:lnTo>
                  <a:lnTo>
                    <a:pt x="65532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107950">
                  <a:moveTo>
                    <a:pt x="2000250" y="27432"/>
                  </a:moveTo>
                  <a:lnTo>
                    <a:pt x="655320" y="27432"/>
                  </a:lnTo>
                  <a:lnTo>
                    <a:pt x="65532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107950">
                  <a:moveTo>
                    <a:pt x="2000250" y="24384"/>
                  </a:moveTo>
                  <a:lnTo>
                    <a:pt x="655320" y="24384"/>
                  </a:lnTo>
                  <a:lnTo>
                    <a:pt x="65532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107950">
                  <a:moveTo>
                    <a:pt x="2000250" y="21336"/>
                  </a:moveTo>
                  <a:lnTo>
                    <a:pt x="655320" y="21336"/>
                  </a:lnTo>
                  <a:lnTo>
                    <a:pt x="65532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107950">
                  <a:moveTo>
                    <a:pt x="2000250" y="18288"/>
                  </a:moveTo>
                  <a:lnTo>
                    <a:pt x="655320" y="18288"/>
                  </a:lnTo>
                  <a:lnTo>
                    <a:pt x="65532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107950">
                  <a:moveTo>
                    <a:pt x="2000250" y="15240"/>
                  </a:moveTo>
                  <a:lnTo>
                    <a:pt x="655320" y="15240"/>
                  </a:lnTo>
                  <a:lnTo>
                    <a:pt x="65532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107950">
                  <a:moveTo>
                    <a:pt x="2000250" y="12192"/>
                  </a:moveTo>
                  <a:lnTo>
                    <a:pt x="655320" y="12192"/>
                  </a:lnTo>
                  <a:lnTo>
                    <a:pt x="65532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107950">
                  <a:moveTo>
                    <a:pt x="2000250" y="9144"/>
                  </a:moveTo>
                  <a:lnTo>
                    <a:pt x="655320" y="9144"/>
                  </a:lnTo>
                  <a:lnTo>
                    <a:pt x="65532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107950">
                  <a:moveTo>
                    <a:pt x="2000250" y="6096"/>
                  </a:moveTo>
                  <a:lnTo>
                    <a:pt x="655320" y="6096"/>
                  </a:lnTo>
                  <a:lnTo>
                    <a:pt x="65532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107950">
                  <a:moveTo>
                    <a:pt x="2000250" y="3048"/>
                  </a:moveTo>
                  <a:lnTo>
                    <a:pt x="655320" y="3048"/>
                  </a:lnTo>
                  <a:lnTo>
                    <a:pt x="65532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107950">
                  <a:moveTo>
                    <a:pt x="2000250" y="0"/>
                  </a:moveTo>
                  <a:lnTo>
                    <a:pt x="655320" y="0"/>
                  </a:lnTo>
                  <a:lnTo>
                    <a:pt x="65532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383925" y="6076839"/>
              <a:ext cx="2000250" cy="138430"/>
            </a:xfrm>
            <a:custGeom>
              <a:avLst/>
              <a:gdLst/>
              <a:ahLst/>
              <a:cxnLst/>
              <a:rect l="l" t="t" r="r" b="b"/>
              <a:pathLst>
                <a:path w="2000250" h="138429">
                  <a:moveTo>
                    <a:pt x="14478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44780" y="22098"/>
                  </a:lnTo>
                  <a:lnTo>
                    <a:pt x="144780" y="21336"/>
                  </a:lnTo>
                  <a:close/>
                </a:path>
                <a:path w="2000250" h="138429">
                  <a:moveTo>
                    <a:pt x="14478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44780" y="19050"/>
                  </a:lnTo>
                  <a:lnTo>
                    <a:pt x="144780" y="18288"/>
                  </a:lnTo>
                  <a:close/>
                </a:path>
                <a:path w="2000250" h="138429">
                  <a:moveTo>
                    <a:pt x="14478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44780" y="16002"/>
                  </a:lnTo>
                  <a:lnTo>
                    <a:pt x="144780" y="15240"/>
                  </a:lnTo>
                  <a:close/>
                </a:path>
                <a:path w="2000250" h="138429">
                  <a:moveTo>
                    <a:pt x="14478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44780" y="12954"/>
                  </a:lnTo>
                  <a:lnTo>
                    <a:pt x="144780" y="12192"/>
                  </a:lnTo>
                  <a:close/>
                </a:path>
                <a:path w="2000250" h="138429">
                  <a:moveTo>
                    <a:pt x="14478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44780" y="9906"/>
                  </a:lnTo>
                  <a:lnTo>
                    <a:pt x="144780" y="9144"/>
                  </a:lnTo>
                  <a:close/>
                </a:path>
                <a:path w="2000250" h="138429">
                  <a:moveTo>
                    <a:pt x="14478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44780" y="6858"/>
                  </a:lnTo>
                  <a:lnTo>
                    <a:pt x="144780" y="6096"/>
                  </a:lnTo>
                  <a:close/>
                </a:path>
                <a:path w="2000250" h="138429">
                  <a:moveTo>
                    <a:pt x="14478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44780" y="3810"/>
                  </a:lnTo>
                  <a:lnTo>
                    <a:pt x="144780" y="3048"/>
                  </a:lnTo>
                  <a:close/>
                </a:path>
                <a:path w="2000250" h="1384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1384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1384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13"/>
                  </a:lnTo>
                  <a:lnTo>
                    <a:pt x="2000250" y="131813"/>
                  </a:lnTo>
                  <a:lnTo>
                    <a:pt x="2000250" y="131064"/>
                  </a:lnTo>
                  <a:close/>
                </a:path>
                <a:path w="2000250" h="1384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1384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1384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1384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1384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1384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1384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1384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1384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1384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1384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138429">
                  <a:moveTo>
                    <a:pt x="2000250" y="94488"/>
                  </a:moveTo>
                  <a:lnTo>
                    <a:pt x="0" y="94488"/>
                  </a:lnTo>
                  <a:lnTo>
                    <a:pt x="0" y="95237"/>
                  </a:lnTo>
                  <a:lnTo>
                    <a:pt x="2000250" y="95237"/>
                  </a:lnTo>
                  <a:lnTo>
                    <a:pt x="2000250" y="94488"/>
                  </a:lnTo>
                  <a:close/>
                </a:path>
                <a:path w="2000250" h="1384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1384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1384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1384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1384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1384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1384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1384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1384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1384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1384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1384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1384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1384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1384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1384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1384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1384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1384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1384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1384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1384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1384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138429">
                  <a:moveTo>
                    <a:pt x="2000250" y="21336"/>
                  </a:moveTo>
                  <a:lnTo>
                    <a:pt x="655320" y="21336"/>
                  </a:lnTo>
                  <a:lnTo>
                    <a:pt x="65532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138429">
                  <a:moveTo>
                    <a:pt x="2000250" y="18288"/>
                  </a:moveTo>
                  <a:lnTo>
                    <a:pt x="655320" y="18288"/>
                  </a:lnTo>
                  <a:lnTo>
                    <a:pt x="65532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138429">
                  <a:moveTo>
                    <a:pt x="2000250" y="15240"/>
                  </a:moveTo>
                  <a:lnTo>
                    <a:pt x="655320" y="15240"/>
                  </a:lnTo>
                  <a:lnTo>
                    <a:pt x="65532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138429">
                  <a:moveTo>
                    <a:pt x="2000250" y="12192"/>
                  </a:moveTo>
                  <a:lnTo>
                    <a:pt x="655320" y="12192"/>
                  </a:lnTo>
                  <a:lnTo>
                    <a:pt x="65532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138429">
                  <a:moveTo>
                    <a:pt x="2000250" y="9144"/>
                  </a:moveTo>
                  <a:lnTo>
                    <a:pt x="655320" y="9144"/>
                  </a:lnTo>
                  <a:lnTo>
                    <a:pt x="65532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138429">
                  <a:moveTo>
                    <a:pt x="2000250" y="6096"/>
                  </a:moveTo>
                  <a:lnTo>
                    <a:pt x="655320" y="6096"/>
                  </a:lnTo>
                  <a:lnTo>
                    <a:pt x="65532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138429">
                  <a:moveTo>
                    <a:pt x="2000250" y="3048"/>
                  </a:moveTo>
                  <a:lnTo>
                    <a:pt x="655320" y="3048"/>
                  </a:lnTo>
                  <a:lnTo>
                    <a:pt x="65532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138429">
                  <a:moveTo>
                    <a:pt x="2000250" y="0"/>
                  </a:moveTo>
                  <a:lnTo>
                    <a:pt x="655320" y="0"/>
                  </a:lnTo>
                  <a:lnTo>
                    <a:pt x="65532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6781177" y="3144662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6781177" y="3358023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781177" y="3571383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781177" y="3784742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6781177" y="3998102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6781177" y="4211462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781177" y="4424823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6781177" y="4638183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6781177" y="4851542"/>
              <a:ext cx="2043430" cy="159385"/>
            </a:xfrm>
            <a:custGeom>
              <a:avLst/>
              <a:gdLst/>
              <a:ahLst/>
              <a:cxnLst/>
              <a:rect l="l" t="t" r="r" b="b"/>
              <a:pathLst>
                <a:path w="2043429" h="159385">
                  <a:moveTo>
                    <a:pt x="1354074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354074" y="159258"/>
                  </a:lnTo>
                  <a:lnTo>
                    <a:pt x="1354074" y="158496"/>
                  </a:lnTo>
                  <a:close/>
                </a:path>
                <a:path w="2043429" h="159385">
                  <a:moveTo>
                    <a:pt x="1354074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354074" y="156210"/>
                  </a:lnTo>
                  <a:lnTo>
                    <a:pt x="1354074" y="155448"/>
                  </a:lnTo>
                  <a:close/>
                </a:path>
                <a:path w="2043429" h="159385">
                  <a:moveTo>
                    <a:pt x="1354074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354074" y="153162"/>
                  </a:lnTo>
                  <a:lnTo>
                    <a:pt x="1354074" y="152400"/>
                  </a:lnTo>
                  <a:close/>
                </a:path>
                <a:path w="2043429" h="159385">
                  <a:moveTo>
                    <a:pt x="1354074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354074" y="150114"/>
                  </a:lnTo>
                  <a:lnTo>
                    <a:pt x="1354074" y="149352"/>
                  </a:lnTo>
                  <a:close/>
                </a:path>
                <a:path w="2043429" h="159385">
                  <a:moveTo>
                    <a:pt x="1354074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354074" y="147066"/>
                  </a:lnTo>
                  <a:lnTo>
                    <a:pt x="1354074" y="146304"/>
                  </a:lnTo>
                  <a:close/>
                </a:path>
                <a:path w="2043429" h="159385">
                  <a:moveTo>
                    <a:pt x="1354074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354074" y="144018"/>
                  </a:lnTo>
                  <a:lnTo>
                    <a:pt x="1354074" y="143256"/>
                  </a:lnTo>
                  <a:close/>
                </a:path>
                <a:path w="2043429" h="159385">
                  <a:moveTo>
                    <a:pt x="1354074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354074" y="140970"/>
                  </a:lnTo>
                  <a:lnTo>
                    <a:pt x="1354074" y="140208"/>
                  </a:lnTo>
                  <a:close/>
                </a:path>
                <a:path w="2043429" h="159385">
                  <a:moveTo>
                    <a:pt x="1354074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354074" y="137922"/>
                  </a:lnTo>
                  <a:lnTo>
                    <a:pt x="1354074" y="137160"/>
                  </a:lnTo>
                  <a:close/>
                </a:path>
                <a:path w="2043429" h="159385">
                  <a:moveTo>
                    <a:pt x="1354074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354074" y="134874"/>
                  </a:lnTo>
                  <a:lnTo>
                    <a:pt x="1354074" y="134112"/>
                  </a:lnTo>
                  <a:close/>
                </a:path>
                <a:path w="2043429" h="159385">
                  <a:moveTo>
                    <a:pt x="1354074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354074" y="131826"/>
                  </a:lnTo>
                  <a:lnTo>
                    <a:pt x="1354074" y="131064"/>
                  </a:lnTo>
                  <a:close/>
                </a:path>
                <a:path w="2043429" h="159385">
                  <a:moveTo>
                    <a:pt x="1354074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354074" y="128778"/>
                  </a:lnTo>
                  <a:lnTo>
                    <a:pt x="1354074" y="128016"/>
                  </a:lnTo>
                  <a:close/>
                </a:path>
                <a:path w="2043429" h="159385">
                  <a:moveTo>
                    <a:pt x="1354074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354074" y="125730"/>
                  </a:lnTo>
                  <a:lnTo>
                    <a:pt x="1354074" y="124968"/>
                  </a:lnTo>
                  <a:close/>
                </a:path>
                <a:path w="2043429" h="159385">
                  <a:moveTo>
                    <a:pt x="1354074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354074" y="122682"/>
                  </a:lnTo>
                  <a:lnTo>
                    <a:pt x="1354074" y="121920"/>
                  </a:lnTo>
                  <a:close/>
                </a:path>
                <a:path w="2043429" h="159385">
                  <a:moveTo>
                    <a:pt x="1354074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354074" y="119634"/>
                  </a:lnTo>
                  <a:lnTo>
                    <a:pt x="1354074" y="118872"/>
                  </a:lnTo>
                  <a:close/>
                </a:path>
                <a:path w="2043429" h="159385">
                  <a:moveTo>
                    <a:pt x="1354074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354074" y="116586"/>
                  </a:lnTo>
                  <a:lnTo>
                    <a:pt x="1354074" y="115824"/>
                  </a:lnTo>
                  <a:close/>
                </a:path>
                <a:path w="2043429" h="159385">
                  <a:moveTo>
                    <a:pt x="1354074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354074" y="113538"/>
                  </a:lnTo>
                  <a:lnTo>
                    <a:pt x="1354074" y="112776"/>
                  </a:lnTo>
                  <a:close/>
                </a:path>
                <a:path w="2043429" h="159385">
                  <a:moveTo>
                    <a:pt x="1354074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354074" y="110490"/>
                  </a:lnTo>
                  <a:lnTo>
                    <a:pt x="1354074" y="109728"/>
                  </a:lnTo>
                  <a:close/>
                </a:path>
                <a:path w="2043429" h="159385">
                  <a:moveTo>
                    <a:pt x="135407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4074" y="107442"/>
                  </a:lnTo>
                  <a:lnTo>
                    <a:pt x="1354074" y="106680"/>
                  </a:lnTo>
                  <a:close/>
                </a:path>
                <a:path w="2043429" h="159385">
                  <a:moveTo>
                    <a:pt x="2042922" y="158496"/>
                  </a:moveTo>
                  <a:lnTo>
                    <a:pt x="1865376" y="158496"/>
                  </a:lnTo>
                  <a:lnTo>
                    <a:pt x="1865376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159385">
                  <a:moveTo>
                    <a:pt x="2042922" y="155448"/>
                  </a:moveTo>
                  <a:lnTo>
                    <a:pt x="1865376" y="155448"/>
                  </a:lnTo>
                  <a:lnTo>
                    <a:pt x="1865376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159385">
                  <a:moveTo>
                    <a:pt x="2042922" y="152400"/>
                  </a:moveTo>
                  <a:lnTo>
                    <a:pt x="1865376" y="152400"/>
                  </a:lnTo>
                  <a:lnTo>
                    <a:pt x="1865376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159385">
                  <a:moveTo>
                    <a:pt x="2042922" y="149352"/>
                  </a:moveTo>
                  <a:lnTo>
                    <a:pt x="1865376" y="149352"/>
                  </a:lnTo>
                  <a:lnTo>
                    <a:pt x="1865376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159385">
                  <a:moveTo>
                    <a:pt x="2042922" y="146304"/>
                  </a:moveTo>
                  <a:lnTo>
                    <a:pt x="1865376" y="146304"/>
                  </a:lnTo>
                  <a:lnTo>
                    <a:pt x="1865376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159385">
                  <a:moveTo>
                    <a:pt x="2042922" y="143256"/>
                  </a:moveTo>
                  <a:lnTo>
                    <a:pt x="1865376" y="143256"/>
                  </a:lnTo>
                  <a:lnTo>
                    <a:pt x="1865376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159385">
                  <a:moveTo>
                    <a:pt x="2042922" y="140208"/>
                  </a:moveTo>
                  <a:lnTo>
                    <a:pt x="1865376" y="140208"/>
                  </a:lnTo>
                  <a:lnTo>
                    <a:pt x="1865376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159385">
                  <a:moveTo>
                    <a:pt x="2042922" y="137160"/>
                  </a:moveTo>
                  <a:lnTo>
                    <a:pt x="1865376" y="137160"/>
                  </a:lnTo>
                  <a:lnTo>
                    <a:pt x="1865376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159385">
                  <a:moveTo>
                    <a:pt x="2042922" y="134112"/>
                  </a:moveTo>
                  <a:lnTo>
                    <a:pt x="1865376" y="134112"/>
                  </a:lnTo>
                  <a:lnTo>
                    <a:pt x="1865376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159385">
                  <a:moveTo>
                    <a:pt x="2042922" y="131064"/>
                  </a:moveTo>
                  <a:lnTo>
                    <a:pt x="1865376" y="131064"/>
                  </a:lnTo>
                  <a:lnTo>
                    <a:pt x="1865376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159385">
                  <a:moveTo>
                    <a:pt x="2042922" y="128016"/>
                  </a:moveTo>
                  <a:lnTo>
                    <a:pt x="1865376" y="128016"/>
                  </a:lnTo>
                  <a:lnTo>
                    <a:pt x="1865376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159385">
                  <a:moveTo>
                    <a:pt x="2042922" y="124968"/>
                  </a:moveTo>
                  <a:lnTo>
                    <a:pt x="1865376" y="124968"/>
                  </a:lnTo>
                  <a:lnTo>
                    <a:pt x="1865376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159385">
                  <a:moveTo>
                    <a:pt x="2042922" y="121920"/>
                  </a:moveTo>
                  <a:lnTo>
                    <a:pt x="1865376" y="121920"/>
                  </a:lnTo>
                  <a:lnTo>
                    <a:pt x="1865376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159385">
                  <a:moveTo>
                    <a:pt x="2042922" y="118872"/>
                  </a:moveTo>
                  <a:lnTo>
                    <a:pt x="1865376" y="118872"/>
                  </a:lnTo>
                  <a:lnTo>
                    <a:pt x="1865376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159385">
                  <a:moveTo>
                    <a:pt x="2042922" y="115824"/>
                  </a:moveTo>
                  <a:lnTo>
                    <a:pt x="1865376" y="115824"/>
                  </a:lnTo>
                  <a:lnTo>
                    <a:pt x="1865376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159385">
                  <a:moveTo>
                    <a:pt x="2042922" y="112776"/>
                  </a:moveTo>
                  <a:lnTo>
                    <a:pt x="1865376" y="112776"/>
                  </a:lnTo>
                  <a:lnTo>
                    <a:pt x="1865376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159385">
                  <a:moveTo>
                    <a:pt x="2042922" y="109728"/>
                  </a:moveTo>
                  <a:lnTo>
                    <a:pt x="1865376" y="109728"/>
                  </a:lnTo>
                  <a:lnTo>
                    <a:pt x="1865376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159385">
                  <a:moveTo>
                    <a:pt x="2042922" y="106680"/>
                  </a:moveTo>
                  <a:lnTo>
                    <a:pt x="1865376" y="106680"/>
                  </a:lnTo>
                  <a:lnTo>
                    <a:pt x="1865376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159385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159385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159385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159385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159385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159385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159385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159385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159385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159385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159385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159385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159385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159385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159385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159385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159385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159385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159385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159385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159385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159385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159385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159385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159385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159385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159385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159385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159385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159385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159385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159385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159385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159385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159385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6781177" y="5010039"/>
              <a:ext cx="2043430" cy="107950"/>
            </a:xfrm>
            <a:custGeom>
              <a:avLst/>
              <a:gdLst/>
              <a:ahLst/>
              <a:cxnLst/>
              <a:rect l="l" t="t" r="r" b="b"/>
              <a:pathLst>
                <a:path w="2043429" h="107950">
                  <a:moveTo>
                    <a:pt x="135407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4074" y="107442"/>
                  </a:lnTo>
                  <a:lnTo>
                    <a:pt x="1354074" y="106680"/>
                  </a:lnTo>
                  <a:close/>
                </a:path>
                <a:path w="2043429" h="107950">
                  <a:moveTo>
                    <a:pt x="135407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4074" y="104394"/>
                  </a:lnTo>
                  <a:lnTo>
                    <a:pt x="1354074" y="103632"/>
                  </a:lnTo>
                  <a:close/>
                </a:path>
                <a:path w="2043429" h="107950">
                  <a:moveTo>
                    <a:pt x="135407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4074" y="101346"/>
                  </a:lnTo>
                  <a:lnTo>
                    <a:pt x="1354074" y="100584"/>
                  </a:lnTo>
                  <a:close/>
                </a:path>
                <a:path w="2043429" h="107950">
                  <a:moveTo>
                    <a:pt x="135407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4074" y="98298"/>
                  </a:lnTo>
                  <a:lnTo>
                    <a:pt x="1354074" y="97536"/>
                  </a:lnTo>
                  <a:close/>
                </a:path>
                <a:path w="2043429" h="107950">
                  <a:moveTo>
                    <a:pt x="135407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4074" y="95250"/>
                  </a:lnTo>
                  <a:lnTo>
                    <a:pt x="1354074" y="94488"/>
                  </a:lnTo>
                  <a:close/>
                </a:path>
                <a:path w="2043429" h="107950">
                  <a:moveTo>
                    <a:pt x="135407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4074" y="92202"/>
                  </a:lnTo>
                  <a:lnTo>
                    <a:pt x="1354074" y="91440"/>
                  </a:lnTo>
                  <a:close/>
                </a:path>
                <a:path w="2043429" h="107950">
                  <a:moveTo>
                    <a:pt x="135407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4074" y="89154"/>
                  </a:lnTo>
                  <a:lnTo>
                    <a:pt x="1354074" y="88392"/>
                  </a:lnTo>
                  <a:close/>
                </a:path>
                <a:path w="2043429" h="107950">
                  <a:moveTo>
                    <a:pt x="135407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4074" y="86106"/>
                  </a:lnTo>
                  <a:lnTo>
                    <a:pt x="1354074" y="85344"/>
                  </a:lnTo>
                  <a:close/>
                </a:path>
                <a:path w="2043429" h="107950">
                  <a:moveTo>
                    <a:pt x="135407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4074" y="83058"/>
                  </a:lnTo>
                  <a:lnTo>
                    <a:pt x="1354074" y="82296"/>
                  </a:lnTo>
                  <a:close/>
                </a:path>
                <a:path w="2043429" h="107950">
                  <a:moveTo>
                    <a:pt x="135407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4074" y="80010"/>
                  </a:lnTo>
                  <a:lnTo>
                    <a:pt x="1354074" y="79248"/>
                  </a:lnTo>
                  <a:close/>
                </a:path>
                <a:path w="2043429" h="107950">
                  <a:moveTo>
                    <a:pt x="135407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4074" y="76962"/>
                  </a:lnTo>
                  <a:lnTo>
                    <a:pt x="1354074" y="76200"/>
                  </a:lnTo>
                  <a:close/>
                </a:path>
                <a:path w="2043429" h="107950">
                  <a:moveTo>
                    <a:pt x="135407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4074" y="73914"/>
                  </a:lnTo>
                  <a:lnTo>
                    <a:pt x="1354074" y="73152"/>
                  </a:lnTo>
                  <a:close/>
                </a:path>
                <a:path w="2043429" h="107950">
                  <a:moveTo>
                    <a:pt x="135407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4074" y="70866"/>
                  </a:lnTo>
                  <a:lnTo>
                    <a:pt x="1354074" y="70104"/>
                  </a:lnTo>
                  <a:close/>
                </a:path>
                <a:path w="2043429" h="107950">
                  <a:moveTo>
                    <a:pt x="135407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4074" y="67818"/>
                  </a:lnTo>
                  <a:lnTo>
                    <a:pt x="1354074" y="67056"/>
                  </a:lnTo>
                  <a:close/>
                </a:path>
                <a:path w="2043429" h="107950">
                  <a:moveTo>
                    <a:pt x="135407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4074" y="64770"/>
                  </a:lnTo>
                  <a:lnTo>
                    <a:pt x="1354074" y="64008"/>
                  </a:lnTo>
                  <a:close/>
                </a:path>
                <a:path w="2043429" h="107950">
                  <a:moveTo>
                    <a:pt x="135407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4074" y="61722"/>
                  </a:lnTo>
                  <a:lnTo>
                    <a:pt x="1354074" y="60960"/>
                  </a:lnTo>
                  <a:close/>
                </a:path>
                <a:path w="2043429" h="107950">
                  <a:moveTo>
                    <a:pt x="135407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4074" y="58674"/>
                  </a:lnTo>
                  <a:lnTo>
                    <a:pt x="1354074" y="57912"/>
                  </a:lnTo>
                  <a:close/>
                </a:path>
                <a:path w="2043429" h="107950">
                  <a:moveTo>
                    <a:pt x="135407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4074" y="55626"/>
                  </a:lnTo>
                  <a:lnTo>
                    <a:pt x="1354074" y="54864"/>
                  </a:lnTo>
                  <a:close/>
                </a:path>
                <a:path w="2043429" h="107950">
                  <a:moveTo>
                    <a:pt x="135407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4074" y="52578"/>
                  </a:lnTo>
                  <a:lnTo>
                    <a:pt x="1354074" y="51816"/>
                  </a:lnTo>
                  <a:close/>
                </a:path>
                <a:path w="2043429" h="107950">
                  <a:moveTo>
                    <a:pt x="135407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4074" y="49530"/>
                  </a:lnTo>
                  <a:lnTo>
                    <a:pt x="1354074" y="48768"/>
                  </a:lnTo>
                  <a:close/>
                </a:path>
                <a:path w="2043429" h="107950">
                  <a:moveTo>
                    <a:pt x="135407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4074" y="46482"/>
                  </a:lnTo>
                  <a:lnTo>
                    <a:pt x="1354074" y="45720"/>
                  </a:lnTo>
                  <a:close/>
                </a:path>
                <a:path w="2043429" h="107950">
                  <a:moveTo>
                    <a:pt x="135407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4074" y="43434"/>
                  </a:lnTo>
                  <a:lnTo>
                    <a:pt x="1354074" y="42672"/>
                  </a:lnTo>
                  <a:close/>
                </a:path>
                <a:path w="2043429" h="107950">
                  <a:moveTo>
                    <a:pt x="135407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4074" y="40386"/>
                  </a:lnTo>
                  <a:lnTo>
                    <a:pt x="1354074" y="39624"/>
                  </a:lnTo>
                  <a:close/>
                </a:path>
                <a:path w="2043429" h="107950">
                  <a:moveTo>
                    <a:pt x="135407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4074" y="37338"/>
                  </a:lnTo>
                  <a:lnTo>
                    <a:pt x="1354074" y="36576"/>
                  </a:lnTo>
                  <a:close/>
                </a:path>
                <a:path w="2043429" h="107950">
                  <a:moveTo>
                    <a:pt x="135407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4074" y="34290"/>
                  </a:lnTo>
                  <a:lnTo>
                    <a:pt x="1354074" y="33528"/>
                  </a:lnTo>
                  <a:close/>
                </a:path>
                <a:path w="2043429" h="107950">
                  <a:moveTo>
                    <a:pt x="135407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4074" y="31242"/>
                  </a:lnTo>
                  <a:lnTo>
                    <a:pt x="1354074" y="30480"/>
                  </a:lnTo>
                  <a:close/>
                </a:path>
                <a:path w="2043429" h="107950">
                  <a:moveTo>
                    <a:pt x="135407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4074" y="28194"/>
                  </a:lnTo>
                  <a:lnTo>
                    <a:pt x="1354074" y="27432"/>
                  </a:lnTo>
                  <a:close/>
                </a:path>
                <a:path w="2043429" h="107950">
                  <a:moveTo>
                    <a:pt x="135407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4074" y="25146"/>
                  </a:lnTo>
                  <a:lnTo>
                    <a:pt x="1354074" y="24384"/>
                  </a:lnTo>
                  <a:close/>
                </a:path>
                <a:path w="2043429" h="107950">
                  <a:moveTo>
                    <a:pt x="135407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4074" y="22098"/>
                  </a:lnTo>
                  <a:lnTo>
                    <a:pt x="1354074" y="21336"/>
                  </a:lnTo>
                  <a:close/>
                </a:path>
                <a:path w="2043429" h="107950">
                  <a:moveTo>
                    <a:pt x="135407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4074" y="19050"/>
                  </a:lnTo>
                  <a:lnTo>
                    <a:pt x="1354074" y="18288"/>
                  </a:lnTo>
                  <a:close/>
                </a:path>
                <a:path w="2043429" h="107950">
                  <a:moveTo>
                    <a:pt x="135407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4074" y="16002"/>
                  </a:lnTo>
                  <a:lnTo>
                    <a:pt x="1354074" y="15240"/>
                  </a:lnTo>
                  <a:close/>
                </a:path>
                <a:path w="2043429" h="107950">
                  <a:moveTo>
                    <a:pt x="135407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4074" y="12954"/>
                  </a:lnTo>
                  <a:lnTo>
                    <a:pt x="1354074" y="12192"/>
                  </a:lnTo>
                  <a:close/>
                </a:path>
                <a:path w="2043429" h="107950">
                  <a:moveTo>
                    <a:pt x="135407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4074" y="9906"/>
                  </a:lnTo>
                  <a:lnTo>
                    <a:pt x="1354074" y="9144"/>
                  </a:lnTo>
                  <a:close/>
                </a:path>
                <a:path w="2043429" h="107950">
                  <a:moveTo>
                    <a:pt x="135407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4074" y="6858"/>
                  </a:lnTo>
                  <a:lnTo>
                    <a:pt x="1354074" y="6096"/>
                  </a:lnTo>
                  <a:close/>
                </a:path>
                <a:path w="2043429" h="107950">
                  <a:moveTo>
                    <a:pt x="135407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4074" y="3810"/>
                  </a:lnTo>
                  <a:lnTo>
                    <a:pt x="1354074" y="3048"/>
                  </a:lnTo>
                  <a:close/>
                </a:path>
                <a:path w="2043429" h="107950">
                  <a:moveTo>
                    <a:pt x="2042922" y="106680"/>
                  </a:moveTo>
                  <a:lnTo>
                    <a:pt x="1865376" y="106680"/>
                  </a:lnTo>
                  <a:lnTo>
                    <a:pt x="1865376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107950">
                  <a:moveTo>
                    <a:pt x="2042922" y="103632"/>
                  </a:moveTo>
                  <a:lnTo>
                    <a:pt x="1865376" y="103632"/>
                  </a:lnTo>
                  <a:lnTo>
                    <a:pt x="1865376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107950">
                  <a:moveTo>
                    <a:pt x="2042922" y="100584"/>
                  </a:moveTo>
                  <a:lnTo>
                    <a:pt x="1865376" y="100584"/>
                  </a:lnTo>
                  <a:lnTo>
                    <a:pt x="1865376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107950">
                  <a:moveTo>
                    <a:pt x="2042922" y="97536"/>
                  </a:moveTo>
                  <a:lnTo>
                    <a:pt x="1865376" y="97536"/>
                  </a:lnTo>
                  <a:lnTo>
                    <a:pt x="1865376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107950">
                  <a:moveTo>
                    <a:pt x="2042922" y="94488"/>
                  </a:moveTo>
                  <a:lnTo>
                    <a:pt x="1865376" y="94488"/>
                  </a:lnTo>
                  <a:lnTo>
                    <a:pt x="1865376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107950">
                  <a:moveTo>
                    <a:pt x="2042922" y="91440"/>
                  </a:moveTo>
                  <a:lnTo>
                    <a:pt x="1865376" y="91440"/>
                  </a:lnTo>
                  <a:lnTo>
                    <a:pt x="1865376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107950">
                  <a:moveTo>
                    <a:pt x="2042922" y="88392"/>
                  </a:moveTo>
                  <a:lnTo>
                    <a:pt x="1865376" y="88392"/>
                  </a:lnTo>
                  <a:lnTo>
                    <a:pt x="1865376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107950">
                  <a:moveTo>
                    <a:pt x="2042922" y="85344"/>
                  </a:moveTo>
                  <a:lnTo>
                    <a:pt x="1865376" y="85344"/>
                  </a:lnTo>
                  <a:lnTo>
                    <a:pt x="1865376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107950">
                  <a:moveTo>
                    <a:pt x="2042922" y="82296"/>
                  </a:moveTo>
                  <a:lnTo>
                    <a:pt x="1865376" y="82296"/>
                  </a:lnTo>
                  <a:lnTo>
                    <a:pt x="1865376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107950">
                  <a:moveTo>
                    <a:pt x="2042922" y="79248"/>
                  </a:moveTo>
                  <a:lnTo>
                    <a:pt x="1865376" y="79248"/>
                  </a:lnTo>
                  <a:lnTo>
                    <a:pt x="1865376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107950">
                  <a:moveTo>
                    <a:pt x="2042922" y="76200"/>
                  </a:moveTo>
                  <a:lnTo>
                    <a:pt x="1865376" y="76200"/>
                  </a:lnTo>
                  <a:lnTo>
                    <a:pt x="1865376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107950">
                  <a:moveTo>
                    <a:pt x="2042922" y="73152"/>
                  </a:moveTo>
                  <a:lnTo>
                    <a:pt x="1865376" y="73152"/>
                  </a:lnTo>
                  <a:lnTo>
                    <a:pt x="1865376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107950">
                  <a:moveTo>
                    <a:pt x="2042922" y="70104"/>
                  </a:moveTo>
                  <a:lnTo>
                    <a:pt x="1865376" y="70104"/>
                  </a:lnTo>
                  <a:lnTo>
                    <a:pt x="1865376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107950">
                  <a:moveTo>
                    <a:pt x="2042922" y="67056"/>
                  </a:moveTo>
                  <a:lnTo>
                    <a:pt x="1865376" y="67056"/>
                  </a:lnTo>
                  <a:lnTo>
                    <a:pt x="1865376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107950">
                  <a:moveTo>
                    <a:pt x="2042922" y="64008"/>
                  </a:moveTo>
                  <a:lnTo>
                    <a:pt x="1865376" y="64008"/>
                  </a:lnTo>
                  <a:lnTo>
                    <a:pt x="1865376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107950">
                  <a:moveTo>
                    <a:pt x="2042922" y="60960"/>
                  </a:moveTo>
                  <a:lnTo>
                    <a:pt x="1865376" y="60960"/>
                  </a:lnTo>
                  <a:lnTo>
                    <a:pt x="1865376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107950">
                  <a:moveTo>
                    <a:pt x="2042922" y="57912"/>
                  </a:moveTo>
                  <a:lnTo>
                    <a:pt x="1865376" y="57912"/>
                  </a:lnTo>
                  <a:lnTo>
                    <a:pt x="1865376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107950">
                  <a:moveTo>
                    <a:pt x="2042922" y="54864"/>
                  </a:moveTo>
                  <a:lnTo>
                    <a:pt x="1865376" y="54864"/>
                  </a:lnTo>
                  <a:lnTo>
                    <a:pt x="1865376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107950">
                  <a:moveTo>
                    <a:pt x="2042922" y="51816"/>
                  </a:moveTo>
                  <a:lnTo>
                    <a:pt x="1865376" y="51816"/>
                  </a:lnTo>
                  <a:lnTo>
                    <a:pt x="1865376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107950">
                  <a:moveTo>
                    <a:pt x="2042922" y="48768"/>
                  </a:moveTo>
                  <a:lnTo>
                    <a:pt x="1865376" y="48768"/>
                  </a:lnTo>
                  <a:lnTo>
                    <a:pt x="1865376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107950">
                  <a:moveTo>
                    <a:pt x="2042922" y="45720"/>
                  </a:moveTo>
                  <a:lnTo>
                    <a:pt x="1865376" y="45720"/>
                  </a:lnTo>
                  <a:lnTo>
                    <a:pt x="1865376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107950">
                  <a:moveTo>
                    <a:pt x="2042922" y="42672"/>
                  </a:moveTo>
                  <a:lnTo>
                    <a:pt x="1865376" y="42672"/>
                  </a:lnTo>
                  <a:lnTo>
                    <a:pt x="1865376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107950">
                  <a:moveTo>
                    <a:pt x="2042922" y="39624"/>
                  </a:moveTo>
                  <a:lnTo>
                    <a:pt x="1865376" y="39624"/>
                  </a:lnTo>
                  <a:lnTo>
                    <a:pt x="1865376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107950">
                  <a:moveTo>
                    <a:pt x="2042922" y="36576"/>
                  </a:moveTo>
                  <a:lnTo>
                    <a:pt x="1865376" y="36576"/>
                  </a:lnTo>
                  <a:lnTo>
                    <a:pt x="1865376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107950">
                  <a:moveTo>
                    <a:pt x="2042922" y="33528"/>
                  </a:moveTo>
                  <a:lnTo>
                    <a:pt x="1865376" y="33528"/>
                  </a:lnTo>
                  <a:lnTo>
                    <a:pt x="1865376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107950">
                  <a:moveTo>
                    <a:pt x="2042922" y="30480"/>
                  </a:moveTo>
                  <a:lnTo>
                    <a:pt x="1865376" y="30480"/>
                  </a:lnTo>
                  <a:lnTo>
                    <a:pt x="1865376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107950">
                  <a:moveTo>
                    <a:pt x="2042922" y="27432"/>
                  </a:moveTo>
                  <a:lnTo>
                    <a:pt x="1865376" y="27432"/>
                  </a:lnTo>
                  <a:lnTo>
                    <a:pt x="1865376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107950">
                  <a:moveTo>
                    <a:pt x="2042922" y="24384"/>
                  </a:moveTo>
                  <a:lnTo>
                    <a:pt x="1865376" y="24384"/>
                  </a:lnTo>
                  <a:lnTo>
                    <a:pt x="1865376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107950">
                  <a:moveTo>
                    <a:pt x="2042922" y="21336"/>
                  </a:moveTo>
                  <a:lnTo>
                    <a:pt x="1865376" y="21336"/>
                  </a:lnTo>
                  <a:lnTo>
                    <a:pt x="1865376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107950">
                  <a:moveTo>
                    <a:pt x="2042922" y="18288"/>
                  </a:moveTo>
                  <a:lnTo>
                    <a:pt x="1865376" y="18288"/>
                  </a:lnTo>
                  <a:lnTo>
                    <a:pt x="1865376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107950">
                  <a:moveTo>
                    <a:pt x="2042922" y="15240"/>
                  </a:moveTo>
                  <a:lnTo>
                    <a:pt x="1865376" y="15240"/>
                  </a:lnTo>
                  <a:lnTo>
                    <a:pt x="1865376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107950">
                  <a:moveTo>
                    <a:pt x="2042922" y="12192"/>
                  </a:moveTo>
                  <a:lnTo>
                    <a:pt x="1865376" y="12192"/>
                  </a:lnTo>
                  <a:lnTo>
                    <a:pt x="1865376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107950">
                  <a:moveTo>
                    <a:pt x="2042922" y="9144"/>
                  </a:moveTo>
                  <a:lnTo>
                    <a:pt x="1865376" y="9144"/>
                  </a:lnTo>
                  <a:lnTo>
                    <a:pt x="1865376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107950">
                  <a:moveTo>
                    <a:pt x="2042922" y="6096"/>
                  </a:moveTo>
                  <a:lnTo>
                    <a:pt x="1865376" y="6096"/>
                  </a:lnTo>
                  <a:lnTo>
                    <a:pt x="1865376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107950">
                  <a:moveTo>
                    <a:pt x="2042922" y="3048"/>
                  </a:moveTo>
                  <a:lnTo>
                    <a:pt x="1865376" y="3048"/>
                  </a:lnTo>
                  <a:lnTo>
                    <a:pt x="1865376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107950">
                  <a:moveTo>
                    <a:pt x="2042922" y="0"/>
                  </a:moveTo>
                  <a:lnTo>
                    <a:pt x="1865376" y="0"/>
                  </a:lnTo>
                  <a:lnTo>
                    <a:pt x="1865376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6781177" y="5116718"/>
              <a:ext cx="2043430" cy="107950"/>
            </a:xfrm>
            <a:custGeom>
              <a:avLst/>
              <a:gdLst/>
              <a:ahLst/>
              <a:cxnLst/>
              <a:rect l="l" t="t" r="r" b="b"/>
              <a:pathLst>
                <a:path w="2043429" h="107950">
                  <a:moveTo>
                    <a:pt x="135407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4074" y="107442"/>
                  </a:lnTo>
                  <a:lnTo>
                    <a:pt x="1354074" y="106680"/>
                  </a:lnTo>
                  <a:close/>
                </a:path>
                <a:path w="2043429" h="107950">
                  <a:moveTo>
                    <a:pt x="135407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4074" y="104394"/>
                  </a:lnTo>
                  <a:lnTo>
                    <a:pt x="1354074" y="103632"/>
                  </a:lnTo>
                  <a:close/>
                </a:path>
                <a:path w="2043429" h="107950">
                  <a:moveTo>
                    <a:pt x="135407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4074" y="101346"/>
                  </a:lnTo>
                  <a:lnTo>
                    <a:pt x="1354074" y="100584"/>
                  </a:lnTo>
                  <a:close/>
                </a:path>
                <a:path w="2043429" h="107950">
                  <a:moveTo>
                    <a:pt x="135407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4074" y="98298"/>
                  </a:lnTo>
                  <a:lnTo>
                    <a:pt x="1354074" y="97536"/>
                  </a:lnTo>
                  <a:close/>
                </a:path>
                <a:path w="2043429" h="107950">
                  <a:moveTo>
                    <a:pt x="135407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4074" y="95250"/>
                  </a:lnTo>
                  <a:lnTo>
                    <a:pt x="1354074" y="94488"/>
                  </a:lnTo>
                  <a:close/>
                </a:path>
                <a:path w="2043429" h="107950">
                  <a:moveTo>
                    <a:pt x="135407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4074" y="92202"/>
                  </a:lnTo>
                  <a:lnTo>
                    <a:pt x="1354074" y="91440"/>
                  </a:lnTo>
                  <a:close/>
                </a:path>
                <a:path w="2043429" h="107950">
                  <a:moveTo>
                    <a:pt x="135407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4074" y="89154"/>
                  </a:lnTo>
                  <a:lnTo>
                    <a:pt x="1354074" y="88392"/>
                  </a:lnTo>
                  <a:close/>
                </a:path>
                <a:path w="2043429" h="107950">
                  <a:moveTo>
                    <a:pt x="135407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4074" y="86106"/>
                  </a:lnTo>
                  <a:lnTo>
                    <a:pt x="1354074" y="85344"/>
                  </a:lnTo>
                  <a:close/>
                </a:path>
                <a:path w="2043429" h="107950">
                  <a:moveTo>
                    <a:pt x="135407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4074" y="83058"/>
                  </a:lnTo>
                  <a:lnTo>
                    <a:pt x="1354074" y="82296"/>
                  </a:lnTo>
                  <a:close/>
                </a:path>
                <a:path w="2043429" h="107950">
                  <a:moveTo>
                    <a:pt x="135407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4074" y="80010"/>
                  </a:lnTo>
                  <a:lnTo>
                    <a:pt x="1354074" y="79248"/>
                  </a:lnTo>
                  <a:close/>
                </a:path>
                <a:path w="2043429" h="107950">
                  <a:moveTo>
                    <a:pt x="135407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4074" y="76962"/>
                  </a:lnTo>
                  <a:lnTo>
                    <a:pt x="1354074" y="76200"/>
                  </a:lnTo>
                  <a:close/>
                </a:path>
                <a:path w="2043429" h="107950">
                  <a:moveTo>
                    <a:pt x="135407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4074" y="73914"/>
                  </a:lnTo>
                  <a:lnTo>
                    <a:pt x="1354074" y="73152"/>
                  </a:lnTo>
                  <a:close/>
                </a:path>
                <a:path w="2043429" h="107950">
                  <a:moveTo>
                    <a:pt x="135407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4074" y="70866"/>
                  </a:lnTo>
                  <a:lnTo>
                    <a:pt x="1354074" y="70104"/>
                  </a:lnTo>
                  <a:close/>
                </a:path>
                <a:path w="2043429" h="107950">
                  <a:moveTo>
                    <a:pt x="135407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4074" y="67818"/>
                  </a:lnTo>
                  <a:lnTo>
                    <a:pt x="1354074" y="67056"/>
                  </a:lnTo>
                  <a:close/>
                </a:path>
                <a:path w="2043429" h="107950">
                  <a:moveTo>
                    <a:pt x="135407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4074" y="64770"/>
                  </a:lnTo>
                  <a:lnTo>
                    <a:pt x="1354074" y="64008"/>
                  </a:lnTo>
                  <a:close/>
                </a:path>
                <a:path w="2043429" h="107950">
                  <a:moveTo>
                    <a:pt x="135407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4074" y="61722"/>
                  </a:lnTo>
                  <a:lnTo>
                    <a:pt x="1354074" y="60960"/>
                  </a:lnTo>
                  <a:close/>
                </a:path>
                <a:path w="2043429" h="107950">
                  <a:moveTo>
                    <a:pt x="135407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4074" y="58674"/>
                  </a:lnTo>
                  <a:lnTo>
                    <a:pt x="1354074" y="57912"/>
                  </a:lnTo>
                  <a:close/>
                </a:path>
                <a:path w="2043429" h="107950">
                  <a:moveTo>
                    <a:pt x="135407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4074" y="55626"/>
                  </a:lnTo>
                  <a:lnTo>
                    <a:pt x="1354074" y="54864"/>
                  </a:lnTo>
                  <a:close/>
                </a:path>
                <a:path w="2043429" h="107950">
                  <a:moveTo>
                    <a:pt x="135407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4074" y="52578"/>
                  </a:lnTo>
                  <a:lnTo>
                    <a:pt x="1354074" y="51816"/>
                  </a:lnTo>
                  <a:close/>
                </a:path>
                <a:path w="2043429" h="107950">
                  <a:moveTo>
                    <a:pt x="135407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4074" y="49530"/>
                  </a:lnTo>
                  <a:lnTo>
                    <a:pt x="1354074" y="48768"/>
                  </a:lnTo>
                  <a:close/>
                </a:path>
                <a:path w="2043429" h="107950">
                  <a:moveTo>
                    <a:pt x="135407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4074" y="46482"/>
                  </a:lnTo>
                  <a:lnTo>
                    <a:pt x="1354074" y="45720"/>
                  </a:lnTo>
                  <a:close/>
                </a:path>
                <a:path w="2043429" h="107950">
                  <a:moveTo>
                    <a:pt x="135407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4074" y="43434"/>
                  </a:lnTo>
                  <a:lnTo>
                    <a:pt x="1354074" y="42672"/>
                  </a:lnTo>
                  <a:close/>
                </a:path>
                <a:path w="2043429" h="107950">
                  <a:moveTo>
                    <a:pt x="135407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4074" y="40386"/>
                  </a:lnTo>
                  <a:lnTo>
                    <a:pt x="1354074" y="39624"/>
                  </a:lnTo>
                  <a:close/>
                </a:path>
                <a:path w="2043429" h="107950">
                  <a:moveTo>
                    <a:pt x="135407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4074" y="37338"/>
                  </a:lnTo>
                  <a:lnTo>
                    <a:pt x="1354074" y="36576"/>
                  </a:lnTo>
                  <a:close/>
                </a:path>
                <a:path w="2043429" h="107950">
                  <a:moveTo>
                    <a:pt x="135407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4074" y="34290"/>
                  </a:lnTo>
                  <a:lnTo>
                    <a:pt x="1354074" y="33528"/>
                  </a:lnTo>
                  <a:close/>
                </a:path>
                <a:path w="2043429" h="107950">
                  <a:moveTo>
                    <a:pt x="135407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4074" y="31242"/>
                  </a:lnTo>
                  <a:lnTo>
                    <a:pt x="1354074" y="30480"/>
                  </a:lnTo>
                  <a:close/>
                </a:path>
                <a:path w="2043429" h="107950">
                  <a:moveTo>
                    <a:pt x="135407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4074" y="28194"/>
                  </a:lnTo>
                  <a:lnTo>
                    <a:pt x="1354074" y="27432"/>
                  </a:lnTo>
                  <a:close/>
                </a:path>
                <a:path w="2043429" h="107950">
                  <a:moveTo>
                    <a:pt x="135407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4074" y="25146"/>
                  </a:lnTo>
                  <a:lnTo>
                    <a:pt x="1354074" y="24384"/>
                  </a:lnTo>
                  <a:close/>
                </a:path>
                <a:path w="2043429" h="107950">
                  <a:moveTo>
                    <a:pt x="135407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4074" y="22098"/>
                  </a:lnTo>
                  <a:lnTo>
                    <a:pt x="1354074" y="21336"/>
                  </a:lnTo>
                  <a:close/>
                </a:path>
                <a:path w="2043429" h="107950">
                  <a:moveTo>
                    <a:pt x="135407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4074" y="19050"/>
                  </a:lnTo>
                  <a:lnTo>
                    <a:pt x="1354074" y="18288"/>
                  </a:lnTo>
                  <a:close/>
                </a:path>
                <a:path w="2043429" h="107950">
                  <a:moveTo>
                    <a:pt x="135407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4074" y="16002"/>
                  </a:lnTo>
                  <a:lnTo>
                    <a:pt x="1354074" y="15240"/>
                  </a:lnTo>
                  <a:close/>
                </a:path>
                <a:path w="2043429" h="107950">
                  <a:moveTo>
                    <a:pt x="135407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4074" y="12954"/>
                  </a:lnTo>
                  <a:lnTo>
                    <a:pt x="1354074" y="12192"/>
                  </a:lnTo>
                  <a:close/>
                </a:path>
                <a:path w="2043429" h="107950">
                  <a:moveTo>
                    <a:pt x="135407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4074" y="9906"/>
                  </a:lnTo>
                  <a:lnTo>
                    <a:pt x="1354074" y="9144"/>
                  </a:lnTo>
                  <a:close/>
                </a:path>
                <a:path w="2043429" h="107950">
                  <a:moveTo>
                    <a:pt x="135407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4074" y="6858"/>
                  </a:lnTo>
                  <a:lnTo>
                    <a:pt x="1354074" y="6096"/>
                  </a:lnTo>
                  <a:close/>
                </a:path>
                <a:path w="2043429" h="107950">
                  <a:moveTo>
                    <a:pt x="135407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4074" y="3810"/>
                  </a:lnTo>
                  <a:lnTo>
                    <a:pt x="1354074" y="3048"/>
                  </a:lnTo>
                  <a:close/>
                </a:path>
                <a:path w="2043429" h="107950">
                  <a:moveTo>
                    <a:pt x="2042922" y="106680"/>
                  </a:moveTo>
                  <a:lnTo>
                    <a:pt x="1865376" y="106680"/>
                  </a:lnTo>
                  <a:lnTo>
                    <a:pt x="1865376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107950">
                  <a:moveTo>
                    <a:pt x="2042922" y="103632"/>
                  </a:moveTo>
                  <a:lnTo>
                    <a:pt x="1865376" y="103632"/>
                  </a:lnTo>
                  <a:lnTo>
                    <a:pt x="1865376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107950">
                  <a:moveTo>
                    <a:pt x="2042922" y="100584"/>
                  </a:moveTo>
                  <a:lnTo>
                    <a:pt x="1865376" y="100584"/>
                  </a:lnTo>
                  <a:lnTo>
                    <a:pt x="1865376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107950">
                  <a:moveTo>
                    <a:pt x="2042922" y="97536"/>
                  </a:moveTo>
                  <a:lnTo>
                    <a:pt x="1865376" y="97536"/>
                  </a:lnTo>
                  <a:lnTo>
                    <a:pt x="1865376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107950">
                  <a:moveTo>
                    <a:pt x="2042922" y="94488"/>
                  </a:moveTo>
                  <a:lnTo>
                    <a:pt x="1865376" y="94488"/>
                  </a:lnTo>
                  <a:lnTo>
                    <a:pt x="1865376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107950">
                  <a:moveTo>
                    <a:pt x="2042922" y="91440"/>
                  </a:moveTo>
                  <a:lnTo>
                    <a:pt x="1865376" y="91440"/>
                  </a:lnTo>
                  <a:lnTo>
                    <a:pt x="1865376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107950">
                  <a:moveTo>
                    <a:pt x="2042922" y="88392"/>
                  </a:moveTo>
                  <a:lnTo>
                    <a:pt x="1865376" y="88392"/>
                  </a:lnTo>
                  <a:lnTo>
                    <a:pt x="1865376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107950">
                  <a:moveTo>
                    <a:pt x="2042922" y="85344"/>
                  </a:moveTo>
                  <a:lnTo>
                    <a:pt x="1865376" y="85344"/>
                  </a:lnTo>
                  <a:lnTo>
                    <a:pt x="1865376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107950">
                  <a:moveTo>
                    <a:pt x="2042922" y="82296"/>
                  </a:moveTo>
                  <a:lnTo>
                    <a:pt x="1865376" y="82296"/>
                  </a:lnTo>
                  <a:lnTo>
                    <a:pt x="1865376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107950">
                  <a:moveTo>
                    <a:pt x="2042922" y="79248"/>
                  </a:moveTo>
                  <a:lnTo>
                    <a:pt x="1865376" y="79248"/>
                  </a:lnTo>
                  <a:lnTo>
                    <a:pt x="1865376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107950">
                  <a:moveTo>
                    <a:pt x="2042922" y="76200"/>
                  </a:moveTo>
                  <a:lnTo>
                    <a:pt x="1865376" y="76200"/>
                  </a:lnTo>
                  <a:lnTo>
                    <a:pt x="1865376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107950">
                  <a:moveTo>
                    <a:pt x="2042922" y="73152"/>
                  </a:moveTo>
                  <a:lnTo>
                    <a:pt x="1865376" y="73152"/>
                  </a:lnTo>
                  <a:lnTo>
                    <a:pt x="1865376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107950">
                  <a:moveTo>
                    <a:pt x="2042922" y="70104"/>
                  </a:moveTo>
                  <a:lnTo>
                    <a:pt x="1865376" y="70104"/>
                  </a:lnTo>
                  <a:lnTo>
                    <a:pt x="1865376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107950">
                  <a:moveTo>
                    <a:pt x="2042922" y="67056"/>
                  </a:moveTo>
                  <a:lnTo>
                    <a:pt x="1865376" y="67056"/>
                  </a:lnTo>
                  <a:lnTo>
                    <a:pt x="1865376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107950">
                  <a:moveTo>
                    <a:pt x="2042922" y="64008"/>
                  </a:moveTo>
                  <a:lnTo>
                    <a:pt x="1865376" y="64008"/>
                  </a:lnTo>
                  <a:lnTo>
                    <a:pt x="1865376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107950">
                  <a:moveTo>
                    <a:pt x="2042922" y="60960"/>
                  </a:moveTo>
                  <a:lnTo>
                    <a:pt x="1865376" y="60960"/>
                  </a:lnTo>
                  <a:lnTo>
                    <a:pt x="1865376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107950">
                  <a:moveTo>
                    <a:pt x="2042922" y="57912"/>
                  </a:moveTo>
                  <a:lnTo>
                    <a:pt x="1865376" y="57912"/>
                  </a:lnTo>
                  <a:lnTo>
                    <a:pt x="1865376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107950">
                  <a:moveTo>
                    <a:pt x="2042922" y="54864"/>
                  </a:moveTo>
                  <a:lnTo>
                    <a:pt x="1865376" y="54864"/>
                  </a:lnTo>
                  <a:lnTo>
                    <a:pt x="1865376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107950">
                  <a:moveTo>
                    <a:pt x="2042922" y="51816"/>
                  </a:moveTo>
                  <a:lnTo>
                    <a:pt x="1865376" y="51816"/>
                  </a:lnTo>
                  <a:lnTo>
                    <a:pt x="1865376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107950">
                  <a:moveTo>
                    <a:pt x="2042922" y="48768"/>
                  </a:moveTo>
                  <a:lnTo>
                    <a:pt x="1865376" y="48768"/>
                  </a:lnTo>
                  <a:lnTo>
                    <a:pt x="1865376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107950">
                  <a:moveTo>
                    <a:pt x="2042922" y="45720"/>
                  </a:moveTo>
                  <a:lnTo>
                    <a:pt x="1865376" y="45720"/>
                  </a:lnTo>
                  <a:lnTo>
                    <a:pt x="1865376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107950">
                  <a:moveTo>
                    <a:pt x="2042922" y="42672"/>
                  </a:moveTo>
                  <a:lnTo>
                    <a:pt x="1865376" y="42672"/>
                  </a:lnTo>
                  <a:lnTo>
                    <a:pt x="1865376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107950">
                  <a:moveTo>
                    <a:pt x="2042922" y="39624"/>
                  </a:moveTo>
                  <a:lnTo>
                    <a:pt x="1865376" y="39624"/>
                  </a:lnTo>
                  <a:lnTo>
                    <a:pt x="1865376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107950">
                  <a:moveTo>
                    <a:pt x="2042922" y="36576"/>
                  </a:moveTo>
                  <a:lnTo>
                    <a:pt x="1865376" y="36576"/>
                  </a:lnTo>
                  <a:lnTo>
                    <a:pt x="1865376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107950">
                  <a:moveTo>
                    <a:pt x="2042922" y="33528"/>
                  </a:moveTo>
                  <a:lnTo>
                    <a:pt x="1865376" y="33528"/>
                  </a:lnTo>
                  <a:lnTo>
                    <a:pt x="1865376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107950">
                  <a:moveTo>
                    <a:pt x="2042922" y="30480"/>
                  </a:moveTo>
                  <a:lnTo>
                    <a:pt x="1865376" y="30480"/>
                  </a:lnTo>
                  <a:lnTo>
                    <a:pt x="1865376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107950">
                  <a:moveTo>
                    <a:pt x="2042922" y="27432"/>
                  </a:moveTo>
                  <a:lnTo>
                    <a:pt x="1865376" y="27432"/>
                  </a:lnTo>
                  <a:lnTo>
                    <a:pt x="1865376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107950">
                  <a:moveTo>
                    <a:pt x="2042922" y="24384"/>
                  </a:moveTo>
                  <a:lnTo>
                    <a:pt x="1865376" y="24384"/>
                  </a:lnTo>
                  <a:lnTo>
                    <a:pt x="1865376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107950">
                  <a:moveTo>
                    <a:pt x="2042922" y="21336"/>
                  </a:moveTo>
                  <a:lnTo>
                    <a:pt x="1865376" y="21336"/>
                  </a:lnTo>
                  <a:lnTo>
                    <a:pt x="1865376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107950">
                  <a:moveTo>
                    <a:pt x="2042922" y="18288"/>
                  </a:moveTo>
                  <a:lnTo>
                    <a:pt x="1865376" y="18288"/>
                  </a:lnTo>
                  <a:lnTo>
                    <a:pt x="1865376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107950">
                  <a:moveTo>
                    <a:pt x="2042922" y="15240"/>
                  </a:moveTo>
                  <a:lnTo>
                    <a:pt x="1865376" y="15240"/>
                  </a:lnTo>
                  <a:lnTo>
                    <a:pt x="1865376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107950">
                  <a:moveTo>
                    <a:pt x="2042922" y="12192"/>
                  </a:moveTo>
                  <a:lnTo>
                    <a:pt x="1865376" y="12192"/>
                  </a:lnTo>
                  <a:lnTo>
                    <a:pt x="1865376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107950">
                  <a:moveTo>
                    <a:pt x="2042922" y="9144"/>
                  </a:moveTo>
                  <a:lnTo>
                    <a:pt x="1865376" y="9144"/>
                  </a:lnTo>
                  <a:lnTo>
                    <a:pt x="1865376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107950">
                  <a:moveTo>
                    <a:pt x="2042922" y="6096"/>
                  </a:moveTo>
                  <a:lnTo>
                    <a:pt x="1865376" y="6096"/>
                  </a:lnTo>
                  <a:lnTo>
                    <a:pt x="1865376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107950">
                  <a:moveTo>
                    <a:pt x="2042922" y="3048"/>
                  </a:moveTo>
                  <a:lnTo>
                    <a:pt x="1865376" y="3048"/>
                  </a:lnTo>
                  <a:lnTo>
                    <a:pt x="1865376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107950">
                  <a:moveTo>
                    <a:pt x="2042922" y="0"/>
                  </a:moveTo>
                  <a:lnTo>
                    <a:pt x="1865376" y="0"/>
                  </a:lnTo>
                  <a:lnTo>
                    <a:pt x="1865376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6781177" y="5223398"/>
              <a:ext cx="2043430" cy="107950"/>
            </a:xfrm>
            <a:custGeom>
              <a:avLst/>
              <a:gdLst/>
              <a:ahLst/>
              <a:cxnLst/>
              <a:rect l="l" t="t" r="r" b="b"/>
              <a:pathLst>
                <a:path w="2043429" h="107950">
                  <a:moveTo>
                    <a:pt x="135407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4074" y="107442"/>
                  </a:lnTo>
                  <a:lnTo>
                    <a:pt x="1354074" y="106680"/>
                  </a:lnTo>
                  <a:close/>
                </a:path>
                <a:path w="2043429" h="107950">
                  <a:moveTo>
                    <a:pt x="135407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4074" y="104394"/>
                  </a:lnTo>
                  <a:lnTo>
                    <a:pt x="1354074" y="103632"/>
                  </a:lnTo>
                  <a:close/>
                </a:path>
                <a:path w="2043429" h="107950">
                  <a:moveTo>
                    <a:pt x="135407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4074" y="101346"/>
                  </a:lnTo>
                  <a:lnTo>
                    <a:pt x="1354074" y="100584"/>
                  </a:lnTo>
                  <a:close/>
                </a:path>
                <a:path w="2043429" h="107950">
                  <a:moveTo>
                    <a:pt x="135407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4074" y="98298"/>
                  </a:lnTo>
                  <a:lnTo>
                    <a:pt x="1354074" y="97536"/>
                  </a:lnTo>
                  <a:close/>
                </a:path>
                <a:path w="2043429" h="107950">
                  <a:moveTo>
                    <a:pt x="135407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4074" y="95250"/>
                  </a:lnTo>
                  <a:lnTo>
                    <a:pt x="1354074" y="94488"/>
                  </a:lnTo>
                  <a:close/>
                </a:path>
                <a:path w="2043429" h="107950">
                  <a:moveTo>
                    <a:pt x="135407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4074" y="92202"/>
                  </a:lnTo>
                  <a:lnTo>
                    <a:pt x="1354074" y="91440"/>
                  </a:lnTo>
                  <a:close/>
                </a:path>
                <a:path w="2043429" h="107950">
                  <a:moveTo>
                    <a:pt x="135407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4074" y="89154"/>
                  </a:lnTo>
                  <a:lnTo>
                    <a:pt x="1354074" y="88392"/>
                  </a:lnTo>
                  <a:close/>
                </a:path>
                <a:path w="2043429" h="107950">
                  <a:moveTo>
                    <a:pt x="135407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4074" y="86106"/>
                  </a:lnTo>
                  <a:lnTo>
                    <a:pt x="1354074" y="85344"/>
                  </a:lnTo>
                  <a:close/>
                </a:path>
                <a:path w="2043429" h="107950">
                  <a:moveTo>
                    <a:pt x="135407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4074" y="83058"/>
                  </a:lnTo>
                  <a:lnTo>
                    <a:pt x="1354074" y="82296"/>
                  </a:lnTo>
                  <a:close/>
                </a:path>
                <a:path w="2043429" h="107950">
                  <a:moveTo>
                    <a:pt x="135407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4074" y="80010"/>
                  </a:lnTo>
                  <a:lnTo>
                    <a:pt x="1354074" y="79248"/>
                  </a:lnTo>
                  <a:close/>
                </a:path>
                <a:path w="2043429" h="107950">
                  <a:moveTo>
                    <a:pt x="135407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4074" y="76962"/>
                  </a:lnTo>
                  <a:lnTo>
                    <a:pt x="1354074" y="76200"/>
                  </a:lnTo>
                  <a:close/>
                </a:path>
                <a:path w="2043429" h="107950">
                  <a:moveTo>
                    <a:pt x="135407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4074" y="73914"/>
                  </a:lnTo>
                  <a:lnTo>
                    <a:pt x="1354074" y="73152"/>
                  </a:lnTo>
                  <a:close/>
                </a:path>
                <a:path w="2043429" h="107950">
                  <a:moveTo>
                    <a:pt x="135407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4074" y="70866"/>
                  </a:lnTo>
                  <a:lnTo>
                    <a:pt x="1354074" y="70104"/>
                  </a:lnTo>
                  <a:close/>
                </a:path>
                <a:path w="2043429" h="107950">
                  <a:moveTo>
                    <a:pt x="135407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4074" y="67818"/>
                  </a:lnTo>
                  <a:lnTo>
                    <a:pt x="1354074" y="67056"/>
                  </a:lnTo>
                  <a:close/>
                </a:path>
                <a:path w="2043429" h="107950">
                  <a:moveTo>
                    <a:pt x="135407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4074" y="64770"/>
                  </a:lnTo>
                  <a:lnTo>
                    <a:pt x="1354074" y="64008"/>
                  </a:lnTo>
                  <a:close/>
                </a:path>
                <a:path w="2043429" h="107950">
                  <a:moveTo>
                    <a:pt x="135407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4074" y="61722"/>
                  </a:lnTo>
                  <a:lnTo>
                    <a:pt x="1354074" y="60960"/>
                  </a:lnTo>
                  <a:close/>
                </a:path>
                <a:path w="2043429" h="107950">
                  <a:moveTo>
                    <a:pt x="135407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4074" y="58674"/>
                  </a:lnTo>
                  <a:lnTo>
                    <a:pt x="1354074" y="57912"/>
                  </a:lnTo>
                  <a:close/>
                </a:path>
                <a:path w="2043429" h="107950">
                  <a:moveTo>
                    <a:pt x="135407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4074" y="55626"/>
                  </a:lnTo>
                  <a:lnTo>
                    <a:pt x="1354074" y="54864"/>
                  </a:lnTo>
                  <a:close/>
                </a:path>
                <a:path w="2043429" h="107950">
                  <a:moveTo>
                    <a:pt x="135407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4074" y="52578"/>
                  </a:lnTo>
                  <a:lnTo>
                    <a:pt x="1354074" y="51816"/>
                  </a:lnTo>
                  <a:close/>
                </a:path>
                <a:path w="2043429" h="107950">
                  <a:moveTo>
                    <a:pt x="135407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4074" y="49530"/>
                  </a:lnTo>
                  <a:lnTo>
                    <a:pt x="1354074" y="48768"/>
                  </a:lnTo>
                  <a:close/>
                </a:path>
                <a:path w="2043429" h="107950">
                  <a:moveTo>
                    <a:pt x="135407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4074" y="46482"/>
                  </a:lnTo>
                  <a:lnTo>
                    <a:pt x="1354074" y="45720"/>
                  </a:lnTo>
                  <a:close/>
                </a:path>
                <a:path w="2043429" h="107950">
                  <a:moveTo>
                    <a:pt x="135407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4074" y="43434"/>
                  </a:lnTo>
                  <a:lnTo>
                    <a:pt x="1354074" y="42672"/>
                  </a:lnTo>
                  <a:close/>
                </a:path>
                <a:path w="2043429" h="107950">
                  <a:moveTo>
                    <a:pt x="135407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4074" y="40386"/>
                  </a:lnTo>
                  <a:lnTo>
                    <a:pt x="1354074" y="39624"/>
                  </a:lnTo>
                  <a:close/>
                </a:path>
                <a:path w="2043429" h="107950">
                  <a:moveTo>
                    <a:pt x="135407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4074" y="37338"/>
                  </a:lnTo>
                  <a:lnTo>
                    <a:pt x="1354074" y="36576"/>
                  </a:lnTo>
                  <a:close/>
                </a:path>
                <a:path w="2043429" h="107950">
                  <a:moveTo>
                    <a:pt x="135407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4074" y="34290"/>
                  </a:lnTo>
                  <a:lnTo>
                    <a:pt x="1354074" y="33528"/>
                  </a:lnTo>
                  <a:close/>
                </a:path>
                <a:path w="2043429" h="107950">
                  <a:moveTo>
                    <a:pt x="135407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4074" y="31242"/>
                  </a:lnTo>
                  <a:lnTo>
                    <a:pt x="1354074" y="30480"/>
                  </a:lnTo>
                  <a:close/>
                </a:path>
                <a:path w="2043429" h="107950">
                  <a:moveTo>
                    <a:pt x="135407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4074" y="28194"/>
                  </a:lnTo>
                  <a:lnTo>
                    <a:pt x="1354074" y="27432"/>
                  </a:lnTo>
                  <a:close/>
                </a:path>
                <a:path w="2043429" h="107950">
                  <a:moveTo>
                    <a:pt x="135407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4074" y="25146"/>
                  </a:lnTo>
                  <a:lnTo>
                    <a:pt x="1354074" y="24384"/>
                  </a:lnTo>
                  <a:close/>
                </a:path>
                <a:path w="2043429" h="107950">
                  <a:moveTo>
                    <a:pt x="135407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4074" y="22098"/>
                  </a:lnTo>
                  <a:lnTo>
                    <a:pt x="1354074" y="21336"/>
                  </a:lnTo>
                  <a:close/>
                </a:path>
                <a:path w="2043429" h="107950">
                  <a:moveTo>
                    <a:pt x="135407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4074" y="19050"/>
                  </a:lnTo>
                  <a:lnTo>
                    <a:pt x="1354074" y="18288"/>
                  </a:lnTo>
                  <a:close/>
                </a:path>
                <a:path w="2043429" h="107950">
                  <a:moveTo>
                    <a:pt x="135407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4074" y="16002"/>
                  </a:lnTo>
                  <a:lnTo>
                    <a:pt x="1354074" y="15240"/>
                  </a:lnTo>
                  <a:close/>
                </a:path>
                <a:path w="2043429" h="107950">
                  <a:moveTo>
                    <a:pt x="135407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4074" y="12954"/>
                  </a:lnTo>
                  <a:lnTo>
                    <a:pt x="1354074" y="12192"/>
                  </a:lnTo>
                  <a:close/>
                </a:path>
                <a:path w="2043429" h="107950">
                  <a:moveTo>
                    <a:pt x="135407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4074" y="9906"/>
                  </a:lnTo>
                  <a:lnTo>
                    <a:pt x="1354074" y="9144"/>
                  </a:lnTo>
                  <a:close/>
                </a:path>
                <a:path w="2043429" h="107950">
                  <a:moveTo>
                    <a:pt x="135407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4074" y="6858"/>
                  </a:lnTo>
                  <a:lnTo>
                    <a:pt x="1354074" y="6096"/>
                  </a:lnTo>
                  <a:close/>
                </a:path>
                <a:path w="2043429" h="107950">
                  <a:moveTo>
                    <a:pt x="135407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4074" y="3810"/>
                  </a:lnTo>
                  <a:lnTo>
                    <a:pt x="1354074" y="3048"/>
                  </a:lnTo>
                  <a:close/>
                </a:path>
                <a:path w="2043429" h="107950">
                  <a:moveTo>
                    <a:pt x="2042922" y="106680"/>
                  </a:moveTo>
                  <a:lnTo>
                    <a:pt x="1865376" y="106680"/>
                  </a:lnTo>
                  <a:lnTo>
                    <a:pt x="1865376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107950">
                  <a:moveTo>
                    <a:pt x="2042922" y="103632"/>
                  </a:moveTo>
                  <a:lnTo>
                    <a:pt x="1865376" y="103632"/>
                  </a:lnTo>
                  <a:lnTo>
                    <a:pt x="1865376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107950">
                  <a:moveTo>
                    <a:pt x="2042922" y="100584"/>
                  </a:moveTo>
                  <a:lnTo>
                    <a:pt x="1865376" y="100584"/>
                  </a:lnTo>
                  <a:lnTo>
                    <a:pt x="1865376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107950">
                  <a:moveTo>
                    <a:pt x="2042922" y="97536"/>
                  </a:moveTo>
                  <a:lnTo>
                    <a:pt x="1865376" y="97536"/>
                  </a:lnTo>
                  <a:lnTo>
                    <a:pt x="1865376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107950">
                  <a:moveTo>
                    <a:pt x="2042922" y="94488"/>
                  </a:moveTo>
                  <a:lnTo>
                    <a:pt x="1865376" y="94488"/>
                  </a:lnTo>
                  <a:lnTo>
                    <a:pt x="1865376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107950">
                  <a:moveTo>
                    <a:pt x="2042922" y="91440"/>
                  </a:moveTo>
                  <a:lnTo>
                    <a:pt x="1865376" y="91440"/>
                  </a:lnTo>
                  <a:lnTo>
                    <a:pt x="1865376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107950">
                  <a:moveTo>
                    <a:pt x="2042922" y="88392"/>
                  </a:moveTo>
                  <a:lnTo>
                    <a:pt x="1865376" y="88392"/>
                  </a:lnTo>
                  <a:lnTo>
                    <a:pt x="1865376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107950">
                  <a:moveTo>
                    <a:pt x="2042922" y="85344"/>
                  </a:moveTo>
                  <a:lnTo>
                    <a:pt x="1865376" y="85344"/>
                  </a:lnTo>
                  <a:lnTo>
                    <a:pt x="1865376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107950">
                  <a:moveTo>
                    <a:pt x="2042922" y="82296"/>
                  </a:moveTo>
                  <a:lnTo>
                    <a:pt x="1865376" y="82296"/>
                  </a:lnTo>
                  <a:lnTo>
                    <a:pt x="1865376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107950">
                  <a:moveTo>
                    <a:pt x="2042922" y="79248"/>
                  </a:moveTo>
                  <a:lnTo>
                    <a:pt x="1865376" y="79248"/>
                  </a:lnTo>
                  <a:lnTo>
                    <a:pt x="1865376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107950">
                  <a:moveTo>
                    <a:pt x="2042922" y="76200"/>
                  </a:moveTo>
                  <a:lnTo>
                    <a:pt x="1865376" y="76200"/>
                  </a:lnTo>
                  <a:lnTo>
                    <a:pt x="1865376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107950">
                  <a:moveTo>
                    <a:pt x="2042922" y="73152"/>
                  </a:moveTo>
                  <a:lnTo>
                    <a:pt x="1865376" y="73152"/>
                  </a:lnTo>
                  <a:lnTo>
                    <a:pt x="1865376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107950">
                  <a:moveTo>
                    <a:pt x="2042922" y="70104"/>
                  </a:moveTo>
                  <a:lnTo>
                    <a:pt x="1865376" y="70104"/>
                  </a:lnTo>
                  <a:lnTo>
                    <a:pt x="1865376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107950">
                  <a:moveTo>
                    <a:pt x="2042922" y="67056"/>
                  </a:moveTo>
                  <a:lnTo>
                    <a:pt x="1865376" y="67056"/>
                  </a:lnTo>
                  <a:lnTo>
                    <a:pt x="1865376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107950">
                  <a:moveTo>
                    <a:pt x="2042922" y="64008"/>
                  </a:moveTo>
                  <a:lnTo>
                    <a:pt x="1865376" y="64008"/>
                  </a:lnTo>
                  <a:lnTo>
                    <a:pt x="1865376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107950">
                  <a:moveTo>
                    <a:pt x="2042922" y="60960"/>
                  </a:moveTo>
                  <a:lnTo>
                    <a:pt x="1865376" y="60960"/>
                  </a:lnTo>
                  <a:lnTo>
                    <a:pt x="1865376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107950">
                  <a:moveTo>
                    <a:pt x="2042922" y="57912"/>
                  </a:moveTo>
                  <a:lnTo>
                    <a:pt x="1865376" y="57912"/>
                  </a:lnTo>
                  <a:lnTo>
                    <a:pt x="1865376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107950">
                  <a:moveTo>
                    <a:pt x="2042922" y="54864"/>
                  </a:moveTo>
                  <a:lnTo>
                    <a:pt x="1865376" y="54864"/>
                  </a:lnTo>
                  <a:lnTo>
                    <a:pt x="1865376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107950">
                  <a:moveTo>
                    <a:pt x="2042922" y="51816"/>
                  </a:moveTo>
                  <a:lnTo>
                    <a:pt x="1865376" y="51816"/>
                  </a:lnTo>
                  <a:lnTo>
                    <a:pt x="1865376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107950">
                  <a:moveTo>
                    <a:pt x="2042922" y="48768"/>
                  </a:moveTo>
                  <a:lnTo>
                    <a:pt x="1865376" y="48768"/>
                  </a:lnTo>
                  <a:lnTo>
                    <a:pt x="1865376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107950">
                  <a:moveTo>
                    <a:pt x="2042922" y="45720"/>
                  </a:moveTo>
                  <a:lnTo>
                    <a:pt x="1865376" y="45720"/>
                  </a:lnTo>
                  <a:lnTo>
                    <a:pt x="1865376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107950">
                  <a:moveTo>
                    <a:pt x="2042922" y="42672"/>
                  </a:moveTo>
                  <a:lnTo>
                    <a:pt x="1865376" y="42672"/>
                  </a:lnTo>
                  <a:lnTo>
                    <a:pt x="1865376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107950">
                  <a:moveTo>
                    <a:pt x="2042922" y="39624"/>
                  </a:moveTo>
                  <a:lnTo>
                    <a:pt x="1865376" y="39624"/>
                  </a:lnTo>
                  <a:lnTo>
                    <a:pt x="1865376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107950">
                  <a:moveTo>
                    <a:pt x="2042922" y="36576"/>
                  </a:moveTo>
                  <a:lnTo>
                    <a:pt x="1865376" y="36576"/>
                  </a:lnTo>
                  <a:lnTo>
                    <a:pt x="1865376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107950">
                  <a:moveTo>
                    <a:pt x="2042922" y="33528"/>
                  </a:moveTo>
                  <a:lnTo>
                    <a:pt x="1865376" y="33528"/>
                  </a:lnTo>
                  <a:lnTo>
                    <a:pt x="1865376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107950">
                  <a:moveTo>
                    <a:pt x="2042922" y="30480"/>
                  </a:moveTo>
                  <a:lnTo>
                    <a:pt x="1865376" y="30480"/>
                  </a:lnTo>
                  <a:lnTo>
                    <a:pt x="1865376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107950">
                  <a:moveTo>
                    <a:pt x="2042922" y="27432"/>
                  </a:moveTo>
                  <a:lnTo>
                    <a:pt x="1865376" y="27432"/>
                  </a:lnTo>
                  <a:lnTo>
                    <a:pt x="1865376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107950">
                  <a:moveTo>
                    <a:pt x="2042922" y="24384"/>
                  </a:moveTo>
                  <a:lnTo>
                    <a:pt x="1865376" y="24384"/>
                  </a:lnTo>
                  <a:lnTo>
                    <a:pt x="1865376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107950">
                  <a:moveTo>
                    <a:pt x="2042922" y="21336"/>
                  </a:moveTo>
                  <a:lnTo>
                    <a:pt x="1865376" y="21336"/>
                  </a:lnTo>
                  <a:lnTo>
                    <a:pt x="1865376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107950">
                  <a:moveTo>
                    <a:pt x="2042922" y="18288"/>
                  </a:moveTo>
                  <a:lnTo>
                    <a:pt x="1865376" y="18288"/>
                  </a:lnTo>
                  <a:lnTo>
                    <a:pt x="1865376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107950">
                  <a:moveTo>
                    <a:pt x="2042922" y="15240"/>
                  </a:moveTo>
                  <a:lnTo>
                    <a:pt x="1865376" y="15240"/>
                  </a:lnTo>
                  <a:lnTo>
                    <a:pt x="1865376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107950">
                  <a:moveTo>
                    <a:pt x="2042922" y="12192"/>
                  </a:moveTo>
                  <a:lnTo>
                    <a:pt x="1865376" y="12192"/>
                  </a:lnTo>
                  <a:lnTo>
                    <a:pt x="1865376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107950">
                  <a:moveTo>
                    <a:pt x="2042922" y="9144"/>
                  </a:moveTo>
                  <a:lnTo>
                    <a:pt x="1865376" y="9144"/>
                  </a:lnTo>
                  <a:lnTo>
                    <a:pt x="1865376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107950">
                  <a:moveTo>
                    <a:pt x="2042922" y="6096"/>
                  </a:moveTo>
                  <a:lnTo>
                    <a:pt x="1865376" y="6096"/>
                  </a:lnTo>
                  <a:lnTo>
                    <a:pt x="1865376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107950">
                  <a:moveTo>
                    <a:pt x="2042922" y="3048"/>
                  </a:moveTo>
                  <a:lnTo>
                    <a:pt x="1865376" y="3048"/>
                  </a:lnTo>
                  <a:lnTo>
                    <a:pt x="1865376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107950">
                  <a:moveTo>
                    <a:pt x="2042922" y="0"/>
                  </a:moveTo>
                  <a:lnTo>
                    <a:pt x="1865376" y="0"/>
                  </a:lnTo>
                  <a:lnTo>
                    <a:pt x="1865376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6781177" y="5330079"/>
              <a:ext cx="2043430" cy="107950"/>
            </a:xfrm>
            <a:custGeom>
              <a:avLst/>
              <a:gdLst/>
              <a:ahLst/>
              <a:cxnLst/>
              <a:rect l="l" t="t" r="r" b="b"/>
              <a:pathLst>
                <a:path w="2043429" h="107950">
                  <a:moveTo>
                    <a:pt x="135407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4074" y="107442"/>
                  </a:lnTo>
                  <a:lnTo>
                    <a:pt x="1354074" y="106680"/>
                  </a:lnTo>
                  <a:close/>
                </a:path>
                <a:path w="2043429" h="107950">
                  <a:moveTo>
                    <a:pt x="135407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4074" y="104394"/>
                  </a:lnTo>
                  <a:lnTo>
                    <a:pt x="1354074" y="103632"/>
                  </a:lnTo>
                  <a:close/>
                </a:path>
                <a:path w="2043429" h="107950">
                  <a:moveTo>
                    <a:pt x="135407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4074" y="101346"/>
                  </a:lnTo>
                  <a:lnTo>
                    <a:pt x="1354074" y="100584"/>
                  </a:lnTo>
                  <a:close/>
                </a:path>
                <a:path w="2043429" h="107950">
                  <a:moveTo>
                    <a:pt x="135407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4074" y="98298"/>
                  </a:lnTo>
                  <a:lnTo>
                    <a:pt x="1354074" y="97536"/>
                  </a:lnTo>
                  <a:close/>
                </a:path>
                <a:path w="2043429" h="107950">
                  <a:moveTo>
                    <a:pt x="135407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4074" y="95250"/>
                  </a:lnTo>
                  <a:lnTo>
                    <a:pt x="1354074" y="94488"/>
                  </a:lnTo>
                  <a:close/>
                </a:path>
                <a:path w="2043429" h="107950">
                  <a:moveTo>
                    <a:pt x="135407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4074" y="92202"/>
                  </a:lnTo>
                  <a:lnTo>
                    <a:pt x="1354074" y="91440"/>
                  </a:lnTo>
                  <a:close/>
                </a:path>
                <a:path w="2043429" h="107950">
                  <a:moveTo>
                    <a:pt x="135407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4074" y="89154"/>
                  </a:lnTo>
                  <a:lnTo>
                    <a:pt x="1354074" y="88392"/>
                  </a:lnTo>
                  <a:close/>
                </a:path>
                <a:path w="2043429" h="107950">
                  <a:moveTo>
                    <a:pt x="135407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4074" y="86106"/>
                  </a:lnTo>
                  <a:lnTo>
                    <a:pt x="1354074" y="85344"/>
                  </a:lnTo>
                  <a:close/>
                </a:path>
                <a:path w="2043429" h="107950">
                  <a:moveTo>
                    <a:pt x="135407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4074" y="83058"/>
                  </a:lnTo>
                  <a:lnTo>
                    <a:pt x="1354074" y="82296"/>
                  </a:lnTo>
                  <a:close/>
                </a:path>
                <a:path w="2043429" h="107950">
                  <a:moveTo>
                    <a:pt x="135407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4074" y="80010"/>
                  </a:lnTo>
                  <a:lnTo>
                    <a:pt x="1354074" y="79248"/>
                  </a:lnTo>
                  <a:close/>
                </a:path>
                <a:path w="2043429" h="107950">
                  <a:moveTo>
                    <a:pt x="135407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4074" y="76962"/>
                  </a:lnTo>
                  <a:lnTo>
                    <a:pt x="1354074" y="76200"/>
                  </a:lnTo>
                  <a:close/>
                </a:path>
                <a:path w="2043429" h="107950">
                  <a:moveTo>
                    <a:pt x="135407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4074" y="73914"/>
                  </a:lnTo>
                  <a:lnTo>
                    <a:pt x="1354074" y="73152"/>
                  </a:lnTo>
                  <a:close/>
                </a:path>
                <a:path w="2043429" h="107950">
                  <a:moveTo>
                    <a:pt x="135407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4074" y="70866"/>
                  </a:lnTo>
                  <a:lnTo>
                    <a:pt x="1354074" y="70104"/>
                  </a:lnTo>
                  <a:close/>
                </a:path>
                <a:path w="2043429" h="107950">
                  <a:moveTo>
                    <a:pt x="135407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4074" y="67818"/>
                  </a:lnTo>
                  <a:lnTo>
                    <a:pt x="1354074" y="67056"/>
                  </a:lnTo>
                  <a:close/>
                </a:path>
                <a:path w="2043429" h="107950">
                  <a:moveTo>
                    <a:pt x="135407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4074" y="64770"/>
                  </a:lnTo>
                  <a:lnTo>
                    <a:pt x="1354074" y="64008"/>
                  </a:lnTo>
                  <a:close/>
                </a:path>
                <a:path w="2043429" h="107950">
                  <a:moveTo>
                    <a:pt x="135407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4074" y="61722"/>
                  </a:lnTo>
                  <a:lnTo>
                    <a:pt x="1354074" y="60960"/>
                  </a:lnTo>
                  <a:close/>
                </a:path>
                <a:path w="2043429" h="107950">
                  <a:moveTo>
                    <a:pt x="135407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4074" y="58674"/>
                  </a:lnTo>
                  <a:lnTo>
                    <a:pt x="1354074" y="57912"/>
                  </a:lnTo>
                  <a:close/>
                </a:path>
                <a:path w="2043429" h="107950">
                  <a:moveTo>
                    <a:pt x="135407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4074" y="55626"/>
                  </a:lnTo>
                  <a:lnTo>
                    <a:pt x="1354074" y="54864"/>
                  </a:lnTo>
                  <a:close/>
                </a:path>
                <a:path w="2043429" h="107950">
                  <a:moveTo>
                    <a:pt x="135407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4074" y="52578"/>
                  </a:lnTo>
                  <a:lnTo>
                    <a:pt x="1354074" y="51816"/>
                  </a:lnTo>
                  <a:close/>
                </a:path>
                <a:path w="2043429" h="107950">
                  <a:moveTo>
                    <a:pt x="135407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4074" y="49530"/>
                  </a:lnTo>
                  <a:lnTo>
                    <a:pt x="1354074" y="48768"/>
                  </a:lnTo>
                  <a:close/>
                </a:path>
                <a:path w="2043429" h="107950">
                  <a:moveTo>
                    <a:pt x="135407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4074" y="46482"/>
                  </a:lnTo>
                  <a:lnTo>
                    <a:pt x="1354074" y="45720"/>
                  </a:lnTo>
                  <a:close/>
                </a:path>
                <a:path w="2043429" h="107950">
                  <a:moveTo>
                    <a:pt x="135407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4074" y="43434"/>
                  </a:lnTo>
                  <a:lnTo>
                    <a:pt x="1354074" y="42672"/>
                  </a:lnTo>
                  <a:close/>
                </a:path>
                <a:path w="2043429" h="107950">
                  <a:moveTo>
                    <a:pt x="135407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4074" y="40386"/>
                  </a:lnTo>
                  <a:lnTo>
                    <a:pt x="1354074" y="39624"/>
                  </a:lnTo>
                  <a:close/>
                </a:path>
                <a:path w="2043429" h="107950">
                  <a:moveTo>
                    <a:pt x="135407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4074" y="37338"/>
                  </a:lnTo>
                  <a:lnTo>
                    <a:pt x="1354074" y="36576"/>
                  </a:lnTo>
                  <a:close/>
                </a:path>
                <a:path w="2043429" h="107950">
                  <a:moveTo>
                    <a:pt x="135407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4074" y="34290"/>
                  </a:lnTo>
                  <a:lnTo>
                    <a:pt x="1354074" y="33528"/>
                  </a:lnTo>
                  <a:close/>
                </a:path>
                <a:path w="2043429" h="107950">
                  <a:moveTo>
                    <a:pt x="135407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4074" y="31242"/>
                  </a:lnTo>
                  <a:lnTo>
                    <a:pt x="1354074" y="30480"/>
                  </a:lnTo>
                  <a:close/>
                </a:path>
                <a:path w="2043429" h="107950">
                  <a:moveTo>
                    <a:pt x="135407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4074" y="28194"/>
                  </a:lnTo>
                  <a:lnTo>
                    <a:pt x="1354074" y="27432"/>
                  </a:lnTo>
                  <a:close/>
                </a:path>
                <a:path w="2043429" h="107950">
                  <a:moveTo>
                    <a:pt x="135407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4074" y="25146"/>
                  </a:lnTo>
                  <a:lnTo>
                    <a:pt x="1354074" y="24384"/>
                  </a:lnTo>
                  <a:close/>
                </a:path>
                <a:path w="2043429" h="107950">
                  <a:moveTo>
                    <a:pt x="135407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4074" y="22098"/>
                  </a:lnTo>
                  <a:lnTo>
                    <a:pt x="1354074" y="21336"/>
                  </a:lnTo>
                  <a:close/>
                </a:path>
                <a:path w="2043429" h="107950">
                  <a:moveTo>
                    <a:pt x="135407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4074" y="19050"/>
                  </a:lnTo>
                  <a:lnTo>
                    <a:pt x="1354074" y="18288"/>
                  </a:lnTo>
                  <a:close/>
                </a:path>
                <a:path w="2043429" h="107950">
                  <a:moveTo>
                    <a:pt x="135407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4074" y="16002"/>
                  </a:lnTo>
                  <a:lnTo>
                    <a:pt x="1354074" y="15240"/>
                  </a:lnTo>
                  <a:close/>
                </a:path>
                <a:path w="2043429" h="107950">
                  <a:moveTo>
                    <a:pt x="135407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4074" y="12954"/>
                  </a:lnTo>
                  <a:lnTo>
                    <a:pt x="1354074" y="12192"/>
                  </a:lnTo>
                  <a:close/>
                </a:path>
                <a:path w="2043429" h="107950">
                  <a:moveTo>
                    <a:pt x="135407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4074" y="9906"/>
                  </a:lnTo>
                  <a:lnTo>
                    <a:pt x="1354074" y="9144"/>
                  </a:lnTo>
                  <a:close/>
                </a:path>
                <a:path w="2043429" h="107950">
                  <a:moveTo>
                    <a:pt x="135407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4074" y="6858"/>
                  </a:lnTo>
                  <a:lnTo>
                    <a:pt x="1354074" y="6096"/>
                  </a:lnTo>
                  <a:close/>
                </a:path>
                <a:path w="2043429" h="107950">
                  <a:moveTo>
                    <a:pt x="135407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4074" y="3810"/>
                  </a:lnTo>
                  <a:lnTo>
                    <a:pt x="1354074" y="3048"/>
                  </a:lnTo>
                  <a:close/>
                </a:path>
                <a:path w="2043429" h="107950">
                  <a:moveTo>
                    <a:pt x="2042922" y="106680"/>
                  </a:moveTo>
                  <a:lnTo>
                    <a:pt x="1865376" y="106680"/>
                  </a:lnTo>
                  <a:lnTo>
                    <a:pt x="1865376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107950">
                  <a:moveTo>
                    <a:pt x="2042922" y="103632"/>
                  </a:moveTo>
                  <a:lnTo>
                    <a:pt x="1865376" y="103632"/>
                  </a:lnTo>
                  <a:lnTo>
                    <a:pt x="1865376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107950">
                  <a:moveTo>
                    <a:pt x="2042922" y="100584"/>
                  </a:moveTo>
                  <a:lnTo>
                    <a:pt x="1865376" y="100584"/>
                  </a:lnTo>
                  <a:lnTo>
                    <a:pt x="1865376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107950">
                  <a:moveTo>
                    <a:pt x="2042922" y="97536"/>
                  </a:moveTo>
                  <a:lnTo>
                    <a:pt x="1865376" y="97536"/>
                  </a:lnTo>
                  <a:lnTo>
                    <a:pt x="1865376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107950">
                  <a:moveTo>
                    <a:pt x="2042922" y="94488"/>
                  </a:moveTo>
                  <a:lnTo>
                    <a:pt x="1865376" y="94488"/>
                  </a:lnTo>
                  <a:lnTo>
                    <a:pt x="1865376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107950">
                  <a:moveTo>
                    <a:pt x="2042922" y="91440"/>
                  </a:moveTo>
                  <a:lnTo>
                    <a:pt x="1865376" y="91440"/>
                  </a:lnTo>
                  <a:lnTo>
                    <a:pt x="1865376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107950">
                  <a:moveTo>
                    <a:pt x="2042922" y="88392"/>
                  </a:moveTo>
                  <a:lnTo>
                    <a:pt x="1865376" y="88392"/>
                  </a:lnTo>
                  <a:lnTo>
                    <a:pt x="1865376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107950">
                  <a:moveTo>
                    <a:pt x="2042922" y="85344"/>
                  </a:moveTo>
                  <a:lnTo>
                    <a:pt x="1865376" y="85344"/>
                  </a:lnTo>
                  <a:lnTo>
                    <a:pt x="1865376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107950">
                  <a:moveTo>
                    <a:pt x="2042922" y="82296"/>
                  </a:moveTo>
                  <a:lnTo>
                    <a:pt x="1865376" y="82296"/>
                  </a:lnTo>
                  <a:lnTo>
                    <a:pt x="1865376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107950">
                  <a:moveTo>
                    <a:pt x="2042922" y="79248"/>
                  </a:moveTo>
                  <a:lnTo>
                    <a:pt x="1865376" y="79248"/>
                  </a:lnTo>
                  <a:lnTo>
                    <a:pt x="1865376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107950">
                  <a:moveTo>
                    <a:pt x="2042922" y="76200"/>
                  </a:moveTo>
                  <a:lnTo>
                    <a:pt x="1865376" y="76200"/>
                  </a:lnTo>
                  <a:lnTo>
                    <a:pt x="1865376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107950">
                  <a:moveTo>
                    <a:pt x="2042922" y="73152"/>
                  </a:moveTo>
                  <a:lnTo>
                    <a:pt x="1865376" y="73152"/>
                  </a:lnTo>
                  <a:lnTo>
                    <a:pt x="1865376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107950">
                  <a:moveTo>
                    <a:pt x="2042922" y="70104"/>
                  </a:moveTo>
                  <a:lnTo>
                    <a:pt x="1865376" y="70104"/>
                  </a:lnTo>
                  <a:lnTo>
                    <a:pt x="1865376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107950">
                  <a:moveTo>
                    <a:pt x="2042922" y="67056"/>
                  </a:moveTo>
                  <a:lnTo>
                    <a:pt x="1865376" y="67056"/>
                  </a:lnTo>
                  <a:lnTo>
                    <a:pt x="1865376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107950">
                  <a:moveTo>
                    <a:pt x="2042922" y="64008"/>
                  </a:moveTo>
                  <a:lnTo>
                    <a:pt x="1865376" y="64008"/>
                  </a:lnTo>
                  <a:lnTo>
                    <a:pt x="1865376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107950">
                  <a:moveTo>
                    <a:pt x="2042922" y="60960"/>
                  </a:moveTo>
                  <a:lnTo>
                    <a:pt x="1865376" y="60960"/>
                  </a:lnTo>
                  <a:lnTo>
                    <a:pt x="1865376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107950">
                  <a:moveTo>
                    <a:pt x="2042922" y="57912"/>
                  </a:moveTo>
                  <a:lnTo>
                    <a:pt x="1865376" y="57912"/>
                  </a:lnTo>
                  <a:lnTo>
                    <a:pt x="1865376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107950">
                  <a:moveTo>
                    <a:pt x="2042922" y="54864"/>
                  </a:moveTo>
                  <a:lnTo>
                    <a:pt x="1865376" y="54864"/>
                  </a:lnTo>
                  <a:lnTo>
                    <a:pt x="1865376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107950">
                  <a:moveTo>
                    <a:pt x="2042922" y="51816"/>
                  </a:moveTo>
                  <a:lnTo>
                    <a:pt x="1865376" y="51816"/>
                  </a:lnTo>
                  <a:lnTo>
                    <a:pt x="1865376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107950">
                  <a:moveTo>
                    <a:pt x="2042922" y="48768"/>
                  </a:moveTo>
                  <a:lnTo>
                    <a:pt x="1865376" y="48768"/>
                  </a:lnTo>
                  <a:lnTo>
                    <a:pt x="1865376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107950">
                  <a:moveTo>
                    <a:pt x="2042922" y="45720"/>
                  </a:moveTo>
                  <a:lnTo>
                    <a:pt x="1865376" y="45720"/>
                  </a:lnTo>
                  <a:lnTo>
                    <a:pt x="1865376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107950">
                  <a:moveTo>
                    <a:pt x="2042922" y="42672"/>
                  </a:moveTo>
                  <a:lnTo>
                    <a:pt x="1865376" y="42672"/>
                  </a:lnTo>
                  <a:lnTo>
                    <a:pt x="1865376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107950">
                  <a:moveTo>
                    <a:pt x="2042922" y="39624"/>
                  </a:moveTo>
                  <a:lnTo>
                    <a:pt x="1865376" y="39624"/>
                  </a:lnTo>
                  <a:lnTo>
                    <a:pt x="1865376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107950">
                  <a:moveTo>
                    <a:pt x="2042922" y="36576"/>
                  </a:moveTo>
                  <a:lnTo>
                    <a:pt x="1865376" y="36576"/>
                  </a:lnTo>
                  <a:lnTo>
                    <a:pt x="1865376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107950">
                  <a:moveTo>
                    <a:pt x="2042922" y="33528"/>
                  </a:moveTo>
                  <a:lnTo>
                    <a:pt x="1865376" y="33528"/>
                  </a:lnTo>
                  <a:lnTo>
                    <a:pt x="1865376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107950">
                  <a:moveTo>
                    <a:pt x="2042922" y="30480"/>
                  </a:moveTo>
                  <a:lnTo>
                    <a:pt x="1865376" y="30480"/>
                  </a:lnTo>
                  <a:lnTo>
                    <a:pt x="1865376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107950">
                  <a:moveTo>
                    <a:pt x="2042922" y="27432"/>
                  </a:moveTo>
                  <a:lnTo>
                    <a:pt x="1865376" y="27432"/>
                  </a:lnTo>
                  <a:lnTo>
                    <a:pt x="1865376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107950">
                  <a:moveTo>
                    <a:pt x="2042922" y="24384"/>
                  </a:moveTo>
                  <a:lnTo>
                    <a:pt x="1865376" y="24384"/>
                  </a:lnTo>
                  <a:lnTo>
                    <a:pt x="1865376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107950">
                  <a:moveTo>
                    <a:pt x="2042922" y="21336"/>
                  </a:moveTo>
                  <a:lnTo>
                    <a:pt x="1865376" y="21336"/>
                  </a:lnTo>
                  <a:lnTo>
                    <a:pt x="1865376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107950">
                  <a:moveTo>
                    <a:pt x="2042922" y="18288"/>
                  </a:moveTo>
                  <a:lnTo>
                    <a:pt x="1865376" y="18288"/>
                  </a:lnTo>
                  <a:lnTo>
                    <a:pt x="1865376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107950">
                  <a:moveTo>
                    <a:pt x="2042922" y="15240"/>
                  </a:moveTo>
                  <a:lnTo>
                    <a:pt x="1865376" y="15240"/>
                  </a:lnTo>
                  <a:lnTo>
                    <a:pt x="1865376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107950">
                  <a:moveTo>
                    <a:pt x="2042922" y="12192"/>
                  </a:moveTo>
                  <a:lnTo>
                    <a:pt x="1865376" y="12192"/>
                  </a:lnTo>
                  <a:lnTo>
                    <a:pt x="1865376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107950">
                  <a:moveTo>
                    <a:pt x="2042922" y="9144"/>
                  </a:moveTo>
                  <a:lnTo>
                    <a:pt x="1865376" y="9144"/>
                  </a:lnTo>
                  <a:lnTo>
                    <a:pt x="1865376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107950">
                  <a:moveTo>
                    <a:pt x="2042922" y="6096"/>
                  </a:moveTo>
                  <a:lnTo>
                    <a:pt x="1865376" y="6096"/>
                  </a:lnTo>
                  <a:lnTo>
                    <a:pt x="1865376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107950">
                  <a:moveTo>
                    <a:pt x="2042922" y="3048"/>
                  </a:moveTo>
                  <a:lnTo>
                    <a:pt x="1865376" y="3048"/>
                  </a:lnTo>
                  <a:lnTo>
                    <a:pt x="1865376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107950">
                  <a:moveTo>
                    <a:pt x="2042922" y="0"/>
                  </a:moveTo>
                  <a:lnTo>
                    <a:pt x="1865376" y="0"/>
                  </a:lnTo>
                  <a:lnTo>
                    <a:pt x="1865376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6781177" y="5436759"/>
              <a:ext cx="2043430" cy="107950"/>
            </a:xfrm>
            <a:custGeom>
              <a:avLst/>
              <a:gdLst/>
              <a:ahLst/>
              <a:cxnLst/>
              <a:rect l="l" t="t" r="r" b="b"/>
              <a:pathLst>
                <a:path w="2043429" h="107950">
                  <a:moveTo>
                    <a:pt x="135407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4074" y="107442"/>
                  </a:lnTo>
                  <a:lnTo>
                    <a:pt x="1354074" y="106680"/>
                  </a:lnTo>
                  <a:close/>
                </a:path>
                <a:path w="2043429" h="107950">
                  <a:moveTo>
                    <a:pt x="135407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4074" y="104394"/>
                  </a:lnTo>
                  <a:lnTo>
                    <a:pt x="1354074" y="103632"/>
                  </a:lnTo>
                  <a:close/>
                </a:path>
                <a:path w="2043429" h="107950">
                  <a:moveTo>
                    <a:pt x="135407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4074" y="101346"/>
                  </a:lnTo>
                  <a:lnTo>
                    <a:pt x="1354074" y="100584"/>
                  </a:lnTo>
                  <a:close/>
                </a:path>
                <a:path w="2043429" h="107950">
                  <a:moveTo>
                    <a:pt x="135407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4074" y="98298"/>
                  </a:lnTo>
                  <a:lnTo>
                    <a:pt x="1354074" y="97536"/>
                  </a:lnTo>
                  <a:close/>
                </a:path>
                <a:path w="2043429" h="107950">
                  <a:moveTo>
                    <a:pt x="135407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4074" y="95250"/>
                  </a:lnTo>
                  <a:lnTo>
                    <a:pt x="1354074" y="94488"/>
                  </a:lnTo>
                  <a:close/>
                </a:path>
                <a:path w="2043429" h="107950">
                  <a:moveTo>
                    <a:pt x="135407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4074" y="92202"/>
                  </a:lnTo>
                  <a:lnTo>
                    <a:pt x="1354074" y="91440"/>
                  </a:lnTo>
                  <a:close/>
                </a:path>
                <a:path w="2043429" h="107950">
                  <a:moveTo>
                    <a:pt x="135407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4074" y="89154"/>
                  </a:lnTo>
                  <a:lnTo>
                    <a:pt x="1354074" y="88392"/>
                  </a:lnTo>
                  <a:close/>
                </a:path>
                <a:path w="2043429" h="107950">
                  <a:moveTo>
                    <a:pt x="135407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4074" y="86106"/>
                  </a:lnTo>
                  <a:lnTo>
                    <a:pt x="1354074" y="85344"/>
                  </a:lnTo>
                  <a:close/>
                </a:path>
                <a:path w="2043429" h="107950">
                  <a:moveTo>
                    <a:pt x="135407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4074" y="83058"/>
                  </a:lnTo>
                  <a:lnTo>
                    <a:pt x="1354074" y="82296"/>
                  </a:lnTo>
                  <a:close/>
                </a:path>
                <a:path w="2043429" h="107950">
                  <a:moveTo>
                    <a:pt x="135407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4074" y="80010"/>
                  </a:lnTo>
                  <a:lnTo>
                    <a:pt x="1354074" y="79248"/>
                  </a:lnTo>
                  <a:close/>
                </a:path>
                <a:path w="2043429" h="107950">
                  <a:moveTo>
                    <a:pt x="135407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4074" y="76962"/>
                  </a:lnTo>
                  <a:lnTo>
                    <a:pt x="1354074" y="76200"/>
                  </a:lnTo>
                  <a:close/>
                </a:path>
                <a:path w="2043429" h="107950">
                  <a:moveTo>
                    <a:pt x="135407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4074" y="73914"/>
                  </a:lnTo>
                  <a:lnTo>
                    <a:pt x="1354074" y="73152"/>
                  </a:lnTo>
                  <a:close/>
                </a:path>
                <a:path w="2043429" h="107950">
                  <a:moveTo>
                    <a:pt x="135407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4074" y="70866"/>
                  </a:lnTo>
                  <a:lnTo>
                    <a:pt x="1354074" y="70104"/>
                  </a:lnTo>
                  <a:close/>
                </a:path>
                <a:path w="2043429" h="107950">
                  <a:moveTo>
                    <a:pt x="135407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4074" y="67818"/>
                  </a:lnTo>
                  <a:lnTo>
                    <a:pt x="1354074" y="67056"/>
                  </a:lnTo>
                  <a:close/>
                </a:path>
                <a:path w="2043429" h="107950">
                  <a:moveTo>
                    <a:pt x="135407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4074" y="64770"/>
                  </a:lnTo>
                  <a:lnTo>
                    <a:pt x="1354074" y="64008"/>
                  </a:lnTo>
                  <a:close/>
                </a:path>
                <a:path w="2043429" h="107950">
                  <a:moveTo>
                    <a:pt x="135407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4074" y="61722"/>
                  </a:lnTo>
                  <a:lnTo>
                    <a:pt x="1354074" y="60960"/>
                  </a:lnTo>
                  <a:close/>
                </a:path>
                <a:path w="2043429" h="107950">
                  <a:moveTo>
                    <a:pt x="135407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4074" y="58674"/>
                  </a:lnTo>
                  <a:lnTo>
                    <a:pt x="1354074" y="57912"/>
                  </a:lnTo>
                  <a:close/>
                </a:path>
                <a:path w="2043429" h="107950">
                  <a:moveTo>
                    <a:pt x="135407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4074" y="55626"/>
                  </a:lnTo>
                  <a:lnTo>
                    <a:pt x="1354074" y="54864"/>
                  </a:lnTo>
                  <a:close/>
                </a:path>
                <a:path w="2043429" h="107950">
                  <a:moveTo>
                    <a:pt x="135407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4074" y="52578"/>
                  </a:lnTo>
                  <a:lnTo>
                    <a:pt x="1354074" y="51816"/>
                  </a:lnTo>
                  <a:close/>
                </a:path>
                <a:path w="2043429" h="107950">
                  <a:moveTo>
                    <a:pt x="135407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4074" y="49530"/>
                  </a:lnTo>
                  <a:lnTo>
                    <a:pt x="1354074" y="48768"/>
                  </a:lnTo>
                  <a:close/>
                </a:path>
                <a:path w="2043429" h="107950">
                  <a:moveTo>
                    <a:pt x="135407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4074" y="46482"/>
                  </a:lnTo>
                  <a:lnTo>
                    <a:pt x="1354074" y="45720"/>
                  </a:lnTo>
                  <a:close/>
                </a:path>
                <a:path w="2043429" h="107950">
                  <a:moveTo>
                    <a:pt x="135407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4074" y="43434"/>
                  </a:lnTo>
                  <a:lnTo>
                    <a:pt x="1354074" y="42672"/>
                  </a:lnTo>
                  <a:close/>
                </a:path>
                <a:path w="2043429" h="107950">
                  <a:moveTo>
                    <a:pt x="135407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4074" y="40386"/>
                  </a:lnTo>
                  <a:lnTo>
                    <a:pt x="1354074" y="39624"/>
                  </a:lnTo>
                  <a:close/>
                </a:path>
                <a:path w="2043429" h="107950">
                  <a:moveTo>
                    <a:pt x="135407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4074" y="37338"/>
                  </a:lnTo>
                  <a:lnTo>
                    <a:pt x="1354074" y="36576"/>
                  </a:lnTo>
                  <a:close/>
                </a:path>
                <a:path w="2043429" h="107950">
                  <a:moveTo>
                    <a:pt x="135407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4074" y="34290"/>
                  </a:lnTo>
                  <a:lnTo>
                    <a:pt x="1354074" y="33528"/>
                  </a:lnTo>
                  <a:close/>
                </a:path>
                <a:path w="2043429" h="107950">
                  <a:moveTo>
                    <a:pt x="135407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4074" y="31242"/>
                  </a:lnTo>
                  <a:lnTo>
                    <a:pt x="1354074" y="30480"/>
                  </a:lnTo>
                  <a:close/>
                </a:path>
                <a:path w="2043429" h="107950">
                  <a:moveTo>
                    <a:pt x="135407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4074" y="28194"/>
                  </a:lnTo>
                  <a:lnTo>
                    <a:pt x="1354074" y="27432"/>
                  </a:lnTo>
                  <a:close/>
                </a:path>
                <a:path w="2043429" h="107950">
                  <a:moveTo>
                    <a:pt x="135407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4074" y="25146"/>
                  </a:lnTo>
                  <a:lnTo>
                    <a:pt x="1354074" y="24384"/>
                  </a:lnTo>
                  <a:close/>
                </a:path>
                <a:path w="2043429" h="107950">
                  <a:moveTo>
                    <a:pt x="135407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4074" y="22098"/>
                  </a:lnTo>
                  <a:lnTo>
                    <a:pt x="1354074" y="21336"/>
                  </a:lnTo>
                  <a:close/>
                </a:path>
                <a:path w="2043429" h="107950">
                  <a:moveTo>
                    <a:pt x="135407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4074" y="19050"/>
                  </a:lnTo>
                  <a:lnTo>
                    <a:pt x="1354074" y="18288"/>
                  </a:lnTo>
                  <a:close/>
                </a:path>
                <a:path w="2043429" h="107950">
                  <a:moveTo>
                    <a:pt x="135407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4074" y="16002"/>
                  </a:lnTo>
                  <a:lnTo>
                    <a:pt x="1354074" y="15240"/>
                  </a:lnTo>
                  <a:close/>
                </a:path>
                <a:path w="2043429" h="107950">
                  <a:moveTo>
                    <a:pt x="135407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4074" y="12954"/>
                  </a:lnTo>
                  <a:lnTo>
                    <a:pt x="1354074" y="12192"/>
                  </a:lnTo>
                  <a:close/>
                </a:path>
                <a:path w="2043429" h="107950">
                  <a:moveTo>
                    <a:pt x="135407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4074" y="9906"/>
                  </a:lnTo>
                  <a:lnTo>
                    <a:pt x="1354074" y="9144"/>
                  </a:lnTo>
                  <a:close/>
                </a:path>
                <a:path w="2043429" h="107950">
                  <a:moveTo>
                    <a:pt x="135407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4074" y="6858"/>
                  </a:lnTo>
                  <a:lnTo>
                    <a:pt x="1354074" y="6096"/>
                  </a:lnTo>
                  <a:close/>
                </a:path>
                <a:path w="2043429" h="107950">
                  <a:moveTo>
                    <a:pt x="135407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4074" y="3810"/>
                  </a:lnTo>
                  <a:lnTo>
                    <a:pt x="1354074" y="3048"/>
                  </a:lnTo>
                  <a:close/>
                </a:path>
                <a:path w="2043429" h="107950">
                  <a:moveTo>
                    <a:pt x="2042922" y="106680"/>
                  </a:moveTo>
                  <a:lnTo>
                    <a:pt x="1865376" y="106680"/>
                  </a:lnTo>
                  <a:lnTo>
                    <a:pt x="1865376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107950">
                  <a:moveTo>
                    <a:pt x="2042922" y="103632"/>
                  </a:moveTo>
                  <a:lnTo>
                    <a:pt x="1865376" y="103632"/>
                  </a:lnTo>
                  <a:lnTo>
                    <a:pt x="1865376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107950">
                  <a:moveTo>
                    <a:pt x="2042922" y="100584"/>
                  </a:moveTo>
                  <a:lnTo>
                    <a:pt x="1865376" y="100584"/>
                  </a:lnTo>
                  <a:lnTo>
                    <a:pt x="1865376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107950">
                  <a:moveTo>
                    <a:pt x="2042922" y="97536"/>
                  </a:moveTo>
                  <a:lnTo>
                    <a:pt x="1865376" y="97536"/>
                  </a:lnTo>
                  <a:lnTo>
                    <a:pt x="1865376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107950">
                  <a:moveTo>
                    <a:pt x="2042922" y="94488"/>
                  </a:moveTo>
                  <a:lnTo>
                    <a:pt x="1865376" y="94488"/>
                  </a:lnTo>
                  <a:lnTo>
                    <a:pt x="1865376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107950">
                  <a:moveTo>
                    <a:pt x="2042922" y="91440"/>
                  </a:moveTo>
                  <a:lnTo>
                    <a:pt x="1865376" y="91440"/>
                  </a:lnTo>
                  <a:lnTo>
                    <a:pt x="1865376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107950">
                  <a:moveTo>
                    <a:pt x="2042922" y="88392"/>
                  </a:moveTo>
                  <a:lnTo>
                    <a:pt x="1865376" y="88392"/>
                  </a:lnTo>
                  <a:lnTo>
                    <a:pt x="1865376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107950">
                  <a:moveTo>
                    <a:pt x="2042922" y="85344"/>
                  </a:moveTo>
                  <a:lnTo>
                    <a:pt x="1865376" y="85344"/>
                  </a:lnTo>
                  <a:lnTo>
                    <a:pt x="1865376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107950">
                  <a:moveTo>
                    <a:pt x="2042922" y="82296"/>
                  </a:moveTo>
                  <a:lnTo>
                    <a:pt x="1865376" y="82296"/>
                  </a:lnTo>
                  <a:lnTo>
                    <a:pt x="1865376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107950">
                  <a:moveTo>
                    <a:pt x="2042922" y="79248"/>
                  </a:moveTo>
                  <a:lnTo>
                    <a:pt x="1865376" y="79248"/>
                  </a:lnTo>
                  <a:lnTo>
                    <a:pt x="1865376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107950">
                  <a:moveTo>
                    <a:pt x="2042922" y="76200"/>
                  </a:moveTo>
                  <a:lnTo>
                    <a:pt x="1865376" y="76200"/>
                  </a:lnTo>
                  <a:lnTo>
                    <a:pt x="1865376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107950">
                  <a:moveTo>
                    <a:pt x="2042922" y="73152"/>
                  </a:moveTo>
                  <a:lnTo>
                    <a:pt x="1865376" y="73152"/>
                  </a:lnTo>
                  <a:lnTo>
                    <a:pt x="1865376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107950">
                  <a:moveTo>
                    <a:pt x="2042922" y="70104"/>
                  </a:moveTo>
                  <a:lnTo>
                    <a:pt x="1865376" y="70104"/>
                  </a:lnTo>
                  <a:lnTo>
                    <a:pt x="1865376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107950">
                  <a:moveTo>
                    <a:pt x="2042922" y="67056"/>
                  </a:moveTo>
                  <a:lnTo>
                    <a:pt x="1865376" y="67056"/>
                  </a:lnTo>
                  <a:lnTo>
                    <a:pt x="1865376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107950">
                  <a:moveTo>
                    <a:pt x="2042922" y="64008"/>
                  </a:moveTo>
                  <a:lnTo>
                    <a:pt x="1865376" y="64008"/>
                  </a:lnTo>
                  <a:lnTo>
                    <a:pt x="1865376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107950">
                  <a:moveTo>
                    <a:pt x="2042922" y="60960"/>
                  </a:moveTo>
                  <a:lnTo>
                    <a:pt x="1865376" y="60960"/>
                  </a:lnTo>
                  <a:lnTo>
                    <a:pt x="1865376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107950">
                  <a:moveTo>
                    <a:pt x="2042922" y="57912"/>
                  </a:moveTo>
                  <a:lnTo>
                    <a:pt x="1865376" y="57912"/>
                  </a:lnTo>
                  <a:lnTo>
                    <a:pt x="1865376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107950">
                  <a:moveTo>
                    <a:pt x="2042922" y="54864"/>
                  </a:moveTo>
                  <a:lnTo>
                    <a:pt x="1865376" y="54864"/>
                  </a:lnTo>
                  <a:lnTo>
                    <a:pt x="1865376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107950">
                  <a:moveTo>
                    <a:pt x="2042922" y="51816"/>
                  </a:moveTo>
                  <a:lnTo>
                    <a:pt x="1865376" y="51816"/>
                  </a:lnTo>
                  <a:lnTo>
                    <a:pt x="1865376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107950">
                  <a:moveTo>
                    <a:pt x="2042922" y="48768"/>
                  </a:moveTo>
                  <a:lnTo>
                    <a:pt x="1865376" y="48768"/>
                  </a:lnTo>
                  <a:lnTo>
                    <a:pt x="1865376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107950">
                  <a:moveTo>
                    <a:pt x="2042922" y="45720"/>
                  </a:moveTo>
                  <a:lnTo>
                    <a:pt x="1865376" y="45720"/>
                  </a:lnTo>
                  <a:lnTo>
                    <a:pt x="1865376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107950">
                  <a:moveTo>
                    <a:pt x="2042922" y="42672"/>
                  </a:moveTo>
                  <a:lnTo>
                    <a:pt x="1865376" y="42672"/>
                  </a:lnTo>
                  <a:lnTo>
                    <a:pt x="1865376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107950">
                  <a:moveTo>
                    <a:pt x="2042922" y="39624"/>
                  </a:moveTo>
                  <a:lnTo>
                    <a:pt x="1865376" y="39624"/>
                  </a:lnTo>
                  <a:lnTo>
                    <a:pt x="1865376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107950">
                  <a:moveTo>
                    <a:pt x="2042922" y="36576"/>
                  </a:moveTo>
                  <a:lnTo>
                    <a:pt x="1865376" y="36576"/>
                  </a:lnTo>
                  <a:lnTo>
                    <a:pt x="1865376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107950">
                  <a:moveTo>
                    <a:pt x="2042922" y="33528"/>
                  </a:moveTo>
                  <a:lnTo>
                    <a:pt x="1865376" y="33528"/>
                  </a:lnTo>
                  <a:lnTo>
                    <a:pt x="1865376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107950">
                  <a:moveTo>
                    <a:pt x="2042922" y="30480"/>
                  </a:moveTo>
                  <a:lnTo>
                    <a:pt x="1865376" y="30480"/>
                  </a:lnTo>
                  <a:lnTo>
                    <a:pt x="1865376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107950">
                  <a:moveTo>
                    <a:pt x="2042922" y="27432"/>
                  </a:moveTo>
                  <a:lnTo>
                    <a:pt x="1865376" y="27432"/>
                  </a:lnTo>
                  <a:lnTo>
                    <a:pt x="1865376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107950">
                  <a:moveTo>
                    <a:pt x="2042922" y="24384"/>
                  </a:moveTo>
                  <a:lnTo>
                    <a:pt x="1865376" y="24384"/>
                  </a:lnTo>
                  <a:lnTo>
                    <a:pt x="1865376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107950">
                  <a:moveTo>
                    <a:pt x="2042922" y="21336"/>
                  </a:moveTo>
                  <a:lnTo>
                    <a:pt x="1865376" y="21336"/>
                  </a:lnTo>
                  <a:lnTo>
                    <a:pt x="1865376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107950">
                  <a:moveTo>
                    <a:pt x="2042922" y="18288"/>
                  </a:moveTo>
                  <a:lnTo>
                    <a:pt x="1865376" y="18288"/>
                  </a:lnTo>
                  <a:lnTo>
                    <a:pt x="1865376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107950">
                  <a:moveTo>
                    <a:pt x="2042922" y="15240"/>
                  </a:moveTo>
                  <a:lnTo>
                    <a:pt x="1865376" y="15240"/>
                  </a:lnTo>
                  <a:lnTo>
                    <a:pt x="1865376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107950">
                  <a:moveTo>
                    <a:pt x="2042922" y="12192"/>
                  </a:moveTo>
                  <a:lnTo>
                    <a:pt x="1865376" y="12192"/>
                  </a:lnTo>
                  <a:lnTo>
                    <a:pt x="1865376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107950">
                  <a:moveTo>
                    <a:pt x="2042922" y="9144"/>
                  </a:moveTo>
                  <a:lnTo>
                    <a:pt x="1865376" y="9144"/>
                  </a:lnTo>
                  <a:lnTo>
                    <a:pt x="1865376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107950">
                  <a:moveTo>
                    <a:pt x="2042922" y="6096"/>
                  </a:moveTo>
                  <a:lnTo>
                    <a:pt x="1865376" y="6096"/>
                  </a:lnTo>
                  <a:lnTo>
                    <a:pt x="1865376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107950">
                  <a:moveTo>
                    <a:pt x="2042922" y="3048"/>
                  </a:moveTo>
                  <a:lnTo>
                    <a:pt x="1865376" y="3048"/>
                  </a:lnTo>
                  <a:lnTo>
                    <a:pt x="1865376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107950">
                  <a:moveTo>
                    <a:pt x="2042922" y="0"/>
                  </a:moveTo>
                  <a:lnTo>
                    <a:pt x="1865376" y="0"/>
                  </a:lnTo>
                  <a:lnTo>
                    <a:pt x="1865376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6781177" y="5543439"/>
              <a:ext cx="2043430" cy="107950"/>
            </a:xfrm>
            <a:custGeom>
              <a:avLst/>
              <a:gdLst/>
              <a:ahLst/>
              <a:cxnLst/>
              <a:rect l="l" t="t" r="r" b="b"/>
              <a:pathLst>
                <a:path w="2043429" h="107950">
                  <a:moveTo>
                    <a:pt x="135407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4074" y="107442"/>
                  </a:lnTo>
                  <a:lnTo>
                    <a:pt x="1354074" y="106680"/>
                  </a:lnTo>
                  <a:close/>
                </a:path>
                <a:path w="2043429" h="107950">
                  <a:moveTo>
                    <a:pt x="135407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4074" y="104394"/>
                  </a:lnTo>
                  <a:lnTo>
                    <a:pt x="1354074" y="103632"/>
                  </a:lnTo>
                  <a:close/>
                </a:path>
                <a:path w="2043429" h="107950">
                  <a:moveTo>
                    <a:pt x="135407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4074" y="101346"/>
                  </a:lnTo>
                  <a:lnTo>
                    <a:pt x="1354074" y="100584"/>
                  </a:lnTo>
                  <a:close/>
                </a:path>
                <a:path w="2043429" h="107950">
                  <a:moveTo>
                    <a:pt x="135407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4074" y="98298"/>
                  </a:lnTo>
                  <a:lnTo>
                    <a:pt x="1354074" y="97536"/>
                  </a:lnTo>
                  <a:close/>
                </a:path>
                <a:path w="2043429" h="107950">
                  <a:moveTo>
                    <a:pt x="135407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4074" y="95250"/>
                  </a:lnTo>
                  <a:lnTo>
                    <a:pt x="1354074" y="94488"/>
                  </a:lnTo>
                  <a:close/>
                </a:path>
                <a:path w="2043429" h="107950">
                  <a:moveTo>
                    <a:pt x="135407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4074" y="92202"/>
                  </a:lnTo>
                  <a:lnTo>
                    <a:pt x="1354074" y="91440"/>
                  </a:lnTo>
                  <a:close/>
                </a:path>
                <a:path w="2043429" h="107950">
                  <a:moveTo>
                    <a:pt x="135407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4074" y="89154"/>
                  </a:lnTo>
                  <a:lnTo>
                    <a:pt x="1354074" y="88392"/>
                  </a:lnTo>
                  <a:close/>
                </a:path>
                <a:path w="2043429" h="107950">
                  <a:moveTo>
                    <a:pt x="135407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4074" y="86106"/>
                  </a:lnTo>
                  <a:lnTo>
                    <a:pt x="1354074" y="85344"/>
                  </a:lnTo>
                  <a:close/>
                </a:path>
                <a:path w="2043429" h="107950">
                  <a:moveTo>
                    <a:pt x="135407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4074" y="83058"/>
                  </a:lnTo>
                  <a:lnTo>
                    <a:pt x="1354074" y="82296"/>
                  </a:lnTo>
                  <a:close/>
                </a:path>
                <a:path w="2043429" h="107950">
                  <a:moveTo>
                    <a:pt x="135407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4074" y="80010"/>
                  </a:lnTo>
                  <a:lnTo>
                    <a:pt x="1354074" y="79248"/>
                  </a:lnTo>
                  <a:close/>
                </a:path>
                <a:path w="2043429" h="107950">
                  <a:moveTo>
                    <a:pt x="135407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4074" y="76962"/>
                  </a:lnTo>
                  <a:lnTo>
                    <a:pt x="1354074" y="76200"/>
                  </a:lnTo>
                  <a:close/>
                </a:path>
                <a:path w="2043429" h="107950">
                  <a:moveTo>
                    <a:pt x="135407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4074" y="73914"/>
                  </a:lnTo>
                  <a:lnTo>
                    <a:pt x="1354074" y="73152"/>
                  </a:lnTo>
                  <a:close/>
                </a:path>
                <a:path w="2043429" h="107950">
                  <a:moveTo>
                    <a:pt x="135407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4074" y="70866"/>
                  </a:lnTo>
                  <a:lnTo>
                    <a:pt x="1354074" y="70104"/>
                  </a:lnTo>
                  <a:close/>
                </a:path>
                <a:path w="2043429" h="107950">
                  <a:moveTo>
                    <a:pt x="135407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4074" y="67818"/>
                  </a:lnTo>
                  <a:lnTo>
                    <a:pt x="1354074" y="67056"/>
                  </a:lnTo>
                  <a:close/>
                </a:path>
                <a:path w="2043429" h="107950">
                  <a:moveTo>
                    <a:pt x="135407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4074" y="64770"/>
                  </a:lnTo>
                  <a:lnTo>
                    <a:pt x="1354074" y="64008"/>
                  </a:lnTo>
                  <a:close/>
                </a:path>
                <a:path w="2043429" h="107950">
                  <a:moveTo>
                    <a:pt x="135407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4074" y="61722"/>
                  </a:lnTo>
                  <a:lnTo>
                    <a:pt x="1354074" y="60960"/>
                  </a:lnTo>
                  <a:close/>
                </a:path>
                <a:path w="2043429" h="107950">
                  <a:moveTo>
                    <a:pt x="135407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4074" y="58674"/>
                  </a:lnTo>
                  <a:lnTo>
                    <a:pt x="1354074" y="57912"/>
                  </a:lnTo>
                  <a:close/>
                </a:path>
                <a:path w="2043429" h="107950">
                  <a:moveTo>
                    <a:pt x="135407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4074" y="55626"/>
                  </a:lnTo>
                  <a:lnTo>
                    <a:pt x="1354074" y="54864"/>
                  </a:lnTo>
                  <a:close/>
                </a:path>
                <a:path w="2043429" h="107950">
                  <a:moveTo>
                    <a:pt x="135407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4074" y="52578"/>
                  </a:lnTo>
                  <a:lnTo>
                    <a:pt x="1354074" y="51816"/>
                  </a:lnTo>
                  <a:close/>
                </a:path>
                <a:path w="2043429" h="107950">
                  <a:moveTo>
                    <a:pt x="135407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4074" y="49530"/>
                  </a:lnTo>
                  <a:lnTo>
                    <a:pt x="1354074" y="48768"/>
                  </a:lnTo>
                  <a:close/>
                </a:path>
                <a:path w="2043429" h="107950">
                  <a:moveTo>
                    <a:pt x="135407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4074" y="46482"/>
                  </a:lnTo>
                  <a:lnTo>
                    <a:pt x="1354074" y="45720"/>
                  </a:lnTo>
                  <a:close/>
                </a:path>
                <a:path w="2043429" h="107950">
                  <a:moveTo>
                    <a:pt x="135407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4074" y="43434"/>
                  </a:lnTo>
                  <a:lnTo>
                    <a:pt x="1354074" y="42672"/>
                  </a:lnTo>
                  <a:close/>
                </a:path>
                <a:path w="2043429" h="107950">
                  <a:moveTo>
                    <a:pt x="135407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4074" y="40386"/>
                  </a:lnTo>
                  <a:lnTo>
                    <a:pt x="1354074" y="39624"/>
                  </a:lnTo>
                  <a:close/>
                </a:path>
                <a:path w="2043429" h="107950">
                  <a:moveTo>
                    <a:pt x="135407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4074" y="37338"/>
                  </a:lnTo>
                  <a:lnTo>
                    <a:pt x="1354074" y="36576"/>
                  </a:lnTo>
                  <a:close/>
                </a:path>
                <a:path w="2043429" h="107950">
                  <a:moveTo>
                    <a:pt x="135407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4074" y="34290"/>
                  </a:lnTo>
                  <a:lnTo>
                    <a:pt x="1354074" y="33528"/>
                  </a:lnTo>
                  <a:close/>
                </a:path>
                <a:path w="2043429" h="107950">
                  <a:moveTo>
                    <a:pt x="135407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4074" y="31242"/>
                  </a:lnTo>
                  <a:lnTo>
                    <a:pt x="1354074" y="30480"/>
                  </a:lnTo>
                  <a:close/>
                </a:path>
                <a:path w="2043429" h="107950">
                  <a:moveTo>
                    <a:pt x="135407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4074" y="28194"/>
                  </a:lnTo>
                  <a:lnTo>
                    <a:pt x="1354074" y="27432"/>
                  </a:lnTo>
                  <a:close/>
                </a:path>
                <a:path w="2043429" h="107950">
                  <a:moveTo>
                    <a:pt x="135407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4074" y="25146"/>
                  </a:lnTo>
                  <a:lnTo>
                    <a:pt x="1354074" y="24384"/>
                  </a:lnTo>
                  <a:close/>
                </a:path>
                <a:path w="2043429" h="107950">
                  <a:moveTo>
                    <a:pt x="135407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4074" y="22098"/>
                  </a:lnTo>
                  <a:lnTo>
                    <a:pt x="1354074" y="21336"/>
                  </a:lnTo>
                  <a:close/>
                </a:path>
                <a:path w="2043429" h="107950">
                  <a:moveTo>
                    <a:pt x="135407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4074" y="19050"/>
                  </a:lnTo>
                  <a:lnTo>
                    <a:pt x="1354074" y="18288"/>
                  </a:lnTo>
                  <a:close/>
                </a:path>
                <a:path w="2043429" h="107950">
                  <a:moveTo>
                    <a:pt x="135407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4074" y="16002"/>
                  </a:lnTo>
                  <a:lnTo>
                    <a:pt x="1354074" y="15240"/>
                  </a:lnTo>
                  <a:close/>
                </a:path>
                <a:path w="2043429" h="107950">
                  <a:moveTo>
                    <a:pt x="135407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4074" y="12954"/>
                  </a:lnTo>
                  <a:lnTo>
                    <a:pt x="1354074" y="12192"/>
                  </a:lnTo>
                  <a:close/>
                </a:path>
                <a:path w="2043429" h="107950">
                  <a:moveTo>
                    <a:pt x="135407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4074" y="9906"/>
                  </a:lnTo>
                  <a:lnTo>
                    <a:pt x="1354074" y="9144"/>
                  </a:lnTo>
                  <a:close/>
                </a:path>
                <a:path w="2043429" h="107950">
                  <a:moveTo>
                    <a:pt x="135407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4074" y="6858"/>
                  </a:lnTo>
                  <a:lnTo>
                    <a:pt x="1354074" y="6096"/>
                  </a:lnTo>
                  <a:close/>
                </a:path>
                <a:path w="2043429" h="107950">
                  <a:moveTo>
                    <a:pt x="135407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4074" y="3810"/>
                  </a:lnTo>
                  <a:lnTo>
                    <a:pt x="1354074" y="3048"/>
                  </a:lnTo>
                  <a:close/>
                </a:path>
                <a:path w="2043429" h="107950">
                  <a:moveTo>
                    <a:pt x="2042922" y="106680"/>
                  </a:moveTo>
                  <a:lnTo>
                    <a:pt x="1865376" y="106680"/>
                  </a:lnTo>
                  <a:lnTo>
                    <a:pt x="1865376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107950">
                  <a:moveTo>
                    <a:pt x="2042922" y="103632"/>
                  </a:moveTo>
                  <a:lnTo>
                    <a:pt x="1865376" y="103632"/>
                  </a:lnTo>
                  <a:lnTo>
                    <a:pt x="1865376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107950">
                  <a:moveTo>
                    <a:pt x="2042922" y="100584"/>
                  </a:moveTo>
                  <a:lnTo>
                    <a:pt x="1865376" y="100584"/>
                  </a:lnTo>
                  <a:lnTo>
                    <a:pt x="1865376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107950">
                  <a:moveTo>
                    <a:pt x="2042922" y="97536"/>
                  </a:moveTo>
                  <a:lnTo>
                    <a:pt x="1865376" y="97536"/>
                  </a:lnTo>
                  <a:lnTo>
                    <a:pt x="1865376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107950">
                  <a:moveTo>
                    <a:pt x="2042922" y="94488"/>
                  </a:moveTo>
                  <a:lnTo>
                    <a:pt x="1865376" y="94488"/>
                  </a:lnTo>
                  <a:lnTo>
                    <a:pt x="1865376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107950">
                  <a:moveTo>
                    <a:pt x="2042922" y="91440"/>
                  </a:moveTo>
                  <a:lnTo>
                    <a:pt x="1865376" y="91440"/>
                  </a:lnTo>
                  <a:lnTo>
                    <a:pt x="1865376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107950">
                  <a:moveTo>
                    <a:pt x="2042922" y="88392"/>
                  </a:moveTo>
                  <a:lnTo>
                    <a:pt x="1865376" y="88392"/>
                  </a:lnTo>
                  <a:lnTo>
                    <a:pt x="1865376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107950">
                  <a:moveTo>
                    <a:pt x="2042922" y="85344"/>
                  </a:moveTo>
                  <a:lnTo>
                    <a:pt x="1865376" y="85344"/>
                  </a:lnTo>
                  <a:lnTo>
                    <a:pt x="1865376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107950">
                  <a:moveTo>
                    <a:pt x="2042922" y="82296"/>
                  </a:moveTo>
                  <a:lnTo>
                    <a:pt x="1865376" y="82296"/>
                  </a:lnTo>
                  <a:lnTo>
                    <a:pt x="1865376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107950">
                  <a:moveTo>
                    <a:pt x="2042922" y="79248"/>
                  </a:moveTo>
                  <a:lnTo>
                    <a:pt x="1865376" y="79248"/>
                  </a:lnTo>
                  <a:lnTo>
                    <a:pt x="1865376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107950">
                  <a:moveTo>
                    <a:pt x="2042922" y="76200"/>
                  </a:moveTo>
                  <a:lnTo>
                    <a:pt x="1865376" y="76200"/>
                  </a:lnTo>
                  <a:lnTo>
                    <a:pt x="1865376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107950">
                  <a:moveTo>
                    <a:pt x="2042922" y="73152"/>
                  </a:moveTo>
                  <a:lnTo>
                    <a:pt x="1865376" y="73152"/>
                  </a:lnTo>
                  <a:lnTo>
                    <a:pt x="1865376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107950">
                  <a:moveTo>
                    <a:pt x="2042922" y="70104"/>
                  </a:moveTo>
                  <a:lnTo>
                    <a:pt x="1865376" y="70104"/>
                  </a:lnTo>
                  <a:lnTo>
                    <a:pt x="1865376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107950">
                  <a:moveTo>
                    <a:pt x="2042922" y="67056"/>
                  </a:moveTo>
                  <a:lnTo>
                    <a:pt x="1865376" y="67056"/>
                  </a:lnTo>
                  <a:lnTo>
                    <a:pt x="1865376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107950">
                  <a:moveTo>
                    <a:pt x="2042922" y="64008"/>
                  </a:moveTo>
                  <a:lnTo>
                    <a:pt x="1865376" y="64008"/>
                  </a:lnTo>
                  <a:lnTo>
                    <a:pt x="1865376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107950">
                  <a:moveTo>
                    <a:pt x="2042922" y="60960"/>
                  </a:moveTo>
                  <a:lnTo>
                    <a:pt x="1865376" y="60960"/>
                  </a:lnTo>
                  <a:lnTo>
                    <a:pt x="1865376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107950">
                  <a:moveTo>
                    <a:pt x="2042922" y="57912"/>
                  </a:moveTo>
                  <a:lnTo>
                    <a:pt x="1865376" y="57912"/>
                  </a:lnTo>
                  <a:lnTo>
                    <a:pt x="1865376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107950">
                  <a:moveTo>
                    <a:pt x="2042922" y="54864"/>
                  </a:moveTo>
                  <a:lnTo>
                    <a:pt x="1865376" y="54864"/>
                  </a:lnTo>
                  <a:lnTo>
                    <a:pt x="1865376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107950">
                  <a:moveTo>
                    <a:pt x="2042922" y="51816"/>
                  </a:moveTo>
                  <a:lnTo>
                    <a:pt x="1865376" y="51816"/>
                  </a:lnTo>
                  <a:lnTo>
                    <a:pt x="1865376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107950">
                  <a:moveTo>
                    <a:pt x="2042922" y="48768"/>
                  </a:moveTo>
                  <a:lnTo>
                    <a:pt x="1865376" y="48768"/>
                  </a:lnTo>
                  <a:lnTo>
                    <a:pt x="1865376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107950">
                  <a:moveTo>
                    <a:pt x="2042922" y="45720"/>
                  </a:moveTo>
                  <a:lnTo>
                    <a:pt x="1865376" y="45720"/>
                  </a:lnTo>
                  <a:lnTo>
                    <a:pt x="1865376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107950">
                  <a:moveTo>
                    <a:pt x="2042922" y="42672"/>
                  </a:moveTo>
                  <a:lnTo>
                    <a:pt x="1865376" y="42672"/>
                  </a:lnTo>
                  <a:lnTo>
                    <a:pt x="1865376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107950">
                  <a:moveTo>
                    <a:pt x="2042922" y="39624"/>
                  </a:moveTo>
                  <a:lnTo>
                    <a:pt x="1865376" y="39624"/>
                  </a:lnTo>
                  <a:lnTo>
                    <a:pt x="1865376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107950">
                  <a:moveTo>
                    <a:pt x="2042922" y="36576"/>
                  </a:moveTo>
                  <a:lnTo>
                    <a:pt x="1865376" y="36576"/>
                  </a:lnTo>
                  <a:lnTo>
                    <a:pt x="1865376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107950">
                  <a:moveTo>
                    <a:pt x="2042922" y="33528"/>
                  </a:moveTo>
                  <a:lnTo>
                    <a:pt x="1865376" y="33528"/>
                  </a:lnTo>
                  <a:lnTo>
                    <a:pt x="1865376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107950">
                  <a:moveTo>
                    <a:pt x="2042922" y="30480"/>
                  </a:moveTo>
                  <a:lnTo>
                    <a:pt x="1865376" y="30480"/>
                  </a:lnTo>
                  <a:lnTo>
                    <a:pt x="1865376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107950">
                  <a:moveTo>
                    <a:pt x="2042922" y="27432"/>
                  </a:moveTo>
                  <a:lnTo>
                    <a:pt x="1865376" y="27432"/>
                  </a:lnTo>
                  <a:lnTo>
                    <a:pt x="1865376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107950">
                  <a:moveTo>
                    <a:pt x="2042922" y="24384"/>
                  </a:moveTo>
                  <a:lnTo>
                    <a:pt x="1865376" y="24384"/>
                  </a:lnTo>
                  <a:lnTo>
                    <a:pt x="1865376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107950">
                  <a:moveTo>
                    <a:pt x="2042922" y="21336"/>
                  </a:moveTo>
                  <a:lnTo>
                    <a:pt x="1865376" y="21336"/>
                  </a:lnTo>
                  <a:lnTo>
                    <a:pt x="1865376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107950">
                  <a:moveTo>
                    <a:pt x="2042922" y="18288"/>
                  </a:moveTo>
                  <a:lnTo>
                    <a:pt x="1865376" y="18288"/>
                  </a:lnTo>
                  <a:lnTo>
                    <a:pt x="1865376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107950">
                  <a:moveTo>
                    <a:pt x="2042922" y="15240"/>
                  </a:moveTo>
                  <a:lnTo>
                    <a:pt x="1865376" y="15240"/>
                  </a:lnTo>
                  <a:lnTo>
                    <a:pt x="1865376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107950">
                  <a:moveTo>
                    <a:pt x="2042922" y="12192"/>
                  </a:moveTo>
                  <a:lnTo>
                    <a:pt x="1865376" y="12192"/>
                  </a:lnTo>
                  <a:lnTo>
                    <a:pt x="1865376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107950">
                  <a:moveTo>
                    <a:pt x="2042922" y="9144"/>
                  </a:moveTo>
                  <a:lnTo>
                    <a:pt x="1865376" y="9144"/>
                  </a:lnTo>
                  <a:lnTo>
                    <a:pt x="1865376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107950">
                  <a:moveTo>
                    <a:pt x="2042922" y="6096"/>
                  </a:moveTo>
                  <a:lnTo>
                    <a:pt x="1865376" y="6096"/>
                  </a:lnTo>
                  <a:lnTo>
                    <a:pt x="1865376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107950">
                  <a:moveTo>
                    <a:pt x="2042922" y="3048"/>
                  </a:moveTo>
                  <a:lnTo>
                    <a:pt x="1865376" y="3048"/>
                  </a:lnTo>
                  <a:lnTo>
                    <a:pt x="1865376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107950">
                  <a:moveTo>
                    <a:pt x="2042922" y="0"/>
                  </a:moveTo>
                  <a:lnTo>
                    <a:pt x="1865376" y="0"/>
                  </a:lnTo>
                  <a:lnTo>
                    <a:pt x="1865376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6781177" y="5650118"/>
              <a:ext cx="2043430" cy="107950"/>
            </a:xfrm>
            <a:custGeom>
              <a:avLst/>
              <a:gdLst/>
              <a:ahLst/>
              <a:cxnLst/>
              <a:rect l="l" t="t" r="r" b="b"/>
              <a:pathLst>
                <a:path w="2043429" h="107950">
                  <a:moveTo>
                    <a:pt x="135407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4074" y="107442"/>
                  </a:lnTo>
                  <a:lnTo>
                    <a:pt x="1354074" y="106680"/>
                  </a:lnTo>
                  <a:close/>
                </a:path>
                <a:path w="2043429" h="107950">
                  <a:moveTo>
                    <a:pt x="135407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4074" y="104394"/>
                  </a:lnTo>
                  <a:lnTo>
                    <a:pt x="1354074" y="103632"/>
                  </a:lnTo>
                  <a:close/>
                </a:path>
                <a:path w="2043429" h="107950">
                  <a:moveTo>
                    <a:pt x="135407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4074" y="101346"/>
                  </a:lnTo>
                  <a:lnTo>
                    <a:pt x="1354074" y="100584"/>
                  </a:lnTo>
                  <a:close/>
                </a:path>
                <a:path w="2043429" h="107950">
                  <a:moveTo>
                    <a:pt x="135407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4074" y="98298"/>
                  </a:lnTo>
                  <a:lnTo>
                    <a:pt x="1354074" y="97536"/>
                  </a:lnTo>
                  <a:close/>
                </a:path>
                <a:path w="2043429" h="107950">
                  <a:moveTo>
                    <a:pt x="135407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4074" y="95250"/>
                  </a:lnTo>
                  <a:lnTo>
                    <a:pt x="1354074" y="94488"/>
                  </a:lnTo>
                  <a:close/>
                </a:path>
                <a:path w="2043429" h="107950">
                  <a:moveTo>
                    <a:pt x="135407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4074" y="92202"/>
                  </a:lnTo>
                  <a:lnTo>
                    <a:pt x="1354074" y="91440"/>
                  </a:lnTo>
                  <a:close/>
                </a:path>
                <a:path w="2043429" h="107950">
                  <a:moveTo>
                    <a:pt x="135407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4074" y="89154"/>
                  </a:lnTo>
                  <a:lnTo>
                    <a:pt x="1354074" y="88392"/>
                  </a:lnTo>
                  <a:close/>
                </a:path>
                <a:path w="2043429" h="107950">
                  <a:moveTo>
                    <a:pt x="135407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4074" y="86106"/>
                  </a:lnTo>
                  <a:lnTo>
                    <a:pt x="1354074" y="85344"/>
                  </a:lnTo>
                  <a:close/>
                </a:path>
                <a:path w="2043429" h="107950">
                  <a:moveTo>
                    <a:pt x="135407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4074" y="83058"/>
                  </a:lnTo>
                  <a:lnTo>
                    <a:pt x="1354074" y="82296"/>
                  </a:lnTo>
                  <a:close/>
                </a:path>
                <a:path w="2043429" h="107950">
                  <a:moveTo>
                    <a:pt x="135407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4074" y="80010"/>
                  </a:lnTo>
                  <a:lnTo>
                    <a:pt x="1354074" y="79248"/>
                  </a:lnTo>
                  <a:close/>
                </a:path>
                <a:path w="2043429" h="107950">
                  <a:moveTo>
                    <a:pt x="135407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4074" y="76962"/>
                  </a:lnTo>
                  <a:lnTo>
                    <a:pt x="1354074" y="76200"/>
                  </a:lnTo>
                  <a:close/>
                </a:path>
                <a:path w="2043429" h="107950">
                  <a:moveTo>
                    <a:pt x="135407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4074" y="73914"/>
                  </a:lnTo>
                  <a:lnTo>
                    <a:pt x="1354074" y="73152"/>
                  </a:lnTo>
                  <a:close/>
                </a:path>
                <a:path w="2043429" h="107950">
                  <a:moveTo>
                    <a:pt x="135407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4074" y="70866"/>
                  </a:lnTo>
                  <a:lnTo>
                    <a:pt x="1354074" y="70104"/>
                  </a:lnTo>
                  <a:close/>
                </a:path>
                <a:path w="2043429" h="107950">
                  <a:moveTo>
                    <a:pt x="135407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4074" y="67818"/>
                  </a:lnTo>
                  <a:lnTo>
                    <a:pt x="1354074" y="67056"/>
                  </a:lnTo>
                  <a:close/>
                </a:path>
                <a:path w="2043429" h="107950">
                  <a:moveTo>
                    <a:pt x="135407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4074" y="64770"/>
                  </a:lnTo>
                  <a:lnTo>
                    <a:pt x="1354074" y="64008"/>
                  </a:lnTo>
                  <a:close/>
                </a:path>
                <a:path w="2043429" h="107950">
                  <a:moveTo>
                    <a:pt x="135407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4074" y="61722"/>
                  </a:lnTo>
                  <a:lnTo>
                    <a:pt x="1354074" y="60960"/>
                  </a:lnTo>
                  <a:close/>
                </a:path>
                <a:path w="2043429" h="107950">
                  <a:moveTo>
                    <a:pt x="135407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4074" y="58674"/>
                  </a:lnTo>
                  <a:lnTo>
                    <a:pt x="1354074" y="57912"/>
                  </a:lnTo>
                  <a:close/>
                </a:path>
                <a:path w="2043429" h="107950">
                  <a:moveTo>
                    <a:pt x="135407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4074" y="55626"/>
                  </a:lnTo>
                  <a:lnTo>
                    <a:pt x="1354074" y="54864"/>
                  </a:lnTo>
                  <a:close/>
                </a:path>
                <a:path w="2043429" h="107950">
                  <a:moveTo>
                    <a:pt x="135407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4074" y="52578"/>
                  </a:lnTo>
                  <a:lnTo>
                    <a:pt x="1354074" y="51816"/>
                  </a:lnTo>
                  <a:close/>
                </a:path>
                <a:path w="2043429" h="107950">
                  <a:moveTo>
                    <a:pt x="135407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4074" y="49530"/>
                  </a:lnTo>
                  <a:lnTo>
                    <a:pt x="1354074" y="48768"/>
                  </a:lnTo>
                  <a:close/>
                </a:path>
                <a:path w="2043429" h="107950">
                  <a:moveTo>
                    <a:pt x="135407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4074" y="46482"/>
                  </a:lnTo>
                  <a:lnTo>
                    <a:pt x="1354074" y="45720"/>
                  </a:lnTo>
                  <a:close/>
                </a:path>
                <a:path w="2043429" h="107950">
                  <a:moveTo>
                    <a:pt x="135407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4074" y="43434"/>
                  </a:lnTo>
                  <a:lnTo>
                    <a:pt x="1354074" y="42672"/>
                  </a:lnTo>
                  <a:close/>
                </a:path>
                <a:path w="2043429" h="107950">
                  <a:moveTo>
                    <a:pt x="135407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4074" y="40386"/>
                  </a:lnTo>
                  <a:lnTo>
                    <a:pt x="1354074" y="39624"/>
                  </a:lnTo>
                  <a:close/>
                </a:path>
                <a:path w="2043429" h="107950">
                  <a:moveTo>
                    <a:pt x="135407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4074" y="37338"/>
                  </a:lnTo>
                  <a:lnTo>
                    <a:pt x="1354074" y="36576"/>
                  </a:lnTo>
                  <a:close/>
                </a:path>
                <a:path w="2043429" h="107950">
                  <a:moveTo>
                    <a:pt x="135407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4074" y="34290"/>
                  </a:lnTo>
                  <a:lnTo>
                    <a:pt x="1354074" y="33528"/>
                  </a:lnTo>
                  <a:close/>
                </a:path>
                <a:path w="2043429" h="107950">
                  <a:moveTo>
                    <a:pt x="135407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4074" y="31242"/>
                  </a:lnTo>
                  <a:lnTo>
                    <a:pt x="1354074" y="30480"/>
                  </a:lnTo>
                  <a:close/>
                </a:path>
                <a:path w="2043429" h="107950">
                  <a:moveTo>
                    <a:pt x="135407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4074" y="28194"/>
                  </a:lnTo>
                  <a:lnTo>
                    <a:pt x="1354074" y="27432"/>
                  </a:lnTo>
                  <a:close/>
                </a:path>
                <a:path w="2043429" h="107950">
                  <a:moveTo>
                    <a:pt x="135407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4074" y="25146"/>
                  </a:lnTo>
                  <a:lnTo>
                    <a:pt x="1354074" y="24384"/>
                  </a:lnTo>
                  <a:close/>
                </a:path>
                <a:path w="2043429" h="107950">
                  <a:moveTo>
                    <a:pt x="135407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4074" y="22098"/>
                  </a:lnTo>
                  <a:lnTo>
                    <a:pt x="1354074" y="21336"/>
                  </a:lnTo>
                  <a:close/>
                </a:path>
                <a:path w="2043429" h="107950">
                  <a:moveTo>
                    <a:pt x="135407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4074" y="19050"/>
                  </a:lnTo>
                  <a:lnTo>
                    <a:pt x="1354074" y="18288"/>
                  </a:lnTo>
                  <a:close/>
                </a:path>
                <a:path w="2043429" h="107950">
                  <a:moveTo>
                    <a:pt x="135407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4074" y="16002"/>
                  </a:lnTo>
                  <a:lnTo>
                    <a:pt x="1354074" y="15240"/>
                  </a:lnTo>
                  <a:close/>
                </a:path>
                <a:path w="2043429" h="107950">
                  <a:moveTo>
                    <a:pt x="135407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4074" y="12954"/>
                  </a:lnTo>
                  <a:lnTo>
                    <a:pt x="1354074" y="12192"/>
                  </a:lnTo>
                  <a:close/>
                </a:path>
                <a:path w="2043429" h="107950">
                  <a:moveTo>
                    <a:pt x="135407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4074" y="9906"/>
                  </a:lnTo>
                  <a:lnTo>
                    <a:pt x="1354074" y="9144"/>
                  </a:lnTo>
                  <a:close/>
                </a:path>
                <a:path w="2043429" h="107950">
                  <a:moveTo>
                    <a:pt x="135407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4074" y="6858"/>
                  </a:lnTo>
                  <a:lnTo>
                    <a:pt x="1354074" y="6096"/>
                  </a:lnTo>
                  <a:close/>
                </a:path>
                <a:path w="2043429" h="107950">
                  <a:moveTo>
                    <a:pt x="135407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4074" y="3810"/>
                  </a:lnTo>
                  <a:lnTo>
                    <a:pt x="1354074" y="3048"/>
                  </a:lnTo>
                  <a:close/>
                </a:path>
                <a:path w="2043429" h="107950">
                  <a:moveTo>
                    <a:pt x="2042922" y="106680"/>
                  </a:moveTo>
                  <a:lnTo>
                    <a:pt x="1865376" y="106680"/>
                  </a:lnTo>
                  <a:lnTo>
                    <a:pt x="1865376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107950">
                  <a:moveTo>
                    <a:pt x="2042922" y="103632"/>
                  </a:moveTo>
                  <a:lnTo>
                    <a:pt x="1865376" y="103632"/>
                  </a:lnTo>
                  <a:lnTo>
                    <a:pt x="1865376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107950">
                  <a:moveTo>
                    <a:pt x="2042922" y="100584"/>
                  </a:moveTo>
                  <a:lnTo>
                    <a:pt x="1865376" y="100584"/>
                  </a:lnTo>
                  <a:lnTo>
                    <a:pt x="1865376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107950">
                  <a:moveTo>
                    <a:pt x="2042922" y="97536"/>
                  </a:moveTo>
                  <a:lnTo>
                    <a:pt x="1865376" y="97536"/>
                  </a:lnTo>
                  <a:lnTo>
                    <a:pt x="1865376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107950">
                  <a:moveTo>
                    <a:pt x="2042922" y="94488"/>
                  </a:moveTo>
                  <a:lnTo>
                    <a:pt x="1865376" y="94488"/>
                  </a:lnTo>
                  <a:lnTo>
                    <a:pt x="1865376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107950">
                  <a:moveTo>
                    <a:pt x="2042922" y="91440"/>
                  </a:moveTo>
                  <a:lnTo>
                    <a:pt x="1865376" y="91440"/>
                  </a:lnTo>
                  <a:lnTo>
                    <a:pt x="1865376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107950">
                  <a:moveTo>
                    <a:pt x="2042922" y="88392"/>
                  </a:moveTo>
                  <a:lnTo>
                    <a:pt x="1865376" y="88392"/>
                  </a:lnTo>
                  <a:lnTo>
                    <a:pt x="1865376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107950">
                  <a:moveTo>
                    <a:pt x="2042922" y="85344"/>
                  </a:moveTo>
                  <a:lnTo>
                    <a:pt x="1865376" y="85344"/>
                  </a:lnTo>
                  <a:lnTo>
                    <a:pt x="1865376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107950">
                  <a:moveTo>
                    <a:pt x="2042922" y="82296"/>
                  </a:moveTo>
                  <a:lnTo>
                    <a:pt x="1865376" y="82296"/>
                  </a:lnTo>
                  <a:lnTo>
                    <a:pt x="1865376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107950">
                  <a:moveTo>
                    <a:pt x="2042922" y="79248"/>
                  </a:moveTo>
                  <a:lnTo>
                    <a:pt x="1865376" y="79248"/>
                  </a:lnTo>
                  <a:lnTo>
                    <a:pt x="1865376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107950">
                  <a:moveTo>
                    <a:pt x="2042922" y="76200"/>
                  </a:moveTo>
                  <a:lnTo>
                    <a:pt x="1865376" y="76200"/>
                  </a:lnTo>
                  <a:lnTo>
                    <a:pt x="1865376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107950">
                  <a:moveTo>
                    <a:pt x="2042922" y="73152"/>
                  </a:moveTo>
                  <a:lnTo>
                    <a:pt x="1865376" y="73152"/>
                  </a:lnTo>
                  <a:lnTo>
                    <a:pt x="1865376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107950">
                  <a:moveTo>
                    <a:pt x="2042922" y="70104"/>
                  </a:moveTo>
                  <a:lnTo>
                    <a:pt x="1865376" y="70104"/>
                  </a:lnTo>
                  <a:lnTo>
                    <a:pt x="1865376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107950">
                  <a:moveTo>
                    <a:pt x="2042922" y="67056"/>
                  </a:moveTo>
                  <a:lnTo>
                    <a:pt x="1865376" y="67056"/>
                  </a:lnTo>
                  <a:lnTo>
                    <a:pt x="1865376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107950">
                  <a:moveTo>
                    <a:pt x="2042922" y="64008"/>
                  </a:moveTo>
                  <a:lnTo>
                    <a:pt x="1865376" y="64008"/>
                  </a:lnTo>
                  <a:lnTo>
                    <a:pt x="1865376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107950">
                  <a:moveTo>
                    <a:pt x="2042922" y="60960"/>
                  </a:moveTo>
                  <a:lnTo>
                    <a:pt x="1865376" y="60960"/>
                  </a:lnTo>
                  <a:lnTo>
                    <a:pt x="1865376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107950">
                  <a:moveTo>
                    <a:pt x="2042922" y="57912"/>
                  </a:moveTo>
                  <a:lnTo>
                    <a:pt x="1865376" y="57912"/>
                  </a:lnTo>
                  <a:lnTo>
                    <a:pt x="1865376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107950">
                  <a:moveTo>
                    <a:pt x="2042922" y="54864"/>
                  </a:moveTo>
                  <a:lnTo>
                    <a:pt x="1865376" y="54864"/>
                  </a:lnTo>
                  <a:lnTo>
                    <a:pt x="1865376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107950">
                  <a:moveTo>
                    <a:pt x="2042922" y="51816"/>
                  </a:moveTo>
                  <a:lnTo>
                    <a:pt x="1865376" y="51816"/>
                  </a:lnTo>
                  <a:lnTo>
                    <a:pt x="1865376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107950">
                  <a:moveTo>
                    <a:pt x="2042922" y="48768"/>
                  </a:moveTo>
                  <a:lnTo>
                    <a:pt x="1865376" y="48768"/>
                  </a:lnTo>
                  <a:lnTo>
                    <a:pt x="1865376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107950">
                  <a:moveTo>
                    <a:pt x="2042922" y="45720"/>
                  </a:moveTo>
                  <a:lnTo>
                    <a:pt x="1865376" y="45720"/>
                  </a:lnTo>
                  <a:lnTo>
                    <a:pt x="1865376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107950">
                  <a:moveTo>
                    <a:pt x="2042922" y="42672"/>
                  </a:moveTo>
                  <a:lnTo>
                    <a:pt x="1865376" y="42672"/>
                  </a:lnTo>
                  <a:lnTo>
                    <a:pt x="1865376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107950">
                  <a:moveTo>
                    <a:pt x="2042922" y="39624"/>
                  </a:moveTo>
                  <a:lnTo>
                    <a:pt x="1865376" y="39624"/>
                  </a:lnTo>
                  <a:lnTo>
                    <a:pt x="1865376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107950">
                  <a:moveTo>
                    <a:pt x="2042922" y="36576"/>
                  </a:moveTo>
                  <a:lnTo>
                    <a:pt x="1865376" y="36576"/>
                  </a:lnTo>
                  <a:lnTo>
                    <a:pt x="1865376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107950">
                  <a:moveTo>
                    <a:pt x="2042922" y="33528"/>
                  </a:moveTo>
                  <a:lnTo>
                    <a:pt x="1865376" y="33528"/>
                  </a:lnTo>
                  <a:lnTo>
                    <a:pt x="1865376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107950">
                  <a:moveTo>
                    <a:pt x="2042922" y="30480"/>
                  </a:moveTo>
                  <a:lnTo>
                    <a:pt x="1865376" y="30480"/>
                  </a:lnTo>
                  <a:lnTo>
                    <a:pt x="1865376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107950">
                  <a:moveTo>
                    <a:pt x="2042922" y="27432"/>
                  </a:moveTo>
                  <a:lnTo>
                    <a:pt x="1865376" y="27432"/>
                  </a:lnTo>
                  <a:lnTo>
                    <a:pt x="1865376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107950">
                  <a:moveTo>
                    <a:pt x="2042922" y="24384"/>
                  </a:moveTo>
                  <a:lnTo>
                    <a:pt x="1865376" y="24384"/>
                  </a:lnTo>
                  <a:lnTo>
                    <a:pt x="1865376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107950">
                  <a:moveTo>
                    <a:pt x="2042922" y="21336"/>
                  </a:moveTo>
                  <a:lnTo>
                    <a:pt x="1865376" y="21336"/>
                  </a:lnTo>
                  <a:lnTo>
                    <a:pt x="1865376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107950">
                  <a:moveTo>
                    <a:pt x="2042922" y="18288"/>
                  </a:moveTo>
                  <a:lnTo>
                    <a:pt x="1865376" y="18288"/>
                  </a:lnTo>
                  <a:lnTo>
                    <a:pt x="1865376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107950">
                  <a:moveTo>
                    <a:pt x="2042922" y="15240"/>
                  </a:moveTo>
                  <a:lnTo>
                    <a:pt x="1865376" y="15240"/>
                  </a:lnTo>
                  <a:lnTo>
                    <a:pt x="1865376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107950">
                  <a:moveTo>
                    <a:pt x="2042922" y="12192"/>
                  </a:moveTo>
                  <a:lnTo>
                    <a:pt x="1865376" y="12192"/>
                  </a:lnTo>
                  <a:lnTo>
                    <a:pt x="1865376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107950">
                  <a:moveTo>
                    <a:pt x="2042922" y="9144"/>
                  </a:moveTo>
                  <a:lnTo>
                    <a:pt x="1865376" y="9144"/>
                  </a:lnTo>
                  <a:lnTo>
                    <a:pt x="1865376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107950">
                  <a:moveTo>
                    <a:pt x="2042922" y="6096"/>
                  </a:moveTo>
                  <a:lnTo>
                    <a:pt x="1865376" y="6096"/>
                  </a:lnTo>
                  <a:lnTo>
                    <a:pt x="1865376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107950">
                  <a:moveTo>
                    <a:pt x="2042922" y="3048"/>
                  </a:moveTo>
                  <a:lnTo>
                    <a:pt x="1865376" y="3048"/>
                  </a:lnTo>
                  <a:lnTo>
                    <a:pt x="1865376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107950">
                  <a:moveTo>
                    <a:pt x="2042922" y="0"/>
                  </a:moveTo>
                  <a:lnTo>
                    <a:pt x="1865376" y="0"/>
                  </a:lnTo>
                  <a:lnTo>
                    <a:pt x="1865376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6781177" y="5756799"/>
              <a:ext cx="2043430" cy="107950"/>
            </a:xfrm>
            <a:custGeom>
              <a:avLst/>
              <a:gdLst/>
              <a:ahLst/>
              <a:cxnLst/>
              <a:rect l="l" t="t" r="r" b="b"/>
              <a:pathLst>
                <a:path w="2043429" h="107950">
                  <a:moveTo>
                    <a:pt x="135407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4074" y="107442"/>
                  </a:lnTo>
                  <a:lnTo>
                    <a:pt x="1354074" y="106680"/>
                  </a:lnTo>
                  <a:close/>
                </a:path>
                <a:path w="2043429" h="107950">
                  <a:moveTo>
                    <a:pt x="135407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4074" y="104394"/>
                  </a:lnTo>
                  <a:lnTo>
                    <a:pt x="1354074" y="103632"/>
                  </a:lnTo>
                  <a:close/>
                </a:path>
                <a:path w="2043429" h="107950">
                  <a:moveTo>
                    <a:pt x="135407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4074" y="101346"/>
                  </a:lnTo>
                  <a:lnTo>
                    <a:pt x="1354074" y="100584"/>
                  </a:lnTo>
                  <a:close/>
                </a:path>
                <a:path w="2043429" h="107950">
                  <a:moveTo>
                    <a:pt x="135407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4074" y="98298"/>
                  </a:lnTo>
                  <a:lnTo>
                    <a:pt x="1354074" y="97536"/>
                  </a:lnTo>
                  <a:close/>
                </a:path>
                <a:path w="2043429" h="107950">
                  <a:moveTo>
                    <a:pt x="135407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4074" y="95250"/>
                  </a:lnTo>
                  <a:lnTo>
                    <a:pt x="1354074" y="94488"/>
                  </a:lnTo>
                  <a:close/>
                </a:path>
                <a:path w="2043429" h="107950">
                  <a:moveTo>
                    <a:pt x="135407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4074" y="92202"/>
                  </a:lnTo>
                  <a:lnTo>
                    <a:pt x="1354074" y="91440"/>
                  </a:lnTo>
                  <a:close/>
                </a:path>
                <a:path w="2043429" h="107950">
                  <a:moveTo>
                    <a:pt x="135407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4074" y="89154"/>
                  </a:lnTo>
                  <a:lnTo>
                    <a:pt x="1354074" y="88392"/>
                  </a:lnTo>
                  <a:close/>
                </a:path>
                <a:path w="2043429" h="107950">
                  <a:moveTo>
                    <a:pt x="135407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4074" y="86106"/>
                  </a:lnTo>
                  <a:lnTo>
                    <a:pt x="1354074" y="85344"/>
                  </a:lnTo>
                  <a:close/>
                </a:path>
                <a:path w="2043429" h="107950">
                  <a:moveTo>
                    <a:pt x="135407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4074" y="83058"/>
                  </a:lnTo>
                  <a:lnTo>
                    <a:pt x="1354074" y="82296"/>
                  </a:lnTo>
                  <a:close/>
                </a:path>
                <a:path w="2043429" h="107950">
                  <a:moveTo>
                    <a:pt x="135407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4074" y="80010"/>
                  </a:lnTo>
                  <a:lnTo>
                    <a:pt x="1354074" y="79248"/>
                  </a:lnTo>
                  <a:close/>
                </a:path>
                <a:path w="2043429" h="107950">
                  <a:moveTo>
                    <a:pt x="135407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4074" y="76962"/>
                  </a:lnTo>
                  <a:lnTo>
                    <a:pt x="1354074" y="76200"/>
                  </a:lnTo>
                  <a:close/>
                </a:path>
                <a:path w="2043429" h="107950">
                  <a:moveTo>
                    <a:pt x="135407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4074" y="73914"/>
                  </a:lnTo>
                  <a:lnTo>
                    <a:pt x="1354074" y="73152"/>
                  </a:lnTo>
                  <a:close/>
                </a:path>
                <a:path w="2043429" h="107950">
                  <a:moveTo>
                    <a:pt x="135407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4074" y="70866"/>
                  </a:lnTo>
                  <a:lnTo>
                    <a:pt x="1354074" y="70104"/>
                  </a:lnTo>
                  <a:close/>
                </a:path>
                <a:path w="2043429" h="107950">
                  <a:moveTo>
                    <a:pt x="135407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4074" y="67818"/>
                  </a:lnTo>
                  <a:lnTo>
                    <a:pt x="1354074" y="67056"/>
                  </a:lnTo>
                  <a:close/>
                </a:path>
                <a:path w="2043429" h="107950">
                  <a:moveTo>
                    <a:pt x="135407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4074" y="64770"/>
                  </a:lnTo>
                  <a:lnTo>
                    <a:pt x="1354074" y="64008"/>
                  </a:lnTo>
                  <a:close/>
                </a:path>
                <a:path w="2043429" h="107950">
                  <a:moveTo>
                    <a:pt x="135407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4074" y="61722"/>
                  </a:lnTo>
                  <a:lnTo>
                    <a:pt x="1354074" y="60960"/>
                  </a:lnTo>
                  <a:close/>
                </a:path>
                <a:path w="2043429" h="107950">
                  <a:moveTo>
                    <a:pt x="135407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4074" y="58674"/>
                  </a:lnTo>
                  <a:lnTo>
                    <a:pt x="1354074" y="57912"/>
                  </a:lnTo>
                  <a:close/>
                </a:path>
                <a:path w="2043429" h="107950">
                  <a:moveTo>
                    <a:pt x="135407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4074" y="55626"/>
                  </a:lnTo>
                  <a:lnTo>
                    <a:pt x="1354074" y="54864"/>
                  </a:lnTo>
                  <a:close/>
                </a:path>
                <a:path w="2043429" h="107950">
                  <a:moveTo>
                    <a:pt x="135407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4074" y="52578"/>
                  </a:lnTo>
                  <a:lnTo>
                    <a:pt x="1354074" y="51816"/>
                  </a:lnTo>
                  <a:close/>
                </a:path>
                <a:path w="2043429" h="107950">
                  <a:moveTo>
                    <a:pt x="135407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4074" y="49530"/>
                  </a:lnTo>
                  <a:lnTo>
                    <a:pt x="1354074" y="48768"/>
                  </a:lnTo>
                  <a:close/>
                </a:path>
                <a:path w="2043429" h="107950">
                  <a:moveTo>
                    <a:pt x="135407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4074" y="46482"/>
                  </a:lnTo>
                  <a:lnTo>
                    <a:pt x="1354074" y="45720"/>
                  </a:lnTo>
                  <a:close/>
                </a:path>
                <a:path w="2043429" h="107950">
                  <a:moveTo>
                    <a:pt x="135407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4074" y="43434"/>
                  </a:lnTo>
                  <a:lnTo>
                    <a:pt x="1354074" y="42672"/>
                  </a:lnTo>
                  <a:close/>
                </a:path>
                <a:path w="2043429" h="107950">
                  <a:moveTo>
                    <a:pt x="135407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4074" y="40386"/>
                  </a:lnTo>
                  <a:lnTo>
                    <a:pt x="1354074" y="39624"/>
                  </a:lnTo>
                  <a:close/>
                </a:path>
                <a:path w="2043429" h="107950">
                  <a:moveTo>
                    <a:pt x="135407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4074" y="37338"/>
                  </a:lnTo>
                  <a:lnTo>
                    <a:pt x="1354074" y="36576"/>
                  </a:lnTo>
                  <a:close/>
                </a:path>
                <a:path w="2043429" h="107950">
                  <a:moveTo>
                    <a:pt x="135407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4074" y="34290"/>
                  </a:lnTo>
                  <a:lnTo>
                    <a:pt x="1354074" y="33528"/>
                  </a:lnTo>
                  <a:close/>
                </a:path>
                <a:path w="2043429" h="107950">
                  <a:moveTo>
                    <a:pt x="135407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4074" y="31242"/>
                  </a:lnTo>
                  <a:lnTo>
                    <a:pt x="1354074" y="30480"/>
                  </a:lnTo>
                  <a:close/>
                </a:path>
                <a:path w="2043429" h="107950">
                  <a:moveTo>
                    <a:pt x="135407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4074" y="28194"/>
                  </a:lnTo>
                  <a:lnTo>
                    <a:pt x="1354074" y="27432"/>
                  </a:lnTo>
                  <a:close/>
                </a:path>
                <a:path w="2043429" h="107950">
                  <a:moveTo>
                    <a:pt x="135407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4074" y="25146"/>
                  </a:lnTo>
                  <a:lnTo>
                    <a:pt x="1354074" y="24384"/>
                  </a:lnTo>
                  <a:close/>
                </a:path>
                <a:path w="2043429" h="107950">
                  <a:moveTo>
                    <a:pt x="135407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4074" y="22098"/>
                  </a:lnTo>
                  <a:lnTo>
                    <a:pt x="1354074" y="21336"/>
                  </a:lnTo>
                  <a:close/>
                </a:path>
                <a:path w="2043429" h="107950">
                  <a:moveTo>
                    <a:pt x="135407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4074" y="19050"/>
                  </a:lnTo>
                  <a:lnTo>
                    <a:pt x="1354074" y="18288"/>
                  </a:lnTo>
                  <a:close/>
                </a:path>
                <a:path w="2043429" h="107950">
                  <a:moveTo>
                    <a:pt x="135407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4074" y="16002"/>
                  </a:lnTo>
                  <a:lnTo>
                    <a:pt x="1354074" y="15240"/>
                  </a:lnTo>
                  <a:close/>
                </a:path>
                <a:path w="2043429" h="107950">
                  <a:moveTo>
                    <a:pt x="135407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4074" y="12954"/>
                  </a:lnTo>
                  <a:lnTo>
                    <a:pt x="1354074" y="12192"/>
                  </a:lnTo>
                  <a:close/>
                </a:path>
                <a:path w="2043429" h="107950">
                  <a:moveTo>
                    <a:pt x="135407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4074" y="9906"/>
                  </a:lnTo>
                  <a:lnTo>
                    <a:pt x="1354074" y="9144"/>
                  </a:lnTo>
                  <a:close/>
                </a:path>
                <a:path w="2043429" h="107950">
                  <a:moveTo>
                    <a:pt x="135407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4074" y="6858"/>
                  </a:lnTo>
                  <a:lnTo>
                    <a:pt x="1354074" y="6096"/>
                  </a:lnTo>
                  <a:close/>
                </a:path>
                <a:path w="2043429" h="107950">
                  <a:moveTo>
                    <a:pt x="135407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4074" y="3810"/>
                  </a:lnTo>
                  <a:lnTo>
                    <a:pt x="1354074" y="3048"/>
                  </a:lnTo>
                  <a:close/>
                </a:path>
                <a:path w="2043429" h="107950">
                  <a:moveTo>
                    <a:pt x="2042922" y="106680"/>
                  </a:moveTo>
                  <a:lnTo>
                    <a:pt x="1865376" y="106680"/>
                  </a:lnTo>
                  <a:lnTo>
                    <a:pt x="1865376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107950">
                  <a:moveTo>
                    <a:pt x="2042922" y="103632"/>
                  </a:moveTo>
                  <a:lnTo>
                    <a:pt x="1865376" y="103632"/>
                  </a:lnTo>
                  <a:lnTo>
                    <a:pt x="1865376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107950">
                  <a:moveTo>
                    <a:pt x="2042922" y="100584"/>
                  </a:moveTo>
                  <a:lnTo>
                    <a:pt x="1865376" y="100584"/>
                  </a:lnTo>
                  <a:lnTo>
                    <a:pt x="1865376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107950">
                  <a:moveTo>
                    <a:pt x="2042922" y="97536"/>
                  </a:moveTo>
                  <a:lnTo>
                    <a:pt x="1865376" y="97536"/>
                  </a:lnTo>
                  <a:lnTo>
                    <a:pt x="1865376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107950">
                  <a:moveTo>
                    <a:pt x="2042922" y="94488"/>
                  </a:moveTo>
                  <a:lnTo>
                    <a:pt x="1865376" y="94488"/>
                  </a:lnTo>
                  <a:lnTo>
                    <a:pt x="1865376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107950">
                  <a:moveTo>
                    <a:pt x="2042922" y="91440"/>
                  </a:moveTo>
                  <a:lnTo>
                    <a:pt x="1865376" y="91440"/>
                  </a:lnTo>
                  <a:lnTo>
                    <a:pt x="1865376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107950">
                  <a:moveTo>
                    <a:pt x="2042922" y="88392"/>
                  </a:moveTo>
                  <a:lnTo>
                    <a:pt x="1865376" y="88392"/>
                  </a:lnTo>
                  <a:lnTo>
                    <a:pt x="1865376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107950">
                  <a:moveTo>
                    <a:pt x="2042922" y="85344"/>
                  </a:moveTo>
                  <a:lnTo>
                    <a:pt x="1865376" y="85344"/>
                  </a:lnTo>
                  <a:lnTo>
                    <a:pt x="1865376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107950">
                  <a:moveTo>
                    <a:pt x="2042922" y="82296"/>
                  </a:moveTo>
                  <a:lnTo>
                    <a:pt x="1865376" y="82296"/>
                  </a:lnTo>
                  <a:lnTo>
                    <a:pt x="1865376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107950">
                  <a:moveTo>
                    <a:pt x="2042922" y="79248"/>
                  </a:moveTo>
                  <a:lnTo>
                    <a:pt x="1865376" y="79248"/>
                  </a:lnTo>
                  <a:lnTo>
                    <a:pt x="1865376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107950">
                  <a:moveTo>
                    <a:pt x="2042922" y="76200"/>
                  </a:moveTo>
                  <a:lnTo>
                    <a:pt x="1865376" y="76200"/>
                  </a:lnTo>
                  <a:lnTo>
                    <a:pt x="1865376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107950">
                  <a:moveTo>
                    <a:pt x="2042922" y="73152"/>
                  </a:moveTo>
                  <a:lnTo>
                    <a:pt x="1865376" y="73152"/>
                  </a:lnTo>
                  <a:lnTo>
                    <a:pt x="1865376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107950">
                  <a:moveTo>
                    <a:pt x="2042922" y="70104"/>
                  </a:moveTo>
                  <a:lnTo>
                    <a:pt x="1865376" y="70104"/>
                  </a:lnTo>
                  <a:lnTo>
                    <a:pt x="1865376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107950">
                  <a:moveTo>
                    <a:pt x="2042922" y="67056"/>
                  </a:moveTo>
                  <a:lnTo>
                    <a:pt x="1865376" y="67056"/>
                  </a:lnTo>
                  <a:lnTo>
                    <a:pt x="1865376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107950">
                  <a:moveTo>
                    <a:pt x="2042922" y="64008"/>
                  </a:moveTo>
                  <a:lnTo>
                    <a:pt x="1865376" y="64008"/>
                  </a:lnTo>
                  <a:lnTo>
                    <a:pt x="1865376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107950">
                  <a:moveTo>
                    <a:pt x="2042922" y="60960"/>
                  </a:moveTo>
                  <a:lnTo>
                    <a:pt x="1865376" y="60960"/>
                  </a:lnTo>
                  <a:lnTo>
                    <a:pt x="1865376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107950">
                  <a:moveTo>
                    <a:pt x="2042922" y="57912"/>
                  </a:moveTo>
                  <a:lnTo>
                    <a:pt x="1865376" y="57912"/>
                  </a:lnTo>
                  <a:lnTo>
                    <a:pt x="1865376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107950">
                  <a:moveTo>
                    <a:pt x="2042922" y="54864"/>
                  </a:moveTo>
                  <a:lnTo>
                    <a:pt x="1865376" y="54864"/>
                  </a:lnTo>
                  <a:lnTo>
                    <a:pt x="1865376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107950">
                  <a:moveTo>
                    <a:pt x="2042922" y="51816"/>
                  </a:moveTo>
                  <a:lnTo>
                    <a:pt x="1865376" y="51816"/>
                  </a:lnTo>
                  <a:lnTo>
                    <a:pt x="1865376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107950">
                  <a:moveTo>
                    <a:pt x="2042922" y="48768"/>
                  </a:moveTo>
                  <a:lnTo>
                    <a:pt x="1865376" y="48768"/>
                  </a:lnTo>
                  <a:lnTo>
                    <a:pt x="1865376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107950">
                  <a:moveTo>
                    <a:pt x="2042922" y="45720"/>
                  </a:moveTo>
                  <a:lnTo>
                    <a:pt x="1865376" y="45720"/>
                  </a:lnTo>
                  <a:lnTo>
                    <a:pt x="1865376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107950">
                  <a:moveTo>
                    <a:pt x="2042922" y="42672"/>
                  </a:moveTo>
                  <a:lnTo>
                    <a:pt x="1865376" y="42672"/>
                  </a:lnTo>
                  <a:lnTo>
                    <a:pt x="1865376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107950">
                  <a:moveTo>
                    <a:pt x="2042922" y="39624"/>
                  </a:moveTo>
                  <a:lnTo>
                    <a:pt x="1865376" y="39624"/>
                  </a:lnTo>
                  <a:lnTo>
                    <a:pt x="1865376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107950">
                  <a:moveTo>
                    <a:pt x="2042922" y="36576"/>
                  </a:moveTo>
                  <a:lnTo>
                    <a:pt x="1865376" y="36576"/>
                  </a:lnTo>
                  <a:lnTo>
                    <a:pt x="1865376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107950">
                  <a:moveTo>
                    <a:pt x="2042922" y="33528"/>
                  </a:moveTo>
                  <a:lnTo>
                    <a:pt x="1865376" y="33528"/>
                  </a:lnTo>
                  <a:lnTo>
                    <a:pt x="1865376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107950">
                  <a:moveTo>
                    <a:pt x="2042922" y="30480"/>
                  </a:moveTo>
                  <a:lnTo>
                    <a:pt x="1865376" y="30480"/>
                  </a:lnTo>
                  <a:lnTo>
                    <a:pt x="1865376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107950">
                  <a:moveTo>
                    <a:pt x="2042922" y="27432"/>
                  </a:moveTo>
                  <a:lnTo>
                    <a:pt x="1865376" y="27432"/>
                  </a:lnTo>
                  <a:lnTo>
                    <a:pt x="1865376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107950">
                  <a:moveTo>
                    <a:pt x="2042922" y="24384"/>
                  </a:moveTo>
                  <a:lnTo>
                    <a:pt x="1865376" y="24384"/>
                  </a:lnTo>
                  <a:lnTo>
                    <a:pt x="1865376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107950">
                  <a:moveTo>
                    <a:pt x="2042922" y="21336"/>
                  </a:moveTo>
                  <a:lnTo>
                    <a:pt x="1865376" y="21336"/>
                  </a:lnTo>
                  <a:lnTo>
                    <a:pt x="1865376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107950">
                  <a:moveTo>
                    <a:pt x="2042922" y="18288"/>
                  </a:moveTo>
                  <a:lnTo>
                    <a:pt x="1865376" y="18288"/>
                  </a:lnTo>
                  <a:lnTo>
                    <a:pt x="1865376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107950">
                  <a:moveTo>
                    <a:pt x="2042922" y="15240"/>
                  </a:moveTo>
                  <a:lnTo>
                    <a:pt x="1865376" y="15240"/>
                  </a:lnTo>
                  <a:lnTo>
                    <a:pt x="1865376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107950">
                  <a:moveTo>
                    <a:pt x="2042922" y="12192"/>
                  </a:moveTo>
                  <a:lnTo>
                    <a:pt x="1865376" y="12192"/>
                  </a:lnTo>
                  <a:lnTo>
                    <a:pt x="1865376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107950">
                  <a:moveTo>
                    <a:pt x="2042922" y="9144"/>
                  </a:moveTo>
                  <a:lnTo>
                    <a:pt x="1865376" y="9144"/>
                  </a:lnTo>
                  <a:lnTo>
                    <a:pt x="1865376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107950">
                  <a:moveTo>
                    <a:pt x="2042922" y="6096"/>
                  </a:moveTo>
                  <a:lnTo>
                    <a:pt x="1865376" y="6096"/>
                  </a:lnTo>
                  <a:lnTo>
                    <a:pt x="1865376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107950">
                  <a:moveTo>
                    <a:pt x="2042922" y="3048"/>
                  </a:moveTo>
                  <a:lnTo>
                    <a:pt x="1865376" y="3048"/>
                  </a:lnTo>
                  <a:lnTo>
                    <a:pt x="1865376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107950">
                  <a:moveTo>
                    <a:pt x="2042922" y="0"/>
                  </a:moveTo>
                  <a:lnTo>
                    <a:pt x="1865376" y="0"/>
                  </a:lnTo>
                  <a:lnTo>
                    <a:pt x="1865376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6781177" y="5863479"/>
              <a:ext cx="2043430" cy="107950"/>
            </a:xfrm>
            <a:custGeom>
              <a:avLst/>
              <a:gdLst/>
              <a:ahLst/>
              <a:cxnLst/>
              <a:rect l="l" t="t" r="r" b="b"/>
              <a:pathLst>
                <a:path w="2043429" h="107950">
                  <a:moveTo>
                    <a:pt x="135407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4074" y="107442"/>
                  </a:lnTo>
                  <a:lnTo>
                    <a:pt x="1354074" y="106680"/>
                  </a:lnTo>
                  <a:close/>
                </a:path>
                <a:path w="2043429" h="107950">
                  <a:moveTo>
                    <a:pt x="135407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4074" y="104394"/>
                  </a:lnTo>
                  <a:lnTo>
                    <a:pt x="1354074" y="103632"/>
                  </a:lnTo>
                  <a:close/>
                </a:path>
                <a:path w="2043429" h="107950">
                  <a:moveTo>
                    <a:pt x="135407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4074" y="101346"/>
                  </a:lnTo>
                  <a:lnTo>
                    <a:pt x="1354074" y="100584"/>
                  </a:lnTo>
                  <a:close/>
                </a:path>
                <a:path w="2043429" h="107950">
                  <a:moveTo>
                    <a:pt x="135407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4074" y="98298"/>
                  </a:lnTo>
                  <a:lnTo>
                    <a:pt x="1354074" y="97536"/>
                  </a:lnTo>
                  <a:close/>
                </a:path>
                <a:path w="2043429" h="107950">
                  <a:moveTo>
                    <a:pt x="135407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4074" y="95250"/>
                  </a:lnTo>
                  <a:lnTo>
                    <a:pt x="1354074" y="94488"/>
                  </a:lnTo>
                  <a:close/>
                </a:path>
                <a:path w="2043429" h="107950">
                  <a:moveTo>
                    <a:pt x="135407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4074" y="92202"/>
                  </a:lnTo>
                  <a:lnTo>
                    <a:pt x="1354074" y="91440"/>
                  </a:lnTo>
                  <a:close/>
                </a:path>
                <a:path w="2043429" h="107950">
                  <a:moveTo>
                    <a:pt x="135407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4074" y="89154"/>
                  </a:lnTo>
                  <a:lnTo>
                    <a:pt x="1354074" y="88392"/>
                  </a:lnTo>
                  <a:close/>
                </a:path>
                <a:path w="2043429" h="107950">
                  <a:moveTo>
                    <a:pt x="135407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4074" y="86106"/>
                  </a:lnTo>
                  <a:lnTo>
                    <a:pt x="1354074" y="85344"/>
                  </a:lnTo>
                  <a:close/>
                </a:path>
                <a:path w="2043429" h="107950">
                  <a:moveTo>
                    <a:pt x="135407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4074" y="83058"/>
                  </a:lnTo>
                  <a:lnTo>
                    <a:pt x="1354074" y="82296"/>
                  </a:lnTo>
                  <a:close/>
                </a:path>
                <a:path w="2043429" h="107950">
                  <a:moveTo>
                    <a:pt x="135407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4074" y="80010"/>
                  </a:lnTo>
                  <a:lnTo>
                    <a:pt x="1354074" y="79248"/>
                  </a:lnTo>
                  <a:close/>
                </a:path>
                <a:path w="2043429" h="107950">
                  <a:moveTo>
                    <a:pt x="135407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4074" y="76962"/>
                  </a:lnTo>
                  <a:lnTo>
                    <a:pt x="1354074" y="76200"/>
                  </a:lnTo>
                  <a:close/>
                </a:path>
                <a:path w="2043429" h="107950">
                  <a:moveTo>
                    <a:pt x="135407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4074" y="73914"/>
                  </a:lnTo>
                  <a:lnTo>
                    <a:pt x="1354074" y="73152"/>
                  </a:lnTo>
                  <a:close/>
                </a:path>
                <a:path w="2043429" h="107950">
                  <a:moveTo>
                    <a:pt x="135407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4074" y="70866"/>
                  </a:lnTo>
                  <a:lnTo>
                    <a:pt x="1354074" y="70104"/>
                  </a:lnTo>
                  <a:close/>
                </a:path>
                <a:path w="2043429" h="107950">
                  <a:moveTo>
                    <a:pt x="135407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4074" y="67818"/>
                  </a:lnTo>
                  <a:lnTo>
                    <a:pt x="1354074" y="67056"/>
                  </a:lnTo>
                  <a:close/>
                </a:path>
                <a:path w="2043429" h="107950">
                  <a:moveTo>
                    <a:pt x="135407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4074" y="64770"/>
                  </a:lnTo>
                  <a:lnTo>
                    <a:pt x="1354074" y="64008"/>
                  </a:lnTo>
                  <a:close/>
                </a:path>
                <a:path w="2043429" h="107950">
                  <a:moveTo>
                    <a:pt x="135407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4074" y="61722"/>
                  </a:lnTo>
                  <a:lnTo>
                    <a:pt x="1354074" y="60960"/>
                  </a:lnTo>
                  <a:close/>
                </a:path>
                <a:path w="2043429" h="107950">
                  <a:moveTo>
                    <a:pt x="135407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4074" y="58674"/>
                  </a:lnTo>
                  <a:lnTo>
                    <a:pt x="1354074" y="57912"/>
                  </a:lnTo>
                  <a:close/>
                </a:path>
                <a:path w="2043429" h="107950">
                  <a:moveTo>
                    <a:pt x="135407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4074" y="55626"/>
                  </a:lnTo>
                  <a:lnTo>
                    <a:pt x="1354074" y="54864"/>
                  </a:lnTo>
                  <a:close/>
                </a:path>
                <a:path w="2043429" h="107950">
                  <a:moveTo>
                    <a:pt x="135407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4074" y="52578"/>
                  </a:lnTo>
                  <a:lnTo>
                    <a:pt x="1354074" y="51816"/>
                  </a:lnTo>
                  <a:close/>
                </a:path>
                <a:path w="2043429" h="107950">
                  <a:moveTo>
                    <a:pt x="135407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4074" y="49530"/>
                  </a:lnTo>
                  <a:lnTo>
                    <a:pt x="1354074" y="48768"/>
                  </a:lnTo>
                  <a:close/>
                </a:path>
                <a:path w="2043429" h="107950">
                  <a:moveTo>
                    <a:pt x="135407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4074" y="46482"/>
                  </a:lnTo>
                  <a:lnTo>
                    <a:pt x="1354074" y="45720"/>
                  </a:lnTo>
                  <a:close/>
                </a:path>
                <a:path w="2043429" h="107950">
                  <a:moveTo>
                    <a:pt x="135407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4074" y="43434"/>
                  </a:lnTo>
                  <a:lnTo>
                    <a:pt x="1354074" y="42672"/>
                  </a:lnTo>
                  <a:close/>
                </a:path>
                <a:path w="2043429" h="107950">
                  <a:moveTo>
                    <a:pt x="135407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4074" y="40386"/>
                  </a:lnTo>
                  <a:lnTo>
                    <a:pt x="1354074" y="39624"/>
                  </a:lnTo>
                  <a:close/>
                </a:path>
                <a:path w="2043429" h="107950">
                  <a:moveTo>
                    <a:pt x="135407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4074" y="37338"/>
                  </a:lnTo>
                  <a:lnTo>
                    <a:pt x="1354074" y="36576"/>
                  </a:lnTo>
                  <a:close/>
                </a:path>
                <a:path w="2043429" h="107950">
                  <a:moveTo>
                    <a:pt x="135407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4074" y="34290"/>
                  </a:lnTo>
                  <a:lnTo>
                    <a:pt x="1354074" y="33528"/>
                  </a:lnTo>
                  <a:close/>
                </a:path>
                <a:path w="2043429" h="107950">
                  <a:moveTo>
                    <a:pt x="135407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4074" y="31242"/>
                  </a:lnTo>
                  <a:lnTo>
                    <a:pt x="1354074" y="30480"/>
                  </a:lnTo>
                  <a:close/>
                </a:path>
                <a:path w="2043429" h="107950">
                  <a:moveTo>
                    <a:pt x="135407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4074" y="28194"/>
                  </a:lnTo>
                  <a:lnTo>
                    <a:pt x="1354074" y="27432"/>
                  </a:lnTo>
                  <a:close/>
                </a:path>
                <a:path w="2043429" h="107950">
                  <a:moveTo>
                    <a:pt x="135407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4074" y="25146"/>
                  </a:lnTo>
                  <a:lnTo>
                    <a:pt x="1354074" y="24384"/>
                  </a:lnTo>
                  <a:close/>
                </a:path>
                <a:path w="2043429" h="107950">
                  <a:moveTo>
                    <a:pt x="135407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4074" y="22098"/>
                  </a:lnTo>
                  <a:lnTo>
                    <a:pt x="1354074" y="21336"/>
                  </a:lnTo>
                  <a:close/>
                </a:path>
                <a:path w="2043429" h="107950">
                  <a:moveTo>
                    <a:pt x="135407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4074" y="19050"/>
                  </a:lnTo>
                  <a:lnTo>
                    <a:pt x="1354074" y="18288"/>
                  </a:lnTo>
                  <a:close/>
                </a:path>
                <a:path w="2043429" h="107950">
                  <a:moveTo>
                    <a:pt x="135407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4074" y="16002"/>
                  </a:lnTo>
                  <a:lnTo>
                    <a:pt x="1354074" y="15240"/>
                  </a:lnTo>
                  <a:close/>
                </a:path>
                <a:path w="2043429" h="107950">
                  <a:moveTo>
                    <a:pt x="135407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4074" y="12954"/>
                  </a:lnTo>
                  <a:lnTo>
                    <a:pt x="1354074" y="12192"/>
                  </a:lnTo>
                  <a:close/>
                </a:path>
                <a:path w="2043429" h="107950">
                  <a:moveTo>
                    <a:pt x="135407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4074" y="9906"/>
                  </a:lnTo>
                  <a:lnTo>
                    <a:pt x="1354074" y="9144"/>
                  </a:lnTo>
                  <a:close/>
                </a:path>
                <a:path w="2043429" h="107950">
                  <a:moveTo>
                    <a:pt x="135407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4074" y="6858"/>
                  </a:lnTo>
                  <a:lnTo>
                    <a:pt x="1354074" y="6096"/>
                  </a:lnTo>
                  <a:close/>
                </a:path>
                <a:path w="2043429" h="107950">
                  <a:moveTo>
                    <a:pt x="135407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4074" y="3810"/>
                  </a:lnTo>
                  <a:lnTo>
                    <a:pt x="1354074" y="3048"/>
                  </a:lnTo>
                  <a:close/>
                </a:path>
                <a:path w="2043429" h="107950">
                  <a:moveTo>
                    <a:pt x="2042922" y="106680"/>
                  </a:moveTo>
                  <a:lnTo>
                    <a:pt x="1865376" y="106680"/>
                  </a:lnTo>
                  <a:lnTo>
                    <a:pt x="1865376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107950">
                  <a:moveTo>
                    <a:pt x="2042922" y="103632"/>
                  </a:moveTo>
                  <a:lnTo>
                    <a:pt x="1865376" y="103632"/>
                  </a:lnTo>
                  <a:lnTo>
                    <a:pt x="1865376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107950">
                  <a:moveTo>
                    <a:pt x="2042922" y="100584"/>
                  </a:moveTo>
                  <a:lnTo>
                    <a:pt x="1865376" y="100584"/>
                  </a:lnTo>
                  <a:lnTo>
                    <a:pt x="1865376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107950">
                  <a:moveTo>
                    <a:pt x="2042922" y="97536"/>
                  </a:moveTo>
                  <a:lnTo>
                    <a:pt x="1865376" y="97536"/>
                  </a:lnTo>
                  <a:lnTo>
                    <a:pt x="1865376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107950">
                  <a:moveTo>
                    <a:pt x="2042922" y="94488"/>
                  </a:moveTo>
                  <a:lnTo>
                    <a:pt x="1865376" y="94488"/>
                  </a:lnTo>
                  <a:lnTo>
                    <a:pt x="1865376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107950">
                  <a:moveTo>
                    <a:pt x="2042922" y="91440"/>
                  </a:moveTo>
                  <a:lnTo>
                    <a:pt x="1865376" y="91440"/>
                  </a:lnTo>
                  <a:lnTo>
                    <a:pt x="1865376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107950">
                  <a:moveTo>
                    <a:pt x="2042922" y="88392"/>
                  </a:moveTo>
                  <a:lnTo>
                    <a:pt x="1865376" y="88392"/>
                  </a:lnTo>
                  <a:lnTo>
                    <a:pt x="1865376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107950">
                  <a:moveTo>
                    <a:pt x="2042922" y="85344"/>
                  </a:moveTo>
                  <a:lnTo>
                    <a:pt x="1865376" y="85344"/>
                  </a:lnTo>
                  <a:lnTo>
                    <a:pt x="1865376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107950">
                  <a:moveTo>
                    <a:pt x="2042922" y="82296"/>
                  </a:moveTo>
                  <a:lnTo>
                    <a:pt x="1865376" y="82296"/>
                  </a:lnTo>
                  <a:lnTo>
                    <a:pt x="1865376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107950">
                  <a:moveTo>
                    <a:pt x="2042922" y="79248"/>
                  </a:moveTo>
                  <a:lnTo>
                    <a:pt x="1865376" y="79248"/>
                  </a:lnTo>
                  <a:lnTo>
                    <a:pt x="1865376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107950">
                  <a:moveTo>
                    <a:pt x="2042922" y="76200"/>
                  </a:moveTo>
                  <a:lnTo>
                    <a:pt x="1865376" y="76200"/>
                  </a:lnTo>
                  <a:lnTo>
                    <a:pt x="1865376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107950">
                  <a:moveTo>
                    <a:pt x="2042922" y="73152"/>
                  </a:moveTo>
                  <a:lnTo>
                    <a:pt x="1865376" y="73152"/>
                  </a:lnTo>
                  <a:lnTo>
                    <a:pt x="1865376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107950">
                  <a:moveTo>
                    <a:pt x="2042922" y="70104"/>
                  </a:moveTo>
                  <a:lnTo>
                    <a:pt x="1865376" y="70104"/>
                  </a:lnTo>
                  <a:lnTo>
                    <a:pt x="1865376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107950">
                  <a:moveTo>
                    <a:pt x="2042922" y="67056"/>
                  </a:moveTo>
                  <a:lnTo>
                    <a:pt x="1865376" y="67056"/>
                  </a:lnTo>
                  <a:lnTo>
                    <a:pt x="1865376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107950">
                  <a:moveTo>
                    <a:pt x="2042922" y="64008"/>
                  </a:moveTo>
                  <a:lnTo>
                    <a:pt x="1865376" y="64008"/>
                  </a:lnTo>
                  <a:lnTo>
                    <a:pt x="1865376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107950">
                  <a:moveTo>
                    <a:pt x="2042922" y="60960"/>
                  </a:moveTo>
                  <a:lnTo>
                    <a:pt x="1865376" y="60960"/>
                  </a:lnTo>
                  <a:lnTo>
                    <a:pt x="1865376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107950">
                  <a:moveTo>
                    <a:pt x="2042922" y="57912"/>
                  </a:moveTo>
                  <a:lnTo>
                    <a:pt x="1865376" y="57912"/>
                  </a:lnTo>
                  <a:lnTo>
                    <a:pt x="1865376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107950">
                  <a:moveTo>
                    <a:pt x="2042922" y="54864"/>
                  </a:moveTo>
                  <a:lnTo>
                    <a:pt x="1865376" y="54864"/>
                  </a:lnTo>
                  <a:lnTo>
                    <a:pt x="1865376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107950">
                  <a:moveTo>
                    <a:pt x="2042922" y="51816"/>
                  </a:moveTo>
                  <a:lnTo>
                    <a:pt x="1865376" y="51816"/>
                  </a:lnTo>
                  <a:lnTo>
                    <a:pt x="1865376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107950">
                  <a:moveTo>
                    <a:pt x="2042922" y="48768"/>
                  </a:moveTo>
                  <a:lnTo>
                    <a:pt x="1865376" y="48768"/>
                  </a:lnTo>
                  <a:lnTo>
                    <a:pt x="1865376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107950">
                  <a:moveTo>
                    <a:pt x="2042922" y="45720"/>
                  </a:moveTo>
                  <a:lnTo>
                    <a:pt x="1865376" y="45720"/>
                  </a:lnTo>
                  <a:lnTo>
                    <a:pt x="1865376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107950">
                  <a:moveTo>
                    <a:pt x="2042922" y="42672"/>
                  </a:moveTo>
                  <a:lnTo>
                    <a:pt x="1865376" y="42672"/>
                  </a:lnTo>
                  <a:lnTo>
                    <a:pt x="1865376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107950">
                  <a:moveTo>
                    <a:pt x="2042922" y="39624"/>
                  </a:moveTo>
                  <a:lnTo>
                    <a:pt x="1865376" y="39624"/>
                  </a:lnTo>
                  <a:lnTo>
                    <a:pt x="1865376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107950">
                  <a:moveTo>
                    <a:pt x="2042922" y="36576"/>
                  </a:moveTo>
                  <a:lnTo>
                    <a:pt x="1865376" y="36576"/>
                  </a:lnTo>
                  <a:lnTo>
                    <a:pt x="1865376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107950">
                  <a:moveTo>
                    <a:pt x="2042922" y="33528"/>
                  </a:moveTo>
                  <a:lnTo>
                    <a:pt x="1865376" y="33528"/>
                  </a:lnTo>
                  <a:lnTo>
                    <a:pt x="1865376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107950">
                  <a:moveTo>
                    <a:pt x="2042922" y="30480"/>
                  </a:moveTo>
                  <a:lnTo>
                    <a:pt x="1865376" y="30480"/>
                  </a:lnTo>
                  <a:lnTo>
                    <a:pt x="1865376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107950">
                  <a:moveTo>
                    <a:pt x="2042922" y="27432"/>
                  </a:moveTo>
                  <a:lnTo>
                    <a:pt x="1865376" y="27432"/>
                  </a:lnTo>
                  <a:lnTo>
                    <a:pt x="1865376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107950">
                  <a:moveTo>
                    <a:pt x="2042922" y="24384"/>
                  </a:moveTo>
                  <a:lnTo>
                    <a:pt x="1865376" y="24384"/>
                  </a:lnTo>
                  <a:lnTo>
                    <a:pt x="1865376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107950">
                  <a:moveTo>
                    <a:pt x="2042922" y="21336"/>
                  </a:moveTo>
                  <a:lnTo>
                    <a:pt x="1865376" y="21336"/>
                  </a:lnTo>
                  <a:lnTo>
                    <a:pt x="1865376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107950">
                  <a:moveTo>
                    <a:pt x="2042922" y="18288"/>
                  </a:moveTo>
                  <a:lnTo>
                    <a:pt x="1865376" y="18288"/>
                  </a:lnTo>
                  <a:lnTo>
                    <a:pt x="1865376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107950">
                  <a:moveTo>
                    <a:pt x="2042922" y="15240"/>
                  </a:moveTo>
                  <a:lnTo>
                    <a:pt x="1865376" y="15240"/>
                  </a:lnTo>
                  <a:lnTo>
                    <a:pt x="1865376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107950">
                  <a:moveTo>
                    <a:pt x="2042922" y="12192"/>
                  </a:moveTo>
                  <a:lnTo>
                    <a:pt x="1865376" y="12192"/>
                  </a:lnTo>
                  <a:lnTo>
                    <a:pt x="1865376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107950">
                  <a:moveTo>
                    <a:pt x="2042922" y="9144"/>
                  </a:moveTo>
                  <a:lnTo>
                    <a:pt x="1865376" y="9144"/>
                  </a:lnTo>
                  <a:lnTo>
                    <a:pt x="1865376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107950">
                  <a:moveTo>
                    <a:pt x="2042922" y="6096"/>
                  </a:moveTo>
                  <a:lnTo>
                    <a:pt x="1865376" y="6096"/>
                  </a:lnTo>
                  <a:lnTo>
                    <a:pt x="1865376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107950">
                  <a:moveTo>
                    <a:pt x="2042922" y="3048"/>
                  </a:moveTo>
                  <a:lnTo>
                    <a:pt x="1865376" y="3048"/>
                  </a:lnTo>
                  <a:lnTo>
                    <a:pt x="1865376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107950">
                  <a:moveTo>
                    <a:pt x="2042922" y="0"/>
                  </a:moveTo>
                  <a:lnTo>
                    <a:pt x="1865376" y="0"/>
                  </a:lnTo>
                  <a:lnTo>
                    <a:pt x="1865376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6781177" y="5970159"/>
              <a:ext cx="2043430" cy="107950"/>
            </a:xfrm>
            <a:custGeom>
              <a:avLst/>
              <a:gdLst/>
              <a:ahLst/>
              <a:cxnLst/>
              <a:rect l="l" t="t" r="r" b="b"/>
              <a:pathLst>
                <a:path w="2043429" h="107950">
                  <a:moveTo>
                    <a:pt x="135407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4074" y="107442"/>
                  </a:lnTo>
                  <a:lnTo>
                    <a:pt x="1354074" y="106680"/>
                  </a:lnTo>
                  <a:close/>
                </a:path>
                <a:path w="2043429" h="107950">
                  <a:moveTo>
                    <a:pt x="135407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4074" y="104394"/>
                  </a:lnTo>
                  <a:lnTo>
                    <a:pt x="1354074" y="103632"/>
                  </a:lnTo>
                  <a:close/>
                </a:path>
                <a:path w="2043429" h="107950">
                  <a:moveTo>
                    <a:pt x="135407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4074" y="101346"/>
                  </a:lnTo>
                  <a:lnTo>
                    <a:pt x="1354074" y="100584"/>
                  </a:lnTo>
                  <a:close/>
                </a:path>
                <a:path w="2043429" h="107950">
                  <a:moveTo>
                    <a:pt x="135407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4074" y="98298"/>
                  </a:lnTo>
                  <a:lnTo>
                    <a:pt x="1354074" y="97536"/>
                  </a:lnTo>
                  <a:close/>
                </a:path>
                <a:path w="2043429" h="107950">
                  <a:moveTo>
                    <a:pt x="135407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4074" y="95250"/>
                  </a:lnTo>
                  <a:lnTo>
                    <a:pt x="1354074" y="94488"/>
                  </a:lnTo>
                  <a:close/>
                </a:path>
                <a:path w="2043429" h="107950">
                  <a:moveTo>
                    <a:pt x="135407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4074" y="92202"/>
                  </a:lnTo>
                  <a:lnTo>
                    <a:pt x="1354074" y="91440"/>
                  </a:lnTo>
                  <a:close/>
                </a:path>
                <a:path w="2043429" h="107950">
                  <a:moveTo>
                    <a:pt x="135407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4074" y="89154"/>
                  </a:lnTo>
                  <a:lnTo>
                    <a:pt x="1354074" y="88392"/>
                  </a:lnTo>
                  <a:close/>
                </a:path>
                <a:path w="2043429" h="107950">
                  <a:moveTo>
                    <a:pt x="135407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4074" y="86106"/>
                  </a:lnTo>
                  <a:lnTo>
                    <a:pt x="1354074" y="85344"/>
                  </a:lnTo>
                  <a:close/>
                </a:path>
                <a:path w="2043429" h="107950">
                  <a:moveTo>
                    <a:pt x="135407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4074" y="83058"/>
                  </a:lnTo>
                  <a:lnTo>
                    <a:pt x="1354074" y="82296"/>
                  </a:lnTo>
                  <a:close/>
                </a:path>
                <a:path w="2043429" h="107950">
                  <a:moveTo>
                    <a:pt x="135407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4074" y="80010"/>
                  </a:lnTo>
                  <a:lnTo>
                    <a:pt x="1354074" y="79248"/>
                  </a:lnTo>
                  <a:close/>
                </a:path>
                <a:path w="2043429" h="107950">
                  <a:moveTo>
                    <a:pt x="135407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4074" y="76962"/>
                  </a:lnTo>
                  <a:lnTo>
                    <a:pt x="1354074" y="76200"/>
                  </a:lnTo>
                  <a:close/>
                </a:path>
                <a:path w="2043429" h="107950">
                  <a:moveTo>
                    <a:pt x="135407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4074" y="73914"/>
                  </a:lnTo>
                  <a:lnTo>
                    <a:pt x="1354074" y="73152"/>
                  </a:lnTo>
                  <a:close/>
                </a:path>
                <a:path w="2043429" h="107950">
                  <a:moveTo>
                    <a:pt x="135407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4074" y="70866"/>
                  </a:lnTo>
                  <a:lnTo>
                    <a:pt x="1354074" y="70104"/>
                  </a:lnTo>
                  <a:close/>
                </a:path>
                <a:path w="2043429" h="107950">
                  <a:moveTo>
                    <a:pt x="135407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4074" y="67818"/>
                  </a:lnTo>
                  <a:lnTo>
                    <a:pt x="1354074" y="67056"/>
                  </a:lnTo>
                  <a:close/>
                </a:path>
                <a:path w="2043429" h="107950">
                  <a:moveTo>
                    <a:pt x="135407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4074" y="64770"/>
                  </a:lnTo>
                  <a:lnTo>
                    <a:pt x="1354074" y="64008"/>
                  </a:lnTo>
                  <a:close/>
                </a:path>
                <a:path w="2043429" h="107950">
                  <a:moveTo>
                    <a:pt x="135407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4074" y="61722"/>
                  </a:lnTo>
                  <a:lnTo>
                    <a:pt x="1354074" y="60960"/>
                  </a:lnTo>
                  <a:close/>
                </a:path>
                <a:path w="2043429" h="107950">
                  <a:moveTo>
                    <a:pt x="135407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4074" y="58674"/>
                  </a:lnTo>
                  <a:lnTo>
                    <a:pt x="1354074" y="57912"/>
                  </a:lnTo>
                  <a:close/>
                </a:path>
                <a:path w="2043429" h="107950">
                  <a:moveTo>
                    <a:pt x="135407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4074" y="55626"/>
                  </a:lnTo>
                  <a:lnTo>
                    <a:pt x="1354074" y="54864"/>
                  </a:lnTo>
                  <a:close/>
                </a:path>
                <a:path w="2043429" h="107950">
                  <a:moveTo>
                    <a:pt x="135407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4074" y="52578"/>
                  </a:lnTo>
                  <a:lnTo>
                    <a:pt x="1354074" y="51816"/>
                  </a:lnTo>
                  <a:close/>
                </a:path>
                <a:path w="2043429" h="107950">
                  <a:moveTo>
                    <a:pt x="135407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4074" y="49530"/>
                  </a:lnTo>
                  <a:lnTo>
                    <a:pt x="1354074" y="48768"/>
                  </a:lnTo>
                  <a:close/>
                </a:path>
                <a:path w="2043429" h="107950">
                  <a:moveTo>
                    <a:pt x="135407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4074" y="46482"/>
                  </a:lnTo>
                  <a:lnTo>
                    <a:pt x="1354074" y="45720"/>
                  </a:lnTo>
                  <a:close/>
                </a:path>
                <a:path w="2043429" h="107950">
                  <a:moveTo>
                    <a:pt x="135407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4074" y="43434"/>
                  </a:lnTo>
                  <a:lnTo>
                    <a:pt x="1354074" y="42672"/>
                  </a:lnTo>
                  <a:close/>
                </a:path>
                <a:path w="2043429" h="107950">
                  <a:moveTo>
                    <a:pt x="135407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4074" y="40386"/>
                  </a:lnTo>
                  <a:lnTo>
                    <a:pt x="1354074" y="39624"/>
                  </a:lnTo>
                  <a:close/>
                </a:path>
                <a:path w="2043429" h="107950">
                  <a:moveTo>
                    <a:pt x="135407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4074" y="37338"/>
                  </a:lnTo>
                  <a:lnTo>
                    <a:pt x="1354074" y="36576"/>
                  </a:lnTo>
                  <a:close/>
                </a:path>
                <a:path w="2043429" h="107950">
                  <a:moveTo>
                    <a:pt x="135407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4074" y="34290"/>
                  </a:lnTo>
                  <a:lnTo>
                    <a:pt x="1354074" y="33528"/>
                  </a:lnTo>
                  <a:close/>
                </a:path>
                <a:path w="2043429" h="107950">
                  <a:moveTo>
                    <a:pt x="135407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4074" y="31242"/>
                  </a:lnTo>
                  <a:lnTo>
                    <a:pt x="1354074" y="30480"/>
                  </a:lnTo>
                  <a:close/>
                </a:path>
                <a:path w="2043429" h="107950">
                  <a:moveTo>
                    <a:pt x="135407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4074" y="28194"/>
                  </a:lnTo>
                  <a:lnTo>
                    <a:pt x="1354074" y="27432"/>
                  </a:lnTo>
                  <a:close/>
                </a:path>
                <a:path w="2043429" h="107950">
                  <a:moveTo>
                    <a:pt x="135407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4074" y="25146"/>
                  </a:lnTo>
                  <a:lnTo>
                    <a:pt x="1354074" y="24384"/>
                  </a:lnTo>
                  <a:close/>
                </a:path>
                <a:path w="2043429" h="107950">
                  <a:moveTo>
                    <a:pt x="135407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4074" y="22098"/>
                  </a:lnTo>
                  <a:lnTo>
                    <a:pt x="1354074" y="21336"/>
                  </a:lnTo>
                  <a:close/>
                </a:path>
                <a:path w="2043429" h="107950">
                  <a:moveTo>
                    <a:pt x="135407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4074" y="19050"/>
                  </a:lnTo>
                  <a:lnTo>
                    <a:pt x="1354074" y="18288"/>
                  </a:lnTo>
                  <a:close/>
                </a:path>
                <a:path w="2043429" h="107950">
                  <a:moveTo>
                    <a:pt x="135407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4074" y="16002"/>
                  </a:lnTo>
                  <a:lnTo>
                    <a:pt x="1354074" y="15240"/>
                  </a:lnTo>
                  <a:close/>
                </a:path>
                <a:path w="2043429" h="107950">
                  <a:moveTo>
                    <a:pt x="135407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4074" y="12954"/>
                  </a:lnTo>
                  <a:lnTo>
                    <a:pt x="1354074" y="12192"/>
                  </a:lnTo>
                  <a:close/>
                </a:path>
                <a:path w="2043429" h="107950">
                  <a:moveTo>
                    <a:pt x="135407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4074" y="9906"/>
                  </a:lnTo>
                  <a:lnTo>
                    <a:pt x="1354074" y="9144"/>
                  </a:lnTo>
                  <a:close/>
                </a:path>
                <a:path w="2043429" h="107950">
                  <a:moveTo>
                    <a:pt x="135407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4074" y="6858"/>
                  </a:lnTo>
                  <a:lnTo>
                    <a:pt x="1354074" y="6096"/>
                  </a:lnTo>
                  <a:close/>
                </a:path>
                <a:path w="2043429" h="107950">
                  <a:moveTo>
                    <a:pt x="135407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4074" y="3810"/>
                  </a:lnTo>
                  <a:lnTo>
                    <a:pt x="1354074" y="3048"/>
                  </a:lnTo>
                  <a:close/>
                </a:path>
                <a:path w="2043429" h="107950">
                  <a:moveTo>
                    <a:pt x="2042922" y="106680"/>
                  </a:moveTo>
                  <a:lnTo>
                    <a:pt x="1865376" y="106680"/>
                  </a:lnTo>
                  <a:lnTo>
                    <a:pt x="1865376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107950">
                  <a:moveTo>
                    <a:pt x="2042922" y="103632"/>
                  </a:moveTo>
                  <a:lnTo>
                    <a:pt x="1865376" y="103632"/>
                  </a:lnTo>
                  <a:lnTo>
                    <a:pt x="1865376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107950">
                  <a:moveTo>
                    <a:pt x="2042922" y="100584"/>
                  </a:moveTo>
                  <a:lnTo>
                    <a:pt x="1865376" y="100584"/>
                  </a:lnTo>
                  <a:lnTo>
                    <a:pt x="1865376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107950">
                  <a:moveTo>
                    <a:pt x="2042922" y="97536"/>
                  </a:moveTo>
                  <a:lnTo>
                    <a:pt x="1865376" y="97536"/>
                  </a:lnTo>
                  <a:lnTo>
                    <a:pt x="1865376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107950">
                  <a:moveTo>
                    <a:pt x="2042922" y="94488"/>
                  </a:moveTo>
                  <a:lnTo>
                    <a:pt x="1865376" y="94488"/>
                  </a:lnTo>
                  <a:lnTo>
                    <a:pt x="1865376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107950">
                  <a:moveTo>
                    <a:pt x="2042922" y="91440"/>
                  </a:moveTo>
                  <a:lnTo>
                    <a:pt x="1865376" y="91440"/>
                  </a:lnTo>
                  <a:lnTo>
                    <a:pt x="1865376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107950">
                  <a:moveTo>
                    <a:pt x="2042922" y="88392"/>
                  </a:moveTo>
                  <a:lnTo>
                    <a:pt x="1865376" y="88392"/>
                  </a:lnTo>
                  <a:lnTo>
                    <a:pt x="1865376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107950">
                  <a:moveTo>
                    <a:pt x="2042922" y="85344"/>
                  </a:moveTo>
                  <a:lnTo>
                    <a:pt x="1865376" y="85344"/>
                  </a:lnTo>
                  <a:lnTo>
                    <a:pt x="1865376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107950">
                  <a:moveTo>
                    <a:pt x="2042922" y="82296"/>
                  </a:moveTo>
                  <a:lnTo>
                    <a:pt x="1865376" y="82296"/>
                  </a:lnTo>
                  <a:lnTo>
                    <a:pt x="1865376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107950">
                  <a:moveTo>
                    <a:pt x="2042922" y="79248"/>
                  </a:moveTo>
                  <a:lnTo>
                    <a:pt x="1865376" y="79248"/>
                  </a:lnTo>
                  <a:lnTo>
                    <a:pt x="1865376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107950">
                  <a:moveTo>
                    <a:pt x="2042922" y="76200"/>
                  </a:moveTo>
                  <a:lnTo>
                    <a:pt x="1865376" y="76200"/>
                  </a:lnTo>
                  <a:lnTo>
                    <a:pt x="1865376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107950">
                  <a:moveTo>
                    <a:pt x="2042922" y="73152"/>
                  </a:moveTo>
                  <a:lnTo>
                    <a:pt x="1865376" y="73152"/>
                  </a:lnTo>
                  <a:lnTo>
                    <a:pt x="1865376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107950">
                  <a:moveTo>
                    <a:pt x="2042922" y="70104"/>
                  </a:moveTo>
                  <a:lnTo>
                    <a:pt x="1865376" y="70104"/>
                  </a:lnTo>
                  <a:lnTo>
                    <a:pt x="1865376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107950">
                  <a:moveTo>
                    <a:pt x="2042922" y="67056"/>
                  </a:moveTo>
                  <a:lnTo>
                    <a:pt x="1865376" y="67056"/>
                  </a:lnTo>
                  <a:lnTo>
                    <a:pt x="1865376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107950">
                  <a:moveTo>
                    <a:pt x="2042922" y="64008"/>
                  </a:moveTo>
                  <a:lnTo>
                    <a:pt x="1865376" y="64008"/>
                  </a:lnTo>
                  <a:lnTo>
                    <a:pt x="1865376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107950">
                  <a:moveTo>
                    <a:pt x="2042922" y="60960"/>
                  </a:moveTo>
                  <a:lnTo>
                    <a:pt x="1865376" y="60960"/>
                  </a:lnTo>
                  <a:lnTo>
                    <a:pt x="1865376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107950">
                  <a:moveTo>
                    <a:pt x="2042922" y="57912"/>
                  </a:moveTo>
                  <a:lnTo>
                    <a:pt x="1865376" y="57912"/>
                  </a:lnTo>
                  <a:lnTo>
                    <a:pt x="1865376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107950">
                  <a:moveTo>
                    <a:pt x="2042922" y="54864"/>
                  </a:moveTo>
                  <a:lnTo>
                    <a:pt x="1865376" y="54864"/>
                  </a:lnTo>
                  <a:lnTo>
                    <a:pt x="1865376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107950">
                  <a:moveTo>
                    <a:pt x="2042922" y="51816"/>
                  </a:moveTo>
                  <a:lnTo>
                    <a:pt x="1865376" y="51816"/>
                  </a:lnTo>
                  <a:lnTo>
                    <a:pt x="1865376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107950">
                  <a:moveTo>
                    <a:pt x="2042922" y="48768"/>
                  </a:moveTo>
                  <a:lnTo>
                    <a:pt x="1865376" y="48768"/>
                  </a:lnTo>
                  <a:lnTo>
                    <a:pt x="1865376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107950">
                  <a:moveTo>
                    <a:pt x="2042922" y="45720"/>
                  </a:moveTo>
                  <a:lnTo>
                    <a:pt x="1865376" y="45720"/>
                  </a:lnTo>
                  <a:lnTo>
                    <a:pt x="1865376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107950">
                  <a:moveTo>
                    <a:pt x="2042922" y="42672"/>
                  </a:moveTo>
                  <a:lnTo>
                    <a:pt x="1865376" y="42672"/>
                  </a:lnTo>
                  <a:lnTo>
                    <a:pt x="1865376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107950">
                  <a:moveTo>
                    <a:pt x="2042922" y="39624"/>
                  </a:moveTo>
                  <a:lnTo>
                    <a:pt x="1865376" y="39624"/>
                  </a:lnTo>
                  <a:lnTo>
                    <a:pt x="1865376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107950">
                  <a:moveTo>
                    <a:pt x="2042922" y="36576"/>
                  </a:moveTo>
                  <a:lnTo>
                    <a:pt x="1865376" y="36576"/>
                  </a:lnTo>
                  <a:lnTo>
                    <a:pt x="1865376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107950">
                  <a:moveTo>
                    <a:pt x="2042922" y="33528"/>
                  </a:moveTo>
                  <a:lnTo>
                    <a:pt x="1865376" y="33528"/>
                  </a:lnTo>
                  <a:lnTo>
                    <a:pt x="1865376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107950">
                  <a:moveTo>
                    <a:pt x="2042922" y="30480"/>
                  </a:moveTo>
                  <a:lnTo>
                    <a:pt x="1865376" y="30480"/>
                  </a:lnTo>
                  <a:lnTo>
                    <a:pt x="1865376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107950">
                  <a:moveTo>
                    <a:pt x="2042922" y="27432"/>
                  </a:moveTo>
                  <a:lnTo>
                    <a:pt x="1865376" y="27432"/>
                  </a:lnTo>
                  <a:lnTo>
                    <a:pt x="1865376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107950">
                  <a:moveTo>
                    <a:pt x="2042922" y="24384"/>
                  </a:moveTo>
                  <a:lnTo>
                    <a:pt x="1865376" y="24384"/>
                  </a:lnTo>
                  <a:lnTo>
                    <a:pt x="1865376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107950">
                  <a:moveTo>
                    <a:pt x="2042922" y="21336"/>
                  </a:moveTo>
                  <a:lnTo>
                    <a:pt x="1865376" y="21336"/>
                  </a:lnTo>
                  <a:lnTo>
                    <a:pt x="1865376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107950">
                  <a:moveTo>
                    <a:pt x="2042922" y="18288"/>
                  </a:moveTo>
                  <a:lnTo>
                    <a:pt x="1865376" y="18288"/>
                  </a:lnTo>
                  <a:lnTo>
                    <a:pt x="1865376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107950">
                  <a:moveTo>
                    <a:pt x="2042922" y="15240"/>
                  </a:moveTo>
                  <a:lnTo>
                    <a:pt x="1865376" y="15240"/>
                  </a:lnTo>
                  <a:lnTo>
                    <a:pt x="1865376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107950">
                  <a:moveTo>
                    <a:pt x="2042922" y="12192"/>
                  </a:moveTo>
                  <a:lnTo>
                    <a:pt x="1865376" y="12192"/>
                  </a:lnTo>
                  <a:lnTo>
                    <a:pt x="1865376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107950">
                  <a:moveTo>
                    <a:pt x="2042922" y="9144"/>
                  </a:moveTo>
                  <a:lnTo>
                    <a:pt x="1865376" y="9144"/>
                  </a:lnTo>
                  <a:lnTo>
                    <a:pt x="1865376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107950">
                  <a:moveTo>
                    <a:pt x="2042922" y="6096"/>
                  </a:moveTo>
                  <a:lnTo>
                    <a:pt x="1865376" y="6096"/>
                  </a:lnTo>
                  <a:lnTo>
                    <a:pt x="1865376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107950">
                  <a:moveTo>
                    <a:pt x="2042922" y="3048"/>
                  </a:moveTo>
                  <a:lnTo>
                    <a:pt x="1865376" y="3048"/>
                  </a:lnTo>
                  <a:lnTo>
                    <a:pt x="1865376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107950">
                  <a:moveTo>
                    <a:pt x="2042922" y="0"/>
                  </a:moveTo>
                  <a:lnTo>
                    <a:pt x="1865376" y="0"/>
                  </a:lnTo>
                  <a:lnTo>
                    <a:pt x="1865376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6781177" y="6076839"/>
              <a:ext cx="2043430" cy="144145"/>
            </a:xfrm>
            <a:custGeom>
              <a:avLst/>
              <a:gdLst/>
              <a:ahLst/>
              <a:cxnLst/>
              <a:rect l="l" t="t" r="r" b="b"/>
              <a:pathLst>
                <a:path w="2043429" h="144145">
                  <a:moveTo>
                    <a:pt x="135407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4074" y="22098"/>
                  </a:lnTo>
                  <a:lnTo>
                    <a:pt x="1354074" y="21336"/>
                  </a:lnTo>
                  <a:close/>
                </a:path>
                <a:path w="2043429" h="144145">
                  <a:moveTo>
                    <a:pt x="135407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4074" y="19050"/>
                  </a:lnTo>
                  <a:lnTo>
                    <a:pt x="1354074" y="18288"/>
                  </a:lnTo>
                  <a:close/>
                </a:path>
                <a:path w="2043429" h="144145">
                  <a:moveTo>
                    <a:pt x="135407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4074" y="16002"/>
                  </a:lnTo>
                  <a:lnTo>
                    <a:pt x="1354074" y="15240"/>
                  </a:lnTo>
                  <a:close/>
                </a:path>
                <a:path w="2043429" h="144145">
                  <a:moveTo>
                    <a:pt x="135407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4074" y="12954"/>
                  </a:lnTo>
                  <a:lnTo>
                    <a:pt x="1354074" y="12192"/>
                  </a:lnTo>
                  <a:close/>
                </a:path>
                <a:path w="2043429" h="144145">
                  <a:moveTo>
                    <a:pt x="135407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4074" y="9906"/>
                  </a:lnTo>
                  <a:lnTo>
                    <a:pt x="1354074" y="9144"/>
                  </a:lnTo>
                  <a:close/>
                </a:path>
                <a:path w="2043429" h="144145">
                  <a:moveTo>
                    <a:pt x="135407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4074" y="6858"/>
                  </a:lnTo>
                  <a:lnTo>
                    <a:pt x="1354074" y="6096"/>
                  </a:lnTo>
                  <a:close/>
                </a:path>
                <a:path w="2043429" h="144145">
                  <a:moveTo>
                    <a:pt x="135407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4074" y="3810"/>
                  </a:lnTo>
                  <a:lnTo>
                    <a:pt x="1354074" y="3048"/>
                  </a:lnTo>
                  <a:close/>
                </a:path>
                <a:path w="2043429" h="144145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144145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144145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144145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144145">
                  <a:moveTo>
                    <a:pt x="2042922" y="131064"/>
                  </a:moveTo>
                  <a:lnTo>
                    <a:pt x="0" y="131064"/>
                  </a:lnTo>
                  <a:lnTo>
                    <a:pt x="0" y="131813"/>
                  </a:lnTo>
                  <a:lnTo>
                    <a:pt x="2042922" y="131813"/>
                  </a:lnTo>
                  <a:lnTo>
                    <a:pt x="2042922" y="131064"/>
                  </a:lnTo>
                  <a:close/>
                </a:path>
                <a:path w="2043429" h="144145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144145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144145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144145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144145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144145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144145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144145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144145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144145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144145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144145">
                  <a:moveTo>
                    <a:pt x="2042922" y="94488"/>
                  </a:moveTo>
                  <a:lnTo>
                    <a:pt x="0" y="94488"/>
                  </a:lnTo>
                  <a:lnTo>
                    <a:pt x="0" y="95237"/>
                  </a:lnTo>
                  <a:lnTo>
                    <a:pt x="2042922" y="95237"/>
                  </a:lnTo>
                  <a:lnTo>
                    <a:pt x="2042922" y="94488"/>
                  </a:lnTo>
                  <a:close/>
                </a:path>
                <a:path w="2043429" h="144145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144145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144145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144145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144145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144145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144145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144145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144145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144145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144145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144145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144145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144145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144145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144145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144145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144145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144145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144145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144145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144145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144145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144145">
                  <a:moveTo>
                    <a:pt x="2042922" y="21336"/>
                  </a:moveTo>
                  <a:lnTo>
                    <a:pt x="1865376" y="21336"/>
                  </a:lnTo>
                  <a:lnTo>
                    <a:pt x="1865376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144145">
                  <a:moveTo>
                    <a:pt x="2042922" y="18288"/>
                  </a:moveTo>
                  <a:lnTo>
                    <a:pt x="1865376" y="18288"/>
                  </a:lnTo>
                  <a:lnTo>
                    <a:pt x="1865376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144145">
                  <a:moveTo>
                    <a:pt x="2042922" y="15240"/>
                  </a:moveTo>
                  <a:lnTo>
                    <a:pt x="1865376" y="15240"/>
                  </a:lnTo>
                  <a:lnTo>
                    <a:pt x="1865376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144145">
                  <a:moveTo>
                    <a:pt x="2042922" y="12192"/>
                  </a:moveTo>
                  <a:lnTo>
                    <a:pt x="1865376" y="12192"/>
                  </a:lnTo>
                  <a:lnTo>
                    <a:pt x="1865376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144145">
                  <a:moveTo>
                    <a:pt x="2042922" y="9144"/>
                  </a:moveTo>
                  <a:lnTo>
                    <a:pt x="1865376" y="9144"/>
                  </a:lnTo>
                  <a:lnTo>
                    <a:pt x="1865376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144145">
                  <a:moveTo>
                    <a:pt x="2042922" y="6096"/>
                  </a:moveTo>
                  <a:lnTo>
                    <a:pt x="1865376" y="6096"/>
                  </a:lnTo>
                  <a:lnTo>
                    <a:pt x="1865376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144145">
                  <a:moveTo>
                    <a:pt x="2042922" y="3048"/>
                  </a:moveTo>
                  <a:lnTo>
                    <a:pt x="1865376" y="3048"/>
                  </a:lnTo>
                  <a:lnTo>
                    <a:pt x="1865376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144145">
                  <a:moveTo>
                    <a:pt x="2042922" y="0"/>
                  </a:moveTo>
                  <a:lnTo>
                    <a:pt x="1865376" y="0"/>
                  </a:lnTo>
                  <a:lnTo>
                    <a:pt x="1865376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699393" y="3568335"/>
              <a:ext cx="1358265" cy="214629"/>
            </a:xfrm>
            <a:custGeom>
              <a:avLst/>
              <a:gdLst/>
              <a:ahLst/>
              <a:cxnLst/>
              <a:rect l="l" t="t" r="r" b="b"/>
              <a:pathLst>
                <a:path w="1358264" h="214629">
                  <a:moveTo>
                    <a:pt x="1357884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357884" y="214122"/>
                  </a:lnTo>
                  <a:lnTo>
                    <a:pt x="1357884" y="213360"/>
                  </a:lnTo>
                  <a:close/>
                </a:path>
                <a:path w="1358264" h="214629">
                  <a:moveTo>
                    <a:pt x="1357884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357884" y="211074"/>
                  </a:lnTo>
                  <a:lnTo>
                    <a:pt x="1357884" y="210312"/>
                  </a:lnTo>
                  <a:close/>
                </a:path>
                <a:path w="1358264" h="214629">
                  <a:moveTo>
                    <a:pt x="1357884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357884" y="208026"/>
                  </a:lnTo>
                  <a:lnTo>
                    <a:pt x="1357884" y="207264"/>
                  </a:lnTo>
                  <a:close/>
                </a:path>
                <a:path w="1358264" h="214629">
                  <a:moveTo>
                    <a:pt x="1357884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357884" y="204978"/>
                  </a:lnTo>
                  <a:lnTo>
                    <a:pt x="1357884" y="204216"/>
                  </a:lnTo>
                  <a:close/>
                </a:path>
                <a:path w="1358264" h="214629">
                  <a:moveTo>
                    <a:pt x="1357884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357884" y="201930"/>
                  </a:lnTo>
                  <a:lnTo>
                    <a:pt x="1357884" y="201168"/>
                  </a:lnTo>
                  <a:close/>
                </a:path>
                <a:path w="1358264" h="214629">
                  <a:moveTo>
                    <a:pt x="1357884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357884" y="198882"/>
                  </a:lnTo>
                  <a:lnTo>
                    <a:pt x="1357884" y="198120"/>
                  </a:lnTo>
                  <a:close/>
                </a:path>
                <a:path w="1358264" h="214629">
                  <a:moveTo>
                    <a:pt x="1357884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357884" y="195834"/>
                  </a:lnTo>
                  <a:lnTo>
                    <a:pt x="1357884" y="195072"/>
                  </a:lnTo>
                  <a:close/>
                </a:path>
                <a:path w="1358264" h="214629">
                  <a:moveTo>
                    <a:pt x="1357884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357884" y="192786"/>
                  </a:lnTo>
                  <a:lnTo>
                    <a:pt x="1357884" y="192024"/>
                  </a:lnTo>
                  <a:close/>
                </a:path>
                <a:path w="1358264" h="214629">
                  <a:moveTo>
                    <a:pt x="1357884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357884" y="189738"/>
                  </a:lnTo>
                  <a:lnTo>
                    <a:pt x="1357884" y="188976"/>
                  </a:lnTo>
                  <a:close/>
                </a:path>
                <a:path w="1358264" h="214629">
                  <a:moveTo>
                    <a:pt x="1357884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357884" y="186690"/>
                  </a:lnTo>
                  <a:lnTo>
                    <a:pt x="1357884" y="185928"/>
                  </a:lnTo>
                  <a:close/>
                </a:path>
                <a:path w="1358264" h="214629">
                  <a:moveTo>
                    <a:pt x="1357884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357884" y="183642"/>
                  </a:lnTo>
                  <a:lnTo>
                    <a:pt x="1357884" y="182880"/>
                  </a:lnTo>
                  <a:close/>
                </a:path>
                <a:path w="1358264" h="214629">
                  <a:moveTo>
                    <a:pt x="1357884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357884" y="180594"/>
                  </a:lnTo>
                  <a:lnTo>
                    <a:pt x="1357884" y="179832"/>
                  </a:lnTo>
                  <a:close/>
                </a:path>
                <a:path w="1358264" h="214629">
                  <a:moveTo>
                    <a:pt x="1357884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357884" y="177546"/>
                  </a:lnTo>
                  <a:lnTo>
                    <a:pt x="1357884" y="176784"/>
                  </a:lnTo>
                  <a:close/>
                </a:path>
                <a:path w="1358264" h="214629">
                  <a:moveTo>
                    <a:pt x="1357884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357884" y="174498"/>
                  </a:lnTo>
                  <a:lnTo>
                    <a:pt x="1357884" y="173736"/>
                  </a:lnTo>
                  <a:close/>
                </a:path>
                <a:path w="1358264" h="214629">
                  <a:moveTo>
                    <a:pt x="1357884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357884" y="171450"/>
                  </a:lnTo>
                  <a:lnTo>
                    <a:pt x="1357884" y="170688"/>
                  </a:lnTo>
                  <a:close/>
                </a:path>
                <a:path w="1358264" h="214629">
                  <a:moveTo>
                    <a:pt x="1357884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357884" y="168402"/>
                  </a:lnTo>
                  <a:lnTo>
                    <a:pt x="1357884" y="167640"/>
                  </a:lnTo>
                  <a:close/>
                </a:path>
                <a:path w="1358264" h="214629">
                  <a:moveTo>
                    <a:pt x="1357884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357884" y="165354"/>
                  </a:lnTo>
                  <a:lnTo>
                    <a:pt x="1357884" y="164592"/>
                  </a:lnTo>
                  <a:close/>
                </a:path>
                <a:path w="1358264" h="214629">
                  <a:moveTo>
                    <a:pt x="1357884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357884" y="162306"/>
                  </a:lnTo>
                  <a:lnTo>
                    <a:pt x="1357884" y="161544"/>
                  </a:lnTo>
                  <a:close/>
                </a:path>
                <a:path w="1358264" h="214629">
                  <a:moveTo>
                    <a:pt x="1357884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357884" y="159258"/>
                  </a:lnTo>
                  <a:lnTo>
                    <a:pt x="1357884" y="158496"/>
                  </a:lnTo>
                  <a:close/>
                </a:path>
                <a:path w="1358264" h="214629">
                  <a:moveTo>
                    <a:pt x="1357884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357884" y="156210"/>
                  </a:lnTo>
                  <a:lnTo>
                    <a:pt x="1357884" y="155448"/>
                  </a:lnTo>
                  <a:close/>
                </a:path>
                <a:path w="1358264" h="214629">
                  <a:moveTo>
                    <a:pt x="1357884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357884" y="153162"/>
                  </a:lnTo>
                  <a:lnTo>
                    <a:pt x="1357884" y="152400"/>
                  </a:lnTo>
                  <a:close/>
                </a:path>
                <a:path w="1358264" h="214629">
                  <a:moveTo>
                    <a:pt x="1357884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357884" y="150114"/>
                  </a:lnTo>
                  <a:lnTo>
                    <a:pt x="1357884" y="149352"/>
                  </a:lnTo>
                  <a:close/>
                </a:path>
                <a:path w="1358264" h="214629">
                  <a:moveTo>
                    <a:pt x="1357884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357884" y="147066"/>
                  </a:lnTo>
                  <a:lnTo>
                    <a:pt x="1357884" y="146304"/>
                  </a:lnTo>
                  <a:close/>
                </a:path>
                <a:path w="1358264" h="214629">
                  <a:moveTo>
                    <a:pt x="1357884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357884" y="144018"/>
                  </a:lnTo>
                  <a:lnTo>
                    <a:pt x="1357884" y="143256"/>
                  </a:lnTo>
                  <a:close/>
                </a:path>
                <a:path w="1358264" h="214629">
                  <a:moveTo>
                    <a:pt x="1357884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357884" y="140970"/>
                  </a:lnTo>
                  <a:lnTo>
                    <a:pt x="1357884" y="140208"/>
                  </a:lnTo>
                  <a:close/>
                </a:path>
                <a:path w="1358264" h="214629">
                  <a:moveTo>
                    <a:pt x="1357884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357884" y="137922"/>
                  </a:lnTo>
                  <a:lnTo>
                    <a:pt x="1357884" y="137160"/>
                  </a:lnTo>
                  <a:close/>
                </a:path>
                <a:path w="1358264" h="214629">
                  <a:moveTo>
                    <a:pt x="1357884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357884" y="134874"/>
                  </a:lnTo>
                  <a:lnTo>
                    <a:pt x="1357884" y="134112"/>
                  </a:lnTo>
                  <a:close/>
                </a:path>
                <a:path w="1358264" h="214629">
                  <a:moveTo>
                    <a:pt x="1357884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357884" y="131826"/>
                  </a:lnTo>
                  <a:lnTo>
                    <a:pt x="1357884" y="131064"/>
                  </a:lnTo>
                  <a:close/>
                </a:path>
                <a:path w="1358264" h="214629">
                  <a:moveTo>
                    <a:pt x="1357884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357884" y="128778"/>
                  </a:lnTo>
                  <a:lnTo>
                    <a:pt x="1357884" y="128016"/>
                  </a:lnTo>
                  <a:close/>
                </a:path>
                <a:path w="1358264" h="214629">
                  <a:moveTo>
                    <a:pt x="1357884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357884" y="125730"/>
                  </a:lnTo>
                  <a:lnTo>
                    <a:pt x="1357884" y="124968"/>
                  </a:lnTo>
                  <a:close/>
                </a:path>
                <a:path w="1358264" h="214629">
                  <a:moveTo>
                    <a:pt x="1357884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357884" y="122682"/>
                  </a:lnTo>
                  <a:lnTo>
                    <a:pt x="1357884" y="121920"/>
                  </a:lnTo>
                  <a:close/>
                </a:path>
                <a:path w="1358264" h="214629">
                  <a:moveTo>
                    <a:pt x="1357884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357884" y="119634"/>
                  </a:lnTo>
                  <a:lnTo>
                    <a:pt x="1357884" y="118872"/>
                  </a:lnTo>
                  <a:close/>
                </a:path>
                <a:path w="1358264" h="214629">
                  <a:moveTo>
                    <a:pt x="1357884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357884" y="116586"/>
                  </a:lnTo>
                  <a:lnTo>
                    <a:pt x="1357884" y="115824"/>
                  </a:lnTo>
                  <a:close/>
                </a:path>
                <a:path w="1358264" h="214629">
                  <a:moveTo>
                    <a:pt x="1357884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357884" y="113538"/>
                  </a:lnTo>
                  <a:lnTo>
                    <a:pt x="1357884" y="112776"/>
                  </a:lnTo>
                  <a:close/>
                </a:path>
                <a:path w="1358264" h="214629">
                  <a:moveTo>
                    <a:pt x="1357884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357884" y="110490"/>
                  </a:lnTo>
                  <a:lnTo>
                    <a:pt x="1357884" y="109728"/>
                  </a:lnTo>
                  <a:close/>
                </a:path>
                <a:path w="1358264" h="214629">
                  <a:moveTo>
                    <a:pt x="135788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7884" y="107442"/>
                  </a:lnTo>
                  <a:lnTo>
                    <a:pt x="1357884" y="106680"/>
                  </a:lnTo>
                  <a:close/>
                </a:path>
                <a:path w="1358264" h="214629">
                  <a:moveTo>
                    <a:pt x="135788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7884" y="104394"/>
                  </a:lnTo>
                  <a:lnTo>
                    <a:pt x="1357884" y="103632"/>
                  </a:lnTo>
                  <a:close/>
                </a:path>
                <a:path w="1358264" h="214629">
                  <a:moveTo>
                    <a:pt x="135788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7884" y="101346"/>
                  </a:lnTo>
                  <a:lnTo>
                    <a:pt x="1357884" y="100584"/>
                  </a:lnTo>
                  <a:close/>
                </a:path>
                <a:path w="1358264" h="214629">
                  <a:moveTo>
                    <a:pt x="135788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7884" y="98298"/>
                  </a:lnTo>
                  <a:lnTo>
                    <a:pt x="1357884" y="97536"/>
                  </a:lnTo>
                  <a:close/>
                </a:path>
                <a:path w="1358264" h="214629">
                  <a:moveTo>
                    <a:pt x="135788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7884" y="95250"/>
                  </a:lnTo>
                  <a:lnTo>
                    <a:pt x="1357884" y="94488"/>
                  </a:lnTo>
                  <a:close/>
                </a:path>
                <a:path w="1358264" h="214629">
                  <a:moveTo>
                    <a:pt x="135788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7884" y="92202"/>
                  </a:lnTo>
                  <a:lnTo>
                    <a:pt x="1357884" y="91440"/>
                  </a:lnTo>
                  <a:close/>
                </a:path>
                <a:path w="1358264" h="214629">
                  <a:moveTo>
                    <a:pt x="135788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7884" y="89154"/>
                  </a:lnTo>
                  <a:lnTo>
                    <a:pt x="1357884" y="88392"/>
                  </a:lnTo>
                  <a:close/>
                </a:path>
                <a:path w="1358264" h="214629">
                  <a:moveTo>
                    <a:pt x="135788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7884" y="86106"/>
                  </a:lnTo>
                  <a:lnTo>
                    <a:pt x="1357884" y="85344"/>
                  </a:lnTo>
                  <a:close/>
                </a:path>
                <a:path w="1358264" h="214629">
                  <a:moveTo>
                    <a:pt x="135788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7884" y="83058"/>
                  </a:lnTo>
                  <a:lnTo>
                    <a:pt x="1357884" y="82296"/>
                  </a:lnTo>
                  <a:close/>
                </a:path>
                <a:path w="1358264" h="214629">
                  <a:moveTo>
                    <a:pt x="135788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7884" y="80010"/>
                  </a:lnTo>
                  <a:lnTo>
                    <a:pt x="1357884" y="79248"/>
                  </a:lnTo>
                  <a:close/>
                </a:path>
                <a:path w="1358264" h="214629">
                  <a:moveTo>
                    <a:pt x="135788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7884" y="76962"/>
                  </a:lnTo>
                  <a:lnTo>
                    <a:pt x="1357884" y="76200"/>
                  </a:lnTo>
                  <a:close/>
                </a:path>
                <a:path w="1358264" h="214629">
                  <a:moveTo>
                    <a:pt x="135788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7884" y="73914"/>
                  </a:lnTo>
                  <a:lnTo>
                    <a:pt x="1357884" y="73152"/>
                  </a:lnTo>
                  <a:close/>
                </a:path>
                <a:path w="1358264" h="214629">
                  <a:moveTo>
                    <a:pt x="135788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7884" y="70866"/>
                  </a:lnTo>
                  <a:lnTo>
                    <a:pt x="1357884" y="70104"/>
                  </a:lnTo>
                  <a:close/>
                </a:path>
                <a:path w="1358264" h="214629">
                  <a:moveTo>
                    <a:pt x="135788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7884" y="67818"/>
                  </a:lnTo>
                  <a:lnTo>
                    <a:pt x="1357884" y="67056"/>
                  </a:lnTo>
                  <a:close/>
                </a:path>
                <a:path w="1358264" h="214629">
                  <a:moveTo>
                    <a:pt x="135788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7884" y="64770"/>
                  </a:lnTo>
                  <a:lnTo>
                    <a:pt x="1357884" y="64008"/>
                  </a:lnTo>
                  <a:close/>
                </a:path>
                <a:path w="1358264" h="214629">
                  <a:moveTo>
                    <a:pt x="135788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7884" y="61722"/>
                  </a:lnTo>
                  <a:lnTo>
                    <a:pt x="1357884" y="60960"/>
                  </a:lnTo>
                  <a:close/>
                </a:path>
                <a:path w="1358264" h="214629">
                  <a:moveTo>
                    <a:pt x="135788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7884" y="58674"/>
                  </a:lnTo>
                  <a:lnTo>
                    <a:pt x="1357884" y="57912"/>
                  </a:lnTo>
                  <a:close/>
                </a:path>
                <a:path w="1358264" h="214629">
                  <a:moveTo>
                    <a:pt x="135788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7884" y="55626"/>
                  </a:lnTo>
                  <a:lnTo>
                    <a:pt x="1357884" y="54864"/>
                  </a:lnTo>
                  <a:close/>
                </a:path>
                <a:path w="1358264" h="214629">
                  <a:moveTo>
                    <a:pt x="135788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7884" y="52578"/>
                  </a:lnTo>
                  <a:lnTo>
                    <a:pt x="1357884" y="51816"/>
                  </a:lnTo>
                  <a:close/>
                </a:path>
                <a:path w="1358264" h="214629">
                  <a:moveTo>
                    <a:pt x="135788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7884" y="49530"/>
                  </a:lnTo>
                  <a:lnTo>
                    <a:pt x="1357884" y="48768"/>
                  </a:lnTo>
                  <a:close/>
                </a:path>
                <a:path w="1358264" h="214629">
                  <a:moveTo>
                    <a:pt x="135788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7884" y="46482"/>
                  </a:lnTo>
                  <a:lnTo>
                    <a:pt x="1357884" y="45720"/>
                  </a:lnTo>
                  <a:close/>
                </a:path>
                <a:path w="1358264" h="214629">
                  <a:moveTo>
                    <a:pt x="135788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7884" y="43434"/>
                  </a:lnTo>
                  <a:lnTo>
                    <a:pt x="1357884" y="42672"/>
                  </a:lnTo>
                  <a:close/>
                </a:path>
                <a:path w="1358264" h="214629">
                  <a:moveTo>
                    <a:pt x="135788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7884" y="40386"/>
                  </a:lnTo>
                  <a:lnTo>
                    <a:pt x="1357884" y="39624"/>
                  </a:lnTo>
                  <a:close/>
                </a:path>
                <a:path w="1358264" h="214629">
                  <a:moveTo>
                    <a:pt x="135788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7884" y="37338"/>
                  </a:lnTo>
                  <a:lnTo>
                    <a:pt x="1357884" y="36576"/>
                  </a:lnTo>
                  <a:close/>
                </a:path>
                <a:path w="1358264" h="214629">
                  <a:moveTo>
                    <a:pt x="135788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7884" y="34290"/>
                  </a:lnTo>
                  <a:lnTo>
                    <a:pt x="1357884" y="33528"/>
                  </a:lnTo>
                  <a:close/>
                </a:path>
                <a:path w="1358264" h="214629">
                  <a:moveTo>
                    <a:pt x="135788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7884" y="31242"/>
                  </a:lnTo>
                  <a:lnTo>
                    <a:pt x="1357884" y="30480"/>
                  </a:lnTo>
                  <a:close/>
                </a:path>
                <a:path w="1358264" h="214629">
                  <a:moveTo>
                    <a:pt x="135788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7884" y="28194"/>
                  </a:lnTo>
                  <a:lnTo>
                    <a:pt x="1357884" y="27432"/>
                  </a:lnTo>
                  <a:close/>
                </a:path>
                <a:path w="1358264" h="214629">
                  <a:moveTo>
                    <a:pt x="135788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7884" y="25146"/>
                  </a:lnTo>
                  <a:lnTo>
                    <a:pt x="1357884" y="24384"/>
                  </a:lnTo>
                  <a:close/>
                </a:path>
                <a:path w="1358264" h="214629">
                  <a:moveTo>
                    <a:pt x="135788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7884" y="22098"/>
                  </a:lnTo>
                  <a:lnTo>
                    <a:pt x="1357884" y="21336"/>
                  </a:lnTo>
                  <a:close/>
                </a:path>
                <a:path w="1358264" h="214629">
                  <a:moveTo>
                    <a:pt x="135788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7884" y="19050"/>
                  </a:lnTo>
                  <a:lnTo>
                    <a:pt x="1357884" y="18288"/>
                  </a:lnTo>
                  <a:close/>
                </a:path>
                <a:path w="1358264" h="214629">
                  <a:moveTo>
                    <a:pt x="135788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7884" y="16002"/>
                  </a:lnTo>
                  <a:lnTo>
                    <a:pt x="1357884" y="15240"/>
                  </a:lnTo>
                  <a:close/>
                </a:path>
                <a:path w="1358264" h="214629">
                  <a:moveTo>
                    <a:pt x="135788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7884" y="12954"/>
                  </a:lnTo>
                  <a:lnTo>
                    <a:pt x="1357884" y="12192"/>
                  </a:lnTo>
                  <a:close/>
                </a:path>
                <a:path w="1358264" h="214629">
                  <a:moveTo>
                    <a:pt x="135788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7884" y="9906"/>
                  </a:lnTo>
                  <a:lnTo>
                    <a:pt x="1357884" y="9144"/>
                  </a:lnTo>
                  <a:close/>
                </a:path>
                <a:path w="1358264" h="214629">
                  <a:moveTo>
                    <a:pt x="135788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7884" y="6858"/>
                  </a:lnTo>
                  <a:lnTo>
                    <a:pt x="1357884" y="6096"/>
                  </a:lnTo>
                  <a:close/>
                </a:path>
                <a:path w="1358264" h="214629">
                  <a:moveTo>
                    <a:pt x="135788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7884" y="3810"/>
                  </a:lnTo>
                  <a:lnTo>
                    <a:pt x="1357884" y="3048"/>
                  </a:lnTo>
                  <a:close/>
                </a:path>
                <a:path w="1358264" h="214629">
                  <a:moveTo>
                    <a:pt x="1357884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357884" y="762"/>
                  </a:lnTo>
                  <a:lnTo>
                    <a:pt x="135788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699393" y="3781695"/>
              <a:ext cx="1358265" cy="214629"/>
            </a:xfrm>
            <a:custGeom>
              <a:avLst/>
              <a:gdLst/>
              <a:ahLst/>
              <a:cxnLst/>
              <a:rect l="l" t="t" r="r" b="b"/>
              <a:pathLst>
                <a:path w="1358264" h="214629">
                  <a:moveTo>
                    <a:pt x="1357884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357884" y="214122"/>
                  </a:lnTo>
                  <a:lnTo>
                    <a:pt x="1357884" y="213360"/>
                  </a:lnTo>
                  <a:close/>
                </a:path>
                <a:path w="1358264" h="214629">
                  <a:moveTo>
                    <a:pt x="1357884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357884" y="211074"/>
                  </a:lnTo>
                  <a:lnTo>
                    <a:pt x="1357884" y="210312"/>
                  </a:lnTo>
                  <a:close/>
                </a:path>
                <a:path w="1358264" h="214629">
                  <a:moveTo>
                    <a:pt x="1357884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357884" y="208026"/>
                  </a:lnTo>
                  <a:lnTo>
                    <a:pt x="1357884" y="207264"/>
                  </a:lnTo>
                  <a:close/>
                </a:path>
                <a:path w="1358264" h="214629">
                  <a:moveTo>
                    <a:pt x="1357884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357884" y="204978"/>
                  </a:lnTo>
                  <a:lnTo>
                    <a:pt x="1357884" y="204216"/>
                  </a:lnTo>
                  <a:close/>
                </a:path>
                <a:path w="1358264" h="214629">
                  <a:moveTo>
                    <a:pt x="1357884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357884" y="201930"/>
                  </a:lnTo>
                  <a:lnTo>
                    <a:pt x="1357884" y="201168"/>
                  </a:lnTo>
                  <a:close/>
                </a:path>
                <a:path w="1358264" h="214629">
                  <a:moveTo>
                    <a:pt x="1357884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357884" y="198882"/>
                  </a:lnTo>
                  <a:lnTo>
                    <a:pt x="1357884" y="198120"/>
                  </a:lnTo>
                  <a:close/>
                </a:path>
                <a:path w="1358264" h="214629">
                  <a:moveTo>
                    <a:pt x="1357884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357884" y="195834"/>
                  </a:lnTo>
                  <a:lnTo>
                    <a:pt x="1357884" y="195072"/>
                  </a:lnTo>
                  <a:close/>
                </a:path>
                <a:path w="1358264" h="214629">
                  <a:moveTo>
                    <a:pt x="1357884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357884" y="192786"/>
                  </a:lnTo>
                  <a:lnTo>
                    <a:pt x="1357884" y="192024"/>
                  </a:lnTo>
                  <a:close/>
                </a:path>
                <a:path w="1358264" h="214629">
                  <a:moveTo>
                    <a:pt x="1357884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357884" y="189738"/>
                  </a:lnTo>
                  <a:lnTo>
                    <a:pt x="1357884" y="188976"/>
                  </a:lnTo>
                  <a:close/>
                </a:path>
                <a:path w="1358264" h="214629">
                  <a:moveTo>
                    <a:pt x="1357884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357884" y="186690"/>
                  </a:lnTo>
                  <a:lnTo>
                    <a:pt x="1357884" y="185928"/>
                  </a:lnTo>
                  <a:close/>
                </a:path>
                <a:path w="1358264" h="214629">
                  <a:moveTo>
                    <a:pt x="1357884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357884" y="183642"/>
                  </a:lnTo>
                  <a:lnTo>
                    <a:pt x="1357884" y="182880"/>
                  </a:lnTo>
                  <a:close/>
                </a:path>
                <a:path w="1358264" h="214629">
                  <a:moveTo>
                    <a:pt x="1357884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357884" y="180594"/>
                  </a:lnTo>
                  <a:lnTo>
                    <a:pt x="1357884" y="179832"/>
                  </a:lnTo>
                  <a:close/>
                </a:path>
                <a:path w="1358264" h="214629">
                  <a:moveTo>
                    <a:pt x="1357884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357884" y="177546"/>
                  </a:lnTo>
                  <a:lnTo>
                    <a:pt x="1357884" y="176784"/>
                  </a:lnTo>
                  <a:close/>
                </a:path>
                <a:path w="1358264" h="214629">
                  <a:moveTo>
                    <a:pt x="1357884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357884" y="174498"/>
                  </a:lnTo>
                  <a:lnTo>
                    <a:pt x="1357884" y="173736"/>
                  </a:lnTo>
                  <a:close/>
                </a:path>
                <a:path w="1358264" h="214629">
                  <a:moveTo>
                    <a:pt x="1357884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357884" y="171450"/>
                  </a:lnTo>
                  <a:lnTo>
                    <a:pt x="1357884" y="170688"/>
                  </a:lnTo>
                  <a:close/>
                </a:path>
                <a:path w="1358264" h="214629">
                  <a:moveTo>
                    <a:pt x="1357884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357884" y="168402"/>
                  </a:lnTo>
                  <a:lnTo>
                    <a:pt x="1357884" y="167640"/>
                  </a:lnTo>
                  <a:close/>
                </a:path>
                <a:path w="1358264" h="214629">
                  <a:moveTo>
                    <a:pt x="1357884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357884" y="165354"/>
                  </a:lnTo>
                  <a:lnTo>
                    <a:pt x="1357884" y="164592"/>
                  </a:lnTo>
                  <a:close/>
                </a:path>
                <a:path w="1358264" h="214629">
                  <a:moveTo>
                    <a:pt x="1357884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357884" y="162306"/>
                  </a:lnTo>
                  <a:lnTo>
                    <a:pt x="1357884" y="161544"/>
                  </a:lnTo>
                  <a:close/>
                </a:path>
                <a:path w="1358264" h="214629">
                  <a:moveTo>
                    <a:pt x="1357884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357884" y="159258"/>
                  </a:lnTo>
                  <a:lnTo>
                    <a:pt x="1357884" y="158496"/>
                  </a:lnTo>
                  <a:close/>
                </a:path>
                <a:path w="1358264" h="214629">
                  <a:moveTo>
                    <a:pt x="1357884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357884" y="156210"/>
                  </a:lnTo>
                  <a:lnTo>
                    <a:pt x="1357884" y="155448"/>
                  </a:lnTo>
                  <a:close/>
                </a:path>
                <a:path w="1358264" h="214629">
                  <a:moveTo>
                    <a:pt x="1357884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357884" y="153162"/>
                  </a:lnTo>
                  <a:lnTo>
                    <a:pt x="1357884" y="152400"/>
                  </a:lnTo>
                  <a:close/>
                </a:path>
                <a:path w="1358264" h="214629">
                  <a:moveTo>
                    <a:pt x="1357884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357884" y="150114"/>
                  </a:lnTo>
                  <a:lnTo>
                    <a:pt x="1357884" y="149352"/>
                  </a:lnTo>
                  <a:close/>
                </a:path>
                <a:path w="1358264" h="214629">
                  <a:moveTo>
                    <a:pt x="1357884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357884" y="147066"/>
                  </a:lnTo>
                  <a:lnTo>
                    <a:pt x="1357884" y="146304"/>
                  </a:lnTo>
                  <a:close/>
                </a:path>
                <a:path w="1358264" h="214629">
                  <a:moveTo>
                    <a:pt x="1357884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357884" y="144018"/>
                  </a:lnTo>
                  <a:lnTo>
                    <a:pt x="1357884" y="143256"/>
                  </a:lnTo>
                  <a:close/>
                </a:path>
                <a:path w="1358264" h="214629">
                  <a:moveTo>
                    <a:pt x="1357884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357884" y="140970"/>
                  </a:lnTo>
                  <a:lnTo>
                    <a:pt x="1357884" y="140208"/>
                  </a:lnTo>
                  <a:close/>
                </a:path>
                <a:path w="1358264" h="214629">
                  <a:moveTo>
                    <a:pt x="1357884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357884" y="137922"/>
                  </a:lnTo>
                  <a:lnTo>
                    <a:pt x="1357884" y="137160"/>
                  </a:lnTo>
                  <a:close/>
                </a:path>
                <a:path w="1358264" h="214629">
                  <a:moveTo>
                    <a:pt x="1357884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357884" y="134874"/>
                  </a:lnTo>
                  <a:lnTo>
                    <a:pt x="1357884" y="134112"/>
                  </a:lnTo>
                  <a:close/>
                </a:path>
                <a:path w="1358264" h="214629">
                  <a:moveTo>
                    <a:pt x="1357884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357884" y="131826"/>
                  </a:lnTo>
                  <a:lnTo>
                    <a:pt x="1357884" y="131064"/>
                  </a:lnTo>
                  <a:close/>
                </a:path>
                <a:path w="1358264" h="214629">
                  <a:moveTo>
                    <a:pt x="1357884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357884" y="128778"/>
                  </a:lnTo>
                  <a:lnTo>
                    <a:pt x="1357884" y="128016"/>
                  </a:lnTo>
                  <a:close/>
                </a:path>
                <a:path w="1358264" h="214629">
                  <a:moveTo>
                    <a:pt x="1357884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357884" y="125730"/>
                  </a:lnTo>
                  <a:lnTo>
                    <a:pt x="1357884" y="124968"/>
                  </a:lnTo>
                  <a:close/>
                </a:path>
                <a:path w="1358264" h="214629">
                  <a:moveTo>
                    <a:pt x="1357884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357884" y="122682"/>
                  </a:lnTo>
                  <a:lnTo>
                    <a:pt x="1357884" y="121920"/>
                  </a:lnTo>
                  <a:close/>
                </a:path>
                <a:path w="1358264" h="214629">
                  <a:moveTo>
                    <a:pt x="1357884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357884" y="119634"/>
                  </a:lnTo>
                  <a:lnTo>
                    <a:pt x="1357884" y="118872"/>
                  </a:lnTo>
                  <a:close/>
                </a:path>
                <a:path w="1358264" h="214629">
                  <a:moveTo>
                    <a:pt x="1357884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357884" y="116586"/>
                  </a:lnTo>
                  <a:lnTo>
                    <a:pt x="1357884" y="115824"/>
                  </a:lnTo>
                  <a:close/>
                </a:path>
                <a:path w="1358264" h="214629">
                  <a:moveTo>
                    <a:pt x="1357884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357884" y="113538"/>
                  </a:lnTo>
                  <a:lnTo>
                    <a:pt x="1357884" y="112776"/>
                  </a:lnTo>
                  <a:close/>
                </a:path>
                <a:path w="1358264" h="214629">
                  <a:moveTo>
                    <a:pt x="1357884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357884" y="110490"/>
                  </a:lnTo>
                  <a:lnTo>
                    <a:pt x="1357884" y="109728"/>
                  </a:lnTo>
                  <a:close/>
                </a:path>
                <a:path w="1358264" h="214629">
                  <a:moveTo>
                    <a:pt x="135788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7884" y="107442"/>
                  </a:lnTo>
                  <a:lnTo>
                    <a:pt x="1357884" y="106680"/>
                  </a:lnTo>
                  <a:close/>
                </a:path>
                <a:path w="1358264" h="214629">
                  <a:moveTo>
                    <a:pt x="135788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7884" y="104394"/>
                  </a:lnTo>
                  <a:lnTo>
                    <a:pt x="1357884" y="103632"/>
                  </a:lnTo>
                  <a:close/>
                </a:path>
                <a:path w="1358264" h="214629">
                  <a:moveTo>
                    <a:pt x="135788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7884" y="101346"/>
                  </a:lnTo>
                  <a:lnTo>
                    <a:pt x="1357884" y="100584"/>
                  </a:lnTo>
                  <a:close/>
                </a:path>
                <a:path w="1358264" h="214629">
                  <a:moveTo>
                    <a:pt x="135788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7884" y="98298"/>
                  </a:lnTo>
                  <a:lnTo>
                    <a:pt x="1357884" y="97536"/>
                  </a:lnTo>
                  <a:close/>
                </a:path>
                <a:path w="1358264" h="214629">
                  <a:moveTo>
                    <a:pt x="135788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7884" y="95250"/>
                  </a:lnTo>
                  <a:lnTo>
                    <a:pt x="1357884" y="94488"/>
                  </a:lnTo>
                  <a:close/>
                </a:path>
                <a:path w="1358264" h="214629">
                  <a:moveTo>
                    <a:pt x="135788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7884" y="92202"/>
                  </a:lnTo>
                  <a:lnTo>
                    <a:pt x="1357884" y="91440"/>
                  </a:lnTo>
                  <a:close/>
                </a:path>
                <a:path w="1358264" h="214629">
                  <a:moveTo>
                    <a:pt x="135788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7884" y="89154"/>
                  </a:lnTo>
                  <a:lnTo>
                    <a:pt x="1357884" y="88392"/>
                  </a:lnTo>
                  <a:close/>
                </a:path>
                <a:path w="1358264" h="214629">
                  <a:moveTo>
                    <a:pt x="135788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7884" y="86106"/>
                  </a:lnTo>
                  <a:lnTo>
                    <a:pt x="1357884" y="85344"/>
                  </a:lnTo>
                  <a:close/>
                </a:path>
                <a:path w="1358264" h="214629">
                  <a:moveTo>
                    <a:pt x="135788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7884" y="83058"/>
                  </a:lnTo>
                  <a:lnTo>
                    <a:pt x="1357884" y="82296"/>
                  </a:lnTo>
                  <a:close/>
                </a:path>
                <a:path w="1358264" h="214629">
                  <a:moveTo>
                    <a:pt x="135788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7884" y="80010"/>
                  </a:lnTo>
                  <a:lnTo>
                    <a:pt x="1357884" y="79248"/>
                  </a:lnTo>
                  <a:close/>
                </a:path>
                <a:path w="1358264" h="214629">
                  <a:moveTo>
                    <a:pt x="135788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7884" y="76962"/>
                  </a:lnTo>
                  <a:lnTo>
                    <a:pt x="1357884" y="76200"/>
                  </a:lnTo>
                  <a:close/>
                </a:path>
                <a:path w="1358264" h="214629">
                  <a:moveTo>
                    <a:pt x="135788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7884" y="73914"/>
                  </a:lnTo>
                  <a:lnTo>
                    <a:pt x="1357884" y="73152"/>
                  </a:lnTo>
                  <a:close/>
                </a:path>
                <a:path w="1358264" h="214629">
                  <a:moveTo>
                    <a:pt x="135788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7884" y="70866"/>
                  </a:lnTo>
                  <a:lnTo>
                    <a:pt x="1357884" y="70104"/>
                  </a:lnTo>
                  <a:close/>
                </a:path>
                <a:path w="1358264" h="214629">
                  <a:moveTo>
                    <a:pt x="135788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7884" y="67818"/>
                  </a:lnTo>
                  <a:lnTo>
                    <a:pt x="1357884" y="67056"/>
                  </a:lnTo>
                  <a:close/>
                </a:path>
                <a:path w="1358264" h="214629">
                  <a:moveTo>
                    <a:pt x="135788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7884" y="64770"/>
                  </a:lnTo>
                  <a:lnTo>
                    <a:pt x="1357884" y="64008"/>
                  </a:lnTo>
                  <a:close/>
                </a:path>
                <a:path w="1358264" h="214629">
                  <a:moveTo>
                    <a:pt x="135788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7884" y="61722"/>
                  </a:lnTo>
                  <a:lnTo>
                    <a:pt x="1357884" y="60960"/>
                  </a:lnTo>
                  <a:close/>
                </a:path>
                <a:path w="1358264" h="214629">
                  <a:moveTo>
                    <a:pt x="135788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7884" y="58674"/>
                  </a:lnTo>
                  <a:lnTo>
                    <a:pt x="1357884" y="57912"/>
                  </a:lnTo>
                  <a:close/>
                </a:path>
                <a:path w="1358264" h="214629">
                  <a:moveTo>
                    <a:pt x="135788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7884" y="55626"/>
                  </a:lnTo>
                  <a:lnTo>
                    <a:pt x="1357884" y="54864"/>
                  </a:lnTo>
                  <a:close/>
                </a:path>
                <a:path w="1358264" h="214629">
                  <a:moveTo>
                    <a:pt x="135788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7884" y="52578"/>
                  </a:lnTo>
                  <a:lnTo>
                    <a:pt x="1357884" y="51816"/>
                  </a:lnTo>
                  <a:close/>
                </a:path>
                <a:path w="1358264" h="214629">
                  <a:moveTo>
                    <a:pt x="135788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7884" y="49530"/>
                  </a:lnTo>
                  <a:lnTo>
                    <a:pt x="1357884" y="48768"/>
                  </a:lnTo>
                  <a:close/>
                </a:path>
                <a:path w="1358264" h="214629">
                  <a:moveTo>
                    <a:pt x="135788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7884" y="46482"/>
                  </a:lnTo>
                  <a:lnTo>
                    <a:pt x="1357884" y="45720"/>
                  </a:lnTo>
                  <a:close/>
                </a:path>
                <a:path w="1358264" h="214629">
                  <a:moveTo>
                    <a:pt x="135788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7884" y="43434"/>
                  </a:lnTo>
                  <a:lnTo>
                    <a:pt x="1357884" y="42672"/>
                  </a:lnTo>
                  <a:close/>
                </a:path>
                <a:path w="1358264" h="214629">
                  <a:moveTo>
                    <a:pt x="135788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7884" y="40386"/>
                  </a:lnTo>
                  <a:lnTo>
                    <a:pt x="1357884" y="39624"/>
                  </a:lnTo>
                  <a:close/>
                </a:path>
                <a:path w="1358264" h="214629">
                  <a:moveTo>
                    <a:pt x="135788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7884" y="37338"/>
                  </a:lnTo>
                  <a:lnTo>
                    <a:pt x="1357884" y="36576"/>
                  </a:lnTo>
                  <a:close/>
                </a:path>
                <a:path w="1358264" h="214629">
                  <a:moveTo>
                    <a:pt x="135788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7884" y="34290"/>
                  </a:lnTo>
                  <a:lnTo>
                    <a:pt x="1357884" y="33528"/>
                  </a:lnTo>
                  <a:close/>
                </a:path>
                <a:path w="1358264" h="214629">
                  <a:moveTo>
                    <a:pt x="135788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7884" y="31242"/>
                  </a:lnTo>
                  <a:lnTo>
                    <a:pt x="1357884" y="30480"/>
                  </a:lnTo>
                  <a:close/>
                </a:path>
                <a:path w="1358264" h="214629">
                  <a:moveTo>
                    <a:pt x="135788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7884" y="28194"/>
                  </a:lnTo>
                  <a:lnTo>
                    <a:pt x="1357884" y="27432"/>
                  </a:lnTo>
                  <a:close/>
                </a:path>
                <a:path w="1358264" h="214629">
                  <a:moveTo>
                    <a:pt x="135788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7884" y="25146"/>
                  </a:lnTo>
                  <a:lnTo>
                    <a:pt x="1357884" y="24384"/>
                  </a:lnTo>
                  <a:close/>
                </a:path>
                <a:path w="1358264" h="214629">
                  <a:moveTo>
                    <a:pt x="135788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7884" y="22098"/>
                  </a:lnTo>
                  <a:lnTo>
                    <a:pt x="1357884" y="21336"/>
                  </a:lnTo>
                  <a:close/>
                </a:path>
                <a:path w="1358264" h="214629">
                  <a:moveTo>
                    <a:pt x="135788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7884" y="19050"/>
                  </a:lnTo>
                  <a:lnTo>
                    <a:pt x="1357884" y="18288"/>
                  </a:lnTo>
                  <a:close/>
                </a:path>
                <a:path w="1358264" h="214629">
                  <a:moveTo>
                    <a:pt x="135788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7884" y="16002"/>
                  </a:lnTo>
                  <a:lnTo>
                    <a:pt x="1357884" y="15240"/>
                  </a:lnTo>
                  <a:close/>
                </a:path>
                <a:path w="1358264" h="214629">
                  <a:moveTo>
                    <a:pt x="135788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7884" y="12954"/>
                  </a:lnTo>
                  <a:lnTo>
                    <a:pt x="1357884" y="12192"/>
                  </a:lnTo>
                  <a:close/>
                </a:path>
                <a:path w="1358264" h="214629">
                  <a:moveTo>
                    <a:pt x="135788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7884" y="9906"/>
                  </a:lnTo>
                  <a:lnTo>
                    <a:pt x="1357884" y="9144"/>
                  </a:lnTo>
                  <a:close/>
                </a:path>
                <a:path w="1358264" h="214629">
                  <a:moveTo>
                    <a:pt x="135788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7884" y="6858"/>
                  </a:lnTo>
                  <a:lnTo>
                    <a:pt x="1357884" y="6096"/>
                  </a:lnTo>
                  <a:close/>
                </a:path>
                <a:path w="1358264" h="214629">
                  <a:moveTo>
                    <a:pt x="135788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7884" y="3810"/>
                  </a:lnTo>
                  <a:lnTo>
                    <a:pt x="1357884" y="3048"/>
                  </a:lnTo>
                  <a:close/>
                </a:path>
                <a:path w="1358264" h="214629">
                  <a:moveTo>
                    <a:pt x="1357884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357884" y="762"/>
                  </a:lnTo>
                  <a:lnTo>
                    <a:pt x="135788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699393" y="3995055"/>
              <a:ext cx="1358265" cy="214629"/>
            </a:xfrm>
            <a:custGeom>
              <a:avLst/>
              <a:gdLst/>
              <a:ahLst/>
              <a:cxnLst/>
              <a:rect l="l" t="t" r="r" b="b"/>
              <a:pathLst>
                <a:path w="1358264" h="214629">
                  <a:moveTo>
                    <a:pt x="1357884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357884" y="214122"/>
                  </a:lnTo>
                  <a:lnTo>
                    <a:pt x="1357884" y="213360"/>
                  </a:lnTo>
                  <a:close/>
                </a:path>
                <a:path w="1358264" h="214629">
                  <a:moveTo>
                    <a:pt x="1357884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357884" y="211074"/>
                  </a:lnTo>
                  <a:lnTo>
                    <a:pt x="1357884" y="210312"/>
                  </a:lnTo>
                  <a:close/>
                </a:path>
                <a:path w="1358264" h="214629">
                  <a:moveTo>
                    <a:pt x="1357884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357884" y="208026"/>
                  </a:lnTo>
                  <a:lnTo>
                    <a:pt x="1357884" y="207264"/>
                  </a:lnTo>
                  <a:close/>
                </a:path>
                <a:path w="1358264" h="214629">
                  <a:moveTo>
                    <a:pt x="1357884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357884" y="204978"/>
                  </a:lnTo>
                  <a:lnTo>
                    <a:pt x="1357884" y="204216"/>
                  </a:lnTo>
                  <a:close/>
                </a:path>
                <a:path w="1358264" h="214629">
                  <a:moveTo>
                    <a:pt x="1357884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357884" y="201930"/>
                  </a:lnTo>
                  <a:lnTo>
                    <a:pt x="1357884" y="201168"/>
                  </a:lnTo>
                  <a:close/>
                </a:path>
                <a:path w="1358264" h="214629">
                  <a:moveTo>
                    <a:pt x="1357884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357884" y="198882"/>
                  </a:lnTo>
                  <a:lnTo>
                    <a:pt x="1357884" y="198120"/>
                  </a:lnTo>
                  <a:close/>
                </a:path>
                <a:path w="1358264" h="214629">
                  <a:moveTo>
                    <a:pt x="1357884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357884" y="195834"/>
                  </a:lnTo>
                  <a:lnTo>
                    <a:pt x="1357884" y="195072"/>
                  </a:lnTo>
                  <a:close/>
                </a:path>
                <a:path w="1358264" h="214629">
                  <a:moveTo>
                    <a:pt x="1357884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357884" y="192786"/>
                  </a:lnTo>
                  <a:lnTo>
                    <a:pt x="1357884" y="192024"/>
                  </a:lnTo>
                  <a:close/>
                </a:path>
                <a:path w="1358264" h="214629">
                  <a:moveTo>
                    <a:pt x="1357884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357884" y="189738"/>
                  </a:lnTo>
                  <a:lnTo>
                    <a:pt x="1357884" y="188976"/>
                  </a:lnTo>
                  <a:close/>
                </a:path>
                <a:path w="1358264" h="214629">
                  <a:moveTo>
                    <a:pt x="1357884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357884" y="186690"/>
                  </a:lnTo>
                  <a:lnTo>
                    <a:pt x="1357884" y="185928"/>
                  </a:lnTo>
                  <a:close/>
                </a:path>
                <a:path w="1358264" h="214629">
                  <a:moveTo>
                    <a:pt x="1357884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357884" y="183642"/>
                  </a:lnTo>
                  <a:lnTo>
                    <a:pt x="1357884" y="182880"/>
                  </a:lnTo>
                  <a:close/>
                </a:path>
                <a:path w="1358264" h="214629">
                  <a:moveTo>
                    <a:pt x="1357884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357884" y="180594"/>
                  </a:lnTo>
                  <a:lnTo>
                    <a:pt x="1357884" y="179832"/>
                  </a:lnTo>
                  <a:close/>
                </a:path>
                <a:path w="1358264" h="214629">
                  <a:moveTo>
                    <a:pt x="1357884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357884" y="177546"/>
                  </a:lnTo>
                  <a:lnTo>
                    <a:pt x="1357884" y="176784"/>
                  </a:lnTo>
                  <a:close/>
                </a:path>
                <a:path w="1358264" h="214629">
                  <a:moveTo>
                    <a:pt x="1357884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357884" y="174498"/>
                  </a:lnTo>
                  <a:lnTo>
                    <a:pt x="1357884" y="173736"/>
                  </a:lnTo>
                  <a:close/>
                </a:path>
                <a:path w="1358264" h="214629">
                  <a:moveTo>
                    <a:pt x="1357884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357884" y="171450"/>
                  </a:lnTo>
                  <a:lnTo>
                    <a:pt x="1357884" y="170688"/>
                  </a:lnTo>
                  <a:close/>
                </a:path>
                <a:path w="1358264" h="214629">
                  <a:moveTo>
                    <a:pt x="1357884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357884" y="168402"/>
                  </a:lnTo>
                  <a:lnTo>
                    <a:pt x="1357884" y="167640"/>
                  </a:lnTo>
                  <a:close/>
                </a:path>
                <a:path w="1358264" h="214629">
                  <a:moveTo>
                    <a:pt x="1357884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357884" y="165354"/>
                  </a:lnTo>
                  <a:lnTo>
                    <a:pt x="1357884" y="164592"/>
                  </a:lnTo>
                  <a:close/>
                </a:path>
                <a:path w="1358264" h="214629">
                  <a:moveTo>
                    <a:pt x="1357884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357884" y="162306"/>
                  </a:lnTo>
                  <a:lnTo>
                    <a:pt x="1357884" y="161544"/>
                  </a:lnTo>
                  <a:close/>
                </a:path>
                <a:path w="1358264" h="214629">
                  <a:moveTo>
                    <a:pt x="1357884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357884" y="159258"/>
                  </a:lnTo>
                  <a:lnTo>
                    <a:pt x="1357884" y="158496"/>
                  </a:lnTo>
                  <a:close/>
                </a:path>
                <a:path w="1358264" h="214629">
                  <a:moveTo>
                    <a:pt x="1357884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357884" y="156210"/>
                  </a:lnTo>
                  <a:lnTo>
                    <a:pt x="1357884" y="155448"/>
                  </a:lnTo>
                  <a:close/>
                </a:path>
                <a:path w="1358264" h="214629">
                  <a:moveTo>
                    <a:pt x="1357884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357884" y="153162"/>
                  </a:lnTo>
                  <a:lnTo>
                    <a:pt x="1357884" y="152400"/>
                  </a:lnTo>
                  <a:close/>
                </a:path>
                <a:path w="1358264" h="214629">
                  <a:moveTo>
                    <a:pt x="1357884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357884" y="150114"/>
                  </a:lnTo>
                  <a:lnTo>
                    <a:pt x="1357884" y="149352"/>
                  </a:lnTo>
                  <a:close/>
                </a:path>
                <a:path w="1358264" h="214629">
                  <a:moveTo>
                    <a:pt x="1357884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357884" y="147066"/>
                  </a:lnTo>
                  <a:lnTo>
                    <a:pt x="1357884" y="146304"/>
                  </a:lnTo>
                  <a:close/>
                </a:path>
                <a:path w="1358264" h="214629">
                  <a:moveTo>
                    <a:pt x="1357884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357884" y="144018"/>
                  </a:lnTo>
                  <a:lnTo>
                    <a:pt x="1357884" y="143256"/>
                  </a:lnTo>
                  <a:close/>
                </a:path>
                <a:path w="1358264" h="214629">
                  <a:moveTo>
                    <a:pt x="1357884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357884" y="140970"/>
                  </a:lnTo>
                  <a:lnTo>
                    <a:pt x="1357884" y="140208"/>
                  </a:lnTo>
                  <a:close/>
                </a:path>
                <a:path w="1358264" h="214629">
                  <a:moveTo>
                    <a:pt x="1357884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357884" y="137922"/>
                  </a:lnTo>
                  <a:lnTo>
                    <a:pt x="1357884" y="137160"/>
                  </a:lnTo>
                  <a:close/>
                </a:path>
                <a:path w="1358264" h="214629">
                  <a:moveTo>
                    <a:pt x="1357884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357884" y="134874"/>
                  </a:lnTo>
                  <a:lnTo>
                    <a:pt x="1357884" y="134112"/>
                  </a:lnTo>
                  <a:close/>
                </a:path>
                <a:path w="1358264" h="214629">
                  <a:moveTo>
                    <a:pt x="1357884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357884" y="131826"/>
                  </a:lnTo>
                  <a:lnTo>
                    <a:pt x="1357884" y="131064"/>
                  </a:lnTo>
                  <a:close/>
                </a:path>
                <a:path w="1358264" h="214629">
                  <a:moveTo>
                    <a:pt x="1357884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357884" y="128778"/>
                  </a:lnTo>
                  <a:lnTo>
                    <a:pt x="1357884" y="128016"/>
                  </a:lnTo>
                  <a:close/>
                </a:path>
                <a:path w="1358264" h="214629">
                  <a:moveTo>
                    <a:pt x="1357884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357884" y="125730"/>
                  </a:lnTo>
                  <a:lnTo>
                    <a:pt x="1357884" y="124968"/>
                  </a:lnTo>
                  <a:close/>
                </a:path>
                <a:path w="1358264" h="214629">
                  <a:moveTo>
                    <a:pt x="1357884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357884" y="122682"/>
                  </a:lnTo>
                  <a:lnTo>
                    <a:pt x="1357884" y="121920"/>
                  </a:lnTo>
                  <a:close/>
                </a:path>
                <a:path w="1358264" h="214629">
                  <a:moveTo>
                    <a:pt x="1357884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357884" y="119634"/>
                  </a:lnTo>
                  <a:lnTo>
                    <a:pt x="1357884" y="118872"/>
                  </a:lnTo>
                  <a:close/>
                </a:path>
                <a:path w="1358264" h="214629">
                  <a:moveTo>
                    <a:pt x="1357884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357884" y="116586"/>
                  </a:lnTo>
                  <a:lnTo>
                    <a:pt x="1357884" y="115824"/>
                  </a:lnTo>
                  <a:close/>
                </a:path>
                <a:path w="1358264" h="214629">
                  <a:moveTo>
                    <a:pt x="1357884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357884" y="113538"/>
                  </a:lnTo>
                  <a:lnTo>
                    <a:pt x="1357884" y="112776"/>
                  </a:lnTo>
                  <a:close/>
                </a:path>
                <a:path w="1358264" h="214629">
                  <a:moveTo>
                    <a:pt x="1357884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357884" y="110490"/>
                  </a:lnTo>
                  <a:lnTo>
                    <a:pt x="1357884" y="109728"/>
                  </a:lnTo>
                  <a:close/>
                </a:path>
                <a:path w="1358264" h="214629">
                  <a:moveTo>
                    <a:pt x="135788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7884" y="107442"/>
                  </a:lnTo>
                  <a:lnTo>
                    <a:pt x="1357884" y="106680"/>
                  </a:lnTo>
                  <a:close/>
                </a:path>
                <a:path w="1358264" h="214629">
                  <a:moveTo>
                    <a:pt x="135788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7884" y="104394"/>
                  </a:lnTo>
                  <a:lnTo>
                    <a:pt x="1357884" y="103632"/>
                  </a:lnTo>
                  <a:close/>
                </a:path>
                <a:path w="1358264" h="214629">
                  <a:moveTo>
                    <a:pt x="135788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7884" y="101346"/>
                  </a:lnTo>
                  <a:lnTo>
                    <a:pt x="1357884" y="100584"/>
                  </a:lnTo>
                  <a:close/>
                </a:path>
                <a:path w="1358264" h="214629">
                  <a:moveTo>
                    <a:pt x="135788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7884" y="98298"/>
                  </a:lnTo>
                  <a:lnTo>
                    <a:pt x="1357884" y="97536"/>
                  </a:lnTo>
                  <a:close/>
                </a:path>
                <a:path w="1358264" h="214629">
                  <a:moveTo>
                    <a:pt x="135788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7884" y="95250"/>
                  </a:lnTo>
                  <a:lnTo>
                    <a:pt x="1357884" y="94488"/>
                  </a:lnTo>
                  <a:close/>
                </a:path>
                <a:path w="1358264" h="214629">
                  <a:moveTo>
                    <a:pt x="135788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7884" y="92202"/>
                  </a:lnTo>
                  <a:lnTo>
                    <a:pt x="1357884" y="91440"/>
                  </a:lnTo>
                  <a:close/>
                </a:path>
                <a:path w="1358264" h="214629">
                  <a:moveTo>
                    <a:pt x="135788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7884" y="89154"/>
                  </a:lnTo>
                  <a:lnTo>
                    <a:pt x="1357884" y="88392"/>
                  </a:lnTo>
                  <a:close/>
                </a:path>
                <a:path w="1358264" h="214629">
                  <a:moveTo>
                    <a:pt x="135788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7884" y="86106"/>
                  </a:lnTo>
                  <a:lnTo>
                    <a:pt x="1357884" y="85344"/>
                  </a:lnTo>
                  <a:close/>
                </a:path>
                <a:path w="1358264" h="214629">
                  <a:moveTo>
                    <a:pt x="135788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7884" y="83058"/>
                  </a:lnTo>
                  <a:lnTo>
                    <a:pt x="1357884" y="82296"/>
                  </a:lnTo>
                  <a:close/>
                </a:path>
                <a:path w="1358264" h="214629">
                  <a:moveTo>
                    <a:pt x="135788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7884" y="80010"/>
                  </a:lnTo>
                  <a:lnTo>
                    <a:pt x="1357884" y="79248"/>
                  </a:lnTo>
                  <a:close/>
                </a:path>
                <a:path w="1358264" h="214629">
                  <a:moveTo>
                    <a:pt x="135788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7884" y="76962"/>
                  </a:lnTo>
                  <a:lnTo>
                    <a:pt x="1357884" y="76200"/>
                  </a:lnTo>
                  <a:close/>
                </a:path>
                <a:path w="1358264" h="214629">
                  <a:moveTo>
                    <a:pt x="135788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7884" y="73914"/>
                  </a:lnTo>
                  <a:lnTo>
                    <a:pt x="1357884" y="73152"/>
                  </a:lnTo>
                  <a:close/>
                </a:path>
                <a:path w="1358264" h="214629">
                  <a:moveTo>
                    <a:pt x="135788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7884" y="70866"/>
                  </a:lnTo>
                  <a:lnTo>
                    <a:pt x="1357884" y="70104"/>
                  </a:lnTo>
                  <a:close/>
                </a:path>
                <a:path w="1358264" h="214629">
                  <a:moveTo>
                    <a:pt x="135788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7884" y="67818"/>
                  </a:lnTo>
                  <a:lnTo>
                    <a:pt x="1357884" y="67056"/>
                  </a:lnTo>
                  <a:close/>
                </a:path>
                <a:path w="1358264" h="214629">
                  <a:moveTo>
                    <a:pt x="135788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7884" y="64770"/>
                  </a:lnTo>
                  <a:lnTo>
                    <a:pt x="1357884" y="64008"/>
                  </a:lnTo>
                  <a:close/>
                </a:path>
                <a:path w="1358264" h="214629">
                  <a:moveTo>
                    <a:pt x="135788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7884" y="61722"/>
                  </a:lnTo>
                  <a:lnTo>
                    <a:pt x="1357884" y="60960"/>
                  </a:lnTo>
                  <a:close/>
                </a:path>
                <a:path w="1358264" h="214629">
                  <a:moveTo>
                    <a:pt x="135788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7884" y="58674"/>
                  </a:lnTo>
                  <a:lnTo>
                    <a:pt x="1357884" y="57912"/>
                  </a:lnTo>
                  <a:close/>
                </a:path>
                <a:path w="1358264" h="214629">
                  <a:moveTo>
                    <a:pt x="135788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7884" y="55626"/>
                  </a:lnTo>
                  <a:lnTo>
                    <a:pt x="1357884" y="54864"/>
                  </a:lnTo>
                  <a:close/>
                </a:path>
                <a:path w="1358264" h="214629">
                  <a:moveTo>
                    <a:pt x="135788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7884" y="52578"/>
                  </a:lnTo>
                  <a:lnTo>
                    <a:pt x="1357884" y="51816"/>
                  </a:lnTo>
                  <a:close/>
                </a:path>
                <a:path w="1358264" h="214629">
                  <a:moveTo>
                    <a:pt x="135788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7884" y="49530"/>
                  </a:lnTo>
                  <a:lnTo>
                    <a:pt x="1357884" y="48768"/>
                  </a:lnTo>
                  <a:close/>
                </a:path>
                <a:path w="1358264" h="214629">
                  <a:moveTo>
                    <a:pt x="135788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7884" y="46482"/>
                  </a:lnTo>
                  <a:lnTo>
                    <a:pt x="1357884" y="45720"/>
                  </a:lnTo>
                  <a:close/>
                </a:path>
                <a:path w="1358264" h="214629">
                  <a:moveTo>
                    <a:pt x="135788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7884" y="43434"/>
                  </a:lnTo>
                  <a:lnTo>
                    <a:pt x="1357884" y="42672"/>
                  </a:lnTo>
                  <a:close/>
                </a:path>
                <a:path w="1358264" h="214629">
                  <a:moveTo>
                    <a:pt x="135788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7884" y="40386"/>
                  </a:lnTo>
                  <a:lnTo>
                    <a:pt x="1357884" y="39624"/>
                  </a:lnTo>
                  <a:close/>
                </a:path>
                <a:path w="1358264" h="214629">
                  <a:moveTo>
                    <a:pt x="135788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7884" y="37338"/>
                  </a:lnTo>
                  <a:lnTo>
                    <a:pt x="1357884" y="36576"/>
                  </a:lnTo>
                  <a:close/>
                </a:path>
                <a:path w="1358264" h="214629">
                  <a:moveTo>
                    <a:pt x="135788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7884" y="34290"/>
                  </a:lnTo>
                  <a:lnTo>
                    <a:pt x="1357884" y="33528"/>
                  </a:lnTo>
                  <a:close/>
                </a:path>
                <a:path w="1358264" h="214629">
                  <a:moveTo>
                    <a:pt x="135788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7884" y="31242"/>
                  </a:lnTo>
                  <a:lnTo>
                    <a:pt x="1357884" y="30480"/>
                  </a:lnTo>
                  <a:close/>
                </a:path>
                <a:path w="1358264" h="214629">
                  <a:moveTo>
                    <a:pt x="135788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7884" y="28194"/>
                  </a:lnTo>
                  <a:lnTo>
                    <a:pt x="1357884" y="27432"/>
                  </a:lnTo>
                  <a:close/>
                </a:path>
                <a:path w="1358264" h="214629">
                  <a:moveTo>
                    <a:pt x="135788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7884" y="25146"/>
                  </a:lnTo>
                  <a:lnTo>
                    <a:pt x="1357884" y="24384"/>
                  </a:lnTo>
                  <a:close/>
                </a:path>
                <a:path w="1358264" h="214629">
                  <a:moveTo>
                    <a:pt x="135788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7884" y="22098"/>
                  </a:lnTo>
                  <a:lnTo>
                    <a:pt x="1357884" y="21336"/>
                  </a:lnTo>
                  <a:close/>
                </a:path>
                <a:path w="1358264" h="214629">
                  <a:moveTo>
                    <a:pt x="135788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7884" y="19050"/>
                  </a:lnTo>
                  <a:lnTo>
                    <a:pt x="1357884" y="18288"/>
                  </a:lnTo>
                  <a:close/>
                </a:path>
                <a:path w="1358264" h="214629">
                  <a:moveTo>
                    <a:pt x="135788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7884" y="16002"/>
                  </a:lnTo>
                  <a:lnTo>
                    <a:pt x="1357884" y="15240"/>
                  </a:lnTo>
                  <a:close/>
                </a:path>
                <a:path w="1358264" h="214629">
                  <a:moveTo>
                    <a:pt x="135788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7884" y="12954"/>
                  </a:lnTo>
                  <a:lnTo>
                    <a:pt x="1357884" y="12192"/>
                  </a:lnTo>
                  <a:close/>
                </a:path>
                <a:path w="1358264" h="214629">
                  <a:moveTo>
                    <a:pt x="135788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7884" y="9906"/>
                  </a:lnTo>
                  <a:lnTo>
                    <a:pt x="1357884" y="9144"/>
                  </a:lnTo>
                  <a:close/>
                </a:path>
                <a:path w="1358264" h="214629">
                  <a:moveTo>
                    <a:pt x="135788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7884" y="6858"/>
                  </a:lnTo>
                  <a:lnTo>
                    <a:pt x="1357884" y="6096"/>
                  </a:lnTo>
                  <a:close/>
                </a:path>
                <a:path w="1358264" h="214629">
                  <a:moveTo>
                    <a:pt x="135788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7884" y="3810"/>
                  </a:lnTo>
                  <a:lnTo>
                    <a:pt x="1357884" y="3048"/>
                  </a:lnTo>
                  <a:close/>
                </a:path>
                <a:path w="1358264" h="214629">
                  <a:moveTo>
                    <a:pt x="1357884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357884" y="762"/>
                  </a:lnTo>
                  <a:lnTo>
                    <a:pt x="135788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699393" y="4208415"/>
              <a:ext cx="1358265" cy="214629"/>
            </a:xfrm>
            <a:custGeom>
              <a:avLst/>
              <a:gdLst/>
              <a:ahLst/>
              <a:cxnLst/>
              <a:rect l="l" t="t" r="r" b="b"/>
              <a:pathLst>
                <a:path w="1358264" h="214629">
                  <a:moveTo>
                    <a:pt x="1357884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357884" y="214122"/>
                  </a:lnTo>
                  <a:lnTo>
                    <a:pt x="1357884" y="213360"/>
                  </a:lnTo>
                  <a:close/>
                </a:path>
                <a:path w="1358264" h="214629">
                  <a:moveTo>
                    <a:pt x="1357884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357884" y="211074"/>
                  </a:lnTo>
                  <a:lnTo>
                    <a:pt x="1357884" y="210312"/>
                  </a:lnTo>
                  <a:close/>
                </a:path>
                <a:path w="1358264" h="214629">
                  <a:moveTo>
                    <a:pt x="1357884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357884" y="208026"/>
                  </a:lnTo>
                  <a:lnTo>
                    <a:pt x="1357884" y="207264"/>
                  </a:lnTo>
                  <a:close/>
                </a:path>
                <a:path w="1358264" h="214629">
                  <a:moveTo>
                    <a:pt x="1357884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357884" y="204978"/>
                  </a:lnTo>
                  <a:lnTo>
                    <a:pt x="1357884" y="204216"/>
                  </a:lnTo>
                  <a:close/>
                </a:path>
                <a:path w="1358264" h="214629">
                  <a:moveTo>
                    <a:pt x="1357884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357884" y="201930"/>
                  </a:lnTo>
                  <a:lnTo>
                    <a:pt x="1357884" y="201168"/>
                  </a:lnTo>
                  <a:close/>
                </a:path>
                <a:path w="1358264" h="214629">
                  <a:moveTo>
                    <a:pt x="1357884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357884" y="198882"/>
                  </a:lnTo>
                  <a:lnTo>
                    <a:pt x="1357884" y="198120"/>
                  </a:lnTo>
                  <a:close/>
                </a:path>
                <a:path w="1358264" h="214629">
                  <a:moveTo>
                    <a:pt x="1357884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357884" y="195834"/>
                  </a:lnTo>
                  <a:lnTo>
                    <a:pt x="1357884" y="195072"/>
                  </a:lnTo>
                  <a:close/>
                </a:path>
                <a:path w="1358264" h="214629">
                  <a:moveTo>
                    <a:pt x="1357884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357884" y="192786"/>
                  </a:lnTo>
                  <a:lnTo>
                    <a:pt x="1357884" y="192024"/>
                  </a:lnTo>
                  <a:close/>
                </a:path>
                <a:path w="1358264" h="214629">
                  <a:moveTo>
                    <a:pt x="1357884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357884" y="189738"/>
                  </a:lnTo>
                  <a:lnTo>
                    <a:pt x="1357884" y="188976"/>
                  </a:lnTo>
                  <a:close/>
                </a:path>
                <a:path w="1358264" h="214629">
                  <a:moveTo>
                    <a:pt x="1357884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357884" y="186690"/>
                  </a:lnTo>
                  <a:lnTo>
                    <a:pt x="1357884" y="185928"/>
                  </a:lnTo>
                  <a:close/>
                </a:path>
                <a:path w="1358264" h="214629">
                  <a:moveTo>
                    <a:pt x="1357884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357884" y="183642"/>
                  </a:lnTo>
                  <a:lnTo>
                    <a:pt x="1357884" y="182880"/>
                  </a:lnTo>
                  <a:close/>
                </a:path>
                <a:path w="1358264" h="214629">
                  <a:moveTo>
                    <a:pt x="1357884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357884" y="180594"/>
                  </a:lnTo>
                  <a:lnTo>
                    <a:pt x="1357884" y="179832"/>
                  </a:lnTo>
                  <a:close/>
                </a:path>
                <a:path w="1358264" h="214629">
                  <a:moveTo>
                    <a:pt x="1357884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357884" y="177546"/>
                  </a:lnTo>
                  <a:lnTo>
                    <a:pt x="1357884" y="176784"/>
                  </a:lnTo>
                  <a:close/>
                </a:path>
                <a:path w="1358264" h="214629">
                  <a:moveTo>
                    <a:pt x="1357884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357884" y="174498"/>
                  </a:lnTo>
                  <a:lnTo>
                    <a:pt x="1357884" y="173736"/>
                  </a:lnTo>
                  <a:close/>
                </a:path>
                <a:path w="1358264" h="214629">
                  <a:moveTo>
                    <a:pt x="1357884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357884" y="171450"/>
                  </a:lnTo>
                  <a:lnTo>
                    <a:pt x="1357884" y="170688"/>
                  </a:lnTo>
                  <a:close/>
                </a:path>
                <a:path w="1358264" h="214629">
                  <a:moveTo>
                    <a:pt x="1357884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357884" y="168402"/>
                  </a:lnTo>
                  <a:lnTo>
                    <a:pt x="1357884" y="167640"/>
                  </a:lnTo>
                  <a:close/>
                </a:path>
                <a:path w="1358264" h="214629">
                  <a:moveTo>
                    <a:pt x="1357884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357884" y="165354"/>
                  </a:lnTo>
                  <a:lnTo>
                    <a:pt x="1357884" y="164592"/>
                  </a:lnTo>
                  <a:close/>
                </a:path>
                <a:path w="1358264" h="214629">
                  <a:moveTo>
                    <a:pt x="1357884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357884" y="162306"/>
                  </a:lnTo>
                  <a:lnTo>
                    <a:pt x="1357884" y="161544"/>
                  </a:lnTo>
                  <a:close/>
                </a:path>
                <a:path w="1358264" h="214629">
                  <a:moveTo>
                    <a:pt x="1357884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357884" y="159258"/>
                  </a:lnTo>
                  <a:lnTo>
                    <a:pt x="1357884" y="158496"/>
                  </a:lnTo>
                  <a:close/>
                </a:path>
                <a:path w="1358264" h="214629">
                  <a:moveTo>
                    <a:pt x="1357884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357884" y="156210"/>
                  </a:lnTo>
                  <a:lnTo>
                    <a:pt x="1357884" y="155448"/>
                  </a:lnTo>
                  <a:close/>
                </a:path>
                <a:path w="1358264" h="214629">
                  <a:moveTo>
                    <a:pt x="1357884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357884" y="153162"/>
                  </a:lnTo>
                  <a:lnTo>
                    <a:pt x="1357884" y="152400"/>
                  </a:lnTo>
                  <a:close/>
                </a:path>
                <a:path w="1358264" h="214629">
                  <a:moveTo>
                    <a:pt x="1357884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357884" y="150114"/>
                  </a:lnTo>
                  <a:lnTo>
                    <a:pt x="1357884" y="149352"/>
                  </a:lnTo>
                  <a:close/>
                </a:path>
                <a:path w="1358264" h="214629">
                  <a:moveTo>
                    <a:pt x="1357884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357884" y="147066"/>
                  </a:lnTo>
                  <a:lnTo>
                    <a:pt x="1357884" y="146304"/>
                  </a:lnTo>
                  <a:close/>
                </a:path>
                <a:path w="1358264" h="214629">
                  <a:moveTo>
                    <a:pt x="1357884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357884" y="144018"/>
                  </a:lnTo>
                  <a:lnTo>
                    <a:pt x="1357884" y="143256"/>
                  </a:lnTo>
                  <a:close/>
                </a:path>
                <a:path w="1358264" h="214629">
                  <a:moveTo>
                    <a:pt x="1357884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357884" y="140970"/>
                  </a:lnTo>
                  <a:lnTo>
                    <a:pt x="1357884" y="140208"/>
                  </a:lnTo>
                  <a:close/>
                </a:path>
                <a:path w="1358264" h="214629">
                  <a:moveTo>
                    <a:pt x="1357884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357884" y="137922"/>
                  </a:lnTo>
                  <a:lnTo>
                    <a:pt x="1357884" y="137160"/>
                  </a:lnTo>
                  <a:close/>
                </a:path>
                <a:path w="1358264" h="214629">
                  <a:moveTo>
                    <a:pt x="1357884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357884" y="134874"/>
                  </a:lnTo>
                  <a:lnTo>
                    <a:pt x="1357884" y="134112"/>
                  </a:lnTo>
                  <a:close/>
                </a:path>
                <a:path w="1358264" h="214629">
                  <a:moveTo>
                    <a:pt x="1357884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357884" y="131826"/>
                  </a:lnTo>
                  <a:lnTo>
                    <a:pt x="1357884" y="131064"/>
                  </a:lnTo>
                  <a:close/>
                </a:path>
                <a:path w="1358264" h="214629">
                  <a:moveTo>
                    <a:pt x="1357884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357884" y="128778"/>
                  </a:lnTo>
                  <a:lnTo>
                    <a:pt x="1357884" y="128016"/>
                  </a:lnTo>
                  <a:close/>
                </a:path>
                <a:path w="1358264" h="214629">
                  <a:moveTo>
                    <a:pt x="1357884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357884" y="125730"/>
                  </a:lnTo>
                  <a:lnTo>
                    <a:pt x="1357884" y="124968"/>
                  </a:lnTo>
                  <a:close/>
                </a:path>
                <a:path w="1358264" h="214629">
                  <a:moveTo>
                    <a:pt x="1357884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357884" y="122682"/>
                  </a:lnTo>
                  <a:lnTo>
                    <a:pt x="1357884" y="121920"/>
                  </a:lnTo>
                  <a:close/>
                </a:path>
                <a:path w="1358264" h="214629">
                  <a:moveTo>
                    <a:pt x="1357884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357884" y="119634"/>
                  </a:lnTo>
                  <a:lnTo>
                    <a:pt x="1357884" y="118872"/>
                  </a:lnTo>
                  <a:close/>
                </a:path>
                <a:path w="1358264" h="214629">
                  <a:moveTo>
                    <a:pt x="1357884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357884" y="116586"/>
                  </a:lnTo>
                  <a:lnTo>
                    <a:pt x="1357884" y="115824"/>
                  </a:lnTo>
                  <a:close/>
                </a:path>
                <a:path w="1358264" h="214629">
                  <a:moveTo>
                    <a:pt x="1357884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357884" y="113538"/>
                  </a:lnTo>
                  <a:lnTo>
                    <a:pt x="1357884" y="112776"/>
                  </a:lnTo>
                  <a:close/>
                </a:path>
                <a:path w="1358264" h="214629">
                  <a:moveTo>
                    <a:pt x="1357884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357884" y="110490"/>
                  </a:lnTo>
                  <a:lnTo>
                    <a:pt x="1357884" y="109728"/>
                  </a:lnTo>
                  <a:close/>
                </a:path>
                <a:path w="1358264" h="214629">
                  <a:moveTo>
                    <a:pt x="135788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7884" y="107442"/>
                  </a:lnTo>
                  <a:lnTo>
                    <a:pt x="1357884" y="106680"/>
                  </a:lnTo>
                  <a:close/>
                </a:path>
                <a:path w="1358264" h="214629">
                  <a:moveTo>
                    <a:pt x="135788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7884" y="104394"/>
                  </a:lnTo>
                  <a:lnTo>
                    <a:pt x="1357884" y="103632"/>
                  </a:lnTo>
                  <a:close/>
                </a:path>
                <a:path w="1358264" h="214629">
                  <a:moveTo>
                    <a:pt x="135788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7884" y="101346"/>
                  </a:lnTo>
                  <a:lnTo>
                    <a:pt x="1357884" y="100584"/>
                  </a:lnTo>
                  <a:close/>
                </a:path>
                <a:path w="1358264" h="214629">
                  <a:moveTo>
                    <a:pt x="135788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7884" y="98298"/>
                  </a:lnTo>
                  <a:lnTo>
                    <a:pt x="1357884" y="97536"/>
                  </a:lnTo>
                  <a:close/>
                </a:path>
                <a:path w="1358264" h="214629">
                  <a:moveTo>
                    <a:pt x="135788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7884" y="95250"/>
                  </a:lnTo>
                  <a:lnTo>
                    <a:pt x="1357884" y="94488"/>
                  </a:lnTo>
                  <a:close/>
                </a:path>
                <a:path w="1358264" h="214629">
                  <a:moveTo>
                    <a:pt x="135788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7884" y="92202"/>
                  </a:lnTo>
                  <a:lnTo>
                    <a:pt x="1357884" y="91440"/>
                  </a:lnTo>
                  <a:close/>
                </a:path>
                <a:path w="1358264" h="214629">
                  <a:moveTo>
                    <a:pt x="135788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7884" y="89154"/>
                  </a:lnTo>
                  <a:lnTo>
                    <a:pt x="1357884" y="88392"/>
                  </a:lnTo>
                  <a:close/>
                </a:path>
                <a:path w="1358264" h="214629">
                  <a:moveTo>
                    <a:pt x="135788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7884" y="86106"/>
                  </a:lnTo>
                  <a:lnTo>
                    <a:pt x="1357884" y="85344"/>
                  </a:lnTo>
                  <a:close/>
                </a:path>
                <a:path w="1358264" h="214629">
                  <a:moveTo>
                    <a:pt x="135788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7884" y="83058"/>
                  </a:lnTo>
                  <a:lnTo>
                    <a:pt x="1357884" y="82296"/>
                  </a:lnTo>
                  <a:close/>
                </a:path>
                <a:path w="1358264" h="214629">
                  <a:moveTo>
                    <a:pt x="135788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7884" y="80010"/>
                  </a:lnTo>
                  <a:lnTo>
                    <a:pt x="1357884" y="79248"/>
                  </a:lnTo>
                  <a:close/>
                </a:path>
                <a:path w="1358264" h="214629">
                  <a:moveTo>
                    <a:pt x="135788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7884" y="76962"/>
                  </a:lnTo>
                  <a:lnTo>
                    <a:pt x="1357884" y="76200"/>
                  </a:lnTo>
                  <a:close/>
                </a:path>
                <a:path w="1358264" h="214629">
                  <a:moveTo>
                    <a:pt x="135788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7884" y="73914"/>
                  </a:lnTo>
                  <a:lnTo>
                    <a:pt x="1357884" y="73152"/>
                  </a:lnTo>
                  <a:close/>
                </a:path>
                <a:path w="1358264" h="214629">
                  <a:moveTo>
                    <a:pt x="135788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7884" y="70866"/>
                  </a:lnTo>
                  <a:lnTo>
                    <a:pt x="1357884" y="70104"/>
                  </a:lnTo>
                  <a:close/>
                </a:path>
                <a:path w="1358264" h="214629">
                  <a:moveTo>
                    <a:pt x="135788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7884" y="67818"/>
                  </a:lnTo>
                  <a:lnTo>
                    <a:pt x="1357884" y="67056"/>
                  </a:lnTo>
                  <a:close/>
                </a:path>
                <a:path w="1358264" h="214629">
                  <a:moveTo>
                    <a:pt x="135788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7884" y="64770"/>
                  </a:lnTo>
                  <a:lnTo>
                    <a:pt x="1357884" y="64008"/>
                  </a:lnTo>
                  <a:close/>
                </a:path>
                <a:path w="1358264" h="214629">
                  <a:moveTo>
                    <a:pt x="135788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7884" y="61722"/>
                  </a:lnTo>
                  <a:lnTo>
                    <a:pt x="1357884" y="60960"/>
                  </a:lnTo>
                  <a:close/>
                </a:path>
                <a:path w="1358264" h="214629">
                  <a:moveTo>
                    <a:pt x="135788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7884" y="58674"/>
                  </a:lnTo>
                  <a:lnTo>
                    <a:pt x="1357884" y="57912"/>
                  </a:lnTo>
                  <a:close/>
                </a:path>
                <a:path w="1358264" h="214629">
                  <a:moveTo>
                    <a:pt x="135788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7884" y="55626"/>
                  </a:lnTo>
                  <a:lnTo>
                    <a:pt x="1357884" y="54864"/>
                  </a:lnTo>
                  <a:close/>
                </a:path>
                <a:path w="1358264" h="214629">
                  <a:moveTo>
                    <a:pt x="135788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7884" y="52578"/>
                  </a:lnTo>
                  <a:lnTo>
                    <a:pt x="1357884" y="51816"/>
                  </a:lnTo>
                  <a:close/>
                </a:path>
                <a:path w="1358264" h="214629">
                  <a:moveTo>
                    <a:pt x="135788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7884" y="49530"/>
                  </a:lnTo>
                  <a:lnTo>
                    <a:pt x="1357884" y="48768"/>
                  </a:lnTo>
                  <a:close/>
                </a:path>
                <a:path w="1358264" h="214629">
                  <a:moveTo>
                    <a:pt x="135788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7884" y="46482"/>
                  </a:lnTo>
                  <a:lnTo>
                    <a:pt x="1357884" y="45720"/>
                  </a:lnTo>
                  <a:close/>
                </a:path>
                <a:path w="1358264" h="214629">
                  <a:moveTo>
                    <a:pt x="135788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7884" y="43434"/>
                  </a:lnTo>
                  <a:lnTo>
                    <a:pt x="1357884" y="42672"/>
                  </a:lnTo>
                  <a:close/>
                </a:path>
                <a:path w="1358264" h="214629">
                  <a:moveTo>
                    <a:pt x="135788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7884" y="40386"/>
                  </a:lnTo>
                  <a:lnTo>
                    <a:pt x="1357884" y="39624"/>
                  </a:lnTo>
                  <a:close/>
                </a:path>
                <a:path w="1358264" h="214629">
                  <a:moveTo>
                    <a:pt x="135788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7884" y="37338"/>
                  </a:lnTo>
                  <a:lnTo>
                    <a:pt x="1357884" y="36576"/>
                  </a:lnTo>
                  <a:close/>
                </a:path>
                <a:path w="1358264" h="214629">
                  <a:moveTo>
                    <a:pt x="135788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7884" y="34290"/>
                  </a:lnTo>
                  <a:lnTo>
                    <a:pt x="1357884" y="33528"/>
                  </a:lnTo>
                  <a:close/>
                </a:path>
                <a:path w="1358264" h="214629">
                  <a:moveTo>
                    <a:pt x="135788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7884" y="31242"/>
                  </a:lnTo>
                  <a:lnTo>
                    <a:pt x="1357884" y="30480"/>
                  </a:lnTo>
                  <a:close/>
                </a:path>
                <a:path w="1358264" h="214629">
                  <a:moveTo>
                    <a:pt x="135788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7884" y="28194"/>
                  </a:lnTo>
                  <a:lnTo>
                    <a:pt x="1357884" y="27432"/>
                  </a:lnTo>
                  <a:close/>
                </a:path>
                <a:path w="1358264" h="214629">
                  <a:moveTo>
                    <a:pt x="135788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7884" y="25146"/>
                  </a:lnTo>
                  <a:lnTo>
                    <a:pt x="1357884" y="24384"/>
                  </a:lnTo>
                  <a:close/>
                </a:path>
                <a:path w="1358264" h="214629">
                  <a:moveTo>
                    <a:pt x="135788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7884" y="22098"/>
                  </a:lnTo>
                  <a:lnTo>
                    <a:pt x="1357884" y="21336"/>
                  </a:lnTo>
                  <a:close/>
                </a:path>
                <a:path w="1358264" h="214629">
                  <a:moveTo>
                    <a:pt x="135788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7884" y="19050"/>
                  </a:lnTo>
                  <a:lnTo>
                    <a:pt x="1357884" y="18288"/>
                  </a:lnTo>
                  <a:close/>
                </a:path>
                <a:path w="1358264" h="214629">
                  <a:moveTo>
                    <a:pt x="135788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7884" y="16002"/>
                  </a:lnTo>
                  <a:lnTo>
                    <a:pt x="1357884" y="15240"/>
                  </a:lnTo>
                  <a:close/>
                </a:path>
                <a:path w="1358264" h="214629">
                  <a:moveTo>
                    <a:pt x="135788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7884" y="12954"/>
                  </a:lnTo>
                  <a:lnTo>
                    <a:pt x="1357884" y="12192"/>
                  </a:lnTo>
                  <a:close/>
                </a:path>
                <a:path w="1358264" h="214629">
                  <a:moveTo>
                    <a:pt x="135788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7884" y="9906"/>
                  </a:lnTo>
                  <a:lnTo>
                    <a:pt x="1357884" y="9144"/>
                  </a:lnTo>
                  <a:close/>
                </a:path>
                <a:path w="1358264" h="214629">
                  <a:moveTo>
                    <a:pt x="135788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7884" y="6858"/>
                  </a:lnTo>
                  <a:lnTo>
                    <a:pt x="1357884" y="6096"/>
                  </a:lnTo>
                  <a:close/>
                </a:path>
                <a:path w="1358264" h="214629">
                  <a:moveTo>
                    <a:pt x="135788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7884" y="3810"/>
                  </a:lnTo>
                  <a:lnTo>
                    <a:pt x="1357884" y="3048"/>
                  </a:lnTo>
                  <a:close/>
                </a:path>
                <a:path w="1358264" h="214629">
                  <a:moveTo>
                    <a:pt x="1357884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357884" y="762"/>
                  </a:lnTo>
                  <a:lnTo>
                    <a:pt x="135788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699393" y="4421774"/>
              <a:ext cx="1358265" cy="214629"/>
            </a:xfrm>
            <a:custGeom>
              <a:avLst/>
              <a:gdLst/>
              <a:ahLst/>
              <a:cxnLst/>
              <a:rect l="l" t="t" r="r" b="b"/>
              <a:pathLst>
                <a:path w="1358264" h="214629">
                  <a:moveTo>
                    <a:pt x="1357884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357884" y="214122"/>
                  </a:lnTo>
                  <a:lnTo>
                    <a:pt x="1357884" y="213360"/>
                  </a:lnTo>
                  <a:close/>
                </a:path>
                <a:path w="1358264" h="214629">
                  <a:moveTo>
                    <a:pt x="1357884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357884" y="211074"/>
                  </a:lnTo>
                  <a:lnTo>
                    <a:pt x="1357884" y="210312"/>
                  </a:lnTo>
                  <a:close/>
                </a:path>
                <a:path w="1358264" h="214629">
                  <a:moveTo>
                    <a:pt x="1357884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357884" y="208026"/>
                  </a:lnTo>
                  <a:lnTo>
                    <a:pt x="1357884" y="207264"/>
                  </a:lnTo>
                  <a:close/>
                </a:path>
                <a:path w="1358264" h="214629">
                  <a:moveTo>
                    <a:pt x="1357884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357884" y="204978"/>
                  </a:lnTo>
                  <a:lnTo>
                    <a:pt x="1357884" y="204216"/>
                  </a:lnTo>
                  <a:close/>
                </a:path>
                <a:path w="1358264" h="214629">
                  <a:moveTo>
                    <a:pt x="1357884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357884" y="201930"/>
                  </a:lnTo>
                  <a:lnTo>
                    <a:pt x="1357884" y="201168"/>
                  </a:lnTo>
                  <a:close/>
                </a:path>
                <a:path w="1358264" h="214629">
                  <a:moveTo>
                    <a:pt x="1357884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357884" y="198882"/>
                  </a:lnTo>
                  <a:lnTo>
                    <a:pt x="1357884" y="198120"/>
                  </a:lnTo>
                  <a:close/>
                </a:path>
                <a:path w="1358264" h="214629">
                  <a:moveTo>
                    <a:pt x="1357884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357884" y="195834"/>
                  </a:lnTo>
                  <a:lnTo>
                    <a:pt x="1357884" y="195072"/>
                  </a:lnTo>
                  <a:close/>
                </a:path>
                <a:path w="1358264" h="214629">
                  <a:moveTo>
                    <a:pt x="1357884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357884" y="192786"/>
                  </a:lnTo>
                  <a:lnTo>
                    <a:pt x="1357884" y="192024"/>
                  </a:lnTo>
                  <a:close/>
                </a:path>
                <a:path w="1358264" h="214629">
                  <a:moveTo>
                    <a:pt x="1357884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357884" y="189738"/>
                  </a:lnTo>
                  <a:lnTo>
                    <a:pt x="1357884" y="188976"/>
                  </a:lnTo>
                  <a:close/>
                </a:path>
                <a:path w="1358264" h="214629">
                  <a:moveTo>
                    <a:pt x="1357884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357884" y="186690"/>
                  </a:lnTo>
                  <a:lnTo>
                    <a:pt x="1357884" y="185928"/>
                  </a:lnTo>
                  <a:close/>
                </a:path>
                <a:path w="1358264" h="214629">
                  <a:moveTo>
                    <a:pt x="1357884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357884" y="183642"/>
                  </a:lnTo>
                  <a:lnTo>
                    <a:pt x="1357884" y="182880"/>
                  </a:lnTo>
                  <a:close/>
                </a:path>
                <a:path w="1358264" h="214629">
                  <a:moveTo>
                    <a:pt x="1357884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357884" y="180594"/>
                  </a:lnTo>
                  <a:lnTo>
                    <a:pt x="1357884" y="179832"/>
                  </a:lnTo>
                  <a:close/>
                </a:path>
                <a:path w="1358264" h="214629">
                  <a:moveTo>
                    <a:pt x="1357884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357884" y="177546"/>
                  </a:lnTo>
                  <a:lnTo>
                    <a:pt x="1357884" y="176784"/>
                  </a:lnTo>
                  <a:close/>
                </a:path>
                <a:path w="1358264" h="214629">
                  <a:moveTo>
                    <a:pt x="1357884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357884" y="174498"/>
                  </a:lnTo>
                  <a:lnTo>
                    <a:pt x="1357884" y="173736"/>
                  </a:lnTo>
                  <a:close/>
                </a:path>
                <a:path w="1358264" h="214629">
                  <a:moveTo>
                    <a:pt x="1357884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357884" y="171450"/>
                  </a:lnTo>
                  <a:lnTo>
                    <a:pt x="1357884" y="170688"/>
                  </a:lnTo>
                  <a:close/>
                </a:path>
                <a:path w="1358264" h="214629">
                  <a:moveTo>
                    <a:pt x="1357884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357884" y="168402"/>
                  </a:lnTo>
                  <a:lnTo>
                    <a:pt x="1357884" y="167640"/>
                  </a:lnTo>
                  <a:close/>
                </a:path>
                <a:path w="1358264" h="214629">
                  <a:moveTo>
                    <a:pt x="1357884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357884" y="165354"/>
                  </a:lnTo>
                  <a:lnTo>
                    <a:pt x="1357884" y="164592"/>
                  </a:lnTo>
                  <a:close/>
                </a:path>
                <a:path w="1358264" h="214629">
                  <a:moveTo>
                    <a:pt x="1357884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357884" y="162306"/>
                  </a:lnTo>
                  <a:lnTo>
                    <a:pt x="1357884" y="161544"/>
                  </a:lnTo>
                  <a:close/>
                </a:path>
                <a:path w="1358264" h="214629">
                  <a:moveTo>
                    <a:pt x="1357884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357884" y="159258"/>
                  </a:lnTo>
                  <a:lnTo>
                    <a:pt x="1357884" y="158496"/>
                  </a:lnTo>
                  <a:close/>
                </a:path>
                <a:path w="1358264" h="214629">
                  <a:moveTo>
                    <a:pt x="1357884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357884" y="156210"/>
                  </a:lnTo>
                  <a:lnTo>
                    <a:pt x="1357884" y="155448"/>
                  </a:lnTo>
                  <a:close/>
                </a:path>
                <a:path w="1358264" h="214629">
                  <a:moveTo>
                    <a:pt x="1357884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357884" y="153162"/>
                  </a:lnTo>
                  <a:lnTo>
                    <a:pt x="1357884" y="152400"/>
                  </a:lnTo>
                  <a:close/>
                </a:path>
                <a:path w="1358264" h="214629">
                  <a:moveTo>
                    <a:pt x="1357884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357884" y="150114"/>
                  </a:lnTo>
                  <a:lnTo>
                    <a:pt x="1357884" y="149352"/>
                  </a:lnTo>
                  <a:close/>
                </a:path>
                <a:path w="1358264" h="214629">
                  <a:moveTo>
                    <a:pt x="1357884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357884" y="147066"/>
                  </a:lnTo>
                  <a:lnTo>
                    <a:pt x="1357884" y="146304"/>
                  </a:lnTo>
                  <a:close/>
                </a:path>
                <a:path w="1358264" h="214629">
                  <a:moveTo>
                    <a:pt x="1357884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357884" y="144018"/>
                  </a:lnTo>
                  <a:lnTo>
                    <a:pt x="1357884" y="143256"/>
                  </a:lnTo>
                  <a:close/>
                </a:path>
                <a:path w="1358264" h="214629">
                  <a:moveTo>
                    <a:pt x="1357884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357884" y="140970"/>
                  </a:lnTo>
                  <a:lnTo>
                    <a:pt x="1357884" y="140208"/>
                  </a:lnTo>
                  <a:close/>
                </a:path>
                <a:path w="1358264" h="214629">
                  <a:moveTo>
                    <a:pt x="1357884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357884" y="137922"/>
                  </a:lnTo>
                  <a:lnTo>
                    <a:pt x="1357884" y="137160"/>
                  </a:lnTo>
                  <a:close/>
                </a:path>
                <a:path w="1358264" h="214629">
                  <a:moveTo>
                    <a:pt x="1357884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357884" y="134874"/>
                  </a:lnTo>
                  <a:lnTo>
                    <a:pt x="1357884" y="134112"/>
                  </a:lnTo>
                  <a:close/>
                </a:path>
                <a:path w="1358264" h="214629">
                  <a:moveTo>
                    <a:pt x="1357884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357884" y="131826"/>
                  </a:lnTo>
                  <a:lnTo>
                    <a:pt x="1357884" y="131064"/>
                  </a:lnTo>
                  <a:close/>
                </a:path>
                <a:path w="1358264" h="214629">
                  <a:moveTo>
                    <a:pt x="1357884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357884" y="128778"/>
                  </a:lnTo>
                  <a:lnTo>
                    <a:pt x="1357884" y="128016"/>
                  </a:lnTo>
                  <a:close/>
                </a:path>
                <a:path w="1358264" h="214629">
                  <a:moveTo>
                    <a:pt x="1357884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357884" y="125730"/>
                  </a:lnTo>
                  <a:lnTo>
                    <a:pt x="1357884" y="124968"/>
                  </a:lnTo>
                  <a:close/>
                </a:path>
                <a:path w="1358264" h="214629">
                  <a:moveTo>
                    <a:pt x="1357884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357884" y="122682"/>
                  </a:lnTo>
                  <a:lnTo>
                    <a:pt x="1357884" y="121920"/>
                  </a:lnTo>
                  <a:close/>
                </a:path>
                <a:path w="1358264" h="214629">
                  <a:moveTo>
                    <a:pt x="1357884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357884" y="119634"/>
                  </a:lnTo>
                  <a:lnTo>
                    <a:pt x="1357884" y="118872"/>
                  </a:lnTo>
                  <a:close/>
                </a:path>
                <a:path w="1358264" h="214629">
                  <a:moveTo>
                    <a:pt x="1357884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357884" y="116586"/>
                  </a:lnTo>
                  <a:lnTo>
                    <a:pt x="1357884" y="115824"/>
                  </a:lnTo>
                  <a:close/>
                </a:path>
                <a:path w="1358264" h="214629">
                  <a:moveTo>
                    <a:pt x="1357884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357884" y="113538"/>
                  </a:lnTo>
                  <a:lnTo>
                    <a:pt x="1357884" y="112776"/>
                  </a:lnTo>
                  <a:close/>
                </a:path>
                <a:path w="1358264" h="214629">
                  <a:moveTo>
                    <a:pt x="1357884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357884" y="110490"/>
                  </a:lnTo>
                  <a:lnTo>
                    <a:pt x="1357884" y="109728"/>
                  </a:lnTo>
                  <a:close/>
                </a:path>
                <a:path w="1358264" h="214629">
                  <a:moveTo>
                    <a:pt x="135788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7884" y="107442"/>
                  </a:lnTo>
                  <a:lnTo>
                    <a:pt x="1357884" y="106680"/>
                  </a:lnTo>
                  <a:close/>
                </a:path>
                <a:path w="1358264" h="214629">
                  <a:moveTo>
                    <a:pt x="135788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7884" y="104394"/>
                  </a:lnTo>
                  <a:lnTo>
                    <a:pt x="1357884" y="103632"/>
                  </a:lnTo>
                  <a:close/>
                </a:path>
                <a:path w="1358264" h="214629">
                  <a:moveTo>
                    <a:pt x="135788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7884" y="101346"/>
                  </a:lnTo>
                  <a:lnTo>
                    <a:pt x="1357884" y="100584"/>
                  </a:lnTo>
                  <a:close/>
                </a:path>
                <a:path w="1358264" h="214629">
                  <a:moveTo>
                    <a:pt x="135788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7884" y="98298"/>
                  </a:lnTo>
                  <a:lnTo>
                    <a:pt x="1357884" y="97536"/>
                  </a:lnTo>
                  <a:close/>
                </a:path>
                <a:path w="1358264" h="214629">
                  <a:moveTo>
                    <a:pt x="135788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7884" y="95250"/>
                  </a:lnTo>
                  <a:lnTo>
                    <a:pt x="1357884" y="94488"/>
                  </a:lnTo>
                  <a:close/>
                </a:path>
                <a:path w="1358264" h="214629">
                  <a:moveTo>
                    <a:pt x="135788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7884" y="92202"/>
                  </a:lnTo>
                  <a:lnTo>
                    <a:pt x="1357884" y="91440"/>
                  </a:lnTo>
                  <a:close/>
                </a:path>
                <a:path w="1358264" h="214629">
                  <a:moveTo>
                    <a:pt x="135788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7884" y="89154"/>
                  </a:lnTo>
                  <a:lnTo>
                    <a:pt x="1357884" y="88392"/>
                  </a:lnTo>
                  <a:close/>
                </a:path>
                <a:path w="1358264" h="214629">
                  <a:moveTo>
                    <a:pt x="135788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7884" y="86106"/>
                  </a:lnTo>
                  <a:lnTo>
                    <a:pt x="1357884" y="85344"/>
                  </a:lnTo>
                  <a:close/>
                </a:path>
                <a:path w="1358264" h="214629">
                  <a:moveTo>
                    <a:pt x="135788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7884" y="83058"/>
                  </a:lnTo>
                  <a:lnTo>
                    <a:pt x="1357884" y="82296"/>
                  </a:lnTo>
                  <a:close/>
                </a:path>
                <a:path w="1358264" h="214629">
                  <a:moveTo>
                    <a:pt x="135788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7884" y="80010"/>
                  </a:lnTo>
                  <a:lnTo>
                    <a:pt x="1357884" y="79248"/>
                  </a:lnTo>
                  <a:close/>
                </a:path>
                <a:path w="1358264" h="214629">
                  <a:moveTo>
                    <a:pt x="135788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7884" y="76962"/>
                  </a:lnTo>
                  <a:lnTo>
                    <a:pt x="1357884" y="76200"/>
                  </a:lnTo>
                  <a:close/>
                </a:path>
                <a:path w="1358264" h="214629">
                  <a:moveTo>
                    <a:pt x="135788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7884" y="73914"/>
                  </a:lnTo>
                  <a:lnTo>
                    <a:pt x="1357884" y="73152"/>
                  </a:lnTo>
                  <a:close/>
                </a:path>
                <a:path w="1358264" h="214629">
                  <a:moveTo>
                    <a:pt x="135788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7884" y="70866"/>
                  </a:lnTo>
                  <a:lnTo>
                    <a:pt x="1357884" y="70104"/>
                  </a:lnTo>
                  <a:close/>
                </a:path>
                <a:path w="1358264" h="214629">
                  <a:moveTo>
                    <a:pt x="135788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7884" y="67818"/>
                  </a:lnTo>
                  <a:lnTo>
                    <a:pt x="1357884" y="67056"/>
                  </a:lnTo>
                  <a:close/>
                </a:path>
                <a:path w="1358264" h="214629">
                  <a:moveTo>
                    <a:pt x="135788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7884" y="64770"/>
                  </a:lnTo>
                  <a:lnTo>
                    <a:pt x="1357884" y="64008"/>
                  </a:lnTo>
                  <a:close/>
                </a:path>
                <a:path w="1358264" h="214629">
                  <a:moveTo>
                    <a:pt x="135788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7884" y="61722"/>
                  </a:lnTo>
                  <a:lnTo>
                    <a:pt x="1357884" y="60960"/>
                  </a:lnTo>
                  <a:close/>
                </a:path>
                <a:path w="1358264" h="214629">
                  <a:moveTo>
                    <a:pt x="135788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7884" y="58674"/>
                  </a:lnTo>
                  <a:lnTo>
                    <a:pt x="1357884" y="57912"/>
                  </a:lnTo>
                  <a:close/>
                </a:path>
                <a:path w="1358264" h="214629">
                  <a:moveTo>
                    <a:pt x="135788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7884" y="55626"/>
                  </a:lnTo>
                  <a:lnTo>
                    <a:pt x="1357884" y="54864"/>
                  </a:lnTo>
                  <a:close/>
                </a:path>
                <a:path w="1358264" h="214629">
                  <a:moveTo>
                    <a:pt x="135788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7884" y="52578"/>
                  </a:lnTo>
                  <a:lnTo>
                    <a:pt x="1357884" y="51816"/>
                  </a:lnTo>
                  <a:close/>
                </a:path>
                <a:path w="1358264" h="214629">
                  <a:moveTo>
                    <a:pt x="135788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7884" y="49530"/>
                  </a:lnTo>
                  <a:lnTo>
                    <a:pt x="1357884" y="48768"/>
                  </a:lnTo>
                  <a:close/>
                </a:path>
                <a:path w="1358264" h="214629">
                  <a:moveTo>
                    <a:pt x="135788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7884" y="46482"/>
                  </a:lnTo>
                  <a:lnTo>
                    <a:pt x="1357884" y="45720"/>
                  </a:lnTo>
                  <a:close/>
                </a:path>
                <a:path w="1358264" h="214629">
                  <a:moveTo>
                    <a:pt x="135788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7884" y="43434"/>
                  </a:lnTo>
                  <a:lnTo>
                    <a:pt x="1357884" y="42672"/>
                  </a:lnTo>
                  <a:close/>
                </a:path>
                <a:path w="1358264" h="214629">
                  <a:moveTo>
                    <a:pt x="135788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7884" y="40386"/>
                  </a:lnTo>
                  <a:lnTo>
                    <a:pt x="1357884" y="39624"/>
                  </a:lnTo>
                  <a:close/>
                </a:path>
                <a:path w="1358264" h="214629">
                  <a:moveTo>
                    <a:pt x="135788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7884" y="37338"/>
                  </a:lnTo>
                  <a:lnTo>
                    <a:pt x="1357884" y="36576"/>
                  </a:lnTo>
                  <a:close/>
                </a:path>
                <a:path w="1358264" h="214629">
                  <a:moveTo>
                    <a:pt x="135788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7884" y="34290"/>
                  </a:lnTo>
                  <a:lnTo>
                    <a:pt x="1357884" y="33528"/>
                  </a:lnTo>
                  <a:close/>
                </a:path>
                <a:path w="1358264" h="214629">
                  <a:moveTo>
                    <a:pt x="135788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7884" y="31242"/>
                  </a:lnTo>
                  <a:lnTo>
                    <a:pt x="1357884" y="30480"/>
                  </a:lnTo>
                  <a:close/>
                </a:path>
                <a:path w="1358264" h="214629">
                  <a:moveTo>
                    <a:pt x="135788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7884" y="28194"/>
                  </a:lnTo>
                  <a:lnTo>
                    <a:pt x="1357884" y="27432"/>
                  </a:lnTo>
                  <a:close/>
                </a:path>
                <a:path w="1358264" h="214629">
                  <a:moveTo>
                    <a:pt x="135788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7884" y="25146"/>
                  </a:lnTo>
                  <a:lnTo>
                    <a:pt x="1357884" y="24384"/>
                  </a:lnTo>
                  <a:close/>
                </a:path>
                <a:path w="1358264" h="214629">
                  <a:moveTo>
                    <a:pt x="135788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7884" y="22098"/>
                  </a:lnTo>
                  <a:lnTo>
                    <a:pt x="1357884" y="21336"/>
                  </a:lnTo>
                  <a:close/>
                </a:path>
                <a:path w="1358264" h="214629">
                  <a:moveTo>
                    <a:pt x="135788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7884" y="19050"/>
                  </a:lnTo>
                  <a:lnTo>
                    <a:pt x="1357884" y="18288"/>
                  </a:lnTo>
                  <a:close/>
                </a:path>
                <a:path w="1358264" h="214629">
                  <a:moveTo>
                    <a:pt x="135788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7884" y="16002"/>
                  </a:lnTo>
                  <a:lnTo>
                    <a:pt x="1357884" y="15240"/>
                  </a:lnTo>
                  <a:close/>
                </a:path>
                <a:path w="1358264" h="214629">
                  <a:moveTo>
                    <a:pt x="135788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7884" y="12954"/>
                  </a:lnTo>
                  <a:lnTo>
                    <a:pt x="1357884" y="12192"/>
                  </a:lnTo>
                  <a:close/>
                </a:path>
                <a:path w="1358264" h="214629">
                  <a:moveTo>
                    <a:pt x="135788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7884" y="9906"/>
                  </a:lnTo>
                  <a:lnTo>
                    <a:pt x="1357884" y="9144"/>
                  </a:lnTo>
                  <a:close/>
                </a:path>
                <a:path w="1358264" h="214629">
                  <a:moveTo>
                    <a:pt x="135788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7884" y="6858"/>
                  </a:lnTo>
                  <a:lnTo>
                    <a:pt x="1357884" y="6096"/>
                  </a:lnTo>
                  <a:close/>
                </a:path>
                <a:path w="1358264" h="214629">
                  <a:moveTo>
                    <a:pt x="135788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7884" y="3810"/>
                  </a:lnTo>
                  <a:lnTo>
                    <a:pt x="1357884" y="3048"/>
                  </a:lnTo>
                  <a:close/>
                </a:path>
                <a:path w="1358264" h="214629">
                  <a:moveTo>
                    <a:pt x="1357884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357884" y="762"/>
                  </a:lnTo>
                  <a:lnTo>
                    <a:pt x="135788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699393" y="4635135"/>
              <a:ext cx="1358265" cy="214629"/>
            </a:xfrm>
            <a:custGeom>
              <a:avLst/>
              <a:gdLst/>
              <a:ahLst/>
              <a:cxnLst/>
              <a:rect l="l" t="t" r="r" b="b"/>
              <a:pathLst>
                <a:path w="1358264" h="214629">
                  <a:moveTo>
                    <a:pt x="1357884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357884" y="214122"/>
                  </a:lnTo>
                  <a:lnTo>
                    <a:pt x="1357884" y="213360"/>
                  </a:lnTo>
                  <a:close/>
                </a:path>
                <a:path w="1358264" h="214629">
                  <a:moveTo>
                    <a:pt x="1357884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357884" y="211074"/>
                  </a:lnTo>
                  <a:lnTo>
                    <a:pt x="1357884" y="210312"/>
                  </a:lnTo>
                  <a:close/>
                </a:path>
                <a:path w="1358264" h="214629">
                  <a:moveTo>
                    <a:pt x="1357884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357884" y="208026"/>
                  </a:lnTo>
                  <a:lnTo>
                    <a:pt x="1357884" y="207264"/>
                  </a:lnTo>
                  <a:close/>
                </a:path>
                <a:path w="1358264" h="214629">
                  <a:moveTo>
                    <a:pt x="1357884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357884" y="204978"/>
                  </a:lnTo>
                  <a:lnTo>
                    <a:pt x="1357884" y="204216"/>
                  </a:lnTo>
                  <a:close/>
                </a:path>
                <a:path w="1358264" h="214629">
                  <a:moveTo>
                    <a:pt x="1357884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357884" y="201930"/>
                  </a:lnTo>
                  <a:lnTo>
                    <a:pt x="1357884" y="201168"/>
                  </a:lnTo>
                  <a:close/>
                </a:path>
                <a:path w="1358264" h="214629">
                  <a:moveTo>
                    <a:pt x="1357884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357884" y="198882"/>
                  </a:lnTo>
                  <a:lnTo>
                    <a:pt x="1357884" y="198120"/>
                  </a:lnTo>
                  <a:close/>
                </a:path>
                <a:path w="1358264" h="214629">
                  <a:moveTo>
                    <a:pt x="1357884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357884" y="195834"/>
                  </a:lnTo>
                  <a:lnTo>
                    <a:pt x="1357884" y="195072"/>
                  </a:lnTo>
                  <a:close/>
                </a:path>
                <a:path w="1358264" h="214629">
                  <a:moveTo>
                    <a:pt x="1357884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357884" y="192786"/>
                  </a:lnTo>
                  <a:lnTo>
                    <a:pt x="1357884" y="192024"/>
                  </a:lnTo>
                  <a:close/>
                </a:path>
                <a:path w="1358264" h="214629">
                  <a:moveTo>
                    <a:pt x="1357884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357884" y="189738"/>
                  </a:lnTo>
                  <a:lnTo>
                    <a:pt x="1357884" y="188976"/>
                  </a:lnTo>
                  <a:close/>
                </a:path>
                <a:path w="1358264" h="214629">
                  <a:moveTo>
                    <a:pt x="1357884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357884" y="186690"/>
                  </a:lnTo>
                  <a:lnTo>
                    <a:pt x="1357884" y="185928"/>
                  </a:lnTo>
                  <a:close/>
                </a:path>
                <a:path w="1358264" h="214629">
                  <a:moveTo>
                    <a:pt x="1357884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357884" y="183642"/>
                  </a:lnTo>
                  <a:lnTo>
                    <a:pt x="1357884" y="182880"/>
                  </a:lnTo>
                  <a:close/>
                </a:path>
                <a:path w="1358264" h="214629">
                  <a:moveTo>
                    <a:pt x="1357884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357884" y="180594"/>
                  </a:lnTo>
                  <a:lnTo>
                    <a:pt x="1357884" y="179832"/>
                  </a:lnTo>
                  <a:close/>
                </a:path>
                <a:path w="1358264" h="214629">
                  <a:moveTo>
                    <a:pt x="1357884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357884" y="177546"/>
                  </a:lnTo>
                  <a:lnTo>
                    <a:pt x="1357884" y="176784"/>
                  </a:lnTo>
                  <a:close/>
                </a:path>
                <a:path w="1358264" h="214629">
                  <a:moveTo>
                    <a:pt x="1357884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357884" y="174498"/>
                  </a:lnTo>
                  <a:lnTo>
                    <a:pt x="1357884" y="173736"/>
                  </a:lnTo>
                  <a:close/>
                </a:path>
                <a:path w="1358264" h="214629">
                  <a:moveTo>
                    <a:pt x="1357884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357884" y="171450"/>
                  </a:lnTo>
                  <a:lnTo>
                    <a:pt x="1357884" y="170688"/>
                  </a:lnTo>
                  <a:close/>
                </a:path>
                <a:path w="1358264" h="214629">
                  <a:moveTo>
                    <a:pt x="1357884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357884" y="168402"/>
                  </a:lnTo>
                  <a:lnTo>
                    <a:pt x="1357884" y="167640"/>
                  </a:lnTo>
                  <a:close/>
                </a:path>
                <a:path w="1358264" h="214629">
                  <a:moveTo>
                    <a:pt x="1357884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357884" y="165354"/>
                  </a:lnTo>
                  <a:lnTo>
                    <a:pt x="1357884" y="164592"/>
                  </a:lnTo>
                  <a:close/>
                </a:path>
                <a:path w="1358264" h="214629">
                  <a:moveTo>
                    <a:pt x="1357884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357884" y="162306"/>
                  </a:lnTo>
                  <a:lnTo>
                    <a:pt x="1357884" y="161544"/>
                  </a:lnTo>
                  <a:close/>
                </a:path>
                <a:path w="1358264" h="214629">
                  <a:moveTo>
                    <a:pt x="1357884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357884" y="159258"/>
                  </a:lnTo>
                  <a:lnTo>
                    <a:pt x="1357884" y="158496"/>
                  </a:lnTo>
                  <a:close/>
                </a:path>
                <a:path w="1358264" h="214629">
                  <a:moveTo>
                    <a:pt x="1357884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357884" y="156210"/>
                  </a:lnTo>
                  <a:lnTo>
                    <a:pt x="1357884" y="155448"/>
                  </a:lnTo>
                  <a:close/>
                </a:path>
                <a:path w="1358264" h="214629">
                  <a:moveTo>
                    <a:pt x="1357884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357884" y="153162"/>
                  </a:lnTo>
                  <a:lnTo>
                    <a:pt x="1357884" y="152400"/>
                  </a:lnTo>
                  <a:close/>
                </a:path>
                <a:path w="1358264" h="214629">
                  <a:moveTo>
                    <a:pt x="1357884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357884" y="150114"/>
                  </a:lnTo>
                  <a:lnTo>
                    <a:pt x="1357884" y="149352"/>
                  </a:lnTo>
                  <a:close/>
                </a:path>
                <a:path w="1358264" h="214629">
                  <a:moveTo>
                    <a:pt x="1357884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357884" y="147066"/>
                  </a:lnTo>
                  <a:lnTo>
                    <a:pt x="1357884" y="146304"/>
                  </a:lnTo>
                  <a:close/>
                </a:path>
                <a:path w="1358264" h="214629">
                  <a:moveTo>
                    <a:pt x="1357884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357884" y="144018"/>
                  </a:lnTo>
                  <a:lnTo>
                    <a:pt x="1357884" y="143256"/>
                  </a:lnTo>
                  <a:close/>
                </a:path>
                <a:path w="1358264" h="214629">
                  <a:moveTo>
                    <a:pt x="1357884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357884" y="140970"/>
                  </a:lnTo>
                  <a:lnTo>
                    <a:pt x="1357884" y="140208"/>
                  </a:lnTo>
                  <a:close/>
                </a:path>
                <a:path w="1358264" h="214629">
                  <a:moveTo>
                    <a:pt x="1357884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357884" y="137922"/>
                  </a:lnTo>
                  <a:lnTo>
                    <a:pt x="1357884" y="137160"/>
                  </a:lnTo>
                  <a:close/>
                </a:path>
                <a:path w="1358264" h="214629">
                  <a:moveTo>
                    <a:pt x="1357884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357884" y="134874"/>
                  </a:lnTo>
                  <a:lnTo>
                    <a:pt x="1357884" y="134112"/>
                  </a:lnTo>
                  <a:close/>
                </a:path>
                <a:path w="1358264" h="214629">
                  <a:moveTo>
                    <a:pt x="1357884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357884" y="131826"/>
                  </a:lnTo>
                  <a:lnTo>
                    <a:pt x="1357884" y="131064"/>
                  </a:lnTo>
                  <a:close/>
                </a:path>
                <a:path w="1358264" h="214629">
                  <a:moveTo>
                    <a:pt x="1357884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357884" y="128778"/>
                  </a:lnTo>
                  <a:lnTo>
                    <a:pt x="1357884" y="128016"/>
                  </a:lnTo>
                  <a:close/>
                </a:path>
                <a:path w="1358264" h="214629">
                  <a:moveTo>
                    <a:pt x="1357884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357884" y="125730"/>
                  </a:lnTo>
                  <a:lnTo>
                    <a:pt x="1357884" y="124968"/>
                  </a:lnTo>
                  <a:close/>
                </a:path>
                <a:path w="1358264" h="214629">
                  <a:moveTo>
                    <a:pt x="1357884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357884" y="122682"/>
                  </a:lnTo>
                  <a:lnTo>
                    <a:pt x="1357884" y="121920"/>
                  </a:lnTo>
                  <a:close/>
                </a:path>
                <a:path w="1358264" h="214629">
                  <a:moveTo>
                    <a:pt x="1357884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357884" y="119634"/>
                  </a:lnTo>
                  <a:lnTo>
                    <a:pt x="1357884" y="118872"/>
                  </a:lnTo>
                  <a:close/>
                </a:path>
                <a:path w="1358264" h="214629">
                  <a:moveTo>
                    <a:pt x="1357884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357884" y="116586"/>
                  </a:lnTo>
                  <a:lnTo>
                    <a:pt x="1357884" y="115824"/>
                  </a:lnTo>
                  <a:close/>
                </a:path>
                <a:path w="1358264" h="214629">
                  <a:moveTo>
                    <a:pt x="1357884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357884" y="113538"/>
                  </a:lnTo>
                  <a:lnTo>
                    <a:pt x="1357884" y="112776"/>
                  </a:lnTo>
                  <a:close/>
                </a:path>
                <a:path w="1358264" h="214629">
                  <a:moveTo>
                    <a:pt x="1357884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357884" y="110490"/>
                  </a:lnTo>
                  <a:lnTo>
                    <a:pt x="1357884" y="109728"/>
                  </a:lnTo>
                  <a:close/>
                </a:path>
                <a:path w="1358264" h="214629">
                  <a:moveTo>
                    <a:pt x="135788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7884" y="107442"/>
                  </a:lnTo>
                  <a:lnTo>
                    <a:pt x="1357884" y="106680"/>
                  </a:lnTo>
                  <a:close/>
                </a:path>
                <a:path w="1358264" h="214629">
                  <a:moveTo>
                    <a:pt x="135788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7884" y="104394"/>
                  </a:lnTo>
                  <a:lnTo>
                    <a:pt x="1357884" y="103632"/>
                  </a:lnTo>
                  <a:close/>
                </a:path>
                <a:path w="1358264" h="214629">
                  <a:moveTo>
                    <a:pt x="135788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7884" y="101346"/>
                  </a:lnTo>
                  <a:lnTo>
                    <a:pt x="1357884" y="100584"/>
                  </a:lnTo>
                  <a:close/>
                </a:path>
                <a:path w="1358264" h="214629">
                  <a:moveTo>
                    <a:pt x="135788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7884" y="98298"/>
                  </a:lnTo>
                  <a:lnTo>
                    <a:pt x="1357884" y="97536"/>
                  </a:lnTo>
                  <a:close/>
                </a:path>
                <a:path w="1358264" h="214629">
                  <a:moveTo>
                    <a:pt x="135788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7884" y="95250"/>
                  </a:lnTo>
                  <a:lnTo>
                    <a:pt x="1357884" y="94488"/>
                  </a:lnTo>
                  <a:close/>
                </a:path>
                <a:path w="1358264" h="214629">
                  <a:moveTo>
                    <a:pt x="135788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7884" y="92202"/>
                  </a:lnTo>
                  <a:lnTo>
                    <a:pt x="1357884" y="91440"/>
                  </a:lnTo>
                  <a:close/>
                </a:path>
                <a:path w="1358264" h="214629">
                  <a:moveTo>
                    <a:pt x="135788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7884" y="89154"/>
                  </a:lnTo>
                  <a:lnTo>
                    <a:pt x="1357884" y="88392"/>
                  </a:lnTo>
                  <a:close/>
                </a:path>
                <a:path w="1358264" h="214629">
                  <a:moveTo>
                    <a:pt x="135788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7884" y="86106"/>
                  </a:lnTo>
                  <a:lnTo>
                    <a:pt x="1357884" y="85344"/>
                  </a:lnTo>
                  <a:close/>
                </a:path>
                <a:path w="1358264" h="214629">
                  <a:moveTo>
                    <a:pt x="135788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7884" y="83058"/>
                  </a:lnTo>
                  <a:lnTo>
                    <a:pt x="1357884" y="82296"/>
                  </a:lnTo>
                  <a:close/>
                </a:path>
                <a:path w="1358264" h="214629">
                  <a:moveTo>
                    <a:pt x="135788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7884" y="80010"/>
                  </a:lnTo>
                  <a:lnTo>
                    <a:pt x="1357884" y="79248"/>
                  </a:lnTo>
                  <a:close/>
                </a:path>
                <a:path w="1358264" h="214629">
                  <a:moveTo>
                    <a:pt x="135788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7884" y="76962"/>
                  </a:lnTo>
                  <a:lnTo>
                    <a:pt x="1357884" y="76200"/>
                  </a:lnTo>
                  <a:close/>
                </a:path>
                <a:path w="1358264" h="214629">
                  <a:moveTo>
                    <a:pt x="135788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7884" y="73914"/>
                  </a:lnTo>
                  <a:lnTo>
                    <a:pt x="1357884" y="73152"/>
                  </a:lnTo>
                  <a:close/>
                </a:path>
                <a:path w="1358264" h="214629">
                  <a:moveTo>
                    <a:pt x="135788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7884" y="70866"/>
                  </a:lnTo>
                  <a:lnTo>
                    <a:pt x="1357884" y="70104"/>
                  </a:lnTo>
                  <a:close/>
                </a:path>
                <a:path w="1358264" h="214629">
                  <a:moveTo>
                    <a:pt x="135788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7884" y="67818"/>
                  </a:lnTo>
                  <a:lnTo>
                    <a:pt x="1357884" y="67056"/>
                  </a:lnTo>
                  <a:close/>
                </a:path>
                <a:path w="1358264" h="214629">
                  <a:moveTo>
                    <a:pt x="135788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7884" y="64770"/>
                  </a:lnTo>
                  <a:lnTo>
                    <a:pt x="1357884" y="64008"/>
                  </a:lnTo>
                  <a:close/>
                </a:path>
                <a:path w="1358264" h="214629">
                  <a:moveTo>
                    <a:pt x="135788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7884" y="61722"/>
                  </a:lnTo>
                  <a:lnTo>
                    <a:pt x="1357884" y="60960"/>
                  </a:lnTo>
                  <a:close/>
                </a:path>
                <a:path w="1358264" h="214629">
                  <a:moveTo>
                    <a:pt x="135788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7884" y="58674"/>
                  </a:lnTo>
                  <a:lnTo>
                    <a:pt x="1357884" y="57912"/>
                  </a:lnTo>
                  <a:close/>
                </a:path>
                <a:path w="1358264" h="214629">
                  <a:moveTo>
                    <a:pt x="135788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7884" y="55626"/>
                  </a:lnTo>
                  <a:lnTo>
                    <a:pt x="1357884" y="54864"/>
                  </a:lnTo>
                  <a:close/>
                </a:path>
                <a:path w="1358264" h="214629">
                  <a:moveTo>
                    <a:pt x="135788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7884" y="52578"/>
                  </a:lnTo>
                  <a:lnTo>
                    <a:pt x="1357884" y="51816"/>
                  </a:lnTo>
                  <a:close/>
                </a:path>
                <a:path w="1358264" h="214629">
                  <a:moveTo>
                    <a:pt x="135788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7884" y="49530"/>
                  </a:lnTo>
                  <a:lnTo>
                    <a:pt x="1357884" y="48768"/>
                  </a:lnTo>
                  <a:close/>
                </a:path>
                <a:path w="1358264" h="214629">
                  <a:moveTo>
                    <a:pt x="135788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7884" y="46482"/>
                  </a:lnTo>
                  <a:lnTo>
                    <a:pt x="1357884" y="45720"/>
                  </a:lnTo>
                  <a:close/>
                </a:path>
                <a:path w="1358264" h="214629">
                  <a:moveTo>
                    <a:pt x="135788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7884" y="43434"/>
                  </a:lnTo>
                  <a:lnTo>
                    <a:pt x="1357884" y="42672"/>
                  </a:lnTo>
                  <a:close/>
                </a:path>
                <a:path w="1358264" h="214629">
                  <a:moveTo>
                    <a:pt x="135788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7884" y="40386"/>
                  </a:lnTo>
                  <a:lnTo>
                    <a:pt x="1357884" y="39624"/>
                  </a:lnTo>
                  <a:close/>
                </a:path>
                <a:path w="1358264" h="214629">
                  <a:moveTo>
                    <a:pt x="135788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7884" y="37338"/>
                  </a:lnTo>
                  <a:lnTo>
                    <a:pt x="1357884" y="36576"/>
                  </a:lnTo>
                  <a:close/>
                </a:path>
                <a:path w="1358264" h="214629">
                  <a:moveTo>
                    <a:pt x="135788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7884" y="34290"/>
                  </a:lnTo>
                  <a:lnTo>
                    <a:pt x="1357884" y="33528"/>
                  </a:lnTo>
                  <a:close/>
                </a:path>
                <a:path w="1358264" h="214629">
                  <a:moveTo>
                    <a:pt x="135788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7884" y="31242"/>
                  </a:lnTo>
                  <a:lnTo>
                    <a:pt x="1357884" y="30480"/>
                  </a:lnTo>
                  <a:close/>
                </a:path>
                <a:path w="1358264" h="214629">
                  <a:moveTo>
                    <a:pt x="135788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7884" y="28194"/>
                  </a:lnTo>
                  <a:lnTo>
                    <a:pt x="1357884" y="27432"/>
                  </a:lnTo>
                  <a:close/>
                </a:path>
                <a:path w="1358264" h="214629">
                  <a:moveTo>
                    <a:pt x="135788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7884" y="25146"/>
                  </a:lnTo>
                  <a:lnTo>
                    <a:pt x="1357884" y="24384"/>
                  </a:lnTo>
                  <a:close/>
                </a:path>
                <a:path w="1358264" h="214629">
                  <a:moveTo>
                    <a:pt x="135788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7884" y="22098"/>
                  </a:lnTo>
                  <a:lnTo>
                    <a:pt x="1357884" y="21336"/>
                  </a:lnTo>
                  <a:close/>
                </a:path>
                <a:path w="1358264" h="214629">
                  <a:moveTo>
                    <a:pt x="135788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7884" y="19050"/>
                  </a:lnTo>
                  <a:lnTo>
                    <a:pt x="1357884" y="18288"/>
                  </a:lnTo>
                  <a:close/>
                </a:path>
                <a:path w="1358264" h="214629">
                  <a:moveTo>
                    <a:pt x="135788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7884" y="16002"/>
                  </a:lnTo>
                  <a:lnTo>
                    <a:pt x="1357884" y="15240"/>
                  </a:lnTo>
                  <a:close/>
                </a:path>
                <a:path w="1358264" h="214629">
                  <a:moveTo>
                    <a:pt x="135788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7884" y="12954"/>
                  </a:lnTo>
                  <a:lnTo>
                    <a:pt x="1357884" y="12192"/>
                  </a:lnTo>
                  <a:close/>
                </a:path>
                <a:path w="1358264" h="214629">
                  <a:moveTo>
                    <a:pt x="135788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7884" y="9906"/>
                  </a:lnTo>
                  <a:lnTo>
                    <a:pt x="1357884" y="9144"/>
                  </a:lnTo>
                  <a:close/>
                </a:path>
                <a:path w="1358264" h="214629">
                  <a:moveTo>
                    <a:pt x="135788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7884" y="6858"/>
                  </a:lnTo>
                  <a:lnTo>
                    <a:pt x="1357884" y="6096"/>
                  </a:lnTo>
                  <a:close/>
                </a:path>
                <a:path w="1358264" h="214629">
                  <a:moveTo>
                    <a:pt x="135788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7884" y="3810"/>
                  </a:lnTo>
                  <a:lnTo>
                    <a:pt x="1357884" y="3048"/>
                  </a:lnTo>
                  <a:close/>
                </a:path>
                <a:path w="1358264" h="214629">
                  <a:moveTo>
                    <a:pt x="1357884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357884" y="762"/>
                  </a:lnTo>
                  <a:lnTo>
                    <a:pt x="135788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699393" y="4848495"/>
              <a:ext cx="1358265" cy="214629"/>
            </a:xfrm>
            <a:custGeom>
              <a:avLst/>
              <a:gdLst/>
              <a:ahLst/>
              <a:cxnLst/>
              <a:rect l="l" t="t" r="r" b="b"/>
              <a:pathLst>
                <a:path w="1358264" h="214629">
                  <a:moveTo>
                    <a:pt x="1357884" y="213360"/>
                  </a:moveTo>
                  <a:lnTo>
                    <a:pt x="339852" y="213360"/>
                  </a:lnTo>
                  <a:lnTo>
                    <a:pt x="339852" y="214122"/>
                  </a:lnTo>
                  <a:lnTo>
                    <a:pt x="1357884" y="214122"/>
                  </a:lnTo>
                  <a:lnTo>
                    <a:pt x="1357884" y="213360"/>
                  </a:lnTo>
                  <a:close/>
                </a:path>
                <a:path w="1358264" h="214629">
                  <a:moveTo>
                    <a:pt x="1357884" y="210312"/>
                  </a:moveTo>
                  <a:lnTo>
                    <a:pt x="339852" y="210312"/>
                  </a:lnTo>
                  <a:lnTo>
                    <a:pt x="339852" y="211074"/>
                  </a:lnTo>
                  <a:lnTo>
                    <a:pt x="1357884" y="211074"/>
                  </a:lnTo>
                  <a:lnTo>
                    <a:pt x="1357884" y="210312"/>
                  </a:lnTo>
                  <a:close/>
                </a:path>
                <a:path w="1358264" h="214629">
                  <a:moveTo>
                    <a:pt x="1357884" y="207264"/>
                  </a:moveTo>
                  <a:lnTo>
                    <a:pt x="339852" y="207264"/>
                  </a:lnTo>
                  <a:lnTo>
                    <a:pt x="339852" y="208026"/>
                  </a:lnTo>
                  <a:lnTo>
                    <a:pt x="1357884" y="208026"/>
                  </a:lnTo>
                  <a:lnTo>
                    <a:pt x="1357884" y="207264"/>
                  </a:lnTo>
                  <a:close/>
                </a:path>
                <a:path w="1358264" h="214629">
                  <a:moveTo>
                    <a:pt x="1357884" y="204216"/>
                  </a:moveTo>
                  <a:lnTo>
                    <a:pt x="339852" y="204216"/>
                  </a:lnTo>
                  <a:lnTo>
                    <a:pt x="339852" y="204978"/>
                  </a:lnTo>
                  <a:lnTo>
                    <a:pt x="1357884" y="204978"/>
                  </a:lnTo>
                  <a:lnTo>
                    <a:pt x="1357884" y="204216"/>
                  </a:lnTo>
                  <a:close/>
                </a:path>
                <a:path w="1358264" h="214629">
                  <a:moveTo>
                    <a:pt x="1357884" y="201168"/>
                  </a:moveTo>
                  <a:lnTo>
                    <a:pt x="339852" y="201168"/>
                  </a:lnTo>
                  <a:lnTo>
                    <a:pt x="339852" y="201930"/>
                  </a:lnTo>
                  <a:lnTo>
                    <a:pt x="1357884" y="201930"/>
                  </a:lnTo>
                  <a:lnTo>
                    <a:pt x="1357884" y="201168"/>
                  </a:lnTo>
                  <a:close/>
                </a:path>
                <a:path w="1358264" h="214629">
                  <a:moveTo>
                    <a:pt x="1357884" y="198120"/>
                  </a:moveTo>
                  <a:lnTo>
                    <a:pt x="339852" y="198120"/>
                  </a:lnTo>
                  <a:lnTo>
                    <a:pt x="339852" y="198882"/>
                  </a:lnTo>
                  <a:lnTo>
                    <a:pt x="1357884" y="198882"/>
                  </a:lnTo>
                  <a:lnTo>
                    <a:pt x="1357884" y="198120"/>
                  </a:lnTo>
                  <a:close/>
                </a:path>
                <a:path w="1358264" h="214629">
                  <a:moveTo>
                    <a:pt x="1357884" y="195072"/>
                  </a:moveTo>
                  <a:lnTo>
                    <a:pt x="339852" y="195072"/>
                  </a:lnTo>
                  <a:lnTo>
                    <a:pt x="339852" y="195834"/>
                  </a:lnTo>
                  <a:lnTo>
                    <a:pt x="1357884" y="195834"/>
                  </a:lnTo>
                  <a:lnTo>
                    <a:pt x="1357884" y="195072"/>
                  </a:lnTo>
                  <a:close/>
                </a:path>
                <a:path w="1358264" h="214629">
                  <a:moveTo>
                    <a:pt x="1357884" y="192024"/>
                  </a:moveTo>
                  <a:lnTo>
                    <a:pt x="339852" y="192024"/>
                  </a:lnTo>
                  <a:lnTo>
                    <a:pt x="339852" y="192786"/>
                  </a:lnTo>
                  <a:lnTo>
                    <a:pt x="1357884" y="192786"/>
                  </a:lnTo>
                  <a:lnTo>
                    <a:pt x="1357884" y="192024"/>
                  </a:lnTo>
                  <a:close/>
                </a:path>
                <a:path w="1358264" h="214629">
                  <a:moveTo>
                    <a:pt x="1357884" y="188976"/>
                  </a:moveTo>
                  <a:lnTo>
                    <a:pt x="339852" y="188976"/>
                  </a:lnTo>
                  <a:lnTo>
                    <a:pt x="339852" y="189738"/>
                  </a:lnTo>
                  <a:lnTo>
                    <a:pt x="1357884" y="189738"/>
                  </a:lnTo>
                  <a:lnTo>
                    <a:pt x="1357884" y="188976"/>
                  </a:lnTo>
                  <a:close/>
                </a:path>
                <a:path w="1358264" h="214629">
                  <a:moveTo>
                    <a:pt x="1357884" y="185928"/>
                  </a:moveTo>
                  <a:lnTo>
                    <a:pt x="339852" y="185928"/>
                  </a:lnTo>
                  <a:lnTo>
                    <a:pt x="339852" y="186690"/>
                  </a:lnTo>
                  <a:lnTo>
                    <a:pt x="1357884" y="186690"/>
                  </a:lnTo>
                  <a:lnTo>
                    <a:pt x="1357884" y="185928"/>
                  </a:lnTo>
                  <a:close/>
                </a:path>
                <a:path w="1358264" h="214629">
                  <a:moveTo>
                    <a:pt x="1357884" y="182880"/>
                  </a:moveTo>
                  <a:lnTo>
                    <a:pt x="339852" y="182880"/>
                  </a:lnTo>
                  <a:lnTo>
                    <a:pt x="339852" y="183642"/>
                  </a:lnTo>
                  <a:lnTo>
                    <a:pt x="1357884" y="183642"/>
                  </a:lnTo>
                  <a:lnTo>
                    <a:pt x="1357884" y="182880"/>
                  </a:lnTo>
                  <a:close/>
                </a:path>
                <a:path w="1358264" h="214629">
                  <a:moveTo>
                    <a:pt x="1357884" y="179832"/>
                  </a:moveTo>
                  <a:lnTo>
                    <a:pt x="339852" y="179832"/>
                  </a:lnTo>
                  <a:lnTo>
                    <a:pt x="339852" y="180594"/>
                  </a:lnTo>
                  <a:lnTo>
                    <a:pt x="1357884" y="180594"/>
                  </a:lnTo>
                  <a:lnTo>
                    <a:pt x="1357884" y="179832"/>
                  </a:lnTo>
                  <a:close/>
                </a:path>
                <a:path w="1358264" h="214629">
                  <a:moveTo>
                    <a:pt x="1357884" y="176784"/>
                  </a:moveTo>
                  <a:lnTo>
                    <a:pt x="339852" y="176784"/>
                  </a:lnTo>
                  <a:lnTo>
                    <a:pt x="339852" y="177546"/>
                  </a:lnTo>
                  <a:lnTo>
                    <a:pt x="1357884" y="177546"/>
                  </a:lnTo>
                  <a:lnTo>
                    <a:pt x="1357884" y="176784"/>
                  </a:lnTo>
                  <a:close/>
                </a:path>
                <a:path w="1358264" h="214629">
                  <a:moveTo>
                    <a:pt x="1357884" y="173736"/>
                  </a:moveTo>
                  <a:lnTo>
                    <a:pt x="339852" y="173736"/>
                  </a:lnTo>
                  <a:lnTo>
                    <a:pt x="339852" y="174498"/>
                  </a:lnTo>
                  <a:lnTo>
                    <a:pt x="1357884" y="174498"/>
                  </a:lnTo>
                  <a:lnTo>
                    <a:pt x="1357884" y="173736"/>
                  </a:lnTo>
                  <a:close/>
                </a:path>
                <a:path w="1358264" h="214629">
                  <a:moveTo>
                    <a:pt x="1357884" y="170688"/>
                  </a:moveTo>
                  <a:lnTo>
                    <a:pt x="339852" y="170688"/>
                  </a:lnTo>
                  <a:lnTo>
                    <a:pt x="339852" y="171450"/>
                  </a:lnTo>
                  <a:lnTo>
                    <a:pt x="1357884" y="171450"/>
                  </a:lnTo>
                  <a:lnTo>
                    <a:pt x="1357884" y="170688"/>
                  </a:lnTo>
                  <a:close/>
                </a:path>
                <a:path w="1358264" h="214629">
                  <a:moveTo>
                    <a:pt x="1357884" y="167640"/>
                  </a:moveTo>
                  <a:lnTo>
                    <a:pt x="339852" y="167640"/>
                  </a:lnTo>
                  <a:lnTo>
                    <a:pt x="339852" y="168402"/>
                  </a:lnTo>
                  <a:lnTo>
                    <a:pt x="1357884" y="168402"/>
                  </a:lnTo>
                  <a:lnTo>
                    <a:pt x="1357884" y="167640"/>
                  </a:lnTo>
                  <a:close/>
                </a:path>
                <a:path w="1358264" h="214629">
                  <a:moveTo>
                    <a:pt x="1357884" y="164592"/>
                  </a:moveTo>
                  <a:lnTo>
                    <a:pt x="339852" y="164592"/>
                  </a:lnTo>
                  <a:lnTo>
                    <a:pt x="339852" y="165354"/>
                  </a:lnTo>
                  <a:lnTo>
                    <a:pt x="1357884" y="165354"/>
                  </a:lnTo>
                  <a:lnTo>
                    <a:pt x="1357884" y="164592"/>
                  </a:lnTo>
                  <a:close/>
                </a:path>
                <a:path w="1358264" h="214629">
                  <a:moveTo>
                    <a:pt x="1357884" y="161544"/>
                  </a:moveTo>
                  <a:lnTo>
                    <a:pt x="339852" y="161544"/>
                  </a:lnTo>
                  <a:lnTo>
                    <a:pt x="339852" y="162306"/>
                  </a:lnTo>
                  <a:lnTo>
                    <a:pt x="1357884" y="162306"/>
                  </a:lnTo>
                  <a:lnTo>
                    <a:pt x="1357884" y="161544"/>
                  </a:lnTo>
                  <a:close/>
                </a:path>
                <a:path w="1358264" h="214629">
                  <a:moveTo>
                    <a:pt x="1357884" y="158496"/>
                  </a:moveTo>
                  <a:lnTo>
                    <a:pt x="339852" y="158496"/>
                  </a:lnTo>
                  <a:lnTo>
                    <a:pt x="339852" y="159258"/>
                  </a:lnTo>
                  <a:lnTo>
                    <a:pt x="1357884" y="159258"/>
                  </a:lnTo>
                  <a:lnTo>
                    <a:pt x="1357884" y="158496"/>
                  </a:lnTo>
                  <a:close/>
                </a:path>
                <a:path w="1358264" h="214629">
                  <a:moveTo>
                    <a:pt x="1357884" y="155448"/>
                  </a:moveTo>
                  <a:lnTo>
                    <a:pt x="339852" y="155448"/>
                  </a:lnTo>
                  <a:lnTo>
                    <a:pt x="339852" y="156210"/>
                  </a:lnTo>
                  <a:lnTo>
                    <a:pt x="1357884" y="156210"/>
                  </a:lnTo>
                  <a:lnTo>
                    <a:pt x="1357884" y="155448"/>
                  </a:lnTo>
                  <a:close/>
                </a:path>
                <a:path w="1358264" h="214629">
                  <a:moveTo>
                    <a:pt x="1357884" y="152400"/>
                  </a:moveTo>
                  <a:lnTo>
                    <a:pt x="339852" y="152400"/>
                  </a:lnTo>
                  <a:lnTo>
                    <a:pt x="339852" y="153162"/>
                  </a:lnTo>
                  <a:lnTo>
                    <a:pt x="1357884" y="153162"/>
                  </a:lnTo>
                  <a:lnTo>
                    <a:pt x="1357884" y="152400"/>
                  </a:lnTo>
                  <a:close/>
                </a:path>
                <a:path w="1358264" h="214629">
                  <a:moveTo>
                    <a:pt x="1357884" y="149352"/>
                  </a:moveTo>
                  <a:lnTo>
                    <a:pt x="339852" y="149352"/>
                  </a:lnTo>
                  <a:lnTo>
                    <a:pt x="339852" y="150114"/>
                  </a:lnTo>
                  <a:lnTo>
                    <a:pt x="1357884" y="150114"/>
                  </a:lnTo>
                  <a:lnTo>
                    <a:pt x="1357884" y="149352"/>
                  </a:lnTo>
                  <a:close/>
                </a:path>
                <a:path w="1358264" h="214629">
                  <a:moveTo>
                    <a:pt x="1357884" y="146304"/>
                  </a:moveTo>
                  <a:lnTo>
                    <a:pt x="339852" y="146304"/>
                  </a:lnTo>
                  <a:lnTo>
                    <a:pt x="339852" y="147066"/>
                  </a:lnTo>
                  <a:lnTo>
                    <a:pt x="1357884" y="147066"/>
                  </a:lnTo>
                  <a:lnTo>
                    <a:pt x="1357884" y="146304"/>
                  </a:lnTo>
                  <a:close/>
                </a:path>
                <a:path w="1358264" h="214629">
                  <a:moveTo>
                    <a:pt x="1357884" y="143256"/>
                  </a:moveTo>
                  <a:lnTo>
                    <a:pt x="339852" y="143256"/>
                  </a:lnTo>
                  <a:lnTo>
                    <a:pt x="339852" y="144018"/>
                  </a:lnTo>
                  <a:lnTo>
                    <a:pt x="1357884" y="144018"/>
                  </a:lnTo>
                  <a:lnTo>
                    <a:pt x="1357884" y="143256"/>
                  </a:lnTo>
                  <a:close/>
                </a:path>
                <a:path w="1358264" h="214629">
                  <a:moveTo>
                    <a:pt x="1357884" y="140208"/>
                  </a:moveTo>
                  <a:lnTo>
                    <a:pt x="339852" y="140208"/>
                  </a:lnTo>
                  <a:lnTo>
                    <a:pt x="339852" y="140970"/>
                  </a:lnTo>
                  <a:lnTo>
                    <a:pt x="1357884" y="140970"/>
                  </a:lnTo>
                  <a:lnTo>
                    <a:pt x="1357884" y="140208"/>
                  </a:lnTo>
                  <a:close/>
                </a:path>
                <a:path w="1358264" h="214629">
                  <a:moveTo>
                    <a:pt x="1357884" y="137160"/>
                  </a:moveTo>
                  <a:lnTo>
                    <a:pt x="339852" y="137160"/>
                  </a:lnTo>
                  <a:lnTo>
                    <a:pt x="339852" y="137922"/>
                  </a:lnTo>
                  <a:lnTo>
                    <a:pt x="1357884" y="137922"/>
                  </a:lnTo>
                  <a:lnTo>
                    <a:pt x="1357884" y="137160"/>
                  </a:lnTo>
                  <a:close/>
                </a:path>
                <a:path w="1358264" h="214629">
                  <a:moveTo>
                    <a:pt x="1357884" y="134112"/>
                  </a:moveTo>
                  <a:lnTo>
                    <a:pt x="339852" y="134112"/>
                  </a:lnTo>
                  <a:lnTo>
                    <a:pt x="339852" y="134874"/>
                  </a:lnTo>
                  <a:lnTo>
                    <a:pt x="1357884" y="134874"/>
                  </a:lnTo>
                  <a:lnTo>
                    <a:pt x="1357884" y="134112"/>
                  </a:lnTo>
                  <a:close/>
                </a:path>
                <a:path w="1358264" h="214629">
                  <a:moveTo>
                    <a:pt x="1357884" y="131064"/>
                  </a:moveTo>
                  <a:lnTo>
                    <a:pt x="339852" y="131064"/>
                  </a:lnTo>
                  <a:lnTo>
                    <a:pt x="339852" y="131826"/>
                  </a:lnTo>
                  <a:lnTo>
                    <a:pt x="1357884" y="131826"/>
                  </a:lnTo>
                  <a:lnTo>
                    <a:pt x="1357884" y="131064"/>
                  </a:lnTo>
                  <a:close/>
                </a:path>
                <a:path w="1358264" h="214629">
                  <a:moveTo>
                    <a:pt x="1357884" y="128016"/>
                  </a:moveTo>
                  <a:lnTo>
                    <a:pt x="339852" y="128016"/>
                  </a:lnTo>
                  <a:lnTo>
                    <a:pt x="339852" y="128778"/>
                  </a:lnTo>
                  <a:lnTo>
                    <a:pt x="1357884" y="128778"/>
                  </a:lnTo>
                  <a:lnTo>
                    <a:pt x="1357884" y="128016"/>
                  </a:lnTo>
                  <a:close/>
                </a:path>
                <a:path w="1358264" h="214629">
                  <a:moveTo>
                    <a:pt x="1357884" y="124968"/>
                  </a:moveTo>
                  <a:lnTo>
                    <a:pt x="339852" y="124968"/>
                  </a:lnTo>
                  <a:lnTo>
                    <a:pt x="339852" y="125730"/>
                  </a:lnTo>
                  <a:lnTo>
                    <a:pt x="1357884" y="125730"/>
                  </a:lnTo>
                  <a:lnTo>
                    <a:pt x="1357884" y="124968"/>
                  </a:lnTo>
                  <a:close/>
                </a:path>
                <a:path w="1358264" h="214629">
                  <a:moveTo>
                    <a:pt x="1357884" y="121920"/>
                  </a:moveTo>
                  <a:lnTo>
                    <a:pt x="339852" y="121920"/>
                  </a:lnTo>
                  <a:lnTo>
                    <a:pt x="339852" y="122682"/>
                  </a:lnTo>
                  <a:lnTo>
                    <a:pt x="1357884" y="122682"/>
                  </a:lnTo>
                  <a:lnTo>
                    <a:pt x="1357884" y="121920"/>
                  </a:lnTo>
                  <a:close/>
                </a:path>
                <a:path w="1358264" h="214629">
                  <a:moveTo>
                    <a:pt x="1357884" y="118872"/>
                  </a:moveTo>
                  <a:lnTo>
                    <a:pt x="339852" y="118872"/>
                  </a:lnTo>
                  <a:lnTo>
                    <a:pt x="339852" y="119634"/>
                  </a:lnTo>
                  <a:lnTo>
                    <a:pt x="1357884" y="119634"/>
                  </a:lnTo>
                  <a:lnTo>
                    <a:pt x="1357884" y="118872"/>
                  </a:lnTo>
                  <a:close/>
                </a:path>
                <a:path w="1358264" h="214629">
                  <a:moveTo>
                    <a:pt x="1357884" y="115824"/>
                  </a:moveTo>
                  <a:lnTo>
                    <a:pt x="339852" y="115824"/>
                  </a:lnTo>
                  <a:lnTo>
                    <a:pt x="339852" y="116586"/>
                  </a:lnTo>
                  <a:lnTo>
                    <a:pt x="1357884" y="116586"/>
                  </a:lnTo>
                  <a:lnTo>
                    <a:pt x="1357884" y="115824"/>
                  </a:lnTo>
                  <a:close/>
                </a:path>
                <a:path w="1358264" h="214629">
                  <a:moveTo>
                    <a:pt x="1357884" y="112776"/>
                  </a:moveTo>
                  <a:lnTo>
                    <a:pt x="339852" y="112776"/>
                  </a:lnTo>
                  <a:lnTo>
                    <a:pt x="339852" y="113538"/>
                  </a:lnTo>
                  <a:lnTo>
                    <a:pt x="1357884" y="113538"/>
                  </a:lnTo>
                  <a:lnTo>
                    <a:pt x="1357884" y="112776"/>
                  </a:lnTo>
                  <a:close/>
                </a:path>
                <a:path w="1358264" h="214629">
                  <a:moveTo>
                    <a:pt x="1357884" y="109728"/>
                  </a:moveTo>
                  <a:lnTo>
                    <a:pt x="339852" y="109728"/>
                  </a:lnTo>
                  <a:lnTo>
                    <a:pt x="339852" y="110490"/>
                  </a:lnTo>
                  <a:lnTo>
                    <a:pt x="1357884" y="110490"/>
                  </a:lnTo>
                  <a:lnTo>
                    <a:pt x="1357884" y="109728"/>
                  </a:lnTo>
                  <a:close/>
                </a:path>
                <a:path w="1358264" h="214629">
                  <a:moveTo>
                    <a:pt x="1357884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57884" y="107442"/>
                  </a:lnTo>
                  <a:lnTo>
                    <a:pt x="1357884" y="106680"/>
                  </a:lnTo>
                  <a:close/>
                </a:path>
                <a:path w="1358264" h="214629">
                  <a:moveTo>
                    <a:pt x="1357884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57884" y="104394"/>
                  </a:lnTo>
                  <a:lnTo>
                    <a:pt x="1357884" y="103632"/>
                  </a:lnTo>
                  <a:close/>
                </a:path>
                <a:path w="1358264" h="214629">
                  <a:moveTo>
                    <a:pt x="1357884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57884" y="101346"/>
                  </a:lnTo>
                  <a:lnTo>
                    <a:pt x="1357884" y="100584"/>
                  </a:lnTo>
                  <a:close/>
                </a:path>
                <a:path w="1358264" h="214629">
                  <a:moveTo>
                    <a:pt x="1357884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57884" y="98298"/>
                  </a:lnTo>
                  <a:lnTo>
                    <a:pt x="1357884" y="97536"/>
                  </a:lnTo>
                  <a:close/>
                </a:path>
                <a:path w="1358264" h="214629">
                  <a:moveTo>
                    <a:pt x="1357884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57884" y="95250"/>
                  </a:lnTo>
                  <a:lnTo>
                    <a:pt x="1357884" y="94488"/>
                  </a:lnTo>
                  <a:close/>
                </a:path>
                <a:path w="1358264" h="214629">
                  <a:moveTo>
                    <a:pt x="1357884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57884" y="92202"/>
                  </a:lnTo>
                  <a:lnTo>
                    <a:pt x="1357884" y="91440"/>
                  </a:lnTo>
                  <a:close/>
                </a:path>
                <a:path w="1358264" h="214629">
                  <a:moveTo>
                    <a:pt x="1357884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57884" y="89154"/>
                  </a:lnTo>
                  <a:lnTo>
                    <a:pt x="1357884" y="88392"/>
                  </a:lnTo>
                  <a:close/>
                </a:path>
                <a:path w="1358264" h="214629">
                  <a:moveTo>
                    <a:pt x="1357884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57884" y="86106"/>
                  </a:lnTo>
                  <a:lnTo>
                    <a:pt x="1357884" y="85344"/>
                  </a:lnTo>
                  <a:close/>
                </a:path>
                <a:path w="1358264" h="214629">
                  <a:moveTo>
                    <a:pt x="1357884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57884" y="83058"/>
                  </a:lnTo>
                  <a:lnTo>
                    <a:pt x="1357884" y="82296"/>
                  </a:lnTo>
                  <a:close/>
                </a:path>
                <a:path w="1358264" h="214629">
                  <a:moveTo>
                    <a:pt x="1357884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57884" y="80010"/>
                  </a:lnTo>
                  <a:lnTo>
                    <a:pt x="1357884" y="79248"/>
                  </a:lnTo>
                  <a:close/>
                </a:path>
                <a:path w="1358264" h="214629">
                  <a:moveTo>
                    <a:pt x="1357884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57884" y="76962"/>
                  </a:lnTo>
                  <a:lnTo>
                    <a:pt x="1357884" y="76200"/>
                  </a:lnTo>
                  <a:close/>
                </a:path>
                <a:path w="1358264" h="214629">
                  <a:moveTo>
                    <a:pt x="1357884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57884" y="73914"/>
                  </a:lnTo>
                  <a:lnTo>
                    <a:pt x="1357884" y="73152"/>
                  </a:lnTo>
                  <a:close/>
                </a:path>
                <a:path w="1358264" h="214629">
                  <a:moveTo>
                    <a:pt x="1357884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57884" y="70866"/>
                  </a:lnTo>
                  <a:lnTo>
                    <a:pt x="1357884" y="70104"/>
                  </a:lnTo>
                  <a:close/>
                </a:path>
                <a:path w="1358264" h="214629">
                  <a:moveTo>
                    <a:pt x="1357884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57884" y="67818"/>
                  </a:lnTo>
                  <a:lnTo>
                    <a:pt x="1357884" y="67056"/>
                  </a:lnTo>
                  <a:close/>
                </a:path>
                <a:path w="1358264" h="214629">
                  <a:moveTo>
                    <a:pt x="1357884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57884" y="64770"/>
                  </a:lnTo>
                  <a:lnTo>
                    <a:pt x="1357884" y="64008"/>
                  </a:lnTo>
                  <a:close/>
                </a:path>
                <a:path w="1358264" h="214629">
                  <a:moveTo>
                    <a:pt x="1357884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57884" y="61722"/>
                  </a:lnTo>
                  <a:lnTo>
                    <a:pt x="1357884" y="60960"/>
                  </a:lnTo>
                  <a:close/>
                </a:path>
                <a:path w="1358264" h="214629">
                  <a:moveTo>
                    <a:pt x="1357884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57884" y="58674"/>
                  </a:lnTo>
                  <a:lnTo>
                    <a:pt x="1357884" y="57912"/>
                  </a:lnTo>
                  <a:close/>
                </a:path>
                <a:path w="1358264" h="214629">
                  <a:moveTo>
                    <a:pt x="1357884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57884" y="55626"/>
                  </a:lnTo>
                  <a:lnTo>
                    <a:pt x="1357884" y="54864"/>
                  </a:lnTo>
                  <a:close/>
                </a:path>
                <a:path w="1358264" h="214629">
                  <a:moveTo>
                    <a:pt x="1357884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57884" y="52578"/>
                  </a:lnTo>
                  <a:lnTo>
                    <a:pt x="1357884" y="51816"/>
                  </a:lnTo>
                  <a:close/>
                </a:path>
                <a:path w="1358264" h="214629">
                  <a:moveTo>
                    <a:pt x="1357884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57884" y="49530"/>
                  </a:lnTo>
                  <a:lnTo>
                    <a:pt x="1357884" y="48768"/>
                  </a:lnTo>
                  <a:close/>
                </a:path>
                <a:path w="1358264" h="214629">
                  <a:moveTo>
                    <a:pt x="1357884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57884" y="46482"/>
                  </a:lnTo>
                  <a:lnTo>
                    <a:pt x="1357884" y="45720"/>
                  </a:lnTo>
                  <a:close/>
                </a:path>
                <a:path w="1358264" h="214629">
                  <a:moveTo>
                    <a:pt x="1357884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57884" y="43434"/>
                  </a:lnTo>
                  <a:lnTo>
                    <a:pt x="1357884" y="42672"/>
                  </a:lnTo>
                  <a:close/>
                </a:path>
                <a:path w="1358264" h="214629">
                  <a:moveTo>
                    <a:pt x="1357884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57884" y="40386"/>
                  </a:lnTo>
                  <a:lnTo>
                    <a:pt x="1357884" y="39624"/>
                  </a:lnTo>
                  <a:close/>
                </a:path>
                <a:path w="1358264" h="214629">
                  <a:moveTo>
                    <a:pt x="1357884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57884" y="37338"/>
                  </a:lnTo>
                  <a:lnTo>
                    <a:pt x="1357884" y="36576"/>
                  </a:lnTo>
                  <a:close/>
                </a:path>
                <a:path w="1358264" h="214629">
                  <a:moveTo>
                    <a:pt x="1357884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57884" y="34290"/>
                  </a:lnTo>
                  <a:lnTo>
                    <a:pt x="1357884" y="33528"/>
                  </a:lnTo>
                  <a:close/>
                </a:path>
                <a:path w="1358264" h="214629">
                  <a:moveTo>
                    <a:pt x="1357884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57884" y="31242"/>
                  </a:lnTo>
                  <a:lnTo>
                    <a:pt x="1357884" y="30480"/>
                  </a:lnTo>
                  <a:close/>
                </a:path>
                <a:path w="1358264" h="214629">
                  <a:moveTo>
                    <a:pt x="1357884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57884" y="28194"/>
                  </a:lnTo>
                  <a:lnTo>
                    <a:pt x="1357884" y="27432"/>
                  </a:lnTo>
                  <a:close/>
                </a:path>
                <a:path w="1358264" h="214629">
                  <a:moveTo>
                    <a:pt x="1357884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57884" y="25146"/>
                  </a:lnTo>
                  <a:lnTo>
                    <a:pt x="1357884" y="24384"/>
                  </a:lnTo>
                  <a:close/>
                </a:path>
                <a:path w="1358264" h="214629">
                  <a:moveTo>
                    <a:pt x="1357884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57884" y="22098"/>
                  </a:lnTo>
                  <a:lnTo>
                    <a:pt x="1357884" y="21336"/>
                  </a:lnTo>
                  <a:close/>
                </a:path>
                <a:path w="1358264" h="214629">
                  <a:moveTo>
                    <a:pt x="1357884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57884" y="19050"/>
                  </a:lnTo>
                  <a:lnTo>
                    <a:pt x="1357884" y="18288"/>
                  </a:lnTo>
                  <a:close/>
                </a:path>
                <a:path w="1358264" h="214629">
                  <a:moveTo>
                    <a:pt x="1357884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57884" y="16002"/>
                  </a:lnTo>
                  <a:lnTo>
                    <a:pt x="1357884" y="15240"/>
                  </a:lnTo>
                  <a:close/>
                </a:path>
                <a:path w="1358264" h="214629">
                  <a:moveTo>
                    <a:pt x="1357884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57884" y="12954"/>
                  </a:lnTo>
                  <a:lnTo>
                    <a:pt x="1357884" y="12192"/>
                  </a:lnTo>
                  <a:close/>
                </a:path>
                <a:path w="1358264" h="214629">
                  <a:moveTo>
                    <a:pt x="1357884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57884" y="9906"/>
                  </a:lnTo>
                  <a:lnTo>
                    <a:pt x="1357884" y="9144"/>
                  </a:lnTo>
                  <a:close/>
                </a:path>
                <a:path w="1358264" h="214629">
                  <a:moveTo>
                    <a:pt x="1357884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57884" y="6858"/>
                  </a:lnTo>
                  <a:lnTo>
                    <a:pt x="1357884" y="6096"/>
                  </a:lnTo>
                  <a:close/>
                </a:path>
                <a:path w="1358264" h="214629">
                  <a:moveTo>
                    <a:pt x="1357884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57884" y="3810"/>
                  </a:lnTo>
                  <a:lnTo>
                    <a:pt x="1357884" y="3048"/>
                  </a:lnTo>
                  <a:close/>
                </a:path>
                <a:path w="1358264" h="214629">
                  <a:moveTo>
                    <a:pt x="1357884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357884" y="762"/>
                  </a:lnTo>
                  <a:lnTo>
                    <a:pt x="135788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5039245" y="5061854"/>
              <a:ext cx="1018540" cy="214629"/>
            </a:xfrm>
            <a:custGeom>
              <a:avLst/>
              <a:gdLst/>
              <a:ahLst/>
              <a:cxnLst/>
              <a:rect l="l" t="t" r="r" b="b"/>
              <a:pathLst>
                <a:path w="1018539" h="214629">
                  <a:moveTo>
                    <a:pt x="101803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018032" y="214122"/>
                  </a:lnTo>
                  <a:lnTo>
                    <a:pt x="1018032" y="213360"/>
                  </a:lnTo>
                  <a:close/>
                </a:path>
                <a:path w="1018539" h="214629">
                  <a:moveTo>
                    <a:pt x="101803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018032" y="211074"/>
                  </a:lnTo>
                  <a:lnTo>
                    <a:pt x="1018032" y="210312"/>
                  </a:lnTo>
                  <a:close/>
                </a:path>
                <a:path w="1018539" h="214629">
                  <a:moveTo>
                    <a:pt x="101803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018032" y="208026"/>
                  </a:lnTo>
                  <a:lnTo>
                    <a:pt x="1018032" y="207264"/>
                  </a:lnTo>
                  <a:close/>
                </a:path>
                <a:path w="1018539" h="214629">
                  <a:moveTo>
                    <a:pt x="101803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018032" y="204978"/>
                  </a:lnTo>
                  <a:lnTo>
                    <a:pt x="1018032" y="204216"/>
                  </a:lnTo>
                  <a:close/>
                </a:path>
                <a:path w="1018539" h="214629">
                  <a:moveTo>
                    <a:pt x="101803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018032" y="201930"/>
                  </a:lnTo>
                  <a:lnTo>
                    <a:pt x="1018032" y="201168"/>
                  </a:lnTo>
                  <a:close/>
                </a:path>
                <a:path w="1018539" h="214629">
                  <a:moveTo>
                    <a:pt x="101803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018032" y="198882"/>
                  </a:lnTo>
                  <a:lnTo>
                    <a:pt x="1018032" y="198120"/>
                  </a:lnTo>
                  <a:close/>
                </a:path>
                <a:path w="1018539" h="214629">
                  <a:moveTo>
                    <a:pt x="101803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018032" y="195834"/>
                  </a:lnTo>
                  <a:lnTo>
                    <a:pt x="1018032" y="195072"/>
                  </a:lnTo>
                  <a:close/>
                </a:path>
                <a:path w="1018539" h="214629">
                  <a:moveTo>
                    <a:pt x="101803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018032" y="192786"/>
                  </a:lnTo>
                  <a:lnTo>
                    <a:pt x="1018032" y="192024"/>
                  </a:lnTo>
                  <a:close/>
                </a:path>
                <a:path w="1018539" h="214629">
                  <a:moveTo>
                    <a:pt x="101803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018032" y="189738"/>
                  </a:lnTo>
                  <a:lnTo>
                    <a:pt x="1018032" y="188976"/>
                  </a:lnTo>
                  <a:close/>
                </a:path>
                <a:path w="1018539" h="214629">
                  <a:moveTo>
                    <a:pt x="101803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018032" y="186690"/>
                  </a:lnTo>
                  <a:lnTo>
                    <a:pt x="1018032" y="185928"/>
                  </a:lnTo>
                  <a:close/>
                </a:path>
                <a:path w="1018539" h="214629">
                  <a:moveTo>
                    <a:pt x="101803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018032" y="183642"/>
                  </a:lnTo>
                  <a:lnTo>
                    <a:pt x="1018032" y="182880"/>
                  </a:lnTo>
                  <a:close/>
                </a:path>
                <a:path w="1018539" h="214629">
                  <a:moveTo>
                    <a:pt x="101803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018032" y="180594"/>
                  </a:lnTo>
                  <a:lnTo>
                    <a:pt x="1018032" y="179832"/>
                  </a:lnTo>
                  <a:close/>
                </a:path>
                <a:path w="1018539" h="214629">
                  <a:moveTo>
                    <a:pt x="101803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018032" y="177546"/>
                  </a:lnTo>
                  <a:lnTo>
                    <a:pt x="1018032" y="176784"/>
                  </a:lnTo>
                  <a:close/>
                </a:path>
                <a:path w="1018539" h="214629">
                  <a:moveTo>
                    <a:pt x="101803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018032" y="174498"/>
                  </a:lnTo>
                  <a:lnTo>
                    <a:pt x="1018032" y="173736"/>
                  </a:lnTo>
                  <a:close/>
                </a:path>
                <a:path w="1018539" h="214629">
                  <a:moveTo>
                    <a:pt x="101803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018032" y="171450"/>
                  </a:lnTo>
                  <a:lnTo>
                    <a:pt x="1018032" y="170688"/>
                  </a:lnTo>
                  <a:close/>
                </a:path>
                <a:path w="1018539" h="214629">
                  <a:moveTo>
                    <a:pt x="101803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018032" y="168402"/>
                  </a:lnTo>
                  <a:lnTo>
                    <a:pt x="1018032" y="167640"/>
                  </a:lnTo>
                  <a:close/>
                </a:path>
                <a:path w="1018539" h="214629">
                  <a:moveTo>
                    <a:pt x="101803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018032" y="165354"/>
                  </a:lnTo>
                  <a:lnTo>
                    <a:pt x="1018032" y="164592"/>
                  </a:lnTo>
                  <a:close/>
                </a:path>
                <a:path w="1018539" h="214629">
                  <a:moveTo>
                    <a:pt x="101803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018032" y="162306"/>
                  </a:lnTo>
                  <a:lnTo>
                    <a:pt x="1018032" y="161544"/>
                  </a:lnTo>
                  <a:close/>
                </a:path>
                <a:path w="1018539" h="214629">
                  <a:moveTo>
                    <a:pt x="101803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018032" y="159258"/>
                  </a:lnTo>
                  <a:lnTo>
                    <a:pt x="1018032" y="158496"/>
                  </a:lnTo>
                  <a:close/>
                </a:path>
                <a:path w="1018539" h="214629">
                  <a:moveTo>
                    <a:pt x="101803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018032" y="156210"/>
                  </a:lnTo>
                  <a:lnTo>
                    <a:pt x="1018032" y="155448"/>
                  </a:lnTo>
                  <a:close/>
                </a:path>
                <a:path w="1018539" h="214629">
                  <a:moveTo>
                    <a:pt x="101803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018032" y="153162"/>
                  </a:lnTo>
                  <a:lnTo>
                    <a:pt x="1018032" y="152400"/>
                  </a:lnTo>
                  <a:close/>
                </a:path>
                <a:path w="1018539" h="214629">
                  <a:moveTo>
                    <a:pt x="101803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018032" y="150114"/>
                  </a:lnTo>
                  <a:lnTo>
                    <a:pt x="1018032" y="149352"/>
                  </a:lnTo>
                  <a:close/>
                </a:path>
                <a:path w="1018539" h="214629">
                  <a:moveTo>
                    <a:pt x="101803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018032" y="147066"/>
                  </a:lnTo>
                  <a:lnTo>
                    <a:pt x="1018032" y="146304"/>
                  </a:lnTo>
                  <a:close/>
                </a:path>
                <a:path w="1018539" h="214629">
                  <a:moveTo>
                    <a:pt x="101803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018032" y="144018"/>
                  </a:lnTo>
                  <a:lnTo>
                    <a:pt x="1018032" y="143256"/>
                  </a:lnTo>
                  <a:close/>
                </a:path>
                <a:path w="1018539" h="214629">
                  <a:moveTo>
                    <a:pt x="101803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018032" y="140970"/>
                  </a:lnTo>
                  <a:lnTo>
                    <a:pt x="1018032" y="140208"/>
                  </a:lnTo>
                  <a:close/>
                </a:path>
                <a:path w="1018539" h="214629">
                  <a:moveTo>
                    <a:pt x="101803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018032" y="137922"/>
                  </a:lnTo>
                  <a:lnTo>
                    <a:pt x="1018032" y="137160"/>
                  </a:lnTo>
                  <a:close/>
                </a:path>
                <a:path w="1018539" h="214629">
                  <a:moveTo>
                    <a:pt x="101803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018032" y="134874"/>
                  </a:lnTo>
                  <a:lnTo>
                    <a:pt x="1018032" y="134112"/>
                  </a:lnTo>
                  <a:close/>
                </a:path>
                <a:path w="1018539" h="214629">
                  <a:moveTo>
                    <a:pt x="101803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018032" y="131826"/>
                  </a:lnTo>
                  <a:lnTo>
                    <a:pt x="1018032" y="131064"/>
                  </a:lnTo>
                  <a:close/>
                </a:path>
                <a:path w="1018539" h="214629">
                  <a:moveTo>
                    <a:pt x="101803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018032" y="128778"/>
                  </a:lnTo>
                  <a:lnTo>
                    <a:pt x="1018032" y="128016"/>
                  </a:lnTo>
                  <a:close/>
                </a:path>
                <a:path w="1018539" h="214629">
                  <a:moveTo>
                    <a:pt x="101803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018032" y="125730"/>
                  </a:lnTo>
                  <a:lnTo>
                    <a:pt x="1018032" y="124968"/>
                  </a:lnTo>
                  <a:close/>
                </a:path>
                <a:path w="1018539" h="214629">
                  <a:moveTo>
                    <a:pt x="101803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018032" y="122682"/>
                  </a:lnTo>
                  <a:lnTo>
                    <a:pt x="1018032" y="121920"/>
                  </a:lnTo>
                  <a:close/>
                </a:path>
                <a:path w="1018539" h="214629">
                  <a:moveTo>
                    <a:pt x="101803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018032" y="119634"/>
                  </a:lnTo>
                  <a:lnTo>
                    <a:pt x="1018032" y="118872"/>
                  </a:lnTo>
                  <a:close/>
                </a:path>
                <a:path w="1018539" h="214629">
                  <a:moveTo>
                    <a:pt x="101803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018032" y="116586"/>
                  </a:lnTo>
                  <a:lnTo>
                    <a:pt x="1018032" y="115824"/>
                  </a:lnTo>
                  <a:close/>
                </a:path>
                <a:path w="1018539" h="214629">
                  <a:moveTo>
                    <a:pt x="101803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018032" y="113538"/>
                  </a:lnTo>
                  <a:lnTo>
                    <a:pt x="1018032" y="112776"/>
                  </a:lnTo>
                  <a:close/>
                </a:path>
                <a:path w="1018539" h="214629">
                  <a:moveTo>
                    <a:pt x="101803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018032" y="110490"/>
                  </a:lnTo>
                  <a:lnTo>
                    <a:pt x="1018032" y="109728"/>
                  </a:lnTo>
                  <a:close/>
                </a:path>
                <a:path w="1018539" h="214629">
                  <a:moveTo>
                    <a:pt x="101803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018032" y="107442"/>
                  </a:lnTo>
                  <a:lnTo>
                    <a:pt x="1018032" y="106680"/>
                  </a:lnTo>
                  <a:close/>
                </a:path>
                <a:path w="1018539" h="214629">
                  <a:moveTo>
                    <a:pt x="101803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018032" y="104394"/>
                  </a:lnTo>
                  <a:lnTo>
                    <a:pt x="1018032" y="103632"/>
                  </a:lnTo>
                  <a:close/>
                </a:path>
                <a:path w="1018539" h="214629">
                  <a:moveTo>
                    <a:pt x="101803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018032" y="101346"/>
                  </a:lnTo>
                  <a:lnTo>
                    <a:pt x="1018032" y="100584"/>
                  </a:lnTo>
                  <a:close/>
                </a:path>
                <a:path w="1018539" h="214629">
                  <a:moveTo>
                    <a:pt x="101803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018032" y="98298"/>
                  </a:lnTo>
                  <a:lnTo>
                    <a:pt x="1018032" y="97536"/>
                  </a:lnTo>
                  <a:close/>
                </a:path>
                <a:path w="1018539" h="214629">
                  <a:moveTo>
                    <a:pt x="101803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018032" y="95250"/>
                  </a:lnTo>
                  <a:lnTo>
                    <a:pt x="1018032" y="94488"/>
                  </a:lnTo>
                  <a:close/>
                </a:path>
                <a:path w="1018539" h="214629">
                  <a:moveTo>
                    <a:pt x="101803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018032" y="92202"/>
                  </a:lnTo>
                  <a:lnTo>
                    <a:pt x="1018032" y="91440"/>
                  </a:lnTo>
                  <a:close/>
                </a:path>
                <a:path w="1018539" h="214629">
                  <a:moveTo>
                    <a:pt x="101803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018032" y="89154"/>
                  </a:lnTo>
                  <a:lnTo>
                    <a:pt x="1018032" y="88392"/>
                  </a:lnTo>
                  <a:close/>
                </a:path>
                <a:path w="1018539" h="214629">
                  <a:moveTo>
                    <a:pt x="101803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018032" y="86106"/>
                  </a:lnTo>
                  <a:lnTo>
                    <a:pt x="1018032" y="85344"/>
                  </a:lnTo>
                  <a:close/>
                </a:path>
                <a:path w="1018539" h="214629">
                  <a:moveTo>
                    <a:pt x="101803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018032" y="83058"/>
                  </a:lnTo>
                  <a:lnTo>
                    <a:pt x="1018032" y="82296"/>
                  </a:lnTo>
                  <a:close/>
                </a:path>
                <a:path w="1018539" h="214629">
                  <a:moveTo>
                    <a:pt x="101803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018032" y="80010"/>
                  </a:lnTo>
                  <a:lnTo>
                    <a:pt x="1018032" y="79248"/>
                  </a:lnTo>
                  <a:close/>
                </a:path>
                <a:path w="1018539" h="214629">
                  <a:moveTo>
                    <a:pt x="101803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018032" y="76962"/>
                  </a:lnTo>
                  <a:lnTo>
                    <a:pt x="1018032" y="76200"/>
                  </a:lnTo>
                  <a:close/>
                </a:path>
                <a:path w="1018539" h="214629">
                  <a:moveTo>
                    <a:pt x="101803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018032" y="73914"/>
                  </a:lnTo>
                  <a:lnTo>
                    <a:pt x="1018032" y="73152"/>
                  </a:lnTo>
                  <a:close/>
                </a:path>
                <a:path w="1018539" h="214629">
                  <a:moveTo>
                    <a:pt x="101803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018032" y="70866"/>
                  </a:lnTo>
                  <a:lnTo>
                    <a:pt x="1018032" y="70104"/>
                  </a:lnTo>
                  <a:close/>
                </a:path>
                <a:path w="1018539" h="214629">
                  <a:moveTo>
                    <a:pt x="101803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018032" y="67818"/>
                  </a:lnTo>
                  <a:lnTo>
                    <a:pt x="1018032" y="67056"/>
                  </a:lnTo>
                  <a:close/>
                </a:path>
                <a:path w="1018539" h="214629">
                  <a:moveTo>
                    <a:pt x="101803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018032" y="64770"/>
                  </a:lnTo>
                  <a:lnTo>
                    <a:pt x="1018032" y="64008"/>
                  </a:lnTo>
                  <a:close/>
                </a:path>
                <a:path w="1018539" h="214629">
                  <a:moveTo>
                    <a:pt x="101803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018032" y="61722"/>
                  </a:lnTo>
                  <a:lnTo>
                    <a:pt x="1018032" y="60960"/>
                  </a:lnTo>
                  <a:close/>
                </a:path>
                <a:path w="1018539" h="214629">
                  <a:moveTo>
                    <a:pt x="101803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018032" y="58674"/>
                  </a:lnTo>
                  <a:lnTo>
                    <a:pt x="1018032" y="57912"/>
                  </a:lnTo>
                  <a:close/>
                </a:path>
                <a:path w="1018539" h="214629">
                  <a:moveTo>
                    <a:pt x="101803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018032" y="55626"/>
                  </a:lnTo>
                  <a:lnTo>
                    <a:pt x="1018032" y="54864"/>
                  </a:lnTo>
                  <a:close/>
                </a:path>
                <a:path w="1018539" h="214629">
                  <a:moveTo>
                    <a:pt x="101803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018032" y="52578"/>
                  </a:lnTo>
                  <a:lnTo>
                    <a:pt x="1018032" y="51816"/>
                  </a:lnTo>
                  <a:close/>
                </a:path>
                <a:path w="1018539" h="214629">
                  <a:moveTo>
                    <a:pt x="101803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018032" y="49530"/>
                  </a:lnTo>
                  <a:lnTo>
                    <a:pt x="1018032" y="48768"/>
                  </a:lnTo>
                  <a:close/>
                </a:path>
                <a:path w="1018539" h="214629">
                  <a:moveTo>
                    <a:pt x="101803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018032" y="46482"/>
                  </a:lnTo>
                  <a:lnTo>
                    <a:pt x="1018032" y="45720"/>
                  </a:lnTo>
                  <a:close/>
                </a:path>
                <a:path w="1018539" h="214629">
                  <a:moveTo>
                    <a:pt x="101803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018032" y="43434"/>
                  </a:lnTo>
                  <a:lnTo>
                    <a:pt x="1018032" y="42672"/>
                  </a:lnTo>
                  <a:close/>
                </a:path>
                <a:path w="1018539" h="214629">
                  <a:moveTo>
                    <a:pt x="101803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018032" y="40386"/>
                  </a:lnTo>
                  <a:lnTo>
                    <a:pt x="1018032" y="39624"/>
                  </a:lnTo>
                  <a:close/>
                </a:path>
                <a:path w="1018539" h="214629">
                  <a:moveTo>
                    <a:pt x="101803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018032" y="37338"/>
                  </a:lnTo>
                  <a:lnTo>
                    <a:pt x="1018032" y="36576"/>
                  </a:lnTo>
                  <a:close/>
                </a:path>
                <a:path w="1018539" h="214629">
                  <a:moveTo>
                    <a:pt x="101803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018032" y="34290"/>
                  </a:lnTo>
                  <a:lnTo>
                    <a:pt x="1018032" y="33528"/>
                  </a:lnTo>
                  <a:close/>
                </a:path>
                <a:path w="1018539" h="214629">
                  <a:moveTo>
                    <a:pt x="101803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018032" y="31242"/>
                  </a:lnTo>
                  <a:lnTo>
                    <a:pt x="1018032" y="30480"/>
                  </a:lnTo>
                  <a:close/>
                </a:path>
                <a:path w="1018539" h="214629">
                  <a:moveTo>
                    <a:pt x="101803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018032" y="28194"/>
                  </a:lnTo>
                  <a:lnTo>
                    <a:pt x="1018032" y="27432"/>
                  </a:lnTo>
                  <a:close/>
                </a:path>
                <a:path w="1018539" h="214629">
                  <a:moveTo>
                    <a:pt x="101803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018032" y="25146"/>
                  </a:lnTo>
                  <a:lnTo>
                    <a:pt x="1018032" y="24384"/>
                  </a:lnTo>
                  <a:close/>
                </a:path>
                <a:path w="1018539" h="214629">
                  <a:moveTo>
                    <a:pt x="101803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018032" y="22098"/>
                  </a:lnTo>
                  <a:lnTo>
                    <a:pt x="1018032" y="21336"/>
                  </a:lnTo>
                  <a:close/>
                </a:path>
                <a:path w="1018539" h="214629">
                  <a:moveTo>
                    <a:pt x="101803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018032" y="19050"/>
                  </a:lnTo>
                  <a:lnTo>
                    <a:pt x="1018032" y="18288"/>
                  </a:lnTo>
                  <a:close/>
                </a:path>
                <a:path w="1018539" h="214629">
                  <a:moveTo>
                    <a:pt x="101803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018032" y="16002"/>
                  </a:lnTo>
                  <a:lnTo>
                    <a:pt x="1018032" y="15240"/>
                  </a:lnTo>
                  <a:close/>
                </a:path>
                <a:path w="1018539" h="214629">
                  <a:moveTo>
                    <a:pt x="101803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018032" y="12954"/>
                  </a:lnTo>
                  <a:lnTo>
                    <a:pt x="1018032" y="12192"/>
                  </a:lnTo>
                  <a:close/>
                </a:path>
                <a:path w="1018539" h="214629">
                  <a:moveTo>
                    <a:pt x="101803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018032" y="9906"/>
                  </a:lnTo>
                  <a:lnTo>
                    <a:pt x="1018032" y="9144"/>
                  </a:lnTo>
                  <a:close/>
                </a:path>
                <a:path w="1018539" h="214629">
                  <a:moveTo>
                    <a:pt x="101803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018032" y="6858"/>
                  </a:lnTo>
                  <a:lnTo>
                    <a:pt x="1018032" y="6096"/>
                  </a:lnTo>
                  <a:close/>
                </a:path>
                <a:path w="1018539" h="214629">
                  <a:moveTo>
                    <a:pt x="101803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018032" y="3810"/>
                  </a:lnTo>
                  <a:lnTo>
                    <a:pt x="1018032" y="3048"/>
                  </a:lnTo>
                  <a:close/>
                </a:path>
                <a:path w="1018539" h="214629">
                  <a:moveTo>
                    <a:pt x="101803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018032" y="762"/>
                  </a:lnTo>
                  <a:lnTo>
                    <a:pt x="1018032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039245" y="5275215"/>
              <a:ext cx="1018540" cy="214629"/>
            </a:xfrm>
            <a:custGeom>
              <a:avLst/>
              <a:gdLst/>
              <a:ahLst/>
              <a:cxnLst/>
              <a:rect l="l" t="t" r="r" b="b"/>
              <a:pathLst>
                <a:path w="1018539" h="214629">
                  <a:moveTo>
                    <a:pt x="101803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018032" y="214122"/>
                  </a:lnTo>
                  <a:lnTo>
                    <a:pt x="1018032" y="213360"/>
                  </a:lnTo>
                  <a:close/>
                </a:path>
                <a:path w="1018539" h="214629">
                  <a:moveTo>
                    <a:pt x="101803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018032" y="211074"/>
                  </a:lnTo>
                  <a:lnTo>
                    <a:pt x="1018032" y="210312"/>
                  </a:lnTo>
                  <a:close/>
                </a:path>
                <a:path w="1018539" h="214629">
                  <a:moveTo>
                    <a:pt x="101803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018032" y="208026"/>
                  </a:lnTo>
                  <a:lnTo>
                    <a:pt x="1018032" y="207264"/>
                  </a:lnTo>
                  <a:close/>
                </a:path>
                <a:path w="1018539" h="214629">
                  <a:moveTo>
                    <a:pt x="101803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018032" y="204978"/>
                  </a:lnTo>
                  <a:lnTo>
                    <a:pt x="1018032" y="204216"/>
                  </a:lnTo>
                  <a:close/>
                </a:path>
                <a:path w="1018539" h="214629">
                  <a:moveTo>
                    <a:pt x="101803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018032" y="201930"/>
                  </a:lnTo>
                  <a:lnTo>
                    <a:pt x="1018032" y="201168"/>
                  </a:lnTo>
                  <a:close/>
                </a:path>
                <a:path w="1018539" h="214629">
                  <a:moveTo>
                    <a:pt x="101803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018032" y="198882"/>
                  </a:lnTo>
                  <a:lnTo>
                    <a:pt x="1018032" y="198120"/>
                  </a:lnTo>
                  <a:close/>
                </a:path>
                <a:path w="1018539" h="214629">
                  <a:moveTo>
                    <a:pt x="101803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018032" y="195834"/>
                  </a:lnTo>
                  <a:lnTo>
                    <a:pt x="1018032" y="195072"/>
                  </a:lnTo>
                  <a:close/>
                </a:path>
                <a:path w="1018539" h="214629">
                  <a:moveTo>
                    <a:pt x="101803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018032" y="192786"/>
                  </a:lnTo>
                  <a:lnTo>
                    <a:pt x="1018032" y="192024"/>
                  </a:lnTo>
                  <a:close/>
                </a:path>
                <a:path w="1018539" h="214629">
                  <a:moveTo>
                    <a:pt x="101803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018032" y="189738"/>
                  </a:lnTo>
                  <a:lnTo>
                    <a:pt x="1018032" y="188976"/>
                  </a:lnTo>
                  <a:close/>
                </a:path>
                <a:path w="1018539" h="214629">
                  <a:moveTo>
                    <a:pt x="101803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018032" y="186690"/>
                  </a:lnTo>
                  <a:lnTo>
                    <a:pt x="1018032" y="185928"/>
                  </a:lnTo>
                  <a:close/>
                </a:path>
                <a:path w="1018539" h="214629">
                  <a:moveTo>
                    <a:pt x="101803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018032" y="183642"/>
                  </a:lnTo>
                  <a:lnTo>
                    <a:pt x="1018032" y="182880"/>
                  </a:lnTo>
                  <a:close/>
                </a:path>
                <a:path w="1018539" h="214629">
                  <a:moveTo>
                    <a:pt x="101803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018032" y="180594"/>
                  </a:lnTo>
                  <a:lnTo>
                    <a:pt x="1018032" y="179832"/>
                  </a:lnTo>
                  <a:close/>
                </a:path>
                <a:path w="1018539" h="214629">
                  <a:moveTo>
                    <a:pt x="101803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018032" y="177546"/>
                  </a:lnTo>
                  <a:lnTo>
                    <a:pt x="1018032" y="176784"/>
                  </a:lnTo>
                  <a:close/>
                </a:path>
                <a:path w="1018539" h="214629">
                  <a:moveTo>
                    <a:pt x="101803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018032" y="174498"/>
                  </a:lnTo>
                  <a:lnTo>
                    <a:pt x="1018032" y="173736"/>
                  </a:lnTo>
                  <a:close/>
                </a:path>
                <a:path w="1018539" h="214629">
                  <a:moveTo>
                    <a:pt x="101803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018032" y="171450"/>
                  </a:lnTo>
                  <a:lnTo>
                    <a:pt x="1018032" y="170688"/>
                  </a:lnTo>
                  <a:close/>
                </a:path>
                <a:path w="1018539" h="214629">
                  <a:moveTo>
                    <a:pt x="101803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018032" y="168402"/>
                  </a:lnTo>
                  <a:lnTo>
                    <a:pt x="1018032" y="167640"/>
                  </a:lnTo>
                  <a:close/>
                </a:path>
                <a:path w="1018539" h="214629">
                  <a:moveTo>
                    <a:pt x="101803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018032" y="165354"/>
                  </a:lnTo>
                  <a:lnTo>
                    <a:pt x="1018032" y="164592"/>
                  </a:lnTo>
                  <a:close/>
                </a:path>
                <a:path w="1018539" h="214629">
                  <a:moveTo>
                    <a:pt x="101803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018032" y="162306"/>
                  </a:lnTo>
                  <a:lnTo>
                    <a:pt x="1018032" y="161544"/>
                  </a:lnTo>
                  <a:close/>
                </a:path>
                <a:path w="1018539" h="214629">
                  <a:moveTo>
                    <a:pt x="101803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018032" y="159258"/>
                  </a:lnTo>
                  <a:lnTo>
                    <a:pt x="1018032" y="158496"/>
                  </a:lnTo>
                  <a:close/>
                </a:path>
                <a:path w="1018539" h="214629">
                  <a:moveTo>
                    <a:pt x="101803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018032" y="156210"/>
                  </a:lnTo>
                  <a:lnTo>
                    <a:pt x="1018032" y="155448"/>
                  </a:lnTo>
                  <a:close/>
                </a:path>
                <a:path w="1018539" h="214629">
                  <a:moveTo>
                    <a:pt x="101803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018032" y="153162"/>
                  </a:lnTo>
                  <a:lnTo>
                    <a:pt x="1018032" y="152400"/>
                  </a:lnTo>
                  <a:close/>
                </a:path>
                <a:path w="1018539" h="214629">
                  <a:moveTo>
                    <a:pt x="101803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018032" y="150114"/>
                  </a:lnTo>
                  <a:lnTo>
                    <a:pt x="1018032" y="149352"/>
                  </a:lnTo>
                  <a:close/>
                </a:path>
                <a:path w="1018539" h="214629">
                  <a:moveTo>
                    <a:pt x="101803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018032" y="147066"/>
                  </a:lnTo>
                  <a:lnTo>
                    <a:pt x="1018032" y="146304"/>
                  </a:lnTo>
                  <a:close/>
                </a:path>
                <a:path w="1018539" h="214629">
                  <a:moveTo>
                    <a:pt x="101803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018032" y="144018"/>
                  </a:lnTo>
                  <a:lnTo>
                    <a:pt x="1018032" y="143256"/>
                  </a:lnTo>
                  <a:close/>
                </a:path>
                <a:path w="1018539" h="214629">
                  <a:moveTo>
                    <a:pt x="101803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018032" y="140970"/>
                  </a:lnTo>
                  <a:lnTo>
                    <a:pt x="1018032" y="140208"/>
                  </a:lnTo>
                  <a:close/>
                </a:path>
                <a:path w="1018539" h="214629">
                  <a:moveTo>
                    <a:pt x="101803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018032" y="137922"/>
                  </a:lnTo>
                  <a:lnTo>
                    <a:pt x="1018032" y="137160"/>
                  </a:lnTo>
                  <a:close/>
                </a:path>
                <a:path w="1018539" h="214629">
                  <a:moveTo>
                    <a:pt x="101803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018032" y="134874"/>
                  </a:lnTo>
                  <a:lnTo>
                    <a:pt x="1018032" y="134112"/>
                  </a:lnTo>
                  <a:close/>
                </a:path>
                <a:path w="1018539" h="214629">
                  <a:moveTo>
                    <a:pt x="101803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018032" y="131826"/>
                  </a:lnTo>
                  <a:lnTo>
                    <a:pt x="1018032" y="131064"/>
                  </a:lnTo>
                  <a:close/>
                </a:path>
                <a:path w="1018539" h="214629">
                  <a:moveTo>
                    <a:pt x="101803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018032" y="128778"/>
                  </a:lnTo>
                  <a:lnTo>
                    <a:pt x="1018032" y="128016"/>
                  </a:lnTo>
                  <a:close/>
                </a:path>
                <a:path w="1018539" h="214629">
                  <a:moveTo>
                    <a:pt x="101803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018032" y="125730"/>
                  </a:lnTo>
                  <a:lnTo>
                    <a:pt x="1018032" y="124968"/>
                  </a:lnTo>
                  <a:close/>
                </a:path>
                <a:path w="1018539" h="214629">
                  <a:moveTo>
                    <a:pt x="101803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018032" y="122682"/>
                  </a:lnTo>
                  <a:lnTo>
                    <a:pt x="1018032" y="121920"/>
                  </a:lnTo>
                  <a:close/>
                </a:path>
                <a:path w="1018539" h="214629">
                  <a:moveTo>
                    <a:pt x="101803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018032" y="119634"/>
                  </a:lnTo>
                  <a:lnTo>
                    <a:pt x="1018032" y="118872"/>
                  </a:lnTo>
                  <a:close/>
                </a:path>
                <a:path w="1018539" h="214629">
                  <a:moveTo>
                    <a:pt x="101803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018032" y="116586"/>
                  </a:lnTo>
                  <a:lnTo>
                    <a:pt x="1018032" y="115824"/>
                  </a:lnTo>
                  <a:close/>
                </a:path>
                <a:path w="1018539" h="214629">
                  <a:moveTo>
                    <a:pt x="101803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018032" y="113538"/>
                  </a:lnTo>
                  <a:lnTo>
                    <a:pt x="1018032" y="112776"/>
                  </a:lnTo>
                  <a:close/>
                </a:path>
                <a:path w="1018539" h="214629">
                  <a:moveTo>
                    <a:pt x="101803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018032" y="110490"/>
                  </a:lnTo>
                  <a:lnTo>
                    <a:pt x="1018032" y="109728"/>
                  </a:lnTo>
                  <a:close/>
                </a:path>
                <a:path w="1018539" h="214629">
                  <a:moveTo>
                    <a:pt x="101803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018032" y="107442"/>
                  </a:lnTo>
                  <a:lnTo>
                    <a:pt x="1018032" y="106680"/>
                  </a:lnTo>
                  <a:close/>
                </a:path>
                <a:path w="1018539" h="214629">
                  <a:moveTo>
                    <a:pt x="101803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018032" y="104394"/>
                  </a:lnTo>
                  <a:lnTo>
                    <a:pt x="1018032" y="103632"/>
                  </a:lnTo>
                  <a:close/>
                </a:path>
                <a:path w="1018539" h="214629">
                  <a:moveTo>
                    <a:pt x="101803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018032" y="101346"/>
                  </a:lnTo>
                  <a:lnTo>
                    <a:pt x="1018032" y="100584"/>
                  </a:lnTo>
                  <a:close/>
                </a:path>
                <a:path w="1018539" h="214629">
                  <a:moveTo>
                    <a:pt x="101803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018032" y="98298"/>
                  </a:lnTo>
                  <a:lnTo>
                    <a:pt x="1018032" y="97536"/>
                  </a:lnTo>
                  <a:close/>
                </a:path>
                <a:path w="1018539" h="214629">
                  <a:moveTo>
                    <a:pt x="101803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018032" y="95250"/>
                  </a:lnTo>
                  <a:lnTo>
                    <a:pt x="1018032" y="94488"/>
                  </a:lnTo>
                  <a:close/>
                </a:path>
                <a:path w="1018539" h="214629">
                  <a:moveTo>
                    <a:pt x="101803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018032" y="92202"/>
                  </a:lnTo>
                  <a:lnTo>
                    <a:pt x="1018032" y="91440"/>
                  </a:lnTo>
                  <a:close/>
                </a:path>
                <a:path w="1018539" h="214629">
                  <a:moveTo>
                    <a:pt x="101803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018032" y="89154"/>
                  </a:lnTo>
                  <a:lnTo>
                    <a:pt x="1018032" y="88392"/>
                  </a:lnTo>
                  <a:close/>
                </a:path>
                <a:path w="1018539" h="214629">
                  <a:moveTo>
                    <a:pt x="101803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018032" y="86106"/>
                  </a:lnTo>
                  <a:lnTo>
                    <a:pt x="1018032" y="85344"/>
                  </a:lnTo>
                  <a:close/>
                </a:path>
                <a:path w="1018539" h="214629">
                  <a:moveTo>
                    <a:pt x="101803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018032" y="83058"/>
                  </a:lnTo>
                  <a:lnTo>
                    <a:pt x="1018032" y="82296"/>
                  </a:lnTo>
                  <a:close/>
                </a:path>
                <a:path w="1018539" h="214629">
                  <a:moveTo>
                    <a:pt x="101803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018032" y="80010"/>
                  </a:lnTo>
                  <a:lnTo>
                    <a:pt x="1018032" y="79248"/>
                  </a:lnTo>
                  <a:close/>
                </a:path>
                <a:path w="1018539" h="214629">
                  <a:moveTo>
                    <a:pt x="101803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018032" y="76962"/>
                  </a:lnTo>
                  <a:lnTo>
                    <a:pt x="1018032" y="76200"/>
                  </a:lnTo>
                  <a:close/>
                </a:path>
                <a:path w="1018539" h="214629">
                  <a:moveTo>
                    <a:pt x="101803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018032" y="73914"/>
                  </a:lnTo>
                  <a:lnTo>
                    <a:pt x="1018032" y="73152"/>
                  </a:lnTo>
                  <a:close/>
                </a:path>
                <a:path w="1018539" h="214629">
                  <a:moveTo>
                    <a:pt x="101803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018032" y="70866"/>
                  </a:lnTo>
                  <a:lnTo>
                    <a:pt x="1018032" y="70104"/>
                  </a:lnTo>
                  <a:close/>
                </a:path>
                <a:path w="1018539" h="214629">
                  <a:moveTo>
                    <a:pt x="101803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018032" y="67818"/>
                  </a:lnTo>
                  <a:lnTo>
                    <a:pt x="1018032" y="67056"/>
                  </a:lnTo>
                  <a:close/>
                </a:path>
                <a:path w="1018539" h="214629">
                  <a:moveTo>
                    <a:pt x="101803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018032" y="64770"/>
                  </a:lnTo>
                  <a:lnTo>
                    <a:pt x="1018032" y="64008"/>
                  </a:lnTo>
                  <a:close/>
                </a:path>
                <a:path w="1018539" h="214629">
                  <a:moveTo>
                    <a:pt x="101803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018032" y="61722"/>
                  </a:lnTo>
                  <a:lnTo>
                    <a:pt x="1018032" y="60960"/>
                  </a:lnTo>
                  <a:close/>
                </a:path>
                <a:path w="1018539" h="214629">
                  <a:moveTo>
                    <a:pt x="101803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018032" y="58674"/>
                  </a:lnTo>
                  <a:lnTo>
                    <a:pt x="1018032" y="57912"/>
                  </a:lnTo>
                  <a:close/>
                </a:path>
                <a:path w="1018539" h="214629">
                  <a:moveTo>
                    <a:pt x="101803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018032" y="55626"/>
                  </a:lnTo>
                  <a:lnTo>
                    <a:pt x="1018032" y="54864"/>
                  </a:lnTo>
                  <a:close/>
                </a:path>
                <a:path w="1018539" h="214629">
                  <a:moveTo>
                    <a:pt x="101803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018032" y="52578"/>
                  </a:lnTo>
                  <a:lnTo>
                    <a:pt x="1018032" y="51816"/>
                  </a:lnTo>
                  <a:close/>
                </a:path>
                <a:path w="1018539" h="214629">
                  <a:moveTo>
                    <a:pt x="101803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018032" y="49530"/>
                  </a:lnTo>
                  <a:lnTo>
                    <a:pt x="1018032" y="48768"/>
                  </a:lnTo>
                  <a:close/>
                </a:path>
                <a:path w="1018539" h="214629">
                  <a:moveTo>
                    <a:pt x="101803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018032" y="46482"/>
                  </a:lnTo>
                  <a:lnTo>
                    <a:pt x="1018032" y="45720"/>
                  </a:lnTo>
                  <a:close/>
                </a:path>
                <a:path w="1018539" h="214629">
                  <a:moveTo>
                    <a:pt x="101803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018032" y="43434"/>
                  </a:lnTo>
                  <a:lnTo>
                    <a:pt x="1018032" y="42672"/>
                  </a:lnTo>
                  <a:close/>
                </a:path>
                <a:path w="1018539" h="214629">
                  <a:moveTo>
                    <a:pt x="101803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018032" y="40386"/>
                  </a:lnTo>
                  <a:lnTo>
                    <a:pt x="1018032" y="39624"/>
                  </a:lnTo>
                  <a:close/>
                </a:path>
                <a:path w="1018539" h="214629">
                  <a:moveTo>
                    <a:pt x="101803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018032" y="37338"/>
                  </a:lnTo>
                  <a:lnTo>
                    <a:pt x="1018032" y="36576"/>
                  </a:lnTo>
                  <a:close/>
                </a:path>
                <a:path w="1018539" h="214629">
                  <a:moveTo>
                    <a:pt x="101803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018032" y="34290"/>
                  </a:lnTo>
                  <a:lnTo>
                    <a:pt x="1018032" y="33528"/>
                  </a:lnTo>
                  <a:close/>
                </a:path>
                <a:path w="1018539" h="214629">
                  <a:moveTo>
                    <a:pt x="101803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018032" y="31242"/>
                  </a:lnTo>
                  <a:lnTo>
                    <a:pt x="1018032" y="30480"/>
                  </a:lnTo>
                  <a:close/>
                </a:path>
                <a:path w="1018539" h="214629">
                  <a:moveTo>
                    <a:pt x="101803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018032" y="28194"/>
                  </a:lnTo>
                  <a:lnTo>
                    <a:pt x="1018032" y="27432"/>
                  </a:lnTo>
                  <a:close/>
                </a:path>
                <a:path w="1018539" h="214629">
                  <a:moveTo>
                    <a:pt x="101803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018032" y="25146"/>
                  </a:lnTo>
                  <a:lnTo>
                    <a:pt x="1018032" y="24384"/>
                  </a:lnTo>
                  <a:close/>
                </a:path>
                <a:path w="1018539" h="214629">
                  <a:moveTo>
                    <a:pt x="101803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018032" y="22098"/>
                  </a:lnTo>
                  <a:lnTo>
                    <a:pt x="1018032" y="21336"/>
                  </a:lnTo>
                  <a:close/>
                </a:path>
                <a:path w="1018539" h="214629">
                  <a:moveTo>
                    <a:pt x="101803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018032" y="19050"/>
                  </a:lnTo>
                  <a:lnTo>
                    <a:pt x="1018032" y="18288"/>
                  </a:lnTo>
                  <a:close/>
                </a:path>
                <a:path w="1018539" h="214629">
                  <a:moveTo>
                    <a:pt x="101803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018032" y="16002"/>
                  </a:lnTo>
                  <a:lnTo>
                    <a:pt x="1018032" y="15240"/>
                  </a:lnTo>
                  <a:close/>
                </a:path>
                <a:path w="1018539" h="214629">
                  <a:moveTo>
                    <a:pt x="101803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018032" y="12954"/>
                  </a:lnTo>
                  <a:lnTo>
                    <a:pt x="1018032" y="12192"/>
                  </a:lnTo>
                  <a:close/>
                </a:path>
                <a:path w="1018539" h="214629">
                  <a:moveTo>
                    <a:pt x="101803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018032" y="9906"/>
                  </a:lnTo>
                  <a:lnTo>
                    <a:pt x="1018032" y="9144"/>
                  </a:lnTo>
                  <a:close/>
                </a:path>
                <a:path w="1018539" h="214629">
                  <a:moveTo>
                    <a:pt x="101803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018032" y="6858"/>
                  </a:lnTo>
                  <a:lnTo>
                    <a:pt x="1018032" y="6096"/>
                  </a:lnTo>
                  <a:close/>
                </a:path>
                <a:path w="1018539" h="214629">
                  <a:moveTo>
                    <a:pt x="101803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018032" y="3810"/>
                  </a:lnTo>
                  <a:lnTo>
                    <a:pt x="1018032" y="3048"/>
                  </a:lnTo>
                  <a:close/>
                </a:path>
                <a:path w="1018539" h="214629">
                  <a:moveTo>
                    <a:pt x="101803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018032" y="762"/>
                  </a:lnTo>
                  <a:lnTo>
                    <a:pt x="1018032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5039245" y="5488574"/>
              <a:ext cx="1018540" cy="135255"/>
            </a:xfrm>
            <a:custGeom>
              <a:avLst/>
              <a:gdLst/>
              <a:ahLst/>
              <a:cxnLst/>
              <a:rect l="l" t="t" r="r" b="b"/>
              <a:pathLst>
                <a:path w="1018539" h="135254">
                  <a:moveTo>
                    <a:pt x="101803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018032" y="134874"/>
                  </a:lnTo>
                  <a:lnTo>
                    <a:pt x="1018032" y="134112"/>
                  </a:lnTo>
                  <a:close/>
                </a:path>
                <a:path w="1018539" h="135254">
                  <a:moveTo>
                    <a:pt x="101803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018032" y="131826"/>
                  </a:lnTo>
                  <a:lnTo>
                    <a:pt x="1018032" y="131064"/>
                  </a:lnTo>
                  <a:close/>
                </a:path>
                <a:path w="1018539" h="135254">
                  <a:moveTo>
                    <a:pt x="101803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018032" y="128778"/>
                  </a:lnTo>
                  <a:lnTo>
                    <a:pt x="1018032" y="128016"/>
                  </a:lnTo>
                  <a:close/>
                </a:path>
                <a:path w="1018539" h="135254">
                  <a:moveTo>
                    <a:pt x="101803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018032" y="125730"/>
                  </a:lnTo>
                  <a:lnTo>
                    <a:pt x="1018032" y="124968"/>
                  </a:lnTo>
                  <a:close/>
                </a:path>
                <a:path w="1018539" h="135254">
                  <a:moveTo>
                    <a:pt x="101803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018032" y="122682"/>
                  </a:lnTo>
                  <a:lnTo>
                    <a:pt x="1018032" y="121920"/>
                  </a:lnTo>
                  <a:close/>
                </a:path>
                <a:path w="1018539" h="135254">
                  <a:moveTo>
                    <a:pt x="101803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018032" y="119634"/>
                  </a:lnTo>
                  <a:lnTo>
                    <a:pt x="1018032" y="118872"/>
                  </a:lnTo>
                  <a:close/>
                </a:path>
                <a:path w="1018539" h="135254">
                  <a:moveTo>
                    <a:pt x="101803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018032" y="116586"/>
                  </a:lnTo>
                  <a:lnTo>
                    <a:pt x="1018032" y="115824"/>
                  </a:lnTo>
                  <a:close/>
                </a:path>
                <a:path w="1018539" h="135254">
                  <a:moveTo>
                    <a:pt x="101803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018032" y="113538"/>
                  </a:lnTo>
                  <a:lnTo>
                    <a:pt x="1018032" y="112776"/>
                  </a:lnTo>
                  <a:close/>
                </a:path>
                <a:path w="1018539" h="135254">
                  <a:moveTo>
                    <a:pt x="101803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018032" y="110490"/>
                  </a:lnTo>
                  <a:lnTo>
                    <a:pt x="1018032" y="109728"/>
                  </a:lnTo>
                  <a:close/>
                </a:path>
                <a:path w="1018539" h="135254">
                  <a:moveTo>
                    <a:pt x="101803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018032" y="107442"/>
                  </a:lnTo>
                  <a:lnTo>
                    <a:pt x="1018032" y="106680"/>
                  </a:lnTo>
                  <a:close/>
                </a:path>
                <a:path w="1018539" h="135254">
                  <a:moveTo>
                    <a:pt x="101803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018032" y="104394"/>
                  </a:lnTo>
                  <a:lnTo>
                    <a:pt x="1018032" y="103632"/>
                  </a:lnTo>
                  <a:close/>
                </a:path>
                <a:path w="1018539" h="135254">
                  <a:moveTo>
                    <a:pt x="101803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018032" y="101346"/>
                  </a:lnTo>
                  <a:lnTo>
                    <a:pt x="1018032" y="100584"/>
                  </a:lnTo>
                  <a:close/>
                </a:path>
                <a:path w="1018539" h="135254">
                  <a:moveTo>
                    <a:pt x="101803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018032" y="98298"/>
                  </a:lnTo>
                  <a:lnTo>
                    <a:pt x="1018032" y="97536"/>
                  </a:lnTo>
                  <a:close/>
                </a:path>
                <a:path w="1018539" h="135254">
                  <a:moveTo>
                    <a:pt x="101803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018032" y="95250"/>
                  </a:lnTo>
                  <a:lnTo>
                    <a:pt x="1018032" y="94488"/>
                  </a:lnTo>
                  <a:close/>
                </a:path>
                <a:path w="1018539" h="135254">
                  <a:moveTo>
                    <a:pt x="101803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018032" y="92202"/>
                  </a:lnTo>
                  <a:lnTo>
                    <a:pt x="1018032" y="91440"/>
                  </a:lnTo>
                  <a:close/>
                </a:path>
                <a:path w="1018539" h="135254">
                  <a:moveTo>
                    <a:pt x="101803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018032" y="89154"/>
                  </a:lnTo>
                  <a:lnTo>
                    <a:pt x="1018032" y="88392"/>
                  </a:lnTo>
                  <a:close/>
                </a:path>
                <a:path w="1018539" h="135254">
                  <a:moveTo>
                    <a:pt x="101803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018032" y="86106"/>
                  </a:lnTo>
                  <a:lnTo>
                    <a:pt x="1018032" y="85344"/>
                  </a:lnTo>
                  <a:close/>
                </a:path>
                <a:path w="1018539" h="135254">
                  <a:moveTo>
                    <a:pt x="101803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018032" y="83058"/>
                  </a:lnTo>
                  <a:lnTo>
                    <a:pt x="1018032" y="82296"/>
                  </a:lnTo>
                  <a:close/>
                </a:path>
                <a:path w="1018539" h="135254">
                  <a:moveTo>
                    <a:pt x="101803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018032" y="80010"/>
                  </a:lnTo>
                  <a:lnTo>
                    <a:pt x="1018032" y="79248"/>
                  </a:lnTo>
                  <a:close/>
                </a:path>
                <a:path w="1018539" h="135254">
                  <a:moveTo>
                    <a:pt x="101803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018032" y="76962"/>
                  </a:lnTo>
                  <a:lnTo>
                    <a:pt x="1018032" y="76200"/>
                  </a:lnTo>
                  <a:close/>
                </a:path>
                <a:path w="1018539" h="135254">
                  <a:moveTo>
                    <a:pt x="101803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018032" y="73914"/>
                  </a:lnTo>
                  <a:lnTo>
                    <a:pt x="1018032" y="73152"/>
                  </a:lnTo>
                  <a:close/>
                </a:path>
                <a:path w="1018539" h="135254">
                  <a:moveTo>
                    <a:pt x="101803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018032" y="70866"/>
                  </a:lnTo>
                  <a:lnTo>
                    <a:pt x="1018032" y="70104"/>
                  </a:lnTo>
                  <a:close/>
                </a:path>
                <a:path w="1018539" h="135254">
                  <a:moveTo>
                    <a:pt x="101803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018032" y="67818"/>
                  </a:lnTo>
                  <a:lnTo>
                    <a:pt x="1018032" y="67056"/>
                  </a:lnTo>
                  <a:close/>
                </a:path>
                <a:path w="1018539" h="135254">
                  <a:moveTo>
                    <a:pt x="101803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018032" y="64770"/>
                  </a:lnTo>
                  <a:lnTo>
                    <a:pt x="1018032" y="64008"/>
                  </a:lnTo>
                  <a:close/>
                </a:path>
                <a:path w="1018539" h="135254">
                  <a:moveTo>
                    <a:pt x="101803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018032" y="61722"/>
                  </a:lnTo>
                  <a:lnTo>
                    <a:pt x="1018032" y="60960"/>
                  </a:lnTo>
                  <a:close/>
                </a:path>
                <a:path w="1018539" h="135254">
                  <a:moveTo>
                    <a:pt x="101803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018032" y="58674"/>
                  </a:lnTo>
                  <a:lnTo>
                    <a:pt x="1018032" y="57912"/>
                  </a:lnTo>
                  <a:close/>
                </a:path>
                <a:path w="1018539" h="135254">
                  <a:moveTo>
                    <a:pt x="101803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018032" y="55626"/>
                  </a:lnTo>
                  <a:lnTo>
                    <a:pt x="1018032" y="54864"/>
                  </a:lnTo>
                  <a:close/>
                </a:path>
                <a:path w="1018539" h="135254">
                  <a:moveTo>
                    <a:pt x="101803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018032" y="52578"/>
                  </a:lnTo>
                  <a:lnTo>
                    <a:pt x="1018032" y="51816"/>
                  </a:lnTo>
                  <a:close/>
                </a:path>
                <a:path w="1018539" h="135254">
                  <a:moveTo>
                    <a:pt x="101803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018032" y="49530"/>
                  </a:lnTo>
                  <a:lnTo>
                    <a:pt x="1018032" y="48768"/>
                  </a:lnTo>
                  <a:close/>
                </a:path>
                <a:path w="1018539" h="135254">
                  <a:moveTo>
                    <a:pt x="101803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018032" y="46482"/>
                  </a:lnTo>
                  <a:lnTo>
                    <a:pt x="1018032" y="45720"/>
                  </a:lnTo>
                  <a:close/>
                </a:path>
                <a:path w="1018539" h="135254">
                  <a:moveTo>
                    <a:pt x="101803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018032" y="43434"/>
                  </a:lnTo>
                  <a:lnTo>
                    <a:pt x="1018032" y="42672"/>
                  </a:lnTo>
                  <a:close/>
                </a:path>
                <a:path w="1018539" h="135254">
                  <a:moveTo>
                    <a:pt x="101803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018032" y="40386"/>
                  </a:lnTo>
                  <a:lnTo>
                    <a:pt x="1018032" y="39624"/>
                  </a:lnTo>
                  <a:close/>
                </a:path>
                <a:path w="1018539" h="135254">
                  <a:moveTo>
                    <a:pt x="101803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018032" y="37338"/>
                  </a:lnTo>
                  <a:lnTo>
                    <a:pt x="1018032" y="36576"/>
                  </a:lnTo>
                  <a:close/>
                </a:path>
                <a:path w="1018539" h="135254">
                  <a:moveTo>
                    <a:pt x="101803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018032" y="34290"/>
                  </a:lnTo>
                  <a:lnTo>
                    <a:pt x="1018032" y="33528"/>
                  </a:lnTo>
                  <a:close/>
                </a:path>
                <a:path w="1018539" h="135254">
                  <a:moveTo>
                    <a:pt x="101803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018032" y="31242"/>
                  </a:lnTo>
                  <a:lnTo>
                    <a:pt x="1018032" y="30480"/>
                  </a:lnTo>
                  <a:close/>
                </a:path>
                <a:path w="1018539" h="135254">
                  <a:moveTo>
                    <a:pt x="101803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018032" y="28194"/>
                  </a:lnTo>
                  <a:lnTo>
                    <a:pt x="1018032" y="27432"/>
                  </a:lnTo>
                  <a:close/>
                </a:path>
                <a:path w="1018539" h="135254">
                  <a:moveTo>
                    <a:pt x="101803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018032" y="25146"/>
                  </a:lnTo>
                  <a:lnTo>
                    <a:pt x="1018032" y="24384"/>
                  </a:lnTo>
                  <a:close/>
                </a:path>
                <a:path w="1018539" h="135254">
                  <a:moveTo>
                    <a:pt x="101803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018032" y="22098"/>
                  </a:lnTo>
                  <a:lnTo>
                    <a:pt x="1018032" y="21336"/>
                  </a:lnTo>
                  <a:close/>
                </a:path>
                <a:path w="1018539" h="135254">
                  <a:moveTo>
                    <a:pt x="101803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018032" y="19050"/>
                  </a:lnTo>
                  <a:lnTo>
                    <a:pt x="1018032" y="18288"/>
                  </a:lnTo>
                  <a:close/>
                </a:path>
                <a:path w="1018539" h="135254">
                  <a:moveTo>
                    <a:pt x="101803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018032" y="16002"/>
                  </a:lnTo>
                  <a:lnTo>
                    <a:pt x="1018032" y="15240"/>
                  </a:lnTo>
                  <a:close/>
                </a:path>
                <a:path w="1018539" h="135254">
                  <a:moveTo>
                    <a:pt x="101803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018032" y="12954"/>
                  </a:lnTo>
                  <a:lnTo>
                    <a:pt x="1018032" y="12192"/>
                  </a:lnTo>
                  <a:close/>
                </a:path>
                <a:path w="1018539" h="135254">
                  <a:moveTo>
                    <a:pt x="101803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018032" y="9906"/>
                  </a:lnTo>
                  <a:lnTo>
                    <a:pt x="1018032" y="9144"/>
                  </a:lnTo>
                  <a:close/>
                </a:path>
                <a:path w="1018539" h="135254">
                  <a:moveTo>
                    <a:pt x="101803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018032" y="6858"/>
                  </a:lnTo>
                  <a:lnTo>
                    <a:pt x="1018032" y="6096"/>
                  </a:lnTo>
                  <a:close/>
                </a:path>
                <a:path w="1018539" h="135254">
                  <a:moveTo>
                    <a:pt x="101803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018032" y="3810"/>
                  </a:lnTo>
                  <a:lnTo>
                    <a:pt x="1018032" y="3048"/>
                  </a:lnTo>
                  <a:close/>
                </a:path>
                <a:path w="1018539" h="135254">
                  <a:moveTo>
                    <a:pt x="101803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018032" y="762"/>
                  </a:lnTo>
                  <a:lnTo>
                    <a:pt x="1018032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7153783" y="3583574"/>
              <a:ext cx="1333500" cy="214629"/>
            </a:xfrm>
            <a:custGeom>
              <a:avLst/>
              <a:gdLst/>
              <a:ahLst/>
              <a:cxnLst/>
              <a:rect l="l" t="t" r="r" b="b"/>
              <a:pathLst>
                <a:path w="1333500" h="214629">
                  <a:moveTo>
                    <a:pt x="133350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333500" y="214122"/>
                  </a:lnTo>
                  <a:lnTo>
                    <a:pt x="1333500" y="213360"/>
                  </a:lnTo>
                  <a:close/>
                </a:path>
                <a:path w="1333500" h="214629">
                  <a:moveTo>
                    <a:pt x="133350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333500" y="211074"/>
                  </a:lnTo>
                  <a:lnTo>
                    <a:pt x="1333500" y="210312"/>
                  </a:lnTo>
                  <a:close/>
                </a:path>
                <a:path w="1333500" h="214629">
                  <a:moveTo>
                    <a:pt x="133350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333500" y="208026"/>
                  </a:lnTo>
                  <a:lnTo>
                    <a:pt x="1333500" y="207264"/>
                  </a:lnTo>
                  <a:close/>
                </a:path>
                <a:path w="1333500" h="214629">
                  <a:moveTo>
                    <a:pt x="133350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333500" y="204978"/>
                  </a:lnTo>
                  <a:lnTo>
                    <a:pt x="1333500" y="204216"/>
                  </a:lnTo>
                  <a:close/>
                </a:path>
                <a:path w="1333500" h="214629">
                  <a:moveTo>
                    <a:pt x="133350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333500" y="201930"/>
                  </a:lnTo>
                  <a:lnTo>
                    <a:pt x="1333500" y="201168"/>
                  </a:lnTo>
                  <a:close/>
                </a:path>
                <a:path w="1333500" h="214629">
                  <a:moveTo>
                    <a:pt x="133350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333500" y="198882"/>
                  </a:lnTo>
                  <a:lnTo>
                    <a:pt x="1333500" y="198120"/>
                  </a:lnTo>
                  <a:close/>
                </a:path>
                <a:path w="1333500" h="214629">
                  <a:moveTo>
                    <a:pt x="133350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333500" y="195834"/>
                  </a:lnTo>
                  <a:lnTo>
                    <a:pt x="1333500" y="195072"/>
                  </a:lnTo>
                  <a:close/>
                </a:path>
                <a:path w="1333500" h="214629">
                  <a:moveTo>
                    <a:pt x="133350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333500" y="192786"/>
                  </a:lnTo>
                  <a:lnTo>
                    <a:pt x="1333500" y="192024"/>
                  </a:lnTo>
                  <a:close/>
                </a:path>
                <a:path w="1333500" h="214629">
                  <a:moveTo>
                    <a:pt x="133350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333500" y="189738"/>
                  </a:lnTo>
                  <a:lnTo>
                    <a:pt x="1333500" y="188976"/>
                  </a:lnTo>
                  <a:close/>
                </a:path>
                <a:path w="1333500" h="214629">
                  <a:moveTo>
                    <a:pt x="133350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333500" y="186690"/>
                  </a:lnTo>
                  <a:lnTo>
                    <a:pt x="1333500" y="185928"/>
                  </a:lnTo>
                  <a:close/>
                </a:path>
                <a:path w="1333500" h="214629">
                  <a:moveTo>
                    <a:pt x="133350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333500" y="183642"/>
                  </a:lnTo>
                  <a:lnTo>
                    <a:pt x="1333500" y="182880"/>
                  </a:lnTo>
                  <a:close/>
                </a:path>
                <a:path w="1333500" h="214629">
                  <a:moveTo>
                    <a:pt x="133350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333500" y="180594"/>
                  </a:lnTo>
                  <a:lnTo>
                    <a:pt x="1333500" y="179832"/>
                  </a:lnTo>
                  <a:close/>
                </a:path>
                <a:path w="1333500" h="214629">
                  <a:moveTo>
                    <a:pt x="133350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333500" y="177546"/>
                  </a:lnTo>
                  <a:lnTo>
                    <a:pt x="1333500" y="176784"/>
                  </a:lnTo>
                  <a:close/>
                </a:path>
                <a:path w="1333500" h="214629">
                  <a:moveTo>
                    <a:pt x="133350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333500" y="174498"/>
                  </a:lnTo>
                  <a:lnTo>
                    <a:pt x="1333500" y="173736"/>
                  </a:lnTo>
                  <a:close/>
                </a:path>
                <a:path w="1333500" h="214629">
                  <a:moveTo>
                    <a:pt x="133350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333500" y="171450"/>
                  </a:lnTo>
                  <a:lnTo>
                    <a:pt x="1333500" y="170688"/>
                  </a:lnTo>
                  <a:close/>
                </a:path>
                <a:path w="1333500" h="214629">
                  <a:moveTo>
                    <a:pt x="133350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333500" y="168402"/>
                  </a:lnTo>
                  <a:lnTo>
                    <a:pt x="1333500" y="167640"/>
                  </a:lnTo>
                  <a:close/>
                </a:path>
                <a:path w="1333500" h="214629">
                  <a:moveTo>
                    <a:pt x="133350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333500" y="165354"/>
                  </a:lnTo>
                  <a:lnTo>
                    <a:pt x="1333500" y="164592"/>
                  </a:lnTo>
                  <a:close/>
                </a:path>
                <a:path w="1333500" h="214629">
                  <a:moveTo>
                    <a:pt x="133350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333500" y="162306"/>
                  </a:lnTo>
                  <a:lnTo>
                    <a:pt x="1333500" y="161544"/>
                  </a:lnTo>
                  <a:close/>
                </a:path>
                <a:path w="1333500" h="214629">
                  <a:moveTo>
                    <a:pt x="133350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333500" y="159258"/>
                  </a:lnTo>
                  <a:lnTo>
                    <a:pt x="1333500" y="158496"/>
                  </a:lnTo>
                  <a:close/>
                </a:path>
                <a:path w="1333500" h="214629">
                  <a:moveTo>
                    <a:pt x="133350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333500" y="156210"/>
                  </a:lnTo>
                  <a:lnTo>
                    <a:pt x="1333500" y="155448"/>
                  </a:lnTo>
                  <a:close/>
                </a:path>
                <a:path w="1333500" h="214629">
                  <a:moveTo>
                    <a:pt x="133350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333500" y="153162"/>
                  </a:lnTo>
                  <a:lnTo>
                    <a:pt x="1333500" y="152400"/>
                  </a:lnTo>
                  <a:close/>
                </a:path>
                <a:path w="1333500" h="214629">
                  <a:moveTo>
                    <a:pt x="133350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333500" y="150114"/>
                  </a:lnTo>
                  <a:lnTo>
                    <a:pt x="1333500" y="149352"/>
                  </a:lnTo>
                  <a:close/>
                </a:path>
                <a:path w="1333500" h="214629">
                  <a:moveTo>
                    <a:pt x="133350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333500" y="147066"/>
                  </a:lnTo>
                  <a:lnTo>
                    <a:pt x="1333500" y="146304"/>
                  </a:lnTo>
                  <a:close/>
                </a:path>
                <a:path w="1333500" h="214629">
                  <a:moveTo>
                    <a:pt x="133350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333500" y="144018"/>
                  </a:lnTo>
                  <a:lnTo>
                    <a:pt x="1333500" y="143256"/>
                  </a:lnTo>
                  <a:close/>
                </a:path>
                <a:path w="1333500" h="214629">
                  <a:moveTo>
                    <a:pt x="133350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333500" y="140970"/>
                  </a:lnTo>
                  <a:lnTo>
                    <a:pt x="1333500" y="140208"/>
                  </a:lnTo>
                  <a:close/>
                </a:path>
                <a:path w="1333500" h="214629">
                  <a:moveTo>
                    <a:pt x="133350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333500" y="137922"/>
                  </a:lnTo>
                  <a:lnTo>
                    <a:pt x="1333500" y="137160"/>
                  </a:lnTo>
                  <a:close/>
                </a:path>
                <a:path w="1333500" h="214629">
                  <a:moveTo>
                    <a:pt x="133350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333500" y="134874"/>
                  </a:lnTo>
                  <a:lnTo>
                    <a:pt x="1333500" y="134112"/>
                  </a:lnTo>
                  <a:close/>
                </a:path>
                <a:path w="1333500" h="214629">
                  <a:moveTo>
                    <a:pt x="133350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333500" y="131826"/>
                  </a:lnTo>
                  <a:lnTo>
                    <a:pt x="1333500" y="131064"/>
                  </a:lnTo>
                  <a:close/>
                </a:path>
                <a:path w="1333500" h="214629">
                  <a:moveTo>
                    <a:pt x="133350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333500" y="128778"/>
                  </a:lnTo>
                  <a:lnTo>
                    <a:pt x="1333500" y="128016"/>
                  </a:lnTo>
                  <a:close/>
                </a:path>
                <a:path w="1333500" h="214629">
                  <a:moveTo>
                    <a:pt x="133350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333500" y="125730"/>
                  </a:lnTo>
                  <a:lnTo>
                    <a:pt x="1333500" y="124968"/>
                  </a:lnTo>
                  <a:close/>
                </a:path>
                <a:path w="1333500" h="214629">
                  <a:moveTo>
                    <a:pt x="133350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333500" y="122682"/>
                  </a:lnTo>
                  <a:lnTo>
                    <a:pt x="1333500" y="121920"/>
                  </a:lnTo>
                  <a:close/>
                </a:path>
                <a:path w="1333500" h="214629">
                  <a:moveTo>
                    <a:pt x="133350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333500" y="119634"/>
                  </a:lnTo>
                  <a:lnTo>
                    <a:pt x="1333500" y="118872"/>
                  </a:lnTo>
                  <a:close/>
                </a:path>
                <a:path w="1333500" h="214629">
                  <a:moveTo>
                    <a:pt x="133350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333500" y="116586"/>
                  </a:lnTo>
                  <a:lnTo>
                    <a:pt x="1333500" y="115824"/>
                  </a:lnTo>
                  <a:close/>
                </a:path>
                <a:path w="1333500" h="214629">
                  <a:moveTo>
                    <a:pt x="133350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333500" y="113538"/>
                  </a:lnTo>
                  <a:lnTo>
                    <a:pt x="1333500" y="112776"/>
                  </a:lnTo>
                  <a:close/>
                </a:path>
                <a:path w="1333500" h="214629">
                  <a:moveTo>
                    <a:pt x="133350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333500" y="110490"/>
                  </a:lnTo>
                  <a:lnTo>
                    <a:pt x="1333500" y="109728"/>
                  </a:lnTo>
                  <a:close/>
                </a:path>
                <a:path w="1333500" h="214629">
                  <a:moveTo>
                    <a:pt x="133350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33500" y="107442"/>
                  </a:lnTo>
                  <a:lnTo>
                    <a:pt x="1333500" y="106680"/>
                  </a:lnTo>
                  <a:close/>
                </a:path>
                <a:path w="1333500" h="214629">
                  <a:moveTo>
                    <a:pt x="133350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33500" y="104394"/>
                  </a:lnTo>
                  <a:lnTo>
                    <a:pt x="1333500" y="103632"/>
                  </a:lnTo>
                  <a:close/>
                </a:path>
                <a:path w="1333500" h="214629">
                  <a:moveTo>
                    <a:pt x="133350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33500" y="101346"/>
                  </a:lnTo>
                  <a:lnTo>
                    <a:pt x="1333500" y="100584"/>
                  </a:lnTo>
                  <a:close/>
                </a:path>
                <a:path w="1333500" h="214629">
                  <a:moveTo>
                    <a:pt x="133350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33500" y="98298"/>
                  </a:lnTo>
                  <a:lnTo>
                    <a:pt x="1333500" y="97536"/>
                  </a:lnTo>
                  <a:close/>
                </a:path>
                <a:path w="1333500" h="214629">
                  <a:moveTo>
                    <a:pt x="133350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33500" y="95250"/>
                  </a:lnTo>
                  <a:lnTo>
                    <a:pt x="1333500" y="94488"/>
                  </a:lnTo>
                  <a:close/>
                </a:path>
                <a:path w="1333500" h="214629">
                  <a:moveTo>
                    <a:pt x="133350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33500" y="92202"/>
                  </a:lnTo>
                  <a:lnTo>
                    <a:pt x="1333500" y="91440"/>
                  </a:lnTo>
                  <a:close/>
                </a:path>
                <a:path w="1333500" h="214629">
                  <a:moveTo>
                    <a:pt x="133350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33500" y="89154"/>
                  </a:lnTo>
                  <a:lnTo>
                    <a:pt x="1333500" y="88392"/>
                  </a:lnTo>
                  <a:close/>
                </a:path>
                <a:path w="1333500" h="214629">
                  <a:moveTo>
                    <a:pt x="133350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33500" y="86106"/>
                  </a:lnTo>
                  <a:lnTo>
                    <a:pt x="1333500" y="85344"/>
                  </a:lnTo>
                  <a:close/>
                </a:path>
                <a:path w="1333500" h="214629">
                  <a:moveTo>
                    <a:pt x="133350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33500" y="83058"/>
                  </a:lnTo>
                  <a:lnTo>
                    <a:pt x="1333500" y="82296"/>
                  </a:lnTo>
                  <a:close/>
                </a:path>
                <a:path w="1333500" h="214629">
                  <a:moveTo>
                    <a:pt x="133350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33500" y="80010"/>
                  </a:lnTo>
                  <a:lnTo>
                    <a:pt x="1333500" y="79248"/>
                  </a:lnTo>
                  <a:close/>
                </a:path>
                <a:path w="1333500" h="214629">
                  <a:moveTo>
                    <a:pt x="133350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33500" y="76962"/>
                  </a:lnTo>
                  <a:lnTo>
                    <a:pt x="1333500" y="76200"/>
                  </a:lnTo>
                  <a:close/>
                </a:path>
                <a:path w="1333500" h="214629">
                  <a:moveTo>
                    <a:pt x="133350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33500" y="73914"/>
                  </a:lnTo>
                  <a:lnTo>
                    <a:pt x="1333500" y="73152"/>
                  </a:lnTo>
                  <a:close/>
                </a:path>
                <a:path w="1333500" h="214629">
                  <a:moveTo>
                    <a:pt x="133350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33500" y="70866"/>
                  </a:lnTo>
                  <a:lnTo>
                    <a:pt x="1333500" y="70104"/>
                  </a:lnTo>
                  <a:close/>
                </a:path>
                <a:path w="1333500" h="214629">
                  <a:moveTo>
                    <a:pt x="133350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33500" y="67818"/>
                  </a:lnTo>
                  <a:lnTo>
                    <a:pt x="1333500" y="67056"/>
                  </a:lnTo>
                  <a:close/>
                </a:path>
                <a:path w="1333500" h="214629">
                  <a:moveTo>
                    <a:pt x="133350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33500" y="64770"/>
                  </a:lnTo>
                  <a:lnTo>
                    <a:pt x="1333500" y="64008"/>
                  </a:lnTo>
                  <a:close/>
                </a:path>
                <a:path w="1333500" h="214629">
                  <a:moveTo>
                    <a:pt x="133350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33500" y="61722"/>
                  </a:lnTo>
                  <a:lnTo>
                    <a:pt x="1333500" y="60960"/>
                  </a:lnTo>
                  <a:close/>
                </a:path>
                <a:path w="1333500" h="214629">
                  <a:moveTo>
                    <a:pt x="133350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33500" y="58674"/>
                  </a:lnTo>
                  <a:lnTo>
                    <a:pt x="1333500" y="57912"/>
                  </a:lnTo>
                  <a:close/>
                </a:path>
                <a:path w="1333500" h="214629">
                  <a:moveTo>
                    <a:pt x="133350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33500" y="55626"/>
                  </a:lnTo>
                  <a:lnTo>
                    <a:pt x="1333500" y="54864"/>
                  </a:lnTo>
                  <a:close/>
                </a:path>
                <a:path w="1333500" h="214629">
                  <a:moveTo>
                    <a:pt x="133350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33500" y="52578"/>
                  </a:lnTo>
                  <a:lnTo>
                    <a:pt x="1333500" y="51816"/>
                  </a:lnTo>
                  <a:close/>
                </a:path>
                <a:path w="1333500" h="214629">
                  <a:moveTo>
                    <a:pt x="133350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33500" y="49530"/>
                  </a:lnTo>
                  <a:lnTo>
                    <a:pt x="1333500" y="48768"/>
                  </a:lnTo>
                  <a:close/>
                </a:path>
                <a:path w="1333500" h="214629">
                  <a:moveTo>
                    <a:pt x="133350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33500" y="46482"/>
                  </a:lnTo>
                  <a:lnTo>
                    <a:pt x="1333500" y="45720"/>
                  </a:lnTo>
                  <a:close/>
                </a:path>
                <a:path w="1333500" h="214629">
                  <a:moveTo>
                    <a:pt x="133350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33500" y="43434"/>
                  </a:lnTo>
                  <a:lnTo>
                    <a:pt x="1333500" y="42672"/>
                  </a:lnTo>
                  <a:close/>
                </a:path>
                <a:path w="1333500" h="214629">
                  <a:moveTo>
                    <a:pt x="133350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33500" y="40386"/>
                  </a:lnTo>
                  <a:lnTo>
                    <a:pt x="1333500" y="39624"/>
                  </a:lnTo>
                  <a:close/>
                </a:path>
                <a:path w="1333500" h="214629">
                  <a:moveTo>
                    <a:pt x="133350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33500" y="37338"/>
                  </a:lnTo>
                  <a:lnTo>
                    <a:pt x="1333500" y="36576"/>
                  </a:lnTo>
                  <a:close/>
                </a:path>
                <a:path w="1333500" h="214629">
                  <a:moveTo>
                    <a:pt x="133350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33500" y="34290"/>
                  </a:lnTo>
                  <a:lnTo>
                    <a:pt x="1333500" y="33528"/>
                  </a:lnTo>
                  <a:close/>
                </a:path>
                <a:path w="1333500" h="214629">
                  <a:moveTo>
                    <a:pt x="133350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33500" y="31242"/>
                  </a:lnTo>
                  <a:lnTo>
                    <a:pt x="1333500" y="30480"/>
                  </a:lnTo>
                  <a:close/>
                </a:path>
                <a:path w="1333500" h="214629">
                  <a:moveTo>
                    <a:pt x="133350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33500" y="28194"/>
                  </a:lnTo>
                  <a:lnTo>
                    <a:pt x="1333500" y="27432"/>
                  </a:lnTo>
                  <a:close/>
                </a:path>
                <a:path w="1333500" h="214629">
                  <a:moveTo>
                    <a:pt x="133350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33500" y="25146"/>
                  </a:lnTo>
                  <a:lnTo>
                    <a:pt x="1333500" y="24384"/>
                  </a:lnTo>
                  <a:close/>
                </a:path>
                <a:path w="1333500" h="214629">
                  <a:moveTo>
                    <a:pt x="133350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33500" y="22098"/>
                  </a:lnTo>
                  <a:lnTo>
                    <a:pt x="1333500" y="21336"/>
                  </a:lnTo>
                  <a:close/>
                </a:path>
                <a:path w="1333500" h="214629">
                  <a:moveTo>
                    <a:pt x="133350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33500" y="19050"/>
                  </a:lnTo>
                  <a:lnTo>
                    <a:pt x="1333500" y="18288"/>
                  </a:lnTo>
                  <a:close/>
                </a:path>
                <a:path w="1333500" h="214629">
                  <a:moveTo>
                    <a:pt x="133350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33500" y="16002"/>
                  </a:lnTo>
                  <a:lnTo>
                    <a:pt x="1333500" y="15240"/>
                  </a:lnTo>
                  <a:close/>
                </a:path>
                <a:path w="1333500" h="214629">
                  <a:moveTo>
                    <a:pt x="133350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33500" y="12954"/>
                  </a:lnTo>
                  <a:lnTo>
                    <a:pt x="1333500" y="12192"/>
                  </a:lnTo>
                  <a:close/>
                </a:path>
                <a:path w="1333500" h="214629">
                  <a:moveTo>
                    <a:pt x="133350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33500" y="9906"/>
                  </a:lnTo>
                  <a:lnTo>
                    <a:pt x="1333500" y="9144"/>
                  </a:lnTo>
                  <a:close/>
                </a:path>
                <a:path w="1333500" h="214629">
                  <a:moveTo>
                    <a:pt x="133350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33500" y="6858"/>
                  </a:lnTo>
                  <a:lnTo>
                    <a:pt x="1333500" y="6096"/>
                  </a:lnTo>
                  <a:close/>
                </a:path>
                <a:path w="1333500" h="214629">
                  <a:moveTo>
                    <a:pt x="133350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33500" y="3810"/>
                  </a:lnTo>
                  <a:lnTo>
                    <a:pt x="1333500" y="3048"/>
                  </a:lnTo>
                  <a:close/>
                </a:path>
                <a:path w="1333500" h="214629">
                  <a:moveTo>
                    <a:pt x="133350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333500" y="762"/>
                  </a:lnTo>
                  <a:lnTo>
                    <a:pt x="1333500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7153783" y="3796935"/>
              <a:ext cx="1333500" cy="214629"/>
            </a:xfrm>
            <a:custGeom>
              <a:avLst/>
              <a:gdLst/>
              <a:ahLst/>
              <a:cxnLst/>
              <a:rect l="l" t="t" r="r" b="b"/>
              <a:pathLst>
                <a:path w="1333500" h="214629">
                  <a:moveTo>
                    <a:pt x="133350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333500" y="214122"/>
                  </a:lnTo>
                  <a:lnTo>
                    <a:pt x="1333500" y="213360"/>
                  </a:lnTo>
                  <a:close/>
                </a:path>
                <a:path w="1333500" h="214629">
                  <a:moveTo>
                    <a:pt x="133350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333500" y="211074"/>
                  </a:lnTo>
                  <a:lnTo>
                    <a:pt x="1333500" y="210312"/>
                  </a:lnTo>
                  <a:close/>
                </a:path>
                <a:path w="1333500" h="214629">
                  <a:moveTo>
                    <a:pt x="133350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333500" y="208026"/>
                  </a:lnTo>
                  <a:lnTo>
                    <a:pt x="1333500" y="207264"/>
                  </a:lnTo>
                  <a:close/>
                </a:path>
                <a:path w="1333500" h="214629">
                  <a:moveTo>
                    <a:pt x="133350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333500" y="204978"/>
                  </a:lnTo>
                  <a:lnTo>
                    <a:pt x="1333500" y="204216"/>
                  </a:lnTo>
                  <a:close/>
                </a:path>
                <a:path w="1333500" h="214629">
                  <a:moveTo>
                    <a:pt x="133350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333500" y="201930"/>
                  </a:lnTo>
                  <a:lnTo>
                    <a:pt x="1333500" y="201168"/>
                  </a:lnTo>
                  <a:close/>
                </a:path>
                <a:path w="1333500" h="214629">
                  <a:moveTo>
                    <a:pt x="133350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333500" y="198882"/>
                  </a:lnTo>
                  <a:lnTo>
                    <a:pt x="1333500" y="198120"/>
                  </a:lnTo>
                  <a:close/>
                </a:path>
                <a:path w="1333500" h="214629">
                  <a:moveTo>
                    <a:pt x="133350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333500" y="195834"/>
                  </a:lnTo>
                  <a:lnTo>
                    <a:pt x="1333500" y="195072"/>
                  </a:lnTo>
                  <a:close/>
                </a:path>
                <a:path w="1333500" h="214629">
                  <a:moveTo>
                    <a:pt x="133350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333500" y="192786"/>
                  </a:lnTo>
                  <a:lnTo>
                    <a:pt x="1333500" y="192024"/>
                  </a:lnTo>
                  <a:close/>
                </a:path>
                <a:path w="1333500" h="214629">
                  <a:moveTo>
                    <a:pt x="133350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333500" y="189738"/>
                  </a:lnTo>
                  <a:lnTo>
                    <a:pt x="1333500" y="188976"/>
                  </a:lnTo>
                  <a:close/>
                </a:path>
                <a:path w="1333500" h="214629">
                  <a:moveTo>
                    <a:pt x="133350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333500" y="186690"/>
                  </a:lnTo>
                  <a:lnTo>
                    <a:pt x="1333500" y="185928"/>
                  </a:lnTo>
                  <a:close/>
                </a:path>
                <a:path w="1333500" h="214629">
                  <a:moveTo>
                    <a:pt x="133350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333500" y="183642"/>
                  </a:lnTo>
                  <a:lnTo>
                    <a:pt x="1333500" y="182880"/>
                  </a:lnTo>
                  <a:close/>
                </a:path>
                <a:path w="1333500" h="214629">
                  <a:moveTo>
                    <a:pt x="133350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333500" y="180594"/>
                  </a:lnTo>
                  <a:lnTo>
                    <a:pt x="1333500" y="179832"/>
                  </a:lnTo>
                  <a:close/>
                </a:path>
                <a:path w="1333500" h="214629">
                  <a:moveTo>
                    <a:pt x="133350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333500" y="177546"/>
                  </a:lnTo>
                  <a:lnTo>
                    <a:pt x="1333500" y="176784"/>
                  </a:lnTo>
                  <a:close/>
                </a:path>
                <a:path w="1333500" h="214629">
                  <a:moveTo>
                    <a:pt x="133350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333500" y="174498"/>
                  </a:lnTo>
                  <a:lnTo>
                    <a:pt x="1333500" y="173736"/>
                  </a:lnTo>
                  <a:close/>
                </a:path>
                <a:path w="1333500" h="214629">
                  <a:moveTo>
                    <a:pt x="133350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333500" y="171450"/>
                  </a:lnTo>
                  <a:lnTo>
                    <a:pt x="1333500" y="170688"/>
                  </a:lnTo>
                  <a:close/>
                </a:path>
                <a:path w="1333500" h="214629">
                  <a:moveTo>
                    <a:pt x="133350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333500" y="168402"/>
                  </a:lnTo>
                  <a:lnTo>
                    <a:pt x="1333500" y="167640"/>
                  </a:lnTo>
                  <a:close/>
                </a:path>
                <a:path w="1333500" h="214629">
                  <a:moveTo>
                    <a:pt x="133350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333500" y="165354"/>
                  </a:lnTo>
                  <a:lnTo>
                    <a:pt x="1333500" y="164592"/>
                  </a:lnTo>
                  <a:close/>
                </a:path>
                <a:path w="1333500" h="214629">
                  <a:moveTo>
                    <a:pt x="133350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333500" y="162306"/>
                  </a:lnTo>
                  <a:lnTo>
                    <a:pt x="1333500" y="161544"/>
                  </a:lnTo>
                  <a:close/>
                </a:path>
                <a:path w="1333500" h="214629">
                  <a:moveTo>
                    <a:pt x="133350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333500" y="159258"/>
                  </a:lnTo>
                  <a:lnTo>
                    <a:pt x="1333500" y="158496"/>
                  </a:lnTo>
                  <a:close/>
                </a:path>
                <a:path w="1333500" h="214629">
                  <a:moveTo>
                    <a:pt x="133350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333500" y="156210"/>
                  </a:lnTo>
                  <a:lnTo>
                    <a:pt x="1333500" y="155448"/>
                  </a:lnTo>
                  <a:close/>
                </a:path>
                <a:path w="1333500" h="214629">
                  <a:moveTo>
                    <a:pt x="133350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333500" y="153162"/>
                  </a:lnTo>
                  <a:lnTo>
                    <a:pt x="1333500" y="152400"/>
                  </a:lnTo>
                  <a:close/>
                </a:path>
                <a:path w="1333500" h="214629">
                  <a:moveTo>
                    <a:pt x="133350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333500" y="150114"/>
                  </a:lnTo>
                  <a:lnTo>
                    <a:pt x="1333500" y="149352"/>
                  </a:lnTo>
                  <a:close/>
                </a:path>
                <a:path w="1333500" h="214629">
                  <a:moveTo>
                    <a:pt x="133350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333500" y="147066"/>
                  </a:lnTo>
                  <a:lnTo>
                    <a:pt x="1333500" y="146304"/>
                  </a:lnTo>
                  <a:close/>
                </a:path>
                <a:path w="1333500" h="214629">
                  <a:moveTo>
                    <a:pt x="133350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333500" y="144018"/>
                  </a:lnTo>
                  <a:lnTo>
                    <a:pt x="1333500" y="143256"/>
                  </a:lnTo>
                  <a:close/>
                </a:path>
                <a:path w="1333500" h="214629">
                  <a:moveTo>
                    <a:pt x="133350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333500" y="140970"/>
                  </a:lnTo>
                  <a:lnTo>
                    <a:pt x="1333500" y="140208"/>
                  </a:lnTo>
                  <a:close/>
                </a:path>
                <a:path w="1333500" h="214629">
                  <a:moveTo>
                    <a:pt x="133350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333500" y="137922"/>
                  </a:lnTo>
                  <a:lnTo>
                    <a:pt x="1333500" y="137160"/>
                  </a:lnTo>
                  <a:close/>
                </a:path>
                <a:path w="1333500" h="214629">
                  <a:moveTo>
                    <a:pt x="133350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333500" y="134874"/>
                  </a:lnTo>
                  <a:lnTo>
                    <a:pt x="1333500" y="134112"/>
                  </a:lnTo>
                  <a:close/>
                </a:path>
                <a:path w="1333500" h="214629">
                  <a:moveTo>
                    <a:pt x="133350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333500" y="131826"/>
                  </a:lnTo>
                  <a:lnTo>
                    <a:pt x="1333500" y="131064"/>
                  </a:lnTo>
                  <a:close/>
                </a:path>
                <a:path w="1333500" h="214629">
                  <a:moveTo>
                    <a:pt x="133350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333500" y="128778"/>
                  </a:lnTo>
                  <a:lnTo>
                    <a:pt x="1333500" y="128016"/>
                  </a:lnTo>
                  <a:close/>
                </a:path>
                <a:path w="1333500" h="214629">
                  <a:moveTo>
                    <a:pt x="133350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333500" y="125730"/>
                  </a:lnTo>
                  <a:lnTo>
                    <a:pt x="1333500" y="124968"/>
                  </a:lnTo>
                  <a:close/>
                </a:path>
                <a:path w="1333500" h="214629">
                  <a:moveTo>
                    <a:pt x="133350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333500" y="122682"/>
                  </a:lnTo>
                  <a:lnTo>
                    <a:pt x="1333500" y="121920"/>
                  </a:lnTo>
                  <a:close/>
                </a:path>
                <a:path w="1333500" h="214629">
                  <a:moveTo>
                    <a:pt x="133350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333500" y="119634"/>
                  </a:lnTo>
                  <a:lnTo>
                    <a:pt x="1333500" y="118872"/>
                  </a:lnTo>
                  <a:close/>
                </a:path>
                <a:path w="1333500" h="214629">
                  <a:moveTo>
                    <a:pt x="133350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333500" y="116586"/>
                  </a:lnTo>
                  <a:lnTo>
                    <a:pt x="1333500" y="115824"/>
                  </a:lnTo>
                  <a:close/>
                </a:path>
                <a:path w="1333500" h="214629">
                  <a:moveTo>
                    <a:pt x="133350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333500" y="113538"/>
                  </a:lnTo>
                  <a:lnTo>
                    <a:pt x="1333500" y="112776"/>
                  </a:lnTo>
                  <a:close/>
                </a:path>
                <a:path w="1333500" h="214629">
                  <a:moveTo>
                    <a:pt x="133350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333500" y="110490"/>
                  </a:lnTo>
                  <a:lnTo>
                    <a:pt x="1333500" y="109728"/>
                  </a:lnTo>
                  <a:close/>
                </a:path>
                <a:path w="1333500" h="214629">
                  <a:moveTo>
                    <a:pt x="133350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33500" y="107442"/>
                  </a:lnTo>
                  <a:lnTo>
                    <a:pt x="1333500" y="106680"/>
                  </a:lnTo>
                  <a:close/>
                </a:path>
                <a:path w="1333500" h="214629">
                  <a:moveTo>
                    <a:pt x="133350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33500" y="104394"/>
                  </a:lnTo>
                  <a:lnTo>
                    <a:pt x="1333500" y="103632"/>
                  </a:lnTo>
                  <a:close/>
                </a:path>
                <a:path w="1333500" h="214629">
                  <a:moveTo>
                    <a:pt x="133350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33500" y="101346"/>
                  </a:lnTo>
                  <a:lnTo>
                    <a:pt x="1333500" y="100584"/>
                  </a:lnTo>
                  <a:close/>
                </a:path>
                <a:path w="1333500" h="214629">
                  <a:moveTo>
                    <a:pt x="133350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33500" y="98298"/>
                  </a:lnTo>
                  <a:lnTo>
                    <a:pt x="1333500" y="97536"/>
                  </a:lnTo>
                  <a:close/>
                </a:path>
                <a:path w="1333500" h="214629">
                  <a:moveTo>
                    <a:pt x="133350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33500" y="95250"/>
                  </a:lnTo>
                  <a:lnTo>
                    <a:pt x="1333500" y="94488"/>
                  </a:lnTo>
                  <a:close/>
                </a:path>
                <a:path w="1333500" h="214629">
                  <a:moveTo>
                    <a:pt x="133350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33500" y="92202"/>
                  </a:lnTo>
                  <a:lnTo>
                    <a:pt x="1333500" y="91440"/>
                  </a:lnTo>
                  <a:close/>
                </a:path>
                <a:path w="1333500" h="214629">
                  <a:moveTo>
                    <a:pt x="133350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33500" y="89154"/>
                  </a:lnTo>
                  <a:lnTo>
                    <a:pt x="1333500" y="88392"/>
                  </a:lnTo>
                  <a:close/>
                </a:path>
                <a:path w="1333500" h="214629">
                  <a:moveTo>
                    <a:pt x="133350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33500" y="86106"/>
                  </a:lnTo>
                  <a:lnTo>
                    <a:pt x="1333500" y="85344"/>
                  </a:lnTo>
                  <a:close/>
                </a:path>
                <a:path w="1333500" h="214629">
                  <a:moveTo>
                    <a:pt x="133350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33500" y="83058"/>
                  </a:lnTo>
                  <a:lnTo>
                    <a:pt x="1333500" y="82296"/>
                  </a:lnTo>
                  <a:close/>
                </a:path>
                <a:path w="1333500" h="214629">
                  <a:moveTo>
                    <a:pt x="133350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33500" y="80010"/>
                  </a:lnTo>
                  <a:lnTo>
                    <a:pt x="1333500" y="79248"/>
                  </a:lnTo>
                  <a:close/>
                </a:path>
                <a:path w="1333500" h="214629">
                  <a:moveTo>
                    <a:pt x="133350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33500" y="76962"/>
                  </a:lnTo>
                  <a:lnTo>
                    <a:pt x="1333500" y="76200"/>
                  </a:lnTo>
                  <a:close/>
                </a:path>
                <a:path w="1333500" h="214629">
                  <a:moveTo>
                    <a:pt x="133350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33500" y="73914"/>
                  </a:lnTo>
                  <a:lnTo>
                    <a:pt x="1333500" y="73152"/>
                  </a:lnTo>
                  <a:close/>
                </a:path>
                <a:path w="1333500" h="214629">
                  <a:moveTo>
                    <a:pt x="133350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33500" y="70866"/>
                  </a:lnTo>
                  <a:lnTo>
                    <a:pt x="1333500" y="70104"/>
                  </a:lnTo>
                  <a:close/>
                </a:path>
                <a:path w="1333500" h="214629">
                  <a:moveTo>
                    <a:pt x="133350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33500" y="67818"/>
                  </a:lnTo>
                  <a:lnTo>
                    <a:pt x="1333500" y="67056"/>
                  </a:lnTo>
                  <a:close/>
                </a:path>
                <a:path w="1333500" h="214629">
                  <a:moveTo>
                    <a:pt x="133350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33500" y="64770"/>
                  </a:lnTo>
                  <a:lnTo>
                    <a:pt x="1333500" y="64008"/>
                  </a:lnTo>
                  <a:close/>
                </a:path>
                <a:path w="1333500" h="214629">
                  <a:moveTo>
                    <a:pt x="133350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33500" y="61722"/>
                  </a:lnTo>
                  <a:lnTo>
                    <a:pt x="1333500" y="60960"/>
                  </a:lnTo>
                  <a:close/>
                </a:path>
                <a:path w="1333500" h="214629">
                  <a:moveTo>
                    <a:pt x="133350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33500" y="58674"/>
                  </a:lnTo>
                  <a:lnTo>
                    <a:pt x="1333500" y="57912"/>
                  </a:lnTo>
                  <a:close/>
                </a:path>
                <a:path w="1333500" h="214629">
                  <a:moveTo>
                    <a:pt x="133350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33500" y="55626"/>
                  </a:lnTo>
                  <a:lnTo>
                    <a:pt x="1333500" y="54864"/>
                  </a:lnTo>
                  <a:close/>
                </a:path>
                <a:path w="1333500" h="214629">
                  <a:moveTo>
                    <a:pt x="133350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33500" y="52578"/>
                  </a:lnTo>
                  <a:lnTo>
                    <a:pt x="1333500" y="51816"/>
                  </a:lnTo>
                  <a:close/>
                </a:path>
                <a:path w="1333500" h="214629">
                  <a:moveTo>
                    <a:pt x="133350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33500" y="49530"/>
                  </a:lnTo>
                  <a:lnTo>
                    <a:pt x="1333500" y="48768"/>
                  </a:lnTo>
                  <a:close/>
                </a:path>
                <a:path w="1333500" h="214629">
                  <a:moveTo>
                    <a:pt x="133350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33500" y="46482"/>
                  </a:lnTo>
                  <a:lnTo>
                    <a:pt x="1333500" y="45720"/>
                  </a:lnTo>
                  <a:close/>
                </a:path>
                <a:path w="1333500" h="214629">
                  <a:moveTo>
                    <a:pt x="133350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33500" y="43434"/>
                  </a:lnTo>
                  <a:lnTo>
                    <a:pt x="1333500" y="42672"/>
                  </a:lnTo>
                  <a:close/>
                </a:path>
                <a:path w="1333500" h="214629">
                  <a:moveTo>
                    <a:pt x="133350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33500" y="40386"/>
                  </a:lnTo>
                  <a:lnTo>
                    <a:pt x="1333500" y="39624"/>
                  </a:lnTo>
                  <a:close/>
                </a:path>
                <a:path w="1333500" h="214629">
                  <a:moveTo>
                    <a:pt x="133350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33500" y="37338"/>
                  </a:lnTo>
                  <a:lnTo>
                    <a:pt x="1333500" y="36576"/>
                  </a:lnTo>
                  <a:close/>
                </a:path>
                <a:path w="1333500" h="214629">
                  <a:moveTo>
                    <a:pt x="133350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33500" y="34290"/>
                  </a:lnTo>
                  <a:lnTo>
                    <a:pt x="1333500" y="33528"/>
                  </a:lnTo>
                  <a:close/>
                </a:path>
                <a:path w="1333500" h="214629">
                  <a:moveTo>
                    <a:pt x="133350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33500" y="31242"/>
                  </a:lnTo>
                  <a:lnTo>
                    <a:pt x="1333500" y="30480"/>
                  </a:lnTo>
                  <a:close/>
                </a:path>
                <a:path w="1333500" h="214629">
                  <a:moveTo>
                    <a:pt x="133350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33500" y="28194"/>
                  </a:lnTo>
                  <a:lnTo>
                    <a:pt x="1333500" y="27432"/>
                  </a:lnTo>
                  <a:close/>
                </a:path>
                <a:path w="1333500" h="214629">
                  <a:moveTo>
                    <a:pt x="133350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33500" y="25146"/>
                  </a:lnTo>
                  <a:lnTo>
                    <a:pt x="1333500" y="24384"/>
                  </a:lnTo>
                  <a:close/>
                </a:path>
                <a:path w="1333500" h="214629">
                  <a:moveTo>
                    <a:pt x="133350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33500" y="22098"/>
                  </a:lnTo>
                  <a:lnTo>
                    <a:pt x="1333500" y="21336"/>
                  </a:lnTo>
                  <a:close/>
                </a:path>
                <a:path w="1333500" h="214629">
                  <a:moveTo>
                    <a:pt x="133350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33500" y="19050"/>
                  </a:lnTo>
                  <a:lnTo>
                    <a:pt x="1333500" y="18288"/>
                  </a:lnTo>
                  <a:close/>
                </a:path>
                <a:path w="1333500" h="214629">
                  <a:moveTo>
                    <a:pt x="133350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33500" y="16002"/>
                  </a:lnTo>
                  <a:lnTo>
                    <a:pt x="1333500" y="15240"/>
                  </a:lnTo>
                  <a:close/>
                </a:path>
                <a:path w="1333500" h="214629">
                  <a:moveTo>
                    <a:pt x="133350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33500" y="12954"/>
                  </a:lnTo>
                  <a:lnTo>
                    <a:pt x="1333500" y="12192"/>
                  </a:lnTo>
                  <a:close/>
                </a:path>
                <a:path w="1333500" h="214629">
                  <a:moveTo>
                    <a:pt x="133350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33500" y="9906"/>
                  </a:lnTo>
                  <a:lnTo>
                    <a:pt x="1333500" y="9144"/>
                  </a:lnTo>
                  <a:close/>
                </a:path>
                <a:path w="1333500" h="214629">
                  <a:moveTo>
                    <a:pt x="133350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33500" y="6858"/>
                  </a:lnTo>
                  <a:lnTo>
                    <a:pt x="1333500" y="6096"/>
                  </a:lnTo>
                  <a:close/>
                </a:path>
                <a:path w="1333500" h="214629">
                  <a:moveTo>
                    <a:pt x="133350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33500" y="3810"/>
                  </a:lnTo>
                  <a:lnTo>
                    <a:pt x="1333500" y="3048"/>
                  </a:lnTo>
                  <a:close/>
                </a:path>
                <a:path w="1333500" h="214629">
                  <a:moveTo>
                    <a:pt x="133350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333500" y="762"/>
                  </a:lnTo>
                  <a:lnTo>
                    <a:pt x="1333500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7153783" y="4010295"/>
              <a:ext cx="1333500" cy="214629"/>
            </a:xfrm>
            <a:custGeom>
              <a:avLst/>
              <a:gdLst/>
              <a:ahLst/>
              <a:cxnLst/>
              <a:rect l="l" t="t" r="r" b="b"/>
              <a:pathLst>
                <a:path w="1333500" h="214629">
                  <a:moveTo>
                    <a:pt x="133350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333500" y="214122"/>
                  </a:lnTo>
                  <a:lnTo>
                    <a:pt x="1333500" y="213360"/>
                  </a:lnTo>
                  <a:close/>
                </a:path>
                <a:path w="1333500" h="214629">
                  <a:moveTo>
                    <a:pt x="133350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333500" y="211074"/>
                  </a:lnTo>
                  <a:lnTo>
                    <a:pt x="1333500" y="210312"/>
                  </a:lnTo>
                  <a:close/>
                </a:path>
                <a:path w="1333500" h="214629">
                  <a:moveTo>
                    <a:pt x="133350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333500" y="208026"/>
                  </a:lnTo>
                  <a:lnTo>
                    <a:pt x="1333500" y="207264"/>
                  </a:lnTo>
                  <a:close/>
                </a:path>
                <a:path w="1333500" h="214629">
                  <a:moveTo>
                    <a:pt x="133350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333500" y="204978"/>
                  </a:lnTo>
                  <a:lnTo>
                    <a:pt x="1333500" y="204216"/>
                  </a:lnTo>
                  <a:close/>
                </a:path>
                <a:path w="1333500" h="214629">
                  <a:moveTo>
                    <a:pt x="133350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333500" y="201930"/>
                  </a:lnTo>
                  <a:lnTo>
                    <a:pt x="1333500" y="201168"/>
                  </a:lnTo>
                  <a:close/>
                </a:path>
                <a:path w="1333500" h="214629">
                  <a:moveTo>
                    <a:pt x="133350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333500" y="198882"/>
                  </a:lnTo>
                  <a:lnTo>
                    <a:pt x="1333500" y="198120"/>
                  </a:lnTo>
                  <a:close/>
                </a:path>
                <a:path w="1333500" h="214629">
                  <a:moveTo>
                    <a:pt x="133350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333500" y="195834"/>
                  </a:lnTo>
                  <a:lnTo>
                    <a:pt x="1333500" y="195072"/>
                  </a:lnTo>
                  <a:close/>
                </a:path>
                <a:path w="1333500" h="214629">
                  <a:moveTo>
                    <a:pt x="133350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333500" y="192786"/>
                  </a:lnTo>
                  <a:lnTo>
                    <a:pt x="1333500" y="192024"/>
                  </a:lnTo>
                  <a:close/>
                </a:path>
                <a:path w="1333500" h="214629">
                  <a:moveTo>
                    <a:pt x="133350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333500" y="189738"/>
                  </a:lnTo>
                  <a:lnTo>
                    <a:pt x="1333500" y="188976"/>
                  </a:lnTo>
                  <a:close/>
                </a:path>
                <a:path w="1333500" h="214629">
                  <a:moveTo>
                    <a:pt x="133350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333500" y="186690"/>
                  </a:lnTo>
                  <a:lnTo>
                    <a:pt x="1333500" y="185928"/>
                  </a:lnTo>
                  <a:close/>
                </a:path>
                <a:path w="1333500" h="214629">
                  <a:moveTo>
                    <a:pt x="133350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333500" y="183642"/>
                  </a:lnTo>
                  <a:lnTo>
                    <a:pt x="1333500" y="182880"/>
                  </a:lnTo>
                  <a:close/>
                </a:path>
                <a:path w="1333500" h="214629">
                  <a:moveTo>
                    <a:pt x="133350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333500" y="180594"/>
                  </a:lnTo>
                  <a:lnTo>
                    <a:pt x="1333500" y="179832"/>
                  </a:lnTo>
                  <a:close/>
                </a:path>
                <a:path w="1333500" h="214629">
                  <a:moveTo>
                    <a:pt x="133350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333500" y="177546"/>
                  </a:lnTo>
                  <a:lnTo>
                    <a:pt x="1333500" y="176784"/>
                  </a:lnTo>
                  <a:close/>
                </a:path>
                <a:path w="1333500" h="214629">
                  <a:moveTo>
                    <a:pt x="133350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333500" y="174498"/>
                  </a:lnTo>
                  <a:lnTo>
                    <a:pt x="1333500" y="173736"/>
                  </a:lnTo>
                  <a:close/>
                </a:path>
                <a:path w="1333500" h="214629">
                  <a:moveTo>
                    <a:pt x="133350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333500" y="171450"/>
                  </a:lnTo>
                  <a:lnTo>
                    <a:pt x="1333500" y="170688"/>
                  </a:lnTo>
                  <a:close/>
                </a:path>
                <a:path w="1333500" h="214629">
                  <a:moveTo>
                    <a:pt x="133350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333500" y="168402"/>
                  </a:lnTo>
                  <a:lnTo>
                    <a:pt x="1333500" y="167640"/>
                  </a:lnTo>
                  <a:close/>
                </a:path>
                <a:path w="1333500" h="214629">
                  <a:moveTo>
                    <a:pt x="133350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333500" y="165354"/>
                  </a:lnTo>
                  <a:lnTo>
                    <a:pt x="1333500" y="164592"/>
                  </a:lnTo>
                  <a:close/>
                </a:path>
                <a:path w="1333500" h="214629">
                  <a:moveTo>
                    <a:pt x="133350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333500" y="162306"/>
                  </a:lnTo>
                  <a:lnTo>
                    <a:pt x="1333500" y="161544"/>
                  </a:lnTo>
                  <a:close/>
                </a:path>
                <a:path w="1333500" h="214629">
                  <a:moveTo>
                    <a:pt x="133350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333500" y="159258"/>
                  </a:lnTo>
                  <a:lnTo>
                    <a:pt x="1333500" y="158496"/>
                  </a:lnTo>
                  <a:close/>
                </a:path>
                <a:path w="1333500" h="214629">
                  <a:moveTo>
                    <a:pt x="133350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333500" y="156210"/>
                  </a:lnTo>
                  <a:lnTo>
                    <a:pt x="1333500" y="155448"/>
                  </a:lnTo>
                  <a:close/>
                </a:path>
                <a:path w="1333500" h="214629">
                  <a:moveTo>
                    <a:pt x="133350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333500" y="153162"/>
                  </a:lnTo>
                  <a:lnTo>
                    <a:pt x="1333500" y="152400"/>
                  </a:lnTo>
                  <a:close/>
                </a:path>
                <a:path w="1333500" h="214629">
                  <a:moveTo>
                    <a:pt x="133350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333500" y="150114"/>
                  </a:lnTo>
                  <a:lnTo>
                    <a:pt x="1333500" y="149352"/>
                  </a:lnTo>
                  <a:close/>
                </a:path>
                <a:path w="1333500" h="214629">
                  <a:moveTo>
                    <a:pt x="133350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333500" y="147066"/>
                  </a:lnTo>
                  <a:lnTo>
                    <a:pt x="1333500" y="146304"/>
                  </a:lnTo>
                  <a:close/>
                </a:path>
                <a:path w="1333500" h="214629">
                  <a:moveTo>
                    <a:pt x="133350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333500" y="144018"/>
                  </a:lnTo>
                  <a:lnTo>
                    <a:pt x="1333500" y="143256"/>
                  </a:lnTo>
                  <a:close/>
                </a:path>
                <a:path w="1333500" h="214629">
                  <a:moveTo>
                    <a:pt x="133350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333500" y="140970"/>
                  </a:lnTo>
                  <a:lnTo>
                    <a:pt x="1333500" y="140208"/>
                  </a:lnTo>
                  <a:close/>
                </a:path>
                <a:path w="1333500" h="214629">
                  <a:moveTo>
                    <a:pt x="133350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333500" y="137922"/>
                  </a:lnTo>
                  <a:lnTo>
                    <a:pt x="1333500" y="137160"/>
                  </a:lnTo>
                  <a:close/>
                </a:path>
                <a:path w="1333500" h="214629">
                  <a:moveTo>
                    <a:pt x="133350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333500" y="134874"/>
                  </a:lnTo>
                  <a:lnTo>
                    <a:pt x="1333500" y="134112"/>
                  </a:lnTo>
                  <a:close/>
                </a:path>
                <a:path w="1333500" h="214629">
                  <a:moveTo>
                    <a:pt x="133350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333500" y="131826"/>
                  </a:lnTo>
                  <a:lnTo>
                    <a:pt x="1333500" y="131064"/>
                  </a:lnTo>
                  <a:close/>
                </a:path>
                <a:path w="1333500" h="214629">
                  <a:moveTo>
                    <a:pt x="133350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333500" y="128778"/>
                  </a:lnTo>
                  <a:lnTo>
                    <a:pt x="1333500" y="128016"/>
                  </a:lnTo>
                  <a:close/>
                </a:path>
                <a:path w="1333500" h="214629">
                  <a:moveTo>
                    <a:pt x="133350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333500" y="125730"/>
                  </a:lnTo>
                  <a:lnTo>
                    <a:pt x="1333500" y="124968"/>
                  </a:lnTo>
                  <a:close/>
                </a:path>
                <a:path w="1333500" h="214629">
                  <a:moveTo>
                    <a:pt x="133350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333500" y="122682"/>
                  </a:lnTo>
                  <a:lnTo>
                    <a:pt x="1333500" y="121920"/>
                  </a:lnTo>
                  <a:close/>
                </a:path>
                <a:path w="1333500" h="214629">
                  <a:moveTo>
                    <a:pt x="133350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333500" y="119634"/>
                  </a:lnTo>
                  <a:lnTo>
                    <a:pt x="1333500" y="118872"/>
                  </a:lnTo>
                  <a:close/>
                </a:path>
                <a:path w="1333500" h="214629">
                  <a:moveTo>
                    <a:pt x="133350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333500" y="116586"/>
                  </a:lnTo>
                  <a:lnTo>
                    <a:pt x="1333500" y="115824"/>
                  </a:lnTo>
                  <a:close/>
                </a:path>
                <a:path w="1333500" h="214629">
                  <a:moveTo>
                    <a:pt x="133350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333500" y="113538"/>
                  </a:lnTo>
                  <a:lnTo>
                    <a:pt x="1333500" y="112776"/>
                  </a:lnTo>
                  <a:close/>
                </a:path>
                <a:path w="1333500" h="214629">
                  <a:moveTo>
                    <a:pt x="133350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333500" y="110490"/>
                  </a:lnTo>
                  <a:lnTo>
                    <a:pt x="1333500" y="109728"/>
                  </a:lnTo>
                  <a:close/>
                </a:path>
                <a:path w="1333500" h="214629">
                  <a:moveTo>
                    <a:pt x="133350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33500" y="107442"/>
                  </a:lnTo>
                  <a:lnTo>
                    <a:pt x="1333500" y="106680"/>
                  </a:lnTo>
                  <a:close/>
                </a:path>
                <a:path w="1333500" h="214629">
                  <a:moveTo>
                    <a:pt x="133350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33500" y="104394"/>
                  </a:lnTo>
                  <a:lnTo>
                    <a:pt x="1333500" y="103632"/>
                  </a:lnTo>
                  <a:close/>
                </a:path>
                <a:path w="1333500" h="214629">
                  <a:moveTo>
                    <a:pt x="133350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33500" y="101346"/>
                  </a:lnTo>
                  <a:lnTo>
                    <a:pt x="1333500" y="100584"/>
                  </a:lnTo>
                  <a:close/>
                </a:path>
                <a:path w="1333500" h="214629">
                  <a:moveTo>
                    <a:pt x="133350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33500" y="98298"/>
                  </a:lnTo>
                  <a:lnTo>
                    <a:pt x="1333500" y="97536"/>
                  </a:lnTo>
                  <a:close/>
                </a:path>
                <a:path w="1333500" h="214629">
                  <a:moveTo>
                    <a:pt x="133350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33500" y="95250"/>
                  </a:lnTo>
                  <a:lnTo>
                    <a:pt x="1333500" y="94488"/>
                  </a:lnTo>
                  <a:close/>
                </a:path>
                <a:path w="1333500" h="214629">
                  <a:moveTo>
                    <a:pt x="133350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33500" y="92202"/>
                  </a:lnTo>
                  <a:lnTo>
                    <a:pt x="1333500" y="91440"/>
                  </a:lnTo>
                  <a:close/>
                </a:path>
                <a:path w="1333500" h="214629">
                  <a:moveTo>
                    <a:pt x="133350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33500" y="89154"/>
                  </a:lnTo>
                  <a:lnTo>
                    <a:pt x="1333500" y="88392"/>
                  </a:lnTo>
                  <a:close/>
                </a:path>
                <a:path w="1333500" h="214629">
                  <a:moveTo>
                    <a:pt x="133350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33500" y="86106"/>
                  </a:lnTo>
                  <a:lnTo>
                    <a:pt x="1333500" y="85344"/>
                  </a:lnTo>
                  <a:close/>
                </a:path>
                <a:path w="1333500" h="214629">
                  <a:moveTo>
                    <a:pt x="133350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33500" y="83058"/>
                  </a:lnTo>
                  <a:lnTo>
                    <a:pt x="1333500" y="82296"/>
                  </a:lnTo>
                  <a:close/>
                </a:path>
                <a:path w="1333500" h="214629">
                  <a:moveTo>
                    <a:pt x="133350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33500" y="80010"/>
                  </a:lnTo>
                  <a:lnTo>
                    <a:pt x="1333500" y="79248"/>
                  </a:lnTo>
                  <a:close/>
                </a:path>
                <a:path w="1333500" h="214629">
                  <a:moveTo>
                    <a:pt x="133350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33500" y="76962"/>
                  </a:lnTo>
                  <a:lnTo>
                    <a:pt x="1333500" y="76200"/>
                  </a:lnTo>
                  <a:close/>
                </a:path>
                <a:path w="1333500" h="214629">
                  <a:moveTo>
                    <a:pt x="133350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33500" y="73914"/>
                  </a:lnTo>
                  <a:lnTo>
                    <a:pt x="1333500" y="73152"/>
                  </a:lnTo>
                  <a:close/>
                </a:path>
                <a:path w="1333500" h="214629">
                  <a:moveTo>
                    <a:pt x="133350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33500" y="70866"/>
                  </a:lnTo>
                  <a:lnTo>
                    <a:pt x="1333500" y="70104"/>
                  </a:lnTo>
                  <a:close/>
                </a:path>
                <a:path w="1333500" h="214629">
                  <a:moveTo>
                    <a:pt x="133350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33500" y="67818"/>
                  </a:lnTo>
                  <a:lnTo>
                    <a:pt x="1333500" y="67056"/>
                  </a:lnTo>
                  <a:close/>
                </a:path>
                <a:path w="1333500" h="214629">
                  <a:moveTo>
                    <a:pt x="133350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33500" y="64770"/>
                  </a:lnTo>
                  <a:lnTo>
                    <a:pt x="1333500" y="64008"/>
                  </a:lnTo>
                  <a:close/>
                </a:path>
                <a:path w="1333500" h="214629">
                  <a:moveTo>
                    <a:pt x="133350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33500" y="61722"/>
                  </a:lnTo>
                  <a:lnTo>
                    <a:pt x="1333500" y="60960"/>
                  </a:lnTo>
                  <a:close/>
                </a:path>
                <a:path w="1333500" h="214629">
                  <a:moveTo>
                    <a:pt x="133350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33500" y="58674"/>
                  </a:lnTo>
                  <a:lnTo>
                    <a:pt x="1333500" y="57912"/>
                  </a:lnTo>
                  <a:close/>
                </a:path>
                <a:path w="1333500" h="214629">
                  <a:moveTo>
                    <a:pt x="133350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33500" y="55626"/>
                  </a:lnTo>
                  <a:lnTo>
                    <a:pt x="1333500" y="54864"/>
                  </a:lnTo>
                  <a:close/>
                </a:path>
                <a:path w="1333500" h="214629">
                  <a:moveTo>
                    <a:pt x="133350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33500" y="52578"/>
                  </a:lnTo>
                  <a:lnTo>
                    <a:pt x="1333500" y="51816"/>
                  </a:lnTo>
                  <a:close/>
                </a:path>
                <a:path w="1333500" h="214629">
                  <a:moveTo>
                    <a:pt x="133350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33500" y="49530"/>
                  </a:lnTo>
                  <a:lnTo>
                    <a:pt x="1333500" y="48768"/>
                  </a:lnTo>
                  <a:close/>
                </a:path>
                <a:path w="1333500" h="214629">
                  <a:moveTo>
                    <a:pt x="133350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33500" y="46482"/>
                  </a:lnTo>
                  <a:lnTo>
                    <a:pt x="1333500" y="45720"/>
                  </a:lnTo>
                  <a:close/>
                </a:path>
                <a:path w="1333500" h="214629">
                  <a:moveTo>
                    <a:pt x="133350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33500" y="43434"/>
                  </a:lnTo>
                  <a:lnTo>
                    <a:pt x="1333500" y="42672"/>
                  </a:lnTo>
                  <a:close/>
                </a:path>
                <a:path w="1333500" h="214629">
                  <a:moveTo>
                    <a:pt x="133350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33500" y="40386"/>
                  </a:lnTo>
                  <a:lnTo>
                    <a:pt x="1333500" y="39624"/>
                  </a:lnTo>
                  <a:close/>
                </a:path>
                <a:path w="1333500" h="214629">
                  <a:moveTo>
                    <a:pt x="133350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33500" y="37338"/>
                  </a:lnTo>
                  <a:lnTo>
                    <a:pt x="1333500" y="36576"/>
                  </a:lnTo>
                  <a:close/>
                </a:path>
                <a:path w="1333500" h="214629">
                  <a:moveTo>
                    <a:pt x="133350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33500" y="34290"/>
                  </a:lnTo>
                  <a:lnTo>
                    <a:pt x="1333500" y="33528"/>
                  </a:lnTo>
                  <a:close/>
                </a:path>
                <a:path w="1333500" h="214629">
                  <a:moveTo>
                    <a:pt x="133350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33500" y="31242"/>
                  </a:lnTo>
                  <a:lnTo>
                    <a:pt x="1333500" y="30480"/>
                  </a:lnTo>
                  <a:close/>
                </a:path>
                <a:path w="1333500" h="214629">
                  <a:moveTo>
                    <a:pt x="133350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33500" y="28194"/>
                  </a:lnTo>
                  <a:lnTo>
                    <a:pt x="1333500" y="27432"/>
                  </a:lnTo>
                  <a:close/>
                </a:path>
                <a:path w="1333500" h="214629">
                  <a:moveTo>
                    <a:pt x="133350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33500" y="25146"/>
                  </a:lnTo>
                  <a:lnTo>
                    <a:pt x="1333500" y="24384"/>
                  </a:lnTo>
                  <a:close/>
                </a:path>
                <a:path w="1333500" h="214629">
                  <a:moveTo>
                    <a:pt x="133350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33500" y="22098"/>
                  </a:lnTo>
                  <a:lnTo>
                    <a:pt x="1333500" y="21336"/>
                  </a:lnTo>
                  <a:close/>
                </a:path>
                <a:path w="1333500" h="214629">
                  <a:moveTo>
                    <a:pt x="133350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33500" y="19050"/>
                  </a:lnTo>
                  <a:lnTo>
                    <a:pt x="1333500" y="18288"/>
                  </a:lnTo>
                  <a:close/>
                </a:path>
                <a:path w="1333500" h="214629">
                  <a:moveTo>
                    <a:pt x="133350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33500" y="16002"/>
                  </a:lnTo>
                  <a:lnTo>
                    <a:pt x="1333500" y="15240"/>
                  </a:lnTo>
                  <a:close/>
                </a:path>
                <a:path w="1333500" h="214629">
                  <a:moveTo>
                    <a:pt x="133350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33500" y="12954"/>
                  </a:lnTo>
                  <a:lnTo>
                    <a:pt x="1333500" y="12192"/>
                  </a:lnTo>
                  <a:close/>
                </a:path>
                <a:path w="1333500" h="214629">
                  <a:moveTo>
                    <a:pt x="133350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33500" y="9906"/>
                  </a:lnTo>
                  <a:lnTo>
                    <a:pt x="1333500" y="9144"/>
                  </a:lnTo>
                  <a:close/>
                </a:path>
                <a:path w="1333500" h="214629">
                  <a:moveTo>
                    <a:pt x="133350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33500" y="6858"/>
                  </a:lnTo>
                  <a:lnTo>
                    <a:pt x="1333500" y="6096"/>
                  </a:lnTo>
                  <a:close/>
                </a:path>
                <a:path w="1333500" h="214629">
                  <a:moveTo>
                    <a:pt x="133350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33500" y="3810"/>
                  </a:lnTo>
                  <a:lnTo>
                    <a:pt x="1333500" y="3048"/>
                  </a:lnTo>
                  <a:close/>
                </a:path>
                <a:path w="1333500" h="214629">
                  <a:moveTo>
                    <a:pt x="133350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333500" y="762"/>
                  </a:lnTo>
                  <a:lnTo>
                    <a:pt x="1333500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7153783" y="4223655"/>
              <a:ext cx="1333500" cy="214629"/>
            </a:xfrm>
            <a:custGeom>
              <a:avLst/>
              <a:gdLst/>
              <a:ahLst/>
              <a:cxnLst/>
              <a:rect l="l" t="t" r="r" b="b"/>
              <a:pathLst>
                <a:path w="1333500" h="214629">
                  <a:moveTo>
                    <a:pt x="133350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333500" y="214122"/>
                  </a:lnTo>
                  <a:lnTo>
                    <a:pt x="1333500" y="213360"/>
                  </a:lnTo>
                  <a:close/>
                </a:path>
                <a:path w="1333500" h="214629">
                  <a:moveTo>
                    <a:pt x="133350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333500" y="211074"/>
                  </a:lnTo>
                  <a:lnTo>
                    <a:pt x="1333500" y="210312"/>
                  </a:lnTo>
                  <a:close/>
                </a:path>
                <a:path w="1333500" h="214629">
                  <a:moveTo>
                    <a:pt x="133350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333500" y="208026"/>
                  </a:lnTo>
                  <a:lnTo>
                    <a:pt x="1333500" y="207264"/>
                  </a:lnTo>
                  <a:close/>
                </a:path>
                <a:path w="1333500" h="214629">
                  <a:moveTo>
                    <a:pt x="133350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333500" y="204978"/>
                  </a:lnTo>
                  <a:lnTo>
                    <a:pt x="1333500" y="204216"/>
                  </a:lnTo>
                  <a:close/>
                </a:path>
                <a:path w="1333500" h="214629">
                  <a:moveTo>
                    <a:pt x="133350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333500" y="201930"/>
                  </a:lnTo>
                  <a:lnTo>
                    <a:pt x="1333500" y="201168"/>
                  </a:lnTo>
                  <a:close/>
                </a:path>
                <a:path w="1333500" h="214629">
                  <a:moveTo>
                    <a:pt x="133350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333500" y="198882"/>
                  </a:lnTo>
                  <a:lnTo>
                    <a:pt x="1333500" y="198120"/>
                  </a:lnTo>
                  <a:close/>
                </a:path>
                <a:path w="1333500" h="214629">
                  <a:moveTo>
                    <a:pt x="133350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333500" y="195834"/>
                  </a:lnTo>
                  <a:lnTo>
                    <a:pt x="1333500" y="195072"/>
                  </a:lnTo>
                  <a:close/>
                </a:path>
                <a:path w="1333500" h="214629">
                  <a:moveTo>
                    <a:pt x="133350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333500" y="192786"/>
                  </a:lnTo>
                  <a:lnTo>
                    <a:pt x="1333500" y="192024"/>
                  </a:lnTo>
                  <a:close/>
                </a:path>
                <a:path w="1333500" h="214629">
                  <a:moveTo>
                    <a:pt x="133350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333500" y="189738"/>
                  </a:lnTo>
                  <a:lnTo>
                    <a:pt x="1333500" y="188976"/>
                  </a:lnTo>
                  <a:close/>
                </a:path>
                <a:path w="1333500" h="214629">
                  <a:moveTo>
                    <a:pt x="133350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333500" y="186690"/>
                  </a:lnTo>
                  <a:lnTo>
                    <a:pt x="1333500" y="185928"/>
                  </a:lnTo>
                  <a:close/>
                </a:path>
                <a:path w="1333500" h="214629">
                  <a:moveTo>
                    <a:pt x="133350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333500" y="183642"/>
                  </a:lnTo>
                  <a:lnTo>
                    <a:pt x="1333500" y="182880"/>
                  </a:lnTo>
                  <a:close/>
                </a:path>
                <a:path w="1333500" h="214629">
                  <a:moveTo>
                    <a:pt x="133350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333500" y="180594"/>
                  </a:lnTo>
                  <a:lnTo>
                    <a:pt x="1333500" y="179832"/>
                  </a:lnTo>
                  <a:close/>
                </a:path>
                <a:path w="1333500" h="214629">
                  <a:moveTo>
                    <a:pt x="133350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333500" y="177546"/>
                  </a:lnTo>
                  <a:lnTo>
                    <a:pt x="1333500" y="176784"/>
                  </a:lnTo>
                  <a:close/>
                </a:path>
                <a:path w="1333500" h="214629">
                  <a:moveTo>
                    <a:pt x="133350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333500" y="174498"/>
                  </a:lnTo>
                  <a:lnTo>
                    <a:pt x="1333500" y="173736"/>
                  </a:lnTo>
                  <a:close/>
                </a:path>
                <a:path w="1333500" h="214629">
                  <a:moveTo>
                    <a:pt x="133350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333500" y="171450"/>
                  </a:lnTo>
                  <a:lnTo>
                    <a:pt x="1333500" y="170688"/>
                  </a:lnTo>
                  <a:close/>
                </a:path>
                <a:path w="1333500" h="214629">
                  <a:moveTo>
                    <a:pt x="133350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333500" y="168402"/>
                  </a:lnTo>
                  <a:lnTo>
                    <a:pt x="1333500" y="167640"/>
                  </a:lnTo>
                  <a:close/>
                </a:path>
                <a:path w="1333500" h="214629">
                  <a:moveTo>
                    <a:pt x="133350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333500" y="165354"/>
                  </a:lnTo>
                  <a:lnTo>
                    <a:pt x="1333500" y="164592"/>
                  </a:lnTo>
                  <a:close/>
                </a:path>
                <a:path w="1333500" h="214629">
                  <a:moveTo>
                    <a:pt x="133350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333500" y="162306"/>
                  </a:lnTo>
                  <a:lnTo>
                    <a:pt x="1333500" y="161544"/>
                  </a:lnTo>
                  <a:close/>
                </a:path>
                <a:path w="1333500" h="214629">
                  <a:moveTo>
                    <a:pt x="133350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333500" y="159258"/>
                  </a:lnTo>
                  <a:lnTo>
                    <a:pt x="1333500" y="158496"/>
                  </a:lnTo>
                  <a:close/>
                </a:path>
                <a:path w="1333500" h="214629">
                  <a:moveTo>
                    <a:pt x="133350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333500" y="156210"/>
                  </a:lnTo>
                  <a:lnTo>
                    <a:pt x="1333500" y="155448"/>
                  </a:lnTo>
                  <a:close/>
                </a:path>
                <a:path w="1333500" h="214629">
                  <a:moveTo>
                    <a:pt x="133350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333500" y="153162"/>
                  </a:lnTo>
                  <a:lnTo>
                    <a:pt x="1333500" y="152400"/>
                  </a:lnTo>
                  <a:close/>
                </a:path>
                <a:path w="1333500" h="214629">
                  <a:moveTo>
                    <a:pt x="133350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333500" y="150114"/>
                  </a:lnTo>
                  <a:lnTo>
                    <a:pt x="1333500" y="149352"/>
                  </a:lnTo>
                  <a:close/>
                </a:path>
                <a:path w="1333500" h="214629">
                  <a:moveTo>
                    <a:pt x="133350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333500" y="147066"/>
                  </a:lnTo>
                  <a:lnTo>
                    <a:pt x="1333500" y="146304"/>
                  </a:lnTo>
                  <a:close/>
                </a:path>
                <a:path w="1333500" h="214629">
                  <a:moveTo>
                    <a:pt x="133350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333500" y="144018"/>
                  </a:lnTo>
                  <a:lnTo>
                    <a:pt x="1333500" y="143256"/>
                  </a:lnTo>
                  <a:close/>
                </a:path>
                <a:path w="1333500" h="214629">
                  <a:moveTo>
                    <a:pt x="133350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333500" y="140970"/>
                  </a:lnTo>
                  <a:lnTo>
                    <a:pt x="1333500" y="140208"/>
                  </a:lnTo>
                  <a:close/>
                </a:path>
                <a:path w="1333500" h="214629">
                  <a:moveTo>
                    <a:pt x="133350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333500" y="137922"/>
                  </a:lnTo>
                  <a:lnTo>
                    <a:pt x="1333500" y="137160"/>
                  </a:lnTo>
                  <a:close/>
                </a:path>
                <a:path w="1333500" h="214629">
                  <a:moveTo>
                    <a:pt x="133350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333500" y="134874"/>
                  </a:lnTo>
                  <a:lnTo>
                    <a:pt x="1333500" y="134112"/>
                  </a:lnTo>
                  <a:close/>
                </a:path>
                <a:path w="1333500" h="214629">
                  <a:moveTo>
                    <a:pt x="133350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333500" y="131826"/>
                  </a:lnTo>
                  <a:lnTo>
                    <a:pt x="1333500" y="131064"/>
                  </a:lnTo>
                  <a:close/>
                </a:path>
                <a:path w="1333500" h="214629">
                  <a:moveTo>
                    <a:pt x="133350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333500" y="128778"/>
                  </a:lnTo>
                  <a:lnTo>
                    <a:pt x="1333500" y="128016"/>
                  </a:lnTo>
                  <a:close/>
                </a:path>
                <a:path w="1333500" h="214629">
                  <a:moveTo>
                    <a:pt x="133350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333500" y="125730"/>
                  </a:lnTo>
                  <a:lnTo>
                    <a:pt x="1333500" y="124968"/>
                  </a:lnTo>
                  <a:close/>
                </a:path>
                <a:path w="1333500" h="214629">
                  <a:moveTo>
                    <a:pt x="133350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333500" y="122682"/>
                  </a:lnTo>
                  <a:lnTo>
                    <a:pt x="1333500" y="121920"/>
                  </a:lnTo>
                  <a:close/>
                </a:path>
                <a:path w="1333500" h="214629">
                  <a:moveTo>
                    <a:pt x="133350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333500" y="119634"/>
                  </a:lnTo>
                  <a:lnTo>
                    <a:pt x="1333500" y="118872"/>
                  </a:lnTo>
                  <a:close/>
                </a:path>
                <a:path w="1333500" h="214629">
                  <a:moveTo>
                    <a:pt x="133350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333500" y="116586"/>
                  </a:lnTo>
                  <a:lnTo>
                    <a:pt x="1333500" y="115824"/>
                  </a:lnTo>
                  <a:close/>
                </a:path>
                <a:path w="1333500" h="214629">
                  <a:moveTo>
                    <a:pt x="133350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333500" y="113538"/>
                  </a:lnTo>
                  <a:lnTo>
                    <a:pt x="1333500" y="112776"/>
                  </a:lnTo>
                  <a:close/>
                </a:path>
                <a:path w="1333500" h="214629">
                  <a:moveTo>
                    <a:pt x="133350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333500" y="110490"/>
                  </a:lnTo>
                  <a:lnTo>
                    <a:pt x="1333500" y="109728"/>
                  </a:lnTo>
                  <a:close/>
                </a:path>
                <a:path w="1333500" h="214629">
                  <a:moveTo>
                    <a:pt x="133350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33500" y="107442"/>
                  </a:lnTo>
                  <a:lnTo>
                    <a:pt x="1333500" y="106680"/>
                  </a:lnTo>
                  <a:close/>
                </a:path>
                <a:path w="1333500" h="214629">
                  <a:moveTo>
                    <a:pt x="133350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33500" y="104394"/>
                  </a:lnTo>
                  <a:lnTo>
                    <a:pt x="1333500" y="103632"/>
                  </a:lnTo>
                  <a:close/>
                </a:path>
                <a:path w="1333500" h="214629">
                  <a:moveTo>
                    <a:pt x="133350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33500" y="101346"/>
                  </a:lnTo>
                  <a:lnTo>
                    <a:pt x="1333500" y="100584"/>
                  </a:lnTo>
                  <a:close/>
                </a:path>
                <a:path w="1333500" h="214629">
                  <a:moveTo>
                    <a:pt x="133350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33500" y="98298"/>
                  </a:lnTo>
                  <a:lnTo>
                    <a:pt x="1333500" y="97536"/>
                  </a:lnTo>
                  <a:close/>
                </a:path>
                <a:path w="1333500" h="214629">
                  <a:moveTo>
                    <a:pt x="133350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33500" y="95250"/>
                  </a:lnTo>
                  <a:lnTo>
                    <a:pt x="1333500" y="94488"/>
                  </a:lnTo>
                  <a:close/>
                </a:path>
                <a:path w="1333500" h="214629">
                  <a:moveTo>
                    <a:pt x="133350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33500" y="92202"/>
                  </a:lnTo>
                  <a:lnTo>
                    <a:pt x="1333500" y="91440"/>
                  </a:lnTo>
                  <a:close/>
                </a:path>
                <a:path w="1333500" h="214629">
                  <a:moveTo>
                    <a:pt x="133350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33500" y="89154"/>
                  </a:lnTo>
                  <a:lnTo>
                    <a:pt x="1333500" y="88392"/>
                  </a:lnTo>
                  <a:close/>
                </a:path>
                <a:path w="1333500" h="214629">
                  <a:moveTo>
                    <a:pt x="133350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33500" y="86106"/>
                  </a:lnTo>
                  <a:lnTo>
                    <a:pt x="1333500" y="85344"/>
                  </a:lnTo>
                  <a:close/>
                </a:path>
                <a:path w="1333500" h="214629">
                  <a:moveTo>
                    <a:pt x="133350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33500" y="83058"/>
                  </a:lnTo>
                  <a:lnTo>
                    <a:pt x="1333500" y="82296"/>
                  </a:lnTo>
                  <a:close/>
                </a:path>
                <a:path w="1333500" h="214629">
                  <a:moveTo>
                    <a:pt x="133350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33500" y="80010"/>
                  </a:lnTo>
                  <a:lnTo>
                    <a:pt x="1333500" y="79248"/>
                  </a:lnTo>
                  <a:close/>
                </a:path>
                <a:path w="1333500" h="214629">
                  <a:moveTo>
                    <a:pt x="133350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33500" y="76962"/>
                  </a:lnTo>
                  <a:lnTo>
                    <a:pt x="1333500" y="76200"/>
                  </a:lnTo>
                  <a:close/>
                </a:path>
                <a:path w="1333500" h="214629">
                  <a:moveTo>
                    <a:pt x="133350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33500" y="73914"/>
                  </a:lnTo>
                  <a:lnTo>
                    <a:pt x="1333500" y="73152"/>
                  </a:lnTo>
                  <a:close/>
                </a:path>
                <a:path w="1333500" h="214629">
                  <a:moveTo>
                    <a:pt x="133350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33500" y="70866"/>
                  </a:lnTo>
                  <a:lnTo>
                    <a:pt x="1333500" y="70104"/>
                  </a:lnTo>
                  <a:close/>
                </a:path>
                <a:path w="1333500" h="214629">
                  <a:moveTo>
                    <a:pt x="133350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33500" y="67818"/>
                  </a:lnTo>
                  <a:lnTo>
                    <a:pt x="1333500" y="67056"/>
                  </a:lnTo>
                  <a:close/>
                </a:path>
                <a:path w="1333500" h="214629">
                  <a:moveTo>
                    <a:pt x="133350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33500" y="64770"/>
                  </a:lnTo>
                  <a:lnTo>
                    <a:pt x="1333500" y="64008"/>
                  </a:lnTo>
                  <a:close/>
                </a:path>
                <a:path w="1333500" h="214629">
                  <a:moveTo>
                    <a:pt x="133350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33500" y="61722"/>
                  </a:lnTo>
                  <a:lnTo>
                    <a:pt x="1333500" y="60960"/>
                  </a:lnTo>
                  <a:close/>
                </a:path>
                <a:path w="1333500" h="214629">
                  <a:moveTo>
                    <a:pt x="133350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33500" y="58674"/>
                  </a:lnTo>
                  <a:lnTo>
                    <a:pt x="1333500" y="57912"/>
                  </a:lnTo>
                  <a:close/>
                </a:path>
                <a:path w="1333500" h="214629">
                  <a:moveTo>
                    <a:pt x="133350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33500" y="55626"/>
                  </a:lnTo>
                  <a:lnTo>
                    <a:pt x="1333500" y="54864"/>
                  </a:lnTo>
                  <a:close/>
                </a:path>
                <a:path w="1333500" h="214629">
                  <a:moveTo>
                    <a:pt x="133350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33500" y="52578"/>
                  </a:lnTo>
                  <a:lnTo>
                    <a:pt x="1333500" y="51816"/>
                  </a:lnTo>
                  <a:close/>
                </a:path>
                <a:path w="1333500" h="214629">
                  <a:moveTo>
                    <a:pt x="133350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33500" y="49530"/>
                  </a:lnTo>
                  <a:lnTo>
                    <a:pt x="1333500" y="48768"/>
                  </a:lnTo>
                  <a:close/>
                </a:path>
                <a:path w="1333500" h="214629">
                  <a:moveTo>
                    <a:pt x="133350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33500" y="46482"/>
                  </a:lnTo>
                  <a:lnTo>
                    <a:pt x="1333500" y="45720"/>
                  </a:lnTo>
                  <a:close/>
                </a:path>
                <a:path w="1333500" h="214629">
                  <a:moveTo>
                    <a:pt x="133350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33500" y="43434"/>
                  </a:lnTo>
                  <a:lnTo>
                    <a:pt x="1333500" y="42672"/>
                  </a:lnTo>
                  <a:close/>
                </a:path>
                <a:path w="1333500" h="214629">
                  <a:moveTo>
                    <a:pt x="133350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33500" y="40386"/>
                  </a:lnTo>
                  <a:lnTo>
                    <a:pt x="1333500" y="39624"/>
                  </a:lnTo>
                  <a:close/>
                </a:path>
                <a:path w="1333500" h="214629">
                  <a:moveTo>
                    <a:pt x="133350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33500" y="37338"/>
                  </a:lnTo>
                  <a:lnTo>
                    <a:pt x="1333500" y="36576"/>
                  </a:lnTo>
                  <a:close/>
                </a:path>
                <a:path w="1333500" h="214629">
                  <a:moveTo>
                    <a:pt x="133350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33500" y="34290"/>
                  </a:lnTo>
                  <a:lnTo>
                    <a:pt x="1333500" y="33528"/>
                  </a:lnTo>
                  <a:close/>
                </a:path>
                <a:path w="1333500" h="214629">
                  <a:moveTo>
                    <a:pt x="133350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33500" y="31242"/>
                  </a:lnTo>
                  <a:lnTo>
                    <a:pt x="1333500" y="30480"/>
                  </a:lnTo>
                  <a:close/>
                </a:path>
                <a:path w="1333500" h="214629">
                  <a:moveTo>
                    <a:pt x="133350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33500" y="28194"/>
                  </a:lnTo>
                  <a:lnTo>
                    <a:pt x="1333500" y="27432"/>
                  </a:lnTo>
                  <a:close/>
                </a:path>
                <a:path w="1333500" h="214629">
                  <a:moveTo>
                    <a:pt x="133350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33500" y="25146"/>
                  </a:lnTo>
                  <a:lnTo>
                    <a:pt x="1333500" y="24384"/>
                  </a:lnTo>
                  <a:close/>
                </a:path>
                <a:path w="1333500" h="214629">
                  <a:moveTo>
                    <a:pt x="133350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33500" y="22098"/>
                  </a:lnTo>
                  <a:lnTo>
                    <a:pt x="1333500" y="21336"/>
                  </a:lnTo>
                  <a:close/>
                </a:path>
                <a:path w="1333500" h="214629">
                  <a:moveTo>
                    <a:pt x="133350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33500" y="19050"/>
                  </a:lnTo>
                  <a:lnTo>
                    <a:pt x="1333500" y="18288"/>
                  </a:lnTo>
                  <a:close/>
                </a:path>
                <a:path w="1333500" h="214629">
                  <a:moveTo>
                    <a:pt x="133350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33500" y="16002"/>
                  </a:lnTo>
                  <a:lnTo>
                    <a:pt x="1333500" y="15240"/>
                  </a:lnTo>
                  <a:close/>
                </a:path>
                <a:path w="1333500" h="214629">
                  <a:moveTo>
                    <a:pt x="133350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33500" y="12954"/>
                  </a:lnTo>
                  <a:lnTo>
                    <a:pt x="1333500" y="12192"/>
                  </a:lnTo>
                  <a:close/>
                </a:path>
                <a:path w="1333500" h="214629">
                  <a:moveTo>
                    <a:pt x="133350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33500" y="9906"/>
                  </a:lnTo>
                  <a:lnTo>
                    <a:pt x="1333500" y="9144"/>
                  </a:lnTo>
                  <a:close/>
                </a:path>
                <a:path w="1333500" h="214629">
                  <a:moveTo>
                    <a:pt x="133350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33500" y="6858"/>
                  </a:lnTo>
                  <a:lnTo>
                    <a:pt x="1333500" y="6096"/>
                  </a:lnTo>
                  <a:close/>
                </a:path>
                <a:path w="1333500" h="214629">
                  <a:moveTo>
                    <a:pt x="133350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33500" y="3810"/>
                  </a:lnTo>
                  <a:lnTo>
                    <a:pt x="1333500" y="3048"/>
                  </a:lnTo>
                  <a:close/>
                </a:path>
                <a:path w="1333500" h="214629">
                  <a:moveTo>
                    <a:pt x="133350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333500" y="762"/>
                  </a:lnTo>
                  <a:lnTo>
                    <a:pt x="1333500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7153783" y="4437015"/>
              <a:ext cx="1333500" cy="214629"/>
            </a:xfrm>
            <a:custGeom>
              <a:avLst/>
              <a:gdLst/>
              <a:ahLst/>
              <a:cxnLst/>
              <a:rect l="l" t="t" r="r" b="b"/>
              <a:pathLst>
                <a:path w="1333500" h="214629">
                  <a:moveTo>
                    <a:pt x="133350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333500" y="214122"/>
                  </a:lnTo>
                  <a:lnTo>
                    <a:pt x="1333500" y="213360"/>
                  </a:lnTo>
                  <a:close/>
                </a:path>
                <a:path w="1333500" h="214629">
                  <a:moveTo>
                    <a:pt x="133350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333500" y="211074"/>
                  </a:lnTo>
                  <a:lnTo>
                    <a:pt x="1333500" y="210312"/>
                  </a:lnTo>
                  <a:close/>
                </a:path>
                <a:path w="1333500" h="214629">
                  <a:moveTo>
                    <a:pt x="133350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333500" y="208026"/>
                  </a:lnTo>
                  <a:lnTo>
                    <a:pt x="1333500" y="207264"/>
                  </a:lnTo>
                  <a:close/>
                </a:path>
                <a:path w="1333500" h="214629">
                  <a:moveTo>
                    <a:pt x="133350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333500" y="204978"/>
                  </a:lnTo>
                  <a:lnTo>
                    <a:pt x="1333500" y="204216"/>
                  </a:lnTo>
                  <a:close/>
                </a:path>
                <a:path w="1333500" h="214629">
                  <a:moveTo>
                    <a:pt x="133350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333500" y="201930"/>
                  </a:lnTo>
                  <a:lnTo>
                    <a:pt x="1333500" y="201168"/>
                  </a:lnTo>
                  <a:close/>
                </a:path>
                <a:path w="1333500" h="214629">
                  <a:moveTo>
                    <a:pt x="133350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333500" y="198882"/>
                  </a:lnTo>
                  <a:lnTo>
                    <a:pt x="1333500" y="198120"/>
                  </a:lnTo>
                  <a:close/>
                </a:path>
                <a:path w="1333500" h="214629">
                  <a:moveTo>
                    <a:pt x="133350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333500" y="195834"/>
                  </a:lnTo>
                  <a:lnTo>
                    <a:pt x="1333500" y="195072"/>
                  </a:lnTo>
                  <a:close/>
                </a:path>
                <a:path w="1333500" h="214629">
                  <a:moveTo>
                    <a:pt x="133350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333500" y="192786"/>
                  </a:lnTo>
                  <a:lnTo>
                    <a:pt x="1333500" y="192024"/>
                  </a:lnTo>
                  <a:close/>
                </a:path>
                <a:path w="1333500" h="214629">
                  <a:moveTo>
                    <a:pt x="133350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333500" y="189738"/>
                  </a:lnTo>
                  <a:lnTo>
                    <a:pt x="1333500" y="188976"/>
                  </a:lnTo>
                  <a:close/>
                </a:path>
                <a:path w="1333500" h="214629">
                  <a:moveTo>
                    <a:pt x="133350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333500" y="186690"/>
                  </a:lnTo>
                  <a:lnTo>
                    <a:pt x="1333500" y="185928"/>
                  </a:lnTo>
                  <a:close/>
                </a:path>
                <a:path w="1333500" h="214629">
                  <a:moveTo>
                    <a:pt x="133350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333500" y="183642"/>
                  </a:lnTo>
                  <a:lnTo>
                    <a:pt x="1333500" y="182880"/>
                  </a:lnTo>
                  <a:close/>
                </a:path>
                <a:path w="1333500" h="214629">
                  <a:moveTo>
                    <a:pt x="133350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333500" y="180594"/>
                  </a:lnTo>
                  <a:lnTo>
                    <a:pt x="1333500" y="179832"/>
                  </a:lnTo>
                  <a:close/>
                </a:path>
                <a:path w="1333500" h="214629">
                  <a:moveTo>
                    <a:pt x="133350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333500" y="177546"/>
                  </a:lnTo>
                  <a:lnTo>
                    <a:pt x="1333500" y="176784"/>
                  </a:lnTo>
                  <a:close/>
                </a:path>
                <a:path w="1333500" h="214629">
                  <a:moveTo>
                    <a:pt x="133350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333500" y="174498"/>
                  </a:lnTo>
                  <a:lnTo>
                    <a:pt x="1333500" y="173736"/>
                  </a:lnTo>
                  <a:close/>
                </a:path>
                <a:path w="1333500" h="214629">
                  <a:moveTo>
                    <a:pt x="133350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333500" y="171450"/>
                  </a:lnTo>
                  <a:lnTo>
                    <a:pt x="1333500" y="170688"/>
                  </a:lnTo>
                  <a:close/>
                </a:path>
                <a:path w="1333500" h="214629">
                  <a:moveTo>
                    <a:pt x="133350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333500" y="168402"/>
                  </a:lnTo>
                  <a:lnTo>
                    <a:pt x="1333500" y="167640"/>
                  </a:lnTo>
                  <a:close/>
                </a:path>
                <a:path w="1333500" h="214629">
                  <a:moveTo>
                    <a:pt x="133350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333500" y="165354"/>
                  </a:lnTo>
                  <a:lnTo>
                    <a:pt x="1333500" y="164592"/>
                  </a:lnTo>
                  <a:close/>
                </a:path>
                <a:path w="1333500" h="214629">
                  <a:moveTo>
                    <a:pt x="133350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333500" y="162306"/>
                  </a:lnTo>
                  <a:lnTo>
                    <a:pt x="1333500" y="161544"/>
                  </a:lnTo>
                  <a:close/>
                </a:path>
                <a:path w="1333500" h="214629">
                  <a:moveTo>
                    <a:pt x="133350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333500" y="159258"/>
                  </a:lnTo>
                  <a:lnTo>
                    <a:pt x="1333500" y="158496"/>
                  </a:lnTo>
                  <a:close/>
                </a:path>
                <a:path w="1333500" h="214629">
                  <a:moveTo>
                    <a:pt x="133350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333500" y="156210"/>
                  </a:lnTo>
                  <a:lnTo>
                    <a:pt x="1333500" y="155448"/>
                  </a:lnTo>
                  <a:close/>
                </a:path>
                <a:path w="1333500" h="214629">
                  <a:moveTo>
                    <a:pt x="133350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333500" y="153162"/>
                  </a:lnTo>
                  <a:lnTo>
                    <a:pt x="1333500" y="152400"/>
                  </a:lnTo>
                  <a:close/>
                </a:path>
                <a:path w="1333500" h="214629">
                  <a:moveTo>
                    <a:pt x="133350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333500" y="150114"/>
                  </a:lnTo>
                  <a:lnTo>
                    <a:pt x="1333500" y="149352"/>
                  </a:lnTo>
                  <a:close/>
                </a:path>
                <a:path w="1333500" h="214629">
                  <a:moveTo>
                    <a:pt x="133350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333500" y="147066"/>
                  </a:lnTo>
                  <a:lnTo>
                    <a:pt x="1333500" y="146304"/>
                  </a:lnTo>
                  <a:close/>
                </a:path>
                <a:path w="1333500" h="214629">
                  <a:moveTo>
                    <a:pt x="133350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333500" y="144018"/>
                  </a:lnTo>
                  <a:lnTo>
                    <a:pt x="1333500" y="143256"/>
                  </a:lnTo>
                  <a:close/>
                </a:path>
                <a:path w="1333500" h="214629">
                  <a:moveTo>
                    <a:pt x="133350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333500" y="140970"/>
                  </a:lnTo>
                  <a:lnTo>
                    <a:pt x="1333500" y="140208"/>
                  </a:lnTo>
                  <a:close/>
                </a:path>
                <a:path w="1333500" h="214629">
                  <a:moveTo>
                    <a:pt x="133350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333500" y="137922"/>
                  </a:lnTo>
                  <a:lnTo>
                    <a:pt x="1333500" y="137160"/>
                  </a:lnTo>
                  <a:close/>
                </a:path>
                <a:path w="1333500" h="214629">
                  <a:moveTo>
                    <a:pt x="133350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333500" y="134874"/>
                  </a:lnTo>
                  <a:lnTo>
                    <a:pt x="1333500" y="134112"/>
                  </a:lnTo>
                  <a:close/>
                </a:path>
                <a:path w="1333500" h="214629">
                  <a:moveTo>
                    <a:pt x="133350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333500" y="131826"/>
                  </a:lnTo>
                  <a:lnTo>
                    <a:pt x="1333500" y="131064"/>
                  </a:lnTo>
                  <a:close/>
                </a:path>
                <a:path w="1333500" h="214629">
                  <a:moveTo>
                    <a:pt x="133350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333500" y="128778"/>
                  </a:lnTo>
                  <a:lnTo>
                    <a:pt x="1333500" y="128016"/>
                  </a:lnTo>
                  <a:close/>
                </a:path>
                <a:path w="1333500" h="214629">
                  <a:moveTo>
                    <a:pt x="133350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333500" y="125730"/>
                  </a:lnTo>
                  <a:lnTo>
                    <a:pt x="1333500" y="124968"/>
                  </a:lnTo>
                  <a:close/>
                </a:path>
                <a:path w="1333500" h="214629">
                  <a:moveTo>
                    <a:pt x="133350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333500" y="122682"/>
                  </a:lnTo>
                  <a:lnTo>
                    <a:pt x="1333500" y="121920"/>
                  </a:lnTo>
                  <a:close/>
                </a:path>
                <a:path w="1333500" h="214629">
                  <a:moveTo>
                    <a:pt x="133350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333500" y="119634"/>
                  </a:lnTo>
                  <a:lnTo>
                    <a:pt x="1333500" y="118872"/>
                  </a:lnTo>
                  <a:close/>
                </a:path>
                <a:path w="1333500" h="214629">
                  <a:moveTo>
                    <a:pt x="133350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333500" y="116586"/>
                  </a:lnTo>
                  <a:lnTo>
                    <a:pt x="1333500" y="115824"/>
                  </a:lnTo>
                  <a:close/>
                </a:path>
                <a:path w="1333500" h="214629">
                  <a:moveTo>
                    <a:pt x="133350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333500" y="113538"/>
                  </a:lnTo>
                  <a:lnTo>
                    <a:pt x="1333500" y="112776"/>
                  </a:lnTo>
                  <a:close/>
                </a:path>
                <a:path w="1333500" h="214629">
                  <a:moveTo>
                    <a:pt x="133350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333500" y="110490"/>
                  </a:lnTo>
                  <a:lnTo>
                    <a:pt x="1333500" y="109728"/>
                  </a:lnTo>
                  <a:close/>
                </a:path>
                <a:path w="1333500" h="214629">
                  <a:moveTo>
                    <a:pt x="133350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33500" y="107442"/>
                  </a:lnTo>
                  <a:lnTo>
                    <a:pt x="1333500" y="106680"/>
                  </a:lnTo>
                  <a:close/>
                </a:path>
                <a:path w="1333500" h="214629">
                  <a:moveTo>
                    <a:pt x="133350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33500" y="104394"/>
                  </a:lnTo>
                  <a:lnTo>
                    <a:pt x="1333500" y="103632"/>
                  </a:lnTo>
                  <a:close/>
                </a:path>
                <a:path w="1333500" h="214629">
                  <a:moveTo>
                    <a:pt x="133350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33500" y="101346"/>
                  </a:lnTo>
                  <a:lnTo>
                    <a:pt x="1333500" y="100584"/>
                  </a:lnTo>
                  <a:close/>
                </a:path>
                <a:path w="1333500" h="214629">
                  <a:moveTo>
                    <a:pt x="133350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33500" y="98298"/>
                  </a:lnTo>
                  <a:lnTo>
                    <a:pt x="1333500" y="97536"/>
                  </a:lnTo>
                  <a:close/>
                </a:path>
                <a:path w="1333500" h="214629">
                  <a:moveTo>
                    <a:pt x="133350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33500" y="95250"/>
                  </a:lnTo>
                  <a:lnTo>
                    <a:pt x="1333500" y="94488"/>
                  </a:lnTo>
                  <a:close/>
                </a:path>
                <a:path w="1333500" h="214629">
                  <a:moveTo>
                    <a:pt x="133350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33500" y="92202"/>
                  </a:lnTo>
                  <a:lnTo>
                    <a:pt x="1333500" y="91440"/>
                  </a:lnTo>
                  <a:close/>
                </a:path>
                <a:path w="1333500" h="214629">
                  <a:moveTo>
                    <a:pt x="133350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33500" y="89154"/>
                  </a:lnTo>
                  <a:lnTo>
                    <a:pt x="1333500" y="88392"/>
                  </a:lnTo>
                  <a:close/>
                </a:path>
                <a:path w="1333500" h="214629">
                  <a:moveTo>
                    <a:pt x="133350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33500" y="86106"/>
                  </a:lnTo>
                  <a:lnTo>
                    <a:pt x="1333500" y="85344"/>
                  </a:lnTo>
                  <a:close/>
                </a:path>
                <a:path w="1333500" h="214629">
                  <a:moveTo>
                    <a:pt x="133350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33500" y="83058"/>
                  </a:lnTo>
                  <a:lnTo>
                    <a:pt x="1333500" y="82296"/>
                  </a:lnTo>
                  <a:close/>
                </a:path>
                <a:path w="1333500" h="214629">
                  <a:moveTo>
                    <a:pt x="133350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33500" y="80010"/>
                  </a:lnTo>
                  <a:lnTo>
                    <a:pt x="1333500" y="79248"/>
                  </a:lnTo>
                  <a:close/>
                </a:path>
                <a:path w="1333500" h="214629">
                  <a:moveTo>
                    <a:pt x="133350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33500" y="76962"/>
                  </a:lnTo>
                  <a:lnTo>
                    <a:pt x="1333500" y="76200"/>
                  </a:lnTo>
                  <a:close/>
                </a:path>
                <a:path w="1333500" h="214629">
                  <a:moveTo>
                    <a:pt x="133350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33500" y="73914"/>
                  </a:lnTo>
                  <a:lnTo>
                    <a:pt x="1333500" y="73152"/>
                  </a:lnTo>
                  <a:close/>
                </a:path>
                <a:path w="1333500" h="214629">
                  <a:moveTo>
                    <a:pt x="133350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33500" y="70866"/>
                  </a:lnTo>
                  <a:lnTo>
                    <a:pt x="1333500" y="70104"/>
                  </a:lnTo>
                  <a:close/>
                </a:path>
                <a:path w="1333500" h="214629">
                  <a:moveTo>
                    <a:pt x="133350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33500" y="67818"/>
                  </a:lnTo>
                  <a:lnTo>
                    <a:pt x="1333500" y="67056"/>
                  </a:lnTo>
                  <a:close/>
                </a:path>
                <a:path w="1333500" h="214629">
                  <a:moveTo>
                    <a:pt x="133350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33500" y="64770"/>
                  </a:lnTo>
                  <a:lnTo>
                    <a:pt x="1333500" y="64008"/>
                  </a:lnTo>
                  <a:close/>
                </a:path>
                <a:path w="1333500" h="214629">
                  <a:moveTo>
                    <a:pt x="133350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33500" y="61722"/>
                  </a:lnTo>
                  <a:lnTo>
                    <a:pt x="1333500" y="60960"/>
                  </a:lnTo>
                  <a:close/>
                </a:path>
                <a:path w="1333500" h="214629">
                  <a:moveTo>
                    <a:pt x="133350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33500" y="58674"/>
                  </a:lnTo>
                  <a:lnTo>
                    <a:pt x="1333500" y="57912"/>
                  </a:lnTo>
                  <a:close/>
                </a:path>
                <a:path w="1333500" h="214629">
                  <a:moveTo>
                    <a:pt x="133350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33500" y="55626"/>
                  </a:lnTo>
                  <a:lnTo>
                    <a:pt x="1333500" y="54864"/>
                  </a:lnTo>
                  <a:close/>
                </a:path>
                <a:path w="1333500" h="214629">
                  <a:moveTo>
                    <a:pt x="133350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33500" y="52578"/>
                  </a:lnTo>
                  <a:lnTo>
                    <a:pt x="1333500" y="51816"/>
                  </a:lnTo>
                  <a:close/>
                </a:path>
                <a:path w="1333500" h="214629">
                  <a:moveTo>
                    <a:pt x="133350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33500" y="49530"/>
                  </a:lnTo>
                  <a:lnTo>
                    <a:pt x="1333500" y="48768"/>
                  </a:lnTo>
                  <a:close/>
                </a:path>
                <a:path w="1333500" h="214629">
                  <a:moveTo>
                    <a:pt x="133350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33500" y="46482"/>
                  </a:lnTo>
                  <a:lnTo>
                    <a:pt x="1333500" y="45720"/>
                  </a:lnTo>
                  <a:close/>
                </a:path>
                <a:path w="1333500" h="214629">
                  <a:moveTo>
                    <a:pt x="133350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33500" y="43434"/>
                  </a:lnTo>
                  <a:lnTo>
                    <a:pt x="1333500" y="42672"/>
                  </a:lnTo>
                  <a:close/>
                </a:path>
                <a:path w="1333500" h="214629">
                  <a:moveTo>
                    <a:pt x="133350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33500" y="40386"/>
                  </a:lnTo>
                  <a:lnTo>
                    <a:pt x="1333500" y="39624"/>
                  </a:lnTo>
                  <a:close/>
                </a:path>
                <a:path w="1333500" h="214629">
                  <a:moveTo>
                    <a:pt x="133350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33500" y="37338"/>
                  </a:lnTo>
                  <a:lnTo>
                    <a:pt x="1333500" y="36576"/>
                  </a:lnTo>
                  <a:close/>
                </a:path>
                <a:path w="1333500" h="214629">
                  <a:moveTo>
                    <a:pt x="133350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33500" y="34290"/>
                  </a:lnTo>
                  <a:lnTo>
                    <a:pt x="1333500" y="33528"/>
                  </a:lnTo>
                  <a:close/>
                </a:path>
                <a:path w="1333500" h="214629">
                  <a:moveTo>
                    <a:pt x="133350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33500" y="31242"/>
                  </a:lnTo>
                  <a:lnTo>
                    <a:pt x="1333500" y="30480"/>
                  </a:lnTo>
                  <a:close/>
                </a:path>
                <a:path w="1333500" h="214629">
                  <a:moveTo>
                    <a:pt x="133350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33500" y="28194"/>
                  </a:lnTo>
                  <a:lnTo>
                    <a:pt x="1333500" y="27432"/>
                  </a:lnTo>
                  <a:close/>
                </a:path>
                <a:path w="1333500" h="214629">
                  <a:moveTo>
                    <a:pt x="133350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33500" y="25146"/>
                  </a:lnTo>
                  <a:lnTo>
                    <a:pt x="1333500" y="24384"/>
                  </a:lnTo>
                  <a:close/>
                </a:path>
                <a:path w="1333500" h="214629">
                  <a:moveTo>
                    <a:pt x="133350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33500" y="22098"/>
                  </a:lnTo>
                  <a:lnTo>
                    <a:pt x="1333500" y="21336"/>
                  </a:lnTo>
                  <a:close/>
                </a:path>
                <a:path w="1333500" h="214629">
                  <a:moveTo>
                    <a:pt x="133350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33500" y="19050"/>
                  </a:lnTo>
                  <a:lnTo>
                    <a:pt x="1333500" y="18288"/>
                  </a:lnTo>
                  <a:close/>
                </a:path>
                <a:path w="1333500" h="214629">
                  <a:moveTo>
                    <a:pt x="133350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33500" y="16002"/>
                  </a:lnTo>
                  <a:lnTo>
                    <a:pt x="1333500" y="15240"/>
                  </a:lnTo>
                  <a:close/>
                </a:path>
                <a:path w="1333500" h="214629">
                  <a:moveTo>
                    <a:pt x="133350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33500" y="12954"/>
                  </a:lnTo>
                  <a:lnTo>
                    <a:pt x="1333500" y="12192"/>
                  </a:lnTo>
                  <a:close/>
                </a:path>
                <a:path w="1333500" h="214629">
                  <a:moveTo>
                    <a:pt x="133350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33500" y="9906"/>
                  </a:lnTo>
                  <a:lnTo>
                    <a:pt x="1333500" y="9144"/>
                  </a:lnTo>
                  <a:close/>
                </a:path>
                <a:path w="1333500" h="214629">
                  <a:moveTo>
                    <a:pt x="133350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33500" y="6858"/>
                  </a:lnTo>
                  <a:lnTo>
                    <a:pt x="1333500" y="6096"/>
                  </a:lnTo>
                  <a:close/>
                </a:path>
                <a:path w="1333500" h="214629">
                  <a:moveTo>
                    <a:pt x="133350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33500" y="3810"/>
                  </a:lnTo>
                  <a:lnTo>
                    <a:pt x="1333500" y="3048"/>
                  </a:lnTo>
                  <a:close/>
                </a:path>
                <a:path w="1333500" h="214629">
                  <a:moveTo>
                    <a:pt x="133350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333500" y="762"/>
                  </a:lnTo>
                  <a:lnTo>
                    <a:pt x="1333500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7153783" y="4650374"/>
              <a:ext cx="1333500" cy="214629"/>
            </a:xfrm>
            <a:custGeom>
              <a:avLst/>
              <a:gdLst/>
              <a:ahLst/>
              <a:cxnLst/>
              <a:rect l="l" t="t" r="r" b="b"/>
              <a:pathLst>
                <a:path w="1333500" h="214629">
                  <a:moveTo>
                    <a:pt x="133350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333500" y="214122"/>
                  </a:lnTo>
                  <a:lnTo>
                    <a:pt x="1333500" y="213360"/>
                  </a:lnTo>
                  <a:close/>
                </a:path>
                <a:path w="1333500" h="214629">
                  <a:moveTo>
                    <a:pt x="133350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333500" y="211074"/>
                  </a:lnTo>
                  <a:lnTo>
                    <a:pt x="1333500" y="210312"/>
                  </a:lnTo>
                  <a:close/>
                </a:path>
                <a:path w="1333500" h="214629">
                  <a:moveTo>
                    <a:pt x="133350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333500" y="208026"/>
                  </a:lnTo>
                  <a:lnTo>
                    <a:pt x="1333500" y="207264"/>
                  </a:lnTo>
                  <a:close/>
                </a:path>
                <a:path w="1333500" h="214629">
                  <a:moveTo>
                    <a:pt x="133350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333500" y="204978"/>
                  </a:lnTo>
                  <a:lnTo>
                    <a:pt x="1333500" y="204216"/>
                  </a:lnTo>
                  <a:close/>
                </a:path>
                <a:path w="1333500" h="214629">
                  <a:moveTo>
                    <a:pt x="133350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333500" y="201930"/>
                  </a:lnTo>
                  <a:lnTo>
                    <a:pt x="1333500" y="201168"/>
                  </a:lnTo>
                  <a:close/>
                </a:path>
                <a:path w="1333500" h="214629">
                  <a:moveTo>
                    <a:pt x="133350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333500" y="198882"/>
                  </a:lnTo>
                  <a:lnTo>
                    <a:pt x="1333500" y="198120"/>
                  </a:lnTo>
                  <a:close/>
                </a:path>
                <a:path w="1333500" h="214629">
                  <a:moveTo>
                    <a:pt x="133350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333500" y="195834"/>
                  </a:lnTo>
                  <a:lnTo>
                    <a:pt x="1333500" y="195072"/>
                  </a:lnTo>
                  <a:close/>
                </a:path>
                <a:path w="1333500" h="214629">
                  <a:moveTo>
                    <a:pt x="133350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333500" y="192786"/>
                  </a:lnTo>
                  <a:lnTo>
                    <a:pt x="1333500" y="192024"/>
                  </a:lnTo>
                  <a:close/>
                </a:path>
                <a:path w="1333500" h="214629">
                  <a:moveTo>
                    <a:pt x="133350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333500" y="189738"/>
                  </a:lnTo>
                  <a:lnTo>
                    <a:pt x="1333500" y="188976"/>
                  </a:lnTo>
                  <a:close/>
                </a:path>
                <a:path w="1333500" h="214629">
                  <a:moveTo>
                    <a:pt x="133350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333500" y="186690"/>
                  </a:lnTo>
                  <a:lnTo>
                    <a:pt x="1333500" y="185928"/>
                  </a:lnTo>
                  <a:close/>
                </a:path>
                <a:path w="1333500" h="214629">
                  <a:moveTo>
                    <a:pt x="133350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333500" y="183642"/>
                  </a:lnTo>
                  <a:lnTo>
                    <a:pt x="1333500" y="182880"/>
                  </a:lnTo>
                  <a:close/>
                </a:path>
                <a:path w="1333500" h="214629">
                  <a:moveTo>
                    <a:pt x="133350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333500" y="180594"/>
                  </a:lnTo>
                  <a:lnTo>
                    <a:pt x="1333500" y="179832"/>
                  </a:lnTo>
                  <a:close/>
                </a:path>
                <a:path w="1333500" h="214629">
                  <a:moveTo>
                    <a:pt x="133350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333500" y="177546"/>
                  </a:lnTo>
                  <a:lnTo>
                    <a:pt x="1333500" y="176784"/>
                  </a:lnTo>
                  <a:close/>
                </a:path>
                <a:path w="1333500" h="214629">
                  <a:moveTo>
                    <a:pt x="133350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333500" y="174498"/>
                  </a:lnTo>
                  <a:lnTo>
                    <a:pt x="1333500" y="173736"/>
                  </a:lnTo>
                  <a:close/>
                </a:path>
                <a:path w="1333500" h="214629">
                  <a:moveTo>
                    <a:pt x="133350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333500" y="171450"/>
                  </a:lnTo>
                  <a:lnTo>
                    <a:pt x="1333500" y="170688"/>
                  </a:lnTo>
                  <a:close/>
                </a:path>
                <a:path w="1333500" h="214629">
                  <a:moveTo>
                    <a:pt x="133350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333500" y="168402"/>
                  </a:lnTo>
                  <a:lnTo>
                    <a:pt x="1333500" y="167640"/>
                  </a:lnTo>
                  <a:close/>
                </a:path>
                <a:path w="1333500" h="214629">
                  <a:moveTo>
                    <a:pt x="133350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333500" y="165354"/>
                  </a:lnTo>
                  <a:lnTo>
                    <a:pt x="1333500" y="164592"/>
                  </a:lnTo>
                  <a:close/>
                </a:path>
                <a:path w="1333500" h="214629">
                  <a:moveTo>
                    <a:pt x="133350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333500" y="162306"/>
                  </a:lnTo>
                  <a:lnTo>
                    <a:pt x="1333500" y="161544"/>
                  </a:lnTo>
                  <a:close/>
                </a:path>
                <a:path w="1333500" h="214629">
                  <a:moveTo>
                    <a:pt x="133350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333500" y="159258"/>
                  </a:lnTo>
                  <a:lnTo>
                    <a:pt x="1333500" y="158496"/>
                  </a:lnTo>
                  <a:close/>
                </a:path>
                <a:path w="1333500" h="214629">
                  <a:moveTo>
                    <a:pt x="133350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333500" y="156210"/>
                  </a:lnTo>
                  <a:lnTo>
                    <a:pt x="1333500" y="155448"/>
                  </a:lnTo>
                  <a:close/>
                </a:path>
                <a:path w="1333500" h="214629">
                  <a:moveTo>
                    <a:pt x="133350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333500" y="153162"/>
                  </a:lnTo>
                  <a:lnTo>
                    <a:pt x="1333500" y="152400"/>
                  </a:lnTo>
                  <a:close/>
                </a:path>
                <a:path w="1333500" h="214629">
                  <a:moveTo>
                    <a:pt x="133350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333500" y="150114"/>
                  </a:lnTo>
                  <a:lnTo>
                    <a:pt x="1333500" y="149352"/>
                  </a:lnTo>
                  <a:close/>
                </a:path>
                <a:path w="1333500" h="214629">
                  <a:moveTo>
                    <a:pt x="133350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333500" y="147066"/>
                  </a:lnTo>
                  <a:lnTo>
                    <a:pt x="1333500" y="146304"/>
                  </a:lnTo>
                  <a:close/>
                </a:path>
                <a:path w="1333500" h="214629">
                  <a:moveTo>
                    <a:pt x="133350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333500" y="144018"/>
                  </a:lnTo>
                  <a:lnTo>
                    <a:pt x="1333500" y="143256"/>
                  </a:lnTo>
                  <a:close/>
                </a:path>
                <a:path w="1333500" h="214629">
                  <a:moveTo>
                    <a:pt x="133350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333500" y="140970"/>
                  </a:lnTo>
                  <a:lnTo>
                    <a:pt x="1333500" y="140208"/>
                  </a:lnTo>
                  <a:close/>
                </a:path>
                <a:path w="1333500" h="214629">
                  <a:moveTo>
                    <a:pt x="133350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333500" y="137922"/>
                  </a:lnTo>
                  <a:lnTo>
                    <a:pt x="1333500" y="137160"/>
                  </a:lnTo>
                  <a:close/>
                </a:path>
                <a:path w="1333500" h="214629">
                  <a:moveTo>
                    <a:pt x="133350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333500" y="134874"/>
                  </a:lnTo>
                  <a:lnTo>
                    <a:pt x="1333500" y="134112"/>
                  </a:lnTo>
                  <a:close/>
                </a:path>
                <a:path w="1333500" h="214629">
                  <a:moveTo>
                    <a:pt x="133350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333500" y="131826"/>
                  </a:lnTo>
                  <a:lnTo>
                    <a:pt x="1333500" y="131064"/>
                  </a:lnTo>
                  <a:close/>
                </a:path>
                <a:path w="1333500" h="214629">
                  <a:moveTo>
                    <a:pt x="133350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333500" y="128778"/>
                  </a:lnTo>
                  <a:lnTo>
                    <a:pt x="1333500" y="128016"/>
                  </a:lnTo>
                  <a:close/>
                </a:path>
                <a:path w="1333500" h="214629">
                  <a:moveTo>
                    <a:pt x="133350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333500" y="125730"/>
                  </a:lnTo>
                  <a:lnTo>
                    <a:pt x="1333500" y="124968"/>
                  </a:lnTo>
                  <a:close/>
                </a:path>
                <a:path w="1333500" h="214629">
                  <a:moveTo>
                    <a:pt x="133350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333500" y="122682"/>
                  </a:lnTo>
                  <a:lnTo>
                    <a:pt x="1333500" y="121920"/>
                  </a:lnTo>
                  <a:close/>
                </a:path>
                <a:path w="1333500" h="214629">
                  <a:moveTo>
                    <a:pt x="133350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333500" y="119634"/>
                  </a:lnTo>
                  <a:lnTo>
                    <a:pt x="1333500" y="118872"/>
                  </a:lnTo>
                  <a:close/>
                </a:path>
                <a:path w="1333500" h="214629">
                  <a:moveTo>
                    <a:pt x="133350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333500" y="116586"/>
                  </a:lnTo>
                  <a:lnTo>
                    <a:pt x="1333500" y="115824"/>
                  </a:lnTo>
                  <a:close/>
                </a:path>
                <a:path w="1333500" h="214629">
                  <a:moveTo>
                    <a:pt x="133350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333500" y="113538"/>
                  </a:lnTo>
                  <a:lnTo>
                    <a:pt x="1333500" y="112776"/>
                  </a:lnTo>
                  <a:close/>
                </a:path>
                <a:path w="1333500" h="214629">
                  <a:moveTo>
                    <a:pt x="133350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333500" y="110490"/>
                  </a:lnTo>
                  <a:lnTo>
                    <a:pt x="1333500" y="109728"/>
                  </a:lnTo>
                  <a:close/>
                </a:path>
                <a:path w="1333500" h="214629">
                  <a:moveTo>
                    <a:pt x="133350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333500" y="107442"/>
                  </a:lnTo>
                  <a:lnTo>
                    <a:pt x="1333500" y="106680"/>
                  </a:lnTo>
                  <a:close/>
                </a:path>
                <a:path w="1333500" h="214629">
                  <a:moveTo>
                    <a:pt x="133350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333500" y="104394"/>
                  </a:lnTo>
                  <a:lnTo>
                    <a:pt x="1333500" y="103632"/>
                  </a:lnTo>
                  <a:close/>
                </a:path>
                <a:path w="1333500" h="214629">
                  <a:moveTo>
                    <a:pt x="133350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333500" y="101346"/>
                  </a:lnTo>
                  <a:lnTo>
                    <a:pt x="1333500" y="100584"/>
                  </a:lnTo>
                  <a:close/>
                </a:path>
                <a:path w="1333500" h="214629">
                  <a:moveTo>
                    <a:pt x="133350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333500" y="98298"/>
                  </a:lnTo>
                  <a:lnTo>
                    <a:pt x="1333500" y="97536"/>
                  </a:lnTo>
                  <a:close/>
                </a:path>
                <a:path w="1333500" h="214629">
                  <a:moveTo>
                    <a:pt x="133350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333500" y="95250"/>
                  </a:lnTo>
                  <a:lnTo>
                    <a:pt x="1333500" y="94488"/>
                  </a:lnTo>
                  <a:close/>
                </a:path>
                <a:path w="1333500" h="214629">
                  <a:moveTo>
                    <a:pt x="133350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33500" y="92202"/>
                  </a:lnTo>
                  <a:lnTo>
                    <a:pt x="1333500" y="91440"/>
                  </a:lnTo>
                  <a:close/>
                </a:path>
                <a:path w="1333500" h="214629">
                  <a:moveTo>
                    <a:pt x="133350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33500" y="89154"/>
                  </a:lnTo>
                  <a:lnTo>
                    <a:pt x="1333500" y="88392"/>
                  </a:lnTo>
                  <a:close/>
                </a:path>
                <a:path w="1333500" h="214629">
                  <a:moveTo>
                    <a:pt x="133350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33500" y="86106"/>
                  </a:lnTo>
                  <a:lnTo>
                    <a:pt x="1333500" y="85344"/>
                  </a:lnTo>
                  <a:close/>
                </a:path>
                <a:path w="1333500" h="214629">
                  <a:moveTo>
                    <a:pt x="133350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33500" y="83058"/>
                  </a:lnTo>
                  <a:lnTo>
                    <a:pt x="1333500" y="82296"/>
                  </a:lnTo>
                  <a:close/>
                </a:path>
                <a:path w="1333500" h="214629">
                  <a:moveTo>
                    <a:pt x="133350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33500" y="80010"/>
                  </a:lnTo>
                  <a:lnTo>
                    <a:pt x="1333500" y="79248"/>
                  </a:lnTo>
                  <a:close/>
                </a:path>
                <a:path w="1333500" h="214629">
                  <a:moveTo>
                    <a:pt x="133350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33500" y="76962"/>
                  </a:lnTo>
                  <a:lnTo>
                    <a:pt x="1333500" y="76200"/>
                  </a:lnTo>
                  <a:close/>
                </a:path>
                <a:path w="1333500" h="214629">
                  <a:moveTo>
                    <a:pt x="133350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33500" y="73914"/>
                  </a:lnTo>
                  <a:lnTo>
                    <a:pt x="1333500" y="73152"/>
                  </a:lnTo>
                  <a:close/>
                </a:path>
                <a:path w="1333500" h="214629">
                  <a:moveTo>
                    <a:pt x="133350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33500" y="70866"/>
                  </a:lnTo>
                  <a:lnTo>
                    <a:pt x="1333500" y="70104"/>
                  </a:lnTo>
                  <a:close/>
                </a:path>
                <a:path w="1333500" h="214629">
                  <a:moveTo>
                    <a:pt x="133350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33500" y="67818"/>
                  </a:lnTo>
                  <a:lnTo>
                    <a:pt x="1333500" y="67056"/>
                  </a:lnTo>
                  <a:close/>
                </a:path>
                <a:path w="1333500" h="214629">
                  <a:moveTo>
                    <a:pt x="133350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33500" y="64770"/>
                  </a:lnTo>
                  <a:lnTo>
                    <a:pt x="1333500" y="64008"/>
                  </a:lnTo>
                  <a:close/>
                </a:path>
                <a:path w="1333500" h="214629">
                  <a:moveTo>
                    <a:pt x="133350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33500" y="61722"/>
                  </a:lnTo>
                  <a:lnTo>
                    <a:pt x="1333500" y="60960"/>
                  </a:lnTo>
                  <a:close/>
                </a:path>
                <a:path w="1333500" h="214629">
                  <a:moveTo>
                    <a:pt x="133350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33500" y="58674"/>
                  </a:lnTo>
                  <a:lnTo>
                    <a:pt x="1333500" y="57912"/>
                  </a:lnTo>
                  <a:close/>
                </a:path>
                <a:path w="1333500" h="214629">
                  <a:moveTo>
                    <a:pt x="133350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33500" y="55626"/>
                  </a:lnTo>
                  <a:lnTo>
                    <a:pt x="1333500" y="54864"/>
                  </a:lnTo>
                  <a:close/>
                </a:path>
                <a:path w="1333500" h="214629">
                  <a:moveTo>
                    <a:pt x="133350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33500" y="52578"/>
                  </a:lnTo>
                  <a:lnTo>
                    <a:pt x="1333500" y="51816"/>
                  </a:lnTo>
                  <a:close/>
                </a:path>
                <a:path w="1333500" h="214629">
                  <a:moveTo>
                    <a:pt x="133350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33500" y="49530"/>
                  </a:lnTo>
                  <a:lnTo>
                    <a:pt x="1333500" y="48768"/>
                  </a:lnTo>
                  <a:close/>
                </a:path>
                <a:path w="1333500" h="214629">
                  <a:moveTo>
                    <a:pt x="133350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33500" y="46482"/>
                  </a:lnTo>
                  <a:lnTo>
                    <a:pt x="1333500" y="45720"/>
                  </a:lnTo>
                  <a:close/>
                </a:path>
                <a:path w="1333500" h="214629">
                  <a:moveTo>
                    <a:pt x="133350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33500" y="43434"/>
                  </a:lnTo>
                  <a:lnTo>
                    <a:pt x="1333500" y="42672"/>
                  </a:lnTo>
                  <a:close/>
                </a:path>
                <a:path w="1333500" h="214629">
                  <a:moveTo>
                    <a:pt x="133350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33500" y="40386"/>
                  </a:lnTo>
                  <a:lnTo>
                    <a:pt x="1333500" y="39624"/>
                  </a:lnTo>
                  <a:close/>
                </a:path>
                <a:path w="1333500" h="214629">
                  <a:moveTo>
                    <a:pt x="133350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33500" y="37338"/>
                  </a:lnTo>
                  <a:lnTo>
                    <a:pt x="1333500" y="36576"/>
                  </a:lnTo>
                  <a:close/>
                </a:path>
                <a:path w="1333500" h="214629">
                  <a:moveTo>
                    <a:pt x="133350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33500" y="34290"/>
                  </a:lnTo>
                  <a:lnTo>
                    <a:pt x="1333500" y="33528"/>
                  </a:lnTo>
                  <a:close/>
                </a:path>
                <a:path w="1333500" h="214629">
                  <a:moveTo>
                    <a:pt x="133350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33500" y="31242"/>
                  </a:lnTo>
                  <a:lnTo>
                    <a:pt x="1333500" y="30480"/>
                  </a:lnTo>
                  <a:close/>
                </a:path>
                <a:path w="1333500" h="214629">
                  <a:moveTo>
                    <a:pt x="133350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33500" y="28194"/>
                  </a:lnTo>
                  <a:lnTo>
                    <a:pt x="1333500" y="27432"/>
                  </a:lnTo>
                  <a:close/>
                </a:path>
                <a:path w="1333500" h="214629">
                  <a:moveTo>
                    <a:pt x="133350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33500" y="25146"/>
                  </a:lnTo>
                  <a:lnTo>
                    <a:pt x="1333500" y="24384"/>
                  </a:lnTo>
                  <a:close/>
                </a:path>
                <a:path w="1333500" h="214629">
                  <a:moveTo>
                    <a:pt x="133350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33500" y="22098"/>
                  </a:lnTo>
                  <a:lnTo>
                    <a:pt x="1333500" y="21336"/>
                  </a:lnTo>
                  <a:close/>
                </a:path>
                <a:path w="1333500" h="214629">
                  <a:moveTo>
                    <a:pt x="133350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33500" y="19050"/>
                  </a:lnTo>
                  <a:lnTo>
                    <a:pt x="1333500" y="18288"/>
                  </a:lnTo>
                  <a:close/>
                </a:path>
                <a:path w="1333500" h="214629">
                  <a:moveTo>
                    <a:pt x="133350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33500" y="16002"/>
                  </a:lnTo>
                  <a:lnTo>
                    <a:pt x="1333500" y="15240"/>
                  </a:lnTo>
                  <a:close/>
                </a:path>
                <a:path w="1333500" h="214629">
                  <a:moveTo>
                    <a:pt x="133350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33500" y="12954"/>
                  </a:lnTo>
                  <a:lnTo>
                    <a:pt x="1333500" y="12192"/>
                  </a:lnTo>
                  <a:close/>
                </a:path>
                <a:path w="1333500" h="214629">
                  <a:moveTo>
                    <a:pt x="133350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33500" y="9906"/>
                  </a:lnTo>
                  <a:lnTo>
                    <a:pt x="1333500" y="9144"/>
                  </a:lnTo>
                  <a:close/>
                </a:path>
                <a:path w="1333500" h="214629">
                  <a:moveTo>
                    <a:pt x="133350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33500" y="6858"/>
                  </a:lnTo>
                  <a:lnTo>
                    <a:pt x="1333500" y="6096"/>
                  </a:lnTo>
                  <a:close/>
                </a:path>
                <a:path w="1333500" h="214629">
                  <a:moveTo>
                    <a:pt x="133350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33500" y="3810"/>
                  </a:lnTo>
                  <a:lnTo>
                    <a:pt x="1333500" y="3048"/>
                  </a:lnTo>
                  <a:close/>
                </a:path>
                <a:path w="1333500" h="214629">
                  <a:moveTo>
                    <a:pt x="133350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333500" y="762"/>
                  </a:lnTo>
                  <a:lnTo>
                    <a:pt x="1333500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7153783" y="4863735"/>
              <a:ext cx="1333500" cy="214629"/>
            </a:xfrm>
            <a:custGeom>
              <a:avLst/>
              <a:gdLst/>
              <a:ahLst/>
              <a:cxnLst/>
              <a:rect l="l" t="t" r="r" b="b"/>
              <a:pathLst>
                <a:path w="1333500" h="214629">
                  <a:moveTo>
                    <a:pt x="981468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981468" y="214122"/>
                  </a:lnTo>
                  <a:lnTo>
                    <a:pt x="981468" y="213360"/>
                  </a:lnTo>
                  <a:close/>
                </a:path>
                <a:path w="1333500" h="214629">
                  <a:moveTo>
                    <a:pt x="981468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981468" y="211074"/>
                  </a:lnTo>
                  <a:lnTo>
                    <a:pt x="981468" y="210312"/>
                  </a:lnTo>
                  <a:close/>
                </a:path>
                <a:path w="1333500" h="214629">
                  <a:moveTo>
                    <a:pt x="981468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981468" y="208026"/>
                  </a:lnTo>
                  <a:lnTo>
                    <a:pt x="981468" y="207264"/>
                  </a:lnTo>
                  <a:close/>
                </a:path>
                <a:path w="1333500" h="214629">
                  <a:moveTo>
                    <a:pt x="981468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981468" y="204978"/>
                  </a:lnTo>
                  <a:lnTo>
                    <a:pt x="981468" y="204216"/>
                  </a:lnTo>
                  <a:close/>
                </a:path>
                <a:path w="1333500" h="214629">
                  <a:moveTo>
                    <a:pt x="981468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981468" y="201930"/>
                  </a:lnTo>
                  <a:lnTo>
                    <a:pt x="981468" y="201168"/>
                  </a:lnTo>
                  <a:close/>
                </a:path>
                <a:path w="1333500" h="214629">
                  <a:moveTo>
                    <a:pt x="981468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981468" y="198882"/>
                  </a:lnTo>
                  <a:lnTo>
                    <a:pt x="981468" y="198120"/>
                  </a:lnTo>
                  <a:close/>
                </a:path>
                <a:path w="1333500" h="214629">
                  <a:moveTo>
                    <a:pt x="981468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981468" y="195834"/>
                  </a:lnTo>
                  <a:lnTo>
                    <a:pt x="981468" y="195072"/>
                  </a:lnTo>
                  <a:close/>
                </a:path>
                <a:path w="1333500" h="214629">
                  <a:moveTo>
                    <a:pt x="981468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981468" y="192786"/>
                  </a:lnTo>
                  <a:lnTo>
                    <a:pt x="981468" y="192024"/>
                  </a:lnTo>
                  <a:close/>
                </a:path>
                <a:path w="1333500" h="214629">
                  <a:moveTo>
                    <a:pt x="981468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981468" y="189738"/>
                  </a:lnTo>
                  <a:lnTo>
                    <a:pt x="981468" y="188976"/>
                  </a:lnTo>
                  <a:close/>
                </a:path>
                <a:path w="1333500" h="214629">
                  <a:moveTo>
                    <a:pt x="981468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981468" y="186690"/>
                  </a:lnTo>
                  <a:lnTo>
                    <a:pt x="981468" y="185928"/>
                  </a:lnTo>
                  <a:close/>
                </a:path>
                <a:path w="1333500" h="214629">
                  <a:moveTo>
                    <a:pt x="981468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981468" y="183642"/>
                  </a:lnTo>
                  <a:lnTo>
                    <a:pt x="981468" y="182880"/>
                  </a:lnTo>
                  <a:close/>
                </a:path>
                <a:path w="1333500" h="214629">
                  <a:moveTo>
                    <a:pt x="981468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981468" y="180594"/>
                  </a:lnTo>
                  <a:lnTo>
                    <a:pt x="981468" y="179832"/>
                  </a:lnTo>
                  <a:close/>
                </a:path>
                <a:path w="1333500" h="214629">
                  <a:moveTo>
                    <a:pt x="981468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981468" y="177546"/>
                  </a:lnTo>
                  <a:lnTo>
                    <a:pt x="981468" y="176784"/>
                  </a:lnTo>
                  <a:close/>
                </a:path>
                <a:path w="1333500" h="214629">
                  <a:moveTo>
                    <a:pt x="981468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981468" y="174498"/>
                  </a:lnTo>
                  <a:lnTo>
                    <a:pt x="981468" y="173736"/>
                  </a:lnTo>
                  <a:close/>
                </a:path>
                <a:path w="1333500" h="214629">
                  <a:moveTo>
                    <a:pt x="981468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981468" y="171450"/>
                  </a:lnTo>
                  <a:lnTo>
                    <a:pt x="981468" y="170688"/>
                  </a:lnTo>
                  <a:close/>
                </a:path>
                <a:path w="1333500" h="214629">
                  <a:moveTo>
                    <a:pt x="981468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981468" y="168402"/>
                  </a:lnTo>
                  <a:lnTo>
                    <a:pt x="981468" y="167640"/>
                  </a:lnTo>
                  <a:close/>
                </a:path>
                <a:path w="1333500" h="214629">
                  <a:moveTo>
                    <a:pt x="981468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981468" y="165354"/>
                  </a:lnTo>
                  <a:lnTo>
                    <a:pt x="981468" y="164592"/>
                  </a:lnTo>
                  <a:close/>
                </a:path>
                <a:path w="1333500" h="214629">
                  <a:moveTo>
                    <a:pt x="981468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981468" y="162306"/>
                  </a:lnTo>
                  <a:lnTo>
                    <a:pt x="981468" y="161544"/>
                  </a:lnTo>
                  <a:close/>
                </a:path>
                <a:path w="1333500" h="214629">
                  <a:moveTo>
                    <a:pt x="981468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981468" y="159258"/>
                  </a:lnTo>
                  <a:lnTo>
                    <a:pt x="981468" y="158496"/>
                  </a:lnTo>
                  <a:close/>
                </a:path>
                <a:path w="1333500" h="214629">
                  <a:moveTo>
                    <a:pt x="981468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981468" y="156210"/>
                  </a:lnTo>
                  <a:lnTo>
                    <a:pt x="981468" y="155448"/>
                  </a:lnTo>
                  <a:close/>
                </a:path>
                <a:path w="1333500" h="214629">
                  <a:moveTo>
                    <a:pt x="981468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981468" y="153162"/>
                  </a:lnTo>
                  <a:lnTo>
                    <a:pt x="981468" y="152400"/>
                  </a:lnTo>
                  <a:close/>
                </a:path>
                <a:path w="1333500" h="214629">
                  <a:moveTo>
                    <a:pt x="981468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981468" y="150114"/>
                  </a:lnTo>
                  <a:lnTo>
                    <a:pt x="981468" y="149352"/>
                  </a:lnTo>
                  <a:close/>
                </a:path>
                <a:path w="1333500" h="214629">
                  <a:moveTo>
                    <a:pt x="981468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981468" y="147066"/>
                  </a:lnTo>
                  <a:lnTo>
                    <a:pt x="981468" y="146304"/>
                  </a:lnTo>
                  <a:close/>
                </a:path>
                <a:path w="1333500" h="214629">
                  <a:moveTo>
                    <a:pt x="981468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981468" y="144018"/>
                  </a:lnTo>
                  <a:lnTo>
                    <a:pt x="981468" y="143256"/>
                  </a:lnTo>
                  <a:close/>
                </a:path>
                <a:path w="1333500" h="214629">
                  <a:moveTo>
                    <a:pt x="981468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981468" y="140970"/>
                  </a:lnTo>
                  <a:lnTo>
                    <a:pt x="981468" y="140208"/>
                  </a:lnTo>
                  <a:close/>
                </a:path>
                <a:path w="1333500" h="214629">
                  <a:moveTo>
                    <a:pt x="981468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981468" y="137922"/>
                  </a:lnTo>
                  <a:lnTo>
                    <a:pt x="981468" y="137160"/>
                  </a:lnTo>
                  <a:close/>
                </a:path>
                <a:path w="1333500" h="214629">
                  <a:moveTo>
                    <a:pt x="981468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981468" y="134874"/>
                  </a:lnTo>
                  <a:lnTo>
                    <a:pt x="981468" y="134112"/>
                  </a:lnTo>
                  <a:close/>
                </a:path>
                <a:path w="1333500" h="214629">
                  <a:moveTo>
                    <a:pt x="981468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981468" y="131826"/>
                  </a:lnTo>
                  <a:lnTo>
                    <a:pt x="981468" y="131064"/>
                  </a:lnTo>
                  <a:close/>
                </a:path>
                <a:path w="1333500" h="214629">
                  <a:moveTo>
                    <a:pt x="981468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981468" y="128778"/>
                  </a:lnTo>
                  <a:lnTo>
                    <a:pt x="981468" y="128016"/>
                  </a:lnTo>
                  <a:close/>
                </a:path>
                <a:path w="1333500" h="214629">
                  <a:moveTo>
                    <a:pt x="981468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981468" y="125730"/>
                  </a:lnTo>
                  <a:lnTo>
                    <a:pt x="981468" y="124968"/>
                  </a:lnTo>
                  <a:close/>
                </a:path>
                <a:path w="1333500" h="214629">
                  <a:moveTo>
                    <a:pt x="981468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981468" y="122682"/>
                  </a:lnTo>
                  <a:lnTo>
                    <a:pt x="981468" y="121920"/>
                  </a:lnTo>
                  <a:close/>
                </a:path>
                <a:path w="1333500" h="214629">
                  <a:moveTo>
                    <a:pt x="981468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981468" y="119634"/>
                  </a:lnTo>
                  <a:lnTo>
                    <a:pt x="981468" y="118872"/>
                  </a:lnTo>
                  <a:close/>
                </a:path>
                <a:path w="1333500" h="214629">
                  <a:moveTo>
                    <a:pt x="981468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981468" y="116586"/>
                  </a:lnTo>
                  <a:lnTo>
                    <a:pt x="981468" y="115824"/>
                  </a:lnTo>
                  <a:close/>
                </a:path>
                <a:path w="1333500" h="214629">
                  <a:moveTo>
                    <a:pt x="981468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981468" y="113538"/>
                  </a:lnTo>
                  <a:lnTo>
                    <a:pt x="981468" y="112776"/>
                  </a:lnTo>
                  <a:close/>
                </a:path>
                <a:path w="1333500" h="214629">
                  <a:moveTo>
                    <a:pt x="981468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981468" y="110490"/>
                  </a:lnTo>
                  <a:lnTo>
                    <a:pt x="981468" y="109728"/>
                  </a:lnTo>
                  <a:close/>
                </a:path>
                <a:path w="1333500" h="214629">
                  <a:moveTo>
                    <a:pt x="981468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981468" y="107442"/>
                  </a:lnTo>
                  <a:lnTo>
                    <a:pt x="981468" y="106680"/>
                  </a:lnTo>
                  <a:close/>
                </a:path>
                <a:path w="1333500" h="214629">
                  <a:moveTo>
                    <a:pt x="981468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981468" y="104394"/>
                  </a:lnTo>
                  <a:lnTo>
                    <a:pt x="981468" y="103632"/>
                  </a:lnTo>
                  <a:close/>
                </a:path>
                <a:path w="1333500" h="214629">
                  <a:moveTo>
                    <a:pt x="981468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981468" y="101346"/>
                  </a:lnTo>
                  <a:lnTo>
                    <a:pt x="981468" y="100584"/>
                  </a:lnTo>
                  <a:close/>
                </a:path>
                <a:path w="1333500" h="214629">
                  <a:moveTo>
                    <a:pt x="981468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981468" y="98298"/>
                  </a:lnTo>
                  <a:lnTo>
                    <a:pt x="981468" y="97536"/>
                  </a:lnTo>
                  <a:close/>
                </a:path>
                <a:path w="1333500" h="214629">
                  <a:moveTo>
                    <a:pt x="981468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981468" y="95250"/>
                  </a:lnTo>
                  <a:lnTo>
                    <a:pt x="981468" y="94488"/>
                  </a:lnTo>
                  <a:close/>
                </a:path>
                <a:path w="1333500" h="214629">
                  <a:moveTo>
                    <a:pt x="133350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333500" y="92202"/>
                  </a:lnTo>
                  <a:lnTo>
                    <a:pt x="1333500" y="91440"/>
                  </a:lnTo>
                  <a:close/>
                </a:path>
                <a:path w="1333500" h="214629">
                  <a:moveTo>
                    <a:pt x="133350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333500" y="89154"/>
                  </a:lnTo>
                  <a:lnTo>
                    <a:pt x="1333500" y="88392"/>
                  </a:lnTo>
                  <a:close/>
                </a:path>
                <a:path w="1333500" h="214629">
                  <a:moveTo>
                    <a:pt x="133350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333500" y="86106"/>
                  </a:lnTo>
                  <a:lnTo>
                    <a:pt x="1333500" y="85344"/>
                  </a:lnTo>
                  <a:close/>
                </a:path>
                <a:path w="1333500" h="214629">
                  <a:moveTo>
                    <a:pt x="133350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333500" y="83058"/>
                  </a:lnTo>
                  <a:lnTo>
                    <a:pt x="1333500" y="82296"/>
                  </a:lnTo>
                  <a:close/>
                </a:path>
                <a:path w="1333500" h="214629">
                  <a:moveTo>
                    <a:pt x="133350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333500" y="80010"/>
                  </a:lnTo>
                  <a:lnTo>
                    <a:pt x="1333500" y="79248"/>
                  </a:lnTo>
                  <a:close/>
                </a:path>
                <a:path w="1333500" h="214629">
                  <a:moveTo>
                    <a:pt x="133350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333500" y="76962"/>
                  </a:lnTo>
                  <a:lnTo>
                    <a:pt x="1333500" y="76200"/>
                  </a:lnTo>
                  <a:close/>
                </a:path>
                <a:path w="1333500" h="214629">
                  <a:moveTo>
                    <a:pt x="133350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333500" y="73914"/>
                  </a:lnTo>
                  <a:lnTo>
                    <a:pt x="1333500" y="73152"/>
                  </a:lnTo>
                  <a:close/>
                </a:path>
                <a:path w="1333500" h="214629">
                  <a:moveTo>
                    <a:pt x="133350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333500" y="70866"/>
                  </a:lnTo>
                  <a:lnTo>
                    <a:pt x="1333500" y="70104"/>
                  </a:lnTo>
                  <a:close/>
                </a:path>
                <a:path w="1333500" h="214629">
                  <a:moveTo>
                    <a:pt x="133350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333500" y="67818"/>
                  </a:lnTo>
                  <a:lnTo>
                    <a:pt x="1333500" y="67056"/>
                  </a:lnTo>
                  <a:close/>
                </a:path>
                <a:path w="1333500" h="214629">
                  <a:moveTo>
                    <a:pt x="133350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333500" y="64770"/>
                  </a:lnTo>
                  <a:lnTo>
                    <a:pt x="1333500" y="64008"/>
                  </a:lnTo>
                  <a:close/>
                </a:path>
                <a:path w="1333500" h="214629">
                  <a:moveTo>
                    <a:pt x="133350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333500" y="61722"/>
                  </a:lnTo>
                  <a:lnTo>
                    <a:pt x="1333500" y="60960"/>
                  </a:lnTo>
                  <a:close/>
                </a:path>
                <a:path w="1333500" h="214629">
                  <a:moveTo>
                    <a:pt x="133350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333500" y="58674"/>
                  </a:lnTo>
                  <a:lnTo>
                    <a:pt x="1333500" y="57912"/>
                  </a:lnTo>
                  <a:close/>
                </a:path>
                <a:path w="1333500" h="214629">
                  <a:moveTo>
                    <a:pt x="133350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333500" y="55626"/>
                  </a:lnTo>
                  <a:lnTo>
                    <a:pt x="1333500" y="54864"/>
                  </a:lnTo>
                  <a:close/>
                </a:path>
                <a:path w="1333500" h="214629">
                  <a:moveTo>
                    <a:pt x="133350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333500" y="52578"/>
                  </a:lnTo>
                  <a:lnTo>
                    <a:pt x="1333500" y="51816"/>
                  </a:lnTo>
                  <a:close/>
                </a:path>
                <a:path w="1333500" h="214629">
                  <a:moveTo>
                    <a:pt x="133350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333500" y="49530"/>
                  </a:lnTo>
                  <a:lnTo>
                    <a:pt x="1333500" y="48768"/>
                  </a:lnTo>
                  <a:close/>
                </a:path>
                <a:path w="1333500" h="214629">
                  <a:moveTo>
                    <a:pt x="133350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333500" y="46482"/>
                  </a:lnTo>
                  <a:lnTo>
                    <a:pt x="1333500" y="45720"/>
                  </a:lnTo>
                  <a:close/>
                </a:path>
                <a:path w="1333500" h="214629">
                  <a:moveTo>
                    <a:pt x="133350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333500" y="43434"/>
                  </a:lnTo>
                  <a:lnTo>
                    <a:pt x="1333500" y="42672"/>
                  </a:lnTo>
                  <a:close/>
                </a:path>
                <a:path w="1333500" h="214629">
                  <a:moveTo>
                    <a:pt x="133350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333500" y="40386"/>
                  </a:lnTo>
                  <a:lnTo>
                    <a:pt x="1333500" y="39624"/>
                  </a:lnTo>
                  <a:close/>
                </a:path>
                <a:path w="1333500" h="214629">
                  <a:moveTo>
                    <a:pt x="133350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333500" y="37338"/>
                  </a:lnTo>
                  <a:lnTo>
                    <a:pt x="1333500" y="36576"/>
                  </a:lnTo>
                  <a:close/>
                </a:path>
                <a:path w="1333500" h="214629">
                  <a:moveTo>
                    <a:pt x="133350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333500" y="34290"/>
                  </a:lnTo>
                  <a:lnTo>
                    <a:pt x="1333500" y="33528"/>
                  </a:lnTo>
                  <a:close/>
                </a:path>
                <a:path w="1333500" h="214629">
                  <a:moveTo>
                    <a:pt x="133350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333500" y="31242"/>
                  </a:lnTo>
                  <a:lnTo>
                    <a:pt x="1333500" y="30480"/>
                  </a:lnTo>
                  <a:close/>
                </a:path>
                <a:path w="1333500" h="214629">
                  <a:moveTo>
                    <a:pt x="133350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333500" y="28194"/>
                  </a:lnTo>
                  <a:lnTo>
                    <a:pt x="1333500" y="27432"/>
                  </a:lnTo>
                  <a:close/>
                </a:path>
                <a:path w="1333500" h="214629">
                  <a:moveTo>
                    <a:pt x="133350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333500" y="25146"/>
                  </a:lnTo>
                  <a:lnTo>
                    <a:pt x="1333500" y="24384"/>
                  </a:lnTo>
                  <a:close/>
                </a:path>
                <a:path w="1333500" h="214629">
                  <a:moveTo>
                    <a:pt x="133350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333500" y="22098"/>
                  </a:lnTo>
                  <a:lnTo>
                    <a:pt x="1333500" y="21336"/>
                  </a:lnTo>
                  <a:close/>
                </a:path>
                <a:path w="1333500" h="214629">
                  <a:moveTo>
                    <a:pt x="133350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333500" y="19050"/>
                  </a:lnTo>
                  <a:lnTo>
                    <a:pt x="1333500" y="18288"/>
                  </a:lnTo>
                  <a:close/>
                </a:path>
                <a:path w="1333500" h="214629">
                  <a:moveTo>
                    <a:pt x="133350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333500" y="16002"/>
                  </a:lnTo>
                  <a:lnTo>
                    <a:pt x="1333500" y="15240"/>
                  </a:lnTo>
                  <a:close/>
                </a:path>
                <a:path w="1333500" h="214629">
                  <a:moveTo>
                    <a:pt x="133350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333500" y="12954"/>
                  </a:lnTo>
                  <a:lnTo>
                    <a:pt x="1333500" y="12192"/>
                  </a:lnTo>
                  <a:close/>
                </a:path>
                <a:path w="1333500" h="214629">
                  <a:moveTo>
                    <a:pt x="133350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333500" y="9906"/>
                  </a:lnTo>
                  <a:lnTo>
                    <a:pt x="1333500" y="9144"/>
                  </a:lnTo>
                  <a:close/>
                </a:path>
                <a:path w="1333500" h="214629">
                  <a:moveTo>
                    <a:pt x="133350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333500" y="6858"/>
                  </a:lnTo>
                  <a:lnTo>
                    <a:pt x="1333500" y="6096"/>
                  </a:lnTo>
                  <a:close/>
                </a:path>
                <a:path w="1333500" h="214629">
                  <a:moveTo>
                    <a:pt x="133350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333500" y="3810"/>
                  </a:lnTo>
                  <a:lnTo>
                    <a:pt x="1333500" y="3048"/>
                  </a:lnTo>
                  <a:close/>
                </a:path>
                <a:path w="1333500" h="214629">
                  <a:moveTo>
                    <a:pt x="133350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333500" y="762"/>
                  </a:lnTo>
                  <a:lnTo>
                    <a:pt x="1333500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7153783" y="5077095"/>
              <a:ext cx="981710" cy="214629"/>
            </a:xfrm>
            <a:custGeom>
              <a:avLst/>
              <a:gdLst/>
              <a:ahLst/>
              <a:cxnLst/>
              <a:rect l="l" t="t" r="r" b="b"/>
              <a:pathLst>
                <a:path w="981709" h="214629">
                  <a:moveTo>
                    <a:pt x="981468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981468" y="214122"/>
                  </a:lnTo>
                  <a:lnTo>
                    <a:pt x="981468" y="213360"/>
                  </a:lnTo>
                  <a:close/>
                </a:path>
                <a:path w="981709" h="214629">
                  <a:moveTo>
                    <a:pt x="981468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981468" y="211074"/>
                  </a:lnTo>
                  <a:lnTo>
                    <a:pt x="981468" y="210312"/>
                  </a:lnTo>
                  <a:close/>
                </a:path>
                <a:path w="981709" h="214629">
                  <a:moveTo>
                    <a:pt x="981468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981468" y="208026"/>
                  </a:lnTo>
                  <a:lnTo>
                    <a:pt x="981468" y="207264"/>
                  </a:lnTo>
                  <a:close/>
                </a:path>
                <a:path w="981709" h="214629">
                  <a:moveTo>
                    <a:pt x="981468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981468" y="204978"/>
                  </a:lnTo>
                  <a:lnTo>
                    <a:pt x="981468" y="204216"/>
                  </a:lnTo>
                  <a:close/>
                </a:path>
                <a:path w="981709" h="214629">
                  <a:moveTo>
                    <a:pt x="981468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981468" y="201930"/>
                  </a:lnTo>
                  <a:lnTo>
                    <a:pt x="981468" y="201168"/>
                  </a:lnTo>
                  <a:close/>
                </a:path>
                <a:path w="981709" h="214629">
                  <a:moveTo>
                    <a:pt x="981468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981468" y="198882"/>
                  </a:lnTo>
                  <a:lnTo>
                    <a:pt x="981468" y="198120"/>
                  </a:lnTo>
                  <a:close/>
                </a:path>
                <a:path w="981709" h="214629">
                  <a:moveTo>
                    <a:pt x="981468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981468" y="195834"/>
                  </a:lnTo>
                  <a:lnTo>
                    <a:pt x="981468" y="195072"/>
                  </a:lnTo>
                  <a:close/>
                </a:path>
                <a:path w="981709" h="214629">
                  <a:moveTo>
                    <a:pt x="981468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981468" y="192786"/>
                  </a:lnTo>
                  <a:lnTo>
                    <a:pt x="981468" y="192024"/>
                  </a:lnTo>
                  <a:close/>
                </a:path>
                <a:path w="981709" h="214629">
                  <a:moveTo>
                    <a:pt x="981468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981468" y="189738"/>
                  </a:lnTo>
                  <a:lnTo>
                    <a:pt x="981468" y="188976"/>
                  </a:lnTo>
                  <a:close/>
                </a:path>
                <a:path w="981709" h="214629">
                  <a:moveTo>
                    <a:pt x="981468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981468" y="186690"/>
                  </a:lnTo>
                  <a:lnTo>
                    <a:pt x="981468" y="185928"/>
                  </a:lnTo>
                  <a:close/>
                </a:path>
                <a:path w="981709" h="214629">
                  <a:moveTo>
                    <a:pt x="981468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981468" y="183642"/>
                  </a:lnTo>
                  <a:lnTo>
                    <a:pt x="981468" y="182880"/>
                  </a:lnTo>
                  <a:close/>
                </a:path>
                <a:path w="981709" h="214629">
                  <a:moveTo>
                    <a:pt x="981468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981468" y="180594"/>
                  </a:lnTo>
                  <a:lnTo>
                    <a:pt x="981468" y="179832"/>
                  </a:lnTo>
                  <a:close/>
                </a:path>
                <a:path w="981709" h="214629">
                  <a:moveTo>
                    <a:pt x="981468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981468" y="177546"/>
                  </a:lnTo>
                  <a:lnTo>
                    <a:pt x="981468" y="176784"/>
                  </a:lnTo>
                  <a:close/>
                </a:path>
                <a:path w="981709" h="214629">
                  <a:moveTo>
                    <a:pt x="981468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981468" y="174498"/>
                  </a:lnTo>
                  <a:lnTo>
                    <a:pt x="981468" y="173736"/>
                  </a:lnTo>
                  <a:close/>
                </a:path>
                <a:path w="981709" h="214629">
                  <a:moveTo>
                    <a:pt x="981468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981468" y="171450"/>
                  </a:lnTo>
                  <a:lnTo>
                    <a:pt x="981468" y="170688"/>
                  </a:lnTo>
                  <a:close/>
                </a:path>
                <a:path w="981709" h="214629">
                  <a:moveTo>
                    <a:pt x="981468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981468" y="168402"/>
                  </a:lnTo>
                  <a:lnTo>
                    <a:pt x="981468" y="167640"/>
                  </a:lnTo>
                  <a:close/>
                </a:path>
                <a:path w="981709" h="214629">
                  <a:moveTo>
                    <a:pt x="981468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981468" y="165354"/>
                  </a:lnTo>
                  <a:lnTo>
                    <a:pt x="981468" y="164592"/>
                  </a:lnTo>
                  <a:close/>
                </a:path>
                <a:path w="981709" h="214629">
                  <a:moveTo>
                    <a:pt x="981468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981468" y="162306"/>
                  </a:lnTo>
                  <a:lnTo>
                    <a:pt x="981468" y="161544"/>
                  </a:lnTo>
                  <a:close/>
                </a:path>
                <a:path w="981709" h="214629">
                  <a:moveTo>
                    <a:pt x="981468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981468" y="159258"/>
                  </a:lnTo>
                  <a:lnTo>
                    <a:pt x="981468" y="158496"/>
                  </a:lnTo>
                  <a:close/>
                </a:path>
                <a:path w="981709" h="214629">
                  <a:moveTo>
                    <a:pt x="981468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981468" y="156210"/>
                  </a:lnTo>
                  <a:lnTo>
                    <a:pt x="981468" y="155448"/>
                  </a:lnTo>
                  <a:close/>
                </a:path>
                <a:path w="981709" h="214629">
                  <a:moveTo>
                    <a:pt x="981468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981468" y="153162"/>
                  </a:lnTo>
                  <a:lnTo>
                    <a:pt x="981468" y="152400"/>
                  </a:lnTo>
                  <a:close/>
                </a:path>
                <a:path w="981709" h="214629">
                  <a:moveTo>
                    <a:pt x="981468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981468" y="150114"/>
                  </a:lnTo>
                  <a:lnTo>
                    <a:pt x="981468" y="149352"/>
                  </a:lnTo>
                  <a:close/>
                </a:path>
                <a:path w="981709" h="214629">
                  <a:moveTo>
                    <a:pt x="981468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981468" y="147066"/>
                  </a:lnTo>
                  <a:lnTo>
                    <a:pt x="981468" y="146304"/>
                  </a:lnTo>
                  <a:close/>
                </a:path>
                <a:path w="981709" h="214629">
                  <a:moveTo>
                    <a:pt x="981468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981468" y="144018"/>
                  </a:lnTo>
                  <a:lnTo>
                    <a:pt x="981468" y="143256"/>
                  </a:lnTo>
                  <a:close/>
                </a:path>
                <a:path w="981709" h="214629">
                  <a:moveTo>
                    <a:pt x="981468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981468" y="140970"/>
                  </a:lnTo>
                  <a:lnTo>
                    <a:pt x="981468" y="140208"/>
                  </a:lnTo>
                  <a:close/>
                </a:path>
                <a:path w="981709" h="214629">
                  <a:moveTo>
                    <a:pt x="981468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981468" y="137922"/>
                  </a:lnTo>
                  <a:lnTo>
                    <a:pt x="981468" y="137160"/>
                  </a:lnTo>
                  <a:close/>
                </a:path>
                <a:path w="981709" h="214629">
                  <a:moveTo>
                    <a:pt x="981468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981468" y="134874"/>
                  </a:lnTo>
                  <a:lnTo>
                    <a:pt x="981468" y="134112"/>
                  </a:lnTo>
                  <a:close/>
                </a:path>
                <a:path w="981709" h="214629">
                  <a:moveTo>
                    <a:pt x="981468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981468" y="131826"/>
                  </a:lnTo>
                  <a:lnTo>
                    <a:pt x="981468" y="131064"/>
                  </a:lnTo>
                  <a:close/>
                </a:path>
                <a:path w="981709" h="214629">
                  <a:moveTo>
                    <a:pt x="981468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981468" y="128778"/>
                  </a:lnTo>
                  <a:lnTo>
                    <a:pt x="981468" y="128016"/>
                  </a:lnTo>
                  <a:close/>
                </a:path>
                <a:path w="981709" h="214629">
                  <a:moveTo>
                    <a:pt x="981468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981468" y="125730"/>
                  </a:lnTo>
                  <a:lnTo>
                    <a:pt x="981468" y="124968"/>
                  </a:lnTo>
                  <a:close/>
                </a:path>
                <a:path w="981709" h="214629">
                  <a:moveTo>
                    <a:pt x="981468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981468" y="122682"/>
                  </a:lnTo>
                  <a:lnTo>
                    <a:pt x="981468" y="121920"/>
                  </a:lnTo>
                  <a:close/>
                </a:path>
                <a:path w="981709" h="214629">
                  <a:moveTo>
                    <a:pt x="981468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981468" y="119634"/>
                  </a:lnTo>
                  <a:lnTo>
                    <a:pt x="981468" y="118872"/>
                  </a:lnTo>
                  <a:close/>
                </a:path>
                <a:path w="981709" h="214629">
                  <a:moveTo>
                    <a:pt x="981468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981468" y="116586"/>
                  </a:lnTo>
                  <a:lnTo>
                    <a:pt x="981468" y="115824"/>
                  </a:lnTo>
                  <a:close/>
                </a:path>
                <a:path w="981709" h="214629">
                  <a:moveTo>
                    <a:pt x="981468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981468" y="113538"/>
                  </a:lnTo>
                  <a:lnTo>
                    <a:pt x="981468" y="112776"/>
                  </a:lnTo>
                  <a:close/>
                </a:path>
                <a:path w="981709" h="214629">
                  <a:moveTo>
                    <a:pt x="981468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981468" y="110490"/>
                  </a:lnTo>
                  <a:lnTo>
                    <a:pt x="981468" y="109728"/>
                  </a:lnTo>
                  <a:close/>
                </a:path>
                <a:path w="981709" h="214629">
                  <a:moveTo>
                    <a:pt x="981468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981468" y="107442"/>
                  </a:lnTo>
                  <a:lnTo>
                    <a:pt x="981468" y="106680"/>
                  </a:lnTo>
                  <a:close/>
                </a:path>
                <a:path w="981709" h="214629">
                  <a:moveTo>
                    <a:pt x="981468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981468" y="104394"/>
                  </a:lnTo>
                  <a:lnTo>
                    <a:pt x="981468" y="103632"/>
                  </a:lnTo>
                  <a:close/>
                </a:path>
                <a:path w="981709" h="214629">
                  <a:moveTo>
                    <a:pt x="981468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981468" y="101346"/>
                  </a:lnTo>
                  <a:lnTo>
                    <a:pt x="981468" y="100584"/>
                  </a:lnTo>
                  <a:close/>
                </a:path>
                <a:path w="981709" h="214629">
                  <a:moveTo>
                    <a:pt x="981468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981468" y="98298"/>
                  </a:lnTo>
                  <a:lnTo>
                    <a:pt x="981468" y="97536"/>
                  </a:lnTo>
                  <a:close/>
                </a:path>
                <a:path w="981709" h="214629">
                  <a:moveTo>
                    <a:pt x="981468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981468" y="95250"/>
                  </a:lnTo>
                  <a:lnTo>
                    <a:pt x="981468" y="94488"/>
                  </a:lnTo>
                  <a:close/>
                </a:path>
                <a:path w="981709" h="214629">
                  <a:moveTo>
                    <a:pt x="981468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981468" y="92202"/>
                  </a:lnTo>
                  <a:lnTo>
                    <a:pt x="981468" y="91440"/>
                  </a:lnTo>
                  <a:close/>
                </a:path>
                <a:path w="981709" h="214629">
                  <a:moveTo>
                    <a:pt x="981468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981468" y="89154"/>
                  </a:lnTo>
                  <a:lnTo>
                    <a:pt x="981468" y="88392"/>
                  </a:lnTo>
                  <a:close/>
                </a:path>
                <a:path w="981709" h="214629">
                  <a:moveTo>
                    <a:pt x="981468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981468" y="86106"/>
                  </a:lnTo>
                  <a:lnTo>
                    <a:pt x="981468" y="85344"/>
                  </a:lnTo>
                  <a:close/>
                </a:path>
                <a:path w="981709" h="214629">
                  <a:moveTo>
                    <a:pt x="981468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981468" y="83058"/>
                  </a:lnTo>
                  <a:lnTo>
                    <a:pt x="981468" y="82296"/>
                  </a:lnTo>
                  <a:close/>
                </a:path>
                <a:path w="981709" h="214629">
                  <a:moveTo>
                    <a:pt x="981468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981468" y="80010"/>
                  </a:lnTo>
                  <a:lnTo>
                    <a:pt x="981468" y="79248"/>
                  </a:lnTo>
                  <a:close/>
                </a:path>
                <a:path w="981709" h="214629">
                  <a:moveTo>
                    <a:pt x="981468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981468" y="76962"/>
                  </a:lnTo>
                  <a:lnTo>
                    <a:pt x="981468" y="76200"/>
                  </a:lnTo>
                  <a:close/>
                </a:path>
                <a:path w="981709" h="214629">
                  <a:moveTo>
                    <a:pt x="981468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981468" y="73914"/>
                  </a:lnTo>
                  <a:lnTo>
                    <a:pt x="981468" y="73152"/>
                  </a:lnTo>
                  <a:close/>
                </a:path>
                <a:path w="981709" h="214629">
                  <a:moveTo>
                    <a:pt x="981468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981468" y="70866"/>
                  </a:lnTo>
                  <a:lnTo>
                    <a:pt x="981468" y="70104"/>
                  </a:lnTo>
                  <a:close/>
                </a:path>
                <a:path w="981709" h="214629">
                  <a:moveTo>
                    <a:pt x="981468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981468" y="67818"/>
                  </a:lnTo>
                  <a:lnTo>
                    <a:pt x="981468" y="67056"/>
                  </a:lnTo>
                  <a:close/>
                </a:path>
                <a:path w="981709" h="214629">
                  <a:moveTo>
                    <a:pt x="981468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981468" y="64770"/>
                  </a:lnTo>
                  <a:lnTo>
                    <a:pt x="981468" y="64008"/>
                  </a:lnTo>
                  <a:close/>
                </a:path>
                <a:path w="981709" h="214629">
                  <a:moveTo>
                    <a:pt x="981468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981468" y="61722"/>
                  </a:lnTo>
                  <a:lnTo>
                    <a:pt x="981468" y="60960"/>
                  </a:lnTo>
                  <a:close/>
                </a:path>
                <a:path w="981709" h="214629">
                  <a:moveTo>
                    <a:pt x="981468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981468" y="58674"/>
                  </a:lnTo>
                  <a:lnTo>
                    <a:pt x="981468" y="57912"/>
                  </a:lnTo>
                  <a:close/>
                </a:path>
                <a:path w="981709" h="214629">
                  <a:moveTo>
                    <a:pt x="981468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981468" y="55626"/>
                  </a:lnTo>
                  <a:lnTo>
                    <a:pt x="981468" y="54864"/>
                  </a:lnTo>
                  <a:close/>
                </a:path>
                <a:path w="981709" h="214629">
                  <a:moveTo>
                    <a:pt x="981468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981468" y="52578"/>
                  </a:lnTo>
                  <a:lnTo>
                    <a:pt x="981468" y="51816"/>
                  </a:lnTo>
                  <a:close/>
                </a:path>
                <a:path w="981709" h="214629">
                  <a:moveTo>
                    <a:pt x="981468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981468" y="49530"/>
                  </a:lnTo>
                  <a:lnTo>
                    <a:pt x="981468" y="48768"/>
                  </a:lnTo>
                  <a:close/>
                </a:path>
                <a:path w="981709" h="214629">
                  <a:moveTo>
                    <a:pt x="981468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981468" y="46482"/>
                  </a:lnTo>
                  <a:lnTo>
                    <a:pt x="981468" y="45720"/>
                  </a:lnTo>
                  <a:close/>
                </a:path>
                <a:path w="981709" h="214629">
                  <a:moveTo>
                    <a:pt x="981468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981468" y="43434"/>
                  </a:lnTo>
                  <a:lnTo>
                    <a:pt x="981468" y="42672"/>
                  </a:lnTo>
                  <a:close/>
                </a:path>
                <a:path w="981709" h="214629">
                  <a:moveTo>
                    <a:pt x="981468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981468" y="40386"/>
                  </a:lnTo>
                  <a:lnTo>
                    <a:pt x="981468" y="39624"/>
                  </a:lnTo>
                  <a:close/>
                </a:path>
                <a:path w="981709" h="214629">
                  <a:moveTo>
                    <a:pt x="981468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981468" y="37338"/>
                  </a:lnTo>
                  <a:lnTo>
                    <a:pt x="981468" y="36576"/>
                  </a:lnTo>
                  <a:close/>
                </a:path>
                <a:path w="981709" h="214629">
                  <a:moveTo>
                    <a:pt x="981468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981468" y="34290"/>
                  </a:lnTo>
                  <a:lnTo>
                    <a:pt x="981468" y="33528"/>
                  </a:lnTo>
                  <a:close/>
                </a:path>
                <a:path w="981709" h="214629">
                  <a:moveTo>
                    <a:pt x="981468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981468" y="31242"/>
                  </a:lnTo>
                  <a:lnTo>
                    <a:pt x="981468" y="30480"/>
                  </a:lnTo>
                  <a:close/>
                </a:path>
                <a:path w="981709" h="214629">
                  <a:moveTo>
                    <a:pt x="981468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981468" y="28194"/>
                  </a:lnTo>
                  <a:lnTo>
                    <a:pt x="981468" y="27432"/>
                  </a:lnTo>
                  <a:close/>
                </a:path>
                <a:path w="981709" h="214629">
                  <a:moveTo>
                    <a:pt x="981468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981468" y="25146"/>
                  </a:lnTo>
                  <a:lnTo>
                    <a:pt x="981468" y="24384"/>
                  </a:lnTo>
                  <a:close/>
                </a:path>
                <a:path w="981709" h="214629">
                  <a:moveTo>
                    <a:pt x="981468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981468" y="22098"/>
                  </a:lnTo>
                  <a:lnTo>
                    <a:pt x="981468" y="21336"/>
                  </a:lnTo>
                  <a:close/>
                </a:path>
                <a:path w="981709" h="214629">
                  <a:moveTo>
                    <a:pt x="981468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981468" y="19050"/>
                  </a:lnTo>
                  <a:lnTo>
                    <a:pt x="981468" y="18288"/>
                  </a:lnTo>
                  <a:close/>
                </a:path>
                <a:path w="981709" h="214629">
                  <a:moveTo>
                    <a:pt x="981468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981468" y="16002"/>
                  </a:lnTo>
                  <a:lnTo>
                    <a:pt x="981468" y="15240"/>
                  </a:lnTo>
                  <a:close/>
                </a:path>
                <a:path w="981709" h="214629">
                  <a:moveTo>
                    <a:pt x="981468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981468" y="12954"/>
                  </a:lnTo>
                  <a:lnTo>
                    <a:pt x="981468" y="12192"/>
                  </a:lnTo>
                  <a:close/>
                </a:path>
                <a:path w="981709" h="214629">
                  <a:moveTo>
                    <a:pt x="981468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981468" y="9906"/>
                  </a:lnTo>
                  <a:lnTo>
                    <a:pt x="981468" y="9144"/>
                  </a:lnTo>
                  <a:close/>
                </a:path>
                <a:path w="981709" h="214629">
                  <a:moveTo>
                    <a:pt x="981468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981468" y="6858"/>
                  </a:lnTo>
                  <a:lnTo>
                    <a:pt x="981468" y="6096"/>
                  </a:lnTo>
                  <a:close/>
                </a:path>
                <a:path w="981709" h="214629">
                  <a:moveTo>
                    <a:pt x="981468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981468" y="3810"/>
                  </a:lnTo>
                  <a:lnTo>
                    <a:pt x="981468" y="3048"/>
                  </a:lnTo>
                  <a:close/>
                </a:path>
                <a:path w="981709" h="214629">
                  <a:moveTo>
                    <a:pt x="981468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981468" y="762"/>
                  </a:lnTo>
                  <a:lnTo>
                    <a:pt x="981468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7153783" y="5290454"/>
              <a:ext cx="981710" cy="214629"/>
            </a:xfrm>
            <a:custGeom>
              <a:avLst/>
              <a:gdLst/>
              <a:ahLst/>
              <a:cxnLst/>
              <a:rect l="l" t="t" r="r" b="b"/>
              <a:pathLst>
                <a:path w="981709" h="214629">
                  <a:moveTo>
                    <a:pt x="981468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981468" y="214122"/>
                  </a:lnTo>
                  <a:lnTo>
                    <a:pt x="981468" y="213360"/>
                  </a:lnTo>
                  <a:close/>
                </a:path>
                <a:path w="981709" h="214629">
                  <a:moveTo>
                    <a:pt x="981468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981468" y="211074"/>
                  </a:lnTo>
                  <a:lnTo>
                    <a:pt x="981468" y="210312"/>
                  </a:lnTo>
                  <a:close/>
                </a:path>
                <a:path w="981709" h="214629">
                  <a:moveTo>
                    <a:pt x="981468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981468" y="208026"/>
                  </a:lnTo>
                  <a:lnTo>
                    <a:pt x="981468" y="207264"/>
                  </a:lnTo>
                  <a:close/>
                </a:path>
                <a:path w="981709" h="214629">
                  <a:moveTo>
                    <a:pt x="981468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981468" y="204978"/>
                  </a:lnTo>
                  <a:lnTo>
                    <a:pt x="981468" y="204216"/>
                  </a:lnTo>
                  <a:close/>
                </a:path>
                <a:path w="981709" h="214629">
                  <a:moveTo>
                    <a:pt x="981468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981468" y="201930"/>
                  </a:lnTo>
                  <a:lnTo>
                    <a:pt x="981468" y="201168"/>
                  </a:lnTo>
                  <a:close/>
                </a:path>
                <a:path w="981709" h="214629">
                  <a:moveTo>
                    <a:pt x="981468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981468" y="198882"/>
                  </a:lnTo>
                  <a:lnTo>
                    <a:pt x="981468" y="198120"/>
                  </a:lnTo>
                  <a:close/>
                </a:path>
                <a:path w="981709" h="214629">
                  <a:moveTo>
                    <a:pt x="981468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981468" y="195834"/>
                  </a:lnTo>
                  <a:lnTo>
                    <a:pt x="981468" y="195072"/>
                  </a:lnTo>
                  <a:close/>
                </a:path>
                <a:path w="981709" h="214629">
                  <a:moveTo>
                    <a:pt x="981468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981468" y="192786"/>
                  </a:lnTo>
                  <a:lnTo>
                    <a:pt x="981468" y="192024"/>
                  </a:lnTo>
                  <a:close/>
                </a:path>
                <a:path w="981709" h="214629">
                  <a:moveTo>
                    <a:pt x="981468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981468" y="189738"/>
                  </a:lnTo>
                  <a:lnTo>
                    <a:pt x="981468" y="188976"/>
                  </a:lnTo>
                  <a:close/>
                </a:path>
                <a:path w="981709" h="214629">
                  <a:moveTo>
                    <a:pt x="981468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981468" y="186690"/>
                  </a:lnTo>
                  <a:lnTo>
                    <a:pt x="981468" y="185928"/>
                  </a:lnTo>
                  <a:close/>
                </a:path>
                <a:path w="981709" h="214629">
                  <a:moveTo>
                    <a:pt x="981468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981468" y="183642"/>
                  </a:lnTo>
                  <a:lnTo>
                    <a:pt x="981468" y="182880"/>
                  </a:lnTo>
                  <a:close/>
                </a:path>
                <a:path w="981709" h="214629">
                  <a:moveTo>
                    <a:pt x="981468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981468" y="180594"/>
                  </a:lnTo>
                  <a:lnTo>
                    <a:pt x="981468" y="179832"/>
                  </a:lnTo>
                  <a:close/>
                </a:path>
                <a:path w="981709" h="214629">
                  <a:moveTo>
                    <a:pt x="981468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981468" y="177546"/>
                  </a:lnTo>
                  <a:lnTo>
                    <a:pt x="981468" y="176784"/>
                  </a:lnTo>
                  <a:close/>
                </a:path>
                <a:path w="981709" h="214629">
                  <a:moveTo>
                    <a:pt x="981468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981468" y="174498"/>
                  </a:lnTo>
                  <a:lnTo>
                    <a:pt x="981468" y="173736"/>
                  </a:lnTo>
                  <a:close/>
                </a:path>
                <a:path w="981709" h="214629">
                  <a:moveTo>
                    <a:pt x="981468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981468" y="171450"/>
                  </a:lnTo>
                  <a:lnTo>
                    <a:pt x="981468" y="170688"/>
                  </a:lnTo>
                  <a:close/>
                </a:path>
                <a:path w="981709" h="214629">
                  <a:moveTo>
                    <a:pt x="981468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981468" y="168402"/>
                  </a:lnTo>
                  <a:lnTo>
                    <a:pt x="981468" y="167640"/>
                  </a:lnTo>
                  <a:close/>
                </a:path>
                <a:path w="981709" h="214629">
                  <a:moveTo>
                    <a:pt x="981468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981468" y="165354"/>
                  </a:lnTo>
                  <a:lnTo>
                    <a:pt x="981468" y="164592"/>
                  </a:lnTo>
                  <a:close/>
                </a:path>
                <a:path w="981709" h="214629">
                  <a:moveTo>
                    <a:pt x="981468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981468" y="162306"/>
                  </a:lnTo>
                  <a:lnTo>
                    <a:pt x="981468" y="161544"/>
                  </a:lnTo>
                  <a:close/>
                </a:path>
                <a:path w="981709" h="214629">
                  <a:moveTo>
                    <a:pt x="981468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981468" y="159258"/>
                  </a:lnTo>
                  <a:lnTo>
                    <a:pt x="981468" y="158496"/>
                  </a:lnTo>
                  <a:close/>
                </a:path>
                <a:path w="981709" h="214629">
                  <a:moveTo>
                    <a:pt x="981468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981468" y="156210"/>
                  </a:lnTo>
                  <a:lnTo>
                    <a:pt x="981468" y="155448"/>
                  </a:lnTo>
                  <a:close/>
                </a:path>
                <a:path w="981709" h="214629">
                  <a:moveTo>
                    <a:pt x="981468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981468" y="153162"/>
                  </a:lnTo>
                  <a:lnTo>
                    <a:pt x="981468" y="152400"/>
                  </a:lnTo>
                  <a:close/>
                </a:path>
                <a:path w="981709" h="214629">
                  <a:moveTo>
                    <a:pt x="981468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981468" y="150114"/>
                  </a:lnTo>
                  <a:lnTo>
                    <a:pt x="981468" y="149352"/>
                  </a:lnTo>
                  <a:close/>
                </a:path>
                <a:path w="981709" h="214629">
                  <a:moveTo>
                    <a:pt x="981468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981468" y="147066"/>
                  </a:lnTo>
                  <a:lnTo>
                    <a:pt x="981468" y="146304"/>
                  </a:lnTo>
                  <a:close/>
                </a:path>
                <a:path w="981709" h="214629">
                  <a:moveTo>
                    <a:pt x="981468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981468" y="144018"/>
                  </a:lnTo>
                  <a:lnTo>
                    <a:pt x="981468" y="143256"/>
                  </a:lnTo>
                  <a:close/>
                </a:path>
                <a:path w="981709" h="214629">
                  <a:moveTo>
                    <a:pt x="981468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981468" y="140970"/>
                  </a:lnTo>
                  <a:lnTo>
                    <a:pt x="981468" y="140208"/>
                  </a:lnTo>
                  <a:close/>
                </a:path>
                <a:path w="981709" h="214629">
                  <a:moveTo>
                    <a:pt x="981468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981468" y="137922"/>
                  </a:lnTo>
                  <a:lnTo>
                    <a:pt x="981468" y="137160"/>
                  </a:lnTo>
                  <a:close/>
                </a:path>
                <a:path w="981709" h="214629">
                  <a:moveTo>
                    <a:pt x="981468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981468" y="134874"/>
                  </a:lnTo>
                  <a:lnTo>
                    <a:pt x="981468" y="134112"/>
                  </a:lnTo>
                  <a:close/>
                </a:path>
                <a:path w="981709" h="214629">
                  <a:moveTo>
                    <a:pt x="981468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981468" y="131826"/>
                  </a:lnTo>
                  <a:lnTo>
                    <a:pt x="981468" y="131064"/>
                  </a:lnTo>
                  <a:close/>
                </a:path>
                <a:path w="981709" h="214629">
                  <a:moveTo>
                    <a:pt x="981468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981468" y="128778"/>
                  </a:lnTo>
                  <a:lnTo>
                    <a:pt x="981468" y="128016"/>
                  </a:lnTo>
                  <a:close/>
                </a:path>
                <a:path w="981709" h="214629">
                  <a:moveTo>
                    <a:pt x="981468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981468" y="125730"/>
                  </a:lnTo>
                  <a:lnTo>
                    <a:pt x="981468" y="124968"/>
                  </a:lnTo>
                  <a:close/>
                </a:path>
                <a:path w="981709" h="214629">
                  <a:moveTo>
                    <a:pt x="981468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981468" y="122682"/>
                  </a:lnTo>
                  <a:lnTo>
                    <a:pt x="981468" y="121920"/>
                  </a:lnTo>
                  <a:close/>
                </a:path>
                <a:path w="981709" h="214629">
                  <a:moveTo>
                    <a:pt x="981468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981468" y="119634"/>
                  </a:lnTo>
                  <a:lnTo>
                    <a:pt x="981468" y="118872"/>
                  </a:lnTo>
                  <a:close/>
                </a:path>
                <a:path w="981709" h="214629">
                  <a:moveTo>
                    <a:pt x="981468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981468" y="116586"/>
                  </a:lnTo>
                  <a:lnTo>
                    <a:pt x="981468" y="115824"/>
                  </a:lnTo>
                  <a:close/>
                </a:path>
                <a:path w="981709" h="214629">
                  <a:moveTo>
                    <a:pt x="981468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981468" y="113538"/>
                  </a:lnTo>
                  <a:lnTo>
                    <a:pt x="981468" y="112776"/>
                  </a:lnTo>
                  <a:close/>
                </a:path>
                <a:path w="981709" h="214629">
                  <a:moveTo>
                    <a:pt x="981468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981468" y="110490"/>
                  </a:lnTo>
                  <a:lnTo>
                    <a:pt x="981468" y="109728"/>
                  </a:lnTo>
                  <a:close/>
                </a:path>
                <a:path w="981709" h="214629">
                  <a:moveTo>
                    <a:pt x="981468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981468" y="107442"/>
                  </a:lnTo>
                  <a:lnTo>
                    <a:pt x="981468" y="106680"/>
                  </a:lnTo>
                  <a:close/>
                </a:path>
                <a:path w="981709" h="214629">
                  <a:moveTo>
                    <a:pt x="981468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981468" y="104394"/>
                  </a:lnTo>
                  <a:lnTo>
                    <a:pt x="981468" y="103632"/>
                  </a:lnTo>
                  <a:close/>
                </a:path>
                <a:path w="981709" h="214629">
                  <a:moveTo>
                    <a:pt x="981468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981468" y="101346"/>
                  </a:lnTo>
                  <a:lnTo>
                    <a:pt x="981468" y="100584"/>
                  </a:lnTo>
                  <a:close/>
                </a:path>
                <a:path w="981709" h="214629">
                  <a:moveTo>
                    <a:pt x="981468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981468" y="98298"/>
                  </a:lnTo>
                  <a:lnTo>
                    <a:pt x="981468" y="97536"/>
                  </a:lnTo>
                  <a:close/>
                </a:path>
                <a:path w="981709" h="214629">
                  <a:moveTo>
                    <a:pt x="981468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981468" y="95250"/>
                  </a:lnTo>
                  <a:lnTo>
                    <a:pt x="981468" y="94488"/>
                  </a:lnTo>
                  <a:close/>
                </a:path>
                <a:path w="981709" h="214629">
                  <a:moveTo>
                    <a:pt x="981468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981468" y="92202"/>
                  </a:lnTo>
                  <a:lnTo>
                    <a:pt x="981468" y="91440"/>
                  </a:lnTo>
                  <a:close/>
                </a:path>
                <a:path w="981709" h="214629">
                  <a:moveTo>
                    <a:pt x="981468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981468" y="89154"/>
                  </a:lnTo>
                  <a:lnTo>
                    <a:pt x="981468" y="88392"/>
                  </a:lnTo>
                  <a:close/>
                </a:path>
                <a:path w="981709" h="214629">
                  <a:moveTo>
                    <a:pt x="981468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981468" y="86106"/>
                  </a:lnTo>
                  <a:lnTo>
                    <a:pt x="981468" y="85344"/>
                  </a:lnTo>
                  <a:close/>
                </a:path>
                <a:path w="981709" h="214629">
                  <a:moveTo>
                    <a:pt x="981468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981468" y="83058"/>
                  </a:lnTo>
                  <a:lnTo>
                    <a:pt x="981468" y="82296"/>
                  </a:lnTo>
                  <a:close/>
                </a:path>
                <a:path w="981709" h="214629">
                  <a:moveTo>
                    <a:pt x="981468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981468" y="80010"/>
                  </a:lnTo>
                  <a:lnTo>
                    <a:pt x="981468" y="79248"/>
                  </a:lnTo>
                  <a:close/>
                </a:path>
                <a:path w="981709" h="214629">
                  <a:moveTo>
                    <a:pt x="981468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981468" y="76962"/>
                  </a:lnTo>
                  <a:lnTo>
                    <a:pt x="981468" y="76200"/>
                  </a:lnTo>
                  <a:close/>
                </a:path>
                <a:path w="981709" h="214629">
                  <a:moveTo>
                    <a:pt x="981468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981468" y="73914"/>
                  </a:lnTo>
                  <a:lnTo>
                    <a:pt x="981468" y="73152"/>
                  </a:lnTo>
                  <a:close/>
                </a:path>
                <a:path w="981709" h="214629">
                  <a:moveTo>
                    <a:pt x="981468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981468" y="70866"/>
                  </a:lnTo>
                  <a:lnTo>
                    <a:pt x="981468" y="70104"/>
                  </a:lnTo>
                  <a:close/>
                </a:path>
                <a:path w="981709" h="214629">
                  <a:moveTo>
                    <a:pt x="981468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981468" y="67818"/>
                  </a:lnTo>
                  <a:lnTo>
                    <a:pt x="981468" y="67056"/>
                  </a:lnTo>
                  <a:close/>
                </a:path>
                <a:path w="981709" h="214629">
                  <a:moveTo>
                    <a:pt x="981468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981468" y="64770"/>
                  </a:lnTo>
                  <a:lnTo>
                    <a:pt x="981468" y="64008"/>
                  </a:lnTo>
                  <a:close/>
                </a:path>
                <a:path w="981709" h="214629">
                  <a:moveTo>
                    <a:pt x="981468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981468" y="61722"/>
                  </a:lnTo>
                  <a:lnTo>
                    <a:pt x="981468" y="60960"/>
                  </a:lnTo>
                  <a:close/>
                </a:path>
                <a:path w="981709" h="214629">
                  <a:moveTo>
                    <a:pt x="981468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981468" y="58674"/>
                  </a:lnTo>
                  <a:lnTo>
                    <a:pt x="981468" y="57912"/>
                  </a:lnTo>
                  <a:close/>
                </a:path>
                <a:path w="981709" h="214629">
                  <a:moveTo>
                    <a:pt x="981468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981468" y="55626"/>
                  </a:lnTo>
                  <a:lnTo>
                    <a:pt x="981468" y="54864"/>
                  </a:lnTo>
                  <a:close/>
                </a:path>
                <a:path w="981709" h="214629">
                  <a:moveTo>
                    <a:pt x="981468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981468" y="52578"/>
                  </a:lnTo>
                  <a:lnTo>
                    <a:pt x="981468" y="51816"/>
                  </a:lnTo>
                  <a:close/>
                </a:path>
                <a:path w="981709" h="214629">
                  <a:moveTo>
                    <a:pt x="981468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981468" y="49530"/>
                  </a:lnTo>
                  <a:lnTo>
                    <a:pt x="981468" y="48768"/>
                  </a:lnTo>
                  <a:close/>
                </a:path>
                <a:path w="981709" h="214629">
                  <a:moveTo>
                    <a:pt x="981468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981468" y="46482"/>
                  </a:lnTo>
                  <a:lnTo>
                    <a:pt x="981468" y="45720"/>
                  </a:lnTo>
                  <a:close/>
                </a:path>
                <a:path w="981709" h="214629">
                  <a:moveTo>
                    <a:pt x="981468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981468" y="43434"/>
                  </a:lnTo>
                  <a:lnTo>
                    <a:pt x="981468" y="42672"/>
                  </a:lnTo>
                  <a:close/>
                </a:path>
                <a:path w="981709" h="214629">
                  <a:moveTo>
                    <a:pt x="981468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981468" y="40386"/>
                  </a:lnTo>
                  <a:lnTo>
                    <a:pt x="981468" y="39624"/>
                  </a:lnTo>
                  <a:close/>
                </a:path>
                <a:path w="981709" h="214629">
                  <a:moveTo>
                    <a:pt x="981468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981468" y="37338"/>
                  </a:lnTo>
                  <a:lnTo>
                    <a:pt x="981468" y="36576"/>
                  </a:lnTo>
                  <a:close/>
                </a:path>
                <a:path w="981709" h="214629">
                  <a:moveTo>
                    <a:pt x="981468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981468" y="34290"/>
                  </a:lnTo>
                  <a:lnTo>
                    <a:pt x="981468" y="33528"/>
                  </a:lnTo>
                  <a:close/>
                </a:path>
                <a:path w="981709" h="214629">
                  <a:moveTo>
                    <a:pt x="981468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981468" y="31242"/>
                  </a:lnTo>
                  <a:lnTo>
                    <a:pt x="981468" y="30480"/>
                  </a:lnTo>
                  <a:close/>
                </a:path>
                <a:path w="981709" h="214629">
                  <a:moveTo>
                    <a:pt x="981468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981468" y="28194"/>
                  </a:lnTo>
                  <a:lnTo>
                    <a:pt x="981468" y="27432"/>
                  </a:lnTo>
                  <a:close/>
                </a:path>
                <a:path w="981709" h="214629">
                  <a:moveTo>
                    <a:pt x="981468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981468" y="25146"/>
                  </a:lnTo>
                  <a:lnTo>
                    <a:pt x="981468" y="24384"/>
                  </a:lnTo>
                  <a:close/>
                </a:path>
                <a:path w="981709" h="214629">
                  <a:moveTo>
                    <a:pt x="981468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981468" y="22098"/>
                  </a:lnTo>
                  <a:lnTo>
                    <a:pt x="981468" y="21336"/>
                  </a:lnTo>
                  <a:close/>
                </a:path>
                <a:path w="981709" h="214629">
                  <a:moveTo>
                    <a:pt x="981468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981468" y="19050"/>
                  </a:lnTo>
                  <a:lnTo>
                    <a:pt x="981468" y="18288"/>
                  </a:lnTo>
                  <a:close/>
                </a:path>
                <a:path w="981709" h="214629">
                  <a:moveTo>
                    <a:pt x="981468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981468" y="16002"/>
                  </a:lnTo>
                  <a:lnTo>
                    <a:pt x="981468" y="15240"/>
                  </a:lnTo>
                  <a:close/>
                </a:path>
                <a:path w="981709" h="214629">
                  <a:moveTo>
                    <a:pt x="981468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981468" y="12954"/>
                  </a:lnTo>
                  <a:lnTo>
                    <a:pt x="981468" y="12192"/>
                  </a:lnTo>
                  <a:close/>
                </a:path>
                <a:path w="981709" h="214629">
                  <a:moveTo>
                    <a:pt x="981468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981468" y="9906"/>
                  </a:lnTo>
                  <a:lnTo>
                    <a:pt x="981468" y="9144"/>
                  </a:lnTo>
                  <a:close/>
                </a:path>
                <a:path w="981709" h="214629">
                  <a:moveTo>
                    <a:pt x="981468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981468" y="6858"/>
                  </a:lnTo>
                  <a:lnTo>
                    <a:pt x="981468" y="6096"/>
                  </a:lnTo>
                  <a:close/>
                </a:path>
                <a:path w="981709" h="214629">
                  <a:moveTo>
                    <a:pt x="981468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981468" y="3810"/>
                  </a:lnTo>
                  <a:lnTo>
                    <a:pt x="981468" y="3048"/>
                  </a:lnTo>
                  <a:close/>
                </a:path>
                <a:path w="981709" h="214629">
                  <a:moveTo>
                    <a:pt x="981468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981468" y="762"/>
                  </a:lnTo>
                  <a:lnTo>
                    <a:pt x="981468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7153783" y="5503815"/>
              <a:ext cx="981710" cy="98425"/>
            </a:xfrm>
            <a:custGeom>
              <a:avLst/>
              <a:gdLst/>
              <a:ahLst/>
              <a:cxnLst/>
              <a:rect l="l" t="t" r="r" b="b"/>
              <a:pathLst>
                <a:path w="981709" h="98425">
                  <a:moveTo>
                    <a:pt x="981468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981468" y="98298"/>
                  </a:lnTo>
                  <a:lnTo>
                    <a:pt x="981468" y="97536"/>
                  </a:lnTo>
                  <a:close/>
                </a:path>
                <a:path w="981709" h="98425">
                  <a:moveTo>
                    <a:pt x="981468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981468" y="95250"/>
                  </a:lnTo>
                  <a:lnTo>
                    <a:pt x="981468" y="94488"/>
                  </a:lnTo>
                  <a:close/>
                </a:path>
                <a:path w="981709" h="98425">
                  <a:moveTo>
                    <a:pt x="981468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981468" y="92202"/>
                  </a:lnTo>
                  <a:lnTo>
                    <a:pt x="981468" y="91440"/>
                  </a:lnTo>
                  <a:close/>
                </a:path>
                <a:path w="981709" h="98425">
                  <a:moveTo>
                    <a:pt x="981468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981468" y="89154"/>
                  </a:lnTo>
                  <a:lnTo>
                    <a:pt x="981468" y="88392"/>
                  </a:lnTo>
                  <a:close/>
                </a:path>
                <a:path w="981709" h="98425">
                  <a:moveTo>
                    <a:pt x="981468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981468" y="86106"/>
                  </a:lnTo>
                  <a:lnTo>
                    <a:pt x="981468" y="85344"/>
                  </a:lnTo>
                  <a:close/>
                </a:path>
                <a:path w="981709" h="98425">
                  <a:moveTo>
                    <a:pt x="981468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981468" y="83058"/>
                  </a:lnTo>
                  <a:lnTo>
                    <a:pt x="981468" y="82296"/>
                  </a:lnTo>
                  <a:close/>
                </a:path>
                <a:path w="981709" h="98425">
                  <a:moveTo>
                    <a:pt x="981468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981468" y="80010"/>
                  </a:lnTo>
                  <a:lnTo>
                    <a:pt x="981468" y="79248"/>
                  </a:lnTo>
                  <a:close/>
                </a:path>
                <a:path w="981709" h="98425">
                  <a:moveTo>
                    <a:pt x="981468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981468" y="76962"/>
                  </a:lnTo>
                  <a:lnTo>
                    <a:pt x="981468" y="76200"/>
                  </a:lnTo>
                  <a:close/>
                </a:path>
                <a:path w="981709" h="98425">
                  <a:moveTo>
                    <a:pt x="981468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981468" y="73914"/>
                  </a:lnTo>
                  <a:lnTo>
                    <a:pt x="981468" y="73152"/>
                  </a:lnTo>
                  <a:close/>
                </a:path>
                <a:path w="981709" h="98425">
                  <a:moveTo>
                    <a:pt x="981468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981468" y="70866"/>
                  </a:lnTo>
                  <a:lnTo>
                    <a:pt x="981468" y="70104"/>
                  </a:lnTo>
                  <a:close/>
                </a:path>
                <a:path w="981709" h="98425">
                  <a:moveTo>
                    <a:pt x="981468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981468" y="67818"/>
                  </a:lnTo>
                  <a:lnTo>
                    <a:pt x="981468" y="67056"/>
                  </a:lnTo>
                  <a:close/>
                </a:path>
                <a:path w="981709" h="98425">
                  <a:moveTo>
                    <a:pt x="981468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981468" y="64770"/>
                  </a:lnTo>
                  <a:lnTo>
                    <a:pt x="981468" y="64008"/>
                  </a:lnTo>
                  <a:close/>
                </a:path>
                <a:path w="981709" h="98425">
                  <a:moveTo>
                    <a:pt x="981468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981468" y="61722"/>
                  </a:lnTo>
                  <a:lnTo>
                    <a:pt x="981468" y="60960"/>
                  </a:lnTo>
                  <a:close/>
                </a:path>
                <a:path w="981709" h="98425">
                  <a:moveTo>
                    <a:pt x="981468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981468" y="58674"/>
                  </a:lnTo>
                  <a:lnTo>
                    <a:pt x="981468" y="57912"/>
                  </a:lnTo>
                  <a:close/>
                </a:path>
                <a:path w="981709" h="98425">
                  <a:moveTo>
                    <a:pt x="981468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981468" y="55626"/>
                  </a:lnTo>
                  <a:lnTo>
                    <a:pt x="981468" y="54864"/>
                  </a:lnTo>
                  <a:close/>
                </a:path>
                <a:path w="981709" h="98425">
                  <a:moveTo>
                    <a:pt x="981468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981468" y="52578"/>
                  </a:lnTo>
                  <a:lnTo>
                    <a:pt x="981468" y="51816"/>
                  </a:lnTo>
                  <a:close/>
                </a:path>
                <a:path w="981709" h="98425">
                  <a:moveTo>
                    <a:pt x="981468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981468" y="49530"/>
                  </a:lnTo>
                  <a:lnTo>
                    <a:pt x="981468" y="48768"/>
                  </a:lnTo>
                  <a:close/>
                </a:path>
                <a:path w="981709" h="98425">
                  <a:moveTo>
                    <a:pt x="981468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981468" y="46482"/>
                  </a:lnTo>
                  <a:lnTo>
                    <a:pt x="981468" y="45720"/>
                  </a:lnTo>
                  <a:close/>
                </a:path>
                <a:path w="981709" h="98425">
                  <a:moveTo>
                    <a:pt x="981468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981468" y="43434"/>
                  </a:lnTo>
                  <a:lnTo>
                    <a:pt x="981468" y="42672"/>
                  </a:lnTo>
                  <a:close/>
                </a:path>
                <a:path w="981709" h="98425">
                  <a:moveTo>
                    <a:pt x="981468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981468" y="40386"/>
                  </a:lnTo>
                  <a:lnTo>
                    <a:pt x="981468" y="39624"/>
                  </a:lnTo>
                  <a:close/>
                </a:path>
                <a:path w="981709" h="98425">
                  <a:moveTo>
                    <a:pt x="981468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981468" y="37338"/>
                  </a:lnTo>
                  <a:lnTo>
                    <a:pt x="981468" y="36576"/>
                  </a:lnTo>
                  <a:close/>
                </a:path>
                <a:path w="981709" h="98425">
                  <a:moveTo>
                    <a:pt x="981468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981468" y="34290"/>
                  </a:lnTo>
                  <a:lnTo>
                    <a:pt x="981468" y="33528"/>
                  </a:lnTo>
                  <a:close/>
                </a:path>
                <a:path w="981709" h="98425">
                  <a:moveTo>
                    <a:pt x="981468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981468" y="31242"/>
                  </a:lnTo>
                  <a:lnTo>
                    <a:pt x="981468" y="30480"/>
                  </a:lnTo>
                  <a:close/>
                </a:path>
                <a:path w="981709" h="98425">
                  <a:moveTo>
                    <a:pt x="981468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981468" y="28194"/>
                  </a:lnTo>
                  <a:lnTo>
                    <a:pt x="981468" y="27432"/>
                  </a:lnTo>
                  <a:close/>
                </a:path>
                <a:path w="981709" h="98425">
                  <a:moveTo>
                    <a:pt x="981468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981468" y="25146"/>
                  </a:lnTo>
                  <a:lnTo>
                    <a:pt x="981468" y="24384"/>
                  </a:lnTo>
                  <a:close/>
                </a:path>
                <a:path w="981709" h="98425">
                  <a:moveTo>
                    <a:pt x="981468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981468" y="22098"/>
                  </a:lnTo>
                  <a:lnTo>
                    <a:pt x="981468" y="21336"/>
                  </a:lnTo>
                  <a:close/>
                </a:path>
                <a:path w="981709" h="98425">
                  <a:moveTo>
                    <a:pt x="981468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981468" y="19050"/>
                  </a:lnTo>
                  <a:lnTo>
                    <a:pt x="981468" y="18288"/>
                  </a:lnTo>
                  <a:close/>
                </a:path>
                <a:path w="981709" h="98425">
                  <a:moveTo>
                    <a:pt x="981468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981468" y="16002"/>
                  </a:lnTo>
                  <a:lnTo>
                    <a:pt x="981468" y="15240"/>
                  </a:lnTo>
                  <a:close/>
                </a:path>
                <a:path w="981709" h="98425">
                  <a:moveTo>
                    <a:pt x="981468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981468" y="12954"/>
                  </a:lnTo>
                  <a:lnTo>
                    <a:pt x="981468" y="12192"/>
                  </a:lnTo>
                  <a:close/>
                </a:path>
                <a:path w="981709" h="98425">
                  <a:moveTo>
                    <a:pt x="981468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981468" y="9906"/>
                  </a:lnTo>
                  <a:lnTo>
                    <a:pt x="981468" y="9144"/>
                  </a:lnTo>
                  <a:close/>
                </a:path>
                <a:path w="981709" h="98425">
                  <a:moveTo>
                    <a:pt x="981468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981468" y="6858"/>
                  </a:lnTo>
                  <a:lnTo>
                    <a:pt x="981468" y="6096"/>
                  </a:lnTo>
                  <a:close/>
                </a:path>
                <a:path w="981709" h="98425">
                  <a:moveTo>
                    <a:pt x="981468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981468" y="3810"/>
                  </a:lnTo>
                  <a:lnTo>
                    <a:pt x="981468" y="3048"/>
                  </a:lnTo>
                  <a:close/>
                </a:path>
                <a:path w="981709" h="98425">
                  <a:moveTo>
                    <a:pt x="981468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981468" y="762"/>
                  </a:lnTo>
                  <a:lnTo>
                    <a:pt x="981468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5" name="object 65"/>
          <p:cNvSpPr txBox="1"/>
          <p:nvPr/>
        </p:nvSpPr>
        <p:spPr>
          <a:xfrm>
            <a:off x="416456" y="1994271"/>
            <a:ext cx="3131820" cy="17367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Система аварийной питательной </a:t>
            </a:r>
            <a:r>
              <a:rPr sz="160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воды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предназначена для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обеспечения</a:t>
            </a:r>
            <a:r>
              <a:rPr sz="1600" spc="-2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питательной</a:t>
            </a:r>
            <a:r>
              <a:rPr sz="1600" spc="-2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водой</a:t>
            </a:r>
            <a:r>
              <a:rPr sz="1600" spc="-2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ПГ </a:t>
            </a:r>
            <a:r>
              <a:rPr sz="1600" spc="-34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в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условиях, когда подача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питательной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воды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от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штатной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системы и вспомогательной </a:t>
            </a:r>
            <a:r>
              <a:rPr sz="1600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системы</a:t>
            </a:r>
            <a:r>
              <a:rPr sz="1600" spc="-1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невозможна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6863733" y="3173860"/>
            <a:ext cx="51435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00009A"/>
                </a:solidFill>
                <a:latin typeface="Calibri"/>
                <a:cs typeface="Calibri"/>
              </a:rPr>
              <a:t>канал 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7561726" y="3953386"/>
            <a:ext cx="51435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00009A"/>
                </a:solidFill>
                <a:latin typeface="Calibri"/>
                <a:cs typeface="Calibri"/>
              </a:rPr>
              <a:t>канал 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5028076" y="3982342"/>
            <a:ext cx="51435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00009A"/>
                </a:solidFill>
                <a:latin typeface="Calibri"/>
                <a:cs typeface="Calibri"/>
              </a:rPr>
              <a:t>канал 3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682634" y="3172336"/>
            <a:ext cx="51435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00009A"/>
                </a:solidFill>
                <a:latin typeface="Calibri"/>
                <a:cs typeface="Calibri"/>
              </a:rPr>
              <a:t>канал 4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70" name="object 70"/>
          <p:cNvGrpSpPr/>
          <p:nvPr/>
        </p:nvGrpSpPr>
        <p:grpSpPr>
          <a:xfrm>
            <a:off x="6787857" y="3391665"/>
            <a:ext cx="1964055" cy="646430"/>
            <a:chOff x="6787857" y="3391665"/>
            <a:chExt cx="1964055" cy="646430"/>
          </a:xfrm>
        </p:grpSpPr>
        <p:sp>
          <p:nvSpPr>
            <p:cNvPr id="71" name="object 71"/>
            <p:cNvSpPr/>
            <p:nvPr/>
          </p:nvSpPr>
          <p:spPr>
            <a:xfrm>
              <a:off x="7387742" y="3471548"/>
              <a:ext cx="539750" cy="540385"/>
            </a:xfrm>
            <a:custGeom>
              <a:avLst/>
              <a:gdLst/>
              <a:ahLst/>
              <a:cxnLst/>
              <a:rect l="l" t="t" r="r" b="b"/>
              <a:pathLst>
                <a:path w="539750" h="540385">
                  <a:moveTo>
                    <a:pt x="539496" y="270510"/>
                  </a:moveTo>
                  <a:lnTo>
                    <a:pt x="535162" y="221897"/>
                  </a:lnTo>
                  <a:lnTo>
                    <a:pt x="522663" y="176139"/>
                  </a:lnTo>
                  <a:lnTo>
                    <a:pt x="502750" y="133999"/>
                  </a:lnTo>
                  <a:lnTo>
                    <a:pt x="476177" y="96243"/>
                  </a:lnTo>
                  <a:lnTo>
                    <a:pt x="443697" y="63635"/>
                  </a:lnTo>
                  <a:lnTo>
                    <a:pt x="406061" y="36942"/>
                  </a:lnTo>
                  <a:lnTo>
                    <a:pt x="364022" y="16929"/>
                  </a:lnTo>
                  <a:lnTo>
                    <a:pt x="318334" y="4359"/>
                  </a:lnTo>
                  <a:lnTo>
                    <a:pt x="269748" y="0"/>
                  </a:lnTo>
                  <a:lnTo>
                    <a:pt x="221161" y="4359"/>
                  </a:lnTo>
                  <a:lnTo>
                    <a:pt x="175473" y="16929"/>
                  </a:lnTo>
                  <a:lnTo>
                    <a:pt x="133434" y="36942"/>
                  </a:lnTo>
                  <a:lnTo>
                    <a:pt x="95798" y="63635"/>
                  </a:lnTo>
                  <a:lnTo>
                    <a:pt x="63318" y="96243"/>
                  </a:lnTo>
                  <a:lnTo>
                    <a:pt x="36745" y="133999"/>
                  </a:lnTo>
                  <a:lnTo>
                    <a:pt x="16832" y="176139"/>
                  </a:lnTo>
                  <a:lnTo>
                    <a:pt x="4333" y="221897"/>
                  </a:lnTo>
                  <a:lnTo>
                    <a:pt x="0" y="270510"/>
                  </a:lnTo>
                  <a:lnTo>
                    <a:pt x="4333" y="318895"/>
                  </a:lnTo>
                  <a:lnTo>
                    <a:pt x="16832" y="364477"/>
                  </a:lnTo>
                  <a:lnTo>
                    <a:pt x="36745" y="406484"/>
                  </a:lnTo>
                  <a:lnTo>
                    <a:pt x="63318" y="444145"/>
                  </a:lnTo>
                  <a:lnTo>
                    <a:pt x="95798" y="476689"/>
                  </a:lnTo>
                  <a:lnTo>
                    <a:pt x="133434" y="503343"/>
                  </a:lnTo>
                  <a:lnTo>
                    <a:pt x="175473" y="523337"/>
                  </a:lnTo>
                  <a:lnTo>
                    <a:pt x="221161" y="535899"/>
                  </a:lnTo>
                  <a:lnTo>
                    <a:pt x="269748" y="540258"/>
                  </a:lnTo>
                  <a:lnTo>
                    <a:pt x="318334" y="535899"/>
                  </a:lnTo>
                  <a:lnTo>
                    <a:pt x="364022" y="523337"/>
                  </a:lnTo>
                  <a:lnTo>
                    <a:pt x="406061" y="503343"/>
                  </a:lnTo>
                  <a:lnTo>
                    <a:pt x="443697" y="476689"/>
                  </a:lnTo>
                  <a:lnTo>
                    <a:pt x="476177" y="444145"/>
                  </a:lnTo>
                  <a:lnTo>
                    <a:pt x="502750" y="406484"/>
                  </a:lnTo>
                  <a:lnTo>
                    <a:pt x="522663" y="364477"/>
                  </a:lnTo>
                  <a:lnTo>
                    <a:pt x="535162" y="318895"/>
                  </a:lnTo>
                  <a:lnTo>
                    <a:pt x="539496" y="27051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7387742" y="3471548"/>
              <a:ext cx="539750" cy="540385"/>
            </a:xfrm>
            <a:custGeom>
              <a:avLst/>
              <a:gdLst/>
              <a:ahLst/>
              <a:cxnLst/>
              <a:rect l="l" t="t" r="r" b="b"/>
              <a:pathLst>
                <a:path w="539750" h="540385">
                  <a:moveTo>
                    <a:pt x="539496" y="270510"/>
                  </a:moveTo>
                  <a:lnTo>
                    <a:pt x="535162" y="221897"/>
                  </a:lnTo>
                  <a:lnTo>
                    <a:pt x="522663" y="176139"/>
                  </a:lnTo>
                  <a:lnTo>
                    <a:pt x="502750" y="133999"/>
                  </a:lnTo>
                  <a:lnTo>
                    <a:pt x="476177" y="96243"/>
                  </a:lnTo>
                  <a:lnTo>
                    <a:pt x="443697" y="63635"/>
                  </a:lnTo>
                  <a:lnTo>
                    <a:pt x="406061" y="36942"/>
                  </a:lnTo>
                  <a:lnTo>
                    <a:pt x="364022" y="16929"/>
                  </a:lnTo>
                  <a:lnTo>
                    <a:pt x="318334" y="4359"/>
                  </a:lnTo>
                  <a:lnTo>
                    <a:pt x="269748" y="0"/>
                  </a:lnTo>
                  <a:lnTo>
                    <a:pt x="221161" y="4359"/>
                  </a:lnTo>
                  <a:lnTo>
                    <a:pt x="175473" y="16929"/>
                  </a:lnTo>
                  <a:lnTo>
                    <a:pt x="133434" y="36942"/>
                  </a:lnTo>
                  <a:lnTo>
                    <a:pt x="95798" y="63635"/>
                  </a:lnTo>
                  <a:lnTo>
                    <a:pt x="63318" y="96243"/>
                  </a:lnTo>
                  <a:lnTo>
                    <a:pt x="36745" y="133999"/>
                  </a:lnTo>
                  <a:lnTo>
                    <a:pt x="16832" y="176139"/>
                  </a:lnTo>
                  <a:lnTo>
                    <a:pt x="4333" y="221897"/>
                  </a:lnTo>
                  <a:lnTo>
                    <a:pt x="0" y="270510"/>
                  </a:lnTo>
                  <a:lnTo>
                    <a:pt x="4333" y="318895"/>
                  </a:lnTo>
                  <a:lnTo>
                    <a:pt x="16832" y="364477"/>
                  </a:lnTo>
                  <a:lnTo>
                    <a:pt x="36745" y="406484"/>
                  </a:lnTo>
                  <a:lnTo>
                    <a:pt x="63318" y="444145"/>
                  </a:lnTo>
                  <a:lnTo>
                    <a:pt x="95798" y="476689"/>
                  </a:lnTo>
                  <a:lnTo>
                    <a:pt x="133434" y="503343"/>
                  </a:lnTo>
                  <a:lnTo>
                    <a:pt x="175473" y="523337"/>
                  </a:lnTo>
                  <a:lnTo>
                    <a:pt x="221161" y="535899"/>
                  </a:lnTo>
                  <a:lnTo>
                    <a:pt x="269748" y="540258"/>
                  </a:lnTo>
                  <a:lnTo>
                    <a:pt x="318334" y="535899"/>
                  </a:lnTo>
                  <a:lnTo>
                    <a:pt x="364022" y="523337"/>
                  </a:lnTo>
                  <a:lnTo>
                    <a:pt x="406061" y="503343"/>
                  </a:lnTo>
                  <a:lnTo>
                    <a:pt x="443697" y="476689"/>
                  </a:lnTo>
                  <a:lnTo>
                    <a:pt x="476177" y="444145"/>
                  </a:lnTo>
                  <a:lnTo>
                    <a:pt x="502750" y="406484"/>
                  </a:lnTo>
                  <a:lnTo>
                    <a:pt x="522663" y="364477"/>
                  </a:lnTo>
                  <a:lnTo>
                    <a:pt x="535162" y="318895"/>
                  </a:lnTo>
                  <a:lnTo>
                    <a:pt x="539496" y="270510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6811670" y="3615566"/>
              <a:ext cx="649605" cy="10795"/>
            </a:xfrm>
            <a:custGeom>
              <a:avLst/>
              <a:gdLst/>
              <a:ahLst/>
              <a:cxnLst/>
              <a:rect l="l" t="t" r="r" b="b"/>
              <a:pathLst>
                <a:path w="649604" h="10795">
                  <a:moveTo>
                    <a:pt x="0" y="0"/>
                  </a:moveTo>
                  <a:lnTo>
                    <a:pt x="649224" y="10667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6811670" y="3848738"/>
              <a:ext cx="636270" cy="0"/>
            </a:xfrm>
            <a:custGeom>
              <a:avLst/>
              <a:gdLst/>
              <a:ahLst/>
              <a:cxnLst/>
              <a:rect l="l" t="t" r="r" b="b"/>
              <a:pathLst>
                <a:path w="636270">
                  <a:moveTo>
                    <a:pt x="0" y="0"/>
                  </a:moveTo>
                  <a:lnTo>
                    <a:pt x="636270" y="0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5" name="object 7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948830" y="3738248"/>
              <a:ext cx="245364" cy="244601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6948830" y="3738248"/>
              <a:ext cx="245745" cy="245110"/>
            </a:xfrm>
            <a:custGeom>
              <a:avLst/>
              <a:gdLst/>
              <a:ahLst/>
              <a:cxnLst/>
              <a:rect l="l" t="t" r="r" b="b"/>
              <a:pathLst>
                <a:path w="245745" h="245110">
                  <a:moveTo>
                    <a:pt x="245364" y="121919"/>
                  </a:moveTo>
                  <a:lnTo>
                    <a:pt x="235731" y="169699"/>
                  </a:lnTo>
                  <a:lnTo>
                    <a:pt x="209454" y="208692"/>
                  </a:lnTo>
                  <a:lnTo>
                    <a:pt x="170461" y="234969"/>
                  </a:lnTo>
                  <a:lnTo>
                    <a:pt x="122682" y="244601"/>
                  </a:lnTo>
                  <a:lnTo>
                    <a:pt x="74902" y="234969"/>
                  </a:lnTo>
                  <a:lnTo>
                    <a:pt x="35909" y="208692"/>
                  </a:lnTo>
                  <a:lnTo>
                    <a:pt x="9632" y="169699"/>
                  </a:lnTo>
                  <a:lnTo>
                    <a:pt x="0" y="121919"/>
                  </a:lnTo>
                  <a:lnTo>
                    <a:pt x="9632" y="74259"/>
                  </a:lnTo>
                  <a:lnTo>
                    <a:pt x="35909" y="35528"/>
                  </a:lnTo>
                  <a:lnTo>
                    <a:pt x="74902" y="9513"/>
                  </a:lnTo>
                  <a:lnTo>
                    <a:pt x="122682" y="0"/>
                  </a:lnTo>
                  <a:lnTo>
                    <a:pt x="170461" y="9513"/>
                  </a:lnTo>
                  <a:lnTo>
                    <a:pt x="209454" y="35528"/>
                  </a:lnTo>
                  <a:lnTo>
                    <a:pt x="235731" y="74259"/>
                  </a:lnTo>
                  <a:lnTo>
                    <a:pt x="245364" y="121919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7005205" y="3793112"/>
              <a:ext cx="66675" cy="133350"/>
            </a:xfrm>
            <a:custGeom>
              <a:avLst/>
              <a:gdLst/>
              <a:ahLst/>
              <a:cxnLst/>
              <a:rect l="l" t="t" r="r" b="b"/>
              <a:pathLst>
                <a:path w="66675" h="133350">
                  <a:moveTo>
                    <a:pt x="66294" y="133350"/>
                  </a:moveTo>
                  <a:lnTo>
                    <a:pt x="0" y="67056"/>
                  </a:lnTo>
                  <a:lnTo>
                    <a:pt x="66294" y="0"/>
                  </a:lnTo>
                </a:path>
              </a:pathLst>
            </a:custGeom>
            <a:ln w="24396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7005205" y="3860168"/>
              <a:ext cx="100330" cy="0"/>
            </a:xfrm>
            <a:custGeom>
              <a:avLst/>
              <a:gdLst/>
              <a:ahLst/>
              <a:cxnLst/>
              <a:rect l="l" t="t" r="r" b="b"/>
              <a:pathLst>
                <a:path w="100329">
                  <a:moveTo>
                    <a:pt x="0" y="0"/>
                  </a:moveTo>
                  <a:lnTo>
                    <a:pt x="99822" y="0"/>
                  </a:lnTo>
                </a:path>
              </a:pathLst>
            </a:custGeom>
            <a:ln w="24396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8472817" y="3392300"/>
              <a:ext cx="278130" cy="277495"/>
            </a:xfrm>
            <a:custGeom>
              <a:avLst/>
              <a:gdLst/>
              <a:ahLst/>
              <a:cxnLst/>
              <a:rect l="l" t="t" r="r" b="b"/>
              <a:pathLst>
                <a:path w="278129" h="277495">
                  <a:moveTo>
                    <a:pt x="278129" y="138684"/>
                  </a:moveTo>
                  <a:lnTo>
                    <a:pt x="271015" y="95000"/>
                  </a:lnTo>
                  <a:lnTo>
                    <a:pt x="251210" y="56948"/>
                  </a:lnTo>
                  <a:lnTo>
                    <a:pt x="221016" y="26871"/>
                  </a:lnTo>
                  <a:lnTo>
                    <a:pt x="182739" y="7107"/>
                  </a:lnTo>
                  <a:lnTo>
                    <a:pt x="138683" y="0"/>
                  </a:lnTo>
                  <a:lnTo>
                    <a:pt x="95000" y="7107"/>
                  </a:lnTo>
                  <a:lnTo>
                    <a:pt x="56948" y="26871"/>
                  </a:lnTo>
                  <a:lnTo>
                    <a:pt x="26871" y="56948"/>
                  </a:lnTo>
                  <a:lnTo>
                    <a:pt x="7107" y="95000"/>
                  </a:lnTo>
                  <a:lnTo>
                    <a:pt x="0" y="138684"/>
                  </a:lnTo>
                  <a:lnTo>
                    <a:pt x="7107" y="182367"/>
                  </a:lnTo>
                  <a:lnTo>
                    <a:pt x="26871" y="220419"/>
                  </a:lnTo>
                  <a:lnTo>
                    <a:pt x="56948" y="250496"/>
                  </a:lnTo>
                  <a:lnTo>
                    <a:pt x="95000" y="270260"/>
                  </a:lnTo>
                  <a:lnTo>
                    <a:pt x="138683" y="277368"/>
                  </a:lnTo>
                  <a:lnTo>
                    <a:pt x="182739" y="270260"/>
                  </a:lnTo>
                  <a:lnTo>
                    <a:pt x="221016" y="250496"/>
                  </a:lnTo>
                  <a:lnTo>
                    <a:pt x="251210" y="220419"/>
                  </a:lnTo>
                  <a:lnTo>
                    <a:pt x="271015" y="182367"/>
                  </a:lnTo>
                  <a:lnTo>
                    <a:pt x="278129" y="13868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8472817" y="3392300"/>
              <a:ext cx="278130" cy="277495"/>
            </a:xfrm>
            <a:custGeom>
              <a:avLst/>
              <a:gdLst/>
              <a:ahLst/>
              <a:cxnLst/>
              <a:rect l="l" t="t" r="r" b="b"/>
              <a:pathLst>
                <a:path w="278129" h="277495">
                  <a:moveTo>
                    <a:pt x="278129" y="138684"/>
                  </a:moveTo>
                  <a:lnTo>
                    <a:pt x="271015" y="95000"/>
                  </a:lnTo>
                  <a:lnTo>
                    <a:pt x="251210" y="56948"/>
                  </a:lnTo>
                  <a:lnTo>
                    <a:pt x="221016" y="26871"/>
                  </a:lnTo>
                  <a:lnTo>
                    <a:pt x="182739" y="7107"/>
                  </a:lnTo>
                  <a:lnTo>
                    <a:pt x="138683" y="0"/>
                  </a:lnTo>
                  <a:lnTo>
                    <a:pt x="95000" y="7107"/>
                  </a:lnTo>
                  <a:lnTo>
                    <a:pt x="56948" y="26871"/>
                  </a:lnTo>
                  <a:lnTo>
                    <a:pt x="26871" y="56948"/>
                  </a:lnTo>
                  <a:lnTo>
                    <a:pt x="7107" y="95000"/>
                  </a:lnTo>
                  <a:lnTo>
                    <a:pt x="0" y="138684"/>
                  </a:lnTo>
                  <a:lnTo>
                    <a:pt x="7107" y="182367"/>
                  </a:lnTo>
                  <a:lnTo>
                    <a:pt x="26871" y="220419"/>
                  </a:lnTo>
                  <a:lnTo>
                    <a:pt x="56948" y="250496"/>
                  </a:lnTo>
                  <a:lnTo>
                    <a:pt x="95000" y="270260"/>
                  </a:lnTo>
                  <a:lnTo>
                    <a:pt x="138683" y="277368"/>
                  </a:lnTo>
                  <a:lnTo>
                    <a:pt x="182739" y="270260"/>
                  </a:lnTo>
                  <a:lnTo>
                    <a:pt x="221016" y="250496"/>
                  </a:lnTo>
                  <a:lnTo>
                    <a:pt x="251210" y="220419"/>
                  </a:lnTo>
                  <a:lnTo>
                    <a:pt x="271015" y="182367"/>
                  </a:lnTo>
                  <a:lnTo>
                    <a:pt x="278129" y="138684"/>
                  </a:lnTo>
                </a:path>
              </a:pathLst>
            </a:custGeom>
            <a:ln w="317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1" name="object 81"/>
          <p:cNvSpPr txBox="1"/>
          <p:nvPr/>
        </p:nvSpPr>
        <p:spPr>
          <a:xfrm>
            <a:off x="8548516" y="3400139"/>
            <a:ext cx="121285" cy="231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350" b="1" dirty="0">
                <a:solidFill>
                  <a:srgbClr val="797979"/>
                </a:solidFill>
                <a:latin typeface="Arial"/>
                <a:cs typeface="Arial"/>
              </a:rPr>
              <a:t>1</a:t>
            </a:r>
            <a:endParaRPr sz="1350">
              <a:latin typeface="Arial"/>
              <a:cs typeface="Arial"/>
            </a:endParaRPr>
          </a:p>
        </p:txBody>
      </p:sp>
      <p:grpSp>
        <p:nvGrpSpPr>
          <p:cNvPr id="82" name="object 82"/>
          <p:cNvGrpSpPr/>
          <p:nvPr/>
        </p:nvGrpSpPr>
        <p:grpSpPr>
          <a:xfrm>
            <a:off x="8472182" y="4299207"/>
            <a:ext cx="279400" cy="279400"/>
            <a:chOff x="8472182" y="4299207"/>
            <a:chExt cx="279400" cy="279400"/>
          </a:xfrm>
        </p:grpSpPr>
        <p:sp>
          <p:nvSpPr>
            <p:cNvPr id="83" name="object 83"/>
            <p:cNvSpPr/>
            <p:nvPr/>
          </p:nvSpPr>
          <p:spPr>
            <a:xfrm>
              <a:off x="8472817" y="4299842"/>
              <a:ext cx="278130" cy="278130"/>
            </a:xfrm>
            <a:custGeom>
              <a:avLst/>
              <a:gdLst/>
              <a:ahLst/>
              <a:cxnLst/>
              <a:rect l="l" t="t" r="r" b="b"/>
              <a:pathLst>
                <a:path w="278129" h="278129">
                  <a:moveTo>
                    <a:pt x="278129" y="138683"/>
                  </a:moveTo>
                  <a:lnTo>
                    <a:pt x="271015" y="94707"/>
                  </a:lnTo>
                  <a:lnTo>
                    <a:pt x="251210" y="56619"/>
                  </a:lnTo>
                  <a:lnTo>
                    <a:pt x="221016" y="26651"/>
                  </a:lnTo>
                  <a:lnTo>
                    <a:pt x="182739" y="7034"/>
                  </a:lnTo>
                  <a:lnTo>
                    <a:pt x="138683" y="0"/>
                  </a:lnTo>
                  <a:lnTo>
                    <a:pt x="95000" y="7034"/>
                  </a:lnTo>
                  <a:lnTo>
                    <a:pt x="56948" y="26651"/>
                  </a:lnTo>
                  <a:lnTo>
                    <a:pt x="26871" y="56619"/>
                  </a:lnTo>
                  <a:lnTo>
                    <a:pt x="7107" y="94707"/>
                  </a:lnTo>
                  <a:lnTo>
                    <a:pt x="0" y="138683"/>
                  </a:lnTo>
                  <a:lnTo>
                    <a:pt x="7107" y="182739"/>
                  </a:lnTo>
                  <a:lnTo>
                    <a:pt x="26871" y="221016"/>
                  </a:lnTo>
                  <a:lnTo>
                    <a:pt x="56948" y="251210"/>
                  </a:lnTo>
                  <a:lnTo>
                    <a:pt x="95000" y="271015"/>
                  </a:lnTo>
                  <a:lnTo>
                    <a:pt x="138683" y="278129"/>
                  </a:lnTo>
                  <a:lnTo>
                    <a:pt x="182739" y="271015"/>
                  </a:lnTo>
                  <a:lnTo>
                    <a:pt x="221016" y="251210"/>
                  </a:lnTo>
                  <a:lnTo>
                    <a:pt x="251210" y="221016"/>
                  </a:lnTo>
                  <a:lnTo>
                    <a:pt x="271015" y="182739"/>
                  </a:lnTo>
                  <a:lnTo>
                    <a:pt x="278129" y="13868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8472817" y="4299842"/>
              <a:ext cx="278130" cy="278130"/>
            </a:xfrm>
            <a:custGeom>
              <a:avLst/>
              <a:gdLst/>
              <a:ahLst/>
              <a:cxnLst/>
              <a:rect l="l" t="t" r="r" b="b"/>
              <a:pathLst>
                <a:path w="278129" h="278129">
                  <a:moveTo>
                    <a:pt x="278129" y="138683"/>
                  </a:moveTo>
                  <a:lnTo>
                    <a:pt x="271015" y="94707"/>
                  </a:lnTo>
                  <a:lnTo>
                    <a:pt x="251210" y="56619"/>
                  </a:lnTo>
                  <a:lnTo>
                    <a:pt x="221016" y="26651"/>
                  </a:lnTo>
                  <a:lnTo>
                    <a:pt x="182739" y="7034"/>
                  </a:lnTo>
                  <a:lnTo>
                    <a:pt x="138683" y="0"/>
                  </a:lnTo>
                  <a:lnTo>
                    <a:pt x="95000" y="7034"/>
                  </a:lnTo>
                  <a:lnTo>
                    <a:pt x="56948" y="26651"/>
                  </a:lnTo>
                  <a:lnTo>
                    <a:pt x="26871" y="56619"/>
                  </a:lnTo>
                  <a:lnTo>
                    <a:pt x="7107" y="94707"/>
                  </a:lnTo>
                  <a:lnTo>
                    <a:pt x="0" y="138683"/>
                  </a:lnTo>
                  <a:lnTo>
                    <a:pt x="7107" y="182739"/>
                  </a:lnTo>
                  <a:lnTo>
                    <a:pt x="26871" y="221016"/>
                  </a:lnTo>
                  <a:lnTo>
                    <a:pt x="56948" y="251210"/>
                  </a:lnTo>
                  <a:lnTo>
                    <a:pt x="95000" y="271015"/>
                  </a:lnTo>
                  <a:lnTo>
                    <a:pt x="138683" y="278129"/>
                  </a:lnTo>
                  <a:lnTo>
                    <a:pt x="182739" y="271015"/>
                  </a:lnTo>
                  <a:lnTo>
                    <a:pt x="221016" y="251210"/>
                  </a:lnTo>
                  <a:lnTo>
                    <a:pt x="251210" y="221016"/>
                  </a:lnTo>
                  <a:lnTo>
                    <a:pt x="271015" y="182739"/>
                  </a:lnTo>
                  <a:lnTo>
                    <a:pt x="278129" y="138683"/>
                  </a:lnTo>
                </a:path>
              </a:pathLst>
            </a:custGeom>
            <a:ln w="317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5" name="object 85"/>
          <p:cNvSpPr txBox="1"/>
          <p:nvPr/>
        </p:nvSpPr>
        <p:spPr>
          <a:xfrm>
            <a:off x="8548516" y="4314539"/>
            <a:ext cx="121285" cy="231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350" b="1" dirty="0">
                <a:solidFill>
                  <a:srgbClr val="797979"/>
                </a:solidFill>
                <a:latin typeface="Arial"/>
                <a:cs typeface="Arial"/>
              </a:rPr>
              <a:t>2</a:t>
            </a:r>
            <a:endParaRPr sz="1350">
              <a:latin typeface="Arial"/>
              <a:cs typeface="Arial"/>
            </a:endParaRPr>
          </a:p>
        </p:txBody>
      </p:sp>
      <p:grpSp>
        <p:nvGrpSpPr>
          <p:cNvPr id="86" name="object 86"/>
          <p:cNvGrpSpPr/>
          <p:nvPr/>
        </p:nvGrpSpPr>
        <p:grpSpPr>
          <a:xfrm>
            <a:off x="4421403" y="3399285"/>
            <a:ext cx="278765" cy="279400"/>
            <a:chOff x="4421403" y="3399285"/>
            <a:chExt cx="278765" cy="279400"/>
          </a:xfrm>
        </p:grpSpPr>
        <p:sp>
          <p:nvSpPr>
            <p:cNvPr id="87" name="object 87"/>
            <p:cNvSpPr/>
            <p:nvPr/>
          </p:nvSpPr>
          <p:spPr>
            <a:xfrm>
              <a:off x="4422038" y="3399920"/>
              <a:ext cx="277495" cy="278130"/>
            </a:xfrm>
            <a:custGeom>
              <a:avLst/>
              <a:gdLst/>
              <a:ahLst/>
              <a:cxnLst/>
              <a:rect l="l" t="t" r="r" b="b"/>
              <a:pathLst>
                <a:path w="277495" h="278129">
                  <a:moveTo>
                    <a:pt x="277367" y="139446"/>
                  </a:moveTo>
                  <a:lnTo>
                    <a:pt x="270333" y="95390"/>
                  </a:lnTo>
                  <a:lnTo>
                    <a:pt x="250716" y="57113"/>
                  </a:lnTo>
                  <a:lnTo>
                    <a:pt x="220748" y="26919"/>
                  </a:lnTo>
                  <a:lnTo>
                    <a:pt x="182660" y="7114"/>
                  </a:lnTo>
                  <a:lnTo>
                    <a:pt x="138683" y="0"/>
                  </a:lnTo>
                  <a:lnTo>
                    <a:pt x="94707" y="7114"/>
                  </a:lnTo>
                  <a:lnTo>
                    <a:pt x="56619" y="26919"/>
                  </a:lnTo>
                  <a:lnTo>
                    <a:pt x="26651" y="57113"/>
                  </a:lnTo>
                  <a:lnTo>
                    <a:pt x="7034" y="95390"/>
                  </a:lnTo>
                  <a:lnTo>
                    <a:pt x="0" y="139446"/>
                  </a:lnTo>
                  <a:lnTo>
                    <a:pt x="7034" y="183129"/>
                  </a:lnTo>
                  <a:lnTo>
                    <a:pt x="26651" y="221181"/>
                  </a:lnTo>
                  <a:lnTo>
                    <a:pt x="56619" y="251258"/>
                  </a:lnTo>
                  <a:lnTo>
                    <a:pt x="94707" y="271022"/>
                  </a:lnTo>
                  <a:lnTo>
                    <a:pt x="138683" y="278130"/>
                  </a:lnTo>
                  <a:lnTo>
                    <a:pt x="182660" y="271022"/>
                  </a:lnTo>
                  <a:lnTo>
                    <a:pt x="220748" y="251258"/>
                  </a:lnTo>
                  <a:lnTo>
                    <a:pt x="250716" y="221181"/>
                  </a:lnTo>
                  <a:lnTo>
                    <a:pt x="270333" y="183129"/>
                  </a:lnTo>
                  <a:lnTo>
                    <a:pt x="277367" y="13944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422038" y="3399920"/>
              <a:ext cx="277495" cy="278130"/>
            </a:xfrm>
            <a:custGeom>
              <a:avLst/>
              <a:gdLst/>
              <a:ahLst/>
              <a:cxnLst/>
              <a:rect l="l" t="t" r="r" b="b"/>
              <a:pathLst>
                <a:path w="277495" h="278129">
                  <a:moveTo>
                    <a:pt x="277367" y="139446"/>
                  </a:moveTo>
                  <a:lnTo>
                    <a:pt x="270333" y="95390"/>
                  </a:lnTo>
                  <a:lnTo>
                    <a:pt x="250716" y="57113"/>
                  </a:lnTo>
                  <a:lnTo>
                    <a:pt x="220748" y="26919"/>
                  </a:lnTo>
                  <a:lnTo>
                    <a:pt x="182660" y="7114"/>
                  </a:lnTo>
                  <a:lnTo>
                    <a:pt x="138683" y="0"/>
                  </a:lnTo>
                  <a:lnTo>
                    <a:pt x="94707" y="7114"/>
                  </a:lnTo>
                  <a:lnTo>
                    <a:pt x="56619" y="26919"/>
                  </a:lnTo>
                  <a:lnTo>
                    <a:pt x="26651" y="57113"/>
                  </a:lnTo>
                  <a:lnTo>
                    <a:pt x="7034" y="95390"/>
                  </a:lnTo>
                  <a:lnTo>
                    <a:pt x="0" y="139446"/>
                  </a:lnTo>
                  <a:lnTo>
                    <a:pt x="7034" y="183129"/>
                  </a:lnTo>
                  <a:lnTo>
                    <a:pt x="26651" y="221181"/>
                  </a:lnTo>
                  <a:lnTo>
                    <a:pt x="56619" y="251258"/>
                  </a:lnTo>
                  <a:lnTo>
                    <a:pt x="94707" y="271022"/>
                  </a:lnTo>
                  <a:lnTo>
                    <a:pt x="138683" y="278130"/>
                  </a:lnTo>
                  <a:lnTo>
                    <a:pt x="182660" y="271022"/>
                  </a:lnTo>
                  <a:lnTo>
                    <a:pt x="220748" y="251258"/>
                  </a:lnTo>
                  <a:lnTo>
                    <a:pt x="250716" y="221181"/>
                  </a:lnTo>
                  <a:lnTo>
                    <a:pt x="270333" y="183129"/>
                  </a:lnTo>
                  <a:lnTo>
                    <a:pt x="277367" y="139446"/>
                  </a:lnTo>
                </a:path>
              </a:pathLst>
            </a:custGeom>
            <a:ln w="317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9" name="object 89"/>
          <p:cNvSpPr txBox="1"/>
          <p:nvPr/>
        </p:nvSpPr>
        <p:spPr>
          <a:xfrm>
            <a:off x="4490104" y="3419189"/>
            <a:ext cx="121285" cy="231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350" b="1" dirty="0">
                <a:solidFill>
                  <a:srgbClr val="797979"/>
                </a:solidFill>
                <a:latin typeface="Arial"/>
                <a:cs typeface="Arial"/>
              </a:rPr>
              <a:t>4</a:t>
            </a:r>
            <a:endParaRPr sz="1350">
              <a:latin typeface="Arial"/>
              <a:cs typeface="Arial"/>
            </a:endParaRPr>
          </a:p>
        </p:txBody>
      </p:sp>
      <p:grpSp>
        <p:nvGrpSpPr>
          <p:cNvPr id="90" name="object 90"/>
          <p:cNvGrpSpPr/>
          <p:nvPr/>
        </p:nvGrpSpPr>
        <p:grpSpPr>
          <a:xfrm>
            <a:off x="4421403" y="4299207"/>
            <a:ext cx="278765" cy="279400"/>
            <a:chOff x="4421403" y="4299207"/>
            <a:chExt cx="278765" cy="279400"/>
          </a:xfrm>
        </p:grpSpPr>
        <p:sp>
          <p:nvSpPr>
            <p:cNvPr id="91" name="object 91"/>
            <p:cNvSpPr/>
            <p:nvPr/>
          </p:nvSpPr>
          <p:spPr>
            <a:xfrm>
              <a:off x="4422038" y="4299842"/>
              <a:ext cx="277495" cy="278130"/>
            </a:xfrm>
            <a:custGeom>
              <a:avLst/>
              <a:gdLst/>
              <a:ahLst/>
              <a:cxnLst/>
              <a:rect l="l" t="t" r="r" b="b"/>
              <a:pathLst>
                <a:path w="277495" h="278129">
                  <a:moveTo>
                    <a:pt x="277367" y="138684"/>
                  </a:moveTo>
                  <a:lnTo>
                    <a:pt x="270333" y="94707"/>
                  </a:lnTo>
                  <a:lnTo>
                    <a:pt x="250716" y="56619"/>
                  </a:lnTo>
                  <a:lnTo>
                    <a:pt x="220748" y="26651"/>
                  </a:lnTo>
                  <a:lnTo>
                    <a:pt x="182660" y="7034"/>
                  </a:lnTo>
                  <a:lnTo>
                    <a:pt x="138683" y="0"/>
                  </a:lnTo>
                  <a:lnTo>
                    <a:pt x="94707" y="7034"/>
                  </a:lnTo>
                  <a:lnTo>
                    <a:pt x="56619" y="26651"/>
                  </a:lnTo>
                  <a:lnTo>
                    <a:pt x="26651" y="56619"/>
                  </a:lnTo>
                  <a:lnTo>
                    <a:pt x="7034" y="94707"/>
                  </a:lnTo>
                  <a:lnTo>
                    <a:pt x="0" y="138684"/>
                  </a:lnTo>
                  <a:lnTo>
                    <a:pt x="7034" y="182739"/>
                  </a:lnTo>
                  <a:lnTo>
                    <a:pt x="26651" y="221016"/>
                  </a:lnTo>
                  <a:lnTo>
                    <a:pt x="56619" y="251210"/>
                  </a:lnTo>
                  <a:lnTo>
                    <a:pt x="94707" y="271015"/>
                  </a:lnTo>
                  <a:lnTo>
                    <a:pt x="138683" y="278130"/>
                  </a:lnTo>
                  <a:lnTo>
                    <a:pt x="182660" y="271015"/>
                  </a:lnTo>
                  <a:lnTo>
                    <a:pt x="220748" y="251210"/>
                  </a:lnTo>
                  <a:lnTo>
                    <a:pt x="250716" y="221016"/>
                  </a:lnTo>
                  <a:lnTo>
                    <a:pt x="270333" y="182739"/>
                  </a:lnTo>
                  <a:lnTo>
                    <a:pt x="277367" y="13868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422038" y="4299842"/>
              <a:ext cx="277495" cy="278130"/>
            </a:xfrm>
            <a:custGeom>
              <a:avLst/>
              <a:gdLst/>
              <a:ahLst/>
              <a:cxnLst/>
              <a:rect l="l" t="t" r="r" b="b"/>
              <a:pathLst>
                <a:path w="277495" h="278129">
                  <a:moveTo>
                    <a:pt x="277367" y="138684"/>
                  </a:moveTo>
                  <a:lnTo>
                    <a:pt x="270333" y="94707"/>
                  </a:lnTo>
                  <a:lnTo>
                    <a:pt x="250716" y="56619"/>
                  </a:lnTo>
                  <a:lnTo>
                    <a:pt x="220748" y="26651"/>
                  </a:lnTo>
                  <a:lnTo>
                    <a:pt x="182660" y="7034"/>
                  </a:lnTo>
                  <a:lnTo>
                    <a:pt x="138683" y="0"/>
                  </a:lnTo>
                  <a:lnTo>
                    <a:pt x="94707" y="7034"/>
                  </a:lnTo>
                  <a:lnTo>
                    <a:pt x="56619" y="26651"/>
                  </a:lnTo>
                  <a:lnTo>
                    <a:pt x="26651" y="56619"/>
                  </a:lnTo>
                  <a:lnTo>
                    <a:pt x="7034" y="94707"/>
                  </a:lnTo>
                  <a:lnTo>
                    <a:pt x="0" y="138684"/>
                  </a:lnTo>
                  <a:lnTo>
                    <a:pt x="7034" y="182739"/>
                  </a:lnTo>
                  <a:lnTo>
                    <a:pt x="26651" y="221016"/>
                  </a:lnTo>
                  <a:lnTo>
                    <a:pt x="56619" y="251210"/>
                  </a:lnTo>
                  <a:lnTo>
                    <a:pt x="94707" y="271015"/>
                  </a:lnTo>
                  <a:lnTo>
                    <a:pt x="138683" y="278130"/>
                  </a:lnTo>
                  <a:lnTo>
                    <a:pt x="182660" y="271015"/>
                  </a:lnTo>
                  <a:lnTo>
                    <a:pt x="220748" y="251210"/>
                  </a:lnTo>
                  <a:lnTo>
                    <a:pt x="250716" y="221016"/>
                  </a:lnTo>
                  <a:lnTo>
                    <a:pt x="270333" y="182739"/>
                  </a:lnTo>
                  <a:lnTo>
                    <a:pt x="277367" y="138684"/>
                  </a:lnTo>
                </a:path>
              </a:pathLst>
            </a:custGeom>
            <a:ln w="317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3" name="object 93"/>
          <p:cNvSpPr txBox="1"/>
          <p:nvPr/>
        </p:nvSpPr>
        <p:spPr>
          <a:xfrm>
            <a:off x="4500010" y="4314539"/>
            <a:ext cx="121285" cy="231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350" b="1" dirty="0">
                <a:solidFill>
                  <a:srgbClr val="797979"/>
                </a:solidFill>
                <a:latin typeface="Arial"/>
                <a:cs typeface="Arial"/>
              </a:rPr>
              <a:t>3</a:t>
            </a:r>
            <a:endParaRPr sz="1350">
              <a:latin typeface="Arial"/>
              <a:cs typeface="Arial"/>
            </a:endParaRPr>
          </a:p>
        </p:txBody>
      </p:sp>
      <p:grpSp>
        <p:nvGrpSpPr>
          <p:cNvPr id="94" name="object 94"/>
          <p:cNvGrpSpPr/>
          <p:nvPr/>
        </p:nvGrpSpPr>
        <p:grpSpPr>
          <a:xfrm>
            <a:off x="4444917" y="2679068"/>
            <a:ext cx="4282440" cy="3439795"/>
            <a:chOff x="4444917" y="2679068"/>
            <a:chExt cx="4282440" cy="3439795"/>
          </a:xfrm>
        </p:grpSpPr>
        <p:sp>
          <p:nvSpPr>
            <p:cNvPr id="95" name="object 95"/>
            <p:cNvSpPr/>
            <p:nvPr/>
          </p:nvSpPr>
          <p:spPr>
            <a:xfrm>
              <a:off x="7447940" y="3626234"/>
              <a:ext cx="335280" cy="223520"/>
            </a:xfrm>
            <a:custGeom>
              <a:avLst/>
              <a:gdLst/>
              <a:ahLst/>
              <a:cxnLst/>
              <a:rect l="l" t="t" r="r" b="b"/>
              <a:pathLst>
                <a:path w="335279" h="223520">
                  <a:moveTo>
                    <a:pt x="12953" y="0"/>
                  </a:moveTo>
                  <a:lnTo>
                    <a:pt x="335279" y="0"/>
                  </a:lnTo>
                  <a:lnTo>
                    <a:pt x="137921" y="115823"/>
                  </a:lnTo>
                  <a:lnTo>
                    <a:pt x="335279" y="223265"/>
                  </a:lnTo>
                  <a:lnTo>
                    <a:pt x="0" y="222504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7662062" y="3310004"/>
              <a:ext cx="1039494" cy="161925"/>
            </a:xfrm>
            <a:custGeom>
              <a:avLst/>
              <a:gdLst/>
              <a:ahLst/>
              <a:cxnLst/>
              <a:rect l="l" t="t" r="r" b="b"/>
              <a:pathLst>
                <a:path w="1039495" h="161925">
                  <a:moveTo>
                    <a:pt x="0" y="161544"/>
                  </a:moveTo>
                  <a:lnTo>
                    <a:pt x="3809" y="0"/>
                  </a:lnTo>
                  <a:lnTo>
                    <a:pt x="1039368" y="0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7387742" y="4372232"/>
              <a:ext cx="539750" cy="539750"/>
            </a:xfrm>
            <a:custGeom>
              <a:avLst/>
              <a:gdLst/>
              <a:ahLst/>
              <a:cxnLst/>
              <a:rect l="l" t="t" r="r" b="b"/>
              <a:pathLst>
                <a:path w="539750" h="539750">
                  <a:moveTo>
                    <a:pt x="539496" y="269748"/>
                  </a:moveTo>
                  <a:lnTo>
                    <a:pt x="535162" y="221161"/>
                  </a:lnTo>
                  <a:lnTo>
                    <a:pt x="522663" y="175473"/>
                  </a:lnTo>
                  <a:lnTo>
                    <a:pt x="502750" y="133434"/>
                  </a:lnTo>
                  <a:lnTo>
                    <a:pt x="476177" y="95798"/>
                  </a:lnTo>
                  <a:lnTo>
                    <a:pt x="443697" y="63318"/>
                  </a:lnTo>
                  <a:lnTo>
                    <a:pt x="406061" y="36745"/>
                  </a:lnTo>
                  <a:lnTo>
                    <a:pt x="364022" y="16832"/>
                  </a:lnTo>
                  <a:lnTo>
                    <a:pt x="318334" y="4333"/>
                  </a:lnTo>
                  <a:lnTo>
                    <a:pt x="269748" y="0"/>
                  </a:lnTo>
                  <a:lnTo>
                    <a:pt x="221161" y="4333"/>
                  </a:lnTo>
                  <a:lnTo>
                    <a:pt x="175473" y="16832"/>
                  </a:lnTo>
                  <a:lnTo>
                    <a:pt x="133434" y="36745"/>
                  </a:lnTo>
                  <a:lnTo>
                    <a:pt x="95798" y="63318"/>
                  </a:lnTo>
                  <a:lnTo>
                    <a:pt x="63318" y="95798"/>
                  </a:lnTo>
                  <a:lnTo>
                    <a:pt x="36745" y="133434"/>
                  </a:lnTo>
                  <a:lnTo>
                    <a:pt x="16832" y="175473"/>
                  </a:lnTo>
                  <a:lnTo>
                    <a:pt x="4333" y="221161"/>
                  </a:lnTo>
                  <a:lnTo>
                    <a:pt x="0" y="269748"/>
                  </a:lnTo>
                  <a:lnTo>
                    <a:pt x="4333" y="318334"/>
                  </a:lnTo>
                  <a:lnTo>
                    <a:pt x="16832" y="364022"/>
                  </a:lnTo>
                  <a:lnTo>
                    <a:pt x="36745" y="406061"/>
                  </a:lnTo>
                  <a:lnTo>
                    <a:pt x="63318" y="443697"/>
                  </a:lnTo>
                  <a:lnTo>
                    <a:pt x="95798" y="476177"/>
                  </a:lnTo>
                  <a:lnTo>
                    <a:pt x="133434" y="502750"/>
                  </a:lnTo>
                  <a:lnTo>
                    <a:pt x="175473" y="522663"/>
                  </a:lnTo>
                  <a:lnTo>
                    <a:pt x="221161" y="535162"/>
                  </a:lnTo>
                  <a:lnTo>
                    <a:pt x="269748" y="539496"/>
                  </a:lnTo>
                  <a:lnTo>
                    <a:pt x="318334" y="535162"/>
                  </a:lnTo>
                  <a:lnTo>
                    <a:pt x="364022" y="522663"/>
                  </a:lnTo>
                  <a:lnTo>
                    <a:pt x="406061" y="502750"/>
                  </a:lnTo>
                  <a:lnTo>
                    <a:pt x="443697" y="476177"/>
                  </a:lnTo>
                  <a:lnTo>
                    <a:pt x="476177" y="443697"/>
                  </a:lnTo>
                  <a:lnTo>
                    <a:pt x="502750" y="406061"/>
                  </a:lnTo>
                  <a:lnTo>
                    <a:pt x="522663" y="364022"/>
                  </a:lnTo>
                  <a:lnTo>
                    <a:pt x="535162" y="318334"/>
                  </a:lnTo>
                  <a:lnTo>
                    <a:pt x="539496" y="26974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7387742" y="4372232"/>
              <a:ext cx="539750" cy="539750"/>
            </a:xfrm>
            <a:custGeom>
              <a:avLst/>
              <a:gdLst/>
              <a:ahLst/>
              <a:cxnLst/>
              <a:rect l="l" t="t" r="r" b="b"/>
              <a:pathLst>
                <a:path w="539750" h="539750">
                  <a:moveTo>
                    <a:pt x="539496" y="269748"/>
                  </a:moveTo>
                  <a:lnTo>
                    <a:pt x="535162" y="221161"/>
                  </a:lnTo>
                  <a:lnTo>
                    <a:pt x="522663" y="175473"/>
                  </a:lnTo>
                  <a:lnTo>
                    <a:pt x="502750" y="133434"/>
                  </a:lnTo>
                  <a:lnTo>
                    <a:pt x="476177" y="95798"/>
                  </a:lnTo>
                  <a:lnTo>
                    <a:pt x="443697" y="63318"/>
                  </a:lnTo>
                  <a:lnTo>
                    <a:pt x="406061" y="36745"/>
                  </a:lnTo>
                  <a:lnTo>
                    <a:pt x="364022" y="16832"/>
                  </a:lnTo>
                  <a:lnTo>
                    <a:pt x="318334" y="4333"/>
                  </a:lnTo>
                  <a:lnTo>
                    <a:pt x="269748" y="0"/>
                  </a:lnTo>
                  <a:lnTo>
                    <a:pt x="221161" y="4333"/>
                  </a:lnTo>
                  <a:lnTo>
                    <a:pt x="175473" y="16832"/>
                  </a:lnTo>
                  <a:lnTo>
                    <a:pt x="133434" y="36745"/>
                  </a:lnTo>
                  <a:lnTo>
                    <a:pt x="95798" y="63318"/>
                  </a:lnTo>
                  <a:lnTo>
                    <a:pt x="63318" y="95798"/>
                  </a:lnTo>
                  <a:lnTo>
                    <a:pt x="36745" y="133434"/>
                  </a:lnTo>
                  <a:lnTo>
                    <a:pt x="16832" y="175473"/>
                  </a:lnTo>
                  <a:lnTo>
                    <a:pt x="4333" y="221161"/>
                  </a:lnTo>
                  <a:lnTo>
                    <a:pt x="0" y="269748"/>
                  </a:lnTo>
                  <a:lnTo>
                    <a:pt x="4333" y="318334"/>
                  </a:lnTo>
                  <a:lnTo>
                    <a:pt x="16832" y="364022"/>
                  </a:lnTo>
                  <a:lnTo>
                    <a:pt x="36745" y="406061"/>
                  </a:lnTo>
                  <a:lnTo>
                    <a:pt x="63318" y="443697"/>
                  </a:lnTo>
                  <a:lnTo>
                    <a:pt x="95798" y="476177"/>
                  </a:lnTo>
                  <a:lnTo>
                    <a:pt x="133434" y="502750"/>
                  </a:lnTo>
                  <a:lnTo>
                    <a:pt x="175473" y="522663"/>
                  </a:lnTo>
                  <a:lnTo>
                    <a:pt x="221161" y="535162"/>
                  </a:lnTo>
                  <a:lnTo>
                    <a:pt x="269748" y="539496"/>
                  </a:lnTo>
                  <a:lnTo>
                    <a:pt x="318334" y="535162"/>
                  </a:lnTo>
                  <a:lnTo>
                    <a:pt x="364022" y="522663"/>
                  </a:lnTo>
                  <a:lnTo>
                    <a:pt x="406061" y="502750"/>
                  </a:lnTo>
                  <a:lnTo>
                    <a:pt x="443697" y="476177"/>
                  </a:lnTo>
                  <a:lnTo>
                    <a:pt x="476177" y="443697"/>
                  </a:lnTo>
                  <a:lnTo>
                    <a:pt x="502750" y="406061"/>
                  </a:lnTo>
                  <a:lnTo>
                    <a:pt x="522663" y="364022"/>
                  </a:lnTo>
                  <a:lnTo>
                    <a:pt x="535162" y="318334"/>
                  </a:lnTo>
                  <a:lnTo>
                    <a:pt x="539496" y="269748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6811670" y="4516250"/>
              <a:ext cx="649605" cy="10795"/>
            </a:xfrm>
            <a:custGeom>
              <a:avLst/>
              <a:gdLst/>
              <a:ahLst/>
              <a:cxnLst/>
              <a:rect l="l" t="t" r="r" b="b"/>
              <a:pathLst>
                <a:path w="649604" h="10795">
                  <a:moveTo>
                    <a:pt x="0" y="0"/>
                  </a:moveTo>
                  <a:lnTo>
                    <a:pt x="649224" y="10667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6811670" y="4748660"/>
              <a:ext cx="636270" cy="0"/>
            </a:xfrm>
            <a:custGeom>
              <a:avLst/>
              <a:gdLst/>
              <a:ahLst/>
              <a:cxnLst/>
              <a:rect l="l" t="t" r="r" b="b"/>
              <a:pathLst>
                <a:path w="636270">
                  <a:moveTo>
                    <a:pt x="0" y="0"/>
                  </a:moveTo>
                  <a:lnTo>
                    <a:pt x="636270" y="0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1" name="object 10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948830" y="4638170"/>
              <a:ext cx="245364" cy="243839"/>
            </a:xfrm>
            <a:prstGeom prst="rect">
              <a:avLst/>
            </a:prstGeom>
          </p:spPr>
        </p:pic>
        <p:sp>
          <p:nvSpPr>
            <p:cNvPr id="102" name="object 102"/>
            <p:cNvSpPr/>
            <p:nvPr/>
          </p:nvSpPr>
          <p:spPr>
            <a:xfrm>
              <a:off x="6948830" y="4638170"/>
              <a:ext cx="245745" cy="243840"/>
            </a:xfrm>
            <a:custGeom>
              <a:avLst/>
              <a:gdLst/>
              <a:ahLst/>
              <a:cxnLst/>
              <a:rect l="l" t="t" r="r" b="b"/>
              <a:pathLst>
                <a:path w="245745" h="243839">
                  <a:moveTo>
                    <a:pt x="245364" y="121919"/>
                  </a:moveTo>
                  <a:lnTo>
                    <a:pt x="235731" y="169580"/>
                  </a:lnTo>
                  <a:lnTo>
                    <a:pt x="209454" y="208311"/>
                  </a:lnTo>
                  <a:lnTo>
                    <a:pt x="170461" y="234326"/>
                  </a:lnTo>
                  <a:lnTo>
                    <a:pt x="122682" y="243839"/>
                  </a:lnTo>
                  <a:lnTo>
                    <a:pt x="74902" y="234326"/>
                  </a:lnTo>
                  <a:lnTo>
                    <a:pt x="35909" y="208311"/>
                  </a:lnTo>
                  <a:lnTo>
                    <a:pt x="9632" y="169580"/>
                  </a:lnTo>
                  <a:lnTo>
                    <a:pt x="0" y="121919"/>
                  </a:lnTo>
                  <a:lnTo>
                    <a:pt x="9632" y="74259"/>
                  </a:lnTo>
                  <a:lnTo>
                    <a:pt x="35909" y="35528"/>
                  </a:lnTo>
                  <a:lnTo>
                    <a:pt x="74902" y="9513"/>
                  </a:lnTo>
                  <a:lnTo>
                    <a:pt x="122682" y="0"/>
                  </a:lnTo>
                  <a:lnTo>
                    <a:pt x="170461" y="9513"/>
                  </a:lnTo>
                  <a:lnTo>
                    <a:pt x="209454" y="35528"/>
                  </a:lnTo>
                  <a:lnTo>
                    <a:pt x="235731" y="74259"/>
                  </a:lnTo>
                  <a:lnTo>
                    <a:pt x="245364" y="121919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7005205" y="4693796"/>
              <a:ext cx="66675" cy="133350"/>
            </a:xfrm>
            <a:custGeom>
              <a:avLst/>
              <a:gdLst/>
              <a:ahLst/>
              <a:cxnLst/>
              <a:rect l="l" t="t" r="r" b="b"/>
              <a:pathLst>
                <a:path w="66675" h="133350">
                  <a:moveTo>
                    <a:pt x="66294" y="133350"/>
                  </a:moveTo>
                  <a:lnTo>
                    <a:pt x="0" y="66294"/>
                  </a:lnTo>
                  <a:lnTo>
                    <a:pt x="66294" y="0"/>
                  </a:lnTo>
                </a:path>
              </a:pathLst>
            </a:custGeom>
            <a:ln w="24396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7005205" y="4760090"/>
              <a:ext cx="100330" cy="0"/>
            </a:xfrm>
            <a:custGeom>
              <a:avLst/>
              <a:gdLst/>
              <a:ahLst/>
              <a:cxnLst/>
              <a:rect l="l" t="t" r="r" b="b"/>
              <a:pathLst>
                <a:path w="100329">
                  <a:moveTo>
                    <a:pt x="0" y="0"/>
                  </a:moveTo>
                  <a:lnTo>
                    <a:pt x="99822" y="0"/>
                  </a:lnTo>
                </a:path>
              </a:pathLst>
            </a:custGeom>
            <a:ln w="24396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7447940" y="4526918"/>
              <a:ext cx="335280" cy="223520"/>
            </a:xfrm>
            <a:custGeom>
              <a:avLst/>
              <a:gdLst/>
              <a:ahLst/>
              <a:cxnLst/>
              <a:rect l="l" t="t" r="r" b="b"/>
              <a:pathLst>
                <a:path w="335279" h="223520">
                  <a:moveTo>
                    <a:pt x="12953" y="0"/>
                  </a:moveTo>
                  <a:lnTo>
                    <a:pt x="335279" y="0"/>
                  </a:lnTo>
                  <a:lnTo>
                    <a:pt x="137921" y="115062"/>
                  </a:lnTo>
                  <a:lnTo>
                    <a:pt x="335279" y="223265"/>
                  </a:lnTo>
                  <a:lnTo>
                    <a:pt x="0" y="221742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7662062" y="4209926"/>
              <a:ext cx="1039494" cy="162560"/>
            </a:xfrm>
            <a:custGeom>
              <a:avLst/>
              <a:gdLst/>
              <a:ahLst/>
              <a:cxnLst/>
              <a:rect l="l" t="t" r="r" b="b"/>
              <a:pathLst>
                <a:path w="1039495" h="162560">
                  <a:moveTo>
                    <a:pt x="0" y="162305"/>
                  </a:moveTo>
                  <a:lnTo>
                    <a:pt x="3809" y="0"/>
                  </a:lnTo>
                  <a:lnTo>
                    <a:pt x="1039368" y="0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5244998" y="3480692"/>
              <a:ext cx="540385" cy="540385"/>
            </a:xfrm>
            <a:custGeom>
              <a:avLst/>
              <a:gdLst/>
              <a:ahLst/>
              <a:cxnLst/>
              <a:rect l="l" t="t" r="r" b="b"/>
              <a:pathLst>
                <a:path w="540385" h="540385">
                  <a:moveTo>
                    <a:pt x="540258" y="270510"/>
                  </a:moveTo>
                  <a:lnTo>
                    <a:pt x="535899" y="221897"/>
                  </a:lnTo>
                  <a:lnTo>
                    <a:pt x="523337" y="176139"/>
                  </a:lnTo>
                  <a:lnTo>
                    <a:pt x="503343" y="133999"/>
                  </a:lnTo>
                  <a:lnTo>
                    <a:pt x="476689" y="96243"/>
                  </a:lnTo>
                  <a:lnTo>
                    <a:pt x="444145" y="63635"/>
                  </a:lnTo>
                  <a:lnTo>
                    <a:pt x="406484" y="36942"/>
                  </a:lnTo>
                  <a:lnTo>
                    <a:pt x="364477" y="16929"/>
                  </a:lnTo>
                  <a:lnTo>
                    <a:pt x="318895" y="4359"/>
                  </a:lnTo>
                  <a:lnTo>
                    <a:pt x="270510" y="0"/>
                  </a:lnTo>
                  <a:lnTo>
                    <a:pt x="221897" y="4359"/>
                  </a:lnTo>
                  <a:lnTo>
                    <a:pt x="176139" y="16929"/>
                  </a:lnTo>
                  <a:lnTo>
                    <a:pt x="133999" y="36942"/>
                  </a:lnTo>
                  <a:lnTo>
                    <a:pt x="96243" y="63635"/>
                  </a:lnTo>
                  <a:lnTo>
                    <a:pt x="63635" y="96243"/>
                  </a:lnTo>
                  <a:lnTo>
                    <a:pt x="36942" y="133999"/>
                  </a:lnTo>
                  <a:lnTo>
                    <a:pt x="16929" y="176139"/>
                  </a:lnTo>
                  <a:lnTo>
                    <a:pt x="4359" y="221897"/>
                  </a:lnTo>
                  <a:lnTo>
                    <a:pt x="0" y="270510"/>
                  </a:lnTo>
                  <a:lnTo>
                    <a:pt x="4359" y="318895"/>
                  </a:lnTo>
                  <a:lnTo>
                    <a:pt x="16929" y="364477"/>
                  </a:lnTo>
                  <a:lnTo>
                    <a:pt x="36942" y="406484"/>
                  </a:lnTo>
                  <a:lnTo>
                    <a:pt x="63635" y="444145"/>
                  </a:lnTo>
                  <a:lnTo>
                    <a:pt x="96243" y="476689"/>
                  </a:lnTo>
                  <a:lnTo>
                    <a:pt x="133999" y="503343"/>
                  </a:lnTo>
                  <a:lnTo>
                    <a:pt x="176139" y="523337"/>
                  </a:lnTo>
                  <a:lnTo>
                    <a:pt x="221897" y="535899"/>
                  </a:lnTo>
                  <a:lnTo>
                    <a:pt x="270510" y="540258"/>
                  </a:lnTo>
                  <a:lnTo>
                    <a:pt x="318895" y="535899"/>
                  </a:lnTo>
                  <a:lnTo>
                    <a:pt x="364477" y="523337"/>
                  </a:lnTo>
                  <a:lnTo>
                    <a:pt x="406484" y="503343"/>
                  </a:lnTo>
                  <a:lnTo>
                    <a:pt x="444145" y="476689"/>
                  </a:lnTo>
                  <a:lnTo>
                    <a:pt x="476689" y="444145"/>
                  </a:lnTo>
                  <a:lnTo>
                    <a:pt x="503343" y="406484"/>
                  </a:lnTo>
                  <a:lnTo>
                    <a:pt x="523337" y="364477"/>
                  </a:lnTo>
                  <a:lnTo>
                    <a:pt x="535899" y="318895"/>
                  </a:lnTo>
                  <a:lnTo>
                    <a:pt x="540258" y="27051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5244998" y="3480692"/>
              <a:ext cx="540385" cy="540385"/>
            </a:xfrm>
            <a:custGeom>
              <a:avLst/>
              <a:gdLst/>
              <a:ahLst/>
              <a:cxnLst/>
              <a:rect l="l" t="t" r="r" b="b"/>
              <a:pathLst>
                <a:path w="540385" h="540385">
                  <a:moveTo>
                    <a:pt x="0" y="270510"/>
                  </a:moveTo>
                  <a:lnTo>
                    <a:pt x="4359" y="221897"/>
                  </a:lnTo>
                  <a:lnTo>
                    <a:pt x="16929" y="176139"/>
                  </a:lnTo>
                  <a:lnTo>
                    <a:pt x="36942" y="133999"/>
                  </a:lnTo>
                  <a:lnTo>
                    <a:pt x="63635" y="96243"/>
                  </a:lnTo>
                  <a:lnTo>
                    <a:pt x="96243" y="63635"/>
                  </a:lnTo>
                  <a:lnTo>
                    <a:pt x="133999" y="36942"/>
                  </a:lnTo>
                  <a:lnTo>
                    <a:pt x="176139" y="16929"/>
                  </a:lnTo>
                  <a:lnTo>
                    <a:pt x="221897" y="4359"/>
                  </a:lnTo>
                  <a:lnTo>
                    <a:pt x="270510" y="0"/>
                  </a:lnTo>
                  <a:lnTo>
                    <a:pt x="318895" y="4359"/>
                  </a:lnTo>
                  <a:lnTo>
                    <a:pt x="364477" y="16929"/>
                  </a:lnTo>
                  <a:lnTo>
                    <a:pt x="406484" y="36942"/>
                  </a:lnTo>
                  <a:lnTo>
                    <a:pt x="444145" y="63635"/>
                  </a:lnTo>
                  <a:lnTo>
                    <a:pt x="476689" y="96243"/>
                  </a:lnTo>
                  <a:lnTo>
                    <a:pt x="503343" y="133999"/>
                  </a:lnTo>
                  <a:lnTo>
                    <a:pt x="523337" y="176139"/>
                  </a:lnTo>
                  <a:lnTo>
                    <a:pt x="535899" y="221897"/>
                  </a:lnTo>
                  <a:lnTo>
                    <a:pt x="540258" y="270510"/>
                  </a:lnTo>
                  <a:lnTo>
                    <a:pt x="535899" y="318895"/>
                  </a:lnTo>
                  <a:lnTo>
                    <a:pt x="523337" y="364477"/>
                  </a:lnTo>
                  <a:lnTo>
                    <a:pt x="503343" y="406484"/>
                  </a:lnTo>
                  <a:lnTo>
                    <a:pt x="476689" y="444145"/>
                  </a:lnTo>
                  <a:lnTo>
                    <a:pt x="444145" y="476689"/>
                  </a:lnTo>
                  <a:lnTo>
                    <a:pt x="406484" y="503343"/>
                  </a:lnTo>
                  <a:lnTo>
                    <a:pt x="364477" y="523337"/>
                  </a:lnTo>
                  <a:lnTo>
                    <a:pt x="318895" y="535899"/>
                  </a:lnTo>
                  <a:lnTo>
                    <a:pt x="270510" y="540258"/>
                  </a:lnTo>
                  <a:lnTo>
                    <a:pt x="221897" y="535899"/>
                  </a:lnTo>
                  <a:lnTo>
                    <a:pt x="176139" y="523337"/>
                  </a:lnTo>
                  <a:lnTo>
                    <a:pt x="133999" y="503343"/>
                  </a:lnTo>
                  <a:lnTo>
                    <a:pt x="96243" y="476689"/>
                  </a:lnTo>
                  <a:lnTo>
                    <a:pt x="63635" y="444145"/>
                  </a:lnTo>
                  <a:lnTo>
                    <a:pt x="36942" y="406484"/>
                  </a:lnTo>
                  <a:lnTo>
                    <a:pt x="16929" y="364477"/>
                  </a:lnTo>
                  <a:lnTo>
                    <a:pt x="4359" y="318895"/>
                  </a:lnTo>
                  <a:lnTo>
                    <a:pt x="0" y="270510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5712104" y="3624710"/>
              <a:ext cx="649605" cy="10795"/>
            </a:xfrm>
            <a:custGeom>
              <a:avLst/>
              <a:gdLst/>
              <a:ahLst/>
              <a:cxnLst/>
              <a:rect l="l" t="t" r="r" b="b"/>
              <a:pathLst>
                <a:path w="649604" h="10795">
                  <a:moveTo>
                    <a:pt x="649224" y="0"/>
                  </a:moveTo>
                  <a:lnTo>
                    <a:pt x="0" y="10668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5724296" y="3857882"/>
              <a:ext cx="637540" cy="0"/>
            </a:xfrm>
            <a:custGeom>
              <a:avLst/>
              <a:gdLst/>
              <a:ahLst/>
              <a:cxnLst/>
              <a:rect l="l" t="t" r="r" b="b"/>
              <a:pathLst>
                <a:path w="637539">
                  <a:moveTo>
                    <a:pt x="637031" y="0"/>
                  </a:moveTo>
                  <a:lnTo>
                    <a:pt x="0" y="0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1" name="object 1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978804" y="3746630"/>
              <a:ext cx="244601" cy="244601"/>
            </a:xfrm>
            <a:prstGeom prst="rect">
              <a:avLst/>
            </a:prstGeom>
          </p:spPr>
        </p:pic>
        <p:sp>
          <p:nvSpPr>
            <p:cNvPr id="112" name="object 112"/>
            <p:cNvSpPr/>
            <p:nvPr/>
          </p:nvSpPr>
          <p:spPr>
            <a:xfrm>
              <a:off x="5978804" y="3746630"/>
              <a:ext cx="245110" cy="245110"/>
            </a:xfrm>
            <a:custGeom>
              <a:avLst/>
              <a:gdLst/>
              <a:ahLst/>
              <a:cxnLst/>
              <a:rect l="l" t="t" r="r" b="b"/>
              <a:pathLst>
                <a:path w="245110" h="245110">
                  <a:moveTo>
                    <a:pt x="0" y="121920"/>
                  </a:moveTo>
                  <a:lnTo>
                    <a:pt x="9632" y="170021"/>
                  </a:lnTo>
                  <a:lnTo>
                    <a:pt x="35909" y="208978"/>
                  </a:lnTo>
                  <a:lnTo>
                    <a:pt x="74902" y="235077"/>
                  </a:lnTo>
                  <a:lnTo>
                    <a:pt x="122682" y="244602"/>
                  </a:lnTo>
                  <a:lnTo>
                    <a:pt x="170021" y="235077"/>
                  </a:lnTo>
                  <a:lnTo>
                    <a:pt x="208788" y="208978"/>
                  </a:lnTo>
                  <a:lnTo>
                    <a:pt x="234981" y="170021"/>
                  </a:lnTo>
                  <a:lnTo>
                    <a:pt x="244602" y="121920"/>
                  </a:lnTo>
                  <a:lnTo>
                    <a:pt x="234981" y="74259"/>
                  </a:lnTo>
                  <a:lnTo>
                    <a:pt x="208788" y="35528"/>
                  </a:lnTo>
                  <a:lnTo>
                    <a:pt x="170021" y="9513"/>
                  </a:lnTo>
                  <a:lnTo>
                    <a:pt x="122682" y="0"/>
                  </a:lnTo>
                  <a:lnTo>
                    <a:pt x="74902" y="9513"/>
                  </a:lnTo>
                  <a:lnTo>
                    <a:pt x="35909" y="35528"/>
                  </a:lnTo>
                  <a:lnTo>
                    <a:pt x="9632" y="74259"/>
                  </a:lnTo>
                  <a:lnTo>
                    <a:pt x="0" y="121920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6101473" y="3802256"/>
              <a:ext cx="66675" cy="133350"/>
            </a:xfrm>
            <a:custGeom>
              <a:avLst/>
              <a:gdLst/>
              <a:ahLst/>
              <a:cxnLst/>
              <a:rect l="l" t="t" r="r" b="b"/>
              <a:pathLst>
                <a:path w="66675" h="133350">
                  <a:moveTo>
                    <a:pt x="0" y="133350"/>
                  </a:moveTo>
                  <a:lnTo>
                    <a:pt x="66294" y="66294"/>
                  </a:lnTo>
                  <a:lnTo>
                    <a:pt x="0" y="0"/>
                  </a:lnTo>
                </a:path>
              </a:pathLst>
            </a:custGeom>
            <a:ln w="24396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6067945" y="3868550"/>
              <a:ext cx="100330" cy="0"/>
            </a:xfrm>
            <a:custGeom>
              <a:avLst/>
              <a:gdLst/>
              <a:ahLst/>
              <a:cxnLst/>
              <a:rect l="l" t="t" r="r" b="b"/>
              <a:pathLst>
                <a:path w="100329">
                  <a:moveTo>
                    <a:pt x="99822" y="0"/>
                  </a:moveTo>
                  <a:lnTo>
                    <a:pt x="0" y="0"/>
                  </a:lnTo>
                </a:path>
              </a:pathLst>
            </a:custGeom>
            <a:ln w="24396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5389016" y="3635378"/>
              <a:ext cx="335280" cy="223520"/>
            </a:xfrm>
            <a:custGeom>
              <a:avLst/>
              <a:gdLst/>
              <a:ahLst/>
              <a:cxnLst/>
              <a:rect l="l" t="t" r="r" b="b"/>
              <a:pathLst>
                <a:path w="335279" h="223520">
                  <a:moveTo>
                    <a:pt x="323088" y="0"/>
                  </a:moveTo>
                  <a:lnTo>
                    <a:pt x="0" y="0"/>
                  </a:lnTo>
                  <a:lnTo>
                    <a:pt x="198119" y="115823"/>
                  </a:lnTo>
                  <a:lnTo>
                    <a:pt x="0" y="223265"/>
                  </a:lnTo>
                  <a:lnTo>
                    <a:pt x="335280" y="222504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470806" y="3318386"/>
              <a:ext cx="1040130" cy="162560"/>
            </a:xfrm>
            <a:custGeom>
              <a:avLst/>
              <a:gdLst/>
              <a:ahLst/>
              <a:cxnLst/>
              <a:rect l="l" t="t" r="r" b="b"/>
              <a:pathLst>
                <a:path w="1040129" h="162560">
                  <a:moveTo>
                    <a:pt x="1040130" y="162305"/>
                  </a:moveTo>
                  <a:lnTo>
                    <a:pt x="1035558" y="0"/>
                  </a:lnTo>
                  <a:lnTo>
                    <a:pt x="0" y="0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5244998" y="4380614"/>
              <a:ext cx="540385" cy="540385"/>
            </a:xfrm>
            <a:custGeom>
              <a:avLst/>
              <a:gdLst/>
              <a:ahLst/>
              <a:cxnLst/>
              <a:rect l="l" t="t" r="r" b="b"/>
              <a:pathLst>
                <a:path w="540385" h="540385">
                  <a:moveTo>
                    <a:pt x="540258" y="270510"/>
                  </a:moveTo>
                  <a:lnTo>
                    <a:pt x="535899" y="221897"/>
                  </a:lnTo>
                  <a:lnTo>
                    <a:pt x="523337" y="176139"/>
                  </a:lnTo>
                  <a:lnTo>
                    <a:pt x="503343" y="133999"/>
                  </a:lnTo>
                  <a:lnTo>
                    <a:pt x="476689" y="96243"/>
                  </a:lnTo>
                  <a:lnTo>
                    <a:pt x="444145" y="63635"/>
                  </a:lnTo>
                  <a:lnTo>
                    <a:pt x="406484" y="36942"/>
                  </a:lnTo>
                  <a:lnTo>
                    <a:pt x="364477" y="16929"/>
                  </a:lnTo>
                  <a:lnTo>
                    <a:pt x="318895" y="4359"/>
                  </a:lnTo>
                  <a:lnTo>
                    <a:pt x="270510" y="0"/>
                  </a:lnTo>
                  <a:lnTo>
                    <a:pt x="221897" y="4359"/>
                  </a:lnTo>
                  <a:lnTo>
                    <a:pt x="176139" y="16929"/>
                  </a:lnTo>
                  <a:lnTo>
                    <a:pt x="133999" y="36942"/>
                  </a:lnTo>
                  <a:lnTo>
                    <a:pt x="96243" y="63635"/>
                  </a:lnTo>
                  <a:lnTo>
                    <a:pt x="63635" y="96243"/>
                  </a:lnTo>
                  <a:lnTo>
                    <a:pt x="36942" y="133999"/>
                  </a:lnTo>
                  <a:lnTo>
                    <a:pt x="16929" y="176139"/>
                  </a:lnTo>
                  <a:lnTo>
                    <a:pt x="4359" y="221897"/>
                  </a:lnTo>
                  <a:lnTo>
                    <a:pt x="0" y="270510"/>
                  </a:lnTo>
                  <a:lnTo>
                    <a:pt x="4359" y="319096"/>
                  </a:lnTo>
                  <a:lnTo>
                    <a:pt x="16929" y="364784"/>
                  </a:lnTo>
                  <a:lnTo>
                    <a:pt x="36942" y="406823"/>
                  </a:lnTo>
                  <a:lnTo>
                    <a:pt x="63635" y="444459"/>
                  </a:lnTo>
                  <a:lnTo>
                    <a:pt x="96243" y="476939"/>
                  </a:lnTo>
                  <a:lnTo>
                    <a:pt x="133999" y="503512"/>
                  </a:lnTo>
                  <a:lnTo>
                    <a:pt x="176139" y="523425"/>
                  </a:lnTo>
                  <a:lnTo>
                    <a:pt x="221897" y="535924"/>
                  </a:lnTo>
                  <a:lnTo>
                    <a:pt x="270510" y="540258"/>
                  </a:lnTo>
                  <a:lnTo>
                    <a:pt x="318895" y="535924"/>
                  </a:lnTo>
                  <a:lnTo>
                    <a:pt x="364477" y="523425"/>
                  </a:lnTo>
                  <a:lnTo>
                    <a:pt x="406484" y="503512"/>
                  </a:lnTo>
                  <a:lnTo>
                    <a:pt x="444145" y="476939"/>
                  </a:lnTo>
                  <a:lnTo>
                    <a:pt x="476689" y="444459"/>
                  </a:lnTo>
                  <a:lnTo>
                    <a:pt x="503343" y="406823"/>
                  </a:lnTo>
                  <a:lnTo>
                    <a:pt x="523337" y="364784"/>
                  </a:lnTo>
                  <a:lnTo>
                    <a:pt x="535899" y="319096"/>
                  </a:lnTo>
                  <a:lnTo>
                    <a:pt x="540258" y="27051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5244998" y="4380614"/>
              <a:ext cx="540385" cy="540385"/>
            </a:xfrm>
            <a:custGeom>
              <a:avLst/>
              <a:gdLst/>
              <a:ahLst/>
              <a:cxnLst/>
              <a:rect l="l" t="t" r="r" b="b"/>
              <a:pathLst>
                <a:path w="540385" h="540385">
                  <a:moveTo>
                    <a:pt x="0" y="270510"/>
                  </a:moveTo>
                  <a:lnTo>
                    <a:pt x="4359" y="221897"/>
                  </a:lnTo>
                  <a:lnTo>
                    <a:pt x="16929" y="176139"/>
                  </a:lnTo>
                  <a:lnTo>
                    <a:pt x="36942" y="133999"/>
                  </a:lnTo>
                  <a:lnTo>
                    <a:pt x="63635" y="96243"/>
                  </a:lnTo>
                  <a:lnTo>
                    <a:pt x="96243" y="63635"/>
                  </a:lnTo>
                  <a:lnTo>
                    <a:pt x="133999" y="36942"/>
                  </a:lnTo>
                  <a:lnTo>
                    <a:pt x="176139" y="16929"/>
                  </a:lnTo>
                  <a:lnTo>
                    <a:pt x="221897" y="4359"/>
                  </a:lnTo>
                  <a:lnTo>
                    <a:pt x="270510" y="0"/>
                  </a:lnTo>
                  <a:lnTo>
                    <a:pt x="318895" y="4359"/>
                  </a:lnTo>
                  <a:lnTo>
                    <a:pt x="364477" y="16929"/>
                  </a:lnTo>
                  <a:lnTo>
                    <a:pt x="406484" y="36942"/>
                  </a:lnTo>
                  <a:lnTo>
                    <a:pt x="444145" y="63635"/>
                  </a:lnTo>
                  <a:lnTo>
                    <a:pt x="476689" y="96243"/>
                  </a:lnTo>
                  <a:lnTo>
                    <a:pt x="503343" y="133999"/>
                  </a:lnTo>
                  <a:lnTo>
                    <a:pt x="523337" y="176139"/>
                  </a:lnTo>
                  <a:lnTo>
                    <a:pt x="535899" y="221897"/>
                  </a:lnTo>
                  <a:lnTo>
                    <a:pt x="540258" y="270510"/>
                  </a:lnTo>
                  <a:lnTo>
                    <a:pt x="535899" y="319096"/>
                  </a:lnTo>
                  <a:lnTo>
                    <a:pt x="523337" y="364784"/>
                  </a:lnTo>
                  <a:lnTo>
                    <a:pt x="503343" y="406823"/>
                  </a:lnTo>
                  <a:lnTo>
                    <a:pt x="476689" y="444459"/>
                  </a:lnTo>
                  <a:lnTo>
                    <a:pt x="444145" y="476939"/>
                  </a:lnTo>
                  <a:lnTo>
                    <a:pt x="406484" y="503512"/>
                  </a:lnTo>
                  <a:lnTo>
                    <a:pt x="364477" y="523425"/>
                  </a:lnTo>
                  <a:lnTo>
                    <a:pt x="318895" y="535924"/>
                  </a:lnTo>
                  <a:lnTo>
                    <a:pt x="270510" y="540258"/>
                  </a:lnTo>
                  <a:lnTo>
                    <a:pt x="221897" y="535924"/>
                  </a:lnTo>
                  <a:lnTo>
                    <a:pt x="176139" y="523425"/>
                  </a:lnTo>
                  <a:lnTo>
                    <a:pt x="133999" y="503512"/>
                  </a:lnTo>
                  <a:lnTo>
                    <a:pt x="96243" y="476939"/>
                  </a:lnTo>
                  <a:lnTo>
                    <a:pt x="63635" y="444459"/>
                  </a:lnTo>
                  <a:lnTo>
                    <a:pt x="36942" y="406823"/>
                  </a:lnTo>
                  <a:lnTo>
                    <a:pt x="16929" y="364784"/>
                  </a:lnTo>
                  <a:lnTo>
                    <a:pt x="4359" y="319096"/>
                  </a:lnTo>
                  <a:lnTo>
                    <a:pt x="0" y="270510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5712104" y="4525394"/>
              <a:ext cx="649605" cy="10795"/>
            </a:xfrm>
            <a:custGeom>
              <a:avLst/>
              <a:gdLst/>
              <a:ahLst/>
              <a:cxnLst/>
              <a:rect l="l" t="t" r="r" b="b"/>
              <a:pathLst>
                <a:path w="649604" h="10795">
                  <a:moveTo>
                    <a:pt x="649224" y="0"/>
                  </a:moveTo>
                  <a:lnTo>
                    <a:pt x="0" y="10668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5724296" y="4757804"/>
              <a:ext cx="637540" cy="0"/>
            </a:xfrm>
            <a:custGeom>
              <a:avLst/>
              <a:gdLst/>
              <a:ahLst/>
              <a:cxnLst/>
              <a:rect l="l" t="t" r="r" b="b"/>
              <a:pathLst>
                <a:path w="637539">
                  <a:moveTo>
                    <a:pt x="637031" y="0"/>
                  </a:moveTo>
                  <a:lnTo>
                    <a:pt x="0" y="0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1" name="object 12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978804" y="4647314"/>
              <a:ext cx="244601" cy="244601"/>
            </a:xfrm>
            <a:prstGeom prst="rect">
              <a:avLst/>
            </a:prstGeom>
          </p:spPr>
        </p:pic>
        <p:sp>
          <p:nvSpPr>
            <p:cNvPr id="122" name="object 122"/>
            <p:cNvSpPr/>
            <p:nvPr/>
          </p:nvSpPr>
          <p:spPr>
            <a:xfrm>
              <a:off x="5978804" y="4647314"/>
              <a:ext cx="245110" cy="245110"/>
            </a:xfrm>
            <a:custGeom>
              <a:avLst/>
              <a:gdLst/>
              <a:ahLst/>
              <a:cxnLst/>
              <a:rect l="l" t="t" r="r" b="b"/>
              <a:pathLst>
                <a:path w="245110" h="245110">
                  <a:moveTo>
                    <a:pt x="0" y="121920"/>
                  </a:moveTo>
                  <a:lnTo>
                    <a:pt x="9632" y="169699"/>
                  </a:lnTo>
                  <a:lnTo>
                    <a:pt x="35909" y="208692"/>
                  </a:lnTo>
                  <a:lnTo>
                    <a:pt x="74902" y="234969"/>
                  </a:lnTo>
                  <a:lnTo>
                    <a:pt x="122682" y="244602"/>
                  </a:lnTo>
                  <a:lnTo>
                    <a:pt x="170021" y="234969"/>
                  </a:lnTo>
                  <a:lnTo>
                    <a:pt x="208788" y="208692"/>
                  </a:lnTo>
                  <a:lnTo>
                    <a:pt x="234981" y="169699"/>
                  </a:lnTo>
                  <a:lnTo>
                    <a:pt x="244602" y="121920"/>
                  </a:lnTo>
                  <a:lnTo>
                    <a:pt x="234981" y="74259"/>
                  </a:lnTo>
                  <a:lnTo>
                    <a:pt x="208788" y="35528"/>
                  </a:lnTo>
                  <a:lnTo>
                    <a:pt x="170021" y="9513"/>
                  </a:lnTo>
                  <a:lnTo>
                    <a:pt x="122682" y="0"/>
                  </a:lnTo>
                  <a:lnTo>
                    <a:pt x="74902" y="9513"/>
                  </a:lnTo>
                  <a:lnTo>
                    <a:pt x="35909" y="35528"/>
                  </a:lnTo>
                  <a:lnTo>
                    <a:pt x="9632" y="74259"/>
                  </a:lnTo>
                  <a:lnTo>
                    <a:pt x="0" y="121920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6101473" y="4702178"/>
              <a:ext cx="66675" cy="133350"/>
            </a:xfrm>
            <a:custGeom>
              <a:avLst/>
              <a:gdLst/>
              <a:ahLst/>
              <a:cxnLst/>
              <a:rect l="l" t="t" r="r" b="b"/>
              <a:pathLst>
                <a:path w="66675" h="133350">
                  <a:moveTo>
                    <a:pt x="0" y="133350"/>
                  </a:moveTo>
                  <a:lnTo>
                    <a:pt x="66294" y="67056"/>
                  </a:lnTo>
                  <a:lnTo>
                    <a:pt x="0" y="0"/>
                  </a:lnTo>
                </a:path>
              </a:pathLst>
            </a:custGeom>
            <a:ln w="24396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6067945" y="4769234"/>
              <a:ext cx="100330" cy="0"/>
            </a:xfrm>
            <a:custGeom>
              <a:avLst/>
              <a:gdLst/>
              <a:ahLst/>
              <a:cxnLst/>
              <a:rect l="l" t="t" r="r" b="b"/>
              <a:pathLst>
                <a:path w="100329">
                  <a:moveTo>
                    <a:pt x="99822" y="0"/>
                  </a:moveTo>
                  <a:lnTo>
                    <a:pt x="0" y="0"/>
                  </a:lnTo>
                </a:path>
              </a:pathLst>
            </a:custGeom>
            <a:ln w="24396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389016" y="4536062"/>
              <a:ext cx="335280" cy="223520"/>
            </a:xfrm>
            <a:custGeom>
              <a:avLst/>
              <a:gdLst/>
              <a:ahLst/>
              <a:cxnLst/>
              <a:rect l="l" t="t" r="r" b="b"/>
              <a:pathLst>
                <a:path w="335279" h="223520">
                  <a:moveTo>
                    <a:pt x="323088" y="0"/>
                  </a:moveTo>
                  <a:lnTo>
                    <a:pt x="0" y="0"/>
                  </a:lnTo>
                  <a:lnTo>
                    <a:pt x="198119" y="115062"/>
                  </a:lnTo>
                  <a:lnTo>
                    <a:pt x="0" y="223265"/>
                  </a:lnTo>
                  <a:lnTo>
                    <a:pt x="335280" y="221742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470806" y="4219070"/>
              <a:ext cx="1040130" cy="161925"/>
            </a:xfrm>
            <a:custGeom>
              <a:avLst/>
              <a:gdLst/>
              <a:ahLst/>
              <a:cxnLst/>
              <a:rect l="l" t="t" r="r" b="b"/>
              <a:pathLst>
                <a:path w="1040129" h="161925">
                  <a:moveTo>
                    <a:pt x="1040130" y="161543"/>
                  </a:moveTo>
                  <a:lnTo>
                    <a:pt x="1035558" y="0"/>
                  </a:lnTo>
                  <a:lnTo>
                    <a:pt x="0" y="0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6361328" y="3957704"/>
              <a:ext cx="467995" cy="468630"/>
            </a:xfrm>
            <a:custGeom>
              <a:avLst/>
              <a:gdLst/>
              <a:ahLst/>
              <a:cxnLst/>
              <a:rect l="l" t="t" r="r" b="b"/>
              <a:pathLst>
                <a:path w="467995" h="468629">
                  <a:moveTo>
                    <a:pt x="467868" y="234696"/>
                  </a:moveTo>
                  <a:lnTo>
                    <a:pt x="463129" y="187200"/>
                  </a:lnTo>
                  <a:lnTo>
                    <a:pt x="449532" y="143053"/>
                  </a:lnTo>
                  <a:lnTo>
                    <a:pt x="428005" y="103175"/>
                  </a:lnTo>
                  <a:lnTo>
                    <a:pt x="399478" y="68484"/>
                  </a:lnTo>
                  <a:lnTo>
                    <a:pt x="364878" y="39902"/>
                  </a:lnTo>
                  <a:lnTo>
                    <a:pt x="325135" y="18347"/>
                  </a:lnTo>
                  <a:lnTo>
                    <a:pt x="281178" y="4740"/>
                  </a:lnTo>
                  <a:lnTo>
                    <a:pt x="233934" y="0"/>
                  </a:lnTo>
                  <a:lnTo>
                    <a:pt x="186908" y="4740"/>
                  </a:lnTo>
                  <a:lnTo>
                    <a:pt x="143053" y="18347"/>
                  </a:lnTo>
                  <a:lnTo>
                    <a:pt x="103323" y="39902"/>
                  </a:lnTo>
                  <a:lnTo>
                    <a:pt x="68675" y="68484"/>
                  </a:lnTo>
                  <a:lnTo>
                    <a:pt x="40063" y="103175"/>
                  </a:lnTo>
                  <a:lnTo>
                    <a:pt x="18442" y="143053"/>
                  </a:lnTo>
                  <a:lnTo>
                    <a:pt x="4769" y="187200"/>
                  </a:lnTo>
                  <a:lnTo>
                    <a:pt x="0" y="234696"/>
                  </a:lnTo>
                  <a:lnTo>
                    <a:pt x="4769" y="281721"/>
                  </a:lnTo>
                  <a:lnTo>
                    <a:pt x="18442" y="325576"/>
                  </a:lnTo>
                  <a:lnTo>
                    <a:pt x="40063" y="365306"/>
                  </a:lnTo>
                  <a:lnTo>
                    <a:pt x="68675" y="399954"/>
                  </a:lnTo>
                  <a:lnTo>
                    <a:pt x="103323" y="428566"/>
                  </a:lnTo>
                  <a:lnTo>
                    <a:pt x="143053" y="450187"/>
                  </a:lnTo>
                  <a:lnTo>
                    <a:pt x="186908" y="463860"/>
                  </a:lnTo>
                  <a:lnTo>
                    <a:pt x="233934" y="468630"/>
                  </a:lnTo>
                  <a:lnTo>
                    <a:pt x="281178" y="463860"/>
                  </a:lnTo>
                  <a:lnTo>
                    <a:pt x="325135" y="450187"/>
                  </a:lnTo>
                  <a:lnTo>
                    <a:pt x="364878" y="428566"/>
                  </a:lnTo>
                  <a:lnTo>
                    <a:pt x="399478" y="399954"/>
                  </a:lnTo>
                  <a:lnTo>
                    <a:pt x="428005" y="365306"/>
                  </a:lnTo>
                  <a:lnTo>
                    <a:pt x="449532" y="325576"/>
                  </a:lnTo>
                  <a:lnTo>
                    <a:pt x="463129" y="281721"/>
                  </a:lnTo>
                  <a:lnTo>
                    <a:pt x="467868" y="2346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6361328" y="3957704"/>
              <a:ext cx="467995" cy="468630"/>
            </a:xfrm>
            <a:custGeom>
              <a:avLst/>
              <a:gdLst/>
              <a:ahLst/>
              <a:cxnLst/>
              <a:rect l="l" t="t" r="r" b="b"/>
              <a:pathLst>
                <a:path w="467995" h="468629">
                  <a:moveTo>
                    <a:pt x="467868" y="234696"/>
                  </a:moveTo>
                  <a:lnTo>
                    <a:pt x="463129" y="187200"/>
                  </a:lnTo>
                  <a:lnTo>
                    <a:pt x="449532" y="143053"/>
                  </a:lnTo>
                  <a:lnTo>
                    <a:pt x="428005" y="103175"/>
                  </a:lnTo>
                  <a:lnTo>
                    <a:pt x="399478" y="68484"/>
                  </a:lnTo>
                  <a:lnTo>
                    <a:pt x="364878" y="39902"/>
                  </a:lnTo>
                  <a:lnTo>
                    <a:pt x="325135" y="18347"/>
                  </a:lnTo>
                  <a:lnTo>
                    <a:pt x="281178" y="4740"/>
                  </a:lnTo>
                  <a:lnTo>
                    <a:pt x="233934" y="0"/>
                  </a:lnTo>
                  <a:lnTo>
                    <a:pt x="186908" y="4740"/>
                  </a:lnTo>
                  <a:lnTo>
                    <a:pt x="143053" y="18347"/>
                  </a:lnTo>
                  <a:lnTo>
                    <a:pt x="103323" y="39902"/>
                  </a:lnTo>
                  <a:lnTo>
                    <a:pt x="68675" y="68484"/>
                  </a:lnTo>
                  <a:lnTo>
                    <a:pt x="40063" y="103175"/>
                  </a:lnTo>
                  <a:lnTo>
                    <a:pt x="18442" y="143053"/>
                  </a:lnTo>
                  <a:lnTo>
                    <a:pt x="4769" y="187200"/>
                  </a:lnTo>
                  <a:lnTo>
                    <a:pt x="0" y="234696"/>
                  </a:lnTo>
                  <a:lnTo>
                    <a:pt x="4769" y="281721"/>
                  </a:lnTo>
                  <a:lnTo>
                    <a:pt x="18442" y="325576"/>
                  </a:lnTo>
                  <a:lnTo>
                    <a:pt x="40063" y="365306"/>
                  </a:lnTo>
                  <a:lnTo>
                    <a:pt x="68675" y="399954"/>
                  </a:lnTo>
                  <a:lnTo>
                    <a:pt x="103323" y="428566"/>
                  </a:lnTo>
                  <a:lnTo>
                    <a:pt x="143053" y="450187"/>
                  </a:lnTo>
                  <a:lnTo>
                    <a:pt x="186908" y="463860"/>
                  </a:lnTo>
                  <a:lnTo>
                    <a:pt x="233934" y="468630"/>
                  </a:lnTo>
                  <a:lnTo>
                    <a:pt x="281178" y="463860"/>
                  </a:lnTo>
                  <a:lnTo>
                    <a:pt x="325135" y="450187"/>
                  </a:lnTo>
                  <a:lnTo>
                    <a:pt x="364878" y="428566"/>
                  </a:lnTo>
                  <a:lnTo>
                    <a:pt x="399478" y="399954"/>
                  </a:lnTo>
                  <a:lnTo>
                    <a:pt x="428005" y="365306"/>
                  </a:lnTo>
                  <a:lnTo>
                    <a:pt x="449532" y="325576"/>
                  </a:lnTo>
                  <a:lnTo>
                    <a:pt x="463129" y="281721"/>
                  </a:lnTo>
                  <a:lnTo>
                    <a:pt x="467868" y="234696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6505346" y="4192400"/>
              <a:ext cx="198120" cy="0"/>
            </a:xfrm>
            <a:custGeom>
              <a:avLst/>
              <a:gdLst/>
              <a:ahLst/>
              <a:cxnLst/>
              <a:rect l="l" t="t" r="r" b="b"/>
              <a:pathLst>
                <a:path w="198120">
                  <a:moveTo>
                    <a:pt x="0" y="0"/>
                  </a:moveTo>
                  <a:lnTo>
                    <a:pt x="198120" y="0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6361328" y="3624710"/>
              <a:ext cx="135890" cy="135255"/>
            </a:xfrm>
            <a:custGeom>
              <a:avLst/>
              <a:gdLst/>
              <a:ahLst/>
              <a:cxnLst/>
              <a:rect l="l" t="t" r="r" b="b"/>
              <a:pathLst>
                <a:path w="135889" h="135254">
                  <a:moveTo>
                    <a:pt x="0" y="0"/>
                  </a:moveTo>
                  <a:lnTo>
                    <a:pt x="135636" y="134874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6667652" y="3615566"/>
              <a:ext cx="144145" cy="144145"/>
            </a:xfrm>
            <a:custGeom>
              <a:avLst/>
              <a:gdLst/>
              <a:ahLst/>
              <a:cxnLst/>
              <a:rect l="l" t="t" r="r" b="b"/>
              <a:pathLst>
                <a:path w="144145" h="144145">
                  <a:moveTo>
                    <a:pt x="144018" y="0"/>
                  </a:moveTo>
                  <a:lnTo>
                    <a:pt x="0" y="144017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6361328" y="4614548"/>
              <a:ext cx="144145" cy="143510"/>
            </a:xfrm>
            <a:custGeom>
              <a:avLst/>
              <a:gdLst/>
              <a:ahLst/>
              <a:cxnLst/>
              <a:rect l="l" t="t" r="r" b="b"/>
              <a:pathLst>
                <a:path w="144145" h="143510">
                  <a:moveTo>
                    <a:pt x="0" y="143256"/>
                  </a:moveTo>
                  <a:lnTo>
                    <a:pt x="144018" y="0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6667652" y="4604642"/>
              <a:ext cx="144145" cy="144145"/>
            </a:xfrm>
            <a:custGeom>
              <a:avLst/>
              <a:gdLst/>
              <a:ahLst/>
              <a:cxnLst/>
              <a:rect l="l" t="t" r="r" b="b"/>
              <a:pathLst>
                <a:path w="144145" h="144145">
                  <a:moveTo>
                    <a:pt x="144018" y="144017"/>
                  </a:moveTo>
                  <a:lnTo>
                    <a:pt x="0" y="0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5737999" y="4923920"/>
              <a:ext cx="174625" cy="466725"/>
            </a:xfrm>
            <a:custGeom>
              <a:avLst/>
              <a:gdLst/>
              <a:ahLst/>
              <a:cxnLst/>
              <a:rect l="l" t="t" r="r" b="b"/>
              <a:pathLst>
                <a:path w="174625" h="466725">
                  <a:moveTo>
                    <a:pt x="0" y="466343"/>
                  </a:moveTo>
                  <a:lnTo>
                    <a:pt x="174498" y="466343"/>
                  </a:lnTo>
                  <a:lnTo>
                    <a:pt x="174497" y="67055"/>
                  </a:lnTo>
                  <a:lnTo>
                    <a:pt x="104393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5721248" y="4808096"/>
              <a:ext cx="161290" cy="157480"/>
            </a:xfrm>
            <a:custGeom>
              <a:avLst/>
              <a:gdLst/>
              <a:ahLst/>
              <a:cxnLst/>
              <a:rect l="l" t="t" r="r" b="b"/>
              <a:pathLst>
                <a:path w="161289" h="157479">
                  <a:moveTo>
                    <a:pt x="160782" y="79248"/>
                  </a:moveTo>
                  <a:lnTo>
                    <a:pt x="0" y="0"/>
                  </a:lnTo>
                  <a:lnTo>
                    <a:pt x="86106" y="156972"/>
                  </a:lnTo>
                  <a:lnTo>
                    <a:pt x="160782" y="792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5875921" y="3996566"/>
              <a:ext cx="419100" cy="1910080"/>
            </a:xfrm>
            <a:custGeom>
              <a:avLst/>
              <a:gdLst/>
              <a:ahLst/>
              <a:cxnLst/>
              <a:rect l="l" t="t" r="r" b="b"/>
              <a:pathLst>
                <a:path w="419100" h="1910079">
                  <a:moveTo>
                    <a:pt x="209550" y="1909572"/>
                  </a:moveTo>
                  <a:lnTo>
                    <a:pt x="419100" y="1909572"/>
                  </a:lnTo>
                  <a:lnTo>
                    <a:pt x="419099" y="287274"/>
                  </a:lnTo>
                  <a:lnTo>
                    <a:pt x="0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5736488" y="3901316"/>
              <a:ext cx="172720" cy="142240"/>
            </a:xfrm>
            <a:custGeom>
              <a:avLst/>
              <a:gdLst/>
              <a:ahLst/>
              <a:cxnLst/>
              <a:rect l="l" t="t" r="r" b="b"/>
              <a:pathLst>
                <a:path w="172720" h="142239">
                  <a:moveTo>
                    <a:pt x="172212" y="52577"/>
                  </a:moveTo>
                  <a:lnTo>
                    <a:pt x="0" y="0"/>
                  </a:lnTo>
                  <a:lnTo>
                    <a:pt x="111252" y="141731"/>
                  </a:lnTo>
                  <a:lnTo>
                    <a:pt x="172212" y="5257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5340997" y="5195192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5340997" y="5195192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ln w="571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0" name="object 14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469775" y="5303396"/>
              <a:ext cx="161544" cy="161544"/>
            </a:xfrm>
            <a:prstGeom prst="rect">
              <a:avLst/>
            </a:prstGeom>
          </p:spPr>
        </p:pic>
        <p:sp>
          <p:nvSpPr>
            <p:cNvPr id="141" name="object 141"/>
            <p:cNvSpPr/>
            <p:nvPr/>
          </p:nvSpPr>
          <p:spPr>
            <a:xfrm>
              <a:off x="5685421" y="5706494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685421" y="5706494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ln w="571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3" name="object 14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814199" y="5813936"/>
              <a:ext cx="161544" cy="161544"/>
            </a:xfrm>
            <a:prstGeom prst="rect">
              <a:avLst/>
            </a:prstGeom>
          </p:spPr>
        </p:pic>
        <p:sp>
          <p:nvSpPr>
            <p:cNvPr id="144" name="object 144"/>
            <p:cNvSpPr/>
            <p:nvPr/>
          </p:nvSpPr>
          <p:spPr>
            <a:xfrm>
              <a:off x="4528718" y="4958210"/>
              <a:ext cx="510540" cy="1141730"/>
            </a:xfrm>
            <a:custGeom>
              <a:avLst/>
              <a:gdLst/>
              <a:ahLst/>
              <a:cxnLst/>
              <a:rect l="l" t="t" r="r" b="b"/>
              <a:pathLst>
                <a:path w="510539" h="1141729">
                  <a:moveTo>
                    <a:pt x="510540" y="1141476"/>
                  </a:moveTo>
                  <a:lnTo>
                    <a:pt x="510539" y="0"/>
                  </a:lnTo>
                  <a:lnTo>
                    <a:pt x="0" y="0"/>
                  </a:lnTo>
                  <a:lnTo>
                    <a:pt x="0" y="1141476"/>
                  </a:lnTo>
                  <a:lnTo>
                    <a:pt x="510540" y="114147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4528718" y="4958210"/>
              <a:ext cx="510540" cy="1141730"/>
            </a:xfrm>
            <a:custGeom>
              <a:avLst/>
              <a:gdLst/>
              <a:ahLst/>
              <a:cxnLst/>
              <a:rect l="l" t="t" r="r" b="b"/>
              <a:pathLst>
                <a:path w="510539" h="1141729">
                  <a:moveTo>
                    <a:pt x="510540" y="1141476"/>
                  </a:moveTo>
                  <a:lnTo>
                    <a:pt x="510539" y="0"/>
                  </a:lnTo>
                  <a:lnTo>
                    <a:pt x="0" y="0"/>
                  </a:lnTo>
                  <a:lnTo>
                    <a:pt x="0" y="1141476"/>
                  </a:lnTo>
                  <a:lnTo>
                    <a:pt x="510540" y="1141476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6" name="object 14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550816" y="5138042"/>
              <a:ext cx="474726" cy="936497"/>
            </a:xfrm>
            <a:prstGeom prst="rect">
              <a:avLst/>
            </a:prstGeom>
          </p:spPr>
        </p:pic>
        <p:sp>
          <p:nvSpPr>
            <p:cNvPr id="147" name="object 147"/>
            <p:cNvSpPr/>
            <p:nvPr/>
          </p:nvSpPr>
          <p:spPr>
            <a:xfrm>
              <a:off x="5037734" y="5387216"/>
              <a:ext cx="297180" cy="0"/>
            </a:xfrm>
            <a:custGeom>
              <a:avLst/>
              <a:gdLst/>
              <a:ahLst/>
              <a:cxnLst/>
              <a:rect l="l" t="t" r="r" b="b"/>
              <a:pathLst>
                <a:path w="297179">
                  <a:moveTo>
                    <a:pt x="297179" y="0"/>
                  </a:moveTo>
                  <a:lnTo>
                    <a:pt x="0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5037734" y="5896232"/>
              <a:ext cx="676910" cy="0"/>
            </a:xfrm>
            <a:custGeom>
              <a:avLst/>
              <a:gdLst/>
              <a:ahLst/>
              <a:cxnLst/>
              <a:rect l="l" t="t" r="r" b="b"/>
              <a:pathLst>
                <a:path w="676910">
                  <a:moveTo>
                    <a:pt x="676656" y="0"/>
                  </a:moveTo>
                  <a:lnTo>
                    <a:pt x="0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858664" y="3687956"/>
              <a:ext cx="0" cy="511809"/>
            </a:xfrm>
            <a:custGeom>
              <a:avLst/>
              <a:gdLst/>
              <a:ahLst/>
              <a:cxnLst/>
              <a:rect l="l" t="t" r="r" b="b"/>
              <a:pathLst>
                <a:path h="511810">
                  <a:moveTo>
                    <a:pt x="0" y="0"/>
                  </a:moveTo>
                  <a:lnTo>
                    <a:pt x="0" y="511302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4805324" y="3582800"/>
              <a:ext cx="107950" cy="107950"/>
            </a:xfrm>
            <a:custGeom>
              <a:avLst/>
              <a:gdLst/>
              <a:ahLst/>
              <a:cxnLst/>
              <a:rect l="l" t="t" r="r" b="b"/>
              <a:pathLst>
                <a:path w="107950" h="107950">
                  <a:moveTo>
                    <a:pt x="107441" y="107441"/>
                  </a:moveTo>
                  <a:lnTo>
                    <a:pt x="53339" y="0"/>
                  </a:lnTo>
                  <a:lnTo>
                    <a:pt x="0" y="107441"/>
                  </a:lnTo>
                  <a:lnTo>
                    <a:pt x="107441" y="10744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787036" y="3807590"/>
              <a:ext cx="154305" cy="226060"/>
            </a:xfrm>
            <a:custGeom>
              <a:avLst/>
              <a:gdLst/>
              <a:ahLst/>
              <a:cxnLst/>
              <a:rect l="l" t="t" r="r" b="b"/>
              <a:pathLst>
                <a:path w="154304" h="226060">
                  <a:moveTo>
                    <a:pt x="153924" y="225551"/>
                  </a:moveTo>
                  <a:lnTo>
                    <a:pt x="0" y="225551"/>
                  </a:lnTo>
                  <a:lnTo>
                    <a:pt x="153924" y="0"/>
                  </a:lnTo>
                  <a:lnTo>
                    <a:pt x="0" y="0"/>
                  </a:lnTo>
                  <a:lnTo>
                    <a:pt x="153924" y="22555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787036" y="3807590"/>
              <a:ext cx="154305" cy="226060"/>
            </a:xfrm>
            <a:custGeom>
              <a:avLst/>
              <a:gdLst/>
              <a:ahLst/>
              <a:cxnLst/>
              <a:rect l="l" t="t" r="r" b="b"/>
              <a:pathLst>
                <a:path w="154304" h="226060">
                  <a:moveTo>
                    <a:pt x="153924" y="225551"/>
                  </a:moveTo>
                  <a:lnTo>
                    <a:pt x="0" y="225551"/>
                  </a:lnTo>
                  <a:lnTo>
                    <a:pt x="153924" y="0"/>
                  </a:lnTo>
                  <a:lnTo>
                    <a:pt x="0" y="0"/>
                  </a:lnTo>
                  <a:lnTo>
                    <a:pt x="153924" y="225551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4869332" y="2784986"/>
              <a:ext cx="0" cy="511809"/>
            </a:xfrm>
            <a:custGeom>
              <a:avLst/>
              <a:gdLst/>
              <a:ahLst/>
              <a:cxnLst/>
              <a:rect l="l" t="t" r="r" b="b"/>
              <a:pathLst>
                <a:path h="511810">
                  <a:moveTo>
                    <a:pt x="0" y="0"/>
                  </a:moveTo>
                  <a:lnTo>
                    <a:pt x="0" y="511302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4815992" y="2679068"/>
              <a:ext cx="107950" cy="108585"/>
            </a:xfrm>
            <a:custGeom>
              <a:avLst/>
              <a:gdLst/>
              <a:ahLst/>
              <a:cxnLst/>
              <a:rect l="l" t="t" r="r" b="b"/>
              <a:pathLst>
                <a:path w="107950" h="108585">
                  <a:moveTo>
                    <a:pt x="107441" y="108203"/>
                  </a:moveTo>
                  <a:lnTo>
                    <a:pt x="53339" y="0"/>
                  </a:lnTo>
                  <a:lnTo>
                    <a:pt x="0" y="108203"/>
                  </a:lnTo>
                  <a:lnTo>
                    <a:pt x="107441" y="108203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4798466" y="2903858"/>
              <a:ext cx="154305" cy="226060"/>
            </a:xfrm>
            <a:custGeom>
              <a:avLst/>
              <a:gdLst/>
              <a:ahLst/>
              <a:cxnLst/>
              <a:rect l="l" t="t" r="r" b="b"/>
              <a:pathLst>
                <a:path w="154304" h="226060">
                  <a:moveTo>
                    <a:pt x="153924" y="225551"/>
                  </a:moveTo>
                  <a:lnTo>
                    <a:pt x="0" y="225551"/>
                  </a:lnTo>
                  <a:lnTo>
                    <a:pt x="153924" y="0"/>
                  </a:lnTo>
                  <a:lnTo>
                    <a:pt x="0" y="0"/>
                  </a:lnTo>
                  <a:lnTo>
                    <a:pt x="153924" y="22555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4798466" y="2903858"/>
              <a:ext cx="154305" cy="226060"/>
            </a:xfrm>
            <a:custGeom>
              <a:avLst/>
              <a:gdLst/>
              <a:ahLst/>
              <a:cxnLst/>
              <a:rect l="l" t="t" r="r" b="b"/>
              <a:pathLst>
                <a:path w="154304" h="226060">
                  <a:moveTo>
                    <a:pt x="153924" y="225551"/>
                  </a:moveTo>
                  <a:lnTo>
                    <a:pt x="0" y="225551"/>
                  </a:lnTo>
                  <a:lnTo>
                    <a:pt x="153924" y="0"/>
                  </a:lnTo>
                  <a:lnTo>
                    <a:pt x="0" y="0"/>
                  </a:lnTo>
                  <a:lnTo>
                    <a:pt x="153924" y="225551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7261999" y="4923920"/>
              <a:ext cx="174625" cy="466725"/>
            </a:xfrm>
            <a:custGeom>
              <a:avLst/>
              <a:gdLst/>
              <a:ahLst/>
              <a:cxnLst/>
              <a:rect l="l" t="t" r="r" b="b"/>
              <a:pathLst>
                <a:path w="174625" h="466725">
                  <a:moveTo>
                    <a:pt x="174498" y="466343"/>
                  </a:moveTo>
                  <a:lnTo>
                    <a:pt x="0" y="466343"/>
                  </a:lnTo>
                  <a:lnTo>
                    <a:pt x="0" y="67055"/>
                  </a:lnTo>
                  <a:lnTo>
                    <a:pt x="70104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7293254" y="4808096"/>
              <a:ext cx="161290" cy="157480"/>
            </a:xfrm>
            <a:custGeom>
              <a:avLst/>
              <a:gdLst/>
              <a:ahLst/>
              <a:cxnLst/>
              <a:rect l="l" t="t" r="r" b="b"/>
              <a:pathLst>
                <a:path w="161290" h="157479">
                  <a:moveTo>
                    <a:pt x="160781" y="0"/>
                  </a:moveTo>
                  <a:lnTo>
                    <a:pt x="0" y="79248"/>
                  </a:lnTo>
                  <a:lnTo>
                    <a:pt x="74675" y="156972"/>
                  </a:lnTo>
                  <a:lnTo>
                    <a:pt x="160781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6879488" y="3996566"/>
              <a:ext cx="419100" cy="1910080"/>
            </a:xfrm>
            <a:custGeom>
              <a:avLst/>
              <a:gdLst/>
              <a:ahLst/>
              <a:cxnLst/>
              <a:rect l="l" t="t" r="r" b="b"/>
              <a:pathLst>
                <a:path w="419100" h="1910079">
                  <a:moveTo>
                    <a:pt x="209550" y="1909572"/>
                  </a:moveTo>
                  <a:lnTo>
                    <a:pt x="0" y="1909572"/>
                  </a:lnTo>
                  <a:lnTo>
                    <a:pt x="0" y="287274"/>
                  </a:lnTo>
                  <a:lnTo>
                    <a:pt x="419099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7266584" y="3901316"/>
              <a:ext cx="172720" cy="142240"/>
            </a:xfrm>
            <a:custGeom>
              <a:avLst/>
              <a:gdLst/>
              <a:ahLst/>
              <a:cxnLst/>
              <a:rect l="l" t="t" r="r" b="b"/>
              <a:pathLst>
                <a:path w="172720" h="142239">
                  <a:moveTo>
                    <a:pt x="172211" y="0"/>
                  </a:moveTo>
                  <a:lnTo>
                    <a:pt x="0" y="52578"/>
                  </a:lnTo>
                  <a:lnTo>
                    <a:pt x="60959" y="141732"/>
                  </a:lnTo>
                  <a:lnTo>
                    <a:pt x="172211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7452499" y="5195192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7452499" y="5195192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ln w="571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3" name="object 16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543177" y="5303396"/>
              <a:ext cx="161544" cy="161544"/>
            </a:xfrm>
            <a:prstGeom prst="rect">
              <a:avLst/>
            </a:prstGeom>
          </p:spPr>
        </p:pic>
        <p:sp>
          <p:nvSpPr>
            <p:cNvPr id="164" name="object 164"/>
            <p:cNvSpPr/>
            <p:nvPr/>
          </p:nvSpPr>
          <p:spPr>
            <a:xfrm>
              <a:off x="7108088" y="5706494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7108088" y="5706494"/>
              <a:ext cx="381000" cy="381000"/>
            </a:xfrm>
            <a:custGeom>
              <a:avLst/>
              <a:gdLst/>
              <a:ahLst/>
              <a:cxnLst/>
              <a:rect l="l" t="t" r="r" b="b"/>
              <a:pathLst>
                <a:path w="381000" h="381000">
                  <a:moveTo>
                    <a:pt x="381000" y="190500"/>
                  </a:moveTo>
                  <a:lnTo>
                    <a:pt x="375965" y="146597"/>
                  </a:lnTo>
                  <a:lnTo>
                    <a:pt x="361627" y="106413"/>
                  </a:lnTo>
                  <a:lnTo>
                    <a:pt x="339132" y="71054"/>
                  </a:lnTo>
                  <a:lnTo>
                    <a:pt x="309625" y="41627"/>
                  </a:lnTo>
                  <a:lnTo>
                    <a:pt x="274253" y="19238"/>
                  </a:lnTo>
                  <a:lnTo>
                    <a:pt x="234162" y="4994"/>
                  </a:lnTo>
                  <a:lnTo>
                    <a:pt x="190499" y="0"/>
                  </a:lnTo>
                  <a:lnTo>
                    <a:pt x="146597" y="4994"/>
                  </a:lnTo>
                  <a:lnTo>
                    <a:pt x="106413" y="19238"/>
                  </a:lnTo>
                  <a:lnTo>
                    <a:pt x="71054" y="41627"/>
                  </a:lnTo>
                  <a:lnTo>
                    <a:pt x="41627" y="71054"/>
                  </a:lnTo>
                  <a:lnTo>
                    <a:pt x="19238" y="106413"/>
                  </a:lnTo>
                  <a:lnTo>
                    <a:pt x="4994" y="146597"/>
                  </a:lnTo>
                  <a:lnTo>
                    <a:pt x="0" y="190500"/>
                  </a:lnTo>
                  <a:lnTo>
                    <a:pt x="4994" y="234162"/>
                  </a:lnTo>
                  <a:lnTo>
                    <a:pt x="19238" y="274253"/>
                  </a:lnTo>
                  <a:lnTo>
                    <a:pt x="41627" y="309625"/>
                  </a:lnTo>
                  <a:lnTo>
                    <a:pt x="71054" y="339132"/>
                  </a:lnTo>
                  <a:lnTo>
                    <a:pt x="106413" y="361627"/>
                  </a:lnTo>
                  <a:lnTo>
                    <a:pt x="146597" y="375965"/>
                  </a:lnTo>
                  <a:lnTo>
                    <a:pt x="190500" y="381000"/>
                  </a:lnTo>
                  <a:lnTo>
                    <a:pt x="234162" y="375965"/>
                  </a:lnTo>
                  <a:lnTo>
                    <a:pt x="274253" y="361627"/>
                  </a:lnTo>
                  <a:lnTo>
                    <a:pt x="309625" y="339132"/>
                  </a:lnTo>
                  <a:lnTo>
                    <a:pt x="339132" y="309625"/>
                  </a:lnTo>
                  <a:lnTo>
                    <a:pt x="361627" y="274253"/>
                  </a:lnTo>
                  <a:lnTo>
                    <a:pt x="375965" y="234162"/>
                  </a:lnTo>
                  <a:lnTo>
                    <a:pt x="381000" y="190500"/>
                  </a:lnTo>
                  <a:close/>
                </a:path>
              </a:pathLst>
            </a:custGeom>
            <a:ln w="571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6" name="object 16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7198766" y="5813936"/>
              <a:ext cx="161544" cy="161544"/>
            </a:xfrm>
            <a:prstGeom prst="rect">
              <a:avLst/>
            </a:prstGeom>
          </p:spPr>
        </p:pic>
        <p:sp>
          <p:nvSpPr>
            <p:cNvPr id="167" name="object 167"/>
            <p:cNvSpPr/>
            <p:nvPr/>
          </p:nvSpPr>
          <p:spPr>
            <a:xfrm>
              <a:off x="8135264" y="4958210"/>
              <a:ext cx="511809" cy="1141730"/>
            </a:xfrm>
            <a:custGeom>
              <a:avLst/>
              <a:gdLst/>
              <a:ahLst/>
              <a:cxnLst/>
              <a:rect l="l" t="t" r="r" b="b"/>
              <a:pathLst>
                <a:path w="511809" h="1141729">
                  <a:moveTo>
                    <a:pt x="511301" y="1141476"/>
                  </a:moveTo>
                  <a:lnTo>
                    <a:pt x="511301" y="0"/>
                  </a:lnTo>
                  <a:lnTo>
                    <a:pt x="0" y="0"/>
                  </a:lnTo>
                  <a:lnTo>
                    <a:pt x="0" y="1141476"/>
                  </a:lnTo>
                  <a:lnTo>
                    <a:pt x="511301" y="114147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8135264" y="4958210"/>
              <a:ext cx="511809" cy="1141730"/>
            </a:xfrm>
            <a:custGeom>
              <a:avLst/>
              <a:gdLst/>
              <a:ahLst/>
              <a:cxnLst/>
              <a:rect l="l" t="t" r="r" b="b"/>
              <a:pathLst>
                <a:path w="511809" h="1141729">
                  <a:moveTo>
                    <a:pt x="511301" y="1141476"/>
                  </a:moveTo>
                  <a:lnTo>
                    <a:pt x="511301" y="0"/>
                  </a:lnTo>
                  <a:lnTo>
                    <a:pt x="0" y="0"/>
                  </a:lnTo>
                  <a:lnTo>
                    <a:pt x="0" y="1141476"/>
                  </a:lnTo>
                  <a:lnTo>
                    <a:pt x="511301" y="1141476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9" name="object 16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8149742" y="5138042"/>
              <a:ext cx="473963" cy="936497"/>
            </a:xfrm>
            <a:prstGeom prst="rect">
              <a:avLst/>
            </a:prstGeom>
          </p:spPr>
        </p:pic>
        <p:sp>
          <p:nvSpPr>
            <p:cNvPr id="170" name="object 170"/>
            <p:cNvSpPr/>
            <p:nvPr/>
          </p:nvSpPr>
          <p:spPr>
            <a:xfrm>
              <a:off x="7839595" y="5387216"/>
              <a:ext cx="297180" cy="0"/>
            </a:xfrm>
            <a:custGeom>
              <a:avLst/>
              <a:gdLst/>
              <a:ahLst/>
              <a:cxnLst/>
              <a:rect l="l" t="t" r="r" b="b"/>
              <a:pathLst>
                <a:path w="297179">
                  <a:moveTo>
                    <a:pt x="0" y="0"/>
                  </a:moveTo>
                  <a:lnTo>
                    <a:pt x="297180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7460119" y="5896232"/>
              <a:ext cx="676910" cy="0"/>
            </a:xfrm>
            <a:custGeom>
              <a:avLst/>
              <a:gdLst/>
              <a:ahLst/>
              <a:cxnLst/>
              <a:rect l="l" t="t" r="r" b="b"/>
              <a:pathLst>
                <a:path w="676909">
                  <a:moveTo>
                    <a:pt x="0" y="0"/>
                  </a:moveTo>
                  <a:lnTo>
                    <a:pt x="676656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8315845" y="3687956"/>
              <a:ext cx="0" cy="511809"/>
            </a:xfrm>
            <a:custGeom>
              <a:avLst/>
              <a:gdLst/>
              <a:ahLst/>
              <a:cxnLst/>
              <a:rect l="l" t="t" r="r" b="b"/>
              <a:pathLst>
                <a:path h="511810">
                  <a:moveTo>
                    <a:pt x="0" y="0"/>
                  </a:moveTo>
                  <a:lnTo>
                    <a:pt x="0" y="511302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8262505" y="3582800"/>
              <a:ext cx="107950" cy="107950"/>
            </a:xfrm>
            <a:custGeom>
              <a:avLst/>
              <a:gdLst/>
              <a:ahLst/>
              <a:cxnLst/>
              <a:rect l="l" t="t" r="r" b="b"/>
              <a:pathLst>
                <a:path w="107950" h="107950">
                  <a:moveTo>
                    <a:pt x="107442" y="107441"/>
                  </a:moveTo>
                  <a:lnTo>
                    <a:pt x="54102" y="0"/>
                  </a:lnTo>
                  <a:lnTo>
                    <a:pt x="0" y="107441"/>
                  </a:lnTo>
                  <a:lnTo>
                    <a:pt x="107442" y="10744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8233549" y="3807590"/>
              <a:ext cx="154305" cy="226060"/>
            </a:xfrm>
            <a:custGeom>
              <a:avLst/>
              <a:gdLst/>
              <a:ahLst/>
              <a:cxnLst/>
              <a:rect l="l" t="t" r="r" b="b"/>
              <a:pathLst>
                <a:path w="154304" h="226060">
                  <a:moveTo>
                    <a:pt x="153924" y="225551"/>
                  </a:moveTo>
                  <a:lnTo>
                    <a:pt x="0" y="0"/>
                  </a:lnTo>
                  <a:lnTo>
                    <a:pt x="153923" y="0"/>
                  </a:lnTo>
                  <a:lnTo>
                    <a:pt x="0" y="225551"/>
                  </a:lnTo>
                  <a:lnTo>
                    <a:pt x="153924" y="22555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8233549" y="3807590"/>
              <a:ext cx="154305" cy="226060"/>
            </a:xfrm>
            <a:custGeom>
              <a:avLst/>
              <a:gdLst/>
              <a:ahLst/>
              <a:cxnLst/>
              <a:rect l="l" t="t" r="r" b="b"/>
              <a:pathLst>
                <a:path w="154304" h="226060">
                  <a:moveTo>
                    <a:pt x="0" y="225551"/>
                  </a:moveTo>
                  <a:lnTo>
                    <a:pt x="153924" y="225551"/>
                  </a:lnTo>
                  <a:lnTo>
                    <a:pt x="0" y="0"/>
                  </a:lnTo>
                  <a:lnTo>
                    <a:pt x="153923" y="0"/>
                  </a:lnTo>
                  <a:lnTo>
                    <a:pt x="0" y="225551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8305190" y="2784986"/>
              <a:ext cx="0" cy="511809"/>
            </a:xfrm>
            <a:custGeom>
              <a:avLst/>
              <a:gdLst/>
              <a:ahLst/>
              <a:cxnLst/>
              <a:rect l="l" t="t" r="r" b="b"/>
              <a:pathLst>
                <a:path h="511810">
                  <a:moveTo>
                    <a:pt x="0" y="0"/>
                  </a:moveTo>
                  <a:lnTo>
                    <a:pt x="0" y="511302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8251850" y="2679068"/>
              <a:ext cx="107950" cy="108585"/>
            </a:xfrm>
            <a:custGeom>
              <a:avLst/>
              <a:gdLst/>
              <a:ahLst/>
              <a:cxnLst/>
              <a:rect l="l" t="t" r="r" b="b"/>
              <a:pathLst>
                <a:path w="107950" h="108585">
                  <a:moveTo>
                    <a:pt x="107442" y="108203"/>
                  </a:moveTo>
                  <a:lnTo>
                    <a:pt x="54102" y="0"/>
                  </a:lnTo>
                  <a:lnTo>
                    <a:pt x="0" y="108203"/>
                  </a:lnTo>
                  <a:lnTo>
                    <a:pt x="107442" y="108203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8222119" y="2903858"/>
              <a:ext cx="154305" cy="226060"/>
            </a:xfrm>
            <a:custGeom>
              <a:avLst/>
              <a:gdLst/>
              <a:ahLst/>
              <a:cxnLst/>
              <a:rect l="l" t="t" r="r" b="b"/>
              <a:pathLst>
                <a:path w="154304" h="226060">
                  <a:moveTo>
                    <a:pt x="153924" y="225551"/>
                  </a:moveTo>
                  <a:lnTo>
                    <a:pt x="0" y="0"/>
                  </a:lnTo>
                  <a:lnTo>
                    <a:pt x="153923" y="0"/>
                  </a:lnTo>
                  <a:lnTo>
                    <a:pt x="0" y="225551"/>
                  </a:lnTo>
                  <a:lnTo>
                    <a:pt x="153924" y="22555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8222119" y="2903858"/>
              <a:ext cx="154305" cy="226060"/>
            </a:xfrm>
            <a:custGeom>
              <a:avLst/>
              <a:gdLst/>
              <a:ahLst/>
              <a:cxnLst/>
              <a:rect l="l" t="t" r="r" b="b"/>
              <a:pathLst>
                <a:path w="154304" h="226060">
                  <a:moveTo>
                    <a:pt x="0" y="225551"/>
                  </a:moveTo>
                  <a:lnTo>
                    <a:pt x="153924" y="225551"/>
                  </a:lnTo>
                  <a:lnTo>
                    <a:pt x="0" y="0"/>
                  </a:lnTo>
                  <a:lnTo>
                    <a:pt x="153923" y="0"/>
                  </a:lnTo>
                  <a:lnTo>
                    <a:pt x="0" y="225551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0" name="object 180"/>
          <p:cNvSpPr txBox="1">
            <a:spLocks noGrp="1"/>
          </p:cNvSpPr>
          <p:nvPr>
            <p:ph type="title"/>
          </p:nvPr>
        </p:nvSpPr>
        <p:spPr>
          <a:xfrm>
            <a:off x="2720739" y="177676"/>
            <a:ext cx="421640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Системы</a:t>
            </a:r>
            <a:r>
              <a:rPr spc="-15" dirty="0"/>
              <a:t> </a:t>
            </a:r>
            <a:r>
              <a:rPr spc="-5" dirty="0"/>
              <a:t>безопасности</a:t>
            </a:r>
          </a:p>
        </p:txBody>
      </p:sp>
      <p:sp>
        <p:nvSpPr>
          <p:cNvPr id="183" name="object 183"/>
          <p:cNvSpPr txBox="1"/>
          <p:nvPr/>
        </p:nvSpPr>
        <p:spPr>
          <a:xfrm>
            <a:off x="8649607" y="6463829"/>
            <a:ext cx="427355" cy="3429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2310"/>
              </a:lnSpc>
            </a:pPr>
            <a:fld id="{81D60167-4931-47E6-BA6A-407CBD079E47}" type="slidenum">
              <a:rPr sz="2000" b="1" spc="-5" dirty="0">
                <a:solidFill>
                  <a:srgbClr val="0068B4"/>
                </a:solidFill>
                <a:latin typeface="Arial"/>
                <a:cs typeface="Arial"/>
              </a:rPr>
              <a:t>61</a:t>
            </a:fld>
            <a:endParaRPr sz="2000">
              <a:latin typeface="Arial"/>
              <a:cs typeface="Arial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606952" y="972442"/>
            <a:ext cx="7949565" cy="10839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2720"/>
              </a:lnSpc>
              <a:spcBef>
                <a:spcPts val="100"/>
              </a:spcBef>
            </a:pPr>
            <a:r>
              <a:rPr sz="2400" dirty="0">
                <a:solidFill>
                  <a:srgbClr val="FF0000"/>
                </a:solidFill>
                <a:latin typeface="Calibri"/>
                <a:cs typeface="Calibri"/>
              </a:rPr>
              <a:t>АПЭН</a:t>
            </a:r>
            <a:r>
              <a:rPr sz="2400" spc="-3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FF0000"/>
                </a:solidFill>
                <a:latin typeface="Calibri"/>
                <a:cs typeface="Calibri"/>
              </a:rPr>
              <a:t>(система</a:t>
            </a:r>
            <a:r>
              <a:rPr sz="1200" spc="-1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FF0000"/>
                </a:solidFill>
                <a:latin typeface="Calibri"/>
                <a:cs typeface="Calibri"/>
              </a:rPr>
              <a:t>аварийной</a:t>
            </a:r>
            <a:r>
              <a:rPr sz="1200" spc="-1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FF0000"/>
                </a:solidFill>
                <a:latin typeface="Calibri"/>
                <a:cs typeface="Calibri"/>
              </a:rPr>
              <a:t>питательной</a:t>
            </a:r>
            <a:r>
              <a:rPr sz="1200" spc="-5" dirty="0">
                <a:solidFill>
                  <a:srgbClr val="FF0000"/>
                </a:solidFill>
                <a:latin typeface="Calibri"/>
                <a:cs typeface="Calibri"/>
              </a:rPr>
              <a:t> воды)</a:t>
            </a:r>
            <a:endParaRPr sz="1200">
              <a:latin typeface="Calibri"/>
              <a:cs typeface="Calibri"/>
            </a:endParaRPr>
          </a:p>
          <a:p>
            <a:pPr marL="3822700">
              <a:lnSpc>
                <a:spcPts val="1760"/>
              </a:lnSpc>
            </a:pP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Четырехканальная</a:t>
            </a:r>
            <a:r>
              <a:rPr sz="1600" spc="-2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система</a:t>
            </a:r>
            <a:r>
              <a:rPr sz="1600" spc="-3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с</a:t>
            </a:r>
            <a:r>
              <a:rPr sz="1600" spc="-2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резервированием</a:t>
            </a:r>
            <a:endParaRPr sz="1600">
              <a:latin typeface="Calibri"/>
              <a:cs typeface="Calibri"/>
            </a:endParaRPr>
          </a:p>
          <a:p>
            <a:pPr marL="3822700" marR="161290">
              <a:lnSpc>
                <a:spcPct val="100000"/>
              </a:lnSpc>
              <a:spcBef>
                <a:spcPts val="5"/>
              </a:spcBef>
            </a:pP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каналов </a:t>
            </a:r>
            <a:r>
              <a:rPr sz="1600" dirty="0">
                <a:solidFill>
                  <a:srgbClr val="FF0000"/>
                </a:solidFill>
                <a:latin typeface="Calibri"/>
                <a:cs typeface="Calibri"/>
              </a:rPr>
              <a:t>4 х </a:t>
            </a: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100 </a:t>
            </a:r>
            <a:r>
              <a:rPr sz="1600" dirty="0">
                <a:solidFill>
                  <a:srgbClr val="FF0000"/>
                </a:solidFill>
                <a:latin typeface="Calibri"/>
                <a:cs typeface="Calibri"/>
              </a:rPr>
              <a:t>%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с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баками запаса аварийной </a:t>
            </a:r>
            <a:r>
              <a:rPr sz="1600" spc="-35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питательной</a:t>
            </a:r>
            <a:r>
              <a:rPr sz="1600" spc="-1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воды</a:t>
            </a:r>
            <a:endParaRPr sz="1600">
              <a:latin typeface="Calibri"/>
              <a:cs typeface="Calibri"/>
            </a:endParaRPr>
          </a:p>
        </p:txBody>
      </p:sp>
      <p:graphicFrame>
        <p:nvGraphicFramePr>
          <p:cNvPr id="182" name="object 182"/>
          <p:cNvGraphicFramePr>
            <a:graphicFrameLocks noGrp="1"/>
          </p:cNvGraphicFramePr>
          <p:nvPr/>
        </p:nvGraphicFramePr>
        <p:xfrm>
          <a:off x="322859" y="4242692"/>
          <a:ext cx="3756660" cy="213664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32105"/>
                <a:gridCol w="2620645"/>
                <a:gridCol w="803910"/>
              </a:tblGrid>
              <a:tr h="400050">
                <a:tc gridSpan="2">
                  <a:txBody>
                    <a:bodyPr/>
                    <a:lstStyle/>
                    <a:p>
                      <a:pPr marL="476884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400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Наименование</a:t>
                      </a:r>
                      <a:r>
                        <a:rPr sz="1400" spc="-30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параметра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8255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840"/>
                        </a:spcBef>
                      </a:pPr>
                      <a:r>
                        <a:rPr sz="1400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Значение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10668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G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19050">
                      <a:solidFill>
                        <a:srgbClr val="0033CC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Расход от</a:t>
                      </a:r>
                      <a:r>
                        <a:rPr sz="1400" spc="-1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одного АПЭН, т/ч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19050">
                      <a:solidFill>
                        <a:srgbClr val="0033CC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150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T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19050">
                      <a:solidFill>
                        <a:srgbClr val="0033CC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Температура аварийной</a:t>
                      </a: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п.в,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Microsoft Sans Serif"/>
                          <a:cs typeface="Microsoft Sans Serif"/>
                        </a:rPr>
                        <a:t>°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С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19050">
                      <a:solidFill>
                        <a:srgbClr val="0033CC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5</a:t>
                      </a:r>
                      <a:r>
                        <a:rPr sz="1400" spc="-2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‐</a:t>
                      </a:r>
                      <a:r>
                        <a:rPr sz="1400" spc="-3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1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40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N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19050">
                      <a:solidFill>
                        <a:srgbClr val="0033CC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Количество баков</a:t>
                      </a: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запаса, шт.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19050">
                      <a:solidFill>
                        <a:srgbClr val="0033CC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2</a:t>
                      </a:r>
                      <a:r>
                        <a:rPr sz="1400" spc="-3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+</a:t>
                      </a:r>
                      <a:r>
                        <a:rPr sz="1400" spc="-2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V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19050">
                      <a:solidFill>
                        <a:srgbClr val="0033CC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Объем</a:t>
                      </a:r>
                      <a:r>
                        <a:rPr sz="1400" spc="-2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бака,</a:t>
                      </a:r>
                      <a:r>
                        <a:rPr sz="1400" spc="-2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м</a:t>
                      </a:r>
                      <a:r>
                        <a:rPr sz="1350" spc="-7" baseline="24691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1350" baseline="24691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19050">
                      <a:solidFill>
                        <a:srgbClr val="0033CC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700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</a:tr>
              <a:tr h="517397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D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19050">
                      <a:solidFill>
                        <a:srgbClr val="0033CC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 marR="12128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Возможность задания</a:t>
                      </a: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скорости </a:t>
                      </a:r>
                      <a:r>
                        <a:rPr sz="1400" spc="-3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расхолаживания</a:t>
                      </a:r>
                      <a:r>
                        <a:rPr sz="1400" spc="-1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5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БРУ‐А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19050">
                      <a:solidFill>
                        <a:srgbClr val="0033CC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400" dirty="0">
                          <a:solidFill>
                            <a:srgbClr val="000065"/>
                          </a:solidFill>
                          <a:latin typeface="Calibri"/>
                          <a:cs typeface="Calibri"/>
                        </a:rPr>
                        <a:t>+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28575">
                      <a:solidFill>
                        <a:srgbClr val="000065"/>
                      </a:solidFill>
                      <a:prstDash val="solid"/>
                    </a:lnL>
                    <a:lnR w="28575">
                      <a:solidFill>
                        <a:srgbClr val="000065"/>
                      </a:solidFill>
                      <a:prstDash val="solid"/>
                    </a:lnR>
                    <a:lnT w="28575">
                      <a:solidFill>
                        <a:srgbClr val="000065"/>
                      </a:solidFill>
                      <a:prstDash val="solid"/>
                    </a:lnT>
                    <a:lnB w="28575">
                      <a:solidFill>
                        <a:srgbClr val="00006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061421" y="1191454"/>
            <a:ext cx="4744085" cy="5200650"/>
            <a:chOff x="4061421" y="1191454"/>
            <a:chExt cx="4744085" cy="5200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071518" y="1200788"/>
              <a:ext cx="4724400" cy="5181600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4066184" y="1196216"/>
              <a:ext cx="4734560" cy="5191125"/>
            </a:xfrm>
            <a:custGeom>
              <a:avLst/>
              <a:gdLst/>
              <a:ahLst/>
              <a:cxnLst/>
              <a:rect l="l" t="t" r="r" b="b"/>
              <a:pathLst>
                <a:path w="4734559" h="5191125">
                  <a:moveTo>
                    <a:pt x="4734306" y="5190744"/>
                  </a:moveTo>
                  <a:lnTo>
                    <a:pt x="4734306" y="0"/>
                  </a:lnTo>
                  <a:lnTo>
                    <a:pt x="0" y="0"/>
                  </a:lnTo>
                  <a:lnTo>
                    <a:pt x="0" y="5190744"/>
                  </a:lnTo>
                  <a:lnTo>
                    <a:pt x="4734306" y="5190744"/>
                  </a:lnTo>
                  <a:close/>
                </a:path>
              </a:pathLst>
            </a:custGeom>
            <a:ln w="9144">
              <a:solidFill>
                <a:srgbClr val="659A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4239151" y="1297054"/>
            <a:ext cx="4469130" cy="7588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sz="1600" spc="-10" dirty="0">
                <a:solidFill>
                  <a:srgbClr val="FF0000"/>
                </a:solidFill>
                <a:latin typeface="Calibri"/>
                <a:cs typeface="Calibri"/>
              </a:rPr>
              <a:t>Пассивная</a:t>
            </a:r>
            <a:r>
              <a:rPr sz="1600" spc="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четырехканальная система</a:t>
            </a:r>
            <a:r>
              <a:rPr sz="1600" spc="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с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резервиро‐ </a:t>
            </a:r>
            <a:r>
              <a:rPr sz="1600" spc="-34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ванием каналов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с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18‐ю охлаждаемыми </a:t>
            </a:r>
            <a:r>
              <a:rPr sz="1600" dirty="0">
                <a:solidFill>
                  <a:srgbClr val="FF0000"/>
                </a:solidFill>
                <a:latin typeface="Calibri"/>
                <a:cs typeface="Calibri"/>
              </a:rPr>
              <a:t>водой </a:t>
            </a:r>
            <a:r>
              <a:rPr sz="1600" spc="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теплообменниками</a:t>
            </a:r>
            <a:r>
              <a:rPr sz="1600" spc="-1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в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 каждом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канале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88251" y="1916531"/>
            <a:ext cx="3177540" cy="17367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Система пассивного отвода тепла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от </a:t>
            </a:r>
            <a:r>
              <a:rPr sz="1600" spc="-35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парогенераторов </a:t>
            </a: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(СПОТ </a:t>
            </a:r>
            <a:r>
              <a:rPr sz="1600" dirty="0">
                <a:solidFill>
                  <a:srgbClr val="FF0000"/>
                </a:solidFill>
                <a:latin typeface="Calibri"/>
                <a:cs typeface="Calibri"/>
              </a:rPr>
              <a:t>ПГ) </a:t>
            </a:r>
            <a:r>
              <a:rPr sz="1600" spc="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предназначена для отвода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остаточного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тепла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активной зоны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 конечному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поглотителю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через </a:t>
            </a:r>
            <a:r>
              <a:rPr sz="1600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2060"/>
                </a:solidFill>
                <a:latin typeface="Calibri"/>
                <a:cs typeface="Calibri"/>
              </a:rPr>
              <a:t>второй контур при запроектных </a:t>
            </a:r>
            <a:r>
              <a:rPr sz="1600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2060"/>
                </a:solidFill>
                <a:latin typeface="Calibri"/>
                <a:cs typeface="Calibri"/>
              </a:rPr>
              <a:t>авариях</a:t>
            </a:r>
            <a:endParaRPr sz="1600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4221632" y="2873378"/>
            <a:ext cx="4440555" cy="3259454"/>
            <a:chOff x="4221632" y="2873378"/>
            <a:chExt cx="4440555" cy="3259454"/>
          </a:xfrm>
        </p:grpSpPr>
        <p:sp>
          <p:nvSpPr>
            <p:cNvPr id="8" name="object 8"/>
            <p:cNvSpPr/>
            <p:nvPr/>
          </p:nvSpPr>
          <p:spPr>
            <a:xfrm>
              <a:off x="4221619" y="2873391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30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30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30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30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30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30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30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30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30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30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30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30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30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30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30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30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30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30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30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30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30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30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30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30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30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30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30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30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30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30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30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30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30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30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30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30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30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30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30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30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30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30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30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30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30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30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30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30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30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30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30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30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30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30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30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30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30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30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30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30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30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30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30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30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30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30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30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30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30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30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30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221619" y="3086751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221619" y="3300111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221619" y="3513471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221619" y="3726831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221619" y="3940191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221619" y="4153551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221619" y="4366911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221619" y="4580271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221619" y="4793631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221619" y="5006991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221619" y="5220351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221619" y="5433711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221619" y="5647071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221619" y="5860431"/>
              <a:ext cx="2000250" cy="214629"/>
            </a:xfrm>
            <a:custGeom>
              <a:avLst/>
              <a:gdLst/>
              <a:ahLst/>
              <a:cxnLst/>
              <a:rect l="l" t="t" r="r" b="b"/>
              <a:pathLst>
                <a:path w="2000250" h="214629">
                  <a:moveTo>
                    <a:pt x="200025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00250" y="214122"/>
                  </a:lnTo>
                  <a:lnTo>
                    <a:pt x="2000250" y="213360"/>
                  </a:lnTo>
                  <a:close/>
                </a:path>
                <a:path w="2000250" h="214629">
                  <a:moveTo>
                    <a:pt x="200025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00250" y="211074"/>
                  </a:lnTo>
                  <a:lnTo>
                    <a:pt x="2000250" y="210312"/>
                  </a:lnTo>
                  <a:close/>
                </a:path>
                <a:path w="2000250" h="214629">
                  <a:moveTo>
                    <a:pt x="200025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00250" y="208026"/>
                  </a:lnTo>
                  <a:lnTo>
                    <a:pt x="2000250" y="207264"/>
                  </a:lnTo>
                  <a:close/>
                </a:path>
                <a:path w="2000250" h="214629">
                  <a:moveTo>
                    <a:pt x="200025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00250" y="204978"/>
                  </a:lnTo>
                  <a:lnTo>
                    <a:pt x="2000250" y="204216"/>
                  </a:lnTo>
                  <a:close/>
                </a:path>
                <a:path w="2000250" h="214629">
                  <a:moveTo>
                    <a:pt x="200025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00250" y="201930"/>
                  </a:lnTo>
                  <a:lnTo>
                    <a:pt x="2000250" y="201168"/>
                  </a:lnTo>
                  <a:close/>
                </a:path>
                <a:path w="2000250" h="214629">
                  <a:moveTo>
                    <a:pt x="200025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00250" y="198882"/>
                  </a:lnTo>
                  <a:lnTo>
                    <a:pt x="2000250" y="198120"/>
                  </a:lnTo>
                  <a:close/>
                </a:path>
                <a:path w="2000250" h="214629">
                  <a:moveTo>
                    <a:pt x="200025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00250" y="195834"/>
                  </a:lnTo>
                  <a:lnTo>
                    <a:pt x="2000250" y="195072"/>
                  </a:lnTo>
                  <a:close/>
                </a:path>
                <a:path w="2000250" h="214629">
                  <a:moveTo>
                    <a:pt x="200025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00250" y="192786"/>
                  </a:lnTo>
                  <a:lnTo>
                    <a:pt x="2000250" y="192024"/>
                  </a:lnTo>
                  <a:close/>
                </a:path>
                <a:path w="2000250" h="214629">
                  <a:moveTo>
                    <a:pt x="200025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00250" y="189738"/>
                  </a:lnTo>
                  <a:lnTo>
                    <a:pt x="2000250" y="188976"/>
                  </a:lnTo>
                  <a:close/>
                </a:path>
                <a:path w="2000250" h="214629">
                  <a:moveTo>
                    <a:pt x="200025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00250" y="186690"/>
                  </a:lnTo>
                  <a:lnTo>
                    <a:pt x="2000250" y="185928"/>
                  </a:lnTo>
                  <a:close/>
                </a:path>
                <a:path w="2000250" h="214629">
                  <a:moveTo>
                    <a:pt x="200025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00250" y="183642"/>
                  </a:lnTo>
                  <a:lnTo>
                    <a:pt x="2000250" y="182880"/>
                  </a:lnTo>
                  <a:close/>
                </a:path>
                <a:path w="2000250" h="214629">
                  <a:moveTo>
                    <a:pt x="200025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00250" y="180594"/>
                  </a:lnTo>
                  <a:lnTo>
                    <a:pt x="2000250" y="179832"/>
                  </a:lnTo>
                  <a:close/>
                </a:path>
                <a:path w="2000250" h="214629">
                  <a:moveTo>
                    <a:pt x="200025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00250" y="177546"/>
                  </a:lnTo>
                  <a:lnTo>
                    <a:pt x="2000250" y="176784"/>
                  </a:lnTo>
                  <a:close/>
                </a:path>
                <a:path w="2000250" h="214629">
                  <a:moveTo>
                    <a:pt x="200025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00250" y="174498"/>
                  </a:lnTo>
                  <a:lnTo>
                    <a:pt x="2000250" y="173736"/>
                  </a:lnTo>
                  <a:close/>
                </a:path>
                <a:path w="2000250" h="214629">
                  <a:moveTo>
                    <a:pt x="200025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00250" y="171450"/>
                  </a:lnTo>
                  <a:lnTo>
                    <a:pt x="2000250" y="170688"/>
                  </a:lnTo>
                  <a:close/>
                </a:path>
                <a:path w="2000250" h="214629">
                  <a:moveTo>
                    <a:pt x="200025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00250" y="168402"/>
                  </a:lnTo>
                  <a:lnTo>
                    <a:pt x="2000250" y="167640"/>
                  </a:lnTo>
                  <a:close/>
                </a:path>
                <a:path w="2000250" h="214629">
                  <a:moveTo>
                    <a:pt x="200025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00250" y="165354"/>
                  </a:lnTo>
                  <a:lnTo>
                    <a:pt x="2000250" y="164592"/>
                  </a:lnTo>
                  <a:close/>
                </a:path>
                <a:path w="2000250" h="214629">
                  <a:moveTo>
                    <a:pt x="200025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00250" y="162306"/>
                  </a:lnTo>
                  <a:lnTo>
                    <a:pt x="2000250" y="161544"/>
                  </a:lnTo>
                  <a:close/>
                </a:path>
                <a:path w="2000250" h="214629">
                  <a:moveTo>
                    <a:pt x="200025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00250" y="159258"/>
                  </a:lnTo>
                  <a:lnTo>
                    <a:pt x="2000250" y="158496"/>
                  </a:lnTo>
                  <a:close/>
                </a:path>
                <a:path w="2000250" h="214629">
                  <a:moveTo>
                    <a:pt x="200025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00250" y="156210"/>
                  </a:lnTo>
                  <a:lnTo>
                    <a:pt x="2000250" y="155448"/>
                  </a:lnTo>
                  <a:close/>
                </a:path>
                <a:path w="2000250" h="214629">
                  <a:moveTo>
                    <a:pt x="200025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00250" y="153162"/>
                  </a:lnTo>
                  <a:lnTo>
                    <a:pt x="2000250" y="152400"/>
                  </a:lnTo>
                  <a:close/>
                </a:path>
                <a:path w="2000250" h="214629">
                  <a:moveTo>
                    <a:pt x="200025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00250" y="150114"/>
                  </a:lnTo>
                  <a:lnTo>
                    <a:pt x="2000250" y="149352"/>
                  </a:lnTo>
                  <a:close/>
                </a:path>
                <a:path w="2000250" h="214629">
                  <a:moveTo>
                    <a:pt x="200025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00250" y="147066"/>
                  </a:lnTo>
                  <a:lnTo>
                    <a:pt x="2000250" y="146304"/>
                  </a:lnTo>
                  <a:close/>
                </a:path>
                <a:path w="2000250" h="214629">
                  <a:moveTo>
                    <a:pt x="200025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00250" y="144018"/>
                  </a:lnTo>
                  <a:lnTo>
                    <a:pt x="2000250" y="143256"/>
                  </a:lnTo>
                  <a:close/>
                </a:path>
                <a:path w="2000250" h="214629">
                  <a:moveTo>
                    <a:pt x="200025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00250" y="140970"/>
                  </a:lnTo>
                  <a:lnTo>
                    <a:pt x="2000250" y="140208"/>
                  </a:lnTo>
                  <a:close/>
                </a:path>
                <a:path w="2000250" h="214629">
                  <a:moveTo>
                    <a:pt x="200025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00250" y="137922"/>
                  </a:lnTo>
                  <a:lnTo>
                    <a:pt x="2000250" y="137160"/>
                  </a:lnTo>
                  <a:close/>
                </a:path>
                <a:path w="2000250" h="214629">
                  <a:moveTo>
                    <a:pt x="200025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00250" y="134874"/>
                  </a:lnTo>
                  <a:lnTo>
                    <a:pt x="2000250" y="134112"/>
                  </a:lnTo>
                  <a:close/>
                </a:path>
                <a:path w="2000250" h="214629">
                  <a:moveTo>
                    <a:pt x="200025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00250" y="131826"/>
                  </a:lnTo>
                  <a:lnTo>
                    <a:pt x="2000250" y="131064"/>
                  </a:lnTo>
                  <a:close/>
                </a:path>
                <a:path w="2000250" h="214629">
                  <a:moveTo>
                    <a:pt x="200025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00250" y="128778"/>
                  </a:lnTo>
                  <a:lnTo>
                    <a:pt x="2000250" y="128016"/>
                  </a:lnTo>
                  <a:close/>
                </a:path>
                <a:path w="2000250" h="214629">
                  <a:moveTo>
                    <a:pt x="200025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00250" y="125730"/>
                  </a:lnTo>
                  <a:lnTo>
                    <a:pt x="2000250" y="124968"/>
                  </a:lnTo>
                  <a:close/>
                </a:path>
                <a:path w="2000250" h="214629">
                  <a:moveTo>
                    <a:pt x="200025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00250" y="122682"/>
                  </a:lnTo>
                  <a:lnTo>
                    <a:pt x="2000250" y="121920"/>
                  </a:lnTo>
                  <a:close/>
                </a:path>
                <a:path w="2000250" h="214629">
                  <a:moveTo>
                    <a:pt x="200025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00250" y="119634"/>
                  </a:lnTo>
                  <a:lnTo>
                    <a:pt x="2000250" y="118872"/>
                  </a:lnTo>
                  <a:close/>
                </a:path>
                <a:path w="2000250" h="214629">
                  <a:moveTo>
                    <a:pt x="200025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00250" y="116586"/>
                  </a:lnTo>
                  <a:lnTo>
                    <a:pt x="2000250" y="115824"/>
                  </a:lnTo>
                  <a:close/>
                </a:path>
                <a:path w="2000250" h="214629">
                  <a:moveTo>
                    <a:pt x="200025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00250" y="113538"/>
                  </a:lnTo>
                  <a:lnTo>
                    <a:pt x="2000250" y="112776"/>
                  </a:lnTo>
                  <a:close/>
                </a:path>
                <a:path w="2000250" h="214629">
                  <a:moveTo>
                    <a:pt x="200025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00250" y="110490"/>
                  </a:lnTo>
                  <a:lnTo>
                    <a:pt x="2000250" y="109728"/>
                  </a:lnTo>
                  <a:close/>
                </a:path>
                <a:path w="2000250" h="214629">
                  <a:moveTo>
                    <a:pt x="200025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00250" y="107442"/>
                  </a:lnTo>
                  <a:lnTo>
                    <a:pt x="2000250" y="106680"/>
                  </a:lnTo>
                  <a:close/>
                </a:path>
                <a:path w="2000250" h="214629">
                  <a:moveTo>
                    <a:pt x="200025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00250" y="104394"/>
                  </a:lnTo>
                  <a:lnTo>
                    <a:pt x="2000250" y="103632"/>
                  </a:lnTo>
                  <a:close/>
                </a:path>
                <a:path w="2000250" h="214629">
                  <a:moveTo>
                    <a:pt x="200025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00250" y="101346"/>
                  </a:lnTo>
                  <a:lnTo>
                    <a:pt x="2000250" y="100584"/>
                  </a:lnTo>
                  <a:close/>
                </a:path>
                <a:path w="2000250" h="214629">
                  <a:moveTo>
                    <a:pt x="200025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00250" y="98298"/>
                  </a:lnTo>
                  <a:lnTo>
                    <a:pt x="2000250" y="97536"/>
                  </a:lnTo>
                  <a:close/>
                </a:path>
                <a:path w="2000250" h="214629">
                  <a:moveTo>
                    <a:pt x="200025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00250" y="95250"/>
                  </a:lnTo>
                  <a:lnTo>
                    <a:pt x="2000250" y="94488"/>
                  </a:lnTo>
                  <a:close/>
                </a:path>
                <a:path w="2000250" h="214629">
                  <a:moveTo>
                    <a:pt x="200025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00250" y="92202"/>
                  </a:lnTo>
                  <a:lnTo>
                    <a:pt x="2000250" y="91440"/>
                  </a:lnTo>
                  <a:close/>
                </a:path>
                <a:path w="2000250" h="214629">
                  <a:moveTo>
                    <a:pt x="200025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00250" y="89154"/>
                  </a:lnTo>
                  <a:lnTo>
                    <a:pt x="2000250" y="88392"/>
                  </a:lnTo>
                  <a:close/>
                </a:path>
                <a:path w="2000250" h="214629">
                  <a:moveTo>
                    <a:pt x="200025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00250" y="86106"/>
                  </a:lnTo>
                  <a:lnTo>
                    <a:pt x="2000250" y="85344"/>
                  </a:lnTo>
                  <a:close/>
                </a:path>
                <a:path w="2000250" h="214629">
                  <a:moveTo>
                    <a:pt x="200025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00250" y="83058"/>
                  </a:lnTo>
                  <a:lnTo>
                    <a:pt x="2000250" y="82296"/>
                  </a:lnTo>
                  <a:close/>
                </a:path>
                <a:path w="2000250" h="214629">
                  <a:moveTo>
                    <a:pt x="200025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00250" y="80010"/>
                  </a:lnTo>
                  <a:lnTo>
                    <a:pt x="2000250" y="79248"/>
                  </a:lnTo>
                  <a:close/>
                </a:path>
                <a:path w="2000250" h="214629">
                  <a:moveTo>
                    <a:pt x="200025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00250" y="76962"/>
                  </a:lnTo>
                  <a:lnTo>
                    <a:pt x="2000250" y="76200"/>
                  </a:lnTo>
                  <a:close/>
                </a:path>
                <a:path w="2000250" h="214629">
                  <a:moveTo>
                    <a:pt x="200025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00250" y="73914"/>
                  </a:lnTo>
                  <a:lnTo>
                    <a:pt x="2000250" y="73152"/>
                  </a:lnTo>
                  <a:close/>
                </a:path>
                <a:path w="2000250" h="214629">
                  <a:moveTo>
                    <a:pt x="200025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00250" y="70866"/>
                  </a:lnTo>
                  <a:lnTo>
                    <a:pt x="2000250" y="70104"/>
                  </a:lnTo>
                  <a:close/>
                </a:path>
                <a:path w="2000250" h="214629">
                  <a:moveTo>
                    <a:pt x="200025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00250" y="67818"/>
                  </a:lnTo>
                  <a:lnTo>
                    <a:pt x="2000250" y="67056"/>
                  </a:lnTo>
                  <a:close/>
                </a:path>
                <a:path w="2000250" h="214629">
                  <a:moveTo>
                    <a:pt x="200025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00250" y="64770"/>
                  </a:lnTo>
                  <a:lnTo>
                    <a:pt x="2000250" y="64008"/>
                  </a:lnTo>
                  <a:close/>
                </a:path>
                <a:path w="2000250" h="214629">
                  <a:moveTo>
                    <a:pt x="200025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00250" y="61722"/>
                  </a:lnTo>
                  <a:lnTo>
                    <a:pt x="2000250" y="60960"/>
                  </a:lnTo>
                  <a:close/>
                </a:path>
                <a:path w="2000250" h="214629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214629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214629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214629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214629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214629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214629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214629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214629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214629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214629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214629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214629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214629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214629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214629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214629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214629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214629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214629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221619" y="6073791"/>
              <a:ext cx="2000250" cy="59055"/>
            </a:xfrm>
            <a:custGeom>
              <a:avLst/>
              <a:gdLst/>
              <a:ahLst/>
              <a:cxnLst/>
              <a:rect l="l" t="t" r="r" b="b"/>
              <a:pathLst>
                <a:path w="2000250" h="59054">
                  <a:moveTo>
                    <a:pt x="200025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00250" y="58674"/>
                  </a:lnTo>
                  <a:lnTo>
                    <a:pt x="2000250" y="57912"/>
                  </a:lnTo>
                  <a:close/>
                </a:path>
                <a:path w="2000250" h="59054">
                  <a:moveTo>
                    <a:pt x="200025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00250" y="55626"/>
                  </a:lnTo>
                  <a:lnTo>
                    <a:pt x="2000250" y="54864"/>
                  </a:lnTo>
                  <a:close/>
                </a:path>
                <a:path w="2000250" h="59054">
                  <a:moveTo>
                    <a:pt x="200025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00250" y="52578"/>
                  </a:lnTo>
                  <a:lnTo>
                    <a:pt x="2000250" y="51816"/>
                  </a:lnTo>
                  <a:close/>
                </a:path>
                <a:path w="2000250" h="59054">
                  <a:moveTo>
                    <a:pt x="200025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00250" y="49530"/>
                  </a:lnTo>
                  <a:lnTo>
                    <a:pt x="2000250" y="48768"/>
                  </a:lnTo>
                  <a:close/>
                </a:path>
                <a:path w="2000250" h="59054">
                  <a:moveTo>
                    <a:pt x="200025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00250" y="46482"/>
                  </a:lnTo>
                  <a:lnTo>
                    <a:pt x="2000250" y="45720"/>
                  </a:lnTo>
                  <a:close/>
                </a:path>
                <a:path w="2000250" h="59054">
                  <a:moveTo>
                    <a:pt x="200025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00250" y="43434"/>
                  </a:lnTo>
                  <a:lnTo>
                    <a:pt x="2000250" y="42672"/>
                  </a:lnTo>
                  <a:close/>
                </a:path>
                <a:path w="2000250" h="59054">
                  <a:moveTo>
                    <a:pt x="200025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00250" y="40386"/>
                  </a:lnTo>
                  <a:lnTo>
                    <a:pt x="2000250" y="39624"/>
                  </a:lnTo>
                  <a:close/>
                </a:path>
                <a:path w="2000250" h="59054">
                  <a:moveTo>
                    <a:pt x="200025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00250" y="37338"/>
                  </a:lnTo>
                  <a:lnTo>
                    <a:pt x="2000250" y="36576"/>
                  </a:lnTo>
                  <a:close/>
                </a:path>
                <a:path w="2000250" h="59054">
                  <a:moveTo>
                    <a:pt x="200025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00250" y="34290"/>
                  </a:lnTo>
                  <a:lnTo>
                    <a:pt x="2000250" y="33528"/>
                  </a:lnTo>
                  <a:close/>
                </a:path>
                <a:path w="2000250" h="59054">
                  <a:moveTo>
                    <a:pt x="200025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00250" y="31242"/>
                  </a:lnTo>
                  <a:lnTo>
                    <a:pt x="2000250" y="30480"/>
                  </a:lnTo>
                  <a:close/>
                </a:path>
                <a:path w="2000250" h="59054">
                  <a:moveTo>
                    <a:pt x="200025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00250" y="28194"/>
                  </a:lnTo>
                  <a:lnTo>
                    <a:pt x="2000250" y="27432"/>
                  </a:lnTo>
                  <a:close/>
                </a:path>
                <a:path w="2000250" h="59054">
                  <a:moveTo>
                    <a:pt x="200025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00250" y="25146"/>
                  </a:lnTo>
                  <a:lnTo>
                    <a:pt x="2000250" y="24384"/>
                  </a:lnTo>
                  <a:close/>
                </a:path>
                <a:path w="2000250" h="59054">
                  <a:moveTo>
                    <a:pt x="200025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00250" y="22098"/>
                  </a:lnTo>
                  <a:lnTo>
                    <a:pt x="2000250" y="21336"/>
                  </a:lnTo>
                  <a:close/>
                </a:path>
                <a:path w="2000250" h="59054">
                  <a:moveTo>
                    <a:pt x="200025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00250" y="19050"/>
                  </a:lnTo>
                  <a:lnTo>
                    <a:pt x="2000250" y="18288"/>
                  </a:lnTo>
                  <a:close/>
                </a:path>
                <a:path w="2000250" h="59054">
                  <a:moveTo>
                    <a:pt x="200025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00250" y="16002"/>
                  </a:lnTo>
                  <a:lnTo>
                    <a:pt x="2000250" y="15240"/>
                  </a:lnTo>
                  <a:close/>
                </a:path>
                <a:path w="2000250" h="59054">
                  <a:moveTo>
                    <a:pt x="200025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00250" y="12954"/>
                  </a:lnTo>
                  <a:lnTo>
                    <a:pt x="2000250" y="12192"/>
                  </a:lnTo>
                  <a:close/>
                </a:path>
                <a:path w="2000250" h="59054">
                  <a:moveTo>
                    <a:pt x="200025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00250" y="9906"/>
                  </a:lnTo>
                  <a:lnTo>
                    <a:pt x="2000250" y="9144"/>
                  </a:lnTo>
                  <a:close/>
                </a:path>
                <a:path w="2000250" h="59054">
                  <a:moveTo>
                    <a:pt x="200025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00250" y="6858"/>
                  </a:lnTo>
                  <a:lnTo>
                    <a:pt x="2000250" y="6096"/>
                  </a:lnTo>
                  <a:close/>
                </a:path>
                <a:path w="2000250" h="59054">
                  <a:moveTo>
                    <a:pt x="200025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00250" y="3810"/>
                  </a:lnTo>
                  <a:lnTo>
                    <a:pt x="2000250" y="3048"/>
                  </a:lnTo>
                  <a:close/>
                </a:path>
                <a:path w="2000250" h="59054">
                  <a:moveTo>
                    <a:pt x="200025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00250" y="762"/>
                  </a:lnTo>
                  <a:lnTo>
                    <a:pt x="2000250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6618859" y="2876439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30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30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30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30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30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30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30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30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30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30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30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30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30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30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30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30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30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30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30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30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30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30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30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30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30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30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30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30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30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30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30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30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30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30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30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30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30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30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30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30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30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30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30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30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30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30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30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30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30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30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30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30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30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30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30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30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30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30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30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30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30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30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30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30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30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30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30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30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30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30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30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6618859" y="3089799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6618859" y="3303159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618859" y="3516519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618859" y="3729879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6618859" y="3943239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6618859" y="4156599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618859" y="4369959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6618859" y="4583319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6618859" y="4796679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6618859" y="5010039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6618859" y="5223399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6618859" y="5436759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6618859" y="5650119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6618859" y="5863479"/>
              <a:ext cx="2043430" cy="214629"/>
            </a:xfrm>
            <a:custGeom>
              <a:avLst/>
              <a:gdLst/>
              <a:ahLst/>
              <a:cxnLst/>
              <a:rect l="l" t="t" r="r" b="b"/>
              <a:pathLst>
                <a:path w="2043429" h="214629">
                  <a:moveTo>
                    <a:pt x="2042922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2042922" y="214122"/>
                  </a:lnTo>
                  <a:lnTo>
                    <a:pt x="2042922" y="213360"/>
                  </a:lnTo>
                  <a:close/>
                </a:path>
                <a:path w="2043429" h="214629">
                  <a:moveTo>
                    <a:pt x="2042922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2042922" y="211074"/>
                  </a:lnTo>
                  <a:lnTo>
                    <a:pt x="2042922" y="210312"/>
                  </a:lnTo>
                  <a:close/>
                </a:path>
                <a:path w="2043429" h="214629">
                  <a:moveTo>
                    <a:pt x="2042922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2042922" y="208026"/>
                  </a:lnTo>
                  <a:lnTo>
                    <a:pt x="2042922" y="207264"/>
                  </a:lnTo>
                  <a:close/>
                </a:path>
                <a:path w="2043429" h="214629">
                  <a:moveTo>
                    <a:pt x="2042922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2042922" y="204978"/>
                  </a:lnTo>
                  <a:lnTo>
                    <a:pt x="2042922" y="204216"/>
                  </a:lnTo>
                  <a:close/>
                </a:path>
                <a:path w="2043429" h="214629">
                  <a:moveTo>
                    <a:pt x="2042922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2042922" y="201930"/>
                  </a:lnTo>
                  <a:lnTo>
                    <a:pt x="2042922" y="201168"/>
                  </a:lnTo>
                  <a:close/>
                </a:path>
                <a:path w="2043429" h="214629">
                  <a:moveTo>
                    <a:pt x="2042922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2042922" y="198882"/>
                  </a:lnTo>
                  <a:lnTo>
                    <a:pt x="2042922" y="198120"/>
                  </a:lnTo>
                  <a:close/>
                </a:path>
                <a:path w="2043429" h="214629">
                  <a:moveTo>
                    <a:pt x="2042922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2042922" y="195834"/>
                  </a:lnTo>
                  <a:lnTo>
                    <a:pt x="2042922" y="195072"/>
                  </a:lnTo>
                  <a:close/>
                </a:path>
                <a:path w="2043429" h="214629">
                  <a:moveTo>
                    <a:pt x="2042922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2042922" y="192786"/>
                  </a:lnTo>
                  <a:lnTo>
                    <a:pt x="2042922" y="192024"/>
                  </a:lnTo>
                  <a:close/>
                </a:path>
                <a:path w="2043429" h="214629">
                  <a:moveTo>
                    <a:pt x="2042922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2042922" y="189738"/>
                  </a:lnTo>
                  <a:lnTo>
                    <a:pt x="2042922" y="188976"/>
                  </a:lnTo>
                  <a:close/>
                </a:path>
                <a:path w="2043429" h="214629">
                  <a:moveTo>
                    <a:pt x="2042922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2042922" y="186690"/>
                  </a:lnTo>
                  <a:lnTo>
                    <a:pt x="2042922" y="185928"/>
                  </a:lnTo>
                  <a:close/>
                </a:path>
                <a:path w="2043429" h="214629">
                  <a:moveTo>
                    <a:pt x="2042922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2042922" y="183642"/>
                  </a:lnTo>
                  <a:lnTo>
                    <a:pt x="2042922" y="182880"/>
                  </a:lnTo>
                  <a:close/>
                </a:path>
                <a:path w="2043429" h="214629">
                  <a:moveTo>
                    <a:pt x="2042922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2042922" y="180594"/>
                  </a:lnTo>
                  <a:lnTo>
                    <a:pt x="2042922" y="179832"/>
                  </a:lnTo>
                  <a:close/>
                </a:path>
                <a:path w="2043429" h="214629">
                  <a:moveTo>
                    <a:pt x="2042922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2042922" y="177546"/>
                  </a:lnTo>
                  <a:lnTo>
                    <a:pt x="2042922" y="176784"/>
                  </a:lnTo>
                  <a:close/>
                </a:path>
                <a:path w="2043429" h="214629">
                  <a:moveTo>
                    <a:pt x="2042922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2042922" y="174498"/>
                  </a:lnTo>
                  <a:lnTo>
                    <a:pt x="2042922" y="173736"/>
                  </a:lnTo>
                  <a:close/>
                </a:path>
                <a:path w="2043429" h="214629">
                  <a:moveTo>
                    <a:pt x="2042922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2042922" y="171450"/>
                  </a:lnTo>
                  <a:lnTo>
                    <a:pt x="2042922" y="170688"/>
                  </a:lnTo>
                  <a:close/>
                </a:path>
                <a:path w="2043429" h="214629">
                  <a:moveTo>
                    <a:pt x="2042922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2042922" y="168402"/>
                  </a:lnTo>
                  <a:lnTo>
                    <a:pt x="2042922" y="167640"/>
                  </a:lnTo>
                  <a:close/>
                </a:path>
                <a:path w="2043429" h="214629">
                  <a:moveTo>
                    <a:pt x="2042922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2042922" y="165354"/>
                  </a:lnTo>
                  <a:lnTo>
                    <a:pt x="2042922" y="164592"/>
                  </a:lnTo>
                  <a:close/>
                </a:path>
                <a:path w="2043429" h="214629">
                  <a:moveTo>
                    <a:pt x="2042922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2042922" y="162306"/>
                  </a:lnTo>
                  <a:lnTo>
                    <a:pt x="2042922" y="161544"/>
                  </a:lnTo>
                  <a:close/>
                </a:path>
                <a:path w="2043429" h="214629">
                  <a:moveTo>
                    <a:pt x="2042922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2042922" y="159258"/>
                  </a:lnTo>
                  <a:lnTo>
                    <a:pt x="2042922" y="158496"/>
                  </a:lnTo>
                  <a:close/>
                </a:path>
                <a:path w="2043429" h="214629">
                  <a:moveTo>
                    <a:pt x="2042922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2042922" y="156210"/>
                  </a:lnTo>
                  <a:lnTo>
                    <a:pt x="2042922" y="155448"/>
                  </a:lnTo>
                  <a:close/>
                </a:path>
                <a:path w="2043429" h="214629">
                  <a:moveTo>
                    <a:pt x="2042922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2042922" y="153162"/>
                  </a:lnTo>
                  <a:lnTo>
                    <a:pt x="2042922" y="152400"/>
                  </a:lnTo>
                  <a:close/>
                </a:path>
                <a:path w="2043429" h="214629">
                  <a:moveTo>
                    <a:pt x="2042922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2042922" y="150114"/>
                  </a:lnTo>
                  <a:lnTo>
                    <a:pt x="2042922" y="149352"/>
                  </a:lnTo>
                  <a:close/>
                </a:path>
                <a:path w="2043429" h="214629">
                  <a:moveTo>
                    <a:pt x="2042922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2042922" y="147066"/>
                  </a:lnTo>
                  <a:lnTo>
                    <a:pt x="2042922" y="146304"/>
                  </a:lnTo>
                  <a:close/>
                </a:path>
                <a:path w="2043429" h="214629">
                  <a:moveTo>
                    <a:pt x="2042922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2042922" y="144018"/>
                  </a:lnTo>
                  <a:lnTo>
                    <a:pt x="2042922" y="143256"/>
                  </a:lnTo>
                  <a:close/>
                </a:path>
                <a:path w="2043429" h="214629">
                  <a:moveTo>
                    <a:pt x="2042922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2042922" y="140970"/>
                  </a:lnTo>
                  <a:lnTo>
                    <a:pt x="2042922" y="140208"/>
                  </a:lnTo>
                  <a:close/>
                </a:path>
                <a:path w="2043429" h="214629">
                  <a:moveTo>
                    <a:pt x="2042922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2042922" y="137922"/>
                  </a:lnTo>
                  <a:lnTo>
                    <a:pt x="2042922" y="137160"/>
                  </a:lnTo>
                  <a:close/>
                </a:path>
                <a:path w="2043429" h="214629">
                  <a:moveTo>
                    <a:pt x="2042922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2042922" y="134874"/>
                  </a:lnTo>
                  <a:lnTo>
                    <a:pt x="2042922" y="134112"/>
                  </a:lnTo>
                  <a:close/>
                </a:path>
                <a:path w="2043429" h="214629">
                  <a:moveTo>
                    <a:pt x="2042922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2042922" y="131826"/>
                  </a:lnTo>
                  <a:lnTo>
                    <a:pt x="2042922" y="131064"/>
                  </a:lnTo>
                  <a:close/>
                </a:path>
                <a:path w="2043429" h="214629">
                  <a:moveTo>
                    <a:pt x="2042922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2042922" y="128778"/>
                  </a:lnTo>
                  <a:lnTo>
                    <a:pt x="2042922" y="128016"/>
                  </a:lnTo>
                  <a:close/>
                </a:path>
                <a:path w="2043429" h="214629">
                  <a:moveTo>
                    <a:pt x="2042922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2042922" y="125730"/>
                  </a:lnTo>
                  <a:lnTo>
                    <a:pt x="2042922" y="124968"/>
                  </a:lnTo>
                  <a:close/>
                </a:path>
                <a:path w="2043429" h="214629">
                  <a:moveTo>
                    <a:pt x="2042922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2042922" y="122682"/>
                  </a:lnTo>
                  <a:lnTo>
                    <a:pt x="2042922" y="121920"/>
                  </a:lnTo>
                  <a:close/>
                </a:path>
                <a:path w="2043429" h="214629">
                  <a:moveTo>
                    <a:pt x="2042922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2042922" y="119634"/>
                  </a:lnTo>
                  <a:lnTo>
                    <a:pt x="2042922" y="118872"/>
                  </a:lnTo>
                  <a:close/>
                </a:path>
                <a:path w="2043429" h="214629">
                  <a:moveTo>
                    <a:pt x="2042922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2042922" y="116586"/>
                  </a:lnTo>
                  <a:lnTo>
                    <a:pt x="2042922" y="115824"/>
                  </a:lnTo>
                  <a:close/>
                </a:path>
                <a:path w="2043429" h="214629">
                  <a:moveTo>
                    <a:pt x="2042922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2042922" y="113538"/>
                  </a:lnTo>
                  <a:lnTo>
                    <a:pt x="2042922" y="112776"/>
                  </a:lnTo>
                  <a:close/>
                </a:path>
                <a:path w="2043429" h="214629">
                  <a:moveTo>
                    <a:pt x="2042922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2042922" y="110490"/>
                  </a:lnTo>
                  <a:lnTo>
                    <a:pt x="2042922" y="109728"/>
                  </a:lnTo>
                  <a:close/>
                </a:path>
                <a:path w="2043429" h="214629">
                  <a:moveTo>
                    <a:pt x="2042922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2042922" y="107442"/>
                  </a:lnTo>
                  <a:lnTo>
                    <a:pt x="2042922" y="106680"/>
                  </a:lnTo>
                  <a:close/>
                </a:path>
                <a:path w="2043429" h="214629">
                  <a:moveTo>
                    <a:pt x="2042922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2042922" y="104394"/>
                  </a:lnTo>
                  <a:lnTo>
                    <a:pt x="2042922" y="103632"/>
                  </a:lnTo>
                  <a:close/>
                </a:path>
                <a:path w="2043429" h="214629">
                  <a:moveTo>
                    <a:pt x="2042922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2042922" y="101346"/>
                  </a:lnTo>
                  <a:lnTo>
                    <a:pt x="2042922" y="100584"/>
                  </a:lnTo>
                  <a:close/>
                </a:path>
                <a:path w="2043429" h="214629">
                  <a:moveTo>
                    <a:pt x="2042922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2042922" y="98298"/>
                  </a:lnTo>
                  <a:lnTo>
                    <a:pt x="2042922" y="97536"/>
                  </a:lnTo>
                  <a:close/>
                </a:path>
                <a:path w="2043429" h="214629">
                  <a:moveTo>
                    <a:pt x="2042922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2042922" y="95250"/>
                  </a:lnTo>
                  <a:lnTo>
                    <a:pt x="2042922" y="94488"/>
                  </a:lnTo>
                  <a:close/>
                </a:path>
                <a:path w="2043429" h="214629">
                  <a:moveTo>
                    <a:pt x="2042922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2042922" y="92202"/>
                  </a:lnTo>
                  <a:lnTo>
                    <a:pt x="2042922" y="91440"/>
                  </a:lnTo>
                  <a:close/>
                </a:path>
                <a:path w="2043429" h="214629">
                  <a:moveTo>
                    <a:pt x="2042922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2042922" y="89154"/>
                  </a:lnTo>
                  <a:lnTo>
                    <a:pt x="2042922" y="88392"/>
                  </a:lnTo>
                  <a:close/>
                </a:path>
                <a:path w="2043429" h="214629">
                  <a:moveTo>
                    <a:pt x="2042922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2042922" y="86106"/>
                  </a:lnTo>
                  <a:lnTo>
                    <a:pt x="2042922" y="85344"/>
                  </a:lnTo>
                  <a:close/>
                </a:path>
                <a:path w="2043429" h="214629">
                  <a:moveTo>
                    <a:pt x="2042922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2042922" y="83058"/>
                  </a:lnTo>
                  <a:lnTo>
                    <a:pt x="2042922" y="82296"/>
                  </a:lnTo>
                  <a:close/>
                </a:path>
                <a:path w="2043429" h="214629">
                  <a:moveTo>
                    <a:pt x="2042922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2042922" y="80010"/>
                  </a:lnTo>
                  <a:lnTo>
                    <a:pt x="2042922" y="79248"/>
                  </a:lnTo>
                  <a:close/>
                </a:path>
                <a:path w="2043429" h="214629">
                  <a:moveTo>
                    <a:pt x="2042922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2042922" y="76962"/>
                  </a:lnTo>
                  <a:lnTo>
                    <a:pt x="2042922" y="76200"/>
                  </a:lnTo>
                  <a:close/>
                </a:path>
                <a:path w="2043429" h="214629">
                  <a:moveTo>
                    <a:pt x="2042922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2042922" y="73914"/>
                  </a:lnTo>
                  <a:lnTo>
                    <a:pt x="2042922" y="73152"/>
                  </a:lnTo>
                  <a:close/>
                </a:path>
                <a:path w="2043429" h="214629">
                  <a:moveTo>
                    <a:pt x="2042922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2042922" y="70866"/>
                  </a:lnTo>
                  <a:lnTo>
                    <a:pt x="2042922" y="70104"/>
                  </a:lnTo>
                  <a:close/>
                </a:path>
                <a:path w="2043429" h="214629">
                  <a:moveTo>
                    <a:pt x="2042922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2042922" y="67818"/>
                  </a:lnTo>
                  <a:lnTo>
                    <a:pt x="2042922" y="67056"/>
                  </a:lnTo>
                  <a:close/>
                </a:path>
                <a:path w="2043429" h="214629">
                  <a:moveTo>
                    <a:pt x="2042922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2042922" y="64770"/>
                  </a:lnTo>
                  <a:lnTo>
                    <a:pt x="2042922" y="64008"/>
                  </a:lnTo>
                  <a:close/>
                </a:path>
                <a:path w="2043429" h="214629">
                  <a:moveTo>
                    <a:pt x="2042922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2042922" y="61722"/>
                  </a:lnTo>
                  <a:lnTo>
                    <a:pt x="2042922" y="60960"/>
                  </a:lnTo>
                  <a:close/>
                </a:path>
                <a:path w="2043429" h="214629">
                  <a:moveTo>
                    <a:pt x="2042922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2042922" y="58674"/>
                  </a:lnTo>
                  <a:lnTo>
                    <a:pt x="2042922" y="57912"/>
                  </a:lnTo>
                  <a:close/>
                </a:path>
                <a:path w="2043429" h="214629">
                  <a:moveTo>
                    <a:pt x="2042922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2042922" y="55626"/>
                  </a:lnTo>
                  <a:lnTo>
                    <a:pt x="2042922" y="54864"/>
                  </a:lnTo>
                  <a:close/>
                </a:path>
                <a:path w="2043429" h="214629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214629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214629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214629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214629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214629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214629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214629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214629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214629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214629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214629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214629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214629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214629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214629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214629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214629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6618859" y="6076839"/>
              <a:ext cx="2043430" cy="52705"/>
            </a:xfrm>
            <a:custGeom>
              <a:avLst/>
              <a:gdLst/>
              <a:ahLst/>
              <a:cxnLst/>
              <a:rect l="l" t="t" r="r" b="b"/>
              <a:pathLst>
                <a:path w="2043429" h="52704">
                  <a:moveTo>
                    <a:pt x="2042922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2042922" y="52578"/>
                  </a:lnTo>
                  <a:lnTo>
                    <a:pt x="2042922" y="51816"/>
                  </a:lnTo>
                  <a:close/>
                </a:path>
                <a:path w="2043429" h="52704">
                  <a:moveTo>
                    <a:pt x="2042922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2042922" y="49530"/>
                  </a:lnTo>
                  <a:lnTo>
                    <a:pt x="2042922" y="48768"/>
                  </a:lnTo>
                  <a:close/>
                </a:path>
                <a:path w="2043429" h="52704">
                  <a:moveTo>
                    <a:pt x="2042922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2042922" y="46482"/>
                  </a:lnTo>
                  <a:lnTo>
                    <a:pt x="2042922" y="45720"/>
                  </a:lnTo>
                  <a:close/>
                </a:path>
                <a:path w="2043429" h="52704">
                  <a:moveTo>
                    <a:pt x="2042922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2042922" y="43434"/>
                  </a:lnTo>
                  <a:lnTo>
                    <a:pt x="2042922" y="42672"/>
                  </a:lnTo>
                  <a:close/>
                </a:path>
                <a:path w="2043429" h="52704">
                  <a:moveTo>
                    <a:pt x="2042922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2042922" y="40386"/>
                  </a:lnTo>
                  <a:lnTo>
                    <a:pt x="2042922" y="39624"/>
                  </a:lnTo>
                  <a:close/>
                </a:path>
                <a:path w="2043429" h="52704">
                  <a:moveTo>
                    <a:pt x="2042922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2042922" y="37338"/>
                  </a:lnTo>
                  <a:lnTo>
                    <a:pt x="2042922" y="36576"/>
                  </a:lnTo>
                  <a:close/>
                </a:path>
                <a:path w="2043429" h="52704">
                  <a:moveTo>
                    <a:pt x="2042922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2042922" y="34290"/>
                  </a:lnTo>
                  <a:lnTo>
                    <a:pt x="2042922" y="33528"/>
                  </a:lnTo>
                  <a:close/>
                </a:path>
                <a:path w="2043429" h="52704">
                  <a:moveTo>
                    <a:pt x="2042922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2042922" y="31242"/>
                  </a:lnTo>
                  <a:lnTo>
                    <a:pt x="2042922" y="30480"/>
                  </a:lnTo>
                  <a:close/>
                </a:path>
                <a:path w="2043429" h="52704">
                  <a:moveTo>
                    <a:pt x="2042922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2042922" y="28194"/>
                  </a:lnTo>
                  <a:lnTo>
                    <a:pt x="2042922" y="27432"/>
                  </a:lnTo>
                  <a:close/>
                </a:path>
                <a:path w="2043429" h="52704">
                  <a:moveTo>
                    <a:pt x="2042922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2042922" y="25146"/>
                  </a:lnTo>
                  <a:lnTo>
                    <a:pt x="2042922" y="24384"/>
                  </a:lnTo>
                  <a:close/>
                </a:path>
                <a:path w="2043429" h="52704">
                  <a:moveTo>
                    <a:pt x="2042922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2042922" y="22098"/>
                  </a:lnTo>
                  <a:lnTo>
                    <a:pt x="2042922" y="21336"/>
                  </a:lnTo>
                  <a:close/>
                </a:path>
                <a:path w="2043429" h="52704">
                  <a:moveTo>
                    <a:pt x="2042922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2042922" y="19050"/>
                  </a:lnTo>
                  <a:lnTo>
                    <a:pt x="2042922" y="18288"/>
                  </a:lnTo>
                  <a:close/>
                </a:path>
                <a:path w="2043429" h="52704">
                  <a:moveTo>
                    <a:pt x="2042922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2042922" y="16002"/>
                  </a:lnTo>
                  <a:lnTo>
                    <a:pt x="2042922" y="15240"/>
                  </a:lnTo>
                  <a:close/>
                </a:path>
                <a:path w="2043429" h="52704">
                  <a:moveTo>
                    <a:pt x="2042922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2042922" y="12954"/>
                  </a:lnTo>
                  <a:lnTo>
                    <a:pt x="2042922" y="12192"/>
                  </a:lnTo>
                  <a:close/>
                </a:path>
                <a:path w="2043429" h="52704">
                  <a:moveTo>
                    <a:pt x="2042922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2042922" y="9906"/>
                  </a:lnTo>
                  <a:lnTo>
                    <a:pt x="2042922" y="9144"/>
                  </a:lnTo>
                  <a:close/>
                </a:path>
                <a:path w="2043429" h="52704">
                  <a:moveTo>
                    <a:pt x="2042922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2042922" y="6858"/>
                  </a:lnTo>
                  <a:lnTo>
                    <a:pt x="2042922" y="6096"/>
                  </a:lnTo>
                  <a:close/>
                </a:path>
                <a:path w="2043429" h="52704">
                  <a:moveTo>
                    <a:pt x="2042922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2042922" y="3810"/>
                  </a:lnTo>
                  <a:lnTo>
                    <a:pt x="2042922" y="3048"/>
                  </a:lnTo>
                  <a:close/>
                </a:path>
                <a:path w="2043429" h="52704">
                  <a:moveTo>
                    <a:pt x="2042922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042922" y="762"/>
                  </a:lnTo>
                  <a:lnTo>
                    <a:pt x="2042922" y="0"/>
                  </a:lnTo>
                  <a:close/>
                </a:path>
              </a:pathLst>
            </a:custGeom>
            <a:solidFill>
              <a:srgbClr val="FFCC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763401" y="3760359"/>
              <a:ext cx="1131570" cy="214629"/>
            </a:xfrm>
            <a:custGeom>
              <a:avLst/>
              <a:gdLst/>
              <a:ahLst/>
              <a:cxnLst/>
              <a:rect l="l" t="t" r="r" b="b"/>
              <a:pathLst>
                <a:path w="1131570" h="214629">
                  <a:moveTo>
                    <a:pt x="113157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131570" y="214122"/>
                  </a:lnTo>
                  <a:lnTo>
                    <a:pt x="1131570" y="213360"/>
                  </a:lnTo>
                  <a:close/>
                </a:path>
                <a:path w="1131570" h="214629">
                  <a:moveTo>
                    <a:pt x="113157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131570" y="211074"/>
                  </a:lnTo>
                  <a:lnTo>
                    <a:pt x="1131570" y="210312"/>
                  </a:lnTo>
                  <a:close/>
                </a:path>
                <a:path w="1131570" h="214629">
                  <a:moveTo>
                    <a:pt x="113157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131570" y="208026"/>
                  </a:lnTo>
                  <a:lnTo>
                    <a:pt x="1131570" y="207264"/>
                  </a:lnTo>
                  <a:close/>
                </a:path>
                <a:path w="1131570" h="214629">
                  <a:moveTo>
                    <a:pt x="113157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131570" y="204978"/>
                  </a:lnTo>
                  <a:lnTo>
                    <a:pt x="1131570" y="204216"/>
                  </a:lnTo>
                  <a:close/>
                </a:path>
                <a:path w="1131570" h="214629">
                  <a:moveTo>
                    <a:pt x="113157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131570" y="201930"/>
                  </a:lnTo>
                  <a:lnTo>
                    <a:pt x="1131570" y="201168"/>
                  </a:lnTo>
                  <a:close/>
                </a:path>
                <a:path w="1131570" h="214629">
                  <a:moveTo>
                    <a:pt x="113157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131570" y="198882"/>
                  </a:lnTo>
                  <a:lnTo>
                    <a:pt x="1131570" y="198120"/>
                  </a:lnTo>
                  <a:close/>
                </a:path>
                <a:path w="1131570" h="214629">
                  <a:moveTo>
                    <a:pt x="113157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131570" y="195834"/>
                  </a:lnTo>
                  <a:lnTo>
                    <a:pt x="1131570" y="195072"/>
                  </a:lnTo>
                  <a:close/>
                </a:path>
                <a:path w="1131570" h="214629">
                  <a:moveTo>
                    <a:pt x="113157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131570" y="192786"/>
                  </a:lnTo>
                  <a:lnTo>
                    <a:pt x="1131570" y="192024"/>
                  </a:lnTo>
                  <a:close/>
                </a:path>
                <a:path w="1131570" h="214629">
                  <a:moveTo>
                    <a:pt x="113157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131570" y="189738"/>
                  </a:lnTo>
                  <a:lnTo>
                    <a:pt x="1131570" y="188976"/>
                  </a:lnTo>
                  <a:close/>
                </a:path>
                <a:path w="1131570" h="214629">
                  <a:moveTo>
                    <a:pt x="113157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131570" y="186690"/>
                  </a:lnTo>
                  <a:lnTo>
                    <a:pt x="1131570" y="185928"/>
                  </a:lnTo>
                  <a:close/>
                </a:path>
                <a:path w="1131570" h="214629">
                  <a:moveTo>
                    <a:pt x="113157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131570" y="183642"/>
                  </a:lnTo>
                  <a:lnTo>
                    <a:pt x="1131570" y="182880"/>
                  </a:lnTo>
                  <a:close/>
                </a:path>
                <a:path w="1131570" h="214629">
                  <a:moveTo>
                    <a:pt x="113157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131570" y="180594"/>
                  </a:lnTo>
                  <a:lnTo>
                    <a:pt x="1131570" y="179832"/>
                  </a:lnTo>
                  <a:close/>
                </a:path>
                <a:path w="1131570" h="214629">
                  <a:moveTo>
                    <a:pt x="113157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131570" y="177546"/>
                  </a:lnTo>
                  <a:lnTo>
                    <a:pt x="1131570" y="176784"/>
                  </a:lnTo>
                  <a:close/>
                </a:path>
                <a:path w="1131570" h="214629">
                  <a:moveTo>
                    <a:pt x="113157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131570" y="174498"/>
                  </a:lnTo>
                  <a:lnTo>
                    <a:pt x="1131570" y="173736"/>
                  </a:lnTo>
                  <a:close/>
                </a:path>
                <a:path w="1131570" h="214629">
                  <a:moveTo>
                    <a:pt x="113157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131570" y="171450"/>
                  </a:lnTo>
                  <a:lnTo>
                    <a:pt x="1131570" y="170688"/>
                  </a:lnTo>
                  <a:close/>
                </a:path>
                <a:path w="1131570" h="214629">
                  <a:moveTo>
                    <a:pt x="113157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131570" y="168402"/>
                  </a:lnTo>
                  <a:lnTo>
                    <a:pt x="1131570" y="167640"/>
                  </a:lnTo>
                  <a:close/>
                </a:path>
                <a:path w="1131570" h="214629">
                  <a:moveTo>
                    <a:pt x="113157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131570" y="165354"/>
                  </a:lnTo>
                  <a:lnTo>
                    <a:pt x="1131570" y="164592"/>
                  </a:lnTo>
                  <a:close/>
                </a:path>
                <a:path w="1131570" h="214629">
                  <a:moveTo>
                    <a:pt x="113157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131570" y="162306"/>
                  </a:lnTo>
                  <a:lnTo>
                    <a:pt x="1131570" y="161544"/>
                  </a:lnTo>
                  <a:close/>
                </a:path>
                <a:path w="1131570" h="214629">
                  <a:moveTo>
                    <a:pt x="113157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131570" y="159258"/>
                  </a:lnTo>
                  <a:lnTo>
                    <a:pt x="1131570" y="158496"/>
                  </a:lnTo>
                  <a:close/>
                </a:path>
                <a:path w="1131570" h="214629">
                  <a:moveTo>
                    <a:pt x="113157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131570" y="156210"/>
                  </a:lnTo>
                  <a:lnTo>
                    <a:pt x="1131570" y="155448"/>
                  </a:lnTo>
                  <a:close/>
                </a:path>
                <a:path w="1131570" h="214629">
                  <a:moveTo>
                    <a:pt x="113157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131570" y="153162"/>
                  </a:lnTo>
                  <a:lnTo>
                    <a:pt x="1131570" y="152400"/>
                  </a:lnTo>
                  <a:close/>
                </a:path>
                <a:path w="1131570" h="214629">
                  <a:moveTo>
                    <a:pt x="113157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131570" y="150114"/>
                  </a:lnTo>
                  <a:lnTo>
                    <a:pt x="1131570" y="149352"/>
                  </a:lnTo>
                  <a:close/>
                </a:path>
                <a:path w="1131570" h="214629">
                  <a:moveTo>
                    <a:pt x="113157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131570" y="147066"/>
                  </a:lnTo>
                  <a:lnTo>
                    <a:pt x="1131570" y="146304"/>
                  </a:lnTo>
                  <a:close/>
                </a:path>
                <a:path w="1131570" h="214629">
                  <a:moveTo>
                    <a:pt x="113157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131570" y="144018"/>
                  </a:lnTo>
                  <a:lnTo>
                    <a:pt x="1131570" y="143256"/>
                  </a:lnTo>
                  <a:close/>
                </a:path>
                <a:path w="1131570" h="214629">
                  <a:moveTo>
                    <a:pt x="113157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131570" y="140970"/>
                  </a:lnTo>
                  <a:lnTo>
                    <a:pt x="1131570" y="140208"/>
                  </a:lnTo>
                  <a:close/>
                </a:path>
                <a:path w="1131570" h="214629">
                  <a:moveTo>
                    <a:pt x="113157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131570" y="137922"/>
                  </a:lnTo>
                  <a:lnTo>
                    <a:pt x="1131570" y="137160"/>
                  </a:lnTo>
                  <a:close/>
                </a:path>
                <a:path w="1131570" h="214629">
                  <a:moveTo>
                    <a:pt x="113157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131570" y="134874"/>
                  </a:lnTo>
                  <a:lnTo>
                    <a:pt x="1131570" y="134112"/>
                  </a:lnTo>
                  <a:close/>
                </a:path>
                <a:path w="1131570" h="214629">
                  <a:moveTo>
                    <a:pt x="113157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131570" y="131826"/>
                  </a:lnTo>
                  <a:lnTo>
                    <a:pt x="1131570" y="131064"/>
                  </a:lnTo>
                  <a:close/>
                </a:path>
                <a:path w="1131570" h="214629">
                  <a:moveTo>
                    <a:pt x="113157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131570" y="128778"/>
                  </a:lnTo>
                  <a:lnTo>
                    <a:pt x="1131570" y="128016"/>
                  </a:lnTo>
                  <a:close/>
                </a:path>
                <a:path w="1131570" h="214629">
                  <a:moveTo>
                    <a:pt x="113157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131570" y="125730"/>
                  </a:lnTo>
                  <a:lnTo>
                    <a:pt x="1131570" y="124968"/>
                  </a:lnTo>
                  <a:close/>
                </a:path>
                <a:path w="1131570" h="214629">
                  <a:moveTo>
                    <a:pt x="113157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131570" y="122682"/>
                  </a:lnTo>
                  <a:lnTo>
                    <a:pt x="1131570" y="121920"/>
                  </a:lnTo>
                  <a:close/>
                </a:path>
                <a:path w="1131570" h="214629">
                  <a:moveTo>
                    <a:pt x="113157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131570" y="119634"/>
                  </a:lnTo>
                  <a:lnTo>
                    <a:pt x="1131570" y="118872"/>
                  </a:lnTo>
                  <a:close/>
                </a:path>
                <a:path w="1131570" h="214629">
                  <a:moveTo>
                    <a:pt x="113157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131570" y="116586"/>
                  </a:lnTo>
                  <a:lnTo>
                    <a:pt x="1131570" y="115824"/>
                  </a:lnTo>
                  <a:close/>
                </a:path>
                <a:path w="1131570" h="214629">
                  <a:moveTo>
                    <a:pt x="113157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131570" y="113538"/>
                  </a:lnTo>
                  <a:lnTo>
                    <a:pt x="1131570" y="112776"/>
                  </a:lnTo>
                  <a:close/>
                </a:path>
                <a:path w="1131570" h="214629">
                  <a:moveTo>
                    <a:pt x="113157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131570" y="110490"/>
                  </a:lnTo>
                  <a:lnTo>
                    <a:pt x="1131570" y="109728"/>
                  </a:lnTo>
                  <a:close/>
                </a:path>
                <a:path w="1131570" h="214629">
                  <a:moveTo>
                    <a:pt x="113157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131570" y="107442"/>
                  </a:lnTo>
                  <a:lnTo>
                    <a:pt x="1131570" y="106680"/>
                  </a:lnTo>
                  <a:close/>
                </a:path>
                <a:path w="1131570" h="214629">
                  <a:moveTo>
                    <a:pt x="113157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131570" y="104394"/>
                  </a:lnTo>
                  <a:lnTo>
                    <a:pt x="1131570" y="103632"/>
                  </a:lnTo>
                  <a:close/>
                </a:path>
                <a:path w="1131570" h="214629">
                  <a:moveTo>
                    <a:pt x="113157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131570" y="101346"/>
                  </a:lnTo>
                  <a:lnTo>
                    <a:pt x="1131570" y="100584"/>
                  </a:lnTo>
                  <a:close/>
                </a:path>
                <a:path w="1131570" h="214629">
                  <a:moveTo>
                    <a:pt x="113157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131570" y="98298"/>
                  </a:lnTo>
                  <a:lnTo>
                    <a:pt x="1131570" y="97536"/>
                  </a:lnTo>
                  <a:close/>
                </a:path>
                <a:path w="1131570" h="214629">
                  <a:moveTo>
                    <a:pt x="113157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131570" y="95250"/>
                  </a:lnTo>
                  <a:lnTo>
                    <a:pt x="1131570" y="94488"/>
                  </a:lnTo>
                  <a:close/>
                </a:path>
                <a:path w="1131570" h="214629">
                  <a:moveTo>
                    <a:pt x="113157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131570" y="92202"/>
                  </a:lnTo>
                  <a:lnTo>
                    <a:pt x="1131570" y="91440"/>
                  </a:lnTo>
                  <a:close/>
                </a:path>
                <a:path w="1131570" h="214629">
                  <a:moveTo>
                    <a:pt x="113157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131570" y="89154"/>
                  </a:lnTo>
                  <a:lnTo>
                    <a:pt x="1131570" y="88392"/>
                  </a:lnTo>
                  <a:close/>
                </a:path>
                <a:path w="1131570" h="214629">
                  <a:moveTo>
                    <a:pt x="113157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131570" y="86106"/>
                  </a:lnTo>
                  <a:lnTo>
                    <a:pt x="1131570" y="85344"/>
                  </a:lnTo>
                  <a:close/>
                </a:path>
                <a:path w="1131570" h="214629">
                  <a:moveTo>
                    <a:pt x="113157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131570" y="83058"/>
                  </a:lnTo>
                  <a:lnTo>
                    <a:pt x="1131570" y="82296"/>
                  </a:lnTo>
                  <a:close/>
                </a:path>
                <a:path w="1131570" h="214629">
                  <a:moveTo>
                    <a:pt x="113157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131570" y="80010"/>
                  </a:lnTo>
                  <a:lnTo>
                    <a:pt x="1131570" y="79248"/>
                  </a:lnTo>
                  <a:close/>
                </a:path>
                <a:path w="1131570" h="214629">
                  <a:moveTo>
                    <a:pt x="113157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131570" y="76962"/>
                  </a:lnTo>
                  <a:lnTo>
                    <a:pt x="1131570" y="76200"/>
                  </a:lnTo>
                  <a:close/>
                </a:path>
                <a:path w="1131570" h="214629">
                  <a:moveTo>
                    <a:pt x="113157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131570" y="73914"/>
                  </a:lnTo>
                  <a:lnTo>
                    <a:pt x="1131570" y="73152"/>
                  </a:lnTo>
                  <a:close/>
                </a:path>
                <a:path w="1131570" h="214629">
                  <a:moveTo>
                    <a:pt x="113157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131570" y="70866"/>
                  </a:lnTo>
                  <a:lnTo>
                    <a:pt x="1131570" y="70104"/>
                  </a:lnTo>
                  <a:close/>
                </a:path>
                <a:path w="1131570" h="214629">
                  <a:moveTo>
                    <a:pt x="113157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131570" y="67818"/>
                  </a:lnTo>
                  <a:lnTo>
                    <a:pt x="1131570" y="67056"/>
                  </a:lnTo>
                  <a:close/>
                </a:path>
                <a:path w="1131570" h="214629">
                  <a:moveTo>
                    <a:pt x="113157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131570" y="64770"/>
                  </a:lnTo>
                  <a:lnTo>
                    <a:pt x="1131570" y="64008"/>
                  </a:lnTo>
                  <a:close/>
                </a:path>
                <a:path w="1131570" h="214629">
                  <a:moveTo>
                    <a:pt x="113157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131570" y="61722"/>
                  </a:lnTo>
                  <a:lnTo>
                    <a:pt x="1131570" y="60960"/>
                  </a:lnTo>
                  <a:close/>
                </a:path>
                <a:path w="1131570" h="214629">
                  <a:moveTo>
                    <a:pt x="113157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131570" y="58674"/>
                  </a:lnTo>
                  <a:lnTo>
                    <a:pt x="1131570" y="57912"/>
                  </a:lnTo>
                  <a:close/>
                </a:path>
                <a:path w="1131570" h="214629">
                  <a:moveTo>
                    <a:pt x="113157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131570" y="55626"/>
                  </a:lnTo>
                  <a:lnTo>
                    <a:pt x="1131570" y="54864"/>
                  </a:lnTo>
                  <a:close/>
                </a:path>
                <a:path w="1131570" h="214629">
                  <a:moveTo>
                    <a:pt x="113157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131570" y="52578"/>
                  </a:lnTo>
                  <a:lnTo>
                    <a:pt x="1131570" y="51816"/>
                  </a:lnTo>
                  <a:close/>
                </a:path>
                <a:path w="1131570" h="214629">
                  <a:moveTo>
                    <a:pt x="113157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131570" y="49530"/>
                  </a:lnTo>
                  <a:lnTo>
                    <a:pt x="1131570" y="48768"/>
                  </a:lnTo>
                  <a:close/>
                </a:path>
                <a:path w="1131570" h="214629">
                  <a:moveTo>
                    <a:pt x="113157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131570" y="46482"/>
                  </a:lnTo>
                  <a:lnTo>
                    <a:pt x="1131570" y="45720"/>
                  </a:lnTo>
                  <a:close/>
                </a:path>
                <a:path w="1131570" h="214629">
                  <a:moveTo>
                    <a:pt x="113157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131570" y="43434"/>
                  </a:lnTo>
                  <a:lnTo>
                    <a:pt x="1131570" y="42672"/>
                  </a:lnTo>
                  <a:close/>
                </a:path>
                <a:path w="1131570" h="214629">
                  <a:moveTo>
                    <a:pt x="113157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131570" y="40386"/>
                  </a:lnTo>
                  <a:lnTo>
                    <a:pt x="1131570" y="39624"/>
                  </a:lnTo>
                  <a:close/>
                </a:path>
                <a:path w="1131570" h="214629">
                  <a:moveTo>
                    <a:pt x="113157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131570" y="37338"/>
                  </a:lnTo>
                  <a:lnTo>
                    <a:pt x="1131570" y="36576"/>
                  </a:lnTo>
                  <a:close/>
                </a:path>
                <a:path w="1131570" h="214629">
                  <a:moveTo>
                    <a:pt x="113157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131570" y="34290"/>
                  </a:lnTo>
                  <a:lnTo>
                    <a:pt x="1131570" y="33528"/>
                  </a:lnTo>
                  <a:close/>
                </a:path>
                <a:path w="1131570" h="214629">
                  <a:moveTo>
                    <a:pt x="113157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131570" y="31242"/>
                  </a:lnTo>
                  <a:lnTo>
                    <a:pt x="1131570" y="30480"/>
                  </a:lnTo>
                  <a:close/>
                </a:path>
                <a:path w="1131570" h="214629">
                  <a:moveTo>
                    <a:pt x="113157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131570" y="28194"/>
                  </a:lnTo>
                  <a:lnTo>
                    <a:pt x="1131570" y="27432"/>
                  </a:lnTo>
                  <a:close/>
                </a:path>
                <a:path w="1131570" h="214629">
                  <a:moveTo>
                    <a:pt x="113157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131570" y="25146"/>
                  </a:lnTo>
                  <a:lnTo>
                    <a:pt x="1131570" y="24384"/>
                  </a:lnTo>
                  <a:close/>
                </a:path>
                <a:path w="1131570" h="214629">
                  <a:moveTo>
                    <a:pt x="113157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131570" y="22098"/>
                  </a:lnTo>
                  <a:lnTo>
                    <a:pt x="1131570" y="21336"/>
                  </a:lnTo>
                  <a:close/>
                </a:path>
                <a:path w="1131570" h="214629">
                  <a:moveTo>
                    <a:pt x="113157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131570" y="19050"/>
                  </a:lnTo>
                  <a:lnTo>
                    <a:pt x="1131570" y="18288"/>
                  </a:lnTo>
                  <a:close/>
                </a:path>
                <a:path w="1131570" h="214629">
                  <a:moveTo>
                    <a:pt x="113157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131570" y="16002"/>
                  </a:lnTo>
                  <a:lnTo>
                    <a:pt x="1131570" y="15240"/>
                  </a:lnTo>
                  <a:close/>
                </a:path>
                <a:path w="1131570" h="214629">
                  <a:moveTo>
                    <a:pt x="113157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131570" y="12954"/>
                  </a:lnTo>
                  <a:lnTo>
                    <a:pt x="1131570" y="12192"/>
                  </a:lnTo>
                  <a:close/>
                </a:path>
                <a:path w="1131570" h="214629">
                  <a:moveTo>
                    <a:pt x="113157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131570" y="9906"/>
                  </a:lnTo>
                  <a:lnTo>
                    <a:pt x="1131570" y="9144"/>
                  </a:lnTo>
                  <a:close/>
                </a:path>
                <a:path w="1131570" h="214629">
                  <a:moveTo>
                    <a:pt x="113157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131570" y="6858"/>
                  </a:lnTo>
                  <a:lnTo>
                    <a:pt x="1131570" y="6096"/>
                  </a:lnTo>
                  <a:close/>
                </a:path>
                <a:path w="1131570" h="214629">
                  <a:moveTo>
                    <a:pt x="113157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131570" y="3810"/>
                  </a:lnTo>
                  <a:lnTo>
                    <a:pt x="1131570" y="3048"/>
                  </a:lnTo>
                  <a:close/>
                </a:path>
                <a:path w="1131570" h="214629">
                  <a:moveTo>
                    <a:pt x="113157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131570" y="762"/>
                  </a:lnTo>
                  <a:lnTo>
                    <a:pt x="113157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763401" y="3973719"/>
              <a:ext cx="1131570" cy="214629"/>
            </a:xfrm>
            <a:custGeom>
              <a:avLst/>
              <a:gdLst/>
              <a:ahLst/>
              <a:cxnLst/>
              <a:rect l="l" t="t" r="r" b="b"/>
              <a:pathLst>
                <a:path w="1131570" h="214629">
                  <a:moveTo>
                    <a:pt x="113157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131570" y="214122"/>
                  </a:lnTo>
                  <a:lnTo>
                    <a:pt x="1131570" y="213360"/>
                  </a:lnTo>
                  <a:close/>
                </a:path>
                <a:path w="1131570" h="214629">
                  <a:moveTo>
                    <a:pt x="113157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131570" y="211074"/>
                  </a:lnTo>
                  <a:lnTo>
                    <a:pt x="1131570" y="210312"/>
                  </a:lnTo>
                  <a:close/>
                </a:path>
                <a:path w="1131570" h="214629">
                  <a:moveTo>
                    <a:pt x="113157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131570" y="208026"/>
                  </a:lnTo>
                  <a:lnTo>
                    <a:pt x="1131570" y="207264"/>
                  </a:lnTo>
                  <a:close/>
                </a:path>
                <a:path w="1131570" h="214629">
                  <a:moveTo>
                    <a:pt x="113157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131570" y="204978"/>
                  </a:lnTo>
                  <a:lnTo>
                    <a:pt x="1131570" y="204216"/>
                  </a:lnTo>
                  <a:close/>
                </a:path>
                <a:path w="1131570" h="214629">
                  <a:moveTo>
                    <a:pt x="113157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131570" y="201930"/>
                  </a:lnTo>
                  <a:lnTo>
                    <a:pt x="1131570" y="201168"/>
                  </a:lnTo>
                  <a:close/>
                </a:path>
                <a:path w="1131570" h="214629">
                  <a:moveTo>
                    <a:pt x="113157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131570" y="198882"/>
                  </a:lnTo>
                  <a:lnTo>
                    <a:pt x="1131570" y="198120"/>
                  </a:lnTo>
                  <a:close/>
                </a:path>
                <a:path w="1131570" h="214629">
                  <a:moveTo>
                    <a:pt x="113157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131570" y="195834"/>
                  </a:lnTo>
                  <a:lnTo>
                    <a:pt x="1131570" y="195072"/>
                  </a:lnTo>
                  <a:close/>
                </a:path>
                <a:path w="1131570" h="214629">
                  <a:moveTo>
                    <a:pt x="113157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131570" y="192786"/>
                  </a:lnTo>
                  <a:lnTo>
                    <a:pt x="1131570" y="192024"/>
                  </a:lnTo>
                  <a:close/>
                </a:path>
                <a:path w="1131570" h="214629">
                  <a:moveTo>
                    <a:pt x="113157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131570" y="189738"/>
                  </a:lnTo>
                  <a:lnTo>
                    <a:pt x="1131570" y="188976"/>
                  </a:lnTo>
                  <a:close/>
                </a:path>
                <a:path w="1131570" h="214629">
                  <a:moveTo>
                    <a:pt x="113157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131570" y="186690"/>
                  </a:lnTo>
                  <a:lnTo>
                    <a:pt x="1131570" y="185928"/>
                  </a:lnTo>
                  <a:close/>
                </a:path>
                <a:path w="1131570" h="214629">
                  <a:moveTo>
                    <a:pt x="113157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131570" y="183642"/>
                  </a:lnTo>
                  <a:lnTo>
                    <a:pt x="1131570" y="182880"/>
                  </a:lnTo>
                  <a:close/>
                </a:path>
                <a:path w="1131570" h="214629">
                  <a:moveTo>
                    <a:pt x="113157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131570" y="180594"/>
                  </a:lnTo>
                  <a:lnTo>
                    <a:pt x="1131570" y="179832"/>
                  </a:lnTo>
                  <a:close/>
                </a:path>
                <a:path w="1131570" h="214629">
                  <a:moveTo>
                    <a:pt x="113157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131570" y="177546"/>
                  </a:lnTo>
                  <a:lnTo>
                    <a:pt x="1131570" y="176784"/>
                  </a:lnTo>
                  <a:close/>
                </a:path>
                <a:path w="1131570" h="214629">
                  <a:moveTo>
                    <a:pt x="113157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131570" y="174498"/>
                  </a:lnTo>
                  <a:lnTo>
                    <a:pt x="1131570" y="173736"/>
                  </a:lnTo>
                  <a:close/>
                </a:path>
                <a:path w="1131570" h="214629">
                  <a:moveTo>
                    <a:pt x="113157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131570" y="171450"/>
                  </a:lnTo>
                  <a:lnTo>
                    <a:pt x="1131570" y="170688"/>
                  </a:lnTo>
                  <a:close/>
                </a:path>
                <a:path w="1131570" h="214629">
                  <a:moveTo>
                    <a:pt x="113157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131570" y="168402"/>
                  </a:lnTo>
                  <a:lnTo>
                    <a:pt x="1131570" y="167640"/>
                  </a:lnTo>
                  <a:close/>
                </a:path>
                <a:path w="1131570" h="214629">
                  <a:moveTo>
                    <a:pt x="113157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131570" y="165354"/>
                  </a:lnTo>
                  <a:lnTo>
                    <a:pt x="1131570" y="164592"/>
                  </a:lnTo>
                  <a:close/>
                </a:path>
                <a:path w="1131570" h="214629">
                  <a:moveTo>
                    <a:pt x="113157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131570" y="162306"/>
                  </a:lnTo>
                  <a:lnTo>
                    <a:pt x="1131570" y="161544"/>
                  </a:lnTo>
                  <a:close/>
                </a:path>
                <a:path w="1131570" h="214629">
                  <a:moveTo>
                    <a:pt x="113157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131570" y="159258"/>
                  </a:lnTo>
                  <a:lnTo>
                    <a:pt x="1131570" y="158496"/>
                  </a:lnTo>
                  <a:close/>
                </a:path>
                <a:path w="1131570" h="214629">
                  <a:moveTo>
                    <a:pt x="113157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131570" y="156210"/>
                  </a:lnTo>
                  <a:lnTo>
                    <a:pt x="1131570" y="155448"/>
                  </a:lnTo>
                  <a:close/>
                </a:path>
                <a:path w="1131570" h="214629">
                  <a:moveTo>
                    <a:pt x="113157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131570" y="153162"/>
                  </a:lnTo>
                  <a:lnTo>
                    <a:pt x="1131570" y="152400"/>
                  </a:lnTo>
                  <a:close/>
                </a:path>
                <a:path w="1131570" h="214629">
                  <a:moveTo>
                    <a:pt x="113157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131570" y="150114"/>
                  </a:lnTo>
                  <a:lnTo>
                    <a:pt x="1131570" y="149352"/>
                  </a:lnTo>
                  <a:close/>
                </a:path>
                <a:path w="1131570" h="214629">
                  <a:moveTo>
                    <a:pt x="113157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131570" y="147066"/>
                  </a:lnTo>
                  <a:lnTo>
                    <a:pt x="1131570" y="146304"/>
                  </a:lnTo>
                  <a:close/>
                </a:path>
                <a:path w="1131570" h="214629">
                  <a:moveTo>
                    <a:pt x="113157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131570" y="144018"/>
                  </a:lnTo>
                  <a:lnTo>
                    <a:pt x="1131570" y="143256"/>
                  </a:lnTo>
                  <a:close/>
                </a:path>
                <a:path w="1131570" h="214629">
                  <a:moveTo>
                    <a:pt x="113157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131570" y="140970"/>
                  </a:lnTo>
                  <a:lnTo>
                    <a:pt x="1131570" y="140208"/>
                  </a:lnTo>
                  <a:close/>
                </a:path>
                <a:path w="1131570" h="214629">
                  <a:moveTo>
                    <a:pt x="113157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131570" y="137922"/>
                  </a:lnTo>
                  <a:lnTo>
                    <a:pt x="1131570" y="137160"/>
                  </a:lnTo>
                  <a:close/>
                </a:path>
                <a:path w="1131570" h="214629">
                  <a:moveTo>
                    <a:pt x="113157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131570" y="134874"/>
                  </a:lnTo>
                  <a:lnTo>
                    <a:pt x="1131570" y="134112"/>
                  </a:lnTo>
                  <a:close/>
                </a:path>
                <a:path w="1131570" h="214629">
                  <a:moveTo>
                    <a:pt x="113157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131570" y="131826"/>
                  </a:lnTo>
                  <a:lnTo>
                    <a:pt x="1131570" y="131064"/>
                  </a:lnTo>
                  <a:close/>
                </a:path>
                <a:path w="1131570" h="214629">
                  <a:moveTo>
                    <a:pt x="113157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131570" y="128778"/>
                  </a:lnTo>
                  <a:lnTo>
                    <a:pt x="1131570" y="128016"/>
                  </a:lnTo>
                  <a:close/>
                </a:path>
                <a:path w="1131570" h="214629">
                  <a:moveTo>
                    <a:pt x="113157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131570" y="125730"/>
                  </a:lnTo>
                  <a:lnTo>
                    <a:pt x="1131570" y="124968"/>
                  </a:lnTo>
                  <a:close/>
                </a:path>
                <a:path w="1131570" h="214629">
                  <a:moveTo>
                    <a:pt x="113157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131570" y="122682"/>
                  </a:lnTo>
                  <a:lnTo>
                    <a:pt x="1131570" y="121920"/>
                  </a:lnTo>
                  <a:close/>
                </a:path>
                <a:path w="1131570" h="214629">
                  <a:moveTo>
                    <a:pt x="113157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131570" y="119634"/>
                  </a:lnTo>
                  <a:lnTo>
                    <a:pt x="1131570" y="118872"/>
                  </a:lnTo>
                  <a:close/>
                </a:path>
                <a:path w="1131570" h="214629">
                  <a:moveTo>
                    <a:pt x="113157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131570" y="116586"/>
                  </a:lnTo>
                  <a:lnTo>
                    <a:pt x="1131570" y="115824"/>
                  </a:lnTo>
                  <a:close/>
                </a:path>
                <a:path w="1131570" h="214629">
                  <a:moveTo>
                    <a:pt x="113157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131570" y="113538"/>
                  </a:lnTo>
                  <a:lnTo>
                    <a:pt x="1131570" y="112776"/>
                  </a:lnTo>
                  <a:close/>
                </a:path>
                <a:path w="1131570" h="214629">
                  <a:moveTo>
                    <a:pt x="113157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131570" y="110490"/>
                  </a:lnTo>
                  <a:lnTo>
                    <a:pt x="1131570" y="109728"/>
                  </a:lnTo>
                  <a:close/>
                </a:path>
                <a:path w="1131570" h="214629">
                  <a:moveTo>
                    <a:pt x="113157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131570" y="107442"/>
                  </a:lnTo>
                  <a:lnTo>
                    <a:pt x="1131570" y="106680"/>
                  </a:lnTo>
                  <a:close/>
                </a:path>
                <a:path w="1131570" h="214629">
                  <a:moveTo>
                    <a:pt x="113157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131570" y="104394"/>
                  </a:lnTo>
                  <a:lnTo>
                    <a:pt x="1131570" y="103632"/>
                  </a:lnTo>
                  <a:close/>
                </a:path>
                <a:path w="1131570" h="214629">
                  <a:moveTo>
                    <a:pt x="113157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131570" y="101346"/>
                  </a:lnTo>
                  <a:lnTo>
                    <a:pt x="1131570" y="100584"/>
                  </a:lnTo>
                  <a:close/>
                </a:path>
                <a:path w="1131570" h="214629">
                  <a:moveTo>
                    <a:pt x="113157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131570" y="98298"/>
                  </a:lnTo>
                  <a:lnTo>
                    <a:pt x="1131570" y="97536"/>
                  </a:lnTo>
                  <a:close/>
                </a:path>
                <a:path w="1131570" h="214629">
                  <a:moveTo>
                    <a:pt x="113157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131570" y="95250"/>
                  </a:lnTo>
                  <a:lnTo>
                    <a:pt x="1131570" y="94488"/>
                  </a:lnTo>
                  <a:close/>
                </a:path>
                <a:path w="1131570" h="214629">
                  <a:moveTo>
                    <a:pt x="113157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131570" y="92202"/>
                  </a:lnTo>
                  <a:lnTo>
                    <a:pt x="1131570" y="91440"/>
                  </a:lnTo>
                  <a:close/>
                </a:path>
                <a:path w="1131570" h="214629">
                  <a:moveTo>
                    <a:pt x="113157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131570" y="89154"/>
                  </a:lnTo>
                  <a:lnTo>
                    <a:pt x="1131570" y="88392"/>
                  </a:lnTo>
                  <a:close/>
                </a:path>
                <a:path w="1131570" h="214629">
                  <a:moveTo>
                    <a:pt x="113157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131570" y="86106"/>
                  </a:lnTo>
                  <a:lnTo>
                    <a:pt x="1131570" y="85344"/>
                  </a:lnTo>
                  <a:close/>
                </a:path>
                <a:path w="1131570" h="214629">
                  <a:moveTo>
                    <a:pt x="113157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131570" y="83058"/>
                  </a:lnTo>
                  <a:lnTo>
                    <a:pt x="1131570" y="82296"/>
                  </a:lnTo>
                  <a:close/>
                </a:path>
                <a:path w="1131570" h="214629">
                  <a:moveTo>
                    <a:pt x="113157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131570" y="80010"/>
                  </a:lnTo>
                  <a:lnTo>
                    <a:pt x="1131570" y="79248"/>
                  </a:lnTo>
                  <a:close/>
                </a:path>
                <a:path w="1131570" h="214629">
                  <a:moveTo>
                    <a:pt x="113157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131570" y="76962"/>
                  </a:lnTo>
                  <a:lnTo>
                    <a:pt x="1131570" y="76200"/>
                  </a:lnTo>
                  <a:close/>
                </a:path>
                <a:path w="1131570" h="214629">
                  <a:moveTo>
                    <a:pt x="113157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131570" y="73914"/>
                  </a:lnTo>
                  <a:lnTo>
                    <a:pt x="1131570" y="73152"/>
                  </a:lnTo>
                  <a:close/>
                </a:path>
                <a:path w="1131570" h="214629">
                  <a:moveTo>
                    <a:pt x="113157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131570" y="70866"/>
                  </a:lnTo>
                  <a:lnTo>
                    <a:pt x="1131570" y="70104"/>
                  </a:lnTo>
                  <a:close/>
                </a:path>
                <a:path w="1131570" h="214629">
                  <a:moveTo>
                    <a:pt x="113157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131570" y="67818"/>
                  </a:lnTo>
                  <a:lnTo>
                    <a:pt x="1131570" y="67056"/>
                  </a:lnTo>
                  <a:close/>
                </a:path>
                <a:path w="1131570" h="214629">
                  <a:moveTo>
                    <a:pt x="113157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131570" y="64770"/>
                  </a:lnTo>
                  <a:lnTo>
                    <a:pt x="1131570" y="64008"/>
                  </a:lnTo>
                  <a:close/>
                </a:path>
                <a:path w="1131570" h="214629">
                  <a:moveTo>
                    <a:pt x="113157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131570" y="61722"/>
                  </a:lnTo>
                  <a:lnTo>
                    <a:pt x="1131570" y="60960"/>
                  </a:lnTo>
                  <a:close/>
                </a:path>
                <a:path w="1131570" h="214629">
                  <a:moveTo>
                    <a:pt x="113157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131570" y="58674"/>
                  </a:lnTo>
                  <a:lnTo>
                    <a:pt x="1131570" y="57912"/>
                  </a:lnTo>
                  <a:close/>
                </a:path>
                <a:path w="1131570" h="214629">
                  <a:moveTo>
                    <a:pt x="113157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131570" y="55626"/>
                  </a:lnTo>
                  <a:lnTo>
                    <a:pt x="1131570" y="54864"/>
                  </a:lnTo>
                  <a:close/>
                </a:path>
                <a:path w="1131570" h="214629">
                  <a:moveTo>
                    <a:pt x="113157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131570" y="52578"/>
                  </a:lnTo>
                  <a:lnTo>
                    <a:pt x="1131570" y="51816"/>
                  </a:lnTo>
                  <a:close/>
                </a:path>
                <a:path w="1131570" h="214629">
                  <a:moveTo>
                    <a:pt x="113157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131570" y="49530"/>
                  </a:lnTo>
                  <a:lnTo>
                    <a:pt x="1131570" y="48768"/>
                  </a:lnTo>
                  <a:close/>
                </a:path>
                <a:path w="1131570" h="214629">
                  <a:moveTo>
                    <a:pt x="113157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131570" y="46482"/>
                  </a:lnTo>
                  <a:lnTo>
                    <a:pt x="1131570" y="45720"/>
                  </a:lnTo>
                  <a:close/>
                </a:path>
                <a:path w="1131570" h="214629">
                  <a:moveTo>
                    <a:pt x="113157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131570" y="43434"/>
                  </a:lnTo>
                  <a:lnTo>
                    <a:pt x="1131570" y="42672"/>
                  </a:lnTo>
                  <a:close/>
                </a:path>
                <a:path w="1131570" h="214629">
                  <a:moveTo>
                    <a:pt x="113157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131570" y="40386"/>
                  </a:lnTo>
                  <a:lnTo>
                    <a:pt x="1131570" y="39624"/>
                  </a:lnTo>
                  <a:close/>
                </a:path>
                <a:path w="1131570" h="214629">
                  <a:moveTo>
                    <a:pt x="113157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131570" y="37338"/>
                  </a:lnTo>
                  <a:lnTo>
                    <a:pt x="1131570" y="36576"/>
                  </a:lnTo>
                  <a:close/>
                </a:path>
                <a:path w="1131570" h="214629">
                  <a:moveTo>
                    <a:pt x="113157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131570" y="34290"/>
                  </a:lnTo>
                  <a:lnTo>
                    <a:pt x="1131570" y="33528"/>
                  </a:lnTo>
                  <a:close/>
                </a:path>
                <a:path w="1131570" h="214629">
                  <a:moveTo>
                    <a:pt x="113157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131570" y="31242"/>
                  </a:lnTo>
                  <a:lnTo>
                    <a:pt x="1131570" y="30480"/>
                  </a:lnTo>
                  <a:close/>
                </a:path>
                <a:path w="1131570" h="214629">
                  <a:moveTo>
                    <a:pt x="113157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131570" y="28194"/>
                  </a:lnTo>
                  <a:lnTo>
                    <a:pt x="1131570" y="27432"/>
                  </a:lnTo>
                  <a:close/>
                </a:path>
                <a:path w="1131570" h="214629">
                  <a:moveTo>
                    <a:pt x="113157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131570" y="25146"/>
                  </a:lnTo>
                  <a:lnTo>
                    <a:pt x="1131570" y="24384"/>
                  </a:lnTo>
                  <a:close/>
                </a:path>
                <a:path w="1131570" h="214629">
                  <a:moveTo>
                    <a:pt x="113157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131570" y="22098"/>
                  </a:lnTo>
                  <a:lnTo>
                    <a:pt x="1131570" y="21336"/>
                  </a:lnTo>
                  <a:close/>
                </a:path>
                <a:path w="1131570" h="214629">
                  <a:moveTo>
                    <a:pt x="113157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131570" y="19050"/>
                  </a:lnTo>
                  <a:lnTo>
                    <a:pt x="1131570" y="18288"/>
                  </a:lnTo>
                  <a:close/>
                </a:path>
                <a:path w="1131570" h="214629">
                  <a:moveTo>
                    <a:pt x="113157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131570" y="16002"/>
                  </a:lnTo>
                  <a:lnTo>
                    <a:pt x="1131570" y="15240"/>
                  </a:lnTo>
                  <a:close/>
                </a:path>
                <a:path w="1131570" h="214629">
                  <a:moveTo>
                    <a:pt x="113157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131570" y="12954"/>
                  </a:lnTo>
                  <a:lnTo>
                    <a:pt x="1131570" y="12192"/>
                  </a:lnTo>
                  <a:close/>
                </a:path>
                <a:path w="1131570" h="214629">
                  <a:moveTo>
                    <a:pt x="113157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131570" y="9906"/>
                  </a:lnTo>
                  <a:lnTo>
                    <a:pt x="1131570" y="9144"/>
                  </a:lnTo>
                  <a:close/>
                </a:path>
                <a:path w="1131570" h="214629">
                  <a:moveTo>
                    <a:pt x="113157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131570" y="6858"/>
                  </a:lnTo>
                  <a:lnTo>
                    <a:pt x="1131570" y="6096"/>
                  </a:lnTo>
                  <a:close/>
                </a:path>
                <a:path w="1131570" h="214629">
                  <a:moveTo>
                    <a:pt x="113157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131570" y="3810"/>
                  </a:lnTo>
                  <a:lnTo>
                    <a:pt x="1131570" y="3048"/>
                  </a:lnTo>
                  <a:close/>
                </a:path>
                <a:path w="1131570" h="214629">
                  <a:moveTo>
                    <a:pt x="113157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131570" y="762"/>
                  </a:lnTo>
                  <a:lnTo>
                    <a:pt x="113157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763401" y="4187079"/>
              <a:ext cx="1131570" cy="214629"/>
            </a:xfrm>
            <a:custGeom>
              <a:avLst/>
              <a:gdLst/>
              <a:ahLst/>
              <a:cxnLst/>
              <a:rect l="l" t="t" r="r" b="b"/>
              <a:pathLst>
                <a:path w="1131570" h="214629">
                  <a:moveTo>
                    <a:pt x="113157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131570" y="214122"/>
                  </a:lnTo>
                  <a:lnTo>
                    <a:pt x="1131570" y="213360"/>
                  </a:lnTo>
                  <a:close/>
                </a:path>
                <a:path w="1131570" h="214629">
                  <a:moveTo>
                    <a:pt x="113157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131570" y="211074"/>
                  </a:lnTo>
                  <a:lnTo>
                    <a:pt x="1131570" y="210312"/>
                  </a:lnTo>
                  <a:close/>
                </a:path>
                <a:path w="1131570" h="214629">
                  <a:moveTo>
                    <a:pt x="113157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131570" y="208026"/>
                  </a:lnTo>
                  <a:lnTo>
                    <a:pt x="1131570" y="207264"/>
                  </a:lnTo>
                  <a:close/>
                </a:path>
                <a:path w="1131570" h="214629">
                  <a:moveTo>
                    <a:pt x="113157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131570" y="204978"/>
                  </a:lnTo>
                  <a:lnTo>
                    <a:pt x="1131570" y="204216"/>
                  </a:lnTo>
                  <a:close/>
                </a:path>
                <a:path w="1131570" h="214629">
                  <a:moveTo>
                    <a:pt x="113157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131570" y="201930"/>
                  </a:lnTo>
                  <a:lnTo>
                    <a:pt x="1131570" y="201168"/>
                  </a:lnTo>
                  <a:close/>
                </a:path>
                <a:path w="1131570" h="214629">
                  <a:moveTo>
                    <a:pt x="113157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131570" y="198882"/>
                  </a:lnTo>
                  <a:lnTo>
                    <a:pt x="1131570" y="198120"/>
                  </a:lnTo>
                  <a:close/>
                </a:path>
                <a:path w="1131570" h="214629">
                  <a:moveTo>
                    <a:pt x="113157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131570" y="195834"/>
                  </a:lnTo>
                  <a:lnTo>
                    <a:pt x="1131570" y="195072"/>
                  </a:lnTo>
                  <a:close/>
                </a:path>
                <a:path w="1131570" h="214629">
                  <a:moveTo>
                    <a:pt x="113157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131570" y="192786"/>
                  </a:lnTo>
                  <a:lnTo>
                    <a:pt x="1131570" y="192024"/>
                  </a:lnTo>
                  <a:close/>
                </a:path>
                <a:path w="1131570" h="214629">
                  <a:moveTo>
                    <a:pt x="113157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131570" y="189738"/>
                  </a:lnTo>
                  <a:lnTo>
                    <a:pt x="1131570" y="188976"/>
                  </a:lnTo>
                  <a:close/>
                </a:path>
                <a:path w="1131570" h="214629">
                  <a:moveTo>
                    <a:pt x="113157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131570" y="186690"/>
                  </a:lnTo>
                  <a:lnTo>
                    <a:pt x="1131570" y="185928"/>
                  </a:lnTo>
                  <a:close/>
                </a:path>
                <a:path w="1131570" h="214629">
                  <a:moveTo>
                    <a:pt x="113157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131570" y="183642"/>
                  </a:lnTo>
                  <a:lnTo>
                    <a:pt x="1131570" y="182880"/>
                  </a:lnTo>
                  <a:close/>
                </a:path>
                <a:path w="1131570" h="214629">
                  <a:moveTo>
                    <a:pt x="113157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131570" y="180594"/>
                  </a:lnTo>
                  <a:lnTo>
                    <a:pt x="1131570" y="179832"/>
                  </a:lnTo>
                  <a:close/>
                </a:path>
                <a:path w="1131570" h="214629">
                  <a:moveTo>
                    <a:pt x="113157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131570" y="177546"/>
                  </a:lnTo>
                  <a:lnTo>
                    <a:pt x="1131570" y="176784"/>
                  </a:lnTo>
                  <a:close/>
                </a:path>
                <a:path w="1131570" h="214629">
                  <a:moveTo>
                    <a:pt x="113157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131570" y="174498"/>
                  </a:lnTo>
                  <a:lnTo>
                    <a:pt x="1131570" y="173736"/>
                  </a:lnTo>
                  <a:close/>
                </a:path>
                <a:path w="1131570" h="214629">
                  <a:moveTo>
                    <a:pt x="113157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131570" y="171450"/>
                  </a:lnTo>
                  <a:lnTo>
                    <a:pt x="1131570" y="170688"/>
                  </a:lnTo>
                  <a:close/>
                </a:path>
                <a:path w="1131570" h="214629">
                  <a:moveTo>
                    <a:pt x="113157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131570" y="168402"/>
                  </a:lnTo>
                  <a:lnTo>
                    <a:pt x="1131570" y="167640"/>
                  </a:lnTo>
                  <a:close/>
                </a:path>
                <a:path w="1131570" h="214629">
                  <a:moveTo>
                    <a:pt x="113157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131570" y="165354"/>
                  </a:lnTo>
                  <a:lnTo>
                    <a:pt x="1131570" y="164592"/>
                  </a:lnTo>
                  <a:close/>
                </a:path>
                <a:path w="1131570" h="214629">
                  <a:moveTo>
                    <a:pt x="113157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131570" y="162306"/>
                  </a:lnTo>
                  <a:lnTo>
                    <a:pt x="1131570" y="161544"/>
                  </a:lnTo>
                  <a:close/>
                </a:path>
                <a:path w="1131570" h="214629">
                  <a:moveTo>
                    <a:pt x="113157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131570" y="159258"/>
                  </a:lnTo>
                  <a:lnTo>
                    <a:pt x="1131570" y="158496"/>
                  </a:lnTo>
                  <a:close/>
                </a:path>
                <a:path w="1131570" h="214629">
                  <a:moveTo>
                    <a:pt x="113157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131570" y="156210"/>
                  </a:lnTo>
                  <a:lnTo>
                    <a:pt x="1131570" y="155448"/>
                  </a:lnTo>
                  <a:close/>
                </a:path>
                <a:path w="1131570" h="214629">
                  <a:moveTo>
                    <a:pt x="113157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131570" y="153162"/>
                  </a:lnTo>
                  <a:lnTo>
                    <a:pt x="1131570" y="152400"/>
                  </a:lnTo>
                  <a:close/>
                </a:path>
                <a:path w="1131570" h="214629">
                  <a:moveTo>
                    <a:pt x="113157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131570" y="150114"/>
                  </a:lnTo>
                  <a:lnTo>
                    <a:pt x="1131570" y="149352"/>
                  </a:lnTo>
                  <a:close/>
                </a:path>
                <a:path w="1131570" h="214629">
                  <a:moveTo>
                    <a:pt x="113157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131570" y="147066"/>
                  </a:lnTo>
                  <a:lnTo>
                    <a:pt x="1131570" y="146304"/>
                  </a:lnTo>
                  <a:close/>
                </a:path>
                <a:path w="1131570" h="214629">
                  <a:moveTo>
                    <a:pt x="113157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131570" y="144018"/>
                  </a:lnTo>
                  <a:lnTo>
                    <a:pt x="1131570" y="143256"/>
                  </a:lnTo>
                  <a:close/>
                </a:path>
                <a:path w="1131570" h="214629">
                  <a:moveTo>
                    <a:pt x="113157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131570" y="140970"/>
                  </a:lnTo>
                  <a:lnTo>
                    <a:pt x="1131570" y="140208"/>
                  </a:lnTo>
                  <a:close/>
                </a:path>
                <a:path w="1131570" h="214629">
                  <a:moveTo>
                    <a:pt x="113157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131570" y="137922"/>
                  </a:lnTo>
                  <a:lnTo>
                    <a:pt x="1131570" y="137160"/>
                  </a:lnTo>
                  <a:close/>
                </a:path>
                <a:path w="1131570" h="214629">
                  <a:moveTo>
                    <a:pt x="113157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131570" y="134874"/>
                  </a:lnTo>
                  <a:lnTo>
                    <a:pt x="1131570" y="134112"/>
                  </a:lnTo>
                  <a:close/>
                </a:path>
                <a:path w="1131570" h="214629">
                  <a:moveTo>
                    <a:pt x="113157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131570" y="131826"/>
                  </a:lnTo>
                  <a:lnTo>
                    <a:pt x="1131570" y="131064"/>
                  </a:lnTo>
                  <a:close/>
                </a:path>
                <a:path w="1131570" h="214629">
                  <a:moveTo>
                    <a:pt x="113157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131570" y="128778"/>
                  </a:lnTo>
                  <a:lnTo>
                    <a:pt x="1131570" y="128016"/>
                  </a:lnTo>
                  <a:close/>
                </a:path>
                <a:path w="1131570" h="214629">
                  <a:moveTo>
                    <a:pt x="113157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131570" y="125730"/>
                  </a:lnTo>
                  <a:lnTo>
                    <a:pt x="1131570" y="124968"/>
                  </a:lnTo>
                  <a:close/>
                </a:path>
                <a:path w="1131570" h="214629">
                  <a:moveTo>
                    <a:pt x="113157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131570" y="122682"/>
                  </a:lnTo>
                  <a:lnTo>
                    <a:pt x="1131570" y="121920"/>
                  </a:lnTo>
                  <a:close/>
                </a:path>
                <a:path w="1131570" h="214629">
                  <a:moveTo>
                    <a:pt x="113157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131570" y="119634"/>
                  </a:lnTo>
                  <a:lnTo>
                    <a:pt x="1131570" y="118872"/>
                  </a:lnTo>
                  <a:close/>
                </a:path>
                <a:path w="1131570" h="214629">
                  <a:moveTo>
                    <a:pt x="113157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131570" y="116586"/>
                  </a:lnTo>
                  <a:lnTo>
                    <a:pt x="1131570" y="115824"/>
                  </a:lnTo>
                  <a:close/>
                </a:path>
                <a:path w="1131570" h="214629">
                  <a:moveTo>
                    <a:pt x="113157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131570" y="113538"/>
                  </a:lnTo>
                  <a:lnTo>
                    <a:pt x="1131570" y="112776"/>
                  </a:lnTo>
                  <a:close/>
                </a:path>
                <a:path w="1131570" h="214629">
                  <a:moveTo>
                    <a:pt x="113157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131570" y="110490"/>
                  </a:lnTo>
                  <a:lnTo>
                    <a:pt x="1131570" y="109728"/>
                  </a:lnTo>
                  <a:close/>
                </a:path>
                <a:path w="1131570" h="214629">
                  <a:moveTo>
                    <a:pt x="113157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131570" y="107442"/>
                  </a:lnTo>
                  <a:lnTo>
                    <a:pt x="1131570" y="106680"/>
                  </a:lnTo>
                  <a:close/>
                </a:path>
                <a:path w="1131570" h="214629">
                  <a:moveTo>
                    <a:pt x="113157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131570" y="104394"/>
                  </a:lnTo>
                  <a:lnTo>
                    <a:pt x="1131570" y="103632"/>
                  </a:lnTo>
                  <a:close/>
                </a:path>
                <a:path w="1131570" h="214629">
                  <a:moveTo>
                    <a:pt x="113157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131570" y="101346"/>
                  </a:lnTo>
                  <a:lnTo>
                    <a:pt x="1131570" y="100584"/>
                  </a:lnTo>
                  <a:close/>
                </a:path>
                <a:path w="1131570" h="214629">
                  <a:moveTo>
                    <a:pt x="113157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131570" y="98298"/>
                  </a:lnTo>
                  <a:lnTo>
                    <a:pt x="1131570" y="97536"/>
                  </a:lnTo>
                  <a:close/>
                </a:path>
                <a:path w="1131570" h="214629">
                  <a:moveTo>
                    <a:pt x="113157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131570" y="95250"/>
                  </a:lnTo>
                  <a:lnTo>
                    <a:pt x="1131570" y="94488"/>
                  </a:lnTo>
                  <a:close/>
                </a:path>
                <a:path w="1131570" h="214629">
                  <a:moveTo>
                    <a:pt x="113157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131570" y="92202"/>
                  </a:lnTo>
                  <a:lnTo>
                    <a:pt x="1131570" y="91440"/>
                  </a:lnTo>
                  <a:close/>
                </a:path>
                <a:path w="1131570" h="214629">
                  <a:moveTo>
                    <a:pt x="113157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131570" y="89154"/>
                  </a:lnTo>
                  <a:lnTo>
                    <a:pt x="1131570" y="88392"/>
                  </a:lnTo>
                  <a:close/>
                </a:path>
                <a:path w="1131570" h="214629">
                  <a:moveTo>
                    <a:pt x="113157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131570" y="86106"/>
                  </a:lnTo>
                  <a:lnTo>
                    <a:pt x="1131570" y="85344"/>
                  </a:lnTo>
                  <a:close/>
                </a:path>
                <a:path w="1131570" h="214629">
                  <a:moveTo>
                    <a:pt x="113157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131570" y="83058"/>
                  </a:lnTo>
                  <a:lnTo>
                    <a:pt x="1131570" y="82296"/>
                  </a:lnTo>
                  <a:close/>
                </a:path>
                <a:path w="1131570" h="214629">
                  <a:moveTo>
                    <a:pt x="113157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131570" y="80010"/>
                  </a:lnTo>
                  <a:lnTo>
                    <a:pt x="1131570" y="79248"/>
                  </a:lnTo>
                  <a:close/>
                </a:path>
                <a:path w="1131570" h="214629">
                  <a:moveTo>
                    <a:pt x="113157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131570" y="76962"/>
                  </a:lnTo>
                  <a:lnTo>
                    <a:pt x="1131570" y="76200"/>
                  </a:lnTo>
                  <a:close/>
                </a:path>
                <a:path w="1131570" h="214629">
                  <a:moveTo>
                    <a:pt x="113157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131570" y="73914"/>
                  </a:lnTo>
                  <a:lnTo>
                    <a:pt x="1131570" y="73152"/>
                  </a:lnTo>
                  <a:close/>
                </a:path>
                <a:path w="1131570" h="214629">
                  <a:moveTo>
                    <a:pt x="113157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131570" y="70866"/>
                  </a:lnTo>
                  <a:lnTo>
                    <a:pt x="1131570" y="70104"/>
                  </a:lnTo>
                  <a:close/>
                </a:path>
                <a:path w="1131570" h="214629">
                  <a:moveTo>
                    <a:pt x="113157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131570" y="67818"/>
                  </a:lnTo>
                  <a:lnTo>
                    <a:pt x="1131570" y="67056"/>
                  </a:lnTo>
                  <a:close/>
                </a:path>
                <a:path w="1131570" h="214629">
                  <a:moveTo>
                    <a:pt x="113157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131570" y="64770"/>
                  </a:lnTo>
                  <a:lnTo>
                    <a:pt x="1131570" y="64008"/>
                  </a:lnTo>
                  <a:close/>
                </a:path>
                <a:path w="1131570" h="214629">
                  <a:moveTo>
                    <a:pt x="113157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131570" y="61722"/>
                  </a:lnTo>
                  <a:lnTo>
                    <a:pt x="1131570" y="60960"/>
                  </a:lnTo>
                  <a:close/>
                </a:path>
                <a:path w="1131570" h="214629">
                  <a:moveTo>
                    <a:pt x="113157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131570" y="58674"/>
                  </a:lnTo>
                  <a:lnTo>
                    <a:pt x="1131570" y="57912"/>
                  </a:lnTo>
                  <a:close/>
                </a:path>
                <a:path w="1131570" h="214629">
                  <a:moveTo>
                    <a:pt x="113157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131570" y="55626"/>
                  </a:lnTo>
                  <a:lnTo>
                    <a:pt x="1131570" y="54864"/>
                  </a:lnTo>
                  <a:close/>
                </a:path>
                <a:path w="1131570" h="214629">
                  <a:moveTo>
                    <a:pt x="113157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131570" y="52578"/>
                  </a:lnTo>
                  <a:lnTo>
                    <a:pt x="1131570" y="51816"/>
                  </a:lnTo>
                  <a:close/>
                </a:path>
                <a:path w="1131570" h="214629">
                  <a:moveTo>
                    <a:pt x="113157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131570" y="49530"/>
                  </a:lnTo>
                  <a:lnTo>
                    <a:pt x="1131570" y="48768"/>
                  </a:lnTo>
                  <a:close/>
                </a:path>
                <a:path w="1131570" h="214629">
                  <a:moveTo>
                    <a:pt x="113157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131570" y="46482"/>
                  </a:lnTo>
                  <a:lnTo>
                    <a:pt x="1131570" y="45720"/>
                  </a:lnTo>
                  <a:close/>
                </a:path>
                <a:path w="1131570" h="214629">
                  <a:moveTo>
                    <a:pt x="113157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131570" y="43434"/>
                  </a:lnTo>
                  <a:lnTo>
                    <a:pt x="1131570" y="42672"/>
                  </a:lnTo>
                  <a:close/>
                </a:path>
                <a:path w="1131570" h="214629">
                  <a:moveTo>
                    <a:pt x="113157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131570" y="40386"/>
                  </a:lnTo>
                  <a:lnTo>
                    <a:pt x="1131570" y="39624"/>
                  </a:lnTo>
                  <a:close/>
                </a:path>
                <a:path w="1131570" h="214629">
                  <a:moveTo>
                    <a:pt x="113157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131570" y="37338"/>
                  </a:lnTo>
                  <a:lnTo>
                    <a:pt x="1131570" y="36576"/>
                  </a:lnTo>
                  <a:close/>
                </a:path>
                <a:path w="1131570" h="214629">
                  <a:moveTo>
                    <a:pt x="113157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131570" y="34290"/>
                  </a:lnTo>
                  <a:lnTo>
                    <a:pt x="1131570" y="33528"/>
                  </a:lnTo>
                  <a:close/>
                </a:path>
                <a:path w="1131570" h="214629">
                  <a:moveTo>
                    <a:pt x="113157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131570" y="31242"/>
                  </a:lnTo>
                  <a:lnTo>
                    <a:pt x="1131570" y="30480"/>
                  </a:lnTo>
                  <a:close/>
                </a:path>
                <a:path w="1131570" h="214629">
                  <a:moveTo>
                    <a:pt x="113157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131570" y="28194"/>
                  </a:lnTo>
                  <a:lnTo>
                    <a:pt x="1131570" y="27432"/>
                  </a:lnTo>
                  <a:close/>
                </a:path>
                <a:path w="1131570" h="214629">
                  <a:moveTo>
                    <a:pt x="113157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131570" y="25146"/>
                  </a:lnTo>
                  <a:lnTo>
                    <a:pt x="1131570" y="24384"/>
                  </a:lnTo>
                  <a:close/>
                </a:path>
                <a:path w="1131570" h="214629">
                  <a:moveTo>
                    <a:pt x="113157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131570" y="22098"/>
                  </a:lnTo>
                  <a:lnTo>
                    <a:pt x="1131570" y="21336"/>
                  </a:lnTo>
                  <a:close/>
                </a:path>
                <a:path w="1131570" h="214629">
                  <a:moveTo>
                    <a:pt x="113157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131570" y="19050"/>
                  </a:lnTo>
                  <a:lnTo>
                    <a:pt x="1131570" y="18288"/>
                  </a:lnTo>
                  <a:close/>
                </a:path>
                <a:path w="1131570" h="214629">
                  <a:moveTo>
                    <a:pt x="113157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131570" y="16002"/>
                  </a:lnTo>
                  <a:lnTo>
                    <a:pt x="1131570" y="15240"/>
                  </a:lnTo>
                  <a:close/>
                </a:path>
                <a:path w="1131570" h="214629">
                  <a:moveTo>
                    <a:pt x="113157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131570" y="12954"/>
                  </a:lnTo>
                  <a:lnTo>
                    <a:pt x="1131570" y="12192"/>
                  </a:lnTo>
                  <a:close/>
                </a:path>
                <a:path w="1131570" h="214629">
                  <a:moveTo>
                    <a:pt x="113157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131570" y="9906"/>
                  </a:lnTo>
                  <a:lnTo>
                    <a:pt x="1131570" y="9144"/>
                  </a:lnTo>
                  <a:close/>
                </a:path>
                <a:path w="1131570" h="214629">
                  <a:moveTo>
                    <a:pt x="113157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131570" y="6858"/>
                  </a:lnTo>
                  <a:lnTo>
                    <a:pt x="1131570" y="6096"/>
                  </a:lnTo>
                  <a:close/>
                </a:path>
                <a:path w="1131570" h="214629">
                  <a:moveTo>
                    <a:pt x="113157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131570" y="3810"/>
                  </a:lnTo>
                  <a:lnTo>
                    <a:pt x="1131570" y="3048"/>
                  </a:lnTo>
                  <a:close/>
                </a:path>
                <a:path w="1131570" h="214629">
                  <a:moveTo>
                    <a:pt x="113157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131570" y="762"/>
                  </a:lnTo>
                  <a:lnTo>
                    <a:pt x="113157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763401" y="4400439"/>
              <a:ext cx="1131570" cy="214629"/>
            </a:xfrm>
            <a:custGeom>
              <a:avLst/>
              <a:gdLst/>
              <a:ahLst/>
              <a:cxnLst/>
              <a:rect l="l" t="t" r="r" b="b"/>
              <a:pathLst>
                <a:path w="1131570" h="214629">
                  <a:moveTo>
                    <a:pt x="113157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131570" y="214122"/>
                  </a:lnTo>
                  <a:lnTo>
                    <a:pt x="1131570" y="213360"/>
                  </a:lnTo>
                  <a:close/>
                </a:path>
                <a:path w="1131570" h="214629">
                  <a:moveTo>
                    <a:pt x="113157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131570" y="211074"/>
                  </a:lnTo>
                  <a:lnTo>
                    <a:pt x="1131570" y="210312"/>
                  </a:lnTo>
                  <a:close/>
                </a:path>
                <a:path w="1131570" h="214629">
                  <a:moveTo>
                    <a:pt x="113157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131570" y="208026"/>
                  </a:lnTo>
                  <a:lnTo>
                    <a:pt x="1131570" y="207264"/>
                  </a:lnTo>
                  <a:close/>
                </a:path>
                <a:path w="1131570" h="214629">
                  <a:moveTo>
                    <a:pt x="113157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131570" y="204978"/>
                  </a:lnTo>
                  <a:lnTo>
                    <a:pt x="1131570" y="204216"/>
                  </a:lnTo>
                  <a:close/>
                </a:path>
                <a:path w="1131570" h="214629">
                  <a:moveTo>
                    <a:pt x="113157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131570" y="201930"/>
                  </a:lnTo>
                  <a:lnTo>
                    <a:pt x="1131570" y="201168"/>
                  </a:lnTo>
                  <a:close/>
                </a:path>
                <a:path w="1131570" h="214629">
                  <a:moveTo>
                    <a:pt x="113157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131570" y="198882"/>
                  </a:lnTo>
                  <a:lnTo>
                    <a:pt x="1131570" y="198120"/>
                  </a:lnTo>
                  <a:close/>
                </a:path>
                <a:path w="1131570" h="214629">
                  <a:moveTo>
                    <a:pt x="113157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131570" y="195834"/>
                  </a:lnTo>
                  <a:lnTo>
                    <a:pt x="1131570" y="195072"/>
                  </a:lnTo>
                  <a:close/>
                </a:path>
                <a:path w="1131570" h="214629">
                  <a:moveTo>
                    <a:pt x="113157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131570" y="192786"/>
                  </a:lnTo>
                  <a:lnTo>
                    <a:pt x="1131570" y="192024"/>
                  </a:lnTo>
                  <a:close/>
                </a:path>
                <a:path w="1131570" h="214629">
                  <a:moveTo>
                    <a:pt x="113157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131570" y="189738"/>
                  </a:lnTo>
                  <a:lnTo>
                    <a:pt x="1131570" y="188976"/>
                  </a:lnTo>
                  <a:close/>
                </a:path>
                <a:path w="1131570" h="214629">
                  <a:moveTo>
                    <a:pt x="113157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131570" y="186690"/>
                  </a:lnTo>
                  <a:lnTo>
                    <a:pt x="1131570" y="185928"/>
                  </a:lnTo>
                  <a:close/>
                </a:path>
                <a:path w="1131570" h="214629">
                  <a:moveTo>
                    <a:pt x="113157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131570" y="183642"/>
                  </a:lnTo>
                  <a:lnTo>
                    <a:pt x="1131570" y="182880"/>
                  </a:lnTo>
                  <a:close/>
                </a:path>
                <a:path w="1131570" h="214629">
                  <a:moveTo>
                    <a:pt x="113157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131570" y="180594"/>
                  </a:lnTo>
                  <a:lnTo>
                    <a:pt x="1131570" y="179832"/>
                  </a:lnTo>
                  <a:close/>
                </a:path>
                <a:path w="1131570" h="214629">
                  <a:moveTo>
                    <a:pt x="113157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131570" y="177546"/>
                  </a:lnTo>
                  <a:lnTo>
                    <a:pt x="1131570" y="176784"/>
                  </a:lnTo>
                  <a:close/>
                </a:path>
                <a:path w="1131570" h="214629">
                  <a:moveTo>
                    <a:pt x="113157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131570" y="174498"/>
                  </a:lnTo>
                  <a:lnTo>
                    <a:pt x="1131570" y="173736"/>
                  </a:lnTo>
                  <a:close/>
                </a:path>
                <a:path w="1131570" h="214629">
                  <a:moveTo>
                    <a:pt x="113157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131570" y="171450"/>
                  </a:lnTo>
                  <a:lnTo>
                    <a:pt x="1131570" y="170688"/>
                  </a:lnTo>
                  <a:close/>
                </a:path>
                <a:path w="1131570" h="214629">
                  <a:moveTo>
                    <a:pt x="113157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131570" y="168402"/>
                  </a:lnTo>
                  <a:lnTo>
                    <a:pt x="1131570" y="167640"/>
                  </a:lnTo>
                  <a:close/>
                </a:path>
                <a:path w="1131570" h="214629">
                  <a:moveTo>
                    <a:pt x="113157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131570" y="165354"/>
                  </a:lnTo>
                  <a:lnTo>
                    <a:pt x="1131570" y="164592"/>
                  </a:lnTo>
                  <a:close/>
                </a:path>
                <a:path w="1131570" h="214629">
                  <a:moveTo>
                    <a:pt x="113157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131570" y="162306"/>
                  </a:lnTo>
                  <a:lnTo>
                    <a:pt x="1131570" y="161544"/>
                  </a:lnTo>
                  <a:close/>
                </a:path>
                <a:path w="1131570" h="214629">
                  <a:moveTo>
                    <a:pt x="113157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131570" y="159258"/>
                  </a:lnTo>
                  <a:lnTo>
                    <a:pt x="1131570" y="158496"/>
                  </a:lnTo>
                  <a:close/>
                </a:path>
                <a:path w="1131570" h="214629">
                  <a:moveTo>
                    <a:pt x="113157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131570" y="156210"/>
                  </a:lnTo>
                  <a:lnTo>
                    <a:pt x="1131570" y="155448"/>
                  </a:lnTo>
                  <a:close/>
                </a:path>
                <a:path w="1131570" h="214629">
                  <a:moveTo>
                    <a:pt x="113157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131570" y="153162"/>
                  </a:lnTo>
                  <a:lnTo>
                    <a:pt x="1131570" y="152400"/>
                  </a:lnTo>
                  <a:close/>
                </a:path>
                <a:path w="1131570" h="214629">
                  <a:moveTo>
                    <a:pt x="113157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131570" y="150114"/>
                  </a:lnTo>
                  <a:lnTo>
                    <a:pt x="1131570" y="149352"/>
                  </a:lnTo>
                  <a:close/>
                </a:path>
                <a:path w="1131570" h="214629">
                  <a:moveTo>
                    <a:pt x="113157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131570" y="147066"/>
                  </a:lnTo>
                  <a:lnTo>
                    <a:pt x="1131570" y="146304"/>
                  </a:lnTo>
                  <a:close/>
                </a:path>
                <a:path w="1131570" h="214629">
                  <a:moveTo>
                    <a:pt x="113157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131570" y="144018"/>
                  </a:lnTo>
                  <a:lnTo>
                    <a:pt x="1131570" y="143256"/>
                  </a:lnTo>
                  <a:close/>
                </a:path>
                <a:path w="1131570" h="214629">
                  <a:moveTo>
                    <a:pt x="113157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131570" y="140970"/>
                  </a:lnTo>
                  <a:lnTo>
                    <a:pt x="1131570" y="140208"/>
                  </a:lnTo>
                  <a:close/>
                </a:path>
                <a:path w="1131570" h="214629">
                  <a:moveTo>
                    <a:pt x="113157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131570" y="137922"/>
                  </a:lnTo>
                  <a:lnTo>
                    <a:pt x="1131570" y="137160"/>
                  </a:lnTo>
                  <a:close/>
                </a:path>
                <a:path w="1131570" h="214629">
                  <a:moveTo>
                    <a:pt x="113157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131570" y="134874"/>
                  </a:lnTo>
                  <a:lnTo>
                    <a:pt x="1131570" y="134112"/>
                  </a:lnTo>
                  <a:close/>
                </a:path>
                <a:path w="1131570" h="214629">
                  <a:moveTo>
                    <a:pt x="113157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131570" y="131826"/>
                  </a:lnTo>
                  <a:lnTo>
                    <a:pt x="1131570" y="131064"/>
                  </a:lnTo>
                  <a:close/>
                </a:path>
                <a:path w="1131570" h="214629">
                  <a:moveTo>
                    <a:pt x="113157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131570" y="128778"/>
                  </a:lnTo>
                  <a:lnTo>
                    <a:pt x="1131570" y="128016"/>
                  </a:lnTo>
                  <a:close/>
                </a:path>
                <a:path w="1131570" h="214629">
                  <a:moveTo>
                    <a:pt x="113157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131570" y="125730"/>
                  </a:lnTo>
                  <a:lnTo>
                    <a:pt x="1131570" y="124968"/>
                  </a:lnTo>
                  <a:close/>
                </a:path>
                <a:path w="1131570" h="214629">
                  <a:moveTo>
                    <a:pt x="113157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131570" y="122682"/>
                  </a:lnTo>
                  <a:lnTo>
                    <a:pt x="1131570" y="121920"/>
                  </a:lnTo>
                  <a:close/>
                </a:path>
                <a:path w="1131570" h="214629">
                  <a:moveTo>
                    <a:pt x="113157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131570" y="119634"/>
                  </a:lnTo>
                  <a:lnTo>
                    <a:pt x="1131570" y="118872"/>
                  </a:lnTo>
                  <a:close/>
                </a:path>
                <a:path w="1131570" h="214629">
                  <a:moveTo>
                    <a:pt x="113157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131570" y="116586"/>
                  </a:lnTo>
                  <a:lnTo>
                    <a:pt x="1131570" y="115824"/>
                  </a:lnTo>
                  <a:close/>
                </a:path>
                <a:path w="1131570" h="214629">
                  <a:moveTo>
                    <a:pt x="113157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131570" y="113538"/>
                  </a:lnTo>
                  <a:lnTo>
                    <a:pt x="1131570" y="112776"/>
                  </a:lnTo>
                  <a:close/>
                </a:path>
                <a:path w="1131570" h="214629">
                  <a:moveTo>
                    <a:pt x="113157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131570" y="110490"/>
                  </a:lnTo>
                  <a:lnTo>
                    <a:pt x="1131570" y="109728"/>
                  </a:lnTo>
                  <a:close/>
                </a:path>
                <a:path w="1131570" h="214629">
                  <a:moveTo>
                    <a:pt x="113157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131570" y="107442"/>
                  </a:lnTo>
                  <a:lnTo>
                    <a:pt x="1131570" y="106680"/>
                  </a:lnTo>
                  <a:close/>
                </a:path>
                <a:path w="1131570" h="214629">
                  <a:moveTo>
                    <a:pt x="113157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131570" y="104394"/>
                  </a:lnTo>
                  <a:lnTo>
                    <a:pt x="1131570" y="103632"/>
                  </a:lnTo>
                  <a:close/>
                </a:path>
                <a:path w="1131570" h="214629">
                  <a:moveTo>
                    <a:pt x="113157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131570" y="101346"/>
                  </a:lnTo>
                  <a:lnTo>
                    <a:pt x="1131570" y="100584"/>
                  </a:lnTo>
                  <a:close/>
                </a:path>
                <a:path w="1131570" h="214629">
                  <a:moveTo>
                    <a:pt x="113157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131570" y="98298"/>
                  </a:lnTo>
                  <a:lnTo>
                    <a:pt x="1131570" y="97536"/>
                  </a:lnTo>
                  <a:close/>
                </a:path>
                <a:path w="1131570" h="214629">
                  <a:moveTo>
                    <a:pt x="113157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131570" y="95250"/>
                  </a:lnTo>
                  <a:lnTo>
                    <a:pt x="1131570" y="94488"/>
                  </a:lnTo>
                  <a:close/>
                </a:path>
                <a:path w="1131570" h="214629">
                  <a:moveTo>
                    <a:pt x="113157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131570" y="92202"/>
                  </a:lnTo>
                  <a:lnTo>
                    <a:pt x="1131570" y="91440"/>
                  </a:lnTo>
                  <a:close/>
                </a:path>
                <a:path w="1131570" h="214629">
                  <a:moveTo>
                    <a:pt x="113157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131570" y="89154"/>
                  </a:lnTo>
                  <a:lnTo>
                    <a:pt x="1131570" y="88392"/>
                  </a:lnTo>
                  <a:close/>
                </a:path>
                <a:path w="1131570" h="214629">
                  <a:moveTo>
                    <a:pt x="113157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131570" y="86106"/>
                  </a:lnTo>
                  <a:lnTo>
                    <a:pt x="1131570" y="85344"/>
                  </a:lnTo>
                  <a:close/>
                </a:path>
                <a:path w="1131570" h="214629">
                  <a:moveTo>
                    <a:pt x="113157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131570" y="83058"/>
                  </a:lnTo>
                  <a:lnTo>
                    <a:pt x="1131570" y="82296"/>
                  </a:lnTo>
                  <a:close/>
                </a:path>
                <a:path w="1131570" h="214629">
                  <a:moveTo>
                    <a:pt x="113157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131570" y="80010"/>
                  </a:lnTo>
                  <a:lnTo>
                    <a:pt x="1131570" y="79248"/>
                  </a:lnTo>
                  <a:close/>
                </a:path>
                <a:path w="1131570" h="214629">
                  <a:moveTo>
                    <a:pt x="113157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131570" y="76962"/>
                  </a:lnTo>
                  <a:lnTo>
                    <a:pt x="1131570" y="76200"/>
                  </a:lnTo>
                  <a:close/>
                </a:path>
                <a:path w="1131570" h="214629">
                  <a:moveTo>
                    <a:pt x="113157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131570" y="73914"/>
                  </a:lnTo>
                  <a:lnTo>
                    <a:pt x="1131570" y="73152"/>
                  </a:lnTo>
                  <a:close/>
                </a:path>
                <a:path w="1131570" h="214629">
                  <a:moveTo>
                    <a:pt x="113157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131570" y="70866"/>
                  </a:lnTo>
                  <a:lnTo>
                    <a:pt x="1131570" y="70104"/>
                  </a:lnTo>
                  <a:close/>
                </a:path>
                <a:path w="1131570" h="214629">
                  <a:moveTo>
                    <a:pt x="113157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131570" y="67818"/>
                  </a:lnTo>
                  <a:lnTo>
                    <a:pt x="1131570" y="67056"/>
                  </a:lnTo>
                  <a:close/>
                </a:path>
                <a:path w="1131570" h="214629">
                  <a:moveTo>
                    <a:pt x="113157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131570" y="64770"/>
                  </a:lnTo>
                  <a:lnTo>
                    <a:pt x="1131570" y="64008"/>
                  </a:lnTo>
                  <a:close/>
                </a:path>
                <a:path w="1131570" h="214629">
                  <a:moveTo>
                    <a:pt x="113157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131570" y="61722"/>
                  </a:lnTo>
                  <a:lnTo>
                    <a:pt x="1131570" y="60960"/>
                  </a:lnTo>
                  <a:close/>
                </a:path>
                <a:path w="1131570" h="214629">
                  <a:moveTo>
                    <a:pt x="113157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131570" y="58674"/>
                  </a:lnTo>
                  <a:lnTo>
                    <a:pt x="1131570" y="57912"/>
                  </a:lnTo>
                  <a:close/>
                </a:path>
                <a:path w="1131570" h="214629">
                  <a:moveTo>
                    <a:pt x="113157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131570" y="55626"/>
                  </a:lnTo>
                  <a:lnTo>
                    <a:pt x="1131570" y="54864"/>
                  </a:lnTo>
                  <a:close/>
                </a:path>
                <a:path w="1131570" h="214629">
                  <a:moveTo>
                    <a:pt x="113157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131570" y="52578"/>
                  </a:lnTo>
                  <a:lnTo>
                    <a:pt x="1131570" y="51816"/>
                  </a:lnTo>
                  <a:close/>
                </a:path>
                <a:path w="1131570" h="214629">
                  <a:moveTo>
                    <a:pt x="113157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131570" y="49530"/>
                  </a:lnTo>
                  <a:lnTo>
                    <a:pt x="1131570" y="48768"/>
                  </a:lnTo>
                  <a:close/>
                </a:path>
                <a:path w="1131570" h="214629">
                  <a:moveTo>
                    <a:pt x="113157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131570" y="46482"/>
                  </a:lnTo>
                  <a:lnTo>
                    <a:pt x="1131570" y="45720"/>
                  </a:lnTo>
                  <a:close/>
                </a:path>
                <a:path w="1131570" h="214629">
                  <a:moveTo>
                    <a:pt x="113157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131570" y="43434"/>
                  </a:lnTo>
                  <a:lnTo>
                    <a:pt x="1131570" y="42672"/>
                  </a:lnTo>
                  <a:close/>
                </a:path>
                <a:path w="1131570" h="214629">
                  <a:moveTo>
                    <a:pt x="113157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131570" y="40386"/>
                  </a:lnTo>
                  <a:lnTo>
                    <a:pt x="1131570" y="39624"/>
                  </a:lnTo>
                  <a:close/>
                </a:path>
                <a:path w="1131570" h="214629">
                  <a:moveTo>
                    <a:pt x="113157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131570" y="37338"/>
                  </a:lnTo>
                  <a:lnTo>
                    <a:pt x="1131570" y="36576"/>
                  </a:lnTo>
                  <a:close/>
                </a:path>
                <a:path w="1131570" h="214629">
                  <a:moveTo>
                    <a:pt x="113157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131570" y="34290"/>
                  </a:lnTo>
                  <a:lnTo>
                    <a:pt x="1131570" y="33528"/>
                  </a:lnTo>
                  <a:close/>
                </a:path>
                <a:path w="1131570" h="214629">
                  <a:moveTo>
                    <a:pt x="113157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131570" y="31242"/>
                  </a:lnTo>
                  <a:lnTo>
                    <a:pt x="1131570" y="30480"/>
                  </a:lnTo>
                  <a:close/>
                </a:path>
                <a:path w="1131570" h="214629">
                  <a:moveTo>
                    <a:pt x="113157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131570" y="28194"/>
                  </a:lnTo>
                  <a:lnTo>
                    <a:pt x="1131570" y="27432"/>
                  </a:lnTo>
                  <a:close/>
                </a:path>
                <a:path w="1131570" h="214629">
                  <a:moveTo>
                    <a:pt x="113157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131570" y="25146"/>
                  </a:lnTo>
                  <a:lnTo>
                    <a:pt x="1131570" y="24384"/>
                  </a:lnTo>
                  <a:close/>
                </a:path>
                <a:path w="1131570" h="214629">
                  <a:moveTo>
                    <a:pt x="113157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131570" y="22098"/>
                  </a:lnTo>
                  <a:lnTo>
                    <a:pt x="1131570" y="21336"/>
                  </a:lnTo>
                  <a:close/>
                </a:path>
                <a:path w="1131570" h="214629">
                  <a:moveTo>
                    <a:pt x="113157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131570" y="19050"/>
                  </a:lnTo>
                  <a:lnTo>
                    <a:pt x="1131570" y="18288"/>
                  </a:lnTo>
                  <a:close/>
                </a:path>
                <a:path w="1131570" h="214629">
                  <a:moveTo>
                    <a:pt x="113157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131570" y="16002"/>
                  </a:lnTo>
                  <a:lnTo>
                    <a:pt x="1131570" y="15240"/>
                  </a:lnTo>
                  <a:close/>
                </a:path>
                <a:path w="1131570" h="214629">
                  <a:moveTo>
                    <a:pt x="113157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131570" y="12954"/>
                  </a:lnTo>
                  <a:lnTo>
                    <a:pt x="1131570" y="12192"/>
                  </a:lnTo>
                  <a:close/>
                </a:path>
                <a:path w="1131570" h="214629">
                  <a:moveTo>
                    <a:pt x="113157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131570" y="9906"/>
                  </a:lnTo>
                  <a:lnTo>
                    <a:pt x="1131570" y="9144"/>
                  </a:lnTo>
                  <a:close/>
                </a:path>
                <a:path w="1131570" h="214629">
                  <a:moveTo>
                    <a:pt x="113157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131570" y="6858"/>
                  </a:lnTo>
                  <a:lnTo>
                    <a:pt x="1131570" y="6096"/>
                  </a:lnTo>
                  <a:close/>
                </a:path>
                <a:path w="1131570" h="214629">
                  <a:moveTo>
                    <a:pt x="113157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131570" y="3810"/>
                  </a:lnTo>
                  <a:lnTo>
                    <a:pt x="1131570" y="3048"/>
                  </a:lnTo>
                  <a:close/>
                </a:path>
                <a:path w="1131570" h="214629">
                  <a:moveTo>
                    <a:pt x="113157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131570" y="762"/>
                  </a:lnTo>
                  <a:lnTo>
                    <a:pt x="113157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763401" y="4613799"/>
              <a:ext cx="1131570" cy="214629"/>
            </a:xfrm>
            <a:custGeom>
              <a:avLst/>
              <a:gdLst/>
              <a:ahLst/>
              <a:cxnLst/>
              <a:rect l="l" t="t" r="r" b="b"/>
              <a:pathLst>
                <a:path w="1131570" h="214629">
                  <a:moveTo>
                    <a:pt x="113157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131570" y="214122"/>
                  </a:lnTo>
                  <a:lnTo>
                    <a:pt x="1131570" y="213360"/>
                  </a:lnTo>
                  <a:close/>
                </a:path>
                <a:path w="1131570" h="214629">
                  <a:moveTo>
                    <a:pt x="113157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131570" y="211074"/>
                  </a:lnTo>
                  <a:lnTo>
                    <a:pt x="1131570" y="210312"/>
                  </a:lnTo>
                  <a:close/>
                </a:path>
                <a:path w="1131570" h="214629">
                  <a:moveTo>
                    <a:pt x="113157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131570" y="208026"/>
                  </a:lnTo>
                  <a:lnTo>
                    <a:pt x="1131570" y="207264"/>
                  </a:lnTo>
                  <a:close/>
                </a:path>
                <a:path w="1131570" h="214629">
                  <a:moveTo>
                    <a:pt x="113157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131570" y="204978"/>
                  </a:lnTo>
                  <a:lnTo>
                    <a:pt x="1131570" y="204216"/>
                  </a:lnTo>
                  <a:close/>
                </a:path>
                <a:path w="1131570" h="214629">
                  <a:moveTo>
                    <a:pt x="113157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131570" y="201930"/>
                  </a:lnTo>
                  <a:lnTo>
                    <a:pt x="1131570" y="201168"/>
                  </a:lnTo>
                  <a:close/>
                </a:path>
                <a:path w="1131570" h="214629">
                  <a:moveTo>
                    <a:pt x="113157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131570" y="198882"/>
                  </a:lnTo>
                  <a:lnTo>
                    <a:pt x="1131570" y="198120"/>
                  </a:lnTo>
                  <a:close/>
                </a:path>
                <a:path w="1131570" h="214629">
                  <a:moveTo>
                    <a:pt x="113157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131570" y="195834"/>
                  </a:lnTo>
                  <a:lnTo>
                    <a:pt x="1131570" y="195072"/>
                  </a:lnTo>
                  <a:close/>
                </a:path>
                <a:path w="1131570" h="214629">
                  <a:moveTo>
                    <a:pt x="113157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131570" y="192786"/>
                  </a:lnTo>
                  <a:lnTo>
                    <a:pt x="1131570" y="192024"/>
                  </a:lnTo>
                  <a:close/>
                </a:path>
                <a:path w="1131570" h="214629">
                  <a:moveTo>
                    <a:pt x="113157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131570" y="189738"/>
                  </a:lnTo>
                  <a:lnTo>
                    <a:pt x="1131570" y="188976"/>
                  </a:lnTo>
                  <a:close/>
                </a:path>
                <a:path w="1131570" h="214629">
                  <a:moveTo>
                    <a:pt x="113157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131570" y="186690"/>
                  </a:lnTo>
                  <a:lnTo>
                    <a:pt x="1131570" y="185928"/>
                  </a:lnTo>
                  <a:close/>
                </a:path>
                <a:path w="1131570" h="214629">
                  <a:moveTo>
                    <a:pt x="113157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131570" y="183642"/>
                  </a:lnTo>
                  <a:lnTo>
                    <a:pt x="1131570" y="182880"/>
                  </a:lnTo>
                  <a:close/>
                </a:path>
                <a:path w="1131570" h="214629">
                  <a:moveTo>
                    <a:pt x="113157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131570" y="180594"/>
                  </a:lnTo>
                  <a:lnTo>
                    <a:pt x="1131570" y="179832"/>
                  </a:lnTo>
                  <a:close/>
                </a:path>
                <a:path w="1131570" h="214629">
                  <a:moveTo>
                    <a:pt x="113157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131570" y="177546"/>
                  </a:lnTo>
                  <a:lnTo>
                    <a:pt x="1131570" y="176784"/>
                  </a:lnTo>
                  <a:close/>
                </a:path>
                <a:path w="1131570" h="214629">
                  <a:moveTo>
                    <a:pt x="113157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131570" y="174498"/>
                  </a:lnTo>
                  <a:lnTo>
                    <a:pt x="1131570" y="173736"/>
                  </a:lnTo>
                  <a:close/>
                </a:path>
                <a:path w="1131570" h="214629">
                  <a:moveTo>
                    <a:pt x="113157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131570" y="171450"/>
                  </a:lnTo>
                  <a:lnTo>
                    <a:pt x="1131570" y="170688"/>
                  </a:lnTo>
                  <a:close/>
                </a:path>
                <a:path w="1131570" h="214629">
                  <a:moveTo>
                    <a:pt x="113157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131570" y="168402"/>
                  </a:lnTo>
                  <a:lnTo>
                    <a:pt x="1131570" y="167640"/>
                  </a:lnTo>
                  <a:close/>
                </a:path>
                <a:path w="1131570" h="214629">
                  <a:moveTo>
                    <a:pt x="113157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131570" y="165354"/>
                  </a:lnTo>
                  <a:lnTo>
                    <a:pt x="1131570" y="164592"/>
                  </a:lnTo>
                  <a:close/>
                </a:path>
                <a:path w="1131570" h="214629">
                  <a:moveTo>
                    <a:pt x="113157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131570" y="162306"/>
                  </a:lnTo>
                  <a:lnTo>
                    <a:pt x="1131570" y="161544"/>
                  </a:lnTo>
                  <a:close/>
                </a:path>
                <a:path w="1131570" h="214629">
                  <a:moveTo>
                    <a:pt x="113157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131570" y="159258"/>
                  </a:lnTo>
                  <a:lnTo>
                    <a:pt x="1131570" y="158496"/>
                  </a:lnTo>
                  <a:close/>
                </a:path>
                <a:path w="1131570" h="214629">
                  <a:moveTo>
                    <a:pt x="113157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131570" y="156210"/>
                  </a:lnTo>
                  <a:lnTo>
                    <a:pt x="1131570" y="155448"/>
                  </a:lnTo>
                  <a:close/>
                </a:path>
                <a:path w="1131570" h="214629">
                  <a:moveTo>
                    <a:pt x="113157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131570" y="153162"/>
                  </a:lnTo>
                  <a:lnTo>
                    <a:pt x="1131570" y="152400"/>
                  </a:lnTo>
                  <a:close/>
                </a:path>
                <a:path w="1131570" h="214629">
                  <a:moveTo>
                    <a:pt x="113157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131570" y="150114"/>
                  </a:lnTo>
                  <a:lnTo>
                    <a:pt x="1131570" y="149352"/>
                  </a:lnTo>
                  <a:close/>
                </a:path>
                <a:path w="1131570" h="214629">
                  <a:moveTo>
                    <a:pt x="113157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131570" y="147066"/>
                  </a:lnTo>
                  <a:lnTo>
                    <a:pt x="1131570" y="146304"/>
                  </a:lnTo>
                  <a:close/>
                </a:path>
                <a:path w="1131570" h="214629">
                  <a:moveTo>
                    <a:pt x="113157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131570" y="144018"/>
                  </a:lnTo>
                  <a:lnTo>
                    <a:pt x="1131570" y="143256"/>
                  </a:lnTo>
                  <a:close/>
                </a:path>
                <a:path w="1131570" h="214629">
                  <a:moveTo>
                    <a:pt x="113157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131570" y="140970"/>
                  </a:lnTo>
                  <a:lnTo>
                    <a:pt x="1131570" y="140208"/>
                  </a:lnTo>
                  <a:close/>
                </a:path>
                <a:path w="1131570" h="214629">
                  <a:moveTo>
                    <a:pt x="113157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131570" y="137922"/>
                  </a:lnTo>
                  <a:lnTo>
                    <a:pt x="1131570" y="137160"/>
                  </a:lnTo>
                  <a:close/>
                </a:path>
                <a:path w="1131570" h="214629">
                  <a:moveTo>
                    <a:pt x="113157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131570" y="134874"/>
                  </a:lnTo>
                  <a:lnTo>
                    <a:pt x="1131570" y="134112"/>
                  </a:lnTo>
                  <a:close/>
                </a:path>
                <a:path w="1131570" h="214629">
                  <a:moveTo>
                    <a:pt x="113157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131570" y="131826"/>
                  </a:lnTo>
                  <a:lnTo>
                    <a:pt x="1131570" y="131064"/>
                  </a:lnTo>
                  <a:close/>
                </a:path>
                <a:path w="1131570" h="214629">
                  <a:moveTo>
                    <a:pt x="113157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131570" y="128778"/>
                  </a:lnTo>
                  <a:lnTo>
                    <a:pt x="1131570" y="128016"/>
                  </a:lnTo>
                  <a:close/>
                </a:path>
                <a:path w="1131570" h="214629">
                  <a:moveTo>
                    <a:pt x="113157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131570" y="125730"/>
                  </a:lnTo>
                  <a:lnTo>
                    <a:pt x="1131570" y="124968"/>
                  </a:lnTo>
                  <a:close/>
                </a:path>
                <a:path w="1131570" h="214629">
                  <a:moveTo>
                    <a:pt x="113157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131570" y="122682"/>
                  </a:lnTo>
                  <a:lnTo>
                    <a:pt x="1131570" y="121920"/>
                  </a:lnTo>
                  <a:close/>
                </a:path>
                <a:path w="1131570" h="214629">
                  <a:moveTo>
                    <a:pt x="113157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131570" y="119634"/>
                  </a:lnTo>
                  <a:lnTo>
                    <a:pt x="1131570" y="118872"/>
                  </a:lnTo>
                  <a:close/>
                </a:path>
                <a:path w="1131570" h="214629">
                  <a:moveTo>
                    <a:pt x="113157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131570" y="116586"/>
                  </a:lnTo>
                  <a:lnTo>
                    <a:pt x="1131570" y="115824"/>
                  </a:lnTo>
                  <a:close/>
                </a:path>
                <a:path w="1131570" h="214629">
                  <a:moveTo>
                    <a:pt x="113157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131570" y="113538"/>
                  </a:lnTo>
                  <a:lnTo>
                    <a:pt x="1131570" y="112776"/>
                  </a:lnTo>
                  <a:close/>
                </a:path>
                <a:path w="1131570" h="214629">
                  <a:moveTo>
                    <a:pt x="113157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131570" y="110490"/>
                  </a:lnTo>
                  <a:lnTo>
                    <a:pt x="1131570" y="109728"/>
                  </a:lnTo>
                  <a:close/>
                </a:path>
                <a:path w="1131570" h="214629">
                  <a:moveTo>
                    <a:pt x="113157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131570" y="107442"/>
                  </a:lnTo>
                  <a:lnTo>
                    <a:pt x="1131570" y="106680"/>
                  </a:lnTo>
                  <a:close/>
                </a:path>
                <a:path w="1131570" h="214629">
                  <a:moveTo>
                    <a:pt x="113157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131570" y="104394"/>
                  </a:lnTo>
                  <a:lnTo>
                    <a:pt x="1131570" y="103632"/>
                  </a:lnTo>
                  <a:close/>
                </a:path>
                <a:path w="1131570" h="214629">
                  <a:moveTo>
                    <a:pt x="113157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131570" y="101346"/>
                  </a:lnTo>
                  <a:lnTo>
                    <a:pt x="1131570" y="100584"/>
                  </a:lnTo>
                  <a:close/>
                </a:path>
                <a:path w="1131570" h="214629">
                  <a:moveTo>
                    <a:pt x="113157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131570" y="98298"/>
                  </a:lnTo>
                  <a:lnTo>
                    <a:pt x="1131570" y="97536"/>
                  </a:lnTo>
                  <a:close/>
                </a:path>
                <a:path w="1131570" h="214629">
                  <a:moveTo>
                    <a:pt x="113157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131570" y="95250"/>
                  </a:lnTo>
                  <a:lnTo>
                    <a:pt x="1131570" y="94488"/>
                  </a:lnTo>
                  <a:close/>
                </a:path>
                <a:path w="1131570" h="214629">
                  <a:moveTo>
                    <a:pt x="113157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131570" y="92202"/>
                  </a:lnTo>
                  <a:lnTo>
                    <a:pt x="1131570" y="91440"/>
                  </a:lnTo>
                  <a:close/>
                </a:path>
                <a:path w="1131570" h="214629">
                  <a:moveTo>
                    <a:pt x="113157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131570" y="89154"/>
                  </a:lnTo>
                  <a:lnTo>
                    <a:pt x="1131570" y="88392"/>
                  </a:lnTo>
                  <a:close/>
                </a:path>
                <a:path w="1131570" h="214629">
                  <a:moveTo>
                    <a:pt x="113157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131570" y="86106"/>
                  </a:lnTo>
                  <a:lnTo>
                    <a:pt x="1131570" y="85344"/>
                  </a:lnTo>
                  <a:close/>
                </a:path>
                <a:path w="1131570" h="214629">
                  <a:moveTo>
                    <a:pt x="113157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131570" y="83058"/>
                  </a:lnTo>
                  <a:lnTo>
                    <a:pt x="1131570" y="82296"/>
                  </a:lnTo>
                  <a:close/>
                </a:path>
                <a:path w="1131570" h="214629">
                  <a:moveTo>
                    <a:pt x="113157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131570" y="80010"/>
                  </a:lnTo>
                  <a:lnTo>
                    <a:pt x="1131570" y="79248"/>
                  </a:lnTo>
                  <a:close/>
                </a:path>
                <a:path w="1131570" h="214629">
                  <a:moveTo>
                    <a:pt x="113157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131570" y="76962"/>
                  </a:lnTo>
                  <a:lnTo>
                    <a:pt x="1131570" y="76200"/>
                  </a:lnTo>
                  <a:close/>
                </a:path>
                <a:path w="1131570" h="214629">
                  <a:moveTo>
                    <a:pt x="113157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131570" y="73914"/>
                  </a:lnTo>
                  <a:lnTo>
                    <a:pt x="1131570" y="73152"/>
                  </a:lnTo>
                  <a:close/>
                </a:path>
                <a:path w="1131570" h="214629">
                  <a:moveTo>
                    <a:pt x="113157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131570" y="70866"/>
                  </a:lnTo>
                  <a:lnTo>
                    <a:pt x="1131570" y="70104"/>
                  </a:lnTo>
                  <a:close/>
                </a:path>
                <a:path w="1131570" h="214629">
                  <a:moveTo>
                    <a:pt x="113157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131570" y="67818"/>
                  </a:lnTo>
                  <a:lnTo>
                    <a:pt x="1131570" y="67056"/>
                  </a:lnTo>
                  <a:close/>
                </a:path>
                <a:path w="1131570" h="214629">
                  <a:moveTo>
                    <a:pt x="113157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131570" y="64770"/>
                  </a:lnTo>
                  <a:lnTo>
                    <a:pt x="1131570" y="64008"/>
                  </a:lnTo>
                  <a:close/>
                </a:path>
                <a:path w="1131570" h="214629">
                  <a:moveTo>
                    <a:pt x="113157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131570" y="61722"/>
                  </a:lnTo>
                  <a:lnTo>
                    <a:pt x="1131570" y="60960"/>
                  </a:lnTo>
                  <a:close/>
                </a:path>
                <a:path w="1131570" h="214629">
                  <a:moveTo>
                    <a:pt x="113157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131570" y="58674"/>
                  </a:lnTo>
                  <a:lnTo>
                    <a:pt x="1131570" y="57912"/>
                  </a:lnTo>
                  <a:close/>
                </a:path>
                <a:path w="1131570" h="214629">
                  <a:moveTo>
                    <a:pt x="113157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131570" y="55626"/>
                  </a:lnTo>
                  <a:lnTo>
                    <a:pt x="1131570" y="54864"/>
                  </a:lnTo>
                  <a:close/>
                </a:path>
                <a:path w="1131570" h="214629">
                  <a:moveTo>
                    <a:pt x="113157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131570" y="52578"/>
                  </a:lnTo>
                  <a:lnTo>
                    <a:pt x="1131570" y="51816"/>
                  </a:lnTo>
                  <a:close/>
                </a:path>
                <a:path w="1131570" h="214629">
                  <a:moveTo>
                    <a:pt x="113157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131570" y="49530"/>
                  </a:lnTo>
                  <a:lnTo>
                    <a:pt x="1131570" y="48768"/>
                  </a:lnTo>
                  <a:close/>
                </a:path>
                <a:path w="1131570" h="214629">
                  <a:moveTo>
                    <a:pt x="113157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131570" y="46482"/>
                  </a:lnTo>
                  <a:lnTo>
                    <a:pt x="1131570" y="45720"/>
                  </a:lnTo>
                  <a:close/>
                </a:path>
                <a:path w="1131570" h="214629">
                  <a:moveTo>
                    <a:pt x="113157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131570" y="43434"/>
                  </a:lnTo>
                  <a:lnTo>
                    <a:pt x="1131570" y="42672"/>
                  </a:lnTo>
                  <a:close/>
                </a:path>
                <a:path w="1131570" h="214629">
                  <a:moveTo>
                    <a:pt x="113157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131570" y="40386"/>
                  </a:lnTo>
                  <a:lnTo>
                    <a:pt x="1131570" y="39624"/>
                  </a:lnTo>
                  <a:close/>
                </a:path>
                <a:path w="1131570" h="214629">
                  <a:moveTo>
                    <a:pt x="113157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131570" y="37338"/>
                  </a:lnTo>
                  <a:lnTo>
                    <a:pt x="1131570" y="36576"/>
                  </a:lnTo>
                  <a:close/>
                </a:path>
                <a:path w="1131570" h="214629">
                  <a:moveTo>
                    <a:pt x="113157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131570" y="34290"/>
                  </a:lnTo>
                  <a:lnTo>
                    <a:pt x="1131570" y="33528"/>
                  </a:lnTo>
                  <a:close/>
                </a:path>
                <a:path w="1131570" h="214629">
                  <a:moveTo>
                    <a:pt x="113157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131570" y="31242"/>
                  </a:lnTo>
                  <a:lnTo>
                    <a:pt x="1131570" y="30480"/>
                  </a:lnTo>
                  <a:close/>
                </a:path>
                <a:path w="1131570" h="214629">
                  <a:moveTo>
                    <a:pt x="113157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131570" y="28194"/>
                  </a:lnTo>
                  <a:lnTo>
                    <a:pt x="1131570" y="27432"/>
                  </a:lnTo>
                  <a:close/>
                </a:path>
                <a:path w="1131570" h="214629">
                  <a:moveTo>
                    <a:pt x="113157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131570" y="25146"/>
                  </a:lnTo>
                  <a:lnTo>
                    <a:pt x="1131570" y="24384"/>
                  </a:lnTo>
                  <a:close/>
                </a:path>
                <a:path w="1131570" h="214629">
                  <a:moveTo>
                    <a:pt x="113157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131570" y="22098"/>
                  </a:lnTo>
                  <a:lnTo>
                    <a:pt x="1131570" y="21336"/>
                  </a:lnTo>
                  <a:close/>
                </a:path>
                <a:path w="1131570" h="214629">
                  <a:moveTo>
                    <a:pt x="113157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131570" y="19050"/>
                  </a:lnTo>
                  <a:lnTo>
                    <a:pt x="1131570" y="18288"/>
                  </a:lnTo>
                  <a:close/>
                </a:path>
                <a:path w="1131570" h="214629">
                  <a:moveTo>
                    <a:pt x="113157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131570" y="16002"/>
                  </a:lnTo>
                  <a:lnTo>
                    <a:pt x="1131570" y="15240"/>
                  </a:lnTo>
                  <a:close/>
                </a:path>
                <a:path w="1131570" h="214629">
                  <a:moveTo>
                    <a:pt x="113157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131570" y="12954"/>
                  </a:lnTo>
                  <a:lnTo>
                    <a:pt x="1131570" y="12192"/>
                  </a:lnTo>
                  <a:close/>
                </a:path>
                <a:path w="1131570" h="214629">
                  <a:moveTo>
                    <a:pt x="113157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131570" y="9906"/>
                  </a:lnTo>
                  <a:lnTo>
                    <a:pt x="1131570" y="9144"/>
                  </a:lnTo>
                  <a:close/>
                </a:path>
                <a:path w="1131570" h="214629">
                  <a:moveTo>
                    <a:pt x="113157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131570" y="6858"/>
                  </a:lnTo>
                  <a:lnTo>
                    <a:pt x="1131570" y="6096"/>
                  </a:lnTo>
                  <a:close/>
                </a:path>
                <a:path w="1131570" h="214629">
                  <a:moveTo>
                    <a:pt x="113157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131570" y="3810"/>
                  </a:lnTo>
                  <a:lnTo>
                    <a:pt x="1131570" y="3048"/>
                  </a:lnTo>
                  <a:close/>
                </a:path>
                <a:path w="1131570" h="214629">
                  <a:moveTo>
                    <a:pt x="113157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131570" y="762"/>
                  </a:lnTo>
                  <a:lnTo>
                    <a:pt x="113157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763401" y="4827159"/>
              <a:ext cx="1131570" cy="214629"/>
            </a:xfrm>
            <a:custGeom>
              <a:avLst/>
              <a:gdLst/>
              <a:ahLst/>
              <a:cxnLst/>
              <a:rect l="l" t="t" r="r" b="b"/>
              <a:pathLst>
                <a:path w="1131570" h="214629">
                  <a:moveTo>
                    <a:pt x="113157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131570" y="214122"/>
                  </a:lnTo>
                  <a:lnTo>
                    <a:pt x="1131570" y="213360"/>
                  </a:lnTo>
                  <a:close/>
                </a:path>
                <a:path w="1131570" h="214629">
                  <a:moveTo>
                    <a:pt x="113157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131570" y="211074"/>
                  </a:lnTo>
                  <a:lnTo>
                    <a:pt x="1131570" y="210312"/>
                  </a:lnTo>
                  <a:close/>
                </a:path>
                <a:path w="1131570" h="214629">
                  <a:moveTo>
                    <a:pt x="113157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131570" y="208026"/>
                  </a:lnTo>
                  <a:lnTo>
                    <a:pt x="1131570" y="207264"/>
                  </a:lnTo>
                  <a:close/>
                </a:path>
                <a:path w="1131570" h="214629">
                  <a:moveTo>
                    <a:pt x="113157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131570" y="204978"/>
                  </a:lnTo>
                  <a:lnTo>
                    <a:pt x="1131570" y="204216"/>
                  </a:lnTo>
                  <a:close/>
                </a:path>
                <a:path w="1131570" h="214629">
                  <a:moveTo>
                    <a:pt x="113157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131570" y="201930"/>
                  </a:lnTo>
                  <a:lnTo>
                    <a:pt x="1131570" y="201168"/>
                  </a:lnTo>
                  <a:close/>
                </a:path>
                <a:path w="1131570" h="214629">
                  <a:moveTo>
                    <a:pt x="113157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131570" y="198882"/>
                  </a:lnTo>
                  <a:lnTo>
                    <a:pt x="1131570" y="198120"/>
                  </a:lnTo>
                  <a:close/>
                </a:path>
                <a:path w="1131570" h="214629">
                  <a:moveTo>
                    <a:pt x="113157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131570" y="195834"/>
                  </a:lnTo>
                  <a:lnTo>
                    <a:pt x="1131570" y="195072"/>
                  </a:lnTo>
                  <a:close/>
                </a:path>
                <a:path w="1131570" h="214629">
                  <a:moveTo>
                    <a:pt x="113157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131570" y="192786"/>
                  </a:lnTo>
                  <a:lnTo>
                    <a:pt x="1131570" y="192024"/>
                  </a:lnTo>
                  <a:close/>
                </a:path>
                <a:path w="1131570" h="214629">
                  <a:moveTo>
                    <a:pt x="113157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131570" y="189738"/>
                  </a:lnTo>
                  <a:lnTo>
                    <a:pt x="1131570" y="188976"/>
                  </a:lnTo>
                  <a:close/>
                </a:path>
                <a:path w="1131570" h="214629">
                  <a:moveTo>
                    <a:pt x="113157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131570" y="186690"/>
                  </a:lnTo>
                  <a:lnTo>
                    <a:pt x="1131570" y="185928"/>
                  </a:lnTo>
                  <a:close/>
                </a:path>
                <a:path w="1131570" h="214629">
                  <a:moveTo>
                    <a:pt x="113157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131570" y="183642"/>
                  </a:lnTo>
                  <a:lnTo>
                    <a:pt x="1131570" y="182880"/>
                  </a:lnTo>
                  <a:close/>
                </a:path>
                <a:path w="1131570" h="214629">
                  <a:moveTo>
                    <a:pt x="113157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131570" y="180594"/>
                  </a:lnTo>
                  <a:lnTo>
                    <a:pt x="1131570" y="179832"/>
                  </a:lnTo>
                  <a:close/>
                </a:path>
                <a:path w="1131570" h="214629">
                  <a:moveTo>
                    <a:pt x="113157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131570" y="177546"/>
                  </a:lnTo>
                  <a:lnTo>
                    <a:pt x="1131570" y="176784"/>
                  </a:lnTo>
                  <a:close/>
                </a:path>
                <a:path w="1131570" h="214629">
                  <a:moveTo>
                    <a:pt x="113157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131570" y="174498"/>
                  </a:lnTo>
                  <a:lnTo>
                    <a:pt x="1131570" y="173736"/>
                  </a:lnTo>
                  <a:close/>
                </a:path>
                <a:path w="1131570" h="214629">
                  <a:moveTo>
                    <a:pt x="113157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131570" y="171450"/>
                  </a:lnTo>
                  <a:lnTo>
                    <a:pt x="1131570" y="170688"/>
                  </a:lnTo>
                  <a:close/>
                </a:path>
                <a:path w="1131570" h="214629">
                  <a:moveTo>
                    <a:pt x="113157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131570" y="168402"/>
                  </a:lnTo>
                  <a:lnTo>
                    <a:pt x="1131570" y="167640"/>
                  </a:lnTo>
                  <a:close/>
                </a:path>
                <a:path w="1131570" h="214629">
                  <a:moveTo>
                    <a:pt x="113157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131570" y="165354"/>
                  </a:lnTo>
                  <a:lnTo>
                    <a:pt x="1131570" y="164592"/>
                  </a:lnTo>
                  <a:close/>
                </a:path>
                <a:path w="1131570" h="214629">
                  <a:moveTo>
                    <a:pt x="113157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131570" y="162306"/>
                  </a:lnTo>
                  <a:lnTo>
                    <a:pt x="1131570" y="161544"/>
                  </a:lnTo>
                  <a:close/>
                </a:path>
                <a:path w="1131570" h="214629">
                  <a:moveTo>
                    <a:pt x="113157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131570" y="159258"/>
                  </a:lnTo>
                  <a:lnTo>
                    <a:pt x="1131570" y="158496"/>
                  </a:lnTo>
                  <a:close/>
                </a:path>
                <a:path w="1131570" h="214629">
                  <a:moveTo>
                    <a:pt x="113157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131570" y="156210"/>
                  </a:lnTo>
                  <a:lnTo>
                    <a:pt x="1131570" y="155448"/>
                  </a:lnTo>
                  <a:close/>
                </a:path>
                <a:path w="1131570" h="214629">
                  <a:moveTo>
                    <a:pt x="113157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131570" y="153162"/>
                  </a:lnTo>
                  <a:lnTo>
                    <a:pt x="1131570" y="152400"/>
                  </a:lnTo>
                  <a:close/>
                </a:path>
                <a:path w="1131570" h="214629">
                  <a:moveTo>
                    <a:pt x="113157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131570" y="150114"/>
                  </a:lnTo>
                  <a:lnTo>
                    <a:pt x="1131570" y="149352"/>
                  </a:lnTo>
                  <a:close/>
                </a:path>
                <a:path w="1131570" h="214629">
                  <a:moveTo>
                    <a:pt x="113157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131570" y="147066"/>
                  </a:lnTo>
                  <a:lnTo>
                    <a:pt x="1131570" y="146304"/>
                  </a:lnTo>
                  <a:close/>
                </a:path>
                <a:path w="1131570" h="214629">
                  <a:moveTo>
                    <a:pt x="113157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131570" y="144018"/>
                  </a:lnTo>
                  <a:lnTo>
                    <a:pt x="1131570" y="143256"/>
                  </a:lnTo>
                  <a:close/>
                </a:path>
                <a:path w="1131570" h="214629">
                  <a:moveTo>
                    <a:pt x="113157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131570" y="140970"/>
                  </a:lnTo>
                  <a:lnTo>
                    <a:pt x="1131570" y="140208"/>
                  </a:lnTo>
                  <a:close/>
                </a:path>
                <a:path w="1131570" h="214629">
                  <a:moveTo>
                    <a:pt x="113157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131570" y="137922"/>
                  </a:lnTo>
                  <a:lnTo>
                    <a:pt x="1131570" y="137160"/>
                  </a:lnTo>
                  <a:close/>
                </a:path>
                <a:path w="1131570" h="214629">
                  <a:moveTo>
                    <a:pt x="113157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131570" y="134874"/>
                  </a:lnTo>
                  <a:lnTo>
                    <a:pt x="1131570" y="134112"/>
                  </a:lnTo>
                  <a:close/>
                </a:path>
                <a:path w="1131570" h="214629">
                  <a:moveTo>
                    <a:pt x="113157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131570" y="131826"/>
                  </a:lnTo>
                  <a:lnTo>
                    <a:pt x="1131570" y="131064"/>
                  </a:lnTo>
                  <a:close/>
                </a:path>
                <a:path w="1131570" h="214629">
                  <a:moveTo>
                    <a:pt x="113157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131570" y="128778"/>
                  </a:lnTo>
                  <a:lnTo>
                    <a:pt x="1131570" y="128016"/>
                  </a:lnTo>
                  <a:close/>
                </a:path>
                <a:path w="1131570" h="214629">
                  <a:moveTo>
                    <a:pt x="113157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131570" y="125730"/>
                  </a:lnTo>
                  <a:lnTo>
                    <a:pt x="1131570" y="124968"/>
                  </a:lnTo>
                  <a:close/>
                </a:path>
                <a:path w="1131570" h="214629">
                  <a:moveTo>
                    <a:pt x="113157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131570" y="122682"/>
                  </a:lnTo>
                  <a:lnTo>
                    <a:pt x="1131570" y="121920"/>
                  </a:lnTo>
                  <a:close/>
                </a:path>
                <a:path w="1131570" h="214629">
                  <a:moveTo>
                    <a:pt x="113157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131570" y="119634"/>
                  </a:lnTo>
                  <a:lnTo>
                    <a:pt x="1131570" y="118872"/>
                  </a:lnTo>
                  <a:close/>
                </a:path>
                <a:path w="1131570" h="214629">
                  <a:moveTo>
                    <a:pt x="113157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131570" y="116586"/>
                  </a:lnTo>
                  <a:lnTo>
                    <a:pt x="1131570" y="115824"/>
                  </a:lnTo>
                  <a:close/>
                </a:path>
                <a:path w="1131570" h="214629">
                  <a:moveTo>
                    <a:pt x="113157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131570" y="113538"/>
                  </a:lnTo>
                  <a:lnTo>
                    <a:pt x="1131570" y="112776"/>
                  </a:lnTo>
                  <a:close/>
                </a:path>
                <a:path w="1131570" h="214629">
                  <a:moveTo>
                    <a:pt x="113157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131570" y="110490"/>
                  </a:lnTo>
                  <a:lnTo>
                    <a:pt x="1131570" y="109728"/>
                  </a:lnTo>
                  <a:close/>
                </a:path>
                <a:path w="1131570" h="214629">
                  <a:moveTo>
                    <a:pt x="113157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131570" y="107442"/>
                  </a:lnTo>
                  <a:lnTo>
                    <a:pt x="1131570" y="106680"/>
                  </a:lnTo>
                  <a:close/>
                </a:path>
                <a:path w="1131570" h="214629">
                  <a:moveTo>
                    <a:pt x="113157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131570" y="104394"/>
                  </a:lnTo>
                  <a:lnTo>
                    <a:pt x="1131570" y="103632"/>
                  </a:lnTo>
                  <a:close/>
                </a:path>
                <a:path w="1131570" h="214629">
                  <a:moveTo>
                    <a:pt x="113157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131570" y="101346"/>
                  </a:lnTo>
                  <a:lnTo>
                    <a:pt x="1131570" y="100584"/>
                  </a:lnTo>
                  <a:close/>
                </a:path>
                <a:path w="1131570" h="214629">
                  <a:moveTo>
                    <a:pt x="113157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131570" y="98298"/>
                  </a:lnTo>
                  <a:lnTo>
                    <a:pt x="1131570" y="97536"/>
                  </a:lnTo>
                  <a:close/>
                </a:path>
                <a:path w="1131570" h="214629">
                  <a:moveTo>
                    <a:pt x="113157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131570" y="95250"/>
                  </a:lnTo>
                  <a:lnTo>
                    <a:pt x="1131570" y="94488"/>
                  </a:lnTo>
                  <a:close/>
                </a:path>
                <a:path w="1131570" h="214629">
                  <a:moveTo>
                    <a:pt x="113157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131570" y="92202"/>
                  </a:lnTo>
                  <a:lnTo>
                    <a:pt x="1131570" y="91440"/>
                  </a:lnTo>
                  <a:close/>
                </a:path>
                <a:path w="1131570" h="214629">
                  <a:moveTo>
                    <a:pt x="113157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131570" y="89154"/>
                  </a:lnTo>
                  <a:lnTo>
                    <a:pt x="1131570" y="88392"/>
                  </a:lnTo>
                  <a:close/>
                </a:path>
                <a:path w="1131570" h="214629">
                  <a:moveTo>
                    <a:pt x="113157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131570" y="86106"/>
                  </a:lnTo>
                  <a:lnTo>
                    <a:pt x="1131570" y="85344"/>
                  </a:lnTo>
                  <a:close/>
                </a:path>
                <a:path w="1131570" h="214629">
                  <a:moveTo>
                    <a:pt x="113157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131570" y="83058"/>
                  </a:lnTo>
                  <a:lnTo>
                    <a:pt x="1131570" y="82296"/>
                  </a:lnTo>
                  <a:close/>
                </a:path>
                <a:path w="1131570" h="214629">
                  <a:moveTo>
                    <a:pt x="113157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131570" y="80010"/>
                  </a:lnTo>
                  <a:lnTo>
                    <a:pt x="1131570" y="79248"/>
                  </a:lnTo>
                  <a:close/>
                </a:path>
                <a:path w="1131570" h="214629">
                  <a:moveTo>
                    <a:pt x="113157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131570" y="76962"/>
                  </a:lnTo>
                  <a:lnTo>
                    <a:pt x="1131570" y="76200"/>
                  </a:lnTo>
                  <a:close/>
                </a:path>
                <a:path w="1131570" h="214629">
                  <a:moveTo>
                    <a:pt x="113157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131570" y="73914"/>
                  </a:lnTo>
                  <a:lnTo>
                    <a:pt x="1131570" y="73152"/>
                  </a:lnTo>
                  <a:close/>
                </a:path>
                <a:path w="1131570" h="214629">
                  <a:moveTo>
                    <a:pt x="113157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131570" y="70866"/>
                  </a:lnTo>
                  <a:lnTo>
                    <a:pt x="1131570" y="70104"/>
                  </a:lnTo>
                  <a:close/>
                </a:path>
                <a:path w="1131570" h="214629">
                  <a:moveTo>
                    <a:pt x="113157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131570" y="67818"/>
                  </a:lnTo>
                  <a:lnTo>
                    <a:pt x="1131570" y="67056"/>
                  </a:lnTo>
                  <a:close/>
                </a:path>
                <a:path w="1131570" h="214629">
                  <a:moveTo>
                    <a:pt x="113157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131570" y="64770"/>
                  </a:lnTo>
                  <a:lnTo>
                    <a:pt x="1131570" y="64008"/>
                  </a:lnTo>
                  <a:close/>
                </a:path>
                <a:path w="1131570" h="214629">
                  <a:moveTo>
                    <a:pt x="113157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131570" y="61722"/>
                  </a:lnTo>
                  <a:lnTo>
                    <a:pt x="1131570" y="60960"/>
                  </a:lnTo>
                  <a:close/>
                </a:path>
                <a:path w="1131570" h="214629">
                  <a:moveTo>
                    <a:pt x="113157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131570" y="58674"/>
                  </a:lnTo>
                  <a:lnTo>
                    <a:pt x="1131570" y="57912"/>
                  </a:lnTo>
                  <a:close/>
                </a:path>
                <a:path w="1131570" h="214629">
                  <a:moveTo>
                    <a:pt x="113157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131570" y="55626"/>
                  </a:lnTo>
                  <a:lnTo>
                    <a:pt x="1131570" y="54864"/>
                  </a:lnTo>
                  <a:close/>
                </a:path>
                <a:path w="1131570" h="214629">
                  <a:moveTo>
                    <a:pt x="113157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131570" y="52578"/>
                  </a:lnTo>
                  <a:lnTo>
                    <a:pt x="1131570" y="51816"/>
                  </a:lnTo>
                  <a:close/>
                </a:path>
                <a:path w="1131570" h="214629">
                  <a:moveTo>
                    <a:pt x="113157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131570" y="49530"/>
                  </a:lnTo>
                  <a:lnTo>
                    <a:pt x="1131570" y="48768"/>
                  </a:lnTo>
                  <a:close/>
                </a:path>
                <a:path w="1131570" h="214629">
                  <a:moveTo>
                    <a:pt x="113157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131570" y="46482"/>
                  </a:lnTo>
                  <a:lnTo>
                    <a:pt x="1131570" y="45720"/>
                  </a:lnTo>
                  <a:close/>
                </a:path>
                <a:path w="1131570" h="214629">
                  <a:moveTo>
                    <a:pt x="113157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131570" y="43434"/>
                  </a:lnTo>
                  <a:lnTo>
                    <a:pt x="1131570" y="42672"/>
                  </a:lnTo>
                  <a:close/>
                </a:path>
                <a:path w="1131570" h="214629">
                  <a:moveTo>
                    <a:pt x="113157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131570" y="40386"/>
                  </a:lnTo>
                  <a:lnTo>
                    <a:pt x="1131570" y="39624"/>
                  </a:lnTo>
                  <a:close/>
                </a:path>
                <a:path w="1131570" h="214629">
                  <a:moveTo>
                    <a:pt x="113157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131570" y="37338"/>
                  </a:lnTo>
                  <a:lnTo>
                    <a:pt x="1131570" y="36576"/>
                  </a:lnTo>
                  <a:close/>
                </a:path>
                <a:path w="1131570" h="214629">
                  <a:moveTo>
                    <a:pt x="113157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131570" y="34290"/>
                  </a:lnTo>
                  <a:lnTo>
                    <a:pt x="1131570" y="33528"/>
                  </a:lnTo>
                  <a:close/>
                </a:path>
                <a:path w="1131570" h="214629">
                  <a:moveTo>
                    <a:pt x="113157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131570" y="31242"/>
                  </a:lnTo>
                  <a:lnTo>
                    <a:pt x="1131570" y="30480"/>
                  </a:lnTo>
                  <a:close/>
                </a:path>
                <a:path w="1131570" h="214629">
                  <a:moveTo>
                    <a:pt x="113157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131570" y="28194"/>
                  </a:lnTo>
                  <a:lnTo>
                    <a:pt x="1131570" y="27432"/>
                  </a:lnTo>
                  <a:close/>
                </a:path>
                <a:path w="1131570" h="214629">
                  <a:moveTo>
                    <a:pt x="113157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131570" y="25146"/>
                  </a:lnTo>
                  <a:lnTo>
                    <a:pt x="1131570" y="24384"/>
                  </a:lnTo>
                  <a:close/>
                </a:path>
                <a:path w="1131570" h="214629">
                  <a:moveTo>
                    <a:pt x="113157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131570" y="22098"/>
                  </a:lnTo>
                  <a:lnTo>
                    <a:pt x="1131570" y="21336"/>
                  </a:lnTo>
                  <a:close/>
                </a:path>
                <a:path w="1131570" h="214629">
                  <a:moveTo>
                    <a:pt x="113157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131570" y="19050"/>
                  </a:lnTo>
                  <a:lnTo>
                    <a:pt x="1131570" y="18288"/>
                  </a:lnTo>
                  <a:close/>
                </a:path>
                <a:path w="1131570" h="214629">
                  <a:moveTo>
                    <a:pt x="113157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131570" y="16002"/>
                  </a:lnTo>
                  <a:lnTo>
                    <a:pt x="1131570" y="15240"/>
                  </a:lnTo>
                  <a:close/>
                </a:path>
                <a:path w="1131570" h="214629">
                  <a:moveTo>
                    <a:pt x="113157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131570" y="12954"/>
                  </a:lnTo>
                  <a:lnTo>
                    <a:pt x="1131570" y="12192"/>
                  </a:lnTo>
                  <a:close/>
                </a:path>
                <a:path w="1131570" h="214629">
                  <a:moveTo>
                    <a:pt x="113157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131570" y="9906"/>
                  </a:lnTo>
                  <a:lnTo>
                    <a:pt x="1131570" y="9144"/>
                  </a:lnTo>
                  <a:close/>
                </a:path>
                <a:path w="1131570" h="214629">
                  <a:moveTo>
                    <a:pt x="113157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131570" y="6858"/>
                  </a:lnTo>
                  <a:lnTo>
                    <a:pt x="1131570" y="6096"/>
                  </a:lnTo>
                  <a:close/>
                </a:path>
                <a:path w="1131570" h="214629">
                  <a:moveTo>
                    <a:pt x="113157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131570" y="3810"/>
                  </a:lnTo>
                  <a:lnTo>
                    <a:pt x="1131570" y="3048"/>
                  </a:lnTo>
                  <a:close/>
                </a:path>
                <a:path w="1131570" h="214629">
                  <a:moveTo>
                    <a:pt x="113157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131570" y="762"/>
                  </a:lnTo>
                  <a:lnTo>
                    <a:pt x="113157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763401" y="5040519"/>
              <a:ext cx="1131570" cy="214629"/>
            </a:xfrm>
            <a:custGeom>
              <a:avLst/>
              <a:gdLst/>
              <a:ahLst/>
              <a:cxnLst/>
              <a:rect l="l" t="t" r="r" b="b"/>
              <a:pathLst>
                <a:path w="1131570" h="214629">
                  <a:moveTo>
                    <a:pt x="1131570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131570" y="214122"/>
                  </a:lnTo>
                  <a:lnTo>
                    <a:pt x="1131570" y="213360"/>
                  </a:lnTo>
                  <a:close/>
                </a:path>
                <a:path w="1131570" h="214629">
                  <a:moveTo>
                    <a:pt x="1131570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131570" y="211074"/>
                  </a:lnTo>
                  <a:lnTo>
                    <a:pt x="1131570" y="210312"/>
                  </a:lnTo>
                  <a:close/>
                </a:path>
                <a:path w="1131570" h="214629">
                  <a:moveTo>
                    <a:pt x="1131570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131570" y="208026"/>
                  </a:lnTo>
                  <a:lnTo>
                    <a:pt x="1131570" y="207264"/>
                  </a:lnTo>
                  <a:close/>
                </a:path>
                <a:path w="1131570" h="214629">
                  <a:moveTo>
                    <a:pt x="1131570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131570" y="204978"/>
                  </a:lnTo>
                  <a:lnTo>
                    <a:pt x="1131570" y="204216"/>
                  </a:lnTo>
                  <a:close/>
                </a:path>
                <a:path w="1131570" h="214629">
                  <a:moveTo>
                    <a:pt x="1131570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131570" y="201930"/>
                  </a:lnTo>
                  <a:lnTo>
                    <a:pt x="1131570" y="201168"/>
                  </a:lnTo>
                  <a:close/>
                </a:path>
                <a:path w="1131570" h="214629">
                  <a:moveTo>
                    <a:pt x="1131570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131570" y="198882"/>
                  </a:lnTo>
                  <a:lnTo>
                    <a:pt x="1131570" y="198120"/>
                  </a:lnTo>
                  <a:close/>
                </a:path>
                <a:path w="1131570" h="214629">
                  <a:moveTo>
                    <a:pt x="1131570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131570" y="195834"/>
                  </a:lnTo>
                  <a:lnTo>
                    <a:pt x="1131570" y="195072"/>
                  </a:lnTo>
                  <a:close/>
                </a:path>
                <a:path w="1131570" h="214629">
                  <a:moveTo>
                    <a:pt x="1131570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131570" y="192786"/>
                  </a:lnTo>
                  <a:lnTo>
                    <a:pt x="1131570" y="192024"/>
                  </a:lnTo>
                  <a:close/>
                </a:path>
                <a:path w="1131570" h="214629">
                  <a:moveTo>
                    <a:pt x="1131570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131570" y="189738"/>
                  </a:lnTo>
                  <a:lnTo>
                    <a:pt x="1131570" y="188976"/>
                  </a:lnTo>
                  <a:close/>
                </a:path>
                <a:path w="1131570" h="214629">
                  <a:moveTo>
                    <a:pt x="1131570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131570" y="186690"/>
                  </a:lnTo>
                  <a:lnTo>
                    <a:pt x="1131570" y="185928"/>
                  </a:lnTo>
                  <a:close/>
                </a:path>
                <a:path w="1131570" h="214629">
                  <a:moveTo>
                    <a:pt x="1131570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131570" y="183642"/>
                  </a:lnTo>
                  <a:lnTo>
                    <a:pt x="1131570" y="182880"/>
                  </a:lnTo>
                  <a:close/>
                </a:path>
                <a:path w="1131570" h="214629">
                  <a:moveTo>
                    <a:pt x="1131570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131570" y="180594"/>
                  </a:lnTo>
                  <a:lnTo>
                    <a:pt x="1131570" y="179832"/>
                  </a:lnTo>
                  <a:close/>
                </a:path>
                <a:path w="1131570" h="214629">
                  <a:moveTo>
                    <a:pt x="1131570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131570" y="177546"/>
                  </a:lnTo>
                  <a:lnTo>
                    <a:pt x="1131570" y="176784"/>
                  </a:lnTo>
                  <a:close/>
                </a:path>
                <a:path w="1131570" h="214629">
                  <a:moveTo>
                    <a:pt x="1131570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131570" y="174498"/>
                  </a:lnTo>
                  <a:lnTo>
                    <a:pt x="1131570" y="173736"/>
                  </a:lnTo>
                  <a:close/>
                </a:path>
                <a:path w="1131570" h="214629">
                  <a:moveTo>
                    <a:pt x="1131570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131570" y="171450"/>
                  </a:lnTo>
                  <a:lnTo>
                    <a:pt x="1131570" y="170688"/>
                  </a:lnTo>
                  <a:close/>
                </a:path>
                <a:path w="1131570" h="214629">
                  <a:moveTo>
                    <a:pt x="1131570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131570" y="168402"/>
                  </a:lnTo>
                  <a:lnTo>
                    <a:pt x="1131570" y="167640"/>
                  </a:lnTo>
                  <a:close/>
                </a:path>
                <a:path w="1131570" h="214629">
                  <a:moveTo>
                    <a:pt x="1131570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131570" y="165354"/>
                  </a:lnTo>
                  <a:lnTo>
                    <a:pt x="1131570" y="164592"/>
                  </a:lnTo>
                  <a:close/>
                </a:path>
                <a:path w="1131570" h="214629">
                  <a:moveTo>
                    <a:pt x="1131570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131570" y="162306"/>
                  </a:lnTo>
                  <a:lnTo>
                    <a:pt x="1131570" y="161544"/>
                  </a:lnTo>
                  <a:close/>
                </a:path>
                <a:path w="1131570" h="214629">
                  <a:moveTo>
                    <a:pt x="1131570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131570" y="159258"/>
                  </a:lnTo>
                  <a:lnTo>
                    <a:pt x="1131570" y="158496"/>
                  </a:lnTo>
                  <a:close/>
                </a:path>
                <a:path w="1131570" h="214629">
                  <a:moveTo>
                    <a:pt x="1131570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131570" y="156210"/>
                  </a:lnTo>
                  <a:lnTo>
                    <a:pt x="1131570" y="155448"/>
                  </a:lnTo>
                  <a:close/>
                </a:path>
                <a:path w="1131570" h="214629">
                  <a:moveTo>
                    <a:pt x="1131570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131570" y="153162"/>
                  </a:lnTo>
                  <a:lnTo>
                    <a:pt x="1131570" y="152400"/>
                  </a:lnTo>
                  <a:close/>
                </a:path>
                <a:path w="1131570" h="214629">
                  <a:moveTo>
                    <a:pt x="1131570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131570" y="150114"/>
                  </a:lnTo>
                  <a:lnTo>
                    <a:pt x="1131570" y="149352"/>
                  </a:lnTo>
                  <a:close/>
                </a:path>
                <a:path w="1131570" h="214629">
                  <a:moveTo>
                    <a:pt x="1131570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131570" y="147066"/>
                  </a:lnTo>
                  <a:lnTo>
                    <a:pt x="1131570" y="146304"/>
                  </a:lnTo>
                  <a:close/>
                </a:path>
                <a:path w="1131570" h="214629">
                  <a:moveTo>
                    <a:pt x="1131570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131570" y="144018"/>
                  </a:lnTo>
                  <a:lnTo>
                    <a:pt x="1131570" y="143256"/>
                  </a:lnTo>
                  <a:close/>
                </a:path>
                <a:path w="1131570" h="214629">
                  <a:moveTo>
                    <a:pt x="1131570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131570" y="140970"/>
                  </a:lnTo>
                  <a:lnTo>
                    <a:pt x="1131570" y="140208"/>
                  </a:lnTo>
                  <a:close/>
                </a:path>
                <a:path w="1131570" h="214629">
                  <a:moveTo>
                    <a:pt x="1131570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131570" y="137922"/>
                  </a:lnTo>
                  <a:lnTo>
                    <a:pt x="1131570" y="137160"/>
                  </a:lnTo>
                  <a:close/>
                </a:path>
                <a:path w="1131570" h="214629">
                  <a:moveTo>
                    <a:pt x="1131570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131570" y="134874"/>
                  </a:lnTo>
                  <a:lnTo>
                    <a:pt x="1131570" y="134112"/>
                  </a:lnTo>
                  <a:close/>
                </a:path>
                <a:path w="1131570" h="214629">
                  <a:moveTo>
                    <a:pt x="1131570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131570" y="131826"/>
                  </a:lnTo>
                  <a:lnTo>
                    <a:pt x="1131570" y="131064"/>
                  </a:lnTo>
                  <a:close/>
                </a:path>
                <a:path w="1131570" h="214629">
                  <a:moveTo>
                    <a:pt x="1131570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131570" y="128778"/>
                  </a:lnTo>
                  <a:lnTo>
                    <a:pt x="1131570" y="128016"/>
                  </a:lnTo>
                  <a:close/>
                </a:path>
                <a:path w="1131570" h="214629">
                  <a:moveTo>
                    <a:pt x="1131570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131570" y="125730"/>
                  </a:lnTo>
                  <a:lnTo>
                    <a:pt x="1131570" y="124968"/>
                  </a:lnTo>
                  <a:close/>
                </a:path>
                <a:path w="1131570" h="214629">
                  <a:moveTo>
                    <a:pt x="1131570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131570" y="122682"/>
                  </a:lnTo>
                  <a:lnTo>
                    <a:pt x="1131570" y="121920"/>
                  </a:lnTo>
                  <a:close/>
                </a:path>
                <a:path w="1131570" h="214629">
                  <a:moveTo>
                    <a:pt x="1131570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131570" y="119634"/>
                  </a:lnTo>
                  <a:lnTo>
                    <a:pt x="1131570" y="118872"/>
                  </a:lnTo>
                  <a:close/>
                </a:path>
                <a:path w="1131570" h="214629">
                  <a:moveTo>
                    <a:pt x="1131570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131570" y="116586"/>
                  </a:lnTo>
                  <a:lnTo>
                    <a:pt x="1131570" y="115824"/>
                  </a:lnTo>
                  <a:close/>
                </a:path>
                <a:path w="1131570" h="214629">
                  <a:moveTo>
                    <a:pt x="1131570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131570" y="113538"/>
                  </a:lnTo>
                  <a:lnTo>
                    <a:pt x="1131570" y="112776"/>
                  </a:lnTo>
                  <a:close/>
                </a:path>
                <a:path w="1131570" h="214629">
                  <a:moveTo>
                    <a:pt x="1131570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131570" y="110490"/>
                  </a:lnTo>
                  <a:lnTo>
                    <a:pt x="1131570" y="109728"/>
                  </a:lnTo>
                  <a:close/>
                </a:path>
                <a:path w="1131570" h="214629">
                  <a:moveTo>
                    <a:pt x="1131570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131570" y="107442"/>
                  </a:lnTo>
                  <a:lnTo>
                    <a:pt x="1131570" y="106680"/>
                  </a:lnTo>
                  <a:close/>
                </a:path>
                <a:path w="1131570" h="214629">
                  <a:moveTo>
                    <a:pt x="1131570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131570" y="104394"/>
                  </a:lnTo>
                  <a:lnTo>
                    <a:pt x="1131570" y="103632"/>
                  </a:lnTo>
                  <a:close/>
                </a:path>
                <a:path w="1131570" h="214629">
                  <a:moveTo>
                    <a:pt x="1131570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131570" y="101346"/>
                  </a:lnTo>
                  <a:lnTo>
                    <a:pt x="1131570" y="100584"/>
                  </a:lnTo>
                  <a:close/>
                </a:path>
                <a:path w="1131570" h="214629">
                  <a:moveTo>
                    <a:pt x="1131570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131570" y="98298"/>
                  </a:lnTo>
                  <a:lnTo>
                    <a:pt x="1131570" y="97536"/>
                  </a:lnTo>
                  <a:close/>
                </a:path>
                <a:path w="1131570" h="214629">
                  <a:moveTo>
                    <a:pt x="1131570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131570" y="95250"/>
                  </a:lnTo>
                  <a:lnTo>
                    <a:pt x="1131570" y="94488"/>
                  </a:lnTo>
                  <a:close/>
                </a:path>
                <a:path w="1131570" h="214629">
                  <a:moveTo>
                    <a:pt x="1131570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131570" y="92202"/>
                  </a:lnTo>
                  <a:lnTo>
                    <a:pt x="1131570" y="91440"/>
                  </a:lnTo>
                  <a:close/>
                </a:path>
                <a:path w="1131570" h="214629">
                  <a:moveTo>
                    <a:pt x="1131570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131570" y="89154"/>
                  </a:lnTo>
                  <a:lnTo>
                    <a:pt x="1131570" y="88392"/>
                  </a:lnTo>
                  <a:close/>
                </a:path>
                <a:path w="1131570" h="214629">
                  <a:moveTo>
                    <a:pt x="1131570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131570" y="86106"/>
                  </a:lnTo>
                  <a:lnTo>
                    <a:pt x="1131570" y="85344"/>
                  </a:lnTo>
                  <a:close/>
                </a:path>
                <a:path w="1131570" h="214629">
                  <a:moveTo>
                    <a:pt x="1131570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131570" y="83058"/>
                  </a:lnTo>
                  <a:lnTo>
                    <a:pt x="1131570" y="82296"/>
                  </a:lnTo>
                  <a:close/>
                </a:path>
                <a:path w="1131570" h="214629">
                  <a:moveTo>
                    <a:pt x="1131570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131570" y="80010"/>
                  </a:lnTo>
                  <a:lnTo>
                    <a:pt x="1131570" y="79248"/>
                  </a:lnTo>
                  <a:close/>
                </a:path>
                <a:path w="1131570" h="214629">
                  <a:moveTo>
                    <a:pt x="113157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131570" y="76962"/>
                  </a:lnTo>
                  <a:lnTo>
                    <a:pt x="1131570" y="76200"/>
                  </a:lnTo>
                  <a:close/>
                </a:path>
                <a:path w="1131570" h="214629">
                  <a:moveTo>
                    <a:pt x="113157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131570" y="73914"/>
                  </a:lnTo>
                  <a:lnTo>
                    <a:pt x="1131570" y="73152"/>
                  </a:lnTo>
                  <a:close/>
                </a:path>
                <a:path w="1131570" h="214629">
                  <a:moveTo>
                    <a:pt x="113157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131570" y="70866"/>
                  </a:lnTo>
                  <a:lnTo>
                    <a:pt x="1131570" y="70104"/>
                  </a:lnTo>
                  <a:close/>
                </a:path>
                <a:path w="1131570" h="214629">
                  <a:moveTo>
                    <a:pt x="113157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131570" y="67818"/>
                  </a:lnTo>
                  <a:lnTo>
                    <a:pt x="1131570" y="67056"/>
                  </a:lnTo>
                  <a:close/>
                </a:path>
                <a:path w="1131570" h="214629">
                  <a:moveTo>
                    <a:pt x="113157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131570" y="64770"/>
                  </a:lnTo>
                  <a:lnTo>
                    <a:pt x="1131570" y="64008"/>
                  </a:lnTo>
                  <a:close/>
                </a:path>
                <a:path w="1131570" h="214629">
                  <a:moveTo>
                    <a:pt x="113157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131570" y="61722"/>
                  </a:lnTo>
                  <a:lnTo>
                    <a:pt x="1131570" y="60960"/>
                  </a:lnTo>
                  <a:close/>
                </a:path>
                <a:path w="1131570" h="214629">
                  <a:moveTo>
                    <a:pt x="113157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131570" y="58674"/>
                  </a:lnTo>
                  <a:lnTo>
                    <a:pt x="1131570" y="57912"/>
                  </a:lnTo>
                  <a:close/>
                </a:path>
                <a:path w="1131570" h="214629">
                  <a:moveTo>
                    <a:pt x="113157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131570" y="55626"/>
                  </a:lnTo>
                  <a:lnTo>
                    <a:pt x="1131570" y="54864"/>
                  </a:lnTo>
                  <a:close/>
                </a:path>
                <a:path w="1131570" h="214629">
                  <a:moveTo>
                    <a:pt x="113157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131570" y="52578"/>
                  </a:lnTo>
                  <a:lnTo>
                    <a:pt x="1131570" y="51816"/>
                  </a:lnTo>
                  <a:close/>
                </a:path>
                <a:path w="1131570" h="214629">
                  <a:moveTo>
                    <a:pt x="113157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131570" y="49530"/>
                  </a:lnTo>
                  <a:lnTo>
                    <a:pt x="1131570" y="48768"/>
                  </a:lnTo>
                  <a:close/>
                </a:path>
                <a:path w="1131570" h="214629">
                  <a:moveTo>
                    <a:pt x="113157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131570" y="46482"/>
                  </a:lnTo>
                  <a:lnTo>
                    <a:pt x="1131570" y="45720"/>
                  </a:lnTo>
                  <a:close/>
                </a:path>
                <a:path w="1131570" h="214629">
                  <a:moveTo>
                    <a:pt x="113157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131570" y="43434"/>
                  </a:lnTo>
                  <a:lnTo>
                    <a:pt x="1131570" y="42672"/>
                  </a:lnTo>
                  <a:close/>
                </a:path>
                <a:path w="1131570" h="214629">
                  <a:moveTo>
                    <a:pt x="113157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131570" y="40386"/>
                  </a:lnTo>
                  <a:lnTo>
                    <a:pt x="1131570" y="39624"/>
                  </a:lnTo>
                  <a:close/>
                </a:path>
                <a:path w="1131570" h="214629">
                  <a:moveTo>
                    <a:pt x="113157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131570" y="37338"/>
                  </a:lnTo>
                  <a:lnTo>
                    <a:pt x="1131570" y="36576"/>
                  </a:lnTo>
                  <a:close/>
                </a:path>
                <a:path w="1131570" h="214629">
                  <a:moveTo>
                    <a:pt x="113157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131570" y="34290"/>
                  </a:lnTo>
                  <a:lnTo>
                    <a:pt x="1131570" y="33528"/>
                  </a:lnTo>
                  <a:close/>
                </a:path>
                <a:path w="1131570" h="214629">
                  <a:moveTo>
                    <a:pt x="113157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131570" y="31242"/>
                  </a:lnTo>
                  <a:lnTo>
                    <a:pt x="1131570" y="30480"/>
                  </a:lnTo>
                  <a:close/>
                </a:path>
                <a:path w="1131570" h="214629">
                  <a:moveTo>
                    <a:pt x="113157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131570" y="28194"/>
                  </a:lnTo>
                  <a:lnTo>
                    <a:pt x="1131570" y="27432"/>
                  </a:lnTo>
                  <a:close/>
                </a:path>
                <a:path w="1131570" h="214629">
                  <a:moveTo>
                    <a:pt x="113157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131570" y="25146"/>
                  </a:lnTo>
                  <a:lnTo>
                    <a:pt x="1131570" y="24384"/>
                  </a:lnTo>
                  <a:close/>
                </a:path>
                <a:path w="1131570" h="214629">
                  <a:moveTo>
                    <a:pt x="113157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131570" y="22098"/>
                  </a:lnTo>
                  <a:lnTo>
                    <a:pt x="1131570" y="21336"/>
                  </a:lnTo>
                  <a:close/>
                </a:path>
                <a:path w="1131570" h="214629">
                  <a:moveTo>
                    <a:pt x="113157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131570" y="19050"/>
                  </a:lnTo>
                  <a:lnTo>
                    <a:pt x="1131570" y="18288"/>
                  </a:lnTo>
                  <a:close/>
                </a:path>
                <a:path w="1131570" h="214629">
                  <a:moveTo>
                    <a:pt x="113157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131570" y="16002"/>
                  </a:lnTo>
                  <a:lnTo>
                    <a:pt x="1131570" y="15240"/>
                  </a:lnTo>
                  <a:close/>
                </a:path>
                <a:path w="1131570" h="214629">
                  <a:moveTo>
                    <a:pt x="113157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131570" y="12954"/>
                  </a:lnTo>
                  <a:lnTo>
                    <a:pt x="1131570" y="12192"/>
                  </a:lnTo>
                  <a:close/>
                </a:path>
                <a:path w="1131570" h="214629">
                  <a:moveTo>
                    <a:pt x="113157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131570" y="9906"/>
                  </a:lnTo>
                  <a:lnTo>
                    <a:pt x="1131570" y="9144"/>
                  </a:lnTo>
                  <a:close/>
                </a:path>
                <a:path w="1131570" h="214629">
                  <a:moveTo>
                    <a:pt x="113157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131570" y="6858"/>
                  </a:lnTo>
                  <a:lnTo>
                    <a:pt x="1131570" y="6096"/>
                  </a:lnTo>
                  <a:close/>
                </a:path>
                <a:path w="1131570" h="214629">
                  <a:moveTo>
                    <a:pt x="113157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131570" y="3810"/>
                  </a:lnTo>
                  <a:lnTo>
                    <a:pt x="1131570" y="3048"/>
                  </a:lnTo>
                  <a:close/>
                </a:path>
                <a:path w="1131570" h="214629">
                  <a:moveTo>
                    <a:pt x="113157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131570" y="762"/>
                  </a:lnTo>
                  <a:lnTo>
                    <a:pt x="113157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763401" y="5253879"/>
              <a:ext cx="1131570" cy="77470"/>
            </a:xfrm>
            <a:custGeom>
              <a:avLst/>
              <a:gdLst/>
              <a:ahLst/>
              <a:cxnLst/>
              <a:rect l="l" t="t" r="r" b="b"/>
              <a:pathLst>
                <a:path w="1131570" h="77470">
                  <a:moveTo>
                    <a:pt x="1131570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131570" y="76962"/>
                  </a:lnTo>
                  <a:lnTo>
                    <a:pt x="1131570" y="76200"/>
                  </a:lnTo>
                  <a:close/>
                </a:path>
                <a:path w="1131570" h="77470">
                  <a:moveTo>
                    <a:pt x="1131570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131570" y="73914"/>
                  </a:lnTo>
                  <a:lnTo>
                    <a:pt x="1131570" y="73152"/>
                  </a:lnTo>
                  <a:close/>
                </a:path>
                <a:path w="1131570" h="77470">
                  <a:moveTo>
                    <a:pt x="1131570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131570" y="70866"/>
                  </a:lnTo>
                  <a:lnTo>
                    <a:pt x="1131570" y="70104"/>
                  </a:lnTo>
                  <a:close/>
                </a:path>
                <a:path w="1131570" h="77470">
                  <a:moveTo>
                    <a:pt x="1131570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131570" y="67818"/>
                  </a:lnTo>
                  <a:lnTo>
                    <a:pt x="1131570" y="67056"/>
                  </a:lnTo>
                  <a:close/>
                </a:path>
                <a:path w="1131570" h="77470">
                  <a:moveTo>
                    <a:pt x="1131570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131570" y="64770"/>
                  </a:lnTo>
                  <a:lnTo>
                    <a:pt x="1131570" y="64008"/>
                  </a:lnTo>
                  <a:close/>
                </a:path>
                <a:path w="1131570" h="77470">
                  <a:moveTo>
                    <a:pt x="1131570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131570" y="61722"/>
                  </a:lnTo>
                  <a:lnTo>
                    <a:pt x="1131570" y="60960"/>
                  </a:lnTo>
                  <a:close/>
                </a:path>
                <a:path w="1131570" h="77470">
                  <a:moveTo>
                    <a:pt x="1131570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131570" y="58674"/>
                  </a:lnTo>
                  <a:lnTo>
                    <a:pt x="1131570" y="57912"/>
                  </a:lnTo>
                  <a:close/>
                </a:path>
                <a:path w="1131570" h="77470">
                  <a:moveTo>
                    <a:pt x="1131570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131570" y="55626"/>
                  </a:lnTo>
                  <a:lnTo>
                    <a:pt x="1131570" y="54864"/>
                  </a:lnTo>
                  <a:close/>
                </a:path>
                <a:path w="1131570" h="77470">
                  <a:moveTo>
                    <a:pt x="1131570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131570" y="52578"/>
                  </a:lnTo>
                  <a:lnTo>
                    <a:pt x="1131570" y="51816"/>
                  </a:lnTo>
                  <a:close/>
                </a:path>
                <a:path w="1131570" h="77470">
                  <a:moveTo>
                    <a:pt x="1131570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131570" y="49530"/>
                  </a:lnTo>
                  <a:lnTo>
                    <a:pt x="1131570" y="48768"/>
                  </a:lnTo>
                  <a:close/>
                </a:path>
                <a:path w="1131570" h="77470">
                  <a:moveTo>
                    <a:pt x="1131570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131570" y="46482"/>
                  </a:lnTo>
                  <a:lnTo>
                    <a:pt x="1131570" y="45720"/>
                  </a:lnTo>
                  <a:close/>
                </a:path>
                <a:path w="1131570" h="77470">
                  <a:moveTo>
                    <a:pt x="1131570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131570" y="43434"/>
                  </a:lnTo>
                  <a:lnTo>
                    <a:pt x="1131570" y="42672"/>
                  </a:lnTo>
                  <a:close/>
                </a:path>
                <a:path w="1131570" h="77470">
                  <a:moveTo>
                    <a:pt x="1131570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131570" y="40386"/>
                  </a:lnTo>
                  <a:lnTo>
                    <a:pt x="1131570" y="39624"/>
                  </a:lnTo>
                  <a:close/>
                </a:path>
                <a:path w="1131570" h="77470">
                  <a:moveTo>
                    <a:pt x="1131570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131570" y="37338"/>
                  </a:lnTo>
                  <a:lnTo>
                    <a:pt x="1131570" y="36576"/>
                  </a:lnTo>
                  <a:close/>
                </a:path>
                <a:path w="1131570" h="77470">
                  <a:moveTo>
                    <a:pt x="1131570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131570" y="34290"/>
                  </a:lnTo>
                  <a:lnTo>
                    <a:pt x="1131570" y="33528"/>
                  </a:lnTo>
                  <a:close/>
                </a:path>
                <a:path w="1131570" h="77470">
                  <a:moveTo>
                    <a:pt x="1131570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131570" y="31242"/>
                  </a:lnTo>
                  <a:lnTo>
                    <a:pt x="1131570" y="30480"/>
                  </a:lnTo>
                  <a:close/>
                </a:path>
                <a:path w="1131570" h="77470">
                  <a:moveTo>
                    <a:pt x="1131570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131570" y="28194"/>
                  </a:lnTo>
                  <a:lnTo>
                    <a:pt x="1131570" y="27432"/>
                  </a:lnTo>
                  <a:close/>
                </a:path>
                <a:path w="1131570" h="77470">
                  <a:moveTo>
                    <a:pt x="1131570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131570" y="25146"/>
                  </a:lnTo>
                  <a:lnTo>
                    <a:pt x="1131570" y="24384"/>
                  </a:lnTo>
                  <a:close/>
                </a:path>
                <a:path w="1131570" h="77470">
                  <a:moveTo>
                    <a:pt x="1131570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131570" y="22098"/>
                  </a:lnTo>
                  <a:lnTo>
                    <a:pt x="1131570" y="21336"/>
                  </a:lnTo>
                  <a:close/>
                </a:path>
                <a:path w="1131570" h="77470">
                  <a:moveTo>
                    <a:pt x="1131570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131570" y="19050"/>
                  </a:lnTo>
                  <a:lnTo>
                    <a:pt x="1131570" y="18288"/>
                  </a:lnTo>
                  <a:close/>
                </a:path>
                <a:path w="1131570" h="77470">
                  <a:moveTo>
                    <a:pt x="1131570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131570" y="16002"/>
                  </a:lnTo>
                  <a:lnTo>
                    <a:pt x="1131570" y="15240"/>
                  </a:lnTo>
                  <a:close/>
                </a:path>
                <a:path w="1131570" h="77470">
                  <a:moveTo>
                    <a:pt x="1131570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131570" y="12954"/>
                  </a:lnTo>
                  <a:lnTo>
                    <a:pt x="1131570" y="12192"/>
                  </a:lnTo>
                  <a:close/>
                </a:path>
                <a:path w="1131570" h="77470">
                  <a:moveTo>
                    <a:pt x="1131570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131570" y="9906"/>
                  </a:lnTo>
                  <a:lnTo>
                    <a:pt x="1131570" y="9144"/>
                  </a:lnTo>
                  <a:close/>
                </a:path>
                <a:path w="1131570" h="77470">
                  <a:moveTo>
                    <a:pt x="1131570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131570" y="6858"/>
                  </a:lnTo>
                  <a:lnTo>
                    <a:pt x="1131570" y="6096"/>
                  </a:lnTo>
                  <a:close/>
                </a:path>
                <a:path w="1131570" h="77470">
                  <a:moveTo>
                    <a:pt x="1131570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131570" y="3810"/>
                  </a:lnTo>
                  <a:lnTo>
                    <a:pt x="1131570" y="3048"/>
                  </a:lnTo>
                  <a:close/>
                </a:path>
                <a:path w="1131570" h="77470">
                  <a:moveTo>
                    <a:pt x="113157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131570" y="762"/>
                  </a:lnTo>
                  <a:lnTo>
                    <a:pt x="113157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6992251" y="3729879"/>
              <a:ext cx="1108075" cy="214629"/>
            </a:xfrm>
            <a:custGeom>
              <a:avLst/>
              <a:gdLst/>
              <a:ahLst/>
              <a:cxnLst/>
              <a:rect l="l" t="t" r="r" b="b"/>
              <a:pathLst>
                <a:path w="1108075" h="214629">
                  <a:moveTo>
                    <a:pt x="1107948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107948" y="214122"/>
                  </a:lnTo>
                  <a:lnTo>
                    <a:pt x="1107948" y="213360"/>
                  </a:lnTo>
                  <a:close/>
                </a:path>
                <a:path w="1108075" h="214629">
                  <a:moveTo>
                    <a:pt x="1107948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107948" y="211074"/>
                  </a:lnTo>
                  <a:lnTo>
                    <a:pt x="1107948" y="210312"/>
                  </a:lnTo>
                  <a:close/>
                </a:path>
                <a:path w="1108075" h="214629">
                  <a:moveTo>
                    <a:pt x="1107948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107948" y="208026"/>
                  </a:lnTo>
                  <a:lnTo>
                    <a:pt x="1107948" y="207264"/>
                  </a:lnTo>
                  <a:close/>
                </a:path>
                <a:path w="1108075" h="214629">
                  <a:moveTo>
                    <a:pt x="1107948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107948" y="204978"/>
                  </a:lnTo>
                  <a:lnTo>
                    <a:pt x="1107948" y="204216"/>
                  </a:lnTo>
                  <a:close/>
                </a:path>
                <a:path w="1108075" h="214629">
                  <a:moveTo>
                    <a:pt x="1107948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107948" y="201930"/>
                  </a:lnTo>
                  <a:lnTo>
                    <a:pt x="1107948" y="201168"/>
                  </a:lnTo>
                  <a:close/>
                </a:path>
                <a:path w="1108075" h="214629">
                  <a:moveTo>
                    <a:pt x="1107948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107948" y="198882"/>
                  </a:lnTo>
                  <a:lnTo>
                    <a:pt x="1107948" y="198120"/>
                  </a:lnTo>
                  <a:close/>
                </a:path>
                <a:path w="1108075" h="214629">
                  <a:moveTo>
                    <a:pt x="1107948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107948" y="195834"/>
                  </a:lnTo>
                  <a:lnTo>
                    <a:pt x="1107948" y="195072"/>
                  </a:lnTo>
                  <a:close/>
                </a:path>
                <a:path w="1108075" h="214629">
                  <a:moveTo>
                    <a:pt x="1107948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107948" y="192786"/>
                  </a:lnTo>
                  <a:lnTo>
                    <a:pt x="1107948" y="192024"/>
                  </a:lnTo>
                  <a:close/>
                </a:path>
                <a:path w="1108075" h="214629">
                  <a:moveTo>
                    <a:pt x="1107948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107948" y="189738"/>
                  </a:lnTo>
                  <a:lnTo>
                    <a:pt x="1107948" y="188976"/>
                  </a:lnTo>
                  <a:close/>
                </a:path>
                <a:path w="1108075" h="214629">
                  <a:moveTo>
                    <a:pt x="1107948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107948" y="186690"/>
                  </a:lnTo>
                  <a:lnTo>
                    <a:pt x="1107948" y="185928"/>
                  </a:lnTo>
                  <a:close/>
                </a:path>
                <a:path w="1108075" h="214629">
                  <a:moveTo>
                    <a:pt x="1107948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107948" y="183642"/>
                  </a:lnTo>
                  <a:lnTo>
                    <a:pt x="1107948" y="182880"/>
                  </a:lnTo>
                  <a:close/>
                </a:path>
                <a:path w="1108075" h="214629">
                  <a:moveTo>
                    <a:pt x="1107948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107948" y="180594"/>
                  </a:lnTo>
                  <a:lnTo>
                    <a:pt x="1107948" y="179832"/>
                  </a:lnTo>
                  <a:close/>
                </a:path>
                <a:path w="1108075" h="214629">
                  <a:moveTo>
                    <a:pt x="1107948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107948" y="177546"/>
                  </a:lnTo>
                  <a:lnTo>
                    <a:pt x="1107948" y="176784"/>
                  </a:lnTo>
                  <a:close/>
                </a:path>
                <a:path w="1108075" h="214629">
                  <a:moveTo>
                    <a:pt x="1107948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107948" y="174498"/>
                  </a:lnTo>
                  <a:lnTo>
                    <a:pt x="1107948" y="173736"/>
                  </a:lnTo>
                  <a:close/>
                </a:path>
                <a:path w="1108075" h="214629">
                  <a:moveTo>
                    <a:pt x="1107948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107948" y="171450"/>
                  </a:lnTo>
                  <a:lnTo>
                    <a:pt x="1107948" y="170688"/>
                  </a:lnTo>
                  <a:close/>
                </a:path>
                <a:path w="1108075" h="214629">
                  <a:moveTo>
                    <a:pt x="1107948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107948" y="168402"/>
                  </a:lnTo>
                  <a:lnTo>
                    <a:pt x="1107948" y="167640"/>
                  </a:lnTo>
                  <a:close/>
                </a:path>
                <a:path w="1108075" h="214629">
                  <a:moveTo>
                    <a:pt x="1107948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107948" y="165354"/>
                  </a:lnTo>
                  <a:lnTo>
                    <a:pt x="1107948" y="164592"/>
                  </a:lnTo>
                  <a:close/>
                </a:path>
                <a:path w="1108075" h="214629">
                  <a:moveTo>
                    <a:pt x="1107948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107948" y="162306"/>
                  </a:lnTo>
                  <a:lnTo>
                    <a:pt x="1107948" y="161544"/>
                  </a:lnTo>
                  <a:close/>
                </a:path>
                <a:path w="1108075" h="214629">
                  <a:moveTo>
                    <a:pt x="1107948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107948" y="159258"/>
                  </a:lnTo>
                  <a:lnTo>
                    <a:pt x="1107948" y="158496"/>
                  </a:lnTo>
                  <a:close/>
                </a:path>
                <a:path w="1108075" h="214629">
                  <a:moveTo>
                    <a:pt x="1107948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107948" y="156210"/>
                  </a:lnTo>
                  <a:lnTo>
                    <a:pt x="1107948" y="155448"/>
                  </a:lnTo>
                  <a:close/>
                </a:path>
                <a:path w="1108075" h="214629">
                  <a:moveTo>
                    <a:pt x="1107948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107948" y="153162"/>
                  </a:lnTo>
                  <a:lnTo>
                    <a:pt x="1107948" y="152400"/>
                  </a:lnTo>
                  <a:close/>
                </a:path>
                <a:path w="1108075" h="214629">
                  <a:moveTo>
                    <a:pt x="1107948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107948" y="150114"/>
                  </a:lnTo>
                  <a:lnTo>
                    <a:pt x="1107948" y="149352"/>
                  </a:lnTo>
                  <a:close/>
                </a:path>
                <a:path w="1108075" h="214629">
                  <a:moveTo>
                    <a:pt x="1107948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107948" y="147066"/>
                  </a:lnTo>
                  <a:lnTo>
                    <a:pt x="1107948" y="146304"/>
                  </a:lnTo>
                  <a:close/>
                </a:path>
                <a:path w="1108075" h="214629">
                  <a:moveTo>
                    <a:pt x="1107948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107948" y="144018"/>
                  </a:lnTo>
                  <a:lnTo>
                    <a:pt x="1107948" y="143256"/>
                  </a:lnTo>
                  <a:close/>
                </a:path>
                <a:path w="1108075" h="214629">
                  <a:moveTo>
                    <a:pt x="1107948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107948" y="140970"/>
                  </a:lnTo>
                  <a:lnTo>
                    <a:pt x="1107948" y="140208"/>
                  </a:lnTo>
                  <a:close/>
                </a:path>
                <a:path w="1108075" h="214629">
                  <a:moveTo>
                    <a:pt x="1107948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107948" y="137922"/>
                  </a:lnTo>
                  <a:lnTo>
                    <a:pt x="1107948" y="137160"/>
                  </a:lnTo>
                  <a:close/>
                </a:path>
                <a:path w="1108075" h="214629">
                  <a:moveTo>
                    <a:pt x="1107948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107948" y="134874"/>
                  </a:lnTo>
                  <a:lnTo>
                    <a:pt x="1107948" y="134112"/>
                  </a:lnTo>
                  <a:close/>
                </a:path>
                <a:path w="1108075" h="214629">
                  <a:moveTo>
                    <a:pt x="1107948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107948" y="131826"/>
                  </a:lnTo>
                  <a:lnTo>
                    <a:pt x="1107948" y="131064"/>
                  </a:lnTo>
                  <a:close/>
                </a:path>
                <a:path w="1108075" h="214629">
                  <a:moveTo>
                    <a:pt x="1107948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107948" y="128778"/>
                  </a:lnTo>
                  <a:lnTo>
                    <a:pt x="1107948" y="128016"/>
                  </a:lnTo>
                  <a:close/>
                </a:path>
                <a:path w="1108075" h="214629">
                  <a:moveTo>
                    <a:pt x="1107948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107948" y="125730"/>
                  </a:lnTo>
                  <a:lnTo>
                    <a:pt x="1107948" y="124968"/>
                  </a:lnTo>
                  <a:close/>
                </a:path>
                <a:path w="1108075" h="214629">
                  <a:moveTo>
                    <a:pt x="1107948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107948" y="122682"/>
                  </a:lnTo>
                  <a:lnTo>
                    <a:pt x="1107948" y="121920"/>
                  </a:lnTo>
                  <a:close/>
                </a:path>
                <a:path w="1108075" h="214629">
                  <a:moveTo>
                    <a:pt x="1107948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107948" y="119634"/>
                  </a:lnTo>
                  <a:lnTo>
                    <a:pt x="1107948" y="118872"/>
                  </a:lnTo>
                  <a:close/>
                </a:path>
                <a:path w="1108075" h="214629">
                  <a:moveTo>
                    <a:pt x="1107948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107948" y="116586"/>
                  </a:lnTo>
                  <a:lnTo>
                    <a:pt x="1107948" y="115824"/>
                  </a:lnTo>
                  <a:close/>
                </a:path>
                <a:path w="1108075" h="214629">
                  <a:moveTo>
                    <a:pt x="1107948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107948" y="113538"/>
                  </a:lnTo>
                  <a:lnTo>
                    <a:pt x="1107948" y="112776"/>
                  </a:lnTo>
                  <a:close/>
                </a:path>
                <a:path w="1108075" h="214629">
                  <a:moveTo>
                    <a:pt x="1107948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107948" y="110490"/>
                  </a:lnTo>
                  <a:lnTo>
                    <a:pt x="1107948" y="109728"/>
                  </a:lnTo>
                  <a:close/>
                </a:path>
                <a:path w="1108075" h="214629">
                  <a:moveTo>
                    <a:pt x="1107948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107948" y="107442"/>
                  </a:lnTo>
                  <a:lnTo>
                    <a:pt x="1107948" y="106680"/>
                  </a:lnTo>
                  <a:close/>
                </a:path>
                <a:path w="1108075" h="214629">
                  <a:moveTo>
                    <a:pt x="1107948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107948" y="104394"/>
                  </a:lnTo>
                  <a:lnTo>
                    <a:pt x="1107948" y="103632"/>
                  </a:lnTo>
                  <a:close/>
                </a:path>
                <a:path w="1108075" h="214629">
                  <a:moveTo>
                    <a:pt x="1107948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107948" y="101346"/>
                  </a:lnTo>
                  <a:lnTo>
                    <a:pt x="1107948" y="100584"/>
                  </a:lnTo>
                  <a:close/>
                </a:path>
                <a:path w="1108075" h="214629">
                  <a:moveTo>
                    <a:pt x="1107948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107948" y="98298"/>
                  </a:lnTo>
                  <a:lnTo>
                    <a:pt x="1107948" y="97536"/>
                  </a:lnTo>
                  <a:close/>
                </a:path>
                <a:path w="1108075" h="214629">
                  <a:moveTo>
                    <a:pt x="1107948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107948" y="95250"/>
                  </a:lnTo>
                  <a:lnTo>
                    <a:pt x="1107948" y="94488"/>
                  </a:lnTo>
                  <a:close/>
                </a:path>
                <a:path w="1108075" h="214629">
                  <a:moveTo>
                    <a:pt x="1107948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107948" y="92202"/>
                  </a:lnTo>
                  <a:lnTo>
                    <a:pt x="1107948" y="91440"/>
                  </a:lnTo>
                  <a:close/>
                </a:path>
                <a:path w="1108075" h="214629">
                  <a:moveTo>
                    <a:pt x="1107948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107948" y="89154"/>
                  </a:lnTo>
                  <a:lnTo>
                    <a:pt x="1107948" y="88392"/>
                  </a:lnTo>
                  <a:close/>
                </a:path>
                <a:path w="1108075" h="214629">
                  <a:moveTo>
                    <a:pt x="1107948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107948" y="86106"/>
                  </a:lnTo>
                  <a:lnTo>
                    <a:pt x="1107948" y="85344"/>
                  </a:lnTo>
                  <a:close/>
                </a:path>
                <a:path w="1108075" h="214629">
                  <a:moveTo>
                    <a:pt x="1107948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107948" y="83058"/>
                  </a:lnTo>
                  <a:lnTo>
                    <a:pt x="1107948" y="82296"/>
                  </a:lnTo>
                  <a:close/>
                </a:path>
                <a:path w="1108075" h="214629">
                  <a:moveTo>
                    <a:pt x="1107948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107948" y="80010"/>
                  </a:lnTo>
                  <a:lnTo>
                    <a:pt x="1107948" y="79248"/>
                  </a:lnTo>
                  <a:close/>
                </a:path>
                <a:path w="1108075" h="214629">
                  <a:moveTo>
                    <a:pt x="1107948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107948" y="76962"/>
                  </a:lnTo>
                  <a:lnTo>
                    <a:pt x="1107948" y="76200"/>
                  </a:lnTo>
                  <a:close/>
                </a:path>
                <a:path w="1108075" h="214629">
                  <a:moveTo>
                    <a:pt x="1107948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107948" y="73914"/>
                  </a:lnTo>
                  <a:lnTo>
                    <a:pt x="1107948" y="73152"/>
                  </a:lnTo>
                  <a:close/>
                </a:path>
                <a:path w="1108075" h="214629">
                  <a:moveTo>
                    <a:pt x="1107948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107948" y="70866"/>
                  </a:lnTo>
                  <a:lnTo>
                    <a:pt x="1107948" y="70104"/>
                  </a:lnTo>
                  <a:close/>
                </a:path>
                <a:path w="1108075" h="214629">
                  <a:moveTo>
                    <a:pt x="1107948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107948" y="67818"/>
                  </a:lnTo>
                  <a:lnTo>
                    <a:pt x="1107948" y="67056"/>
                  </a:lnTo>
                  <a:close/>
                </a:path>
                <a:path w="1108075" h="214629">
                  <a:moveTo>
                    <a:pt x="1107948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107948" y="64770"/>
                  </a:lnTo>
                  <a:lnTo>
                    <a:pt x="1107948" y="64008"/>
                  </a:lnTo>
                  <a:close/>
                </a:path>
                <a:path w="1108075" h="214629">
                  <a:moveTo>
                    <a:pt x="1107948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107948" y="61722"/>
                  </a:lnTo>
                  <a:lnTo>
                    <a:pt x="1107948" y="60960"/>
                  </a:lnTo>
                  <a:close/>
                </a:path>
                <a:path w="1108075" h="214629">
                  <a:moveTo>
                    <a:pt x="1107948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107948" y="58674"/>
                  </a:lnTo>
                  <a:lnTo>
                    <a:pt x="1107948" y="57912"/>
                  </a:lnTo>
                  <a:close/>
                </a:path>
                <a:path w="1108075" h="214629">
                  <a:moveTo>
                    <a:pt x="1107948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107948" y="55626"/>
                  </a:lnTo>
                  <a:lnTo>
                    <a:pt x="1107948" y="54864"/>
                  </a:lnTo>
                  <a:close/>
                </a:path>
                <a:path w="1108075" h="214629">
                  <a:moveTo>
                    <a:pt x="1107948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107948" y="52578"/>
                  </a:lnTo>
                  <a:lnTo>
                    <a:pt x="1107948" y="51816"/>
                  </a:lnTo>
                  <a:close/>
                </a:path>
                <a:path w="1108075" h="214629">
                  <a:moveTo>
                    <a:pt x="1107948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107948" y="49530"/>
                  </a:lnTo>
                  <a:lnTo>
                    <a:pt x="1107948" y="48768"/>
                  </a:lnTo>
                  <a:close/>
                </a:path>
                <a:path w="1108075" h="214629">
                  <a:moveTo>
                    <a:pt x="1107948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107948" y="46482"/>
                  </a:lnTo>
                  <a:lnTo>
                    <a:pt x="1107948" y="45720"/>
                  </a:lnTo>
                  <a:close/>
                </a:path>
                <a:path w="1108075" h="214629">
                  <a:moveTo>
                    <a:pt x="1107948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107948" y="43434"/>
                  </a:lnTo>
                  <a:lnTo>
                    <a:pt x="1107948" y="42672"/>
                  </a:lnTo>
                  <a:close/>
                </a:path>
                <a:path w="1108075" h="214629">
                  <a:moveTo>
                    <a:pt x="1107948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107948" y="40386"/>
                  </a:lnTo>
                  <a:lnTo>
                    <a:pt x="1107948" y="39624"/>
                  </a:lnTo>
                  <a:close/>
                </a:path>
                <a:path w="1108075" h="214629">
                  <a:moveTo>
                    <a:pt x="1107948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107948" y="37338"/>
                  </a:lnTo>
                  <a:lnTo>
                    <a:pt x="1107948" y="36576"/>
                  </a:lnTo>
                  <a:close/>
                </a:path>
                <a:path w="1108075" h="214629">
                  <a:moveTo>
                    <a:pt x="1107948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107948" y="34290"/>
                  </a:lnTo>
                  <a:lnTo>
                    <a:pt x="1107948" y="33528"/>
                  </a:lnTo>
                  <a:close/>
                </a:path>
                <a:path w="1108075" h="214629">
                  <a:moveTo>
                    <a:pt x="1107948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107948" y="31242"/>
                  </a:lnTo>
                  <a:lnTo>
                    <a:pt x="1107948" y="30480"/>
                  </a:lnTo>
                  <a:close/>
                </a:path>
                <a:path w="1108075" h="214629">
                  <a:moveTo>
                    <a:pt x="1107948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107948" y="28194"/>
                  </a:lnTo>
                  <a:lnTo>
                    <a:pt x="1107948" y="27432"/>
                  </a:lnTo>
                  <a:close/>
                </a:path>
                <a:path w="1108075" h="214629">
                  <a:moveTo>
                    <a:pt x="1107948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107948" y="25146"/>
                  </a:lnTo>
                  <a:lnTo>
                    <a:pt x="1107948" y="24384"/>
                  </a:lnTo>
                  <a:close/>
                </a:path>
                <a:path w="1108075" h="214629">
                  <a:moveTo>
                    <a:pt x="1107948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107948" y="22098"/>
                  </a:lnTo>
                  <a:lnTo>
                    <a:pt x="1107948" y="21336"/>
                  </a:lnTo>
                  <a:close/>
                </a:path>
                <a:path w="1108075" h="214629">
                  <a:moveTo>
                    <a:pt x="1107948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107948" y="19050"/>
                  </a:lnTo>
                  <a:lnTo>
                    <a:pt x="1107948" y="18288"/>
                  </a:lnTo>
                  <a:close/>
                </a:path>
                <a:path w="1108075" h="214629">
                  <a:moveTo>
                    <a:pt x="1107948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107948" y="16002"/>
                  </a:lnTo>
                  <a:lnTo>
                    <a:pt x="1107948" y="15240"/>
                  </a:lnTo>
                  <a:close/>
                </a:path>
                <a:path w="1108075" h="214629">
                  <a:moveTo>
                    <a:pt x="1107948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107948" y="12954"/>
                  </a:lnTo>
                  <a:lnTo>
                    <a:pt x="1107948" y="12192"/>
                  </a:lnTo>
                  <a:close/>
                </a:path>
                <a:path w="1108075" h="214629">
                  <a:moveTo>
                    <a:pt x="1107948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107948" y="9906"/>
                  </a:lnTo>
                  <a:lnTo>
                    <a:pt x="1107948" y="9144"/>
                  </a:lnTo>
                  <a:close/>
                </a:path>
                <a:path w="1108075" h="214629">
                  <a:moveTo>
                    <a:pt x="1107948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107948" y="6858"/>
                  </a:lnTo>
                  <a:lnTo>
                    <a:pt x="1107948" y="6096"/>
                  </a:lnTo>
                  <a:close/>
                </a:path>
                <a:path w="1108075" h="214629">
                  <a:moveTo>
                    <a:pt x="1107948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107948" y="3810"/>
                  </a:lnTo>
                  <a:lnTo>
                    <a:pt x="1107948" y="3048"/>
                  </a:lnTo>
                  <a:close/>
                </a:path>
                <a:path w="1108075" h="214629">
                  <a:moveTo>
                    <a:pt x="1107948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107948" y="762"/>
                  </a:lnTo>
                  <a:lnTo>
                    <a:pt x="1107948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6992251" y="3943239"/>
              <a:ext cx="1108075" cy="214629"/>
            </a:xfrm>
            <a:custGeom>
              <a:avLst/>
              <a:gdLst/>
              <a:ahLst/>
              <a:cxnLst/>
              <a:rect l="l" t="t" r="r" b="b"/>
              <a:pathLst>
                <a:path w="1108075" h="214629">
                  <a:moveTo>
                    <a:pt x="1107948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107948" y="214122"/>
                  </a:lnTo>
                  <a:lnTo>
                    <a:pt x="1107948" y="213360"/>
                  </a:lnTo>
                  <a:close/>
                </a:path>
                <a:path w="1108075" h="214629">
                  <a:moveTo>
                    <a:pt x="1107948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107948" y="211074"/>
                  </a:lnTo>
                  <a:lnTo>
                    <a:pt x="1107948" y="210312"/>
                  </a:lnTo>
                  <a:close/>
                </a:path>
                <a:path w="1108075" h="214629">
                  <a:moveTo>
                    <a:pt x="1107948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107948" y="208026"/>
                  </a:lnTo>
                  <a:lnTo>
                    <a:pt x="1107948" y="207264"/>
                  </a:lnTo>
                  <a:close/>
                </a:path>
                <a:path w="1108075" h="214629">
                  <a:moveTo>
                    <a:pt x="1107948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107948" y="204978"/>
                  </a:lnTo>
                  <a:lnTo>
                    <a:pt x="1107948" y="204216"/>
                  </a:lnTo>
                  <a:close/>
                </a:path>
                <a:path w="1108075" h="214629">
                  <a:moveTo>
                    <a:pt x="1107948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107948" y="201930"/>
                  </a:lnTo>
                  <a:lnTo>
                    <a:pt x="1107948" y="201168"/>
                  </a:lnTo>
                  <a:close/>
                </a:path>
                <a:path w="1108075" h="214629">
                  <a:moveTo>
                    <a:pt x="1107948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107948" y="198882"/>
                  </a:lnTo>
                  <a:lnTo>
                    <a:pt x="1107948" y="198120"/>
                  </a:lnTo>
                  <a:close/>
                </a:path>
                <a:path w="1108075" h="214629">
                  <a:moveTo>
                    <a:pt x="1107948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107948" y="195834"/>
                  </a:lnTo>
                  <a:lnTo>
                    <a:pt x="1107948" y="195072"/>
                  </a:lnTo>
                  <a:close/>
                </a:path>
                <a:path w="1108075" h="214629">
                  <a:moveTo>
                    <a:pt x="1107948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107948" y="192786"/>
                  </a:lnTo>
                  <a:lnTo>
                    <a:pt x="1107948" y="192024"/>
                  </a:lnTo>
                  <a:close/>
                </a:path>
                <a:path w="1108075" h="214629">
                  <a:moveTo>
                    <a:pt x="1107948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107948" y="189738"/>
                  </a:lnTo>
                  <a:lnTo>
                    <a:pt x="1107948" y="188976"/>
                  </a:lnTo>
                  <a:close/>
                </a:path>
                <a:path w="1108075" h="214629">
                  <a:moveTo>
                    <a:pt x="1107948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107948" y="186690"/>
                  </a:lnTo>
                  <a:lnTo>
                    <a:pt x="1107948" y="185928"/>
                  </a:lnTo>
                  <a:close/>
                </a:path>
                <a:path w="1108075" h="214629">
                  <a:moveTo>
                    <a:pt x="1107948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107948" y="183642"/>
                  </a:lnTo>
                  <a:lnTo>
                    <a:pt x="1107948" y="182880"/>
                  </a:lnTo>
                  <a:close/>
                </a:path>
                <a:path w="1108075" h="214629">
                  <a:moveTo>
                    <a:pt x="1107948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107948" y="180594"/>
                  </a:lnTo>
                  <a:lnTo>
                    <a:pt x="1107948" y="179832"/>
                  </a:lnTo>
                  <a:close/>
                </a:path>
                <a:path w="1108075" h="214629">
                  <a:moveTo>
                    <a:pt x="1107948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107948" y="177546"/>
                  </a:lnTo>
                  <a:lnTo>
                    <a:pt x="1107948" y="176784"/>
                  </a:lnTo>
                  <a:close/>
                </a:path>
                <a:path w="1108075" h="214629">
                  <a:moveTo>
                    <a:pt x="1107948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107948" y="174498"/>
                  </a:lnTo>
                  <a:lnTo>
                    <a:pt x="1107948" y="173736"/>
                  </a:lnTo>
                  <a:close/>
                </a:path>
                <a:path w="1108075" h="214629">
                  <a:moveTo>
                    <a:pt x="1107948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107948" y="171450"/>
                  </a:lnTo>
                  <a:lnTo>
                    <a:pt x="1107948" y="170688"/>
                  </a:lnTo>
                  <a:close/>
                </a:path>
                <a:path w="1108075" h="214629">
                  <a:moveTo>
                    <a:pt x="1107948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107948" y="168402"/>
                  </a:lnTo>
                  <a:lnTo>
                    <a:pt x="1107948" y="167640"/>
                  </a:lnTo>
                  <a:close/>
                </a:path>
                <a:path w="1108075" h="214629">
                  <a:moveTo>
                    <a:pt x="1107948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107948" y="165354"/>
                  </a:lnTo>
                  <a:lnTo>
                    <a:pt x="1107948" y="164592"/>
                  </a:lnTo>
                  <a:close/>
                </a:path>
                <a:path w="1108075" h="214629">
                  <a:moveTo>
                    <a:pt x="1107948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107948" y="162306"/>
                  </a:lnTo>
                  <a:lnTo>
                    <a:pt x="1107948" y="161544"/>
                  </a:lnTo>
                  <a:close/>
                </a:path>
                <a:path w="1108075" h="214629">
                  <a:moveTo>
                    <a:pt x="1107948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107948" y="159258"/>
                  </a:lnTo>
                  <a:lnTo>
                    <a:pt x="1107948" y="158496"/>
                  </a:lnTo>
                  <a:close/>
                </a:path>
                <a:path w="1108075" h="214629">
                  <a:moveTo>
                    <a:pt x="1107948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107948" y="156210"/>
                  </a:lnTo>
                  <a:lnTo>
                    <a:pt x="1107948" y="155448"/>
                  </a:lnTo>
                  <a:close/>
                </a:path>
                <a:path w="1108075" h="214629">
                  <a:moveTo>
                    <a:pt x="1107948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107948" y="153162"/>
                  </a:lnTo>
                  <a:lnTo>
                    <a:pt x="1107948" y="152400"/>
                  </a:lnTo>
                  <a:close/>
                </a:path>
                <a:path w="1108075" h="214629">
                  <a:moveTo>
                    <a:pt x="1107948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107948" y="150114"/>
                  </a:lnTo>
                  <a:lnTo>
                    <a:pt x="1107948" y="149352"/>
                  </a:lnTo>
                  <a:close/>
                </a:path>
                <a:path w="1108075" h="214629">
                  <a:moveTo>
                    <a:pt x="1107948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107948" y="147066"/>
                  </a:lnTo>
                  <a:lnTo>
                    <a:pt x="1107948" y="146304"/>
                  </a:lnTo>
                  <a:close/>
                </a:path>
                <a:path w="1108075" h="214629">
                  <a:moveTo>
                    <a:pt x="1107948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107948" y="144018"/>
                  </a:lnTo>
                  <a:lnTo>
                    <a:pt x="1107948" y="143256"/>
                  </a:lnTo>
                  <a:close/>
                </a:path>
                <a:path w="1108075" h="214629">
                  <a:moveTo>
                    <a:pt x="1107948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107948" y="140970"/>
                  </a:lnTo>
                  <a:lnTo>
                    <a:pt x="1107948" y="140208"/>
                  </a:lnTo>
                  <a:close/>
                </a:path>
                <a:path w="1108075" h="214629">
                  <a:moveTo>
                    <a:pt x="1107948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107948" y="137922"/>
                  </a:lnTo>
                  <a:lnTo>
                    <a:pt x="1107948" y="137160"/>
                  </a:lnTo>
                  <a:close/>
                </a:path>
                <a:path w="1108075" h="214629">
                  <a:moveTo>
                    <a:pt x="1107948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107948" y="134874"/>
                  </a:lnTo>
                  <a:lnTo>
                    <a:pt x="1107948" y="134112"/>
                  </a:lnTo>
                  <a:close/>
                </a:path>
                <a:path w="1108075" h="214629">
                  <a:moveTo>
                    <a:pt x="1107948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107948" y="131826"/>
                  </a:lnTo>
                  <a:lnTo>
                    <a:pt x="1107948" y="131064"/>
                  </a:lnTo>
                  <a:close/>
                </a:path>
                <a:path w="1108075" h="214629">
                  <a:moveTo>
                    <a:pt x="1107948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107948" y="128778"/>
                  </a:lnTo>
                  <a:lnTo>
                    <a:pt x="1107948" y="128016"/>
                  </a:lnTo>
                  <a:close/>
                </a:path>
                <a:path w="1108075" h="214629">
                  <a:moveTo>
                    <a:pt x="1107948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107948" y="125730"/>
                  </a:lnTo>
                  <a:lnTo>
                    <a:pt x="1107948" y="124968"/>
                  </a:lnTo>
                  <a:close/>
                </a:path>
                <a:path w="1108075" h="214629">
                  <a:moveTo>
                    <a:pt x="1107948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107948" y="122682"/>
                  </a:lnTo>
                  <a:lnTo>
                    <a:pt x="1107948" y="121920"/>
                  </a:lnTo>
                  <a:close/>
                </a:path>
                <a:path w="1108075" h="214629">
                  <a:moveTo>
                    <a:pt x="1107948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107948" y="119634"/>
                  </a:lnTo>
                  <a:lnTo>
                    <a:pt x="1107948" y="118872"/>
                  </a:lnTo>
                  <a:close/>
                </a:path>
                <a:path w="1108075" h="214629">
                  <a:moveTo>
                    <a:pt x="1107948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107948" y="116586"/>
                  </a:lnTo>
                  <a:lnTo>
                    <a:pt x="1107948" y="115824"/>
                  </a:lnTo>
                  <a:close/>
                </a:path>
                <a:path w="1108075" h="214629">
                  <a:moveTo>
                    <a:pt x="1107948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107948" y="113538"/>
                  </a:lnTo>
                  <a:lnTo>
                    <a:pt x="1107948" y="112776"/>
                  </a:lnTo>
                  <a:close/>
                </a:path>
                <a:path w="1108075" h="214629">
                  <a:moveTo>
                    <a:pt x="1107948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107948" y="110490"/>
                  </a:lnTo>
                  <a:lnTo>
                    <a:pt x="1107948" y="109728"/>
                  </a:lnTo>
                  <a:close/>
                </a:path>
                <a:path w="1108075" h="214629">
                  <a:moveTo>
                    <a:pt x="1107948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107948" y="107442"/>
                  </a:lnTo>
                  <a:lnTo>
                    <a:pt x="1107948" y="106680"/>
                  </a:lnTo>
                  <a:close/>
                </a:path>
                <a:path w="1108075" h="214629">
                  <a:moveTo>
                    <a:pt x="1107948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107948" y="104394"/>
                  </a:lnTo>
                  <a:lnTo>
                    <a:pt x="1107948" y="103632"/>
                  </a:lnTo>
                  <a:close/>
                </a:path>
                <a:path w="1108075" h="214629">
                  <a:moveTo>
                    <a:pt x="1107948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107948" y="101346"/>
                  </a:lnTo>
                  <a:lnTo>
                    <a:pt x="1107948" y="100584"/>
                  </a:lnTo>
                  <a:close/>
                </a:path>
                <a:path w="1108075" h="214629">
                  <a:moveTo>
                    <a:pt x="1107948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107948" y="98298"/>
                  </a:lnTo>
                  <a:lnTo>
                    <a:pt x="1107948" y="97536"/>
                  </a:lnTo>
                  <a:close/>
                </a:path>
                <a:path w="1108075" h="214629">
                  <a:moveTo>
                    <a:pt x="1107948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107948" y="95250"/>
                  </a:lnTo>
                  <a:lnTo>
                    <a:pt x="1107948" y="94488"/>
                  </a:lnTo>
                  <a:close/>
                </a:path>
                <a:path w="1108075" h="214629">
                  <a:moveTo>
                    <a:pt x="1107948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107948" y="92202"/>
                  </a:lnTo>
                  <a:lnTo>
                    <a:pt x="1107948" y="91440"/>
                  </a:lnTo>
                  <a:close/>
                </a:path>
                <a:path w="1108075" h="214629">
                  <a:moveTo>
                    <a:pt x="1107948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107948" y="89154"/>
                  </a:lnTo>
                  <a:lnTo>
                    <a:pt x="1107948" y="88392"/>
                  </a:lnTo>
                  <a:close/>
                </a:path>
                <a:path w="1108075" h="214629">
                  <a:moveTo>
                    <a:pt x="1107948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107948" y="86106"/>
                  </a:lnTo>
                  <a:lnTo>
                    <a:pt x="1107948" y="85344"/>
                  </a:lnTo>
                  <a:close/>
                </a:path>
                <a:path w="1108075" h="214629">
                  <a:moveTo>
                    <a:pt x="1107948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107948" y="83058"/>
                  </a:lnTo>
                  <a:lnTo>
                    <a:pt x="1107948" y="82296"/>
                  </a:lnTo>
                  <a:close/>
                </a:path>
                <a:path w="1108075" h="214629">
                  <a:moveTo>
                    <a:pt x="1107948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107948" y="80010"/>
                  </a:lnTo>
                  <a:lnTo>
                    <a:pt x="1107948" y="79248"/>
                  </a:lnTo>
                  <a:close/>
                </a:path>
                <a:path w="1108075" h="214629">
                  <a:moveTo>
                    <a:pt x="1107948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107948" y="76962"/>
                  </a:lnTo>
                  <a:lnTo>
                    <a:pt x="1107948" y="76200"/>
                  </a:lnTo>
                  <a:close/>
                </a:path>
                <a:path w="1108075" h="214629">
                  <a:moveTo>
                    <a:pt x="1107948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107948" y="73914"/>
                  </a:lnTo>
                  <a:lnTo>
                    <a:pt x="1107948" y="73152"/>
                  </a:lnTo>
                  <a:close/>
                </a:path>
                <a:path w="1108075" h="214629">
                  <a:moveTo>
                    <a:pt x="1107948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107948" y="70866"/>
                  </a:lnTo>
                  <a:lnTo>
                    <a:pt x="1107948" y="70104"/>
                  </a:lnTo>
                  <a:close/>
                </a:path>
                <a:path w="1108075" h="214629">
                  <a:moveTo>
                    <a:pt x="1107948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107948" y="67818"/>
                  </a:lnTo>
                  <a:lnTo>
                    <a:pt x="1107948" y="67056"/>
                  </a:lnTo>
                  <a:close/>
                </a:path>
                <a:path w="1108075" h="214629">
                  <a:moveTo>
                    <a:pt x="1107948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107948" y="64770"/>
                  </a:lnTo>
                  <a:lnTo>
                    <a:pt x="1107948" y="64008"/>
                  </a:lnTo>
                  <a:close/>
                </a:path>
                <a:path w="1108075" h="214629">
                  <a:moveTo>
                    <a:pt x="1107948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107948" y="61722"/>
                  </a:lnTo>
                  <a:lnTo>
                    <a:pt x="1107948" y="60960"/>
                  </a:lnTo>
                  <a:close/>
                </a:path>
                <a:path w="1108075" h="214629">
                  <a:moveTo>
                    <a:pt x="1107948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107948" y="58674"/>
                  </a:lnTo>
                  <a:lnTo>
                    <a:pt x="1107948" y="57912"/>
                  </a:lnTo>
                  <a:close/>
                </a:path>
                <a:path w="1108075" h="214629">
                  <a:moveTo>
                    <a:pt x="1107948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107948" y="55626"/>
                  </a:lnTo>
                  <a:lnTo>
                    <a:pt x="1107948" y="54864"/>
                  </a:lnTo>
                  <a:close/>
                </a:path>
                <a:path w="1108075" h="214629">
                  <a:moveTo>
                    <a:pt x="1107948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107948" y="52578"/>
                  </a:lnTo>
                  <a:lnTo>
                    <a:pt x="1107948" y="51816"/>
                  </a:lnTo>
                  <a:close/>
                </a:path>
                <a:path w="1108075" h="214629">
                  <a:moveTo>
                    <a:pt x="1107948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107948" y="49530"/>
                  </a:lnTo>
                  <a:lnTo>
                    <a:pt x="1107948" y="48768"/>
                  </a:lnTo>
                  <a:close/>
                </a:path>
                <a:path w="1108075" h="214629">
                  <a:moveTo>
                    <a:pt x="1107948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107948" y="46482"/>
                  </a:lnTo>
                  <a:lnTo>
                    <a:pt x="1107948" y="45720"/>
                  </a:lnTo>
                  <a:close/>
                </a:path>
                <a:path w="1108075" h="214629">
                  <a:moveTo>
                    <a:pt x="1107948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107948" y="43434"/>
                  </a:lnTo>
                  <a:lnTo>
                    <a:pt x="1107948" y="42672"/>
                  </a:lnTo>
                  <a:close/>
                </a:path>
                <a:path w="1108075" h="214629">
                  <a:moveTo>
                    <a:pt x="1107948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107948" y="40386"/>
                  </a:lnTo>
                  <a:lnTo>
                    <a:pt x="1107948" y="39624"/>
                  </a:lnTo>
                  <a:close/>
                </a:path>
                <a:path w="1108075" h="214629">
                  <a:moveTo>
                    <a:pt x="1107948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107948" y="37338"/>
                  </a:lnTo>
                  <a:lnTo>
                    <a:pt x="1107948" y="36576"/>
                  </a:lnTo>
                  <a:close/>
                </a:path>
                <a:path w="1108075" h="214629">
                  <a:moveTo>
                    <a:pt x="1107948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107948" y="34290"/>
                  </a:lnTo>
                  <a:lnTo>
                    <a:pt x="1107948" y="33528"/>
                  </a:lnTo>
                  <a:close/>
                </a:path>
                <a:path w="1108075" h="214629">
                  <a:moveTo>
                    <a:pt x="1107948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107948" y="31242"/>
                  </a:lnTo>
                  <a:lnTo>
                    <a:pt x="1107948" y="30480"/>
                  </a:lnTo>
                  <a:close/>
                </a:path>
                <a:path w="1108075" h="214629">
                  <a:moveTo>
                    <a:pt x="1107948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107948" y="28194"/>
                  </a:lnTo>
                  <a:lnTo>
                    <a:pt x="1107948" y="27432"/>
                  </a:lnTo>
                  <a:close/>
                </a:path>
                <a:path w="1108075" h="214629">
                  <a:moveTo>
                    <a:pt x="1107948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107948" y="25146"/>
                  </a:lnTo>
                  <a:lnTo>
                    <a:pt x="1107948" y="24384"/>
                  </a:lnTo>
                  <a:close/>
                </a:path>
                <a:path w="1108075" h="214629">
                  <a:moveTo>
                    <a:pt x="1107948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107948" y="22098"/>
                  </a:lnTo>
                  <a:lnTo>
                    <a:pt x="1107948" y="21336"/>
                  </a:lnTo>
                  <a:close/>
                </a:path>
                <a:path w="1108075" h="214629">
                  <a:moveTo>
                    <a:pt x="1107948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107948" y="19050"/>
                  </a:lnTo>
                  <a:lnTo>
                    <a:pt x="1107948" y="18288"/>
                  </a:lnTo>
                  <a:close/>
                </a:path>
                <a:path w="1108075" h="214629">
                  <a:moveTo>
                    <a:pt x="1107948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107948" y="16002"/>
                  </a:lnTo>
                  <a:lnTo>
                    <a:pt x="1107948" y="15240"/>
                  </a:lnTo>
                  <a:close/>
                </a:path>
                <a:path w="1108075" h="214629">
                  <a:moveTo>
                    <a:pt x="1107948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107948" y="12954"/>
                  </a:lnTo>
                  <a:lnTo>
                    <a:pt x="1107948" y="12192"/>
                  </a:lnTo>
                  <a:close/>
                </a:path>
                <a:path w="1108075" h="214629">
                  <a:moveTo>
                    <a:pt x="1107948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107948" y="9906"/>
                  </a:lnTo>
                  <a:lnTo>
                    <a:pt x="1107948" y="9144"/>
                  </a:lnTo>
                  <a:close/>
                </a:path>
                <a:path w="1108075" h="214629">
                  <a:moveTo>
                    <a:pt x="1107948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107948" y="6858"/>
                  </a:lnTo>
                  <a:lnTo>
                    <a:pt x="1107948" y="6096"/>
                  </a:lnTo>
                  <a:close/>
                </a:path>
                <a:path w="1108075" h="214629">
                  <a:moveTo>
                    <a:pt x="1107948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107948" y="3810"/>
                  </a:lnTo>
                  <a:lnTo>
                    <a:pt x="1107948" y="3048"/>
                  </a:lnTo>
                  <a:close/>
                </a:path>
                <a:path w="1108075" h="214629">
                  <a:moveTo>
                    <a:pt x="1107948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107948" y="762"/>
                  </a:lnTo>
                  <a:lnTo>
                    <a:pt x="1107948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6992251" y="4156599"/>
              <a:ext cx="1108075" cy="214629"/>
            </a:xfrm>
            <a:custGeom>
              <a:avLst/>
              <a:gdLst/>
              <a:ahLst/>
              <a:cxnLst/>
              <a:rect l="l" t="t" r="r" b="b"/>
              <a:pathLst>
                <a:path w="1108075" h="214629">
                  <a:moveTo>
                    <a:pt x="1107948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107948" y="214122"/>
                  </a:lnTo>
                  <a:lnTo>
                    <a:pt x="1107948" y="213360"/>
                  </a:lnTo>
                  <a:close/>
                </a:path>
                <a:path w="1108075" h="214629">
                  <a:moveTo>
                    <a:pt x="1107948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107948" y="211074"/>
                  </a:lnTo>
                  <a:lnTo>
                    <a:pt x="1107948" y="210312"/>
                  </a:lnTo>
                  <a:close/>
                </a:path>
                <a:path w="1108075" h="214629">
                  <a:moveTo>
                    <a:pt x="1107948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107948" y="208026"/>
                  </a:lnTo>
                  <a:lnTo>
                    <a:pt x="1107948" y="207264"/>
                  </a:lnTo>
                  <a:close/>
                </a:path>
                <a:path w="1108075" h="214629">
                  <a:moveTo>
                    <a:pt x="1107948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107948" y="204978"/>
                  </a:lnTo>
                  <a:lnTo>
                    <a:pt x="1107948" y="204216"/>
                  </a:lnTo>
                  <a:close/>
                </a:path>
                <a:path w="1108075" h="214629">
                  <a:moveTo>
                    <a:pt x="1107948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107948" y="201930"/>
                  </a:lnTo>
                  <a:lnTo>
                    <a:pt x="1107948" y="201168"/>
                  </a:lnTo>
                  <a:close/>
                </a:path>
                <a:path w="1108075" h="214629">
                  <a:moveTo>
                    <a:pt x="1107948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107948" y="198882"/>
                  </a:lnTo>
                  <a:lnTo>
                    <a:pt x="1107948" y="198120"/>
                  </a:lnTo>
                  <a:close/>
                </a:path>
                <a:path w="1108075" h="214629">
                  <a:moveTo>
                    <a:pt x="1107948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107948" y="195834"/>
                  </a:lnTo>
                  <a:lnTo>
                    <a:pt x="1107948" y="195072"/>
                  </a:lnTo>
                  <a:close/>
                </a:path>
                <a:path w="1108075" h="214629">
                  <a:moveTo>
                    <a:pt x="1107948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107948" y="192786"/>
                  </a:lnTo>
                  <a:lnTo>
                    <a:pt x="1107948" y="192024"/>
                  </a:lnTo>
                  <a:close/>
                </a:path>
                <a:path w="1108075" h="214629">
                  <a:moveTo>
                    <a:pt x="1107948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107948" y="189738"/>
                  </a:lnTo>
                  <a:lnTo>
                    <a:pt x="1107948" y="188976"/>
                  </a:lnTo>
                  <a:close/>
                </a:path>
                <a:path w="1108075" h="214629">
                  <a:moveTo>
                    <a:pt x="1107948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107948" y="186690"/>
                  </a:lnTo>
                  <a:lnTo>
                    <a:pt x="1107948" y="185928"/>
                  </a:lnTo>
                  <a:close/>
                </a:path>
                <a:path w="1108075" h="214629">
                  <a:moveTo>
                    <a:pt x="1107948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107948" y="183642"/>
                  </a:lnTo>
                  <a:lnTo>
                    <a:pt x="1107948" y="182880"/>
                  </a:lnTo>
                  <a:close/>
                </a:path>
                <a:path w="1108075" h="214629">
                  <a:moveTo>
                    <a:pt x="1107948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107948" y="180594"/>
                  </a:lnTo>
                  <a:lnTo>
                    <a:pt x="1107948" y="179832"/>
                  </a:lnTo>
                  <a:close/>
                </a:path>
                <a:path w="1108075" h="214629">
                  <a:moveTo>
                    <a:pt x="1107948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107948" y="177546"/>
                  </a:lnTo>
                  <a:lnTo>
                    <a:pt x="1107948" y="176784"/>
                  </a:lnTo>
                  <a:close/>
                </a:path>
                <a:path w="1108075" h="214629">
                  <a:moveTo>
                    <a:pt x="1107948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107948" y="174498"/>
                  </a:lnTo>
                  <a:lnTo>
                    <a:pt x="1107948" y="173736"/>
                  </a:lnTo>
                  <a:close/>
                </a:path>
                <a:path w="1108075" h="214629">
                  <a:moveTo>
                    <a:pt x="1107948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107948" y="171450"/>
                  </a:lnTo>
                  <a:lnTo>
                    <a:pt x="1107948" y="170688"/>
                  </a:lnTo>
                  <a:close/>
                </a:path>
                <a:path w="1108075" h="214629">
                  <a:moveTo>
                    <a:pt x="1107948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107948" y="168402"/>
                  </a:lnTo>
                  <a:lnTo>
                    <a:pt x="1107948" y="167640"/>
                  </a:lnTo>
                  <a:close/>
                </a:path>
                <a:path w="1108075" h="214629">
                  <a:moveTo>
                    <a:pt x="1107948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107948" y="165354"/>
                  </a:lnTo>
                  <a:lnTo>
                    <a:pt x="1107948" y="164592"/>
                  </a:lnTo>
                  <a:close/>
                </a:path>
                <a:path w="1108075" h="214629">
                  <a:moveTo>
                    <a:pt x="1107948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107948" y="162306"/>
                  </a:lnTo>
                  <a:lnTo>
                    <a:pt x="1107948" y="161544"/>
                  </a:lnTo>
                  <a:close/>
                </a:path>
                <a:path w="1108075" h="214629">
                  <a:moveTo>
                    <a:pt x="1107948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107948" y="159258"/>
                  </a:lnTo>
                  <a:lnTo>
                    <a:pt x="1107948" y="158496"/>
                  </a:lnTo>
                  <a:close/>
                </a:path>
                <a:path w="1108075" h="214629">
                  <a:moveTo>
                    <a:pt x="1107948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107948" y="156210"/>
                  </a:lnTo>
                  <a:lnTo>
                    <a:pt x="1107948" y="155448"/>
                  </a:lnTo>
                  <a:close/>
                </a:path>
                <a:path w="1108075" h="214629">
                  <a:moveTo>
                    <a:pt x="1107948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107948" y="153162"/>
                  </a:lnTo>
                  <a:lnTo>
                    <a:pt x="1107948" y="152400"/>
                  </a:lnTo>
                  <a:close/>
                </a:path>
                <a:path w="1108075" h="214629">
                  <a:moveTo>
                    <a:pt x="1107948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107948" y="150114"/>
                  </a:lnTo>
                  <a:lnTo>
                    <a:pt x="1107948" y="149352"/>
                  </a:lnTo>
                  <a:close/>
                </a:path>
                <a:path w="1108075" h="214629">
                  <a:moveTo>
                    <a:pt x="1107948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107948" y="147066"/>
                  </a:lnTo>
                  <a:lnTo>
                    <a:pt x="1107948" y="146304"/>
                  </a:lnTo>
                  <a:close/>
                </a:path>
                <a:path w="1108075" h="214629">
                  <a:moveTo>
                    <a:pt x="1107948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107948" y="144018"/>
                  </a:lnTo>
                  <a:lnTo>
                    <a:pt x="1107948" y="143256"/>
                  </a:lnTo>
                  <a:close/>
                </a:path>
                <a:path w="1108075" h="214629">
                  <a:moveTo>
                    <a:pt x="1107948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107948" y="140970"/>
                  </a:lnTo>
                  <a:lnTo>
                    <a:pt x="1107948" y="140208"/>
                  </a:lnTo>
                  <a:close/>
                </a:path>
                <a:path w="1108075" h="214629">
                  <a:moveTo>
                    <a:pt x="1107948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107948" y="137922"/>
                  </a:lnTo>
                  <a:lnTo>
                    <a:pt x="1107948" y="137160"/>
                  </a:lnTo>
                  <a:close/>
                </a:path>
                <a:path w="1108075" h="214629">
                  <a:moveTo>
                    <a:pt x="1107948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107948" y="134874"/>
                  </a:lnTo>
                  <a:lnTo>
                    <a:pt x="1107948" y="134112"/>
                  </a:lnTo>
                  <a:close/>
                </a:path>
                <a:path w="1108075" h="214629">
                  <a:moveTo>
                    <a:pt x="1107948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107948" y="131826"/>
                  </a:lnTo>
                  <a:lnTo>
                    <a:pt x="1107948" y="131064"/>
                  </a:lnTo>
                  <a:close/>
                </a:path>
                <a:path w="1108075" h="214629">
                  <a:moveTo>
                    <a:pt x="1107948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107948" y="128778"/>
                  </a:lnTo>
                  <a:lnTo>
                    <a:pt x="1107948" y="128016"/>
                  </a:lnTo>
                  <a:close/>
                </a:path>
                <a:path w="1108075" h="214629">
                  <a:moveTo>
                    <a:pt x="1107948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107948" y="125730"/>
                  </a:lnTo>
                  <a:lnTo>
                    <a:pt x="1107948" y="124968"/>
                  </a:lnTo>
                  <a:close/>
                </a:path>
                <a:path w="1108075" h="214629">
                  <a:moveTo>
                    <a:pt x="1107948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107948" y="122682"/>
                  </a:lnTo>
                  <a:lnTo>
                    <a:pt x="1107948" y="121920"/>
                  </a:lnTo>
                  <a:close/>
                </a:path>
                <a:path w="1108075" h="214629">
                  <a:moveTo>
                    <a:pt x="1107948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107948" y="119634"/>
                  </a:lnTo>
                  <a:lnTo>
                    <a:pt x="1107948" y="118872"/>
                  </a:lnTo>
                  <a:close/>
                </a:path>
                <a:path w="1108075" h="214629">
                  <a:moveTo>
                    <a:pt x="1107948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107948" y="116586"/>
                  </a:lnTo>
                  <a:lnTo>
                    <a:pt x="1107948" y="115824"/>
                  </a:lnTo>
                  <a:close/>
                </a:path>
                <a:path w="1108075" h="214629">
                  <a:moveTo>
                    <a:pt x="1107948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107948" y="113538"/>
                  </a:lnTo>
                  <a:lnTo>
                    <a:pt x="1107948" y="112776"/>
                  </a:lnTo>
                  <a:close/>
                </a:path>
                <a:path w="1108075" h="214629">
                  <a:moveTo>
                    <a:pt x="1107948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107948" y="110490"/>
                  </a:lnTo>
                  <a:lnTo>
                    <a:pt x="1107948" y="109728"/>
                  </a:lnTo>
                  <a:close/>
                </a:path>
                <a:path w="1108075" h="214629">
                  <a:moveTo>
                    <a:pt x="1107948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107948" y="107442"/>
                  </a:lnTo>
                  <a:lnTo>
                    <a:pt x="1107948" y="106680"/>
                  </a:lnTo>
                  <a:close/>
                </a:path>
                <a:path w="1108075" h="214629">
                  <a:moveTo>
                    <a:pt x="1107948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107948" y="104394"/>
                  </a:lnTo>
                  <a:lnTo>
                    <a:pt x="1107948" y="103632"/>
                  </a:lnTo>
                  <a:close/>
                </a:path>
                <a:path w="1108075" h="214629">
                  <a:moveTo>
                    <a:pt x="1107948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107948" y="101346"/>
                  </a:lnTo>
                  <a:lnTo>
                    <a:pt x="1107948" y="100584"/>
                  </a:lnTo>
                  <a:close/>
                </a:path>
                <a:path w="1108075" h="214629">
                  <a:moveTo>
                    <a:pt x="1107948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107948" y="98298"/>
                  </a:lnTo>
                  <a:lnTo>
                    <a:pt x="1107948" y="97536"/>
                  </a:lnTo>
                  <a:close/>
                </a:path>
                <a:path w="1108075" h="214629">
                  <a:moveTo>
                    <a:pt x="1107948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107948" y="95250"/>
                  </a:lnTo>
                  <a:lnTo>
                    <a:pt x="1107948" y="94488"/>
                  </a:lnTo>
                  <a:close/>
                </a:path>
                <a:path w="1108075" h="214629">
                  <a:moveTo>
                    <a:pt x="1107948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107948" y="92202"/>
                  </a:lnTo>
                  <a:lnTo>
                    <a:pt x="1107948" y="91440"/>
                  </a:lnTo>
                  <a:close/>
                </a:path>
                <a:path w="1108075" h="214629">
                  <a:moveTo>
                    <a:pt x="1107948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107948" y="89154"/>
                  </a:lnTo>
                  <a:lnTo>
                    <a:pt x="1107948" y="88392"/>
                  </a:lnTo>
                  <a:close/>
                </a:path>
                <a:path w="1108075" h="214629">
                  <a:moveTo>
                    <a:pt x="1107948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107948" y="86106"/>
                  </a:lnTo>
                  <a:lnTo>
                    <a:pt x="1107948" y="85344"/>
                  </a:lnTo>
                  <a:close/>
                </a:path>
                <a:path w="1108075" h="214629">
                  <a:moveTo>
                    <a:pt x="1107948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107948" y="83058"/>
                  </a:lnTo>
                  <a:lnTo>
                    <a:pt x="1107948" y="82296"/>
                  </a:lnTo>
                  <a:close/>
                </a:path>
                <a:path w="1108075" h="214629">
                  <a:moveTo>
                    <a:pt x="1107948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107948" y="80010"/>
                  </a:lnTo>
                  <a:lnTo>
                    <a:pt x="1107948" y="79248"/>
                  </a:lnTo>
                  <a:close/>
                </a:path>
                <a:path w="1108075" h="214629">
                  <a:moveTo>
                    <a:pt x="1107948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107948" y="76962"/>
                  </a:lnTo>
                  <a:lnTo>
                    <a:pt x="1107948" y="76200"/>
                  </a:lnTo>
                  <a:close/>
                </a:path>
                <a:path w="1108075" h="214629">
                  <a:moveTo>
                    <a:pt x="1107948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107948" y="73914"/>
                  </a:lnTo>
                  <a:lnTo>
                    <a:pt x="1107948" y="73152"/>
                  </a:lnTo>
                  <a:close/>
                </a:path>
                <a:path w="1108075" h="214629">
                  <a:moveTo>
                    <a:pt x="1107948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107948" y="70866"/>
                  </a:lnTo>
                  <a:lnTo>
                    <a:pt x="1107948" y="70104"/>
                  </a:lnTo>
                  <a:close/>
                </a:path>
                <a:path w="1108075" h="214629">
                  <a:moveTo>
                    <a:pt x="1107948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107948" y="67818"/>
                  </a:lnTo>
                  <a:lnTo>
                    <a:pt x="1107948" y="67056"/>
                  </a:lnTo>
                  <a:close/>
                </a:path>
                <a:path w="1108075" h="214629">
                  <a:moveTo>
                    <a:pt x="1107948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107948" y="64770"/>
                  </a:lnTo>
                  <a:lnTo>
                    <a:pt x="1107948" y="64008"/>
                  </a:lnTo>
                  <a:close/>
                </a:path>
                <a:path w="1108075" h="214629">
                  <a:moveTo>
                    <a:pt x="1107948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107948" y="61722"/>
                  </a:lnTo>
                  <a:lnTo>
                    <a:pt x="1107948" y="60960"/>
                  </a:lnTo>
                  <a:close/>
                </a:path>
                <a:path w="1108075" h="214629">
                  <a:moveTo>
                    <a:pt x="1107948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107948" y="58674"/>
                  </a:lnTo>
                  <a:lnTo>
                    <a:pt x="1107948" y="57912"/>
                  </a:lnTo>
                  <a:close/>
                </a:path>
                <a:path w="1108075" h="214629">
                  <a:moveTo>
                    <a:pt x="1107948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107948" y="55626"/>
                  </a:lnTo>
                  <a:lnTo>
                    <a:pt x="1107948" y="54864"/>
                  </a:lnTo>
                  <a:close/>
                </a:path>
                <a:path w="1108075" h="214629">
                  <a:moveTo>
                    <a:pt x="1107948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107948" y="52578"/>
                  </a:lnTo>
                  <a:lnTo>
                    <a:pt x="1107948" y="51816"/>
                  </a:lnTo>
                  <a:close/>
                </a:path>
                <a:path w="1108075" h="214629">
                  <a:moveTo>
                    <a:pt x="1107948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107948" y="49530"/>
                  </a:lnTo>
                  <a:lnTo>
                    <a:pt x="1107948" y="48768"/>
                  </a:lnTo>
                  <a:close/>
                </a:path>
                <a:path w="1108075" h="214629">
                  <a:moveTo>
                    <a:pt x="1107948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107948" y="46482"/>
                  </a:lnTo>
                  <a:lnTo>
                    <a:pt x="1107948" y="45720"/>
                  </a:lnTo>
                  <a:close/>
                </a:path>
                <a:path w="1108075" h="214629">
                  <a:moveTo>
                    <a:pt x="1107948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107948" y="43434"/>
                  </a:lnTo>
                  <a:lnTo>
                    <a:pt x="1107948" y="42672"/>
                  </a:lnTo>
                  <a:close/>
                </a:path>
                <a:path w="1108075" h="214629">
                  <a:moveTo>
                    <a:pt x="1107948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107948" y="40386"/>
                  </a:lnTo>
                  <a:lnTo>
                    <a:pt x="1107948" y="39624"/>
                  </a:lnTo>
                  <a:close/>
                </a:path>
                <a:path w="1108075" h="214629">
                  <a:moveTo>
                    <a:pt x="1107948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107948" y="37338"/>
                  </a:lnTo>
                  <a:lnTo>
                    <a:pt x="1107948" y="36576"/>
                  </a:lnTo>
                  <a:close/>
                </a:path>
                <a:path w="1108075" h="214629">
                  <a:moveTo>
                    <a:pt x="1107948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107948" y="34290"/>
                  </a:lnTo>
                  <a:lnTo>
                    <a:pt x="1107948" y="33528"/>
                  </a:lnTo>
                  <a:close/>
                </a:path>
                <a:path w="1108075" h="214629">
                  <a:moveTo>
                    <a:pt x="1107948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107948" y="31242"/>
                  </a:lnTo>
                  <a:lnTo>
                    <a:pt x="1107948" y="30480"/>
                  </a:lnTo>
                  <a:close/>
                </a:path>
                <a:path w="1108075" h="214629">
                  <a:moveTo>
                    <a:pt x="1107948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107948" y="28194"/>
                  </a:lnTo>
                  <a:lnTo>
                    <a:pt x="1107948" y="27432"/>
                  </a:lnTo>
                  <a:close/>
                </a:path>
                <a:path w="1108075" h="214629">
                  <a:moveTo>
                    <a:pt x="1107948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107948" y="25146"/>
                  </a:lnTo>
                  <a:lnTo>
                    <a:pt x="1107948" y="24384"/>
                  </a:lnTo>
                  <a:close/>
                </a:path>
                <a:path w="1108075" h="214629">
                  <a:moveTo>
                    <a:pt x="1107948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107948" y="22098"/>
                  </a:lnTo>
                  <a:lnTo>
                    <a:pt x="1107948" y="21336"/>
                  </a:lnTo>
                  <a:close/>
                </a:path>
                <a:path w="1108075" h="214629">
                  <a:moveTo>
                    <a:pt x="1107948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107948" y="19050"/>
                  </a:lnTo>
                  <a:lnTo>
                    <a:pt x="1107948" y="18288"/>
                  </a:lnTo>
                  <a:close/>
                </a:path>
                <a:path w="1108075" h="214629">
                  <a:moveTo>
                    <a:pt x="1107948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107948" y="16002"/>
                  </a:lnTo>
                  <a:lnTo>
                    <a:pt x="1107948" y="15240"/>
                  </a:lnTo>
                  <a:close/>
                </a:path>
                <a:path w="1108075" h="214629">
                  <a:moveTo>
                    <a:pt x="1107948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107948" y="12954"/>
                  </a:lnTo>
                  <a:lnTo>
                    <a:pt x="1107948" y="12192"/>
                  </a:lnTo>
                  <a:close/>
                </a:path>
                <a:path w="1108075" h="214629">
                  <a:moveTo>
                    <a:pt x="1107948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107948" y="9906"/>
                  </a:lnTo>
                  <a:lnTo>
                    <a:pt x="1107948" y="9144"/>
                  </a:lnTo>
                  <a:close/>
                </a:path>
                <a:path w="1108075" h="214629">
                  <a:moveTo>
                    <a:pt x="1107948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107948" y="6858"/>
                  </a:lnTo>
                  <a:lnTo>
                    <a:pt x="1107948" y="6096"/>
                  </a:lnTo>
                  <a:close/>
                </a:path>
                <a:path w="1108075" h="214629">
                  <a:moveTo>
                    <a:pt x="1107948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107948" y="3810"/>
                  </a:lnTo>
                  <a:lnTo>
                    <a:pt x="1107948" y="3048"/>
                  </a:lnTo>
                  <a:close/>
                </a:path>
                <a:path w="1108075" h="214629">
                  <a:moveTo>
                    <a:pt x="1107948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107948" y="762"/>
                  </a:lnTo>
                  <a:lnTo>
                    <a:pt x="1107948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6992251" y="4369959"/>
              <a:ext cx="1108075" cy="214629"/>
            </a:xfrm>
            <a:custGeom>
              <a:avLst/>
              <a:gdLst/>
              <a:ahLst/>
              <a:cxnLst/>
              <a:rect l="l" t="t" r="r" b="b"/>
              <a:pathLst>
                <a:path w="1108075" h="214629">
                  <a:moveTo>
                    <a:pt x="1107948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107948" y="214122"/>
                  </a:lnTo>
                  <a:lnTo>
                    <a:pt x="1107948" y="213360"/>
                  </a:lnTo>
                  <a:close/>
                </a:path>
                <a:path w="1108075" h="214629">
                  <a:moveTo>
                    <a:pt x="1107948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107948" y="211074"/>
                  </a:lnTo>
                  <a:lnTo>
                    <a:pt x="1107948" y="210312"/>
                  </a:lnTo>
                  <a:close/>
                </a:path>
                <a:path w="1108075" h="214629">
                  <a:moveTo>
                    <a:pt x="1107948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107948" y="208026"/>
                  </a:lnTo>
                  <a:lnTo>
                    <a:pt x="1107948" y="207264"/>
                  </a:lnTo>
                  <a:close/>
                </a:path>
                <a:path w="1108075" h="214629">
                  <a:moveTo>
                    <a:pt x="1107948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107948" y="204978"/>
                  </a:lnTo>
                  <a:lnTo>
                    <a:pt x="1107948" y="204216"/>
                  </a:lnTo>
                  <a:close/>
                </a:path>
                <a:path w="1108075" h="214629">
                  <a:moveTo>
                    <a:pt x="1107948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107948" y="201930"/>
                  </a:lnTo>
                  <a:lnTo>
                    <a:pt x="1107948" y="201168"/>
                  </a:lnTo>
                  <a:close/>
                </a:path>
                <a:path w="1108075" h="214629">
                  <a:moveTo>
                    <a:pt x="1107948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107948" y="198882"/>
                  </a:lnTo>
                  <a:lnTo>
                    <a:pt x="1107948" y="198120"/>
                  </a:lnTo>
                  <a:close/>
                </a:path>
                <a:path w="1108075" h="214629">
                  <a:moveTo>
                    <a:pt x="1107948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107948" y="195834"/>
                  </a:lnTo>
                  <a:lnTo>
                    <a:pt x="1107948" y="195072"/>
                  </a:lnTo>
                  <a:close/>
                </a:path>
                <a:path w="1108075" h="214629">
                  <a:moveTo>
                    <a:pt x="1107948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107948" y="192786"/>
                  </a:lnTo>
                  <a:lnTo>
                    <a:pt x="1107948" y="192024"/>
                  </a:lnTo>
                  <a:close/>
                </a:path>
                <a:path w="1108075" h="214629">
                  <a:moveTo>
                    <a:pt x="1107948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107948" y="189738"/>
                  </a:lnTo>
                  <a:lnTo>
                    <a:pt x="1107948" y="188976"/>
                  </a:lnTo>
                  <a:close/>
                </a:path>
                <a:path w="1108075" h="214629">
                  <a:moveTo>
                    <a:pt x="1107948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107948" y="186690"/>
                  </a:lnTo>
                  <a:lnTo>
                    <a:pt x="1107948" y="185928"/>
                  </a:lnTo>
                  <a:close/>
                </a:path>
                <a:path w="1108075" h="214629">
                  <a:moveTo>
                    <a:pt x="1107948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107948" y="183642"/>
                  </a:lnTo>
                  <a:lnTo>
                    <a:pt x="1107948" y="182880"/>
                  </a:lnTo>
                  <a:close/>
                </a:path>
                <a:path w="1108075" h="214629">
                  <a:moveTo>
                    <a:pt x="1107948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107948" y="180594"/>
                  </a:lnTo>
                  <a:lnTo>
                    <a:pt x="1107948" y="179832"/>
                  </a:lnTo>
                  <a:close/>
                </a:path>
                <a:path w="1108075" h="214629">
                  <a:moveTo>
                    <a:pt x="1107948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107948" y="177546"/>
                  </a:lnTo>
                  <a:lnTo>
                    <a:pt x="1107948" y="176784"/>
                  </a:lnTo>
                  <a:close/>
                </a:path>
                <a:path w="1108075" h="214629">
                  <a:moveTo>
                    <a:pt x="1107948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107948" y="174498"/>
                  </a:lnTo>
                  <a:lnTo>
                    <a:pt x="1107948" y="173736"/>
                  </a:lnTo>
                  <a:close/>
                </a:path>
                <a:path w="1108075" h="214629">
                  <a:moveTo>
                    <a:pt x="1107948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107948" y="171450"/>
                  </a:lnTo>
                  <a:lnTo>
                    <a:pt x="1107948" y="170688"/>
                  </a:lnTo>
                  <a:close/>
                </a:path>
                <a:path w="1108075" h="214629">
                  <a:moveTo>
                    <a:pt x="1107948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107948" y="168402"/>
                  </a:lnTo>
                  <a:lnTo>
                    <a:pt x="1107948" y="167640"/>
                  </a:lnTo>
                  <a:close/>
                </a:path>
                <a:path w="1108075" h="214629">
                  <a:moveTo>
                    <a:pt x="1107948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107948" y="165354"/>
                  </a:lnTo>
                  <a:lnTo>
                    <a:pt x="1107948" y="164592"/>
                  </a:lnTo>
                  <a:close/>
                </a:path>
                <a:path w="1108075" h="214629">
                  <a:moveTo>
                    <a:pt x="1107948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107948" y="162306"/>
                  </a:lnTo>
                  <a:lnTo>
                    <a:pt x="1107948" y="161544"/>
                  </a:lnTo>
                  <a:close/>
                </a:path>
                <a:path w="1108075" h="214629">
                  <a:moveTo>
                    <a:pt x="1107948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107948" y="159258"/>
                  </a:lnTo>
                  <a:lnTo>
                    <a:pt x="1107948" y="158496"/>
                  </a:lnTo>
                  <a:close/>
                </a:path>
                <a:path w="1108075" h="214629">
                  <a:moveTo>
                    <a:pt x="1107948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107948" y="156210"/>
                  </a:lnTo>
                  <a:lnTo>
                    <a:pt x="1107948" y="155448"/>
                  </a:lnTo>
                  <a:close/>
                </a:path>
                <a:path w="1108075" h="214629">
                  <a:moveTo>
                    <a:pt x="1107948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107948" y="153162"/>
                  </a:lnTo>
                  <a:lnTo>
                    <a:pt x="1107948" y="152400"/>
                  </a:lnTo>
                  <a:close/>
                </a:path>
                <a:path w="1108075" h="214629">
                  <a:moveTo>
                    <a:pt x="1107948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107948" y="150114"/>
                  </a:lnTo>
                  <a:lnTo>
                    <a:pt x="1107948" y="149352"/>
                  </a:lnTo>
                  <a:close/>
                </a:path>
                <a:path w="1108075" h="214629">
                  <a:moveTo>
                    <a:pt x="1107948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107948" y="147066"/>
                  </a:lnTo>
                  <a:lnTo>
                    <a:pt x="1107948" y="146304"/>
                  </a:lnTo>
                  <a:close/>
                </a:path>
                <a:path w="1108075" h="214629">
                  <a:moveTo>
                    <a:pt x="1107948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107948" y="144018"/>
                  </a:lnTo>
                  <a:lnTo>
                    <a:pt x="1107948" y="143256"/>
                  </a:lnTo>
                  <a:close/>
                </a:path>
                <a:path w="1108075" h="214629">
                  <a:moveTo>
                    <a:pt x="1107948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107948" y="140970"/>
                  </a:lnTo>
                  <a:lnTo>
                    <a:pt x="1107948" y="140208"/>
                  </a:lnTo>
                  <a:close/>
                </a:path>
                <a:path w="1108075" h="214629">
                  <a:moveTo>
                    <a:pt x="1107948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107948" y="137922"/>
                  </a:lnTo>
                  <a:lnTo>
                    <a:pt x="1107948" y="137160"/>
                  </a:lnTo>
                  <a:close/>
                </a:path>
                <a:path w="1108075" h="214629">
                  <a:moveTo>
                    <a:pt x="1107948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107948" y="134874"/>
                  </a:lnTo>
                  <a:lnTo>
                    <a:pt x="1107948" y="134112"/>
                  </a:lnTo>
                  <a:close/>
                </a:path>
                <a:path w="1108075" h="214629">
                  <a:moveTo>
                    <a:pt x="1107948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107948" y="131826"/>
                  </a:lnTo>
                  <a:lnTo>
                    <a:pt x="1107948" y="131064"/>
                  </a:lnTo>
                  <a:close/>
                </a:path>
                <a:path w="1108075" h="214629">
                  <a:moveTo>
                    <a:pt x="1107948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107948" y="128778"/>
                  </a:lnTo>
                  <a:lnTo>
                    <a:pt x="1107948" y="128016"/>
                  </a:lnTo>
                  <a:close/>
                </a:path>
                <a:path w="1108075" h="214629">
                  <a:moveTo>
                    <a:pt x="1107948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107948" y="125730"/>
                  </a:lnTo>
                  <a:lnTo>
                    <a:pt x="1107948" y="124968"/>
                  </a:lnTo>
                  <a:close/>
                </a:path>
                <a:path w="1108075" h="214629">
                  <a:moveTo>
                    <a:pt x="1107948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107948" y="122682"/>
                  </a:lnTo>
                  <a:lnTo>
                    <a:pt x="1107948" y="121920"/>
                  </a:lnTo>
                  <a:close/>
                </a:path>
                <a:path w="1108075" h="214629">
                  <a:moveTo>
                    <a:pt x="1107948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107948" y="119634"/>
                  </a:lnTo>
                  <a:lnTo>
                    <a:pt x="1107948" y="118872"/>
                  </a:lnTo>
                  <a:close/>
                </a:path>
                <a:path w="1108075" h="214629">
                  <a:moveTo>
                    <a:pt x="1107948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107948" y="116586"/>
                  </a:lnTo>
                  <a:lnTo>
                    <a:pt x="1107948" y="115824"/>
                  </a:lnTo>
                  <a:close/>
                </a:path>
                <a:path w="1108075" h="214629">
                  <a:moveTo>
                    <a:pt x="1107948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107948" y="113538"/>
                  </a:lnTo>
                  <a:lnTo>
                    <a:pt x="1107948" y="112776"/>
                  </a:lnTo>
                  <a:close/>
                </a:path>
                <a:path w="1108075" h="214629">
                  <a:moveTo>
                    <a:pt x="1107948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107948" y="110490"/>
                  </a:lnTo>
                  <a:lnTo>
                    <a:pt x="1107948" y="109728"/>
                  </a:lnTo>
                  <a:close/>
                </a:path>
                <a:path w="1108075" h="214629">
                  <a:moveTo>
                    <a:pt x="1107948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107948" y="107442"/>
                  </a:lnTo>
                  <a:lnTo>
                    <a:pt x="1107948" y="106680"/>
                  </a:lnTo>
                  <a:close/>
                </a:path>
                <a:path w="1108075" h="214629">
                  <a:moveTo>
                    <a:pt x="1107948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107948" y="104394"/>
                  </a:lnTo>
                  <a:lnTo>
                    <a:pt x="1107948" y="103632"/>
                  </a:lnTo>
                  <a:close/>
                </a:path>
                <a:path w="1108075" h="214629">
                  <a:moveTo>
                    <a:pt x="1107948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107948" y="101346"/>
                  </a:lnTo>
                  <a:lnTo>
                    <a:pt x="1107948" y="100584"/>
                  </a:lnTo>
                  <a:close/>
                </a:path>
                <a:path w="1108075" h="214629">
                  <a:moveTo>
                    <a:pt x="1107948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107948" y="98298"/>
                  </a:lnTo>
                  <a:lnTo>
                    <a:pt x="1107948" y="97536"/>
                  </a:lnTo>
                  <a:close/>
                </a:path>
                <a:path w="1108075" h="214629">
                  <a:moveTo>
                    <a:pt x="1107948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107948" y="95250"/>
                  </a:lnTo>
                  <a:lnTo>
                    <a:pt x="1107948" y="94488"/>
                  </a:lnTo>
                  <a:close/>
                </a:path>
                <a:path w="1108075" h="214629">
                  <a:moveTo>
                    <a:pt x="1107948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107948" y="92202"/>
                  </a:lnTo>
                  <a:lnTo>
                    <a:pt x="1107948" y="91440"/>
                  </a:lnTo>
                  <a:close/>
                </a:path>
                <a:path w="1108075" h="214629">
                  <a:moveTo>
                    <a:pt x="1107948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107948" y="89154"/>
                  </a:lnTo>
                  <a:lnTo>
                    <a:pt x="1107948" y="88392"/>
                  </a:lnTo>
                  <a:close/>
                </a:path>
                <a:path w="1108075" h="214629">
                  <a:moveTo>
                    <a:pt x="1107948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107948" y="86106"/>
                  </a:lnTo>
                  <a:lnTo>
                    <a:pt x="1107948" y="85344"/>
                  </a:lnTo>
                  <a:close/>
                </a:path>
                <a:path w="1108075" h="214629">
                  <a:moveTo>
                    <a:pt x="1107948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107948" y="83058"/>
                  </a:lnTo>
                  <a:lnTo>
                    <a:pt x="1107948" y="82296"/>
                  </a:lnTo>
                  <a:close/>
                </a:path>
                <a:path w="1108075" h="214629">
                  <a:moveTo>
                    <a:pt x="1107948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107948" y="80010"/>
                  </a:lnTo>
                  <a:lnTo>
                    <a:pt x="1107948" y="79248"/>
                  </a:lnTo>
                  <a:close/>
                </a:path>
                <a:path w="1108075" h="214629">
                  <a:moveTo>
                    <a:pt x="1107948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107948" y="76962"/>
                  </a:lnTo>
                  <a:lnTo>
                    <a:pt x="1107948" y="76200"/>
                  </a:lnTo>
                  <a:close/>
                </a:path>
                <a:path w="1108075" h="214629">
                  <a:moveTo>
                    <a:pt x="1107948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107948" y="73914"/>
                  </a:lnTo>
                  <a:lnTo>
                    <a:pt x="1107948" y="73152"/>
                  </a:lnTo>
                  <a:close/>
                </a:path>
                <a:path w="1108075" h="214629">
                  <a:moveTo>
                    <a:pt x="1107948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107948" y="70866"/>
                  </a:lnTo>
                  <a:lnTo>
                    <a:pt x="1107948" y="70104"/>
                  </a:lnTo>
                  <a:close/>
                </a:path>
                <a:path w="1108075" h="214629">
                  <a:moveTo>
                    <a:pt x="1107948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107948" y="67818"/>
                  </a:lnTo>
                  <a:lnTo>
                    <a:pt x="1107948" y="67056"/>
                  </a:lnTo>
                  <a:close/>
                </a:path>
                <a:path w="1108075" h="214629">
                  <a:moveTo>
                    <a:pt x="1107948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107948" y="64770"/>
                  </a:lnTo>
                  <a:lnTo>
                    <a:pt x="1107948" y="64008"/>
                  </a:lnTo>
                  <a:close/>
                </a:path>
                <a:path w="1108075" h="214629">
                  <a:moveTo>
                    <a:pt x="1107948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107948" y="61722"/>
                  </a:lnTo>
                  <a:lnTo>
                    <a:pt x="1107948" y="60960"/>
                  </a:lnTo>
                  <a:close/>
                </a:path>
                <a:path w="1108075" h="214629">
                  <a:moveTo>
                    <a:pt x="1107948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107948" y="58674"/>
                  </a:lnTo>
                  <a:lnTo>
                    <a:pt x="1107948" y="57912"/>
                  </a:lnTo>
                  <a:close/>
                </a:path>
                <a:path w="1108075" h="214629">
                  <a:moveTo>
                    <a:pt x="1107948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107948" y="55626"/>
                  </a:lnTo>
                  <a:lnTo>
                    <a:pt x="1107948" y="54864"/>
                  </a:lnTo>
                  <a:close/>
                </a:path>
                <a:path w="1108075" h="214629">
                  <a:moveTo>
                    <a:pt x="1107948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107948" y="52578"/>
                  </a:lnTo>
                  <a:lnTo>
                    <a:pt x="1107948" y="51816"/>
                  </a:lnTo>
                  <a:close/>
                </a:path>
                <a:path w="1108075" h="214629">
                  <a:moveTo>
                    <a:pt x="1107948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107948" y="49530"/>
                  </a:lnTo>
                  <a:lnTo>
                    <a:pt x="1107948" y="48768"/>
                  </a:lnTo>
                  <a:close/>
                </a:path>
                <a:path w="1108075" h="214629">
                  <a:moveTo>
                    <a:pt x="1107948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107948" y="46482"/>
                  </a:lnTo>
                  <a:lnTo>
                    <a:pt x="1107948" y="45720"/>
                  </a:lnTo>
                  <a:close/>
                </a:path>
                <a:path w="1108075" h="214629">
                  <a:moveTo>
                    <a:pt x="1107948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107948" y="43434"/>
                  </a:lnTo>
                  <a:lnTo>
                    <a:pt x="1107948" y="42672"/>
                  </a:lnTo>
                  <a:close/>
                </a:path>
                <a:path w="1108075" h="214629">
                  <a:moveTo>
                    <a:pt x="1107948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107948" y="40386"/>
                  </a:lnTo>
                  <a:lnTo>
                    <a:pt x="1107948" y="39624"/>
                  </a:lnTo>
                  <a:close/>
                </a:path>
                <a:path w="1108075" h="214629">
                  <a:moveTo>
                    <a:pt x="1107948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107948" y="37338"/>
                  </a:lnTo>
                  <a:lnTo>
                    <a:pt x="1107948" y="36576"/>
                  </a:lnTo>
                  <a:close/>
                </a:path>
                <a:path w="1108075" h="214629">
                  <a:moveTo>
                    <a:pt x="1107948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107948" y="34290"/>
                  </a:lnTo>
                  <a:lnTo>
                    <a:pt x="1107948" y="33528"/>
                  </a:lnTo>
                  <a:close/>
                </a:path>
                <a:path w="1108075" h="214629">
                  <a:moveTo>
                    <a:pt x="1107948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107948" y="31242"/>
                  </a:lnTo>
                  <a:lnTo>
                    <a:pt x="1107948" y="30480"/>
                  </a:lnTo>
                  <a:close/>
                </a:path>
                <a:path w="1108075" h="214629">
                  <a:moveTo>
                    <a:pt x="1107948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107948" y="28194"/>
                  </a:lnTo>
                  <a:lnTo>
                    <a:pt x="1107948" y="27432"/>
                  </a:lnTo>
                  <a:close/>
                </a:path>
                <a:path w="1108075" h="214629">
                  <a:moveTo>
                    <a:pt x="1107948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107948" y="25146"/>
                  </a:lnTo>
                  <a:lnTo>
                    <a:pt x="1107948" y="24384"/>
                  </a:lnTo>
                  <a:close/>
                </a:path>
                <a:path w="1108075" h="214629">
                  <a:moveTo>
                    <a:pt x="1107948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107948" y="22098"/>
                  </a:lnTo>
                  <a:lnTo>
                    <a:pt x="1107948" y="21336"/>
                  </a:lnTo>
                  <a:close/>
                </a:path>
                <a:path w="1108075" h="214629">
                  <a:moveTo>
                    <a:pt x="1107948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107948" y="19050"/>
                  </a:lnTo>
                  <a:lnTo>
                    <a:pt x="1107948" y="18288"/>
                  </a:lnTo>
                  <a:close/>
                </a:path>
                <a:path w="1108075" h="214629">
                  <a:moveTo>
                    <a:pt x="1107948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107948" y="16002"/>
                  </a:lnTo>
                  <a:lnTo>
                    <a:pt x="1107948" y="15240"/>
                  </a:lnTo>
                  <a:close/>
                </a:path>
                <a:path w="1108075" h="214629">
                  <a:moveTo>
                    <a:pt x="1107948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107948" y="12954"/>
                  </a:lnTo>
                  <a:lnTo>
                    <a:pt x="1107948" y="12192"/>
                  </a:lnTo>
                  <a:close/>
                </a:path>
                <a:path w="1108075" h="214629">
                  <a:moveTo>
                    <a:pt x="1107948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107948" y="9906"/>
                  </a:lnTo>
                  <a:lnTo>
                    <a:pt x="1107948" y="9144"/>
                  </a:lnTo>
                  <a:close/>
                </a:path>
                <a:path w="1108075" h="214629">
                  <a:moveTo>
                    <a:pt x="1107948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107948" y="6858"/>
                  </a:lnTo>
                  <a:lnTo>
                    <a:pt x="1107948" y="6096"/>
                  </a:lnTo>
                  <a:close/>
                </a:path>
                <a:path w="1108075" h="214629">
                  <a:moveTo>
                    <a:pt x="1107948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107948" y="3810"/>
                  </a:lnTo>
                  <a:lnTo>
                    <a:pt x="1107948" y="3048"/>
                  </a:lnTo>
                  <a:close/>
                </a:path>
                <a:path w="1108075" h="214629">
                  <a:moveTo>
                    <a:pt x="1107948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107948" y="762"/>
                  </a:lnTo>
                  <a:lnTo>
                    <a:pt x="1107948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6992251" y="4583319"/>
              <a:ext cx="1108075" cy="214629"/>
            </a:xfrm>
            <a:custGeom>
              <a:avLst/>
              <a:gdLst/>
              <a:ahLst/>
              <a:cxnLst/>
              <a:rect l="l" t="t" r="r" b="b"/>
              <a:pathLst>
                <a:path w="1108075" h="214629">
                  <a:moveTo>
                    <a:pt x="1107948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107948" y="214122"/>
                  </a:lnTo>
                  <a:lnTo>
                    <a:pt x="1107948" y="213360"/>
                  </a:lnTo>
                  <a:close/>
                </a:path>
                <a:path w="1108075" h="214629">
                  <a:moveTo>
                    <a:pt x="1107948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107948" y="211074"/>
                  </a:lnTo>
                  <a:lnTo>
                    <a:pt x="1107948" y="210312"/>
                  </a:lnTo>
                  <a:close/>
                </a:path>
                <a:path w="1108075" h="214629">
                  <a:moveTo>
                    <a:pt x="1107948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107948" y="208026"/>
                  </a:lnTo>
                  <a:lnTo>
                    <a:pt x="1107948" y="207264"/>
                  </a:lnTo>
                  <a:close/>
                </a:path>
                <a:path w="1108075" h="214629">
                  <a:moveTo>
                    <a:pt x="1107948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107948" y="204978"/>
                  </a:lnTo>
                  <a:lnTo>
                    <a:pt x="1107948" y="204216"/>
                  </a:lnTo>
                  <a:close/>
                </a:path>
                <a:path w="1108075" h="214629">
                  <a:moveTo>
                    <a:pt x="1107948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107948" y="201930"/>
                  </a:lnTo>
                  <a:lnTo>
                    <a:pt x="1107948" y="201168"/>
                  </a:lnTo>
                  <a:close/>
                </a:path>
                <a:path w="1108075" h="214629">
                  <a:moveTo>
                    <a:pt x="1107948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107948" y="198882"/>
                  </a:lnTo>
                  <a:lnTo>
                    <a:pt x="1107948" y="198120"/>
                  </a:lnTo>
                  <a:close/>
                </a:path>
                <a:path w="1108075" h="214629">
                  <a:moveTo>
                    <a:pt x="1107948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107948" y="195834"/>
                  </a:lnTo>
                  <a:lnTo>
                    <a:pt x="1107948" y="195072"/>
                  </a:lnTo>
                  <a:close/>
                </a:path>
                <a:path w="1108075" h="214629">
                  <a:moveTo>
                    <a:pt x="1107948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107948" y="192786"/>
                  </a:lnTo>
                  <a:lnTo>
                    <a:pt x="1107948" y="192024"/>
                  </a:lnTo>
                  <a:close/>
                </a:path>
                <a:path w="1108075" h="214629">
                  <a:moveTo>
                    <a:pt x="1107948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107948" y="189738"/>
                  </a:lnTo>
                  <a:lnTo>
                    <a:pt x="1107948" y="188976"/>
                  </a:lnTo>
                  <a:close/>
                </a:path>
                <a:path w="1108075" h="214629">
                  <a:moveTo>
                    <a:pt x="1107948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107948" y="186690"/>
                  </a:lnTo>
                  <a:lnTo>
                    <a:pt x="1107948" y="185928"/>
                  </a:lnTo>
                  <a:close/>
                </a:path>
                <a:path w="1108075" h="214629">
                  <a:moveTo>
                    <a:pt x="1107948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107948" y="183642"/>
                  </a:lnTo>
                  <a:lnTo>
                    <a:pt x="1107948" y="182880"/>
                  </a:lnTo>
                  <a:close/>
                </a:path>
                <a:path w="1108075" h="214629">
                  <a:moveTo>
                    <a:pt x="1107948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107948" y="180594"/>
                  </a:lnTo>
                  <a:lnTo>
                    <a:pt x="1107948" y="179832"/>
                  </a:lnTo>
                  <a:close/>
                </a:path>
                <a:path w="1108075" h="214629">
                  <a:moveTo>
                    <a:pt x="1107948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107948" y="177546"/>
                  </a:lnTo>
                  <a:lnTo>
                    <a:pt x="1107948" y="176784"/>
                  </a:lnTo>
                  <a:close/>
                </a:path>
                <a:path w="1108075" h="214629">
                  <a:moveTo>
                    <a:pt x="1107948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107948" y="174498"/>
                  </a:lnTo>
                  <a:lnTo>
                    <a:pt x="1107948" y="173736"/>
                  </a:lnTo>
                  <a:close/>
                </a:path>
                <a:path w="1108075" h="214629">
                  <a:moveTo>
                    <a:pt x="1107948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107948" y="171450"/>
                  </a:lnTo>
                  <a:lnTo>
                    <a:pt x="1107948" y="170688"/>
                  </a:lnTo>
                  <a:close/>
                </a:path>
                <a:path w="1108075" h="214629">
                  <a:moveTo>
                    <a:pt x="1107948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107948" y="168402"/>
                  </a:lnTo>
                  <a:lnTo>
                    <a:pt x="1107948" y="167640"/>
                  </a:lnTo>
                  <a:close/>
                </a:path>
                <a:path w="1108075" h="214629">
                  <a:moveTo>
                    <a:pt x="1107948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107948" y="165354"/>
                  </a:lnTo>
                  <a:lnTo>
                    <a:pt x="1107948" y="164592"/>
                  </a:lnTo>
                  <a:close/>
                </a:path>
                <a:path w="1108075" h="214629">
                  <a:moveTo>
                    <a:pt x="1107948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107948" y="162306"/>
                  </a:lnTo>
                  <a:lnTo>
                    <a:pt x="1107948" y="161544"/>
                  </a:lnTo>
                  <a:close/>
                </a:path>
                <a:path w="1108075" h="214629">
                  <a:moveTo>
                    <a:pt x="1107948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107948" y="159258"/>
                  </a:lnTo>
                  <a:lnTo>
                    <a:pt x="1107948" y="158496"/>
                  </a:lnTo>
                  <a:close/>
                </a:path>
                <a:path w="1108075" h="214629">
                  <a:moveTo>
                    <a:pt x="1107948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107948" y="156210"/>
                  </a:lnTo>
                  <a:lnTo>
                    <a:pt x="1107948" y="155448"/>
                  </a:lnTo>
                  <a:close/>
                </a:path>
                <a:path w="1108075" h="214629">
                  <a:moveTo>
                    <a:pt x="1107948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107948" y="153162"/>
                  </a:lnTo>
                  <a:lnTo>
                    <a:pt x="1107948" y="152400"/>
                  </a:lnTo>
                  <a:close/>
                </a:path>
                <a:path w="1108075" h="214629">
                  <a:moveTo>
                    <a:pt x="1107948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107948" y="150114"/>
                  </a:lnTo>
                  <a:lnTo>
                    <a:pt x="1107948" y="149352"/>
                  </a:lnTo>
                  <a:close/>
                </a:path>
                <a:path w="1108075" h="214629">
                  <a:moveTo>
                    <a:pt x="1107948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107948" y="147066"/>
                  </a:lnTo>
                  <a:lnTo>
                    <a:pt x="1107948" y="146304"/>
                  </a:lnTo>
                  <a:close/>
                </a:path>
                <a:path w="1108075" h="214629">
                  <a:moveTo>
                    <a:pt x="1107948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107948" y="144018"/>
                  </a:lnTo>
                  <a:lnTo>
                    <a:pt x="1107948" y="143256"/>
                  </a:lnTo>
                  <a:close/>
                </a:path>
                <a:path w="1108075" h="214629">
                  <a:moveTo>
                    <a:pt x="1107948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107948" y="140970"/>
                  </a:lnTo>
                  <a:lnTo>
                    <a:pt x="1107948" y="140208"/>
                  </a:lnTo>
                  <a:close/>
                </a:path>
                <a:path w="1108075" h="214629">
                  <a:moveTo>
                    <a:pt x="1107948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107948" y="137922"/>
                  </a:lnTo>
                  <a:lnTo>
                    <a:pt x="1107948" y="137160"/>
                  </a:lnTo>
                  <a:close/>
                </a:path>
                <a:path w="1108075" h="214629">
                  <a:moveTo>
                    <a:pt x="1107948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107948" y="134874"/>
                  </a:lnTo>
                  <a:lnTo>
                    <a:pt x="1107948" y="134112"/>
                  </a:lnTo>
                  <a:close/>
                </a:path>
                <a:path w="1108075" h="214629">
                  <a:moveTo>
                    <a:pt x="1107948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107948" y="131826"/>
                  </a:lnTo>
                  <a:lnTo>
                    <a:pt x="1107948" y="131064"/>
                  </a:lnTo>
                  <a:close/>
                </a:path>
                <a:path w="1108075" h="214629">
                  <a:moveTo>
                    <a:pt x="1107948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107948" y="128778"/>
                  </a:lnTo>
                  <a:lnTo>
                    <a:pt x="1107948" y="128016"/>
                  </a:lnTo>
                  <a:close/>
                </a:path>
                <a:path w="1108075" h="214629">
                  <a:moveTo>
                    <a:pt x="1107948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107948" y="125730"/>
                  </a:lnTo>
                  <a:lnTo>
                    <a:pt x="1107948" y="124968"/>
                  </a:lnTo>
                  <a:close/>
                </a:path>
                <a:path w="1108075" h="214629">
                  <a:moveTo>
                    <a:pt x="1107948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107948" y="122682"/>
                  </a:lnTo>
                  <a:lnTo>
                    <a:pt x="1107948" y="121920"/>
                  </a:lnTo>
                  <a:close/>
                </a:path>
                <a:path w="1108075" h="214629">
                  <a:moveTo>
                    <a:pt x="1107948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107948" y="119634"/>
                  </a:lnTo>
                  <a:lnTo>
                    <a:pt x="1107948" y="118872"/>
                  </a:lnTo>
                  <a:close/>
                </a:path>
                <a:path w="1108075" h="214629">
                  <a:moveTo>
                    <a:pt x="1107948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107948" y="116586"/>
                  </a:lnTo>
                  <a:lnTo>
                    <a:pt x="1107948" y="115824"/>
                  </a:lnTo>
                  <a:close/>
                </a:path>
                <a:path w="1108075" h="214629">
                  <a:moveTo>
                    <a:pt x="1107948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107948" y="113538"/>
                  </a:lnTo>
                  <a:lnTo>
                    <a:pt x="1107948" y="112776"/>
                  </a:lnTo>
                  <a:close/>
                </a:path>
                <a:path w="1108075" h="214629">
                  <a:moveTo>
                    <a:pt x="1107948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107948" y="110490"/>
                  </a:lnTo>
                  <a:lnTo>
                    <a:pt x="1107948" y="109728"/>
                  </a:lnTo>
                  <a:close/>
                </a:path>
                <a:path w="1108075" h="214629">
                  <a:moveTo>
                    <a:pt x="1107948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107948" y="107442"/>
                  </a:lnTo>
                  <a:lnTo>
                    <a:pt x="1107948" y="106680"/>
                  </a:lnTo>
                  <a:close/>
                </a:path>
                <a:path w="1108075" h="214629">
                  <a:moveTo>
                    <a:pt x="1107948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107948" y="104394"/>
                  </a:lnTo>
                  <a:lnTo>
                    <a:pt x="1107948" y="103632"/>
                  </a:lnTo>
                  <a:close/>
                </a:path>
                <a:path w="1108075" h="214629">
                  <a:moveTo>
                    <a:pt x="1107948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107948" y="101346"/>
                  </a:lnTo>
                  <a:lnTo>
                    <a:pt x="1107948" y="100584"/>
                  </a:lnTo>
                  <a:close/>
                </a:path>
                <a:path w="1108075" h="214629">
                  <a:moveTo>
                    <a:pt x="1107948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107948" y="98298"/>
                  </a:lnTo>
                  <a:lnTo>
                    <a:pt x="1107948" y="97536"/>
                  </a:lnTo>
                  <a:close/>
                </a:path>
                <a:path w="1108075" h="214629">
                  <a:moveTo>
                    <a:pt x="1107948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107948" y="95250"/>
                  </a:lnTo>
                  <a:lnTo>
                    <a:pt x="1107948" y="94488"/>
                  </a:lnTo>
                  <a:close/>
                </a:path>
                <a:path w="1108075" h="214629">
                  <a:moveTo>
                    <a:pt x="1107948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107948" y="92202"/>
                  </a:lnTo>
                  <a:lnTo>
                    <a:pt x="1107948" y="91440"/>
                  </a:lnTo>
                  <a:close/>
                </a:path>
                <a:path w="1108075" h="214629">
                  <a:moveTo>
                    <a:pt x="1107948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107948" y="89154"/>
                  </a:lnTo>
                  <a:lnTo>
                    <a:pt x="1107948" y="88392"/>
                  </a:lnTo>
                  <a:close/>
                </a:path>
                <a:path w="1108075" h="214629">
                  <a:moveTo>
                    <a:pt x="1107948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107948" y="86106"/>
                  </a:lnTo>
                  <a:lnTo>
                    <a:pt x="1107948" y="85344"/>
                  </a:lnTo>
                  <a:close/>
                </a:path>
                <a:path w="1108075" h="214629">
                  <a:moveTo>
                    <a:pt x="1107948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107948" y="83058"/>
                  </a:lnTo>
                  <a:lnTo>
                    <a:pt x="1107948" y="82296"/>
                  </a:lnTo>
                  <a:close/>
                </a:path>
                <a:path w="1108075" h="214629">
                  <a:moveTo>
                    <a:pt x="1107948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107948" y="80010"/>
                  </a:lnTo>
                  <a:lnTo>
                    <a:pt x="1107948" y="79248"/>
                  </a:lnTo>
                  <a:close/>
                </a:path>
                <a:path w="1108075" h="214629">
                  <a:moveTo>
                    <a:pt x="1107948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107948" y="76962"/>
                  </a:lnTo>
                  <a:lnTo>
                    <a:pt x="1107948" y="76200"/>
                  </a:lnTo>
                  <a:close/>
                </a:path>
                <a:path w="1108075" h="214629">
                  <a:moveTo>
                    <a:pt x="1107948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107948" y="73914"/>
                  </a:lnTo>
                  <a:lnTo>
                    <a:pt x="1107948" y="73152"/>
                  </a:lnTo>
                  <a:close/>
                </a:path>
                <a:path w="1108075" h="214629">
                  <a:moveTo>
                    <a:pt x="1107948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107948" y="70866"/>
                  </a:lnTo>
                  <a:lnTo>
                    <a:pt x="1107948" y="70104"/>
                  </a:lnTo>
                  <a:close/>
                </a:path>
                <a:path w="1108075" h="214629">
                  <a:moveTo>
                    <a:pt x="1107948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107948" y="67818"/>
                  </a:lnTo>
                  <a:lnTo>
                    <a:pt x="1107948" y="67056"/>
                  </a:lnTo>
                  <a:close/>
                </a:path>
                <a:path w="1108075" h="214629">
                  <a:moveTo>
                    <a:pt x="1107948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107948" y="64770"/>
                  </a:lnTo>
                  <a:lnTo>
                    <a:pt x="1107948" y="64008"/>
                  </a:lnTo>
                  <a:close/>
                </a:path>
                <a:path w="1108075" h="214629">
                  <a:moveTo>
                    <a:pt x="1107948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107948" y="61722"/>
                  </a:lnTo>
                  <a:lnTo>
                    <a:pt x="1107948" y="60960"/>
                  </a:lnTo>
                  <a:close/>
                </a:path>
                <a:path w="1108075" h="214629">
                  <a:moveTo>
                    <a:pt x="1107948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107948" y="58674"/>
                  </a:lnTo>
                  <a:lnTo>
                    <a:pt x="1107948" y="57912"/>
                  </a:lnTo>
                  <a:close/>
                </a:path>
                <a:path w="1108075" h="214629">
                  <a:moveTo>
                    <a:pt x="1107948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107948" y="55626"/>
                  </a:lnTo>
                  <a:lnTo>
                    <a:pt x="1107948" y="54864"/>
                  </a:lnTo>
                  <a:close/>
                </a:path>
                <a:path w="1108075" h="214629">
                  <a:moveTo>
                    <a:pt x="1107948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107948" y="52578"/>
                  </a:lnTo>
                  <a:lnTo>
                    <a:pt x="1107948" y="51816"/>
                  </a:lnTo>
                  <a:close/>
                </a:path>
                <a:path w="1108075" h="214629">
                  <a:moveTo>
                    <a:pt x="1107948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107948" y="49530"/>
                  </a:lnTo>
                  <a:lnTo>
                    <a:pt x="1107948" y="48768"/>
                  </a:lnTo>
                  <a:close/>
                </a:path>
                <a:path w="1108075" h="214629">
                  <a:moveTo>
                    <a:pt x="1107948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107948" y="46482"/>
                  </a:lnTo>
                  <a:lnTo>
                    <a:pt x="1107948" y="45720"/>
                  </a:lnTo>
                  <a:close/>
                </a:path>
                <a:path w="1108075" h="214629">
                  <a:moveTo>
                    <a:pt x="1107948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107948" y="43434"/>
                  </a:lnTo>
                  <a:lnTo>
                    <a:pt x="1107948" y="42672"/>
                  </a:lnTo>
                  <a:close/>
                </a:path>
                <a:path w="1108075" h="214629">
                  <a:moveTo>
                    <a:pt x="1107948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107948" y="40386"/>
                  </a:lnTo>
                  <a:lnTo>
                    <a:pt x="1107948" y="39624"/>
                  </a:lnTo>
                  <a:close/>
                </a:path>
                <a:path w="1108075" h="214629">
                  <a:moveTo>
                    <a:pt x="1107948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107948" y="37338"/>
                  </a:lnTo>
                  <a:lnTo>
                    <a:pt x="1107948" y="36576"/>
                  </a:lnTo>
                  <a:close/>
                </a:path>
                <a:path w="1108075" h="214629">
                  <a:moveTo>
                    <a:pt x="1107948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107948" y="34290"/>
                  </a:lnTo>
                  <a:lnTo>
                    <a:pt x="1107948" y="33528"/>
                  </a:lnTo>
                  <a:close/>
                </a:path>
                <a:path w="1108075" h="214629">
                  <a:moveTo>
                    <a:pt x="1107948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107948" y="31242"/>
                  </a:lnTo>
                  <a:lnTo>
                    <a:pt x="1107948" y="30480"/>
                  </a:lnTo>
                  <a:close/>
                </a:path>
                <a:path w="1108075" h="214629">
                  <a:moveTo>
                    <a:pt x="1107948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107948" y="28194"/>
                  </a:lnTo>
                  <a:lnTo>
                    <a:pt x="1107948" y="27432"/>
                  </a:lnTo>
                  <a:close/>
                </a:path>
                <a:path w="1108075" h="214629">
                  <a:moveTo>
                    <a:pt x="1107948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107948" y="25146"/>
                  </a:lnTo>
                  <a:lnTo>
                    <a:pt x="1107948" y="24384"/>
                  </a:lnTo>
                  <a:close/>
                </a:path>
                <a:path w="1108075" h="214629">
                  <a:moveTo>
                    <a:pt x="1107948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107948" y="22098"/>
                  </a:lnTo>
                  <a:lnTo>
                    <a:pt x="1107948" y="21336"/>
                  </a:lnTo>
                  <a:close/>
                </a:path>
                <a:path w="1108075" h="214629">
                  <a:moveTo>
                    <a:pt x="1107948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107948" y="19050"/>
                  </a:lnTo>
                  <a:lnTo>
                    <a:pt x="1107948" y="18288"/>
                  </a:lnTo>
                  <a:close/>
                </a:path>
                <a:path w="1108075" h="214629">
                  <a:moveTo>
                    <a:pt x="1107948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107948" y="16002"/>
                  </a:lnTo>
                  <a:lnTo>
                    <a:pt x="1107948" y="15240"/>
                  </a:lnTo>
                  <a:close/>
                </a:path>
                <a:path w="1108075" h="214629">
                  <a:moveTo>
                    <a:pt x="1107948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107948" y="12954"/>
                  </a:lnTo>
                  <a:lnTo>
                    <a:pt x="1107948" y="12192"/>
                  </a:lnTo>
                  <a:close/>
                </a:path>
                <a:path w="1108075" h="214629">
                  <a:moveTo>
                    <a:pt x="1107948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107948" y="9906"/>
                  </a:lnTo>
                  <a:lnTo>
                    <a:pt x="1107948" y="9144"/>
                  </a:lnTo>
                  <a:close/>
                </a:path>
                <a:path w="1108075" h="214629">
                  <a:moveTo>
                    <a:pt x="1107948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107948" y="6858"/>
                  </a:lnTo>
                  <a:lnTo>
                    <a:pt x="1107948" y="6096"/>
                  </a:lnTo>
                  <a:close/>
                </a:path>
                <a:path w="1108075" h="214629">
                  <a:moveTo>
                    <a:pt x="1107948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107948" y="3810"/>
                  </a:lnTo>
                  <a:lnTo>
                    <a:pt x="1107948" y="3048"/>
                  </a:lnTo>
                  <a:close/>
                </a:path>
                <a:path w="1108075" h="214629">
                  <a:moveTo>
                    <a:pt x="1107948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107948" y="762"/>
                  </a:lnTo>
                  <a:lnTo>
                    <a:pt x="1107948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6992251" y="4796679"/>
              <a:ext cx="1108075" cy="214629"/>
            </a:xfrm>
            <a:custGeom>
              <a:avLst/>
              <a:gdLst/>
              <a:ahLst/>
              <a:cxnLst/>
              <a:rect l="l" t="t" r="r" b="b"/>
              <a:pathLst>
                <a:path w="1108075" h="214629">
                  <a:moveTo>
                    <a:pt x="1107948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107948" y="214122"/>
                  </a:lnTo>
                  <a:lnTo>
                    <a:pt x="1107948" y="213360"/>
                  </a:lnTo>
                  <a:close/>
                </a:path>
                <a:path w="1108075" h="214629">
                  <a:moveTo>
                    <a:pt x="1107948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107948" y="211074"/>
                  </a:lnTo>
                  <a:lnTo>
                    <a:pt x="1107948" y="210312"/>
                  </a:lnTo>
                  <a:close/>
                </a:path>
                <a:path w="1108075" h="214629">
                  <a:moveTo>
                    <a:pt x="1107948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107948" y="208026"/>
                  </a:lnTo>
                  <a:lnTo>
                    <a:pt x="1107948" y="207264"/>
                  </a:lnTo>
                  <a:close/>
                </a:path>
                <a:path w="1108075" h="214629">
                  <a:moveTo>
                    <a:pt x="1107948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107948" y="204978"/>
                  </a:lnTo>
                  <a:lnTo>
                    <a:pt x="1107948" y="204216"/>
                  </a:lnTo>
                  <a:close/>
                </a:path>
                <a:path w="1108075" h="214629">
                  <a:moveTo>
                    <a:pt x="1107948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107948" y="201930"/>
                  </a:lnTo>
                  <a:lnTo>
                    <a:pt x="1107948" y="201168"/>
                  </a:lnTo>
                  <a:close/>
                </a:path>
                <a:path w="1108075" h="214629">
                  <a:moveTo>
                    <a:pt x="1107948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107948" y="198882"/>
                  </a:lnTo>
                  <a:lnTo>
                    <a:pt x="1107948" y="198120"/>
                  </a:lnTo>
                  <a:close/>
                </a:path>
                <a:path w="1108075" h="214629">
                  <a:moveTo>
                    <a:pt x="1107948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107948" y="195834"/>
                  </a:lnTo>
                  <a:lnTo>
                    <a:pt x="1107948" y="195072"/>
                  </a:lnTo>
                  <a:close/>
                </a:path>
                <a:path w="1108075" h="214629">
                  <a:moveTo>
                    <a:pt x="1107948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107948" y="192786"/>
                  </a:lnTo>
                  <a:lnTo>
                    <a:pt x="1107948" y="192024"/>
                  </a:lnTo>
                  <a:close/>
                </a:path>
                <a:path w="1108075" h="214629">
                  <a:moveTo>
                    <a:pt x="1107948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107948" y="189738"/>
                  </a:lnTo>
                  <a:lnTo>
                    <a:pt x="1107948" y="188976"/>
                  </a:lnTo>
                  <a:close/>
                </a:path>
                <a:path w="1108075" h="214629">
                  <a:moveTo>
                    <a:pt x="1107948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107948" y="186690"/>
                  </a:lnTo>
                  <a:lnTo>
                    <a:pt x="1107948" y="185928"/>
                  </a:lnTo>
                  <a:close/>
                </a:path>
                <a:path w="1108075" h="214629">
                  <a:moveTo>
                    <a:pt x="1107948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107948" y="183642"/>
                  </a:lnTo>
                  <a:lnTo>
                    <a:pt x="1107948" y="182880"/>
                  </a:lnTo>
                  <a:close/>
                </a:path>
                <a:path w="1108075" h="214629">
                  <a:moveTo>
                    <a:pt x="1107948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107948" y="180594"/>
                  </a:lnTo>
                  <a:lnTo>
                    <a:pt x="1107948" y="179832"/>
                  </a:lnTo>
                  <a:close/>
                </a:path>
                <a:path w="1108075" h="214629">
                  <a:moveTo>
                    <a:pt x="1107948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107948" y="177546"/>
                  </a:lnTo>
                  <a:lnTo>
                    <a:pt x="1107948" y="176784"/>
                  </a:lnTo>
                  <a:close/>
                </a:path>
                <a:path w="1108075" h="214629">
                  <a:moveTo>
                    <a:pt x="1107948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107948" y="174498"/>
                  </a:lnTo>
                  <a:lnTo>
                    <a:pt x="1107948" y="173736"/>
                  </a:lnTo>
                  <a:close/>
                </a:path>
                <a:path w="1108075" h="214629">
                  <a:moveTo>
                    <a:pt x="1107948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107948" y="171450"/>
                  </a:lnTo>
                  <a:lnTo>
                    <a:pt x="1107948" y="170688"/>
                  </a:lnTo>
                  <a:close/>
                </a:path>
                <a:path w="1108075" h="214629">
                  <a:moveTo>
                    <a:pt x="1107948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107948" y="168402"/>
                  </a:lnTo>
                  <a:lnTo>
                    <a:pt x="1107948" y="167640"/>
                  </a:lnTo>
                  <a:close/>
                </a:path>
                <a:path w="1108075" h="214629">
                  <a:moveTo>
                    <a:pt x="1107948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107948" y="165354"/>
                  </a:lnTo>
                  <a:lnTo>
                    <a:pt x="1107948" y="164592"/>
                  </a:lnTo>
                  <a:close/>
                </a:path>
                <a:path w="1108075" h="214629">
                  <a:moveTo>
                    <a:pt x="1107948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107948" y="162306"/>
                  </a:lnTo>
                  <a:lnTo>
                    <a:pt x="1107948" y="161544"/>
                  </a:lnTo>
                  <a:close/>
                </a:path>
                <a:path w="1108075" h="214629">
                  <a:moveTo>
                    <a:pt x="1107948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107948" y="159258"/>
                  </a:lnTo>
                  <a:lnTo>
                    <a:pt x="1107948" y="158496"/>
                  </a:lnTo>
                  <a:close/>
                </a:path>
                <a:path w="1108075" h="214629">
                  <a:moveTo>
                    <a:pt x="1107948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107948" y="156210"/>
                  </a:lnTo>
                  <a:lnTo>
                    <a:pt x="1107948" y="155448"/>
                  </a:lnTo>
                  <a:close/>
                </a:path>
                <a:path w="1108075" h="214629">
                  <a:moveTo>
                    <a:pt x="1107948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107948" y="153162"/>
                  </a:lnTo>
                  <a:lnTo>
                    <a:pt x="1107948" y="152400"/>
                  </a:lnTo>
                  <a:close/>
                </a:path>
                <a:path w="1108075" h="214629">
                  <a:moveTo>
                    <a:pt x="1107948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107948" y="150114"/>
                  </a:lnTo>
                  <a:lnTo>
                    <a:pt x="1107948" y="149352"/>
                  </a:lnTo>
                  <a:close/>
                </a:path>
                <a:path w="1108075" h="214629">
                  <a:moveTo>
                    <a:pt x="1107948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107948" y="147066"/>
                  </a:lnTo>
                  <a:lnTo>
                    <a:pt x="1107948" y="146304"/>
                  </a:lnTo>
                  <a:close/>
                </a:path>
                <a:path w="1108075" h="214629">
                  <a:moveTo>
                    <a:pt x="1107948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107948" y="144018"/>
                  </a:lnTo>
                  <a:lnTo>
                    <a:pt x="1107948" y="143256"/>
                  </a:lnTo>
                  <a:close/>
                </a:path>
                <a:path w="1108075" h="214629">
                  <a:moveTo>
                    <a:pt x="1107948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107948" y="140970"/>
                  </a:lnTo>
                  <a:lnTo>
                    <a:pt x="1107948" y="140208"/>
                  </a:lnTo>
                  <a:close/>
                </a:path>
                <a:path w="1108075" h="214629">
                  <a:moveTo>
                    <a:pt x="1107948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107948" y="137922"/>
                  </a:lnTo>
                  <a:lnTo>
                    <a:pt x="1107948" y="137160"/>
                  </a:lnTo>
                  <a:close/>
                </a:path>
                <a:path w="1108075" h="214629">
                  <a:moveTo>
                    <a:pt x="1107948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107948" y="134874"/>
                  </a:lnTo>
                  <a:lnTo>
                    <a:pt x="1107948" y="134112"/>
                  </a:lnTo>
                  <a:close/>
                </a:path>
                <a:path w="1108075" h="214629">
                  <a:moveTo>
                    <a:pt x="1107948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107948" y="131826"/>
                  </a:lnTo>
                  <a:lnTo>
                    <a:pt x="1107948" y="131064"/>
                  </a:lnTo>
                  <a:close/>
                </a:path>
                <a:path w="1108075" h="214629">
                  <a:moveTo>
                    <a:pt x="1107948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107948" y="128778"/>
                  </a:lnTo>
                  <a:lnTo>
                    <a:pt x="1107948" y="128016"/>
                  </a:lnTo>
                  <a:close/>
                </a:path>
                <a:path w="1108075" h="214629">
                  <a:moveTo>
                    <a:pt x="1107948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107948" y="125730"/>
                  </a:lnTo>
                  <a:lnTo>
                    <a:pt x="1107948" y="124968"/>
                  </a:lnTo>
                  <a:close/>
                </a:path>
                <a:path w="1108075" h="214629">
                  <a:moveTo>
                    <a:pt x="1107948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107948" y="122682"/>
                  </a:lnTo>
                  <a:lnTo>
                    <a:pt x="1107948" y="121920"/>
                  </a:lnTo>
                  <a:close/>
                </a:path>
                <a:path w="1108075" h="214629">
                  <a:moveTo>
                    <a:pt x="1107948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107948" y="119634"/>
                  </a:lnTo>
                  <a:lnTo>
                    <a:pt x="1107948" y="118872"/>
                  </a:lnTo>
                  <a:close/>
                </a:path>
                <a:path w="1108075" h="214629">
                  <a:moveTo>
                    <a:pt x="1107948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107948" y="116586"/>
                  </a:lnTo>
                  <a:lnTo>
                    <a:pt x="1107948" y="115824"/>
                  </a:lnTo>
                  <a:close/>
                </a:path>
                <a:path w="1108075" h="214629">
                  <a:moveTo>
                    <a:pt x="1107948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107948" y="113538"/>
                  </a:lnTo>
                  <a:lnTo>
                    <a:pt x="1107948" y="112776"/>
                  </a:lnTo>
                  <a:close/>
                </a:path>
                <a:path w="1108075" h="214629">
                  <a:moveTo>
                    <a:pt x="1107948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107948" y="110490"/>
                  </a:lnTo>
                  <a:lnTo>
                    <a:pt x="1107948" y="109728"/>
                  </a:lnTo>
                  <a:close/>
                </a:path>
                <a:path w="1108075" h="214629">
                  <a:moveTo>
                    <a:pt x="1107948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107948" y="107442"/>
                  </a:lnTo>
                  <a:lnTo>
                    <a:pt x="1107948" y="106680"/>
                  </a:lnTo>
                  <a:close/>
                </a:path>
                <a:path w="1108075" h="214629">
                  <a:moveTo>
                    <a:pt x="1107948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107948" y="104394"/>
                  </a:lnTo>
                  <a:lnTo>
                    <a:pt x="1107948" y="103632"/>
                  </a:lnTo>
                  <a:close/>
                </a:path>
                <a:path w="1108075" h="214629">
                  <a:moveTo>
                    <a:pt x="1107948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107948" y="101346"/>
                  </a:lnTo>
                  <a:lnTo>
                    <a:pt x="1107948" y="100584"/>
                  </a:lnTo>
                  <a:close/>
                </a:path>
                <a:path w="1108075" h="214629">
                  <a:moveTo>
                    <a:pt x="1107948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107948" y="98298"/>
                  </a:lnTo>
                  <a:lnTo>
                    <a:pt x="1107948" y="97536"/>
                  </a:lnTo>
                  <a:close/>
                </a:path>
                <a:path w="1108075" h="214629">
                  <a:moveTo>
                    <a:pt x="1107948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107948" y="95250"/>
                  </a:lnTo>
                  <a:lnTo>
                    <a:pt x="1107948" y="94488"/>
                  </a:lnTo>
                  <a:close/>
                </a:path>
                <a:path w="1108075" h="214629">
                  <a:moveTo>
                    <a:pt x="1107948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107948" y="92202"/>
                  </a:lnTo>
                  <a:lnTo>
                    <a:pt x="1107948" y="91440"/>
                  </a:lnTo>
                  <a:close/>
                </a:path>
                <a:path w="1108075" h="214629">
                  <a:moveTo>
                    <a:pt x="1107948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107948" y="89154"/>
                  </a:lnTo>
                  <a:lnTo>
                    <a:pt x="1107948" y="88392"/>
                  </a:lnTo>
                  <a:close/>
                </a:path>
                <a:path w="1108075" h="214629">
                  <a:moveTo>
                    <a:pt x="1107948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107948" y="86106"/>
                  </a:lnTo>
                  <a:lnTo>
                    <a:pt x="1107948" y="85344"/>
                  </a:lnTo>
                  <a:close/>
                </a:path>
                <a:path w="1108075" h="214629">
                  <a:moveTo>
                    <a:pt x="1107948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107948" y="83058"/>
                  </a:lnTo>
                  <a:lnTo>
                    <a:pt x="1107948" y="82296"/>
                  </a:lnTo>
                  <a:close/>
                </a:path>
                <a:path w="1108075" h="214629">
                  <a:moveTo>
                    <a:pt x="1107948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107948" y="80010"/>
                  </a:lnTo>
                  <a:lnTo>
                    <a:pt x="1107948" y="79248"/>
                  </a:lnTo>
                  <a:close/>
                </a:path>
                <a:path w="1108075" h="214629">
                  <a:moveTo>
                    <a:pt x="1107948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107948" y="76962"/>
                  </a:lnTo>
                  <a:lnTo>
                    <a:pt x="1107948" y="76200"/>
                  </a:lnTo>
                  <a:close/>
                </a:path>
                <a:path w="1108075" h="214629">
                  <a:moveTo>
                    <a:pt x="1107948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107948" y="73914"/>
                  </a:lnTo>
                  <a:lnTo>
                    <a:pt x="1107948" y="73152"/>
                  </a:lnTo>
                  <a:close/>
                </a:path>
                <a:path w="1108075" h="214629">
                  <a:moveTo>
                    <a:pt x="1107948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107948" y="70866"/>
                  </a:lnTo>
                  <a:lnTo>
                    <a:pt x="1107948" y="70104"/>
                  </a:lnTo>
                  <a:close/>
                </a:path>
                <a:path w="1108075" h="214629">
                  <a:moveTo>
                    <a:pt x="1107948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107948" y="67818"/>
                  </a:lnTo>
                  <a:lnTo>
                    <a:pt x="1107948" y="67056"/>
                  </a:lnTo>
                  <a:close/>
                </a:path>
                <a:path w="1108075" h="214629">
                  <a:moveTo>
                    <a:pt x="1107948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107948" y="64770"/>
                  </a:lnTo>
                  <a:lnTo>
                    <a:pt x="1107948" y="64008"/>
                  </a:lnTo>
                  <a:close/>
                </a:path>
                <a:path w="1108075" h="214629">
                  <a:moveTo>
                    <a:pt x="1107948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107948" y="61722"/>
                  </a:lnTo>
                  <a:lnTo>
                    <a:pt x="1107948" y="60960"/>
                  </a:lnTo>
                  <a:close/>
                </a:path>
                <a:path w="1108075" h="214629">
                  <a:moveTo>
                    <a:pt x="1107948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107948" y="58674"/>
                  </a:lnTo>
                  <a:lnTo>
                    <a:pt x="1107948" y="57912"/>
                  </a:lnTo>
                  <a:close/>
                </a:path>
                <a:path w="1108075" h="214629">
                  <a:moveTo>
                    <a:pt x="1107948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107948" y="55626"/>
                  </a:lnTo>
                  <a:lnTo>
                    <a:pt x="1107948" y="54864"/>
                  </a:lnTo>
                  <a:close/>
                </a:path>
                <a:path w="1108075" h="214629">
                  <a:moveTo>
                    <a:pt x="1107948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107948" y="52578"/>
                  </a:lnTo>
                  <a:lnTo>
                    <a:pt x="1107948" y="51816"/>
                  </a:lnTo>
                  <a:close/>
                </a:path>
                <a:path w="1108075" h="214629">
                  <a:moveTo>
                    <a:pt x="1107948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107948" y="49530"/>
                  </a:lnTo>
                  <a:lnTo>
                    <a:pt x="1107948" y="48768"/>
                  </a:lnTo>
                  <a:close/>
                </a:path>
                <a:path w="1108075" h="214629">
                  <a:moveTo>
                    <a:pt x="1107948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107948" y="46482"/>
                  </a:lnTo>
                  <a:lnTo>
                    <a:pt x="1107948" y="45720"/>
                  </a:lnTo>
                  <a:close/>
                </a:path>
                <a:path w="1108075" h="214629">
                  <a:moveTo>
                    <a:pt x="1107948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107948" y="43434"/>
                  </a:lnTo>
                  <a:lnTo>
                    <a:pt x="1107948" y="42672"/>
                  </a:lnTo>
                  <a:close/>
                </a:path>
                <a:path w="1108075" h="214629">
                  <a:moveTo>
                    <a:pt x="1107948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107948" y="40386"/>
                  </a:lnTo>
                  <a:lnTo>
                    <a:pt x="1107948" y="39624"/>
                  </a:lnTo>
                  <a:close/>
                </a:path>
                <a:path w="1108075" h="214629">
                  <a:moveTo>
                    <a:pt x="1107948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107948" y="37338"/>
                  </a:lnTo>
                  <a:lnTo>
                    <a:pt x="1107948" y="36576"/>
                  </a:lnTo>
                  <a:close/>
                </a:path>
                <a:path w="1108075" h="214629">
                  <a:moveTo>
                    <a:pt x="1107948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107948" y="34290"/>
                  </a:lnTo>
                  <a:lnTo>
                    <a:pt x="1107948" y="33528"/>
                  </a:lnTo>
                  <a:close/>
                </a:path>
                <a:path w="1108075" h="214629">
                  <a:moveTo>
                    <a:pt x="1107948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107948" y="31242"/>
                  </a:lnTo>
                  <a:lnTo>
                    <a:pt x="1107948" y="30480"/>
                  </a:lnTo>
                  <a:close/>
                </a:path>
                <a:path w="1108075" h="214629">
                  <a:moveTo>
                    <a:pt x="1107948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107948" y="28194"/>
                  </a:lnTo>
                  <a:lnTo>
                    <a:pt x="1107948" y="27432"/>
                  </a:lnTo>
                  <a:close/>
                </a:path>
                <a:path w="1108075" h="214629">
                  <a:moveTo>
                    <a:pt x="1107948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107948" y="25146"/>
                  </a:lnTo>
                  <a:lnTo>
                    <a:pt x="1107948" y="24384"/>
                  </a:lnTo>
                  <a:close/>
                </a:path>
                <a:path w="1108075" h="214629">
                  <a:moveTo>
                    <a:pt x="1107948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107948" y="22098"/>
                  </a:lnTo>
                  <a:lnTo>
                    <a:pt x="1107948" y="21336"/>
                  </a:lnTo>
                  <a:close/>
                </a:path>
                <a:path w="1108075" h="214629">
                  <a:moveTo>
                    <a:pt x="1107948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107948" y="19050"/>
                  </a:lnTo>
                  <a:lnTo>
                    <a:pt x="1107948" y="18288"/>
                  </a:lnTo>
                  <a:close/>
                </a:path>
                <a:path w="1108075" h="214629">
                  <a:moveTo>
                    <a:pt x="1107948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107948" y="16002"/>
                  </a:lnTo>
                  <a:lnTo>
                    <a:pt x="1107948" y="15240"/>
                  </a:lnTo>
                  <a:close/>
                </a:path>
                <a:path w="1108075" h="214629">
                  <a:moveTo>
                    <a:pt x="1107948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107948" y="12954"/>
                  </a:lnTo>
                  <a:lnTo>
                    <a:pt x="1107948" y="12192"/>
                  </a:lnTo>
                  <a:close/>
                </a:path>
                <a:path w="1108075" h="214629">
                  <a:moveTo>
                    <a:pt x="1107948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107948" y="9906"/>
                  </a:lnTo>
                  <a:lnTo>
                    <a:pt x="1107948" y="9144"/>
                  </a:lnTo>
                  <a:close/>
                </a:path>
                <a:path w="1108075" h="214629">
                  <a:moveTo>
                    <a:pt x="1107948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107948" y="6858"/>
                  </a:lnTo>
                  <a:lnTo>
                    <a:pt x="1107948" y="6096"/>
                  </a:lnTo>
                  <a:close/>
                </a:path>
                <a:path w="1108075" h="214629">
                  <a:moveTo>
                    <a:pt x="1107948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107948" y="3810"/>
                  </a:lnTo>
                  <a:lnTo>
                    <a:pt x="1107948" y="3048"/>
                  </a:lnTo>
                  <a:close/>
                </a:path>
                <a:path w="1108075" h="214629">
                  <a:moveTo>
                    <a:pt x="1107948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107948" y="762"/>
                  </a:lnTo>
                  <a:lnTo>
                    <a:pt x="1107948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6992251" y="5010039"/>
              <a:ext cx="1108075" cy="214629"/>
            </a:xfrm>
            <a:custGeom>
              <a:avLst/>
              <a:gdLst/>
              <a:ahLst/>
              <a:cxnLst/>
              <a:rect l="l" t="t" r="r" b="b"/>
              <a:pathLst>
                <a:path w="1108075" h="214629">
                  <a:moveTo>
                    <a:pt x="1107948" y="213360"/>
                  </a:moveTo>
                  <a:lnTo>
                    <a:pt x="0" y="213360"/>
                  </a:lnTo>
                  <a:lnTo>
                    <a:pt x="0" y="214122"/>
                  </a:lnTo>
                  <a:lnTo>
                    <a:pt x="1107948" y="214122"/>
                  </a:lnTo>
                  <a:lnTo>
                    <a:pt x="1107948" y="213360"/>
                  </a:lnTo>
                  <a:close/>
                </a:path>
                <a:path w="1108075" h="214629">
                  <a:moveTo>
                    <a:pt x="1107948" y="210312"/>
                  </a:moveTo>
                  <a:lnTo>
                    <a:pt x="0" y="210312"/>
                  </a:lnTo>
                  <a:lnTo>
                    <a:pt x="0" y="211074"/>
                  </a:lnTo>
                  <a:lnTo>
                    <a:pt x="1107948" y="211074"/>
                  </a:lnTo>
                  <a:lnTo>
                    <a:pt x="1107948" y="210312"/>
                  </a:lnTo>
                  <a:close/>
                </a:path>
                <a:path w="1108075" h="214629">
                  <a:moveTo>
                    <a:pt x="1107948" y="207264"/>
                  </a:moveTo>
                  <a:lnTo>
                    <a:pt x="0" y="207264"/>
                  </a:lnTo>
                  <a:lnTo>
                    <a:pt x="0" y="208026"/>
                  </a:lnTo>
                  <a:lnTo>
                    <a:pt x="1107948" y="208026"/>
                  </a:lnTo>
                  <a:lnTo>
                    <a:pt x="1107948" y="207264"/>
                  </a:lnTo>
                  <a:close/>
                </a:path>
                <a:path w="1108075" h="214629">
                  <a:moveTo>
                    <a:pt x="1107948" y="204216"/>
                  </a:moveTo>
                  <a:lnTo>
                    <a:pt x="0" y="204216"/>
                  </a:lnTo>
                  <a:lnTo>
                    <a:pt x="0" y="204978"/>
                  </a:lnTo>
                  <a:lnTo>
                    <a:pt x="1107948" y="204978"/>
                  </a:lnTo>
                  <a:lnTo>
                    <a:pt x="1107948" y="204216"/>
                  </a:lnTo>
                  <a:close/>
                </a:path>
                <a:path w="1108075" h="214629">
                  <a:moveTo>
                    <a:pt x="1107948" y="201168"/>
                  </a:moveTo>
                  <a:lnTo>
                    <a:pt x="0" y="201168"/>
                  </a:lnTo>
                  <a:lnTo>
                    <a:pt x="0" y="201930"/>
                  </a:lnTo>
                  <a:lnTo>
                    <a:pt x="1107948" y="201930"/>
                  </a:lnTo>
                  <a:lnTo>
                    <a:pt x="1107948" y="201168"/>
                  </a:lnTo>
                  <a:close/>
                </a:path>
                <a:path w="1108075" h="214629">
                  <a:moveTo>
                    <a:pt x="1107948" y="198120"/>
                  </a:moveTo>
                  <a:lnTo>
                    <a:pt x="0" y="198120"/>
                  </a:lnTo>
                  <a:lnTo>
                    <a:pt x="0" y="198882"/>
                  </a:lnTo>
                  <a:lnTo>
                    <a:pt x="1107948" y="198882"/>
                  </a:lnTo>
                  <a:lnTo>
                    <a:pt x="1107948" y="198120"/>
                  </a:lnTo>
                  <a:close/>
                </a:path>
                <a:path w="1108075" h="214629">
                  <a:moveTo>
                    <a:pt x="1107948" y="195072"/>
                  </a:moveTo>
                  <a:lnTo>
                    <a:pt x="0" y="195072"/>
                  </a:lnTo>
                  <a:lnTo>
                    <a:pt x="0" y="195834"/>
                  </a:lnTo>
                  <a:lnTo>
                    <a:pt x="1107948" y="195834"/>
                  </a:lnTo>
                  <a:lnTo>
                    <a:pt x="1107948" y="195072"/>
                  </a:lnTo>
                  <a:close/>
                </a:path>
                <a:path w="1108075" h="214629">
                  <a:moveTo>
                    <a:pt x="1107948" y="192024"/>
                  </a:moveTo>
                  <a:lnTo>
                    <a:pt x="0" y="192024"/>
                  </a:lnTo>
                  <a:lnTo>
                    <a:pt x="0" y="192786"/>
                  </a:lnTo>
                  <a:lnTo>
                    <a:pt x="1107948" y="192786"/>
                  </a:lnTo>
                  <a:lnTo>
                    <a:pt x="1107948" y="192024"/>
                  </a:lnTo>
                  <a:close/>
                </a:path>
                <a:path w="1108075" h="214629">
                  <a:moveTo>
                    <a:pt x="1107948" y="188976"/>
                  </a:moveTo>
                  <a:lnTo>
                    <a:pt x="0" y="188976"/>
                  </a:lnTo>
                  <a:lnTo>
                    <a:pt x="0" y="189738"/>
                  </a:lnTo>
                  <a:lnTo>
                    <a:pt x="1107948" y="189738"/>
                  </a:lnTo>
                  <a:lnTo>
                    <a:pt x="1107948" y="188976"/>
                  </a:lnTo>
                  <a:close/>
                </a:path>
                <a:path w="1108075" h="214629">
                  <a:moveTo>
                    <a:pt x="1107948" y="185928"/>
                  </a:moveTo>
                  <a:lnTo>
                    <a:pt x="0" y="185928"/>
                  </a:lnTo>
                  <a:lnTo>
                    <a:pt x="0" y="186690"/>
                  </a:lnTo>
                  <a:lnTo>
                    <a:pt x="1107948" y="186690"/>
                  </a:lnTo>
                  <a:lnTo>
                    <a:pt x="1107948" y="185928"/>
                  </a:lnTo>
                  <a:close/>
                </a:path>
                <a:path w="1108075" h="214629">
                  <a:moveTo>
                    <a:pt x="1107948" y="182880"/>
                  </a:moveTo>
                  <a:lnTo>
                    <a:pt x="0" y="182880"/>
                  </a:lnTo>
                  <a:lnTo>
                    <a:pt x="0" y="183642"/>
                  </a:lnTo>
                  <a:lnTo>
                    <a:pt x="1107948" y="183642"/>
                  </a:lnTo>
                  <a:lnTo>
                    <a:pt x="1107948" y="182880"/>
                  </a:lnTo>
                  <a:close/>
                </a:path>
                <a:path w="1108075" h="214629">
                  <a:moveTo>
                    <a:pt x="1107948" y="179832"/>
                  </a:moveTo>
                  <a:lnTo>
                    <a:pt x="0" y="179832"/>
                  </a:lnTo>
                  <a:lnTo>
                    <a:pt x="0" y="180594"/>
                  </a:lnTo>
                  <a:lnTo>
                    <a:pt x="1107948" y="180594"/>
                  </a:lnTo>
                  <a:lnTo>
                    <a:pt x="1107948" y="179832"/>
                  </a:lnTo>
                  <a:close/>
                </a:path>
                <a:path w="1108075" h="214629">
                  <a:moveTo>
                    <a:pt x="1107948" y="176784"/>
                  </a:moveTo>
                  <a:lnTo>
                    <a:pt x="0" y="176784"/>
                  </a:lnTo>
                  <a:lnTo>
                    <a:pt x="0" y="177546"/>
                  </a:lnTo>
                  <a:lnTo>
                    <a:pt x="1107948" y="177546"/>
                  </a:lnTo>
                  <a:lnTo>
                    <a:pt x="1107948" y="176784"/>
                  </a:lnTo>
                  <a:close/>
                </a:path>
                <a:path w="1108075" h="214629">
                  <a:moveTo>
                    <a:pt x="1107948" y="173736"/>
                  </a:moveTo>
                  <a:lnTo>
                    <a:pt x="0" y="173736"/>
                  </a:lnTo>
                  <a:lnTo>
                    <a:pt x="0" y="174498"/>
                  </a:lnTo>
                  <a:lnTo>
                    <a:pt x="1107948" y="174498"/>
                  </a:lnTo>
                  <a:lnTo>
                    <a:pt x="1107948" y="173736"/>
                  </a:lnTo>
                  <a:close/>
                </a:path>
                <a:path w="1108075" h="214629">
                  <a:moveTo>
                    <a:pt x="1107948" y="170688"/>
                  </a:moveTo>
                  <a:lnTo>
                    <a:pt x="0" y="170688"/>
                  </a:lnTo>
                  <a:lnTo>
                    <a:pt x="0" y="171450"/>
                  </a:lnTo>
                  <a:lnTo>
                    <a:pt x="1107948" y="171450"/>
                  </a:lnTo>
                  <a:lnTo>
                    <a:pt x="1107948" y="170688"/>
                  </a:lnTo>
                  <a:close/>
                </a:path>
                <a:path w="1108075" h="214629">
                  <a:moveTo>
                    <a:pt x="1107948" y="167640"/>
                  </a:moveTo>
                  <a:lnTo>
                    <a:pt x="0" y="167640"/>
                  </a:lnTo>
                  <a:lnTo>
                    <a:pt x="0" y="168402"/>
                  </a:lnTo>
                  <a:lnTo>
                    <a:pt x="1107948" y="168402"/>
                  </a:lnTo>
                  <a:lnTo>
                    <a:pt x="1107948" y="167640"/>
                  </a:lnTo>
                  <a:close/>
                </a:path>
                <a:path w="1108075" h="214629">
                  <a:moveTo>
                    <a:pt x="1107948" y="164592"/>
                  </a:moveTo>
                  <a:lnTo>
                    <a:pt x="0" y="164592"/>
                  </a:lnTo>
                  <a:lnTo>
                    <a:pt x="0" y="165354"/>
                  </a:lnTo>
                  <a:lnTo>
                    <a:pt x="1107948" y="165354"/>
                  </a:lnTo>
                  <a:lnTo>
                    <a:pt x="1107948" y="164592"/>
                  </a:lnTo>
                  <a:close/>
                </a:path>
                <a:path w="1108075" h="214629">
                  <a:moveTo>
                    <a:pt x="1107948" y="161544"/>
                  </a:moveTo>
                  <a:lnTo>
                    <a:pt x="0" y="161544"/>
                  </a:lnTo>
                  <a:lnTo>
                    <a:pt x="0" y="162306"/>
                  </a:lnTo>
                  <a:lnTo>
                    <a:pt x="1107948" y="162306"/>
                  </a:lnTo>
                  <a:lnTo>
                    <a:pt x="1107948" y="161544"/>
                  </a:lnTo>
                  <a:close/>
                </a:path>
                <a:path w="1108075" h="214629">
                  <a:moveTo>
                    <a:pt x="1107948" y="158496"/>
                  </a:moveTo>
                  <a:lnTo>
                    <a:pt x="0" y="158496"/>
                  </a:lnTo>
                  <a:lnTo>
                    <a:pt x="0" y="159258"/>
                  </a:lnTo>
                  <a:lnTo>
                    <a:pt x="1107948" y="159258"/>
                  </a:lnTo>
                  <a:lnTo>
                    <a:pt x="1107948" y="158496"/>
                  </a:lnTo>
                  <a:close/>
                </a:path>
                <a:path w="1108075" h="214629">
                  <a:moveTo>
                    <a:pt x="1107948" y="155448"/>
                  </a:moveTo>
                  <a:lnTo>
                    <a:pt x="0" y="155448"/>
                  </a:lnTo>
                  <a:lnTo>
                    <a:pt x="0" y="156210"/>
                  </a:lnTo>
                  <a:lnTo>
                    <a:pt x="1107948" y="156210"/>
                  </a:lnTo>
                  <a:lnTo>
                    <a:pt x="1107948" y="155448"/>
                  </a:lnTo>
                  <a:close/>
                </a:path>
                <a:path w="1108075" h="214629">
                  <a:moveTo>
                    <a:pt x="1107948" y="152400"/>
                  </a:moveTo>
                  <a:lnTo>
                    <a:pt x="0" y="152400"/>
                  </a:lnTo>
                  <a:lnTo>
                    <a:pt x="0" y="153162"/>
                  </a:lnTo>
                  <a:lnTo>
                    <a:pt x="1107948" y="153162"/>
                  </a:lnTo>
                  <a:lnTo>
                    <a:pt x="1107948" y="152400"/>
                  </a:lnTo>
                  <a:close/>
                </a:path>
                <a:path w="1108075" h="214629">
                  <a:moveTo>
                    <a:pt x="1107948" y="149352"/>
                  </a:moveTo>
                  <a:lnTo>
                    <a:pt x="0" y="149352"/>
                  </a:lnTo>
                  <a:lnTo>
                    <a:pt x="0" y="150114"/>
                  </a:lnTo>
                  <a:lnTo>
                    <a:pt x="1107948" y="150114"/>
                  </a:lnTo>
                  <a:lnTo>
                    <a:pt x="1107948" y="149352"/>
                  </a:lnTo>
                  <a:close/>
                </a:path>
                <a:path w="1108075" h="214629">
                  <a:moveTo>
                    <a:pt x="1107948" y="146304"/>
                  </a:moveTo>
                  <a:lnTo>
                    <a:pt x="0" y="146304"/>
                  </a:lnTo>
                  <a:lnTo>
                    <a:pt x="0" y="147066"/>
                  </a:lnTo>
                  <a:lnTo>
                    <a:pt x="1107948" y="147066"/>
                  </a:lnTo>
                  <a:lnTo>
                    <a:pt x="1107948" y="146304"/>
                  </a:lnTo>
                  <a:close/>
                </a:path>
                <a:path w="1108075" h="214629">
                  <a:moveTo>
                    <a:pt x="1107948" y="143256"/>
                  </a:moveTo>
                  <a:lnTo>
                    <a:pt x="0" y="143256"/>
                  </a:lnTo>
                  <a:lnTo>
                    <a:pt x="0" y="144018"/>
                  </a:lnTo>
                  <a:lnTo>
                    <a:pt x="1107948" y="144018"/>
                  </a:lnTo>
                  <a:lnTo>
                    <a:pt x="1107948" y="143256"/>
                  </a:lnTo>
                  <a:close/>
                </a:path>
                <a:path w="1108075" h="214629">
                  <a:moveTo>
                    <a:pt x="1107948" y="140208"/>
                  </a:moveTo>
                  <a:lnTo>
                    <a:pt x="0" y="140208"/>
                  </a:lnTo>
                  <a:lnTo>
                    <a:pt x="0" y="140970"/>
                  </a:lnTo>
                  <a:lnTo>
                    <a:pt x="1107948" y="140970"/>
                  </a:lnTo>
                  <a:lnTo>
                    <a:pt x="1107948" y="140208"/>
                  </a:lnTo>
                  <a:close/>
                </a:path>
                <a:path w="1108075" h="214629">
                  <a:moveTo>
                    <a:pt x="1107948" y="137160"/>
                  </a:moveTo>
                  <a:lnTo>
                    <a:pt x="0" y="137160"/>
                  </a:lnTo>
                  <a:lnTo>
                    <a:pt x="0" y="137922"/>
                  </a:lnTo>
                  <a:lnTo>
                    <a:pt x="1107948" y="137922"/>
                  </a:lnTo>
                  <a:lnTo>
                    <a:pt x="1107948" y="137160"/>
                  </a:lnTo>
                  <a:close/>
                </a:path>
                <a:path w="1108075" h="214629">
                  <a:moveTo>
                    <a:pt x="1107948" y="134112"/>
                  </a:moveTo>
                  <a:lnTo>
                    <a:pt x="0" y="134112"/>
                  </a:lnTo>
                  <a:lnTo>
                    <a:pt x="0" y="134874"/>
                  </a:lnTo>
                  <a:lnTo>
                    <a:pt x="1107948" y="134874"/>
                  </a:lnTo>
                  <a:lnTo>
                    <a:pt x="1107948" y="134112"/>
                  </a:lnTo>
                  <a:close/>
                </a:path>
                <a:path w="1108075" h="214629">
                  <a:moveTo>
                    <a:pt x="1107948" y="131064"/>
                  </a:moveTo>
                  <a:lnTo>
                    <a:pt x="0" y="131064"/>
                  </a:lnTo>
                  <a:lnTo>
                    <a:pt x="0" y="131826"/>
                  </a:lnTo>
                  <a:lnTo>
                    <a:pt x="1107948" y="131826"/>
                  </a:lnTo>
                  <a:lnTo>
                    <a:pt x="1107948" y="131064"/>
                  </a:lnTo>
                  <a:close/>
                </a:path>
                <a:path w="1108075" h="214629">
                  <a:moveTo>
                    <a:pt x="1107948" y="128016"/>
                  </a:moveTo>
                  <a:lnTo>
                    <a:pt x="0" y="128016"/>
                  </a:lnTo>
                  <a:lnTo>
                    <a:pt x="0" y="128778"/>
                  </a:lnTo>
                  <a:lnTo>
                    <a:pt x="1107948" y="128778"/>
                  </a:lnTo>
                  <a:lnTo>
                    <a:pt x="1107948" y="128016"/>
                  </a:lnTo>
                  <a:close/>
                </a:path>
                <a:path w="1108075" h="214629">
                  <a:moveTo>
                    <a:pt x="1107948" y="124968"/>
                  </a:moveTo>
                  <a:lnTo>
                    <a:pt x="0" y="124968"/>
                  </a:lnTo>
                  <a:lnTo>
                    <a:pt x="0" y="125730"/>
                  </a:lnTo>
                  <a:lnTo>
                    <a:pt x="1107948" y="125730"/>
                  </a:lnTo>
                  <a:lnTo>
                    <a:pt x="1107948" y="124968"/>
                  </a:lnTo>
                  <a:close/>
                </a:path>
                <a:path w="1108075" h="214629">
                  <a:moveTo>
                    <a:pt x="1107948" y="121920"/>
                  </a:moveTo>
                  <a:lnTo>
                    <a:pt x="0" y="121920"/>
                  </a:lnTo>
                  <a:lnTo>
                    <a:pt x="0" y="122682"/>
                  </a:lnTo>
                  <a:lnTo>
                    <a:pt x="1107948" y="122682"/>
                  </a:lnTo>
                  <a:lnTo>
                    <a:pt x="1107948" y="121920"/>
                  </a:lnTo>
                  <a:close/>
                </a:path>
                <a:path w="1108075" h="214629">
                  <a:moveTo>
                    <a:pt x="1107948" y="118872"/>
                  </a:moveTo>
                  <a:lnTo>
                    <a:pt x="0" y="118872"/>
                  </a:lnTo>
                  <a:lnTo>
                    <a:pt x="0" y="119634"/>
                  </a:lnTo>
                  <a:lnTo>
                    <a:pt x="1107948" y="119634"/>
                  </a:lnTo>
                  <a:lnTo>
                    <a:pt x="1107948" y="118872"/>
                  </a:lnTo>
                  <a:close/>
                </a:path>
                <a:path w="1108075" h="214629">
                  <a:moveTo>
                    <a:pt x="1107948" y="115824"/>
                  </a:moveTo>
                  <a:lnTo>
                    <a:pt x="0" y="115824"/>
                  </a:lnTo>
                  <a:lnTo>
                    <a:pt x="0" y="116586"/>
                  </a:lnTo>
                  <a:lnTo>
                    <a:pt x="1107948" y="116586"/>
                  </a:lnTo>
                  <a:lnTo>
                    <a:pt x="1107948" y="115824"/>
                  </a:lnTo>
                  <a:close/>
                </a:path>
                <a:path w="1108075" h="214629">
                  <a:moveTo>
                    <a:pt x="1107948" y="112776"/>
                  </a:moveTo>
                  <a:lnTo>
                    <a:pt x="0" y="112776"/>
                  </a:lnTo>
                  <a:lnTo>
                    <a:pt x="0" y="113538"/>
                  </a:lnTo>
                  <a:lnTo>
                    <a:pt x="1107948" y="113538"/>
                  </a:lnTo>
                  <a:lnTo>
                    <a:pt x="1107948" y="112776"/>
                  </a:lnTo>
                  <a:close/>
                </a:path>
                <a:path w="1108075" h="214629">
                  <a:moveTo>
                    <a:pt x="1107948" y="109728"/>
                  </a:moveTo>
                  <a:lnTo>
                    <a:pt x="0" y="109728"/>
                  </a:lnTo>
                  <a:lnTo>
                    <a:pt x="0" y="110490"/>
                  </a:lnTo>
                  <a:lnTo>
                    <a:pt x="1107948" y="110490"/>
                  </a:lnTo>
                  <a:lnTo>
                    <a:pt x="1107948" y="109728"/>
                  </a:lnTo>
                  <a:close/>
                </a:path>
                <a:path w="1108075" h="214629">
                  <a:moveTo>
                    <a:pt x="1107948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107948" y="107442"/>
                  </a:lnTo>
                  <a:lnTo>
                    <a:pt x="1107948" y="106680"/>
                  </a:lnTo>
                  <a:close/>
                </a:path>
                <a:path w="1108075" h="214629">
                  <a:moveTo>
                    <a:pt x="1107948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107948" y="104394"/>
                  </a:lnTo>
                  <a:lnTo>
                    <a:pt x="1107948" y="103632"/>
                  </a:lnTo>
                  <a:close/>
                </a:path>
                <a:path w="1108075" h="214629">
                  <a:moveTo>
                    <a:pt x="1107948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107948" y="101346"/>
                  </a:lnTo>
                  <a:lnTo>
                    <a:pt x="1107948" y="100584"/>
                  </a:lnTo>
                  <a:close/>
                </a:path>
                <a:path w="1108075" h="214629">
                  <a:moveTo>
                    <a:pt x="1107948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107948" y="98298"/>
                  </a:lnTo>
                  <a:lnTo>
                    <a:pt x="1107948" y="97536"/>
                  </a:lnTo>
                  <a:close/>
                </a:path>
                <a:path w="1108075" h="214629">
                  <a:moveTo>
                    <a:pt x="1107948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107948" y="95250"/>
                  </a:lnTo>
                  <a:lnTo>
                    <a:pt x="1107948" y="94488"/>
                  </a:lnTo>
                  <a:close/>
                </a:path>
                <a:path w="1108075" h="214629">
                  <a:moveTo>
                    <a:pt x="1107948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107948" y="92202"/>
                  </a:lnTo>
                  <a:lnTo>
                    <a:pt x="1107948" y="91440"/>
                  </a:lnTo>
                  <a:close/>
                </a:path>
                <a:path w="1108075" h="214629">
                  <a:moveTo>
                    <a:pt x="1107948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107948" y="89154"/>
                  </a:lnTo>
                  <a:lnTo>
                    <a:pt x="1107948" y="88392"/>
                  </a:lnTo>
                  <a:close/>
                </a:path>
                <a:path w="1108075" h="214629">
                  <a:moveTo>
                    <a:pt x="1107948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107948" y="86106"/>
                  </a:lnTo>
                  <a:lnTo>
                    <a:pt x="1107948" y="85344"/>
                  </a:lnTo>
                  <a:close/>
                </a:path>
                <a:path w="1108075" h="214629">
                  <a:moveTo>
                    <a:pt x="1107948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107948" y="83058"/>
                  </a:lnTo>
                  <a:lnTo>
                    <a:pt x="1107948" y="82296"/>
                  </a:lnTo>
                  <a:close/>
                </a:path>
                <a:path w="1108075" h="214629">
                  <a:moveTo>
                    <a:pt x="1107948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107948" y="80010"/>
                  </a:lnTo>
                  <a:lnTo>
                    <a:pt x="1107948" y="79248"/>
                  </a:lnTo>
                  <a:close/>
                </a:path>
                <a:path w="1108075" h="214629">
                  <a:moveTo>
                    <a:pt x="1107948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107948" y="76962"/>
                  </a:lnTo>
                  <a:lnTo>
                    <a:pt x="1107948" y="76200"/>
                  </a:lnTo>
                  <a:close/>
                </a:path>
                <a:path w="1108075" h="214629">
                  <a:moveTo>
                    <a:pt x="1107948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107948" y="73914"/>
                  </a:lnTo>
                  <a:lnTo>
                    <a:pt x="1107948" y="73152"/>
                  </a:lnTo>
                  <a:close/>
                </a:path>
                <a:path w="1108075" h="214629">
                  <a:moveTo>
                    <a:pt x="1107948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107948" y="70866"/>
                  </a:lnTo>
                  <a:lnTo>
                    <a:pt x="1107948" y="70104"/>
                  </a:lnTo>
                  <a:close/>
                </a:path>
                <a:path w="1108075" h="214629">
                  <a:moveTo>
                    <a:pt x="1107948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107948" y="67818"/>
                  </a:lnTo>
                  <a:lnTo>
                    <a:pt x="1107948" y="67056"/>
                  </a:lnTo>
                  <a:close/>
                </a:path>
                <a:path w="1108075" h="214629">
                  <a:moveTo>
                    <a:pt x="1107948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107948" y="64770"/>
                  </a:lnTo>
                  <a:lnTo>
                    <a:pt x="1107948" y="64008"/>
                  </a:lnTo>
                  <a:close/>
                </a:path>
                <a:path w="1108075" h="214629">
                  <a:moveTo>
                    <a:pt x="1107948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107948" y="61722"/>
                  </a:lnTo>
                  <a:lnTo>
                    <a:pt x="1107948" y="60960"/>
                  </a:lnTo>
                  <a:close/>
                </a:path>
                <a:path w="1108075" h="214629">
                  <a:moveTo>
                    <a:pt x="1107948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107948" y="58674"/>
                  </a:lnTo>
                  <a:lnTo>
                    <a:pt x="1107948" y="57912"/>
                  </a:lnTo>
                  <a:close/>
                </a:path>
                <a:path w="1108075" h="214629">
                  <a:moveTo>
                    <a:pt x="1107948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107948" y="55626"/>
                  </a:lnTo>
                  <a:lnTo>
                    <a:pt x="1107948" y="54864"/>
                  </a:lnTo>
                  <a:close/>
                </a:path>
                <a:path w="1108075" h="214629">
                  <a:moveTo>
                    <a:pt x="1107948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107948" y="52578"/>
                  </a:lnTo>
                  <a:lnTo>
                    <a:pt x="1107948" y="51816"/>
                  </a:lnTo>
                  <a:close/>
                </a:path>
                <a:path w="1108075" h="214629">
                  <a:moveTo>
                    <a:pt x="1107948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107948" y="49530"/>
                  </a:lnTo>
                  <a:lnTo>
                    <a:pt x="1107948" y="48768"/>
                  </a:lnTo>
                  <a:close/>
                </a:path>
                <a:path w="1108075" h="214629">
                  <a:moveTo>
                    <a:pt x="1107948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107948" y="46482"/>
                  </a:lnTo>
                  <a:lnTo>
                    <a:pt x="1107948" y="45720"/>
                  </a:lnTo>
                  <a:close/>
                </a:path>
                <a:path w="1108075" h="214629">
                  <a:moveTo>
                    <a:pt x="1107948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107948" y="43434"/>
                  </a:lnTo>
                  <a:lnTo>
                    <a:pt x="1107948" y="42672"/>
                  </a:lnTo>
                  <a:close/>
                </a:path>
                <a:path w="1108075" h="214629">
                  <a:moveTo>
                    <a:pt x="1107948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107948" y="40386"/>
                  </a:lnTo>
                  <a:lnTo>
                    <a:pt x="1107948" y="39624"/>
                  </a:lnTo>
                  <a:close/>
                </a:path>
                <a:path w="1108075" h="214629">
                  <a:moveTo>
                    <a:pt x="1107948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107948" y="37338"/>
                  </a:lnTo>
                  <a:lnTo>
                    <a:pt x="1107948" y="36576"/>
                  </a:lnTo>
                  <a:close/>
                </a:path>
                <a:path w="1108075" h="214629">
                  <a:moveTo>
                    <a:pt x="1107948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107948" y="34290"/>
                  </a:lnTo>
                  <a:lnTo>
                    <a:pt x="1107948" y="33528"/>
                  </a:lnTo>
                  <a:close/>
                </a:path>
                <a:path w="1108075" h="214629">
                  <a:moveTo>
                    <a:pt x="1107948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107948" y="31242"/>
                  </a:lnTo>
                  <a:lnTo>
                    <a:pt x="1107948" y="30480"/>
                  </a:lnTo>
                  <a:close/>
                </a:path>
                <a:path w="1108075" h="214629">
                  <a:moveTo>
                    <a:pt x="1107948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107948" y="28194"/>
                  </a:lnTo>
                  <a:lnTo>
                    <a:pt x="1107948" y="27432"/>
                  </a:lnTo>
                  <a:close/>
                </a:path>
                <a:path w="1108075" h="214629">
                  <a:moveTo>
                    <a:pt x="1107948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107948" y="25146"/>
                  </a:lnTo>
                  <a:lnTo>
                    <a:pt x="1107948" y="24384"/>
                  </a:lnTo>
                  <a:close/>
                </a:path>
                <a:path w="1108075" h="214629">
                  <a:moveTo>
                    <a:pt x="1107948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107948" y="22098"/>
                  </a:lnTo>
                  <a:lnTo>
                    <a:pt x="1107948" y="21336"/>
                  </a:lnTo>
                  <a:close/>
                </a:path>
                <a:path w="1108075" h="214629">
                  <a:moveTo>
                    <a:pt x="1107948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107948" y="19050"/>
                  </a:lnTo>
                  <a:lnTo>
                    <a:pt x="1107948" y="18288"/>
                  </a:lnTo>
                  <a:close/>
                </a:path>
                <a:path w="1108075" h="214629">
                  <a:moveTo>
                    <a:pt x="1107948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107948" y="16002"/>
                  </a:lnTo>
                  <a:lnTo>
                    <a:pt x="1107948" y="15240"/>
                  </a:lnTo>
                  <a:close/>
                </a:path>
                <a:path w="1108075" h="214629">
                  <a:moveTo>
                    <a:pt x="1107948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107948" y="12954"/>
                  </a:lnTo>
                  <a:lnTo>
                    <a:pt x="1107948" y="12192"/>
                  </a:lnTo>
                  <a:close/>
                </a:path>
                <a:path w="1108075" h="214629">
                  <a:moveTo>
                    <a:pt x="1107948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107948" y="9906"/>
                  </a:lnTo>
                  <a:lnTo>
                    <a:pt x="1107948" y="9144"/>
                  </a:lnTo>
                  <a:close/>
                </a:path>
                <a:path w="1108075" h="214629">
                  <a:moveTo>
                    <a:pt x="1107948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107948" y="6858"/>
                  </a:lnTo>
                  <a:lnTo>
                    <a:pt x="1107948" y="6096"/>
                  </a:lnTo>
                  <a:close/>
                </a:path>
                <a:path w="1108075" h="214629">
                  <a:moveTo>
                    <a:pt x="1107948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107948" y="3810"/>
                  </a:lnTo>
                  <a:lnTo>
                    <a:pt x="1107948" y="3048"/>
                  </a:lnTo>
                  <a:close/>
                </a:path>
                <a:path w="1108075" h="214629">
                  <a:moveTo>
                    <a:pt x="1107948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107948" y="762"/>
                  </a:lnTo>
                  <a:lnTo>
                    <a:pt x="1107948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6992251" y="5223399"/>
              <a:ext cx="1108075" cy="107950"/>
            </a:xfrm>
            <a:custGeom>
              <a:avLst/>
              <a:gdLst/>
              <a:ahLst/>
              <a:cxnLst/>
              <a:rect l="l" t="t" r="r" b="b"/>
              <a:pathLst>
                <a:path w="1108075" h="107950">
                  <a:moveTo>
                    <a:pt x="1107948" y="106680"/>
                  </a:moveTo>
                  <a:lnTo>
                    <a:pt x="0" y="106680"/>
                  </a:lnTo>
                  <a:lnTo>
                    <a:pt x="0" y="107442"/>
                  </a:lnTo>
                  <a:lnTo>
                    <a:pt x="1107948" y="107442"/>
                  </a:lnTo>
                  <a:lnTo>
                    <a:pt x="1107948" y="106680"/>
                  </a:lnTo>
                  <a:close/>
                </a:path>
                <a:path w="1108075" h="107950">
                  <a:moveTo>
                    <a:pt x="1107948" y="103632"/>
                  </a:moveTo>
                  <a:lnTo>
                    <a:pt x="0" y="103632"/>
                  </a:lnTo>
                  <a:lnTo>
                    <a:pt x="0" y="104394"/>
                  </a:lnTo>
                  <a:lnTo>
                    <a:pt x="1107948" y="104394"/>
                  </a:lnTo>
                  <a:lnTo>
                    <a:pt x="1107948" y="103632"/>
                  </a:lnTo>
                  <a:close/>
                </a:path>
                <a:path w="1108075" h="107950">
                  <a:moveTo>
                    <a:pt x="1107948" y="100584"/>
                  </a:moveTo>
                  <a:lnTo>
                    <a:pt x="0" y="100584"/>
                  </a:lnTo>
                  <a:lnTo>
                    <a:pt x="0" y="101346"/>
                  </a:lnTo>
                  <a:lnTo>
                    <a:pt x="1107948" y="101346"/>
                  </a:lnTo>
                  <a:lnTo>
                    <a:pt x="1107948" y="100584"/>
                  </a:lnTo>
                  <a:close/>
                </a:path>
                <a:path w="1108075" h="107950">
                  <a:moveTo>
                    <a:pt x="1107948" y="97536"/>
                  </a:moveTo>
                  <a:lnTo>
                    <a:pt x="0" y="97536"/>
                  </a:lnTo>
                  <a:lnTo>
                    <a:pt x="0" y="98298"/>
                  </a:lnTo>
                  <a:lnTo>
                    <a:pt x="1107948" y="98298"/>
                  </a:lnTo>
                  <a:lnTo>
                    <a:pt x="1107948" y="97536"/>
                  </a:lnTo>
                  <a:close/>
                </a:path>
                <a:path w="1108075" h="107950">
                  <a:moveTo>
                    <a:pt x="1107948" y="94488"/>
                  </a:moveTo>
                  <a:lnTo>
                    <a:pt x="0" y="94488"/>
                  </a:lnTo>
                  <a:lnTo>
                    <a:pt x="0" y="95250"/>
                  </a:lnTo>
                  <a:lnTo>
                    <a:pt x="1107948" y="95250"/>
                  </a:lnTo>
                  <a:lnTo>
                    <a:pt x="1107948" y="94488"/>
                  </a:lnTo>
                  <a:close/>
                </a:path>
                <a:path w="1108075" h="107950">
                  <a:moveTo>
                    <a:pt x="1107948" y="91440"/>
                  </a:moveTo>
                  <a:lnTo>
                    <a:pt x="0" y="91440"/>
                  </a:lnTo>
                  <a:lnTo>
                    <a:pt x="0" y="92202"/>
                  </a:lnTo>
                  <a:lnTo>
                    <a:pt x="1107948" y="92202"/>
                  </a:lnTo>
                  <a:lnTo>
                    <a:pt x="1107948" y="91440"/>
                  </a:lnTo>
                  <a:close/>
                </a:path>
                <a:path w="1108075" h="107950">
                  <a:moveTo>
                    <a:pt x="1107948" y="88392"/>
                  </a:moveTo>
                  <a:lnTo>
                    <a:pt x="0" y="88392"/>
                  </a:lnTo>
                  <a:lnTo>
                    <a:pt x="0" y="89154"/>
                  </a:lnTo>
                  <a:lnTo>
                    <a:pt x="1107948" y="89154"/>
                  </a:lnTo>
                  <a:lnTo>
                    <a:pt x="1107948" y="88392"/>
                  </a:lnTo>
                  <a:close/>
                </a:path>
                <a:path w="1108075" h="107950">
                  <a:moveTo>
                    <a:pt x="1107948" y="85344"/>
                  </a:moveTo>
                  <a:lnTo>
                    <a:pt x="0" y="85344"/>
                  </a:lnTo>
                  <a:lnTo>
                    <a:pt x="0" y="86106"/>
                  </a:lnTo>
                  <a:lnTo>
                    <a:pt x="1107948" y="86106"/>
                  </a:lnTo>
                  <a:lnTo>
                    <a:pt x="1107948" y="85344"/>
                  </a:lnTo>
                  <a:close/>
                </a:path>
                <a:path w="1108075" h="107950">
                  <a:moveTo>
                    <a:pt x="1107948" y="82296"/>
                  </a:moveTo>
                  <a:lnTo>
                    <a:pt x="0" y="82296"/>
                  </a:lnTo>
                  <a:lnTo>
                    <a:pt x="0" y="83058"/>
                  </a:lnTo>
                  <a:lnTo>
                    <a:pt x="1107948" y="83058"/>
                  </a:lnTo>
                  <a:lnTo>
                    <a:pt x="1107948" y="82296"/>
                  </a:lnTo>
                  <a:close/>
                </a:path>
                <a:path w="1108075" h="107950">
                  <a:moveTo>
                    <a:pt x="1107948" y="79248"/>
                  </a:moveTo>
                  <a:lnTo>
                    <a:pt x="0" y="79248"/>
                  </a:lnTo>
                  <a:lnTo>
                    <a:pt x="0" y="80010"/>
                  </a:lnTo>
                  <a:lnTo>
                    <a:pt x="1107948" y="80010"/>
                  </a:lnTo>
                  <a:lnTo>
                    <a:pt x="1107948" y="79248"/>
                  </a:lnTo>
                  <a:close/>
                </a:path>
                <a:path w="1108075" h="107950">
                  <a:moveTo>
                    <a:pt x="1107948" y="76200"/>
                  </a:moveTo>
                  <a:lnTo>
                    <a:pt x="0" y="76200"/>
                  </a:lnTo>
                  <a:lnTo>
                    <a:pt x="0" y="76962"/>
                  </a:lnTo>
                  <a:lnTo>
                    <a:pt x="1107948" y="76962"/>
                  </a:lnTo>
                  <a:lnTo>
                    <a:pt x="1107948" y="76200"/>
                  </a:lnTo>
                  <a:close/>
                </a:path>
                <a:path w="1108075" h="107950">
                  <a:moveTo>
                    <a:pt x="1107948" y="73152"/>
                  </a:moveTo>
                  <a:lnTo>
                    <a:pt x="0" y="73152"/>
                  </a:lnTo>
                  <a:lnTo>
                    <a:pt x="0" y="73914"/>
                  </a:lnTo>
                  <a:lnTo>
                    <a:pt x="1107948" y="73914"/>
                  </a:lnTo>
                  <a:lnTo>
                    <a:pt x="1107948" y="73152"/>
                  </a:lnTo>
                  <a:close/>
                </a:path>
                <a:path w="1108075" h="107950">
                  <a:moveTo>
                    <a:pt x="1107948" y="70104"/>
                  </a:moveTo>
                  <a:lnTo>
                    <a:pt x="0" y="70104"/>
                  </a:lnTo>
                  <a:lnTo>
                    <a:pt x="0" y="70866"/>
                  </a:lnTo>
                  <a:lnTo>
                    <a:pt x="1107948" y="70866"/>
                  </a:lnTo>
                  <a:lnTo>
                    <a:pt x="1107948" y="70104"/>
                  </a:lnTo>
                  <a:close/>
                </a:path>
                <a:path w="1108075" h="107950">
                  <a:moveTo>
                    <a:pt x="1107948" y="67056"/>
                  </a:moveTo>
                  <a:lnTo>
                    <a:pt x="0" y="67056"/>
                  </a:lnTo>
                  <a:lnTo>
                    <a:pt x="0" y="67818"/>
                  </a:lnTo>
                  <a:lnTo>
                    <a:pt x="1107948" y="67818"/>
                  </a:lnTo>
                  <a:lnTo>
                    <a:pt x="1107948" y="67056"/>
                  </a:lnTo>
                  <a:close/>
                </a:path>
                <a:path w="1108075" h="107950">
                  <a:moveTo>
                    <a:pt x="1107948" y="64008"/>
                  </a:moveTo>
                  <a:lnTo>
                    <a:pt x="0" y="64008"/>
                  </a:lnTo>
                  <a:lnTo>
                    <a:pt x="0" y="64770"/>
                  </a:lnTo>
                  <a:lnTo>
                    <a:pt x="1107948" y="64770"/>
                  </a:lnTo>
                  <a:lnTo>
                    <a:pt x="1107948" y="64008"/>
                  </a:lnTo>
                  <a:close/>
                </a:path>
                <a:path w="1108075" h="107950">
                  <a:moveTo>
                    <a:pt x="1107948" y="60960"/>
                  </a:moveTo>
                  <a:lnTo>
                    <a:pt x="0" y="60960"/>
                  </a:lnTo>
                  <a:lnTo>
                    <a:pt x="0" y="61722"/>
                  </a:lnTo>
                  <a:lnTo>
                    <a:pt x="1107948" y="61722"/>
                  </a:lnTo>
                  <a:lnTo>
                    <a:pt x="1107948" y="60960"/>
                  </a:lnTo>
                  <a:close/>
                </a:path>
                <a:path w="1108075" h="107950">
                  <a:moveTo>
                    <a:pt x="1107948" y="57912"/>
                  </a:moveTo>
                  <a:lnTo>
                    <a:pt x="0" y="57912"/>
                  </a:lnTo>
                  <a:lnTo>
                    <a:pt x="0" y="58674"/>
                  </a:lnTo>
                  <a:lnTo>
                    <a:pt x="1107948" y="58674"/>
                  </a:lnTo>
                  <a:lnTo>
                    <a:pt x="1107948" y="57912"/>
                  </a:lnTo>
                  <a:close/>
                </a:path>
                <a:path w="1108075" h="107950">
                  <a:moveTo>
                    <a:pt x="1107948" y="54864"/>
                  </a:moveTo>
                  <a:lnTo>
                    <a:pt x="0" y="54864"/>
                  </a:lnTo>
                  <a:lnTo>
                    <a:pt x="0" y="55626"/>
                  </a:lnTo>
                  <a:lnTo>
                    <a:pt x="1107948" y="55626"/>
                  </a:lnTo>
                  <a:lnTo>
                    <a:pt x="1107948" y="54864"/>
                  </a:lnTo>
                  <a:close/>
                </a:path>
                <a:path w="1108075" h="107950">
                  <a:moveTo>
                    <a:pt x="1107948" y="51816"/>
                  </a:moveTo>
                  <a:lnTo>
                    <a:pt x="0" y="51816"/>
                  </a:lnTo>
                  <a:lnTo>
                    <a:pt x="0" y="52578"/>
                  </a:lnTo>
                  <a:lnTo>
                    <a:pt x="1107948" y="52578"/>
                  </a:lnTo>
                  <a:lnTo>
                    <a:pt x="1107948" y="51816"/>
                  </a:lnTo>
                  <a:close/>
                </a:path>
                <a:path w="1108075" h="107950">
                  <a:moveTo>
                    <a:pt x="1107948" y="48768"/>
                  </a:moveTo>
                  <a:lnTo>
                    <a:pt x="0" y="48768"/>
                  </a:lnTo>
                  <a:lnTo>
                    <a:pt x="0" y="49530"/>
                  </a:lnTo>
                  <a:lnTo>
                    <a:pt x="1107948" y="49530"/>
                  </a:lnTo>
                  <a:lnTo>
                    <a:pt x="1107948" y="48768"/>
                  </a:lnTo>
                  <a:close/>
                </a:path>
                <a:path w="1108075" h="107950">
                  <a:moveTo>
                    <a:pt x="1107948" y="45720"/>
                  </a:moveTo>
                  <a:lnTo>
                    <a:pt x="0" y="45720"/>
                  </a:lnTo>
                  <a:lnTo>
                    <a:pt x="0" y="46482"/>
                  </a:lnTo>
                  <a:lnTo>
                    <a:pt x="1107948" y="46482"/>
                  </a:lnTo>
                  <a:lnTo>
                    <a:pt x="1107948" y="45720"/>
                  </a:lnTo>
                  <a:close/>
                </a:path>
                <a:path w="1108075" h="107950">
                  <a:moveTo>
                    <a:pt x="1107948" y="42672"/>
                  </a:moveTo>
                  <a:lnTo>
                    <a:pt x="0" y="42672"/>
                  </a:lnTo>
                  <a:lnTo>
                    <a:pt x="0" y="43434"/>
                  </a:lnTo>
                  <a:lnTo>
                    <a:pt x="1107948" y="43434"/>
                  </a:lnTo>
                  <a:lnTo>
                    <a:pt x="1107948" y="42672"/>
                  </a:lnTo>
                  <a:close/>
                </a:path>
                <a:path w="1108075" h="107950">
                  <a:moveTo>
                    <a:pt x="1107948" y="39624"/>
                  </a:moveTo>
                  <a:lnTo>
                    <a:pt x="0" y="39624"/>
                  </a:lnTo>
                  <a:lnTo>
                    <a:pt x="0" y="40386"/>
                  </a:lnTo>
                  <a:lnTo>
                    <a:pt x="1107948" y="40386"/>
                  </a:lnTo>
                  <a:lnTo>
                    <a:pt x="1107948" y="39624"/>
                  </a:lnTo>
                  <a:close/>
                </a:path>
                <a:path w="1108075" h="107950">
                  <a:moveTo>
                    <a:pt x="1107948" y="36576"/>
                  </a:moveTo>
                  <a:lnTo>
                    <a:pt x="0" y="36576"/>
                  </a:lnTo>
                  <a:lnTo>
                    <a:pt x="0" y="37338"/>
                  </a:lnTo>
                  <a:lnTo>
                    <a:pt x="1107948" y="37338"/>
                  </a:lnTo>
                  <a:lnTo>
                    <a:pt x="1107948" y="36576"/>
                  </a:lnTo>
                  <a:close/>
                </a:path>
                <a:path w="1108075" h="107950">
                  <a:moveTo>
                    <a:pt x="1107948" y="33528"/>
                  </a:moveTo>
                  <a:lnTo>
                    <a:pt x="0" y="33528"/>
                  </a:lnTo>
                  <a:lnTo>
                    <a:pt x="0" y="34290"/>
                  </a:lnTo>
                  <a:lnTo>
                    <a:pt x="1107948" y="34290"/>
                  </a:lnTo>
                  <a:lnTo>
                    <a:pt x="1107948" y="33528"/>
                  </a:lnTo>
                  <a:close/>
                </a:path>
                <a:path w="1108075" h="107950">
                  <a:moveTo>
                    <a:pt x="1107948" y="30480"/>
                  </a:moveTo>
                  <a:lnTo>
                    <a:pt x="0" y="30480"/>
                  </a:lnTo>
                  <a:lnTo>
                    <a:pt x="0" y="31242"/>
                  </a:lnTo>
                  <a:lnTo>
                    <a:pt x="1107948" y="31242"/>
                  </a:lnTo>
                  <a:lnTo>
                    <a:pt x="1107948" y="30480"/>
                  </a:lnTo>
                  <a:close/>
                </a:path>
                <a:path w="1108075" h="107950">
                  <a:moveTo>
                    <a:pt x="1107948" y="27432"/>
                  </a:moveTo>
                  <a:lnTo>
                    <a:pt x="0" y="27432"/>
                  </a:lnTo>
                  <a:lnTo>
                    <a:pt x="0" y="28194"/>
                  </a:lnTo>
                  <a:lnTo>
                    <a:pt x="1107948" y="28194"/>
                  </a:lnTo>
                  <a:lnTo>
                    <a:pt x="1107948" y="27432"/>
                  </a:lnTo>
                  <a:close/>
                </a:path>
                <a:path w="1108075" h="107950">
                  <a:moveTo>
                    <a:pt x="1107948" y="24384"/>
                  </a:moveTo>
                  <a:lnTo>
                    <a:pt x="0" y="24384"/>
                  </a:lnTo>
                  <a:lnTo>
                    <a:pt x="0" y="25146"/>
                  </a:lnTo>
                  <a:lnTo>
                    <a:pt x="1107948" y="25146"/>
                  </a:lnTo>
                  <a:lnTo>
                    <a:pt x="1107948" y="24384"/>
                  </a:lnTo>
                  <a:close/>
                </a:path>
                <a:path w="1108075" h="107950">
                  <a:moveTo>
                    <a:pt x="1107948" y="21336"/>
                  </a:moveTo>
                  <a:lnTo>
                    <a:pt x="0" y="21336"/>
                  </a:lnTo>
                  <a:lnTo>
                    <a:pt x="0" y="22098"/>
                  </a:lnTo>
                  <a:lnTo>
                    <a:pt x="1107948" y="22098"/>
                  </a:lnTo>
                  <a:lnTo>
                    <a:pt x="1107948" y="21336"/>
                  </a:lnTo>
                  <a:close/>
                </a:path>
                <a:path w="1108075" h="107950">
                  <a:moveTo>
                    <a:pt x="1107948" y="18288"/>
                  </a:moveTo>
                  <a:lnTo>
                    <a:pt x="0" y="18288"/>
                  </a:lnTo>
                  <a:lnTo>
                    <a:pt x="0" y="19050"/>
                  </a:lnTo>
                  <a:lnTo>
                    <a:pt x="1107948" y="19050"/>
                  </a:lnTo>
                  <a:lnTo>
                    <a:pt x="1107948" y="18288"/>
                  </a:lnTo>
                  <a:close/>
                </a:path>
                <a:path w="1108075" h="107950">
                  <a:moveTo>
                    <a:pt x="1107948" y="15240"/>
                  </a:moveTo>
                  <a:lnTo>
                    <a:pt x="0" y="15240"/>
                  </a:lnTo>
                  <a:lnTo>
                    <a:pt x="0" y="16002"/>
                  </a:lnTo>
                  <a:lnTo>
                    <a:pt x="1107948" y="16002"/>
                  </a:lnTo>
                  <a:lnTo>
                    <a:pt x="1107948" y="15240"/>
                  </a:lnTo>
                  <a:close/>
                </a:path>
                <a:path w="1108075" h="107950">
                  <a:moveTo>
                    <a:pt x="1107948" y="12192"/>
                  </a:moveTo>
                  <a:lnTo>
                    <a:pt x="0" y="12192"/>
                  </a:lnTo>
                  <a:lnTo>
                    <a:pt x="0" y="12954"/>
                  </a:lnTo>
                  <a:lnTo>
                    <a:pt x="1107948" y="12954"/>
                  </a:lnTo>
                  <a:lnTo>
                    <a:pt x="1107948" y="12192"/>
                  </a:lnTo>
                  <a:close/>
                </a:path>
                <a:path w="1108075" h="107950">
                  <a:moveTo>
                    <a:pt x="1107948" y="9144"/>
                  </a:moveTo>
                  <a:lnTo>
                    <a:pt x="0" y="9144"/>
                  </a:lnTo>
                  <a:lnTo>
                    <a:pt x="0" y="9906"/>
                  </a:lnTo>
                  <a:lnTo>
                    <a:pt x="1107948" y="9906"/>
                  </a:lnTo>
                  <a:lnTo>
                    <a:pt x="1107948" y="9144"/>
                  </a:lnTo>
                  <a:close/>
                </a:path>
                <a:path w="1108075" h="107950">
                  <a:moveTo>
                    <a:pt x="1107948" y="6096"/>
                  </a:moveTo>
                  <a:lnTo>
                    <a:pt x="0" y="6096"/>
                  </a:lnTo>
                  <a:lnTo>
                    <a:pt x="0" y="6858"/>
                  </a:lnTo>
                  <a:lnTo>
                    <a:pt x="1107948" y="6858"/>
                  </a:lnTo>
                  <a:lnTo>
                    <a:pt x="1107948" y="6096"/>
                  </a:lnTo>
                  <a:close/>
                </a:path>
                <a:path w="1108075" h="107950">
                  <a:moveTo>
                    <a:pt x="1107948" y="3048"/>
                  </a:moveTo>
                  <a:lnTo>
                    <a:pt x="0" y="3048"/>
                  </a:lnTo>
                  <a:lnTo>
                    <a:pt x="0" y="3810"/>
                  </a:lnTo>
                  <a:lnTo>
                    <a:pt x="1107948" y="3810"/>
                  </a:lnTo>
                  <a:lnTo>
                    <a:pt x="1107948" y="3048"/>
                  </a:lnTo>
                  <a:close/>
                </a:path>
                <a:path w="1108075" h="107950">
                  <a:moveTo>
                    <a:pt x="1107948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1107948" y="762"/>
                  </a:lnTo>
                  <a:lnTo>
                    <a:pt x="1107948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" name="object 56"/>
          <p:cNvSpPr txBox="1"/>
          <p:nvPr/>
        </p:nvSpPr>
        <p:spPr>
          <a:xfrm>
            <a:off x="6714128" y="2904112"/>
            <a:ext cx="50165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00009A"/>
                </a:solidFill>
                <a:latin typeface="Calibri"/>
                <a:cs typeface="Calibri"/>
              </a:rPr>
              <a:t>канал 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7412882" y="3683638"/>
            <a:ext cx="50165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00009A"/>
                </a:solidFill>
                <a:latin typeface="Calibri"/>
                <a:cs typeface="Calibri"/>
              </a:rPr>
              <a:t>канал 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4879232" y="3712594"/>
            <a:ext cx="50165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00009A"/>
                </a:solidFill>
                <a:latin typeface="Calibri"/>
                <a:cs typeface="Calibri"/>
              </a:rPr>
              <a:t>канал 3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5533028" y="2902588"/>
            <a:ext cx="50165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00009A"/>
                </a:solidFill>
                <a:latin typeface="Calibri"/>
                <a:cs typeface="Calibri"/>
              </a:rPr>
              <a:t>канал 4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60" name="object 60"/>
          <p:cNvGrpSpPr/>
          <p:nvPr/>
        </p:nvGrpSpPr>
        <p:grpSpPr>
          <a:xfrm>
            <a:off x="6644602" y="3092961"/>
            <a:ext cx="1964055" cy="646430"/>
            <a:chOff x="6644602" y="3092961"/>
            <a:chExt cx="1964055" cy="646430"/>
          </a:xfrm>
        </p:grpSpPr>
        <p:sp>
          <p:nvSpPr>
            <p:cNvPr id="61" name="object 61"/>
            <p:cNvSpPr/>
            <p:nvPr/>
          </p:nvSpPr>
          <p:spPr>
            <a:xfrm>
              <a:off x="7244486" y="3172844"/>
              <a:ext cx="540385" cy="540385"/>
            </a:xfrm>
            <a:custGeom>
              <a:avLst/>
              <a:gdLst/>
              <a:ahLst/>
              <a:cxnLst/>
              <a:rect l="l" t="t" r="r" b="b"/>
              <a:pathLst>
                <a:path w="540384" h="540385">
                  <a:moveTo>
                    <a:pt x="540257" y="270510"/>
                  </a:moveTo>
                  <a:lnTo>
                    <a:pt x="535899" y="221897"/>
                  </a:lnTo>
                  <a:lnTo>
                    <a:pt x="523337" y="176139"/>
                  </a:lnTo>
                  <a:lnTo>
                    <a:pt x="503343" y="133999"/>
                  </a:lnTo>
                  <a:lnTo>
                    <a:pt x="476689" y="96243"/>
                  </a:lnTo>
                  <a:lnTo>
                    <a:pt x="444145" y="63635"/>
                  </a:lnTo>
                  <a:lnTo>
                    <a:pt x="406484" y="36942"/>
                  </a:lnTo>
                  <a:lnTo>
                    <a:pt x="364477" y="16929"/>
                  </a:lnTo>
                  <a:lnTo>
                    <a:pt x="318895" y="4359"/>
                  </a:lnTo>
                  <a:lnTo>
                    <a:pt x="270509" y="0"/>
                  </a:lnTo>
                  <a:lnTo>
                    <a:pt x="221897" y="4359"/>
                  </a:lnTo>
                  <a:lnTo>
                    <a:pt x="176139" y="16929"/>
                  </a:lnTo>
                  <a:lnTo>
                    <a:pt x="133999" y="36942"/>
                  </a:lnTo>
                  <a:lnTo>
                    <a:pt x="96243" y="63635"/>
                  </a:lnTo>
                  <a:lnTo>
                    <a:pt x="63635" y="96243"/>
                  </a:lnTo>
                  <a:lnTo>
                    <a:pt x="36942" y="133999"/>
                  </a:lnTo>
                  <a:lnTo>
                    <a:pt x="16929" y="176139"/>
                  </a:lnTo>
                  <a:lnTo>
                    <a:pt x="4359" y="221897"/>
                  </a:lnTo>
                  <a:lnTo>
                    <a:pt x="0" y="270510"/>
                  </a:lnTo>
                  <a:lnTo>
                    <a:pt x="4359" y="319096"/>
                  </a:lnTo>
                  <a:lnTo>
                    <a:pt x="16929" y="364784"/>
                  </a:lnTo>
                  <a:lnTo>
                    <a:pt x="36942" y="406823"/>
                  </a:lnTo>
                  <a:lnTo>
                    <a:pt x="63635" y="444459"/>
                  </a:lnTo>
                  <a:lnTo>
                    <a:pt x="96243" y="476939"/>
                  </a:lnTo>
                  <a:lnTo>
                    <a:pt x="133999" y="503512"/>
                  </a:lnTo>
                  <a:lnTo>
                    <a:pt x="176139" y="523425"/>
                  </a:lnTo>
                  <a:lnTo>
                    <a:pt x="221897" y="535924"/>
                  </a:lnTo>
                  <a:lnTo>
                    <a:pt x="270509" y="540258"/>
                  </a:lnTo>
                  <a:lnTo>
                    <a:pt x="318895" y="535924"/>
                  </a:lnTo>
                  <a:lnTo>
                    <a:pt x="364477" y="523425"/>
                  </a:lnTo>
                  <a:lnTo>
                    <a:pt x="406484" y="503512"/>
                  </a:lnTo>
                  <a:lnTo>
                    <a:pt x="444145" y="476939"/>
                  </a:lnTo>
                  <a:lnTo>
                    <a:pt x="476689" y="444459"/>
                  </a:lnTo>
                  <a:lnTo>
                    <a:pt x="503343" y="406823"/>
                  </a:lnTo>
                  <a:lnTo>
                    <a:pt x="523337" y="364784"/>
                  </a:lnTo>
                  <a:lnTo>
                    <a:pt x="535899" y="319096"/>
                  </a:lnTo>
                  <a:lnTo>
                    <a:pt x="540257" y="27051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7244486" y="3172844"/>
              <a:ext cx="540385" cy="540385"/>
            </a:xfrm>
            <a:custGeom>
              <a:avLst/>
              <a:gdLst/>
              <a:ahLst/>
              <a:cxnLst/>
              <a:rect l="l" t="t" r="r" b="b"/>
              <a:pathLst>
                <a:path w="540384" h="540385">
                  <a:moveTo>
                    <a:pt x="540257" y="270510"/>
                  </a:moveTo>
                  <a:lnTo>
                    <a:pt x="535899" y="221897"/>
                  </a:lnTo>
                  <a:lnTo>
                    <a:pt x="523337" y="176139"/>
                  </a:lnTo>
                  <a:lnTo>
                    <a:pt x="503343" y="133999"/>
                  </a:lnTo>
                  <a:lnTo>
                    <a:pt x="476689" y="96243"/>
                  </a:lnTo>
                  <a:lnTo>
                    <a:pt x="444145" y="63635"/>
                  </a:lnTo>
                  <a:lnTo>
                    <a:pt x="406484" y="36942"/>
                  </a:lnTo>
                  <a:lnTo>
                    <a:pt x="364477" y="16929"/>
                  </a:lnTo>
                  <a:lnTo>
                    <a:pt x="318895" y="4359"/>
                  </a:lnTo>
                  <a:lnTo>
                    <a:pt x="270509" y="0"/>
                  </a:lnTo>
                  <a:lnTo>
                    <a:pt x="221897" y="4359"/>
                  </a:lnTo>
                  <a:lnTo>
                    <a:pt x="176139" y="16929"/>
                  </a:lnTo>
                  <a:lnTo>
                    <a:pt x="133999" y="36942"/>
                  </a:lnTo>
                  <a:lnTo>
                    <a:pt x="96243" y="63635"/>
                  </a:lnTo>
                  <a:lnTo>
                    <a:pt x="63635" y="96243"/>
                  </a:lnTo>
                  <a:lnTo>
                    <a:pt x="36942" y="133999"/>
                  </a:lnTo>
                  <a:lnTo>
                    <a:pt x="16929" y="176139"/>
                  </a:lnTo>
                  <a:lnTo>
                    <a:pt x="4359" y="221897"/>
                  </a:lnTo>
                  <a:lnTo>
                    <a:pt x="0" y="270510"/>
                  </a:lnTo>
                  <a:lnTo>
                    <a:pt x="4359" y="319096"/>
                  </a:lnTo>
                  <a:lnTo>
                    <a:pt x="16929" y="364784"/>
                  </a:lnTo>
                  <a:lnTo>
                    <a:pt x="36942" y="406823"/>
                  </a:lnTo>
                  <a:lnTo>
                    <a:pt x="63635" y="444459"/>
                  </a:lnTo>
                  <a:lnTo>
                    <a:pt x="96243" y="476939"/>
                  </a:lnTo>
                  <a:lnTo>
                    <a:pt x="133999" y="503512"/>
                  </a:lnTo>
                  <a:lnTo>
                    <a:pt x="176139" y="523425"/>
                  </a:lnTo>
                  <a:lnTo>
                    <a:pt x="221897" y="535924"/>
                  </a:lnTo>
                  <a:lnTo>
                    <a:pt x="270509" y="540258"/>
                  </a:lnTo>
                  <a:lnTo>
                    <a:pt x="318895" y="535924"/>
                  </a:lnTo>
                  <a:lnTo>
                    <a:pt x="364477" y="523425"/>
                  </a:lnTo>
                  <a:lnTo>
                    <a:pt x="406484" y="503512"/>
                  </a:lnTo>
                  <a:lnTo>
                    <a:pt x="444145" y="476939"/>
                  </a:lnTo>
                  <a:lnTo>
                    <a:pt x="476689" y="444459"/>
                  </a:lnTo>
                  <a:lnTo>
                    <a:pt x="503343" y="406823"/>
                  </a:lnTo>
                  <a:lnTo>
                    <a:pt x="523337" y="364784"/>
                  </a:lnTo>
                  <a:lnTo>
                    <a:pt x="535899" y="319096"/>
                  </a:lnTo>
                  <a:lnTo>
                    <a:pt x="540257" y="270510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6668414" y="3317624"/>
              <a:ext cx="649605" cy="10795"/>
            </a:xfrm>
            <a:custGeom>
              <a:avLst/>
              <a:gdLst/>
              <a:ahLst/>
              <a:cxnLst/>
              <a:rect l="l" t="t" r="r" b="b"/>
              <a:pathLst>
                <a:path w="649604" h="10795">
                  <a:moveTo>
                    <a:pt x="0" y="0"/>
                  </a:moveTo>
                  <a:lnTo>
                    <a:pt x="649224" y="10667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6668414" y="3550034"/>
              <a:ext cx="637540" cy="0"/>
            </a:xfrm>
            <a:custGeom>
              <a:avLst/>
              <a:gdLst/>
              <a:ahLst/>
              <a:cxnLst/>
              <a:rect l="l" t="t" r="r" b="b"/>
              <a:pathLst>
                <a:path w="637540">
                  <a:moveTo>
                    <a:pt x="0" y="0"/>
                  </a:moveTo>
                  <a:lnTo>
                    <a:pt x="637032" y="0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" name="object 6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806336" y="3439544"/>
              <a:ext cx="244601" cy="244602"/>
            </a:xfrm>
            <a:prstGeom prst="rect">
              <a:avLst/>
            </a:prstGeom>
          </p:spPr>
        </p:pic>
        <p:sp>
          <p:nvSpPr>
            <p:cNvPr id="66" name="object 66"/>
            <p:cNvSpPr/>
            <p:nvPr/>
          </p:nvSpPr>
          <p:spPr>
            <a:xfrm>
              <a:off x="6806336" y="3439544"/>
              <a:ext cx="245110" cy="245110"/>
            </a:xfrm>
            <a:custGeom>
              <a:avLst/>
              <a:gdLst/>
              <a:ahLst/>
              <a:cxnLst/>
              <a:rect l="l" t="t" r="r" b="b"/>
              <a:pathLst>
                <a:path w="245109" h="245110">
                  <a:moveTo>
                    <a:pt x="244601" y="121920"/>
                  </a:moveTo>
                  <a:lnTo>
                    <a:pt x="234981" y="169699"/>
                  </a:lnTo>
                  <a:lnTo>
                    <a:pt x="208787" y="208692"/>
                  </a:lnTo>
                  <a:lnTo>
                    <a:pt x="170021" y="234969"/>
                  </a:lnTo>
                  <a:lnTo>
                    <a:pt x="122681" y="244602"/>
                  </a:lnTo>
                  <a:lnTo>
                    <a:pt x="74902" y="234969"/>
                  </a:lnTo>
                  <a:lnTo>
                    <a:pt x="35909" y="208692"/>
                  </a:lnTo>
                  <a:lnTo>
                    <a:pt x="9632" y="169699"/>
                  </a:lnTo>
                  <a:lnTo>
                    <a:pt x="0" y="121920"/>
                  </a:lnTo>
                  <a:lnTo>
                    <a:pt x="9632" y="74259"/>
                  </a:lnTo>
                  <a:lnTo>
                    <a:pt x="35909" y="35528"/>
                  </a:lnTo>
                  <a:lnTo>
                    <a:pt x="74902" y="9513"/>
                  </a:lnTo>
                  <a:lnTo>
                    <a:pt x="122681" y="0"/>
                  </a:lnTo>
                  <a:lnTo>
                    <a:pt x="170021" y="9513"/>
                  </a:lnTo>
                  <a:lnTo>
                    <a:pt x="208787" y="35528"/>
                  </a:lnTo>
                  <a:lnTo>
                    <a:pt x="234981" y="74259"/>
                  </a:lnTo>
                  <a:lnTo>
                    <a:pt x="244601" y="121920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6861962" y="3494408"/>
              <a:ext cx="67310" cy="134620"/>
            </a:xfrm>
            <a:custGeom>
              <a:avLst/>
              <a:gdLst/>
              <a:ahLst/>
              <a:cxnLst/>
              <a:rect l="l" t="t" r="r" b="b"/>
              <a:pathLst>
                <a:path w="67309" h="134620">
                  <a:moveTo>
                    <a:pt x="67055" y="134112"/>
                  </a:moveTo>
                  <a:lnTo>
                    <a:pt x="0" y="67056"/>
                  </a:lnTo>
                  <a:lnTo>
                    <a:pt x="67055" y="0"/>
                  </a:lnTo>
                </a:path>
              </a:pathLst>
            </a:custGeom>
            <a:ln w="24396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6861962" y="3561464"/>
              <a:ext cx="100965" cy="0"/>
            </a:xfrm>
            <a:custGeom>
              <a:avLst/>
              <a:gdLst/>
              <a:ahLst/>
              <a:cxnLst/>
              <a:rect l="l" t="t" r="r" b="b"/>
              <a:pathLst>
                <a:path w="100965">
                  <a:moveTo>
                    <a:pt x="0" y="0"/>
                  </a:moveTo>
                  <a:lnTo>
                    <a:pt x="100584" y="0"/>
                  </a:lnTo>
                </a:path>
              </a:pathLst>
            </a:custGeom>
            <a:ln w="24396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8329574" y="3093596"/>
              <a:ext cx="278130" cy="278130"/>
            </a:xfrm>
            <a:custGeom>
              <a:avLst/>
              <a:gdLst/>
              <a:ahLst/>
              <a:cxnLst/>
              <a:rect l="l" t="t" r="r" b="b"/>
              <a:pathLst>
                <a:path w="278129" h="278129">
                  <a:moveTo>
                    <a:pt x="278129" y="138684"/>
                  </a:moveTo>
                  <a:lnTo>
                    <a:pt x="271015" y="95000"/>
                  </a:lnTo>
                  <a:lnTo>
                    <a:pt x="251210" y="56948"/>
                  </a:lnTo>
                  <a:lnTo>
                    <a:pt x="221016" y="26871"/>
                  </a:lnTo>
                  <a:lnTo>
                    <a:pt x="182739" y="7107"/>
                  </a:lnTo>
                  <a:lnTo>
                    <a:pt x="138683" y="0"/>
                  </a:lnTo>
                  <a:lnTo>
                    <a:pt x="95000" y="7107"/>
                  </a:lnTo>
                  <a:lnTo>
                    <a:pt x="56948" y="26871"/>
                  </a:lnTo>
                  <a:lnTo>
                    <a:pt x="26871" y="56948"/>
                  </a:lnTo>
                  <a:lnTo>
                    <a:pt x="7107" y="95000"/>
                  </a:lnTo>
                  <a:lnTo>
                    <a:pt x="0" y="138684"/>
                  </a:lnTo>
                  <a:lnTo>
                    <a:pt x="7107" y="182739"/>
                  </a:lnTo>
                  <a:lnTo>
                    <a:pt x="26871" y="221016"/>
                  </a:lnTo>
                  <a:lnTo>
                    <a:pt x="56948" y="251210"/>
                  </a:lnTo>
                  <a:lnTo>
                    <a:pt x="95000" y="271015"/>
                  </a:lnTo>
                  <a:lnTo>
                    <a:pt x="138683" y="278130"/>
                  </a:lnTo>
                  <a:lnTo>
                    <a:pt x="182739" y="271015"/>
                  </a:lnTo>
                  <a:lnTo>
                    <a:pt x="221016" y="251210"/>
                  </a:lnTo>
                  <a:lnTo>
                    <a:pt x="251210" y="221016"/>
                  </a:lnTo>
                  <a:lnTo>
                    <a:pt x="271015" y="182739"/>
                  </a:lnTo>
                  <a:lnTo>
                    <a:pt x="278129" y="13868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8329574" y="3093596"/>
              <a:ext cx="278130" cy="278130"/>
            </a:xfrm>
            <a:custGeom>
              <a:avLst/>
              <a:gdLst/>
              <a:ahLst/>
              <a:cxnLst/>
              <a:rect l="l" t="t" r="r" b="b"/>
              <a:pathLst>
                <a:path w="278129" h="278129">
                  <a:moveTo>
                    <a:pt x="278129" y="138684"/>
                  </a:moveTo>
                  <a:lnTo>
                    <a:pt x="271015" y="95000"/>
                  </a:lnTo>
                  <a:lnTo>
                    <a:pt x="251210" y="56948"/>
                  </a:lnTo>
                  <a:lnTo>
                    <a:pt x="221016" y="26871"/>
                  </a:lnTo>
                  <a:lnTo>
                    <a:pt x="182739" y="7107"/>
                  </a:lnTo>
                  <a:lnTo>
                    <a:pt x="138683" y="0"/>
                  </a:lnTo>
                  <a:lnTo>
                    <a:pt x="95000" y="7107"/>
                  </a:lnTo>
                  <a:lnTo>
                    <a:pt x="56948" y="26871"/>
                  </a:lnTo>
                  <a:lnTo>
                    <a:pt x="26871" y="56948"/>
                  </a:lnTo>
                  <a:lnTo>
                    <a:pt x="7107" y="95000"/>
                  </a:lnTo>
                  <a:lnTo>
                    <a:pt x="0" y="138684"/>
                  </a:lnTo>
                  <a:lnTo>
                    <a:pt x="7107" y="182739"/>
                  </a:lnTo>
                  <a:lnTo>
                    <a:pt x="26871" y="221016"/>
                  </a:lnTo>
                  <a:lnTo>
                    <a:pt x="56948" y="251210"/>
                  </a:lnTo>
                  <a:lnTo>
                    <a:pt x="95000" y="271015"/>
                  </a:lnTo>
                  <a:lnTo>
                    <a:pt x="138683" y="278130"/>
                  </a:lnTo>
                  <a:lnTo>
                    <a:pt x="182739" y="271015"/>
                  </a:lnTo>
                  <a:lnTo>
                    <a:pt x="221016" y="251210"/>
                  </a:lnTo>
                  <a:lnTo>
                    <a:pt x="251210" y="221016"/>
                  </a:lnTo>
                  <a:lnTo>
                    <a:pt x="271015" y="182739"/>
                  </a:lnTo>
                  <a:lnTo>
                    <a:pt x="278129" y="138684"/>
                  </a:lnTo>
                </a:path>
              </a:pathLst>
            </a:custGeom>
            <a:ln w="317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1" name="object 71"/>
          <p:cNvSpPr txBox="1"/>
          <p:nvPr/>
        </p:nvSpPr>
        <p:spPr>
          <a:xfrm>
            <a:off x="8417959" y="3101357"/>
            <a:ext cx="108585" cy="231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350" b="1" spc="-5" dirty="0">
                <a:solidFill>
                  <a:srgbClr val="797979"/>
                </a:solidFill>
                <a:latin typeface="Arial"/>
                <a:cs typeface="Arial"/>
              </a:rPr>
              <a:t>1</a:t>
            </a:r>
            <a:endParaRPr sz="1350">
              <a:latin typeface="Arial"/>
              <a:cs typeface="Arial"/>
            </a:endParaRPr>
          </a:p>
        </p:txBody>
      </p:sp>
      <p:grpSp>
        <p:nvGrpSpPr>
          <p:cNvPr id="72" name="object 72"/>
          <p:cNvGrpSpPr/>
          <p:nvPr/>
        </p:nvGrpSpPr>
        <p:grpSpPr>
          <a:xfrm>
            <a:off x="8328939" y="4001265"/>
            <a:ext cx="279400" cy="279400"/>
            <a:chOff x="8328939" y="4001265"/>
            <a:chExt cx="279400" cy="279400"/>
          </a:xfrm>
        </p:grpSpPr>
        <p:sp>
          <p:nvSpPr>
            <p:cNvPr id="73" name="object 73"/>
            <p:cNvSpPr/>
            <p:nvPr/>
          </p:nvSpPr>
          <p:spPr>
            <a:xfrm>
              <a:off x="8329574" y="4001900"/>
              <a:ext cx="278130" cy="278130"/>
            </a:xfrm>
            <a:custGeom>
              <a:avLst/>
              <a:gdLst/>
              <a:ahLst/>
              <a:cxnLst/>
              <a:rect l="l" t="t" r="r" b="b"/>
              <a:pathLst>
                <a:path w="278129" h="278129">
                  <a:moveTo>
                    <a:pt x="278129" y="138683"/>
                  </a:moveTo>
                  <a:lnTo>
                    <a:pt x="271015" y="94707"/>
                  </a:lnTo>
                  <a:lnTo>
                    <a:pt x="251210" y="56619"/>
                  </a:lnTo>
                  <a:lnTo>
                    <a:pt x="221016" y="26651"/>
                  </a:lnTo>
                  <a:lnTo>
                    <a:pt x="182739" y="7034"/>
                  </a:lnTo>
                  <a:lnTo>
                    <a:pt x="138683" y="0"/>
                  </a:lnTo>
                  <a:lnTo>
                    <a:pt x="95000" y="7034"/>
                  </a:lnTo>
                  <a:lnTo>
                    <a:pt x="56948" y="26651"/>
                  </a:lnTo>
                  <a:lnTo>
                    <a:pt x="26871" y="56619"/>
                  </a:lnTo>
                  <a:lnTo>
                    <a:pt x="7107" y="94707"/>
                  </a:lnTo>
                  <a:lnTo>
                    <a:pt x="0" y="138683"/>
                  </a:lnTo>
                  <a:lnTo>
                    <a:pt x="7107" y="182739"/>
                  </a:lnTo>
                  <a:lnTo>
                    <a:pt x="26871" y="221016"/>
                  </a:lnTo>
                  <a:lnTo>
                    <a:pt x="56948" y="251210"/>
                  </a:lnTo>
                  <a:lnTo>
                    <a:pt x="95000" y="271015"/>
                  </a:lnTo>
                  <a:lnTo>
                    <a:pt x="138683" y="278129"/>
                  </a:lnTo>
                  <a:lnTo>
                    <a:pt x="182739" y="271015"/>
                  </a:lnTo>
                  <a:lnTo>
                    <a:pt x="221016" y="251210"/>
                  </a:lnTo>
                  <a:lnTo>
                    <a:pt x="251210" y="221016"/>
                  </a:lnTo>
                  <a:lnTo>
                    <a:pt x="271015" y="182739"/>
                  </a:lnTo>
                  <a:lnTo>
                    <a:pt x="278129" y="13868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8329574" y="4001900"/>
              <a:ext cx="278130" cy="278130"/>
            </a:xfrm>
            <a:custGeom>
              <a:avLst/>
              <a:gdLst/>
              <a:ahLst/>
              <a:cxnLst/>
              <a:rect l="l" t="t" r="r" b="b"/>
              <a:pathLst>
                <a:path w="278129" h="278129">
                  <a:moveTo>
                    <a:pt x="278129" y="138683"/>
                  </a:moveTo>
                  <a:lnTo>
                    <a:pt x="271015" y="94707"/>
                  </a:lnTo>
                  <a:lnTo>
                    <a:pt x="251210" y="56619"/>
                  </a:lnTo>
                  <a:lnTo>
                    <a:pt x="221016" y="26651"/>
                  </a:lnTo>
                  <a:lnTo>
                    <a:pt x="182739" y="7034"/>
                  </a:lnTo>
                  <a:lnTo>
                    <a:pt x="138683" y="0"/>
                  </a:lnTo>
                  <a:lnTo>
                    <a:pt x="95000" y="7034"/>
                  </a:lnTo>
                  <a:lnTo>
                    <a:pt x="56948" y="26651"/>
                  </a:lnTo>
                  <a:lnTo>
                    <a:pt x="26871" y="56619"/>
                  </a:lnTo>
                  <a:lnTo>
                    <a:pt x="7107" y="94707"/>
                  </a:lnTo>
                  <a:lnTo>
                    <a:pt x="0" y="138683"/>
                  </a:lnTo>
                  <a:lnTo>
                    <a:pt x="7107" y="182739"/>
                  </a:lnTo>
                  <a:lnTo>
                    <a:pt x="26871" y="221016"/>
                  </a:lnTo>
                  <a:lnTo>
                    <a:pt x="56948" y="251210"/>
                  </a:lnTo>
                  <a:lnTo>
                    <a:pt x="95000" y="271015"/>
                  </a:lnTo>
                  <a:lnTo>
                    <a:pt x="138683" y="278129"/>
                  </a:lnTo>
                  <a:lnTo>
                    <a:pt x="182739" y="271015"/>
                  </a:lnTo>
                  <a:lnTo>
                    <a:pt x="221016" y="251210"/>
                  </a:lnTo>
                  <a:lnTo>
                    <a:pt x="251210" y="221016"/>
                  </a:lnTo>
                  <a:lnTo>
                    <a:pt x="271015" y="182739"/>
                  </a:lnTo>
                  <a:lnTo>
                    <a:pt x="278129" y="138683"/>
                  </a:lnTo>
                </a:path>
              </a:pathLst>
            </a:custGeom>
            <a:ln w="317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5" name="object 75"/>
          <p:cNvSpPr txBox="1"/>
          <p:nvPr/>
        </p:nvSpPr>
        <p:spPr>
          <a:xfrm>
            <a:off x="8417959" y="4016519"/>
            <a:ext cx="108585" cy="231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350" b="1" spc="-5" dirty="0">
                <a:solidFill>
                  <a:srgbClr val="797979"/>
                </a:solidFill>
                <a:latin typeface="Arial"/>
                <a:cs typeface="Arial"/>
              </a:rPr>
              <a:t>2</a:t>
            </a:r>
            <a:endParaRPr sz="1350">
              <a:latin typeface="Arial"/>
              <a:cs typeface="Arial"/>
            </a:endParaRPr>
          </a:p>
        </p:txBody>
      </p:sp>
      <p:grpSp>
        <p:nvGrpSpPr>
          <p:cNvPr id="76" name="object 76"/>
          <p:cNvGrpSpPr/>
          <p:nvPr/>
        </p:nvGrpSpPr>
        <p:grpSpPr>
          <a:xfrm>
            <a:off x="4278909" y="3100581"/>
            <a:ext cx="278765" cy="279400"/>
            <a:chOff x="4278909" y="3100581"/>
            <a:chExt cx="278765" cy="279400"/>
          </a:xfrm>
        </p:grpSpPr>
        <p:sp>
          <p:nvSpPr>
            <p:cNvPr id="77" name="object 77"/>
            <p:cNvSpPr/>
            <p:nvPr/>
          </p:nvSpPr>
          <p:spPr>
            <a:xfrm>
              <a:off x="4279544" y="3101216"/>
              <a:ext cx="277495" cy="278130"/>
            </a:xfrm>
            <a:custGeom>
              <a:avLst/>
              <a:gdLst/>
              <a:ahLst/>
              <a:cxnLst/>
              <a:rect l="l" t="t" r="r" b="b"/>
              <a:pathLst>
                <a:path w="277495" h="278129">
                  <a:moveTo>
                    <a:pt x="277367" y="139446"/>
                  </a:moveTo>
                  <a:lnTo>
                    <a:pt x="270333" y="95390"/>
                  </a:lnTo>
                  <a:lnTo>
                    <a:pt x="250716" y="57113"/>
                  </a:lnTo>
                  <a:lnTo>
                    <a:pt x="220748" y="26919"/>
                  </a:lnTo>
                  <a:lnTo>
                    <a:pt x="182660" y="7114"/>
                  </a:lnTo>
                  <a:lnTo>
                    <a:pt x="138683" y="0"/>
                  </a:lnTo>
                  <a:lnTo>
                    <a:pt x="94707" y="7114"/>
                  </a:lnTo>
                  <a:lnTo>
                    <a:pt x="56619" y="26919"/>
                  </a:lnTo>
                  <a:lnTo>
                    <a:pt x="26651" y="57113"/>
                  </a:lnTo>
                  <a:lnTo>
                    <a:pt x="7034" y="95390"/>
                  </a:lnTo>
                  <a:lnTo>
                    <a:pt x="0" y="139446"/>
                  </a:lnTo>
                  <a:lnTo>
                    <a:pt x="7034" y="183422"/>
                  </a:lnTo>
                  <a:lnTo>
                    <a:pt x="26651" y="221510"/>
                  </a:lnTo>
                  <a:lnTo>
                    <a:pt x="56619" y="251478"/>
                  </a:lnTo>
                  <a:lnTo>
                    <a:pt x="94707" y="271095"/>
                  </a:lnTo>
                  <a:lnTo>
                    <a:pt x="138683" y="278130"/>
                  </a:lnTo>
                  <a:lnTo>
                    <a:pt x="182660" y="271095"/>
                  </a:lnTo>
                  <a:lnTo>
                    <a:pt x="220748" y="251478"/>
                  </a:lnTo>
                  <a:lnTo>
                    <a:pt x="250716" y="221510"/>
                  </a:lnTo>
                  <a:lnTo>
                    <a:pt x="270333" y="183422"/>
                  </a:lnTo>
                  <a:lnTo>
                    <a:pt x="277367" y="13944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279544" y="3101216"/>
              <a:ext cx="277495" cy="278130"/>
            </a:xfrm>
            <a:custGeom>
              <a:avLst/>
              <a:gdLst/>
              <a:ahLst/>
              <a:cxnLst/>
              <a:rect l="l" t="t" r="r" b="b"/>
              <a:pathLst>
                <a:path w="277495" h="278129">
                  <a:moveTo>
                    <a:pt x="277367" y="139446"/>
                  </a:moveTo>
                  <a:lnTo>
                    <a:pt x="270333" y="95390"/>
                  </a:lnTo>
                  <a:lnTo>
                    <a:pt x="250716" y="57113"/>
                  </a:lnTo>
                  <a:lnTo>
                    <a:pt x="220748" y="26919"/>
                  </a:lnTo>
                  <a:lnTo>
                    <a:pt x="182660" y="7114"/>
                  </a:lnTo>
                  <a:lnTo>
                    <a:pt x="138683" y="0"/>
                  </a:lnTo>
                  <a:lnTo>
                    <a:pt x="94707" y="7114"/>
                  </a:lnTo>
                  <a:lnTo>
                    <a:pt x="56619" y="26919"/>
                  </a:lnTo>
                  <a:lnTo>
                    <a:pt x="26651" y="57113"/>
                  </a:lnTo>
                  <a:lnTo>
                    <a:pt x="7034" y="95390"/>
                  </a:lnTo>
                  <a:lnTo>
                    <a:pt x="0" y="139446"/>
                  </a:lnTo>
                  <a:lnTo>
                    <a:pt x="7034" y="183422"/>
                  </a:lnTo>
                  <a:lnTo>
                    <a:pt x="26651" y="221510"/>
                  </a:lnTo>
                  <a:lnTo>
                    <a:pt x="56619" y="251478"/>
                  </a:lnTo>
                  <a:lnTo>
                    <a:pt x="94707" y="271095"/>
                  </a:lnTo>
                  <a:lnTo>
                    <a:pt x="138683" y="278130"/>
                  </a:lnTo>
                  <a:lnTo>
                    <a:pt x="182660" y="271095"/>
                  </a:lnTo>
                  <a:lnTo>
                    <a:pt x="220748" y="251478"/>
                  </a:lnTo>
                  <a:lnTo>
                    <a:pt x="250716" y="221510"/>
                  </a:lnTo>
                  <a:lnTo>
                    <a:pt x="270333" y="183422"/>
                  </a:lnTo>
                  <a:lnTo>
                    <a:pt x="277367" y="139446"/>
                  </a:lnTo>
                </a:path>
              </a:pathLst>
            </a:custGeom>
            <a:ln w="317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9" name="object 79"/>
          <p:cNvSpPr txBox="1"/>
          <p:nvPr/>
        </p:nvSpPr>
        <p:spPr>
          <a:xfrm>
            <a:off x="4360310" y="3120407"/>
            <a:ext cx="108585" cy="231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350" b="1" spc="-5" dirty="0">
                <a:solidFill>
                  <a:srgbClr val="797979"/>
                </a:solidFill>
                <a:latin typeface="Arial"/>
                <a:cs typeface="Arial"/>
              </a:rPr>
              <a:t>4</a:t>
            </a:r>
            <a:endParaRPr sz="1350">
              <a:latin typeface="Arial"/>
              <a:cs typeface="Arial"/>
            </a:endParaRPr>
          </a:p>
        </p:txBody>
      </p:sp>
      <p:grpSp>
        <p:nvGrpSpPr>
          <p:cNvPr id="80" name="object 80"/>
          <p:cNvGrpSpPr/>
          <p:nvPr/>
        </p:nvGrpSpPr>
        <p:grpSpPr>
          <a:xfrm>
            <a:off x="4278909" y="4001265"/>
            <a:ext cx="278765" cy="279400"/>
            <a:chOff x="4278909" y="4001265"/>
            <a:chExt cx="278765" cy="279400"/>
          </a:xfrm>
        </p:grpSpPr>
        <p:sp>
          <p:nvSpPr>
            <p:cNvPr id="81" name="object 81"/>
            <p:cNvSpPr/>
            <p:nvPr/>
          </p:nvSpPr>
          <p:spPr>
            <a:xfrm>
              <a:off x="4279544" y="4001900"/>
              <a:ext cx="277495" cy="278130"/>
            </a:xfrm>
            <a:custGeom>
              <a:avLst/>
              <a:gdLst/>
              <a:ahLst/>
              <a:cxnLst/>
              <a:rect l="l" t="t" r="r" b="b"/>
              <a:pathLst>
                <a:path w="277495" h="278129">
                  <a:moveTo>
                    <a:pt x="277367" y="138684"/>
                  </a:moveTo>
                  <a:lnTo>
                    <a:pt x="270333" y="94707"/>
                  </a:lnTo>
                  <a:lnTo>
                    <a:pt x="250716" y="56619"/>
                  </a:lnTo>
                  <a:lnTo>
                    <a:pt x="220748" y="26651"/>
                  </a:lnTo>
                  <a:lnTo>
                    <a:pt x="182660" y="7034"/>
                  </a:lnTo>
                  <a:lnTo>
                    <a:pt x="138683" y="0"/>
                  </a:lnTo>
                  <a:lnTo>
                    <a:pt x="94707" y="7034"/>
                  </a:lnTo>
                  <a:lnTo>
                    <a:pt x="56619" y="26651"/>
                  </a:lnTo>
                  <a:lnTo>
                    <a:pt x="26651" y="56619"/>
                  </a:lnTo>
                  <a:lnTo>
                    <a:pt x="7034" y="94707"/>
                  </a:lnTo>
                  <a:lnTo>
                    <a:pt x="0" y="138684"/>
                  </a:lnTo>
                  <a:lnTo>
                    <a:pt x="7034" y="182739"/>
                  </a:lnTo>
                  <a:lnTo>
                    <a:pt x="26651" y="221016"/>
                  </a:lnTo>
                  <a:lnTo>
                    <a:pt x="56619" y="251210"/>
                  </a:lnTo>
                  <a:lnTo>
                    <a:pt x="94707" y="271015"/>
                  </a:lnTo>
                  <a:lnTo>
                    <a:pt x="138683" y="278130"/>
                  </a:lnTo>
                  <a:lnTo>
                    <a:pt x="182660" y="271015"/>
                  </a:lnTo>
                  <a:lnTo>
                    <a:pt x="220748" y="251210"/>
                  </a:lnTo>
                  <a:lnTo>
                    <a:pt x="250716" y="221016"/>
                  </a:lnTo>
                  <a:lnTo>
                    <a:pt x="270333" y="182739"/>
                  </a:lnTo>
                  <a:lnTo>
                    <a:pt x="277367" y="13868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279544" y="4001900"/>
              <a:ext cx="277495" cy="278130"/>
            </a:xfrm>
            <a:custGeom>
              <a:avLst/>
              <a:gdLst/>
              <a:ahLst/>
              <a:cxnLst/>
              <a:rect l="l" t="t" r="r" b="b"/>
              <a:pathLst>
                <a:path w="277495" h="278129">
                  <a:moveTo>
                    <a:pt x="277367" y="138684"/>
                  </a:moveTo>
                  <a:lnTo>
                    <a:pt x="270333" y="94707"/>
                  </a:lnTo>
                  <a:lnTo>
                    <a:pt x="250716" y="56619"/>
                  </a:lnTo>
                  <a:lnTo>
                    <a:pt x="220748" y="26651"/>
                  </a:lnTo>
                  <a:lnTo>
                    <a:pt x="182660" y="7034"/>
                  </a:lnTo>
                  <a:lnTo>
                    <a:pt x="138683" y="0"/>
                  </a:lnTo>
                  <a:lnTo>
                    <a:pt x="94707" y="7034"/>
                  </a:lnTo>
                  <a:lnTo>
                    <a:pt x="56619" y="26651"/>
                  </a:lnTo>
                  <a:lnTo>
                    <a:pt x="26651" y="56619"/>
                  </a:lnTo>
                  <a:lnTo>
                    <a:pt x="7034" y="94707"/>
                  </a:lnTo>
                  <a:lnTo>
                    <a:pt x="0" y="138684"/>
                  </a:lnTo>
                  <a:lnTo>
                    <a:pt x="7034" y="182739"/>
                  </a:lnTo>
                  <a:lnTo>
                    <a:pt x="26651" y="221016"/>
                  </a:lnTo>
                  <a:lnTo>
                    <a:pt x="56619" y="251210"/>
                  </a:lnTo>
                  <a:lnTo>
                    <a:pt x="94707" y="271015"/>
                  </a:lnTo>
                  <a:lnTo>
                    <a:pt x="138683" y="278130"/>
                  </a:lnTo>
                  <a:lnTo>
                    <a:pt x="182660" y="271015"/>
                  </a:lnTo>
                  <a:lnTo>
                    <a:pt x="220748" y="251210"/>
                  </a:lnTo>
                  <a:lnTo>
                    <a:pt x="250716" y="221016"/>
                  </a:lnTo>
                  <a:lnTo>
                    <a:pt x="270333" y="182739"/>
                  </a:lnTo>
                  <a:lnTo>
                    <a:pt x="277367" y="138684"/>
                  </a:lnTo>
                </a:path>
              </a:pathLst>
            </a:custGeom>
            <a:ln w="317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3" name="object 83"/>
          <p:cNvSpPr txBox="1"/>
          <p:nvPr/>
        </p:nvSpPr>
        <p:spPr>
          <a:xfrm>
            <a:off x="4370216" y="4016519"/>
            <a:ext cx="108585" cy="231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350" b="1" spc="-5" dirty="0">
                <a:solidFill>
                  <a:srgbClr val="797979"/>
                </a:solidFill>
                <a:latin typeface="Arial"/>
                <a:cs typeface="Arial"/>
              </a:rPr>
              <a:t>3</a:t>
            </a:r>
            <a:endParaRPr sz="1350">
              <a:latin typeface="Arial"/>
              <a:cs typeface="Arial"/>
            </a:endParaRPr>
          </a:p>
        </p:txBody>
      </p:sp>
      <p:grpSp>
        <p:nvGrpSpPr>
          <p:cNvPr id="84" name="object 84"/>
          <p:cNvGrpSpPr/>
          <p:nvPr/>
        </p:nvGrpSpPr>
        <p:grpSpPr>
          <a:xfrm>
            <a:off x="4302410" y="2975486"/>
            <a:ext cx="4281805" cy="2838450"/>
            <a:chOff x="4302410" y="2975486"/>
            <a:chExt cx="4281805" cy="2838450"/>
          </a:xfrm>
        </p:grpSpPr>
        <p:sp>
          <p:nvSpPr>
            <p:cNvPr id="85" name="object 85"/>
            <p:cNvSpPr/>
            <p:nvPr/>
          </p:nvSpPr>
          <p:spPr>
            <a:xfrm>
              <a:off x="7305446" y="3328292"/>
              <a:ext cx="335280" cy="223520"/>
            </a:xfrm>
            <a:custGeom>
              <a:avLst/>
              <a:gdLst/>
              <a:ahLst/>
              <a:cxnLst/>
              <a:rect l="l" t="t" r="r" b="b"/>
              <a:pathLst>
                <a:path w="335279" h="223520">
                  <a:moveTo>
                    <a:pt x="12192" y="0"/>
                  </a:moveTo>
                  <a:lnTo>
                    <a:pt x="335280" y="0"/>
                  </a:lnTo>
                  <a:lnTo>
                    <a:pt x="137160" y="115062"/>
                  </a:lnTo>
                  <a:lnTo>
                    <a:pt x="335280" y="223265"/>
                  </a:lnTo>
                  <a:lnTo>
                    <a:pt x="0" y="221742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7518806" y="3011300"/>
              <a:ext cx="1039494" cy="161925"/>
            </a:xfrm>
            <a:custGeom>
              <a:avLst/>
              <a:gdLst/>
              <a:ahLst/>
              <a:cxnLst/>
              <a:rect l="l" t="t" r="r" b="b"/>
              <a:pathLst>
                <a:path w="1039495" h="161925">
                  <a:moveTo>
                    <a:pt x="0" y="161544"/>
                  </a:moveTo>
                  <a:lnTo>
                    <a:pt x="4571" y="0"/>
                  </a:lnTo>
                  <a:lnTo>
                    <a:pt x="1039368" y="0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7244486" y="4073528"/>
              <a:ext cx="540385" cy="540385"/>
            </a:xfrm>
            <a:custGeom>
              <a:avLst/>
              <a:gdLst/>
              <a:ahLst/>
              <a:cxnLst/>
              <a:rect l="l" t="t" r="r" b="b"/>
              <a:pathLst>
                <a:path w="540384" h="540385">
                  <a:moveTo>
                    <a:pt x="540257" y="270510"/>
                  </a:moveTo>
                  <a:lnTo>
                    <a:pt x="535899" y="221897"/>
                  </a:lnTo>
                  <a:lnTo>
                    <a:pt x="523337" y="176139"/>
                  </a:lnTo>
                  <a:lnTo>
                    <a:pt x="503343" y="133999"/>
                  </a:lnTo>
                  <a:lnTo>
                    <a:pt x="476689" y="96243"/>
                  </a:lnTo>
                  <a:lnTo>
                    <a:pt x="444145" y="63635"/>
                  </a:lnTo>
                  <a:lnTo>
                    <a:pt x="406484" y="36942"/>
                  </a:lnTo>
                  <a:lnTo>
                    <a:pt x="364477" y="16929"/>
                  </a:lnTo>
                  <a:lnTo>
                    <a:pt x="318895" y="4359"/>
                  </a:lnTo>
                  <a:lnTo>
                    <a:pt x="270509" y="0"/>
                  </a:lnTo>
                  <a:lnTo>
                    <a:pt x="221897" y="4359"/>
                  </a:lnTo>
                  <a:lnTo>
                    <a:pt x="176139" y="16929"/>
                  </a:lnTo>
                  <a:lnTo>
                    <a:pt x="133999" y="36942"/>
                  </a:lnTo>
                  <a:lnTo>
                    <a:pt x="96243" y="63635"/>
                  </a:lnTo>
                  <a:lnTo>
                    <a:pt x="63635" y="96243"/>
                  </a:lnTo>
                  <a:lnTo>
                    <a:pt x="36942" y="133999"/>
                  </a:lnTo>
                  <a:lnTo>
                    <a:pt x="16929" y="176139"/>
                  </a:lnTo>
                  <a:lnTo>
                    <a:pt x="4359" y="221897"/>
                  </a:lnTo>
                  <a:lnTo>
                    <a:pt x="0" y="270510"/>
                  </a:lnTo>
                  <a:lnTo>
                    <a:pt x="4359" y="319096"/>
                  </a:lnTo>
                  <a:lnTo>
                    <a:pt x="16929" y="364784"/>
                  </a:lnTo>
                  <a:lnTo>
                    <a:pt x="36942" y="406823"/>
                  </a:lnTo>
                  <a:lnTo>
                    <a:pt x="63635" y="444459"/>
                  </a:lnTo>
                  <a:lnTo>
                    <a:pt x="96243" y="476939"/>
                  </a:lnTo>
                  <a:lnTo>
                    <a:pt x="133999" y="503512"/>
                  </a:lnTo>
                  <a:lnTo>
                    <a:pt x="176139" y="523425"/>
                  </a:lnTo>
                  <a:lnTo>
                    <a:pt x="221897" y="535924"/>
                  </a:lnTo>
                  <a:lnTo>
                    <a:pt x="270509" y="540258"/>
                  </a:lnTo>
                  <a:lnTo>
                    <a:pt x="318895" y="535924"/>
                  </a:lnTo>
                  <a:lnTo>
                    <a:pt x="364477" y="523425"/>
                  </a:lnTo>
                  <a:lnTo>
                    <a:pt x="406484" y="503512"/>
                  </a:lnTo>
                  <a:lnTo>
                    <a:pt x="444145" y="476939"/>
                  </a:lnTo>
                  <a:lnTo>
                    <a:pt x="476689" y="444459"/>
                  </a:lnTo>
                  <a:lnTo>
                    <a:pt x="503343" y="406823"/>
                  </a:lnTo>
                  <a:lnTo>
                    <a:pt x="523337" y="364784"/>
                  </a:lnTo>
                  <a:lnTo>
                    <a:pt x="535899" y="319096"/>
                  </a:lnTo>
                  <a:lnTo>
                    <a:pt x="540257" y="27051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7244486" y="4073528"/>
              <a:ext cx="540385" cy="540385"/>
            </a:xfrm>
            <a:custGeom>
              <a:avLst/>
              <a:gdLst/>
              <a:ahLst/>
              <a:cxnLst/>
              <a:rect l="l" t="t" r="r" b="b"/>
              <a:pathLst>
                <a:path w="540384" h="540385">
                  <a:moveTo>
                    <a:pt x="540257" y="270510"/>
                  </a:moveTo>
                  <a:lnTo>
                    <a:pt x="535899" y="221897"/>
                  </a:lnTo>
                  <a:lnTo>
                    <a:pt x="523337" y="176139"/>
                  </a:lnTo>
                  <a:lnTo>
                    <a:pt x="503343" y="133999"/>
                  </a:lnTo>
                  <a:lnTo>
                    <a:pt x="476689" y="96243"/>
                  </a:lnTo>
                  <a:lnTo>
                    <a:pt x="444145" y="63635"/>
                  </a:lnTo>
                  <a:lnTo>
                    <a:pt x="406484" y="36942"/>
                  </a:lnTo>
                  <a:lnTo>
                    <a:pt x="364477" y="16929"/>
                  </a:lnTo>
                  <a:lnTo>
                    <a:pt x="318895" y="4359"/>
                  </a:lnTo>
                  <a:lnTo>
                    <a:pt x="270509" y="0"/>
                  </a:lnTo>
                  <a:lnTo>
                    <a:pt x="221897" y="4359"/>
                  </a:lnTo>
                  <a:lnTo>
                    <a:pt x="176139" y="16929"/>
                  </a:lnTo>
                  <a:lnTo>
                    <a:pt x="133999" y="36942"/>
                  </a:lnTo>
                  <a:lnTo>
                    <a:pt x="96243" y="63635"/>
                  </a:lnTo>
                  <a:lnTo>
                    <a:pt x="63635" y="96243"/>
                  </a:lnTo>
                  <a:lnTo>
                    <a:pt x="36942" y="133999"/>
                  </a:lnTo>
                  <a:lnTo>
                    <a:pt x="16929" y="176139"/>
                  </a:lnTo>
                  <a:lnTo>
                    <a:pt x="4359" y="221897"/>
                  </a:lnTo>
                  <a:lnTo>
                    <a:pt x="0" y="270510"/>
                  </a:lnTo>
                  <a:lnTo>
                    <a:pt x="4359" y="319096"/>
                  </a:lnTo>
                  <a:lnTo>
                    <a:pt x="16929" y="364784"/>
                  </a:lnTo>
                  <a:lnTo>
                    <a:pt x="36942" y="406823"/>
                  </a:lnTo>
                  <a:lnTo>
                    <a:pt x="63635" y="444459"/>
                  </a:lnTo>
                  <a:lnTo>
                    <a:pt x="96243" y="476939"/>
                  </a:lnTo>
                  <a:lnTo>
                    <a:pt x="133999" y="503512"/>
                  </a:lnTo>
                  <a:lnTo>
                    <a:pt x="176139" y="523425"/>
                  </a:lnTo>
                  <a:lnTo>
                    <a:pt x="221897" y="535924"/>
                  </a:lnTo>
                  <a:lnTo>
                    <a:pt x="270509" y="540258"/>
                  </a:lnTo>
                  <a:lnTo>
                    <a:pt x="318895" y="535924"/>
                  </a:lnTo>
                  <a:lnTo>
                    <a:pt x="364477" y="523425"/>
                  </a:lnTo>
                  <a:lnTo>
                    <a:pt x="406484" y="503512"/>
                  </a:lnTo>
                  <a:lnTo>
                    <a:pt x="444145" y="476939"/>
                  </a:lnTo>
                  <a:lnTo>
                    <a:pt x="476689" y="444459"/>
                  </a:lnTo>
                  <a:lnTo>
                    <a:pt x="503343" y="406823"/>
                  </a:lnTo>
                  <a:lnTo>
                    <a:pt x="523337" y="364784"/>
                  </a:lnTo>
                  <a:lnTo>
                    <a:pt x="535899" y="319096"/>
                  </a:lnTo>
                  <a:lnTo>
                    <a:pt x="540257" y="270510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6668414" y="4218308"/>
              <a:ext cx="649605" cy="10795"/>
            </a:xfrm>
            <a:custGeom>
              <a:avLst/>
              <a:gdLst/>
              <a:ahLst/>
              <a:cxnLst/>
              <a:rect l="l" t="t" r="r" b="b"/>
              <a:pathLst>
                <a:path w="649604" h="10795">
                  <a:moveTo>
                    <a:pt x="0" y="0"/>
                  </a:moveTo>
                  <a:lnTo>
                    <a:pt x="649224" y="10667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6668414" y="4450718"/>
              <a:ext cx="637540" cy="0"/>
            </a:xfrm>
            <a:custGeom>
              <a:avLst/>
              <a:gdLst/>
              <a:ahLst/>
              <a:cxnLst/>
              <a:rect l="l" t="t" r="r" b="b"/>
              <a:pathLst>
                <a:path w="637540">
                  <a:moveTo>
                    <a:pt x="0" y="0"/>
                  </a:moveTo>
                  <a:lnTo>
                    <a:pt x="637032" y="0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1" name="object 9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806336" y="4340228"/>
              <a:ext cx="244601" cy="243839"/>
            </a:xfrm>
            <a:prstGeom prst="rect">
              <a:avLst/>
            </a:prstGeom>
          </p:spPr>
        </p:pic>
        <p:sp>
          <p:nvSpPr>
            <p:cNvPr id="92" name="object 92"/>
            <p:cNvSpPr/>
            <p:nvPr/>
          </p:nvSpPr>
          <p:spPr>
            <a:xfrm>
              <a:off x="6806336" y="4340228"/>
              <a:ext cx="245110" cy="243840"/>
            </a:xfrm>
            <a:custGeom>
              <a:avLst/>
              <a:gdLst/>
              <a:ahLst/>
              <a:cxnLst/>
              <a:rect l="l" t="t" r="r" b="b"/>
              <a:pathLst>
                <a:path w="245109" h="243839">
                  <a:moveTo>
                    <a:pt x="244601" y="121919"/>
                  </a:moveTo>
                  <a:lnTo>
                    <a:pt x="234981" y="169259"/>
                  </a:lnTo>
                  <a:lnTo>
                    <a:pt x="208787" y="208025"/>
                  </a:lnTo>
                  <a:lnTo>
                    <a:pt x="170021" y="234219"/>
                  </a:lnTo>
                  <a:lnTo>
                    <a:pt x="122681" y="243839"/>
                  </a:lnTo>
                  <a:lnTo>
                    <a:pt x="74902" y="234219"/>
                  </a:lnTo>
                  <a:lnTo>
                    <a:pt x="35909" y="208025"/>
                  </a:lnTo>
                  <a:lnTo>
                    <a:pt x="9632" y="169259"/>
                  </a:lnTo>
                  <a:lnTo>
                    <a:pt x="0" y="121919"/>
                  </a:lnTo>
                  <a:lnTo>
                    <a:pt x="9632" y="74259"/>
                  </a:lnTo>
                  <a:lnTo>
                    <a:pt x="35909" y="35528"/>
                  </a:lnTo>
                  <a:lnTo>
                    <a:pt x="74902" y="9513"/>
                  </a:lnTo>
                  <a:lnTo>
                    <a:pt x="122681" y="0"/>
                  </a:lnTo>
                  <a:lnTo>
                    <a:pt x="170021" y="9513"/>
                  </a:lnTo>
                  <a:lnTo>
                    <a:pt x="208787" y="35528"/>
                  </a:lnTo>
                  <a:lnTo>
                    <a:pt x="234981" y="74259"/>
                  </a:lnTo>
                  <a:lnTo>
                    <a:pt x="244601" y="121919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6861962" y="4395854"/>
              <a:ext cx="67310" cy="133350"/>
            </a:xfrm>
            <a:custGeom>
              <a:avLst/>
              <a:gdLst/>
              <a:ahLst/>
              <a:cxnLst/>
              <a:rect l="l" t="t" r="r" b="b"/>
              <a:pathLst>
                <a:path w="67309" h="133350">
                  <a:moveTo>
                    <a:pt x="67055" y="133350"/>
                  </a:moveTo>
                  <a:lnTo>
                    <a:pt x="0" y="66294"/>
                  </a:lnTo>
                  <a:lnTo>
                    <a:pt x="67055" y="0"/>
                  </a:lnTo>
                </a:path>
              </a:pathLst>
            </a:custGeom>
            <a:ln w="24396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6861962" y="4462148"/>
              <a:ext cx="100965" cy="0"/>
            </a:xfrm>
            <a:custGeom>
              <a:avLst/>
              <a:gdLst/>
              <a:ahLst/>
              <a:cxnLst/>
              <a:rect l="l" t="t" r="r" b="b"/>
              <a:pathLst>
                <a:path w="100965">
                  <a:moveTo>
                    <a:pt x="0" y="0"/>
                  </a:moveTo>
                  <a:lnTo>
                    <a:pt x="100584" y="0"/>
                  </a:lnTo>
                </a:path>
              </a:pathLst>
            </a:custGeom>
            <a:ln w="24396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7305446" y="4228976"/>
              <a:ext cx="335280" cy="223520"/>
            </a:xfrm>
            <a:custGeom>
              <a:avLst/>
              <a:gdLst/>
              <a:ahLst/>
              <a:cxnLst/>
              <a:rect l="l" t="t" r="r" b="b"/>
              <a:pathLst>
                <a:path w="335279" h="223520">
                  <a:moveTo>
                    <a:pt x="12192" y="0"/>
                  </a:moveTo>
                  <a:lnTo>
                    <a:pt x="335280" y="0"/>
                  </a:lnTo>
                  <a:lnTo>
                    <a:pt x="137160" y="115062"/>
                  </a:lnTo>
                  <a:lnTo>
                    <a:pt x="335280" y="223265"/>
                  </a:lnTo>
                  <a:lnTo>
                    <a:pt x="0" y="221742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7518806" y="3911984"/>
              <a:ext cx="1039494" cy="161925"/>
            </a:xfrm>
            <a:custGeom>
              <a:avLst/>
              <a:gdLst/>
              <a:ahLst/>
              <a:cxnLst/>
              <a:rect l="l" t="t" r="r" b="b"/>
              <a:pathLst>
                <a:path w="1039495" h="161925">
                  <a:moveTo>
                    <a:pt x="0" y="161544"/>
                  </a:moveTo>
                  <a:lnTo>
                    <a:pt x="4571" y="0"/>
                  </a:lnTo>
                  <a:lnTo>
                    <a:pt x="1039368" y="0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5102504" y="3181988"/>
              <a:ext cx="539750" cy="540385"/>
            </a:xfrm>
            <a:custGeom>
              <a:avLst/>
              <a:gdLst/>
              <a:ahLst/>
              <a:cxnLst/>
              <a:rect l="l" t="t" r="r" b="b"/>
              <a:pathLst>
                <a:path w="539750" h="540385">
                  <a:moveTo>
                    <a:pt x="539496" y="270510"/>
                  </a:moveTo>
                  <a:lnTo>
                    <a:pt x="535163" y="221897"/>
                  </a:lnTo>
                  <a:lnTo>
                    <a:pt x="522671" y="176139"/>
                  </a:lnTo>
                  <a:lnTo>
                    <a:pt x="502778" y="133999"/>
                  </a:lnTo>
                  <a:lnTo>
                    <a:pt x="476244" y="96243"/>
                  </a:lnTo>
                  <a:lnTo>
                    <a:pt x="443827" y="63635"/>
                  </a:lnTo>
                  <a:lnTo>
                    <a:pt x="406287" y="36942"/>
                  </a:lnTo>
                  <a:lnTo>
                    <a:pt x="364381" y="16929"/>
                  </a:lnTo>
                  <a:lnTo>
                    <a:pt x="318869" y="4359"/>
                  </a:lnTo>
                  <a:lnTo>
                    <a:pt x="270510" y="0"/>
                  </a:lnTo>
                  <a:lnTo>
                    <a:pt x="221697" y="4359"/>
                  </a:lnTo>
                  <a:lnTo>
                    <a:pt x="175831" y="16929"/>
                  </a:lnTo>
                  <a:lnTo>
                    <a:pt x="133660" y="36942"/>
                  </a:lnTo>
                  <a:lnTo>
                    <a:pt x="95929" y="63635"/>
                  </a:lnTo>
                  <a:lnTo>
                    <a:pt x="63385" y="96243"/>
                  </a:lnTo>
                  <a:lnTo>
                    <a:pt x="36773" y="133999"/>
                  </a:lnTo>
                  <a:lnTo>
                    <a:pt x="16841" y="176139"/>
                  </a:lnTo>
                  <a:lnTo>
                    <a:pt x="4334" y="221897"/>
                  </a:lnTo>
                  <a:lnTo>
                    <a:pt x="0" y="270510"/>
                  </a:lnTo>
                  <a:lnTo>
                    <a:pt x="4334" y="318895"/>
                  </a:lnTo>
                  <a:lnTo>
                    <a:pt x="16841" y="364477"/>
                  </a:lnTo>
                  <a:lnTo>
                    <a:pt x="36773" y="406484"/>
                  </a:lnTo>
                  <a:lnTo>
                    <a:pt x="63385" y="444145"/>
                  </a:lnTo>
                  <a:lnTo>
                    <a:pt x="95929" y="476689"/>
                  </a:lnTo>
                  <a:lnTo>
                    <a:pt x="133660" y="503343"/>
                  </a:lnTo>
                  <a:lnTo>
                    <a:pt x="175831" y="523337"/>
                  </a:lnTo>
                  <a:lnTo>
                    <a:pt x="221697" y="535899"/>
                  </a:lnTo>
                  <a:lnTo>
                    <a:pt x="270510" y="540258"/>
                  </a:lnTo>
                  <a:lnTo>
                    <a:pt x="318869" y="535899"/>
                  </a:lnTo>
                  <a:lnTo>
                    <a:pt x="364381" y="523337"/>
                  </a:lnTo>
                  <a:lnTo>
                    <a:pt x="406287" y="503343"/>
                  </a:lnTo>
                  <a:lnTo>
                    <a:pt x="443827" y="476689"/>
                  </a:lnTo>
                  <a:lnTo>
                    <a:pt x="476244" y="444145"/>
                  </a:lnTo>
                  <a:lnTo>
                    <a:pt x="502778" y="406484"/>
                  </a:lnTo>
                  <a:lnTo>
                    <a:pt x="522671" y="364477"/>
                  </a:lnTo>
                  <a:lnTo>
                    <a:pt x="535163" y="318895"/>
                  </a:lnTo>
                  <a:lnTo>
                    <a:pt x="539496" y="27051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5102504" y="3181988"/>
              <a:ext cx="539750" cy="540385"/>
            </a:xfrm>
            <a:custGeom>
              <a:avLst/>
              <a:gdLst/>
              <a:ahLst/>
              <a:cxnLst/>
              <a:rect l="l" t="t" r="r" b="b"/>
              <a:pathLst>
                <a:path w="539750" h="540385">
                  <a:moveTo>
                    <a:pt x="0" y="270510"/>
                  </a:moveTo>
                  <a:lnTo>
                    <a:pt x="4334" y="221897"/>
                  </a:lnTo>
                  <a:lnTo>
                    <a:pt x="16841" y="176139"/>
                  </a:lnTo>
                  <a:lnTo>
                    <a:pt x="36773" y="133999"/>
                  </a:lnTo>
                  <a:lnTo>
                    <a:pt x="63385" y="96243"/>
                  </a:lnTo>
                  <a:lnTo>
                    <a:pt x="95929" y="63635"/>
                  </a:lnTo>
                  <a:lnTo>
                    <a:pt x="133660" y="36942"/>
                  </a:lnTo>
                  <a:lnTo>
                    <a:pt x="175831" y="16929"/>
                  </a:lnTo>
                  <a:lnTo>
                    <a:pt x="221697" y="4359"/>
                  </a:lnTo>
                  <a:lnTo>
                    <a:pt x="270510" y="0"/>
                  </a:lnTo>
                  <a:lnTo>
                    <a:pt x="318869" y="4359"/>
                  </a:lnTo>
                  <a:lnTo>
                    <a:pt x="364381" y="16929"/>
                  </a:lnTo>
                  <a:lnTo>
                    <a:pt x="406287" y="36942"/>
                  </a:lnTo>
                  <a:lnTo>
                    <a:pt x="443827" y="63635"/>
                  </a:lnTo>
                  <a:lnTo>
                    <a:pt x="476244" y="96243"/>
                  </a:lnTo>
                  <a:lnTo>
                    <a:pt x="502778" y="133999"/>
                  </a:lnTo>
                  <a:lnTo>
                    <a:pt x="522671" y="176139"/>
                  </a:lnTo>
                  <a:lnTo>
                    <a:pt x="535163" y="221897"/>
                  </a:lnTo>
                  <a:lnTo>
                    <a:pt x="539496" y="270510"/>
                  </a:lnTo>
                  <a:lnTo>
                    <a:pt x="535163" y="318895"/>
                  </a:lnTo>
                  <a:lnTo>
                    <a:pt x="522671" y="364477"/>
                  </a:lnTo>
                  <a:lnTo>
                    <a:pt x="502778" y="406484"/>
                  </a:lnTo>
                  <a:lnTo>
                    <a:pt x="476244" y="444145"/>
                  </a:lnTo>
                  <a:lnTo>
                    <a:pt x="443827" y="476689"/>
                  </a:lnTo>
                  <a:lnTo>
                    <a:pt x="406287" y="503343"/>
                  </a:lnTo>
                  <a:lnTo>
                    <a:pt x="364381" y="523337"/>
                  </a:lnTo>
                  <a:lnTo>
                    <a:pt x="318869" y="535899"/>
                  </a:lnTo>
                  <a:lnTo>
                    <a:pt x="270510" y="540258"/>
                  </a:lnTo>
                  <a:lnTo>
                    <a:pt x="221697" y="535899"/>
                  </a:lnTo>
                  <a:lnTo>
                    <a:pt x="175831" y="523337"/>
                  </a:lnTo>
                  <a:lnTo>
                    <a:pt x="133660" y="503343"/>
                  </a:lnTo>
                  <a:lnTo>
                    <a:pt x="95929" y="476689"/>
                  </a:lnTo>
                  <a:lnTo>
                    <a:pt x="63385" y="444145"/>
                  </a:lnTo>
                  <a:lnTo>
                    <a:pt x="36773" y="406484"/>
                  </a:lnTo>
                  <a:lnTo>
                    <a:pt x="16841" y="364477"/>
                  </a:lnTo>
                  <a:lnTo>
                    <a:pt x="4334" y="318895"/>
                  </a:lnTo>
                  <a:lnTo>
                    <a:pt x="0" y="270510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569597" y="3326006"/>
              <a:ext cx="649605" cy="10795"/>
            </a:xfrm>
            <a:custGeom>
              <a:avLst/>
              <a:gdLst/>
              <a:ahLst/>
              <a:cxnLst/>
              <a:rect l="l" t="t" r="r" b="b"/>
              <a:pathLst>
                <a:path w="649604" h="10795">
                  <a:moveTo>
                    <a:pt x="649224" y="0"/>
                  </a:moveTo>
                  <a:lnTo>
                    <a:pt x="0" y="10668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581789" y="3559940"/>
              <a:ext cx="637540" cy="0"/>
            </a:xfrm>
            <a:custGeom>
              <a:avLst/>
              <a:gdLst/>
              <a:ahLst/>
              <a:cxnLst/>
              <a:rect l="l" t="t" r="r" b="b"/>
              <a:pathLst>
                <a:path w="637539">
                  <a:moveTo>
                    <a:pt x="637031" y="0"/>
                  </a:moveTo>
                  <a:lnTo>
                    <a:pt x="0" y="0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1" name="object 10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835535" y="3448688"/>
              <a:ext cx="245363" cy="244602"/>
            </a:xfrm>
            <a:prstGeom prst="rect">
              <a:avLst/>
            </a:prstGeom>
          </p:spPr>
        </p:pic>
        <p:sp>
          <p:nvSpPr>
            <p:cNvPr id="102" name="object 102"/>
            <p:cNvSpPr/>
            <p:nvPr/>
          </p:nvSpPr>
          <p:spPr>
            <a:xfrm>
              <a:off x="5835535" y="3448688"/>
              <a:ext cx="245745" cy="245110"/>
            </a:xfrm>
            <a:custGeom>
              <a:avLst/>
              <a:gdLst/>
              <a:ahLst/>
              <a:cxnLst/>
              <a:rect l="l" t="t" r="r" b="b"/>
              <a:pathLst>
                <a:path w="245745" h="245110">
                  <a:moveTo>
                    <a:pt x="0" y="121920"/>
                  </a:moveTo>
                  <a:lnTo>
                    <a:pt x="9632" y="169699"/>
                  </a:lnTo>
                  <a:lnTo>
                    <a:pt x="35909" y="208692"/>
                  </a:lnTo>
                  <a:lnTo>
                    <a:pt x="74902" y="234969"/>
                  </a:lnTo>
                  <a:lnTo>
                    <a:pt x="122682" y="244602"/>
                  </a:lnTo>
                  <a:lnTo>
                    <a:pt x="170461" y="234969"/>
                  </a:lnTo>
                  <a:lnTo>
                    <a:pt x="209454" y="208692"/>
                  </a:lnTo>
                  <a:lnTo>
                    <a:pt x="235731" y="169699"/>
                  </a:lnTo>
                  <a:lnTo>
                    <a:pt x="245364" y="121920"/>
                  </a:lnTo>
                  <a:lnTo>
                    <a:pt x="235731" y="74259"/>
                  </a:lnTo>
                  <a:lnTo>
                    <a:pt x="209454" y="35528"/>
                  </a:lnTo>
                  <a:lnTo>
                    <a:pt x="170461" y="9513"/>
                  </a:lnTo>
                  <a:lnTo>
                    <a:pt x="122682" y="0"/>
                  </a:lnTo>
                  <a:lnTo>
                    <a:pt x="74902" y="9513"/>
                  </a:lnTo>
                  <a:lnTo>
                    <a:pt x="35909" y="35528"/>
                  </a:lnTo>
                  <a:lnTo>
                    <a:pt x="9632" y="74259"/>
                  </a:lnTo>
                  <a:lnTo>
                    <a:pt x="0" y="121920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5958230" y="3503552"/>
              <a:ext cx="67310" cy="133350"/>
            </a:xfrm>
            <a:custGeom>
              <a:avLst/>
              <a:gdLst/>
              <a:ahLst/>
              <a:cxnLst/>
              <a:rect l="l" t="t" r="r" b="b"/>
              <a:pathLst>
                <a:path w="67310" h="133350">
                  <a:moveTo>
                    <a:pt x="0" y="133350"/>
                  </a:moveTo>
                  <a:lnTo>
                    <a:pt x="67056" y="67056"/>
                  </a:lnTo>
                  <a:lnTo>
                    <a:pt x="0" y="0"/>
                  </a:lnTo>
                </a:path>
              </a:pathLst>
            </a:custGeom>
            <a:ln w="24396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5925464" y="3570608"/>
              <a:ext cx="100330" cy="0"/>
            </a:xfrm>
            <a:custGeom>
              <a:avLst/>
              <a:gdLst/>
              <a:ahLst/>
              <a:cxnLst/>
              <a:rect l="l" t="t" r="r" b="b"/>
              <a:pathLst>
                <a:path w="100329">
                  <a:moveTo>
                    <a:pt x="99822" y="0"/>
                  </a:moveTo>
                  <a:lnTo>
                    <a:pt x="0" y="0"/>
                  </a:lnTo>
                </a:path>
              </a:pathLst>
            </a:custGeom>
            <a:ln w="24396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246509" y="3336674"/>
              <a:ext cx="335280" cy="223520"/>
            </a:xfrm>
            <a:custGeom>
              <a:avLst/>
              <a:gdLst/>
              <a:ahLst/>
              <a:cxnLst/>
              <a:rect l="l" t="t" r="r" b="b"/>
              <a:pathLst>
                <a:path w="335279" h="223520">
                  <a:moveTo>
                    <a:pt x="323088" y="0"/>
                  </a:moveTo>
                  <a:lnTo>
                    <a:pt x="0" y="0"/>
                  </a:lnTo>
                  <a:lnTo>
                    <a:pt x="198119" y="115823"/>
                  </a:lnTo>
                  <a:lnTo>
                    <a:pt x="0" y="223265"/>
                  </a:lnTo>
                  <a:lnTo>
                    <a:pt x="335280" y="223265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328299" y="3019682"/>
              <a:ext cx="1039494" cy="162560"/>
            </a:xfrm>
            <a:custGeom>
              <a:avLst/>
              <a:gdLst/>
              <a:ahLst/>
              <a:cxnLst/>
              <a:rect l="l" t="t" r="r" b="b"/>
              <a:pathLst>
                <a:path w="1039495" h="162560">
                  <a:moveTo>
                    <a:pt x="1039368" y="162305"/>
                  </a:moveTo>
                  <a:lnTo>
                    <a:pt x="1035558" y="0"/>
                  </a:lnTo>
                  <a:lnTo>
                    <a:pt x="0" y="0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5102504" y="4082672"/>
              <a:ext cx="539750" cy="540385"/>
            </a:xfrm>
            <a:custGeom>
              <a:avLst/>
              <a:gdLst/>
              <a:ahLst/>
              <a:cxnLst/>
              <a:rect l="l" t="t" r="r" b="b"/>
              <a:pathLst>
                <a:path w="539750" h="540385">
                  <a:moveTo>
                    <a:pt x="539496" y="270510"/>
                  </a:moveTo>
                  <a:lnTo>
                    <a:pt x="535163" y="221897"/>
                  </a:lnTo>
                  <a:lnTo>
                    <a:pt x="522671" y="176139"/>
                  </a:lnTo>
                  <a:lnTo>
                    <a:pt x="502778" y="133999"/>
                  </a:lnTo>
                  <a:lnTo>
                    <a:pt x="476244" y="96243"/>
                  </a:lnTo>
                  <a:lnTo>
                    <a:pt x="443827" y="63635"/>
                  </a:lnTo>
                  <a:lnTo>
                    <a:pt x="406287" y="36942"/>
                  </a:lnTo>
                  <a:lnTo>
                    <a:pt x="364381" y="16929"/>
                  </a:lnTo>
                  <a:lnTo>
                    <a:pt x="318869" y="4359"/>
                  </a:lnTo>
                  <a:lnTo>
                    <a:pt x="270510" y="0"/>
                  </a:lnTo>
                  <a:lnTo>
                    <a:pt x="221697" y="4359"/>
                  </a:lnTo>
                  <a:lnTo>
                    <a:pt x="175831" y="16929"/>
                  </a:lnTo>
                  <a:lnTo>
                    <a:pt x="133660" y="36942"/>
                  </a:lnTo>
                  <a:lnTo>
                    <a:pt x="95929" y="63635"/>
                  </a:lnTo>
                  <a:lnTo>
                    <a:pt x="63385" y="96243"/>
                  </a:lnTo>
                  <a:lnTo>
                    <a:pt x="36773" y="133999"/>
                  </a:lnTo>
                  <a:lnTo>
                    <a:pt x="16841" y="176139"/>
                  </a:lnTo>
                  <a:lnTo>
                    <a:pt x="4334" y="221897"/>
                  </a:lnTo>
                  <a:lnTo>
                    <a:pt x="0" y="270510"/>
                  </a:lnTo>
                  <a:lnTo>
                    <a:pt x="4334" y="318895"/>
                  </a:lnTo>
                  <a:lnTo>
                    <a:pt x="16841" y="364477"/>
                  </a:lnTo>
                  <a:lnTo>
                    <a:pt x="36773" y="406484"/>
                  </a:lnTo>
                  <a:lnTo>
                    <a:pt x="63385" y="444145"/>
                  </a:lnTo>
                  <a:lnTo>
                    <a:pt x="95929" y="476689"/>
                  </a:lnTo>
                  <a:lnTo>
                    <a:pt x="133660" y="503343"/>
                  </a:lnTo>
                  <a:lnTo>
                    <a:pt x="175831" y="523337"/>
                  </a:lnTo>
                  <a:lnTo>
                    <a:pt x="221697" y="535899"/>
                  </a:lnTo>
                  <a:lnTo>
                    <a:pt x="270510" y="540258"/>
                  </a:lnTo>
                  <a:lnTo>
                    <a:pt x="318869" y="535899"/>
                  </a:lnTo>
                  <a:lnTo>
                    <a:pt x="364381" y="523337"/>
                  </a:lnTo>
                  <a:lnTo>
                    <a:pt x="406287" y="503343"/>
                  </a:lnTo>
                  <a:lnTo>
                    <a:pt x="443827" y="476689"/>
                  </a:lnTo>
                  <a:lnTo>
                    <a:pt x="476244" y="444145"/>
                  </a:lnTo>
                  <a:lnTo>
                    <a:pt x="502778" y="406484"/>
                  </a:lnTo>
                  <a:lnTo>
                    <a:pt x="522671" y="364477"/>
                  </a:lnTo>
                  <a:lnTo>
                    <a:pt x="535163" y="318895"/>
                  </a:lnTo>
                  <a:lnTo>
                    <a:pt x="539496" y="27051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5102504" y="4082672"/>
              <a:ext cx="539750" cy="540385"/>
            </a:xfrm>
            <a:custGeom>
              <a:avLst/>
              <a:gdLst/>
              <a:ahLst/>
              <a:cxnLst/>
              <a:rect l="l" t="t" r="r" b="b"/>
              <a:pathLst>
                <a:path w="539750" h="540385">
                  <a:moveTo>
                    <a:pt x="0" y="270510"/>
                  </a:moveTo>
                  <a:lnTo>
                    <a:pt x="4334" y="221897"/>
                  </a:lnTo>
                  <a:lnTo>
                    <a:pt x="16841" y="176139"/>
                  </a:lnTo>
                  <a:lnTo>
                    <a:pt x="36773" y="133999"/>
                  </a:lnTo>
                  <a:lnTo>
                    <a:pt x="63385" y="96243"/>
                  </a:lnTo>
                  <a:lnTo>
                    <a:pt x="95929" y="63635"/>
                  </a:lnTo>
                  <a:lnTo>
                    <a:pt x="133660" y="36942"/>
                  </a:lnTo>
                  <a:lnTo>
                    <a:pt x="175831" y="16929"/>
                  </a:lnTo>
                  <a:lnTo>
                    <a:pt x="221697" y="4359"/>
                  </a:lnTo>
                  <a:lnTo>
                    <a:pt x="270510" y="0"/>
                  </a:lnTo>
                  <a:lnTo>
                    <a:pt x="318869" y="4359"/>
                  </a:lnTo>
                  <a:lnTo>
                    <a:pt x="364381" y="16929"/>
                  </a:lnTo>
                  <a:lnTo>
                    <a:pt x="406287" y="36942"/>
                  </a:lnTo>
                  <a:lnTo>
                    <a:pt x="443827" y="63635"/>
                  </a:lnTo>
                  <a:lnTo>
                    <a:pt x="476244" y="96243"/>
                  </a:lnTo>
                  <a:lnTo>
                    <a:pt x="502778" y="133999"/>
                  </a:lnTo>
                  <a:lnTo>
                    <a:pt x="522671" y="176139"/>
                  </a:lnTo>
                  <a:lnTo>
                    <a:pt x="535163" y="221897"/>
                  </a:lnTo>
                  <a:lnTo>
                    <a:pt x="539496" y="270510"/>
                  </a:lnTo>
                  <a:lnTo>
                    <a:pt x="535163" y="318895"/>
                  </a:lnTo>
                  <a:lnTo>
                    <a:pt x="522671" y="364477"/>
                  </a:lnTo>
                  <a:lnTo>
                    <a:pt x="502778" y="406484"/>
                  </a:lnTo>
                  <a:lnTo>
                    <a:pt x="476244" y="444145"/>
                  </a:lnTo>
                  <a:lnTo>
                    <a:pt x="443827" y="476689"/>
                  </a:lnTo>
                  <a:lnTo>
                    <a:pt x="406287" y="503343"/>
                  </a:lnTo>
                  <a:lnTo>
                    <a:pt x="364381" y="523337"/>
                  </a:lnTo>
                  <a:lnTo>
                    <a:pt x="318869" y="535899"/>
                  </a:lnTo>
                  <a:lnTo>
                    <a:pt x="270510" y="540258"/>
                  </a:lnTo>
                  <a:lnTo>
                    <a:pt x="221697" y="535899"/>
                  </a:lnTo>
                  <a:lnTo>
                    <a:pt x="175831" y="523337"/>
                  </a:lnTo>
                  <a:lnTo>
                    <a:pt x="133660" y="503343"/>
                  </a:lnTo>
                  <a:lnTo>
                    <a:pt x="95929" y="476689"/>
                  </a:lnTo>
                  <a:lnTo>
                    <a:pt x="63385" y="444145"/>
                  </a:lnTo>
                  <a:lnTo>
                    <a:pt x="36773" y="406484"/>
                  </a:lnTo>
                  <a:lnTo>
                    <a:pt x="16841" y="364477"/>
                  </a:lnTo>
                  <a:lnTo>
                    <a:pt x="4334" y="318895"/>
                  </a:lnTo>
                  <a:lnTo>
                    <a:pt x="0" y="270510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5569597" y="4226690"/>
              <a:ext cx="649605" cy="10795"/>
            </a:xfrm>
            <a:custGeom>
              <a:avLst/>
              <a:gdLst/>
              <a:ahLst/>
              <a:cxnLst/>
              <a:rect l="l" t="t" r="r" b="b"/>
              <a:pathLst>
                <a:path w="649604" h="10795">
                  <a:moveTo>
                    <a:pt x="649224" y="0"/>
                  </a:moveTo>
                  <a:lnTo>
                    <a:pt x="0" y="10668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5581789" y="4459862"/>
              <a:ext cx="637540" cy="0"/>
            </a:xfrm>
            <a:custGeom>
              <a:avLst/>
              <a:gdLst/>
              <a:ahLst/>
              <a:cxnLst/>
              <a:rect l="l" t="t" r="r" b="b"/>
              <a:pathLst>
                <a:path w="637539">
                  <a:moveTo>
                    <a:pt x="637031" y="0"/>
                  </a:moveTo>
                  <a:lnTo>
                    <a:pt x="0" y="0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1" name="object 1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835535" y="4349372"/>
              <a:ext cx="245363" cy="244601"/>
            </a:xfrm>
            <a:prstGeom prst="rect">
              <a:avLst/>
            </a:prstGeom>
          </p:spPr>
        </p:pic>
        <p:sp>
          <p:nvSpPr>
            <p:cNvPr id="112" name="object 112"/>
            <p:cNvSpPr/>
            <p:nvPr/>
          </p:nvSpPr>
          <p:spPr>
            <a:xfrm>
              <a:off x="5835535" y="4349372"/>
              <a:ext cx="245745" cy="245110"/>
            </a:xfrm>
            <a:custGeom>
              <a:avLst/>
              <a:gdLst/>
              <a:ahLst/>
              <a:cxnLst/>
              <a:rect l="l" t="t" r="r" b="b"/>
              <a:pathLst>
                <a:path w="245745" h="245110">
                  <a:moveTo>
                    <a:pt x="0" y="121919"/>
                  </a:moveTo>
                  <a:lnTo>
                    <a:pt x="9632" y="169699"/>
                  </a:lnTo>
                  <a:lnTo>
                    <a:pt x="35909" y="208692"/>
                  </a:lnTo>
                  <a:lnTo>
                    <a:pt x="74902" y="234969"/>
                  </a:lnTo>
                  <a:lnTo>
                    <a:pt x="122682" y="244601"/>
                  </a:lnTo>
                  <a:lnTo>
                    <a:pt x="170461" y="234969"/>
                  </a:lnTo>
                  <a:lnTo>
                    <a:pt x="209454" y="208692"/>
                  </a:lnTo>
                  <a:lnTo>
                    <a:pt x="235731" y="169699"/>
                  </a:lnTo>
                  <a:lnTo>
                    <a:pt x="245364" y="121919"/>
                  </a:lnTo>
                  <a:lnTo>
                    <a:pt x="235731" y="74259"/>
                  </a:lnTo>
                  <a:lnTo>
                    <a:pt x="209454" y="35528"/>
                  </a:lnTo>
                  <a:lnTo>
                    <a:pt x="170461" y="9513"/>
                  </a:lnTo>
                  <a:lnTo>
                    <a:pt x="122682" y="0"/>
                  </a:lnTo>
                  <a:lnTo>
                    <a:pt x="74902" y="9513"/>
                  </a:lnTo>
                  <a:lnTo>
                    <a:pt x="35909" y="35528"/>
                  </a:lnTo>
                  <a:lnTo>
                    <a:pt x="9632" y="74259"/>
                  </a:lnTo>
                  <a:lnTo>
                    <a:pt x="0" y="121919"/>
                  </a:lnTo>
                </a:path>
              </a:pathLst>
            </a:custGeom>
            <a:ln w="47015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5958230" y="4404236"/>
              <a:ext cx="67310" cy="133350"/>
            </a:xfrm>
            <a:custGeom>
              <a:avLst/>
              <a:gdLst/>
              <a:ahLst/>
              <a:cxnLst/>
              <a:rect l="l" t="t" r="r" b="b"/>
              <a:pathLst>
                <a:path w="67310" h="133350">
                  <a:moveTo>
                    <a:pt x="0" y="133350"/>
                  </a:moveTo>
                  <a:lnTo>
                    <a:pt x="67056" y="67056"/>
                  </a:lnTo>
                  <a:lnTo>
                    <a:pt x="0" y="0"/>
                  </a:lnTo>
                </a:path>
              </a:pathLst>
            </a:custGeom>
            <a:ln w="24396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5925464" y="4471292"/>
              <a:ext cx="100330" cy="0"/>
            </a:xfrm>
            <a:custGeom>
              <a:avLst/>
              <a:gdLst/>
              <a:ahLst/>
              <a:cxnLst/>
              <a:rect l="l" t="t" r="r" b="b"/>
              <a:pathLst>
                <a:path w="100329">
                  <a:moveTo>
                    <a:pt x="99822" y="0"/>
                  </a:moveTo>
                  <a:lnTo>
                    <a:pt x="0" y="0"/>
                  </a:lnTo>
                </a:path>
              </a:pathLst>
            </a:custGeom>
            <a:ln w="24396">
              <a:solidFill>
                <a:srgbClr val="79797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5246509" y="4237358"/>
              <a:ext cx="335280" cy="224154"/>
            </a:xfrm>
            <a:custGeom>
              <a:avLst/>
              <a:gdLst/>
              <a:ahLst/>
              <a:cxnLst/>
              <a:rect l="l" t="t" r="r" b="b"/>
              <a:pathLst>
                <a:path w="335279" h="224154">
                  <a:moveTo>
                    <a:pt x="323088" y="0"/>
                  </a:moveTo>
                  <a:lnTo>
                    <a:pt x="0" y="0"/>
                  </a:lnTo>
                  <a:lnTo>
                    <a:pt x="198119" y="115823"/>
                  </a:lnTo>
                  <a:lnTo>
                    <a:pt x="0" y="224028"/>
                  </a:lnTo>
                  <a:lnTo>
                    <a:pt x="335280" y="222504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328299" y="3920366"/>
              <a:ext cx="1039494" cy="162560"/>
            </a:xfrm>
            <a:custGeom>
              <a:avLst/>
              <a:gdLst/>
              <a:ahLst/>
              <a:cxnLst/>
              <a:rect l="l" t="t" r="r" b="b"/>
              <a:pathLst>
                <a:path w="1039495" h="162560">
                  <a:moveTo>
                    <a:pt x="1039368" y="162306"/>
                  </a:moveTo>
                  <a:lnTo>
                    <a:pt x="1035558" y="0"/>
                  </a:lnTo>
                  <a:lnTo>
                    <a:pt x="0" y="0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6218834" y="3659000"/>
              <a:ext cx="467995" cy="469900"/>
            </a:xfrm>
            <a:custGeom>
              <a:avLst/>
              <a:gdLst/>
              <a:ahLst/>
              <a:cxnLst/>
              <a:rect l="l" t="t" r="r" b="b"/>
              <a:pathLst>
                <a:path w="467995" h="469900">
                  <a:moveTo>
                    <a:pt x="467868" y="234695"/>
                  </a:moveTo>
                  <a:lnTo>
                    <a:pt x="463098" y="187419"/>
                  </a:lnTo>
                  <a:lnTo>
                    <a:pt x="449425" y="143375"/>
                  </a:lnTo>
                  <a:lnTo>
                    <a:pt x="427804" y="103509"/>
                  </a:lnTo>
                  <a:lnTo>
                    <a:pt x="399192" y="68770"/>
                  </a:lnTo>
                  <a:lnTo>
                    <a:pt x="364544" y="40103"/>
                  </a:lnTo>
                  <a:lnTo>
                    <a:pt x="324814" y="18454"/>
                  </a:lnTo>
                  <a:lnTo>
                    <a:pt x="280959" y="4771"/>
                  </a:lnTo>
                  <a:lnTo>
                    <a:pt x="233934" y="0"/>
                  </a:lnTo>
                  <a:lnTo>
                    <a:pt x="186690" y="4771"/>
                  </a:lnTo>
                  <a:lnTo>
                    <a:pt x="142732" y="18454"/>
                  </a:lnTo>
                  <a:lnTo>
                    <a:pt x="102989" y="40103"/>
                  </a:lnTo>
                  <a:lnTo>
                    <a:pt x="68389" y="68770"/>
                  </a:lnTo>
                  <a:lnTo>
                    <a:pt x="39862" y="103509"/>
                  </a:lnTo>
                  <a:lnTo>
                    <a:pt x="18335" y="143375"/>
                  </a:lnTo>
                  <a:lnTo>
                    <a:pt x="4738" y="187419"/>
                  </a:lnTo>
                  <a:lnTo>
                    <a:pt x="0" y="234695"/>
                  </a:lnTo>
                  <a:lnTo>
                    <a:pt x="4738" y="281972"/>
                  </a:lnTo>
                  <a:lnTo>
                    <a:pt x="18335" y="326016"/>
                  </a:lnTo>
                  <a:lnTo>
                    <a:pt x="39862" y="365882"/>
                  </a:lnTo>
                  <a:lnTo>
                    <a:pt x="68389" y="400621"/>
                  </a:lnTo>
                  <a:lnTo>
                    <a:pt x="102989" y="429288"/>
                  </a:lnTo>
                  <a:lnTo>
                    <a:pt x="142732" y="450937"/>
                  </a:lnTo>
                  <a:lnTo>
                    <a:pt x="186690" y="464620"/>
                  </a:lnTo>
                  <a:lnTo>
                    <a:pt x="233934" y="469391"/>
                  </a:lnTo>
                  <a:lnTo>
                    <a:pt x="280959" y="464620"/>
                  </a:lnTo>
                  <a:lnTo>
                    <a:pt x="324814" y="450937"/>
                  </a:lnTo>
                  <a:lnTo>
                    <a:pt x="364544" y="429288"/>
                  </a:lnTo>
                  <a:lnTo>
                    <a:pt x="399192" y="400621"/>
                  </a:lnTo>
                  <a:lnTo>
                    <a:pt x="427804" y="365882"/>
                  </a:lnTo>
                  <a:lnTo>
                    <a:pt x="449425" y="326016"/>
                  </a:lnTo>
                  <a:lnTo>
                    <a:pt x="463098" y="281972"/>
                  </a:lnTo>
                  <a:lnTo>
                    <a:pt x="467868" y="23469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6218834" y="3659000"/>
              <a:ext cx="467995" cy="469900"/>
            </a:xfrm>
            <a:custGeom>
              <a:avLst/>
              <a:gdLst/>
              <a:ahLst/>
              <a:cxnLst/>
              <a:rect l="l" t="t" r="r" b="b"/>
              <a:pathLst>
                <a:path w="467995" h="469900">
                  <a:moveTo>
                    <a:pt x="467868" y="234695"/>
                  </a:moveTo>
                  <a:lnTo>
                    <a:pt x="463098" y="187419"/>
                  </a:lnTo>
                  <a:lnTo>
                    <a:pt x="449425" y="143375"/>
                  </a:lnTo>
                  <a:lnTo>
                    <a:pt x="427804" y="103509"/>
                  </a:lnTo>
                  <a:lnTo>
                    <a:pt x="399192" y="68770"/>
                  </a:lnTo>
                  <a:lnTo>
                    <a:pt x="364544" y="40103"/>
                  </a:lnTo>
                  <a:lnTo>
                    <a:pt x="324814" y="18454"/>
                  </a:lnTo>
                  <a:lnTo>
                    <a:pt x="280959" y="4771"/>
                  </a:lnTo>
                  <a:lnTo>
                    <a:pt x="233934" y="0"/>
                  </a:lnTo>
                  <a:lnTo>
                    <a:pt x="186690" y="4771"/>
                  </a:lnTo>
                  <a:lnTo>
                    <a:pt x="142732" y="18454"/>
                  </a:lnTo>
                  <a:lnTo>
                    <a:pt x="102989" y="40103"/>
                  </a:lnTo>
                  <a:lnTo>
                    <a:pt x="68389" y="68770"/>
                  </a:lnTo>
                  <a:lnTo>
                    <a:pt x="39862" y="103509"/>
                  </a:lnTo>
                  <a:lnTo>
                    <a:pt x="18335" y="143375"/>
                  </a:lnTo>
                  <a:lnTo>
                    <a:pt x="4738" y="187419"/>
                  </a:lnTo>
                  <a:lnTo>
                    <a:pt x="0" y="234695"/>
                  </a:lnTo>
                  <a:lnTo>
                    <a:pt x="4738" y="281972"/>
                  </a:lnTo>
                  <a:lnTo>
                    <a:pt x="18335" y="326016"/>
                  </a:lnTo>
                  <a:lnTo>
                    <a:pt x="39862" y="365882"/>
                  </a:lnTo>
                  <a:lnTo>
                    <a:pt x="68389" y="400621"/>
                  </a:lnTo>
                  <a:lnTo>
                    <a:pt x="102989" y="429288"/>
                  </a:lnTo>
                  <a:lnTo>
                    <a:pt x="142732" y="450937"/>
                  </a:lnTo>
                  <a:lnTo>
                    <a:pt x="186690" y="464620"/>
                  </a:lnTo>
                  <a:lnTo>
                    <a:pt x="233934" y="469391"/>
                  </a:lnTo>
                  <a:lnTo>
                    <a:pt x="280959" y="464620"/>
                  </a:lnTo>
                  <a:lnTo>
                    <a:pt x="324814" y="450937"/>
                  </a:lnTo>
                  <a:lnTo>
                    <a:pt x="364544" y="429288"/>
                  </a:lnTo>
                  <a:lnTo>
                    <a:pt x="399192" y="400621"/>
                  </a:lnTo>
                  <a:lnTo>
                    <a:pt x="427804" y="365882"/>
                  </a:lnTo>
                  <a:lnTo>
                    <a:pt x="449425" y="326016"/>
                  </a:lnTo>
                  <a:lnTo>
                    <a:pt x="463098" y="281972"/>
                  </a:lnTo>
                  <a:lnTo>
                    <a:pt x="467868" y="234695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6362852" y="3893696"/>
              <a:ext cx="197485" cy="0"/>
            </a:xfrm>
            <a:custGeom>
              <a:avLst/>
              <a:gdLst/>
              <a:ahLst/>
              <a:cxnLst/>
              <a:rect l="l" t="t" r="r" b="b"/>
              <a:pathLst>
                <a:path w="197484">
                  <a:moveTo>
                    <a:pt x="0" y="0"/>
                  </a:moveTo>
                  <a:lnTo>
                    <a:pt x="197358" y="0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6218834" y="3326006"/>
              <a:ext cx="135255" cy="135890"/>
            </a:xfrm>
            <a:custGeom>
              <a:avLst/>
              <a:gdLst/>
              <a:ahLst/>
              <a:cxnLst/>
              <a:rect l="l" t="t" r="r" b="b"/>
              <a:pathLst>
                <a:path w="135254" h="135889">
                  <a:moveTo>
                    <a:pt x="0" y="0"/>
                  </a:moveTo>
                  <a:lnTo>
                    <a:pt x="134874" y="135636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6524396" y="3317624"/>
              <a:ext cx="144145" cy="144145"/>
            </a:xfrm>
            <a:custGeom>
              <a:avLst/>
              <a:gdLst/>
              <a:ahLst/>
              <a:cxnLst/>
              <a:rect l="l" t="t" r="r" b="b"/>
              <a:pathLst>
                <a:path w="144145" h="144145">
                  <a:moveTo>
                    <a:pt x="144018" y="0"/>
                  </a:moveTo>
                  <a:lnTo>
                    <a:pt x="0" y="144018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6218834" y="4316606"/>
              <a:ext cx="144145" cy="143510"/>
            </a:xfrm>
            <a:custGeom>
              <a:avLst/>
              <a:gdLst/>
              <a:ahLst/>
              <a:cxnLst/>
              <a:rect l="l" t="t" r="r" b="b"/>
              <a:pathLst>
                <a:path w="144145" h="143510">
                  <a:moveTo>
                    <a:pt x="0" y="143255"/>
                  </a:moveTo>
                  <a:lnTo>
                    <a:pt x="144018" y="0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6524396" y="4306700"/>
              <a:ext cx="144145" cy="144145"/>
            </a:xfrm>
            <a:custGeom>
              <a:avLst/>
              <a:gdLst/>
              <a:ahLst/>
              <a:cxnLst/>
              <a:rect l="l" t="t" r="r" b="b"/>
              <a:pathLst>
                <a:path w="144145" h="144145">
                  <a:moveTo>
                    <a:pt x="144018" y="144018"/>
                  </a:moveTo>
                  <a:lnTo>
                    <a:pt x="0" y="0"/>
                  </a:lnTo>
                </a:path>
              </a:pathLst>
            </a:custGeom>
            <a:ln w="5177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893716" y="3959990"/>
              <a:ext cx="266700" cy="1169670"/>
            </a:xfrm>
            <a:custGeom>
              <a:avLst/>
              <a:gdLst/>
              <a:ahLst/>
              <a:cxnLst/>
              <a:rect l="l" t="t" r="r" b="b"/>
              <a:pathLst>
                <a:path w="266700" h="1169670">
                  <a:moveTo>
                    <a:pt x="266700" y="1169670"/>
                  </a:moveTo>
                  <a:lnTo>
                    <a:pt x="0" y="1169670"/>
                  </a:lnTo>
                  <a:lnTo>
                    <a:pt x="0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575706" y="4654172"/>
              <a:ext cx="175260" cy="466725"/>
            </a:xfrm>
            <a:custGeom>
              <a:avLst/>
              <a:gdLst/>
              <a:ahLst/>
              <a:cxnLst/>
              <a:rect l="l" t="t" r="r" b="b"/>
              <a:pathLst>
                <a:path w="175260" h="466725">
                  <a:moveTo>
                    <a:pt x="0" y="466344"/>
                  </a:moveTo>
                  <a:lnTo>
                    <a:pt x="175260" y="466344"/>
                  </a:lnTo>
                  <a:lnTo>
                    <a:pt x="175260" y="67055"/>
                  </a:lnTo>
                  <a:lnTo>
                    <a:pt x="105155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5559691" y="4538348"/>
              <a:ext cx="161290" cy="157480"/>
            </a:xfrm>
            <a:custGeom>
              <a:avLst/>
              <a:gdLst/>
              <a:ahLst/>
              <a:cxnLst/>
              <a:rect l="l" t="t" r="r" b="b"/>
              <a:pathLst>
                <a:path w="161289" h="157479">
                  <a:moveTo>
                    <a:pt x="160782" y="79248"/>
                  </a:moveTo>
                  <a:lnTo>
                    <a:pt x="0" y="0"/>
                  </a:lnTo>
                  <a:lnTo>
                    <a:pt x="86106" y="156972"/>
                  </a:lnTo>
                  <a:lnTo>
                    <a:pt x="160782" y="792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703216" y="2994536"/>
              <a:ext cx="793750" cy="2646680"/>
            </a:xfrm>
            <a:custGeom>
              <a:avLst/>
              <a:gdLst/>
              <a:ahLst/>
              <a:cxnLst/>
              <a:rect l="l" t="t" r="r" b="b"/>
              <a:pathLst>
                <a:path w="793750" h="2646679">
                  <a:moveTo>
                    <a:pt x="793242" y="2646426"/>
                  </a:moveTo>
                  <a:lnTo>
                    <a:pt x="0" y="2646426"/>
                  </a:lnTo>
                  <a:lnTo>
                    <a:pt x="0" y="0"/>
                  </a:lnTo>
                </a:path>
              </a:pathLst>
            </a:custGeom>
            <a:ln w="3809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5713628" y="3726056"/>
              <a:ext cx="420370" cy="1910714"/>
            </a:xfrm>
            <a:custGeom>
              <a:avLst/>
              <a:gdLst/>
              <a:ahLst/>
              <a:cxnLst/>
              <a:rect l="l" t="t" r="r" b="b"/>
              <a:pathLst>
                <a:path w="420370" h="1910714">
                  <a:moveTo>
                    <a:pt x="210312" y="1910333"/>
                  </a:moveTo>
                  <a:lnTo>
                    <a:pt x="419862" y="1910333"/>
                  </a:lnTo>
                  <a:lnTo>
                    <a:pt x="419861" y="288035"/>
                  </a:lnTo>
                  <a:lnTo>
                    <a:pt x="0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5574944" y="3631568"/>
              <a:ext cx="171450" cy="142240"/>
            </a:xfrm>
            <a:custGeom>
              <a:avLst/>
              <a:gdLst/>
              <a:ahLst/>
              <a:cxnLst/>
              <a:rect l="l" t="t" r="r" b="b"/>
              <a:pathLst>
                <a:path w="171450" h="142239">
                  <a:moveTo>
                    <a:pt x="171450" y="52577"/>
                  </a:moveTo>
                  <a:lnTo>
                    <a:pt x="0" y="0"/>
                  </a:lnTo>
                  <a:lnTo>
                    <a:pt x="111252" y="141731"/>
                  </a:lnTo>
                  <a:lnTo>
                    <a:pt x="171450" y="5257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7704721" y="3961514"/>
              <a:ext cx="266700" cy="1169670"/>
            </a:xfrm>
            <a:custGeom>
              <a:avLst/>
              <a:gdLst/>
              <a:ahLst/>
              <a:cxnLst/>
              <a:rect l="l" t="t" r="r" b="b"/>
              <a:pathLst>
                <a:path w="266700" h="1169670">
                  <a:moveTo>
                    <a:pt x="0" y="1169670"/>
                  </a:moveTo>
                  <a:lnTo>
                    <a:pt x="266700" y="1169670"/>
                  </a:lnTo>
                  <a:lnTo>
                    <a:pt x="266699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7114171" y="4655696"/>
              <a:ext cx="174625" cy="466725"/>
            </a:xfrm>
            <a:custGeom>
              <a:avLst/>
              <a:gdLst/>
              <a:ahLst/>
              <a:cxnLst/>
              <a:rect l="l" t="t" r="r" b="b"/>
              <a:pathLst>
                <a:path w="174625" h="466725">
                  <a:moveTo>
                    <a:pt x="174498" y="466344"/>
                  </a:moveTo>
                  <a:lnTo>
                    <a:pt x="0" y="466344"/>
                  </a:lnTo>
                  <a:lnTo>
                    <a:pt x="0" y="67055"/>
                  </a:lnTo>
                  <a:lnTo>
                    <a:pt x="70104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7145426" y="4539872"/>
              <a:ext cx="161290" cy="157480"/>
            </a:xfrm>
            <a:custGeom>
              <a:avLst/>
              <a:gdLst/>
              <a:ahLst/>
              <a:cxnLst/>
              <a:rect l="l" t="t" r="r" b="b"/>
              <a:pathLst>
                <a:path w="161290" h="157479">
                  <a:moveTo>
                    <a:pt x="160781" y="0"/>
                  </a:moveTo>
                  <a:lnTo>
                    <a:pt x="0" y="79248"/>
                  </a:lnTo>
                  <a:lnTo>
                    <a:pt x="74675" y="156972"/>
                  </a:lnTo>
                  <a:lnTo>
                    <a:pt x="160781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7368692" y="2996060"/>
              <a:ext cx="793750" cy="2646680"/>
            </a:xfrm>
            <a:custGeom>
              <a:avLst/>
              <a:gdLst/>
              <a:ahLst/>
              <a:cxnLst/>
              <a:rect l="l" t="t" r="r" b="b"/>
              <a:pathLst>
                <a:path w="793750" h="2646679">
                  <a:moveTo>
                    <a:pt x="0" y="2646426"/>
                  </a:moveTo>
                  <a:lnTo>
                    <a:pt x="793242" y="2646426"/>
                  </a:lnTo>
                  <a:lnTo>
                    <a:pt x="793241" y="0"/>
                  </a:lnTo>
                </a:path>
              </a:pathLst>
            </a:custGeom>
            <a:ln w="3809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6731660" y="3728342"/>
              <a:ext cx="419100" cy="1910080"/>
            </a:xfrm>
            <a:custGeom>
              <a:avLst/>
              <a:gdLst/>
              <a:ahLst/>
              <a:cxnLst/>
              <a:rect l="l" t="t" r="r" b="b"/>
              <a:pathLst>
                <a:path w="419100" h="1910079">
                  <a:moveTo>
                    <a:pt x="209550" y="1909572"/>
                  </a:moveTo>
                  <a:lnTo>
                    <a:pt x="0" y="1909572"/>
                  </a:lnTo>
                  <a:lnTo>
                    <a:pt x="0" y="287274"/>
                  </a:lnTo>
                  <a:lnTo>
                    <a:pt x="419099" y="0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7118756" y="3633092"/>
              <a:ext cx="172720" cy="142240"/>
            </a:xfrm>
            <a:custGeom>
              <a:avLst/>
              <a:gdLst/>
              <a:ahLst/>
              <a:cxnLst/>
              <a:rect l="l" t="t" r="r" b="b"/>
              <a:pathLst>
                <a:path w="172720" h="142239">
                  <a:moveTo>
                    <a:pt x="172211" y="0"/>
                  </a:moveTo>
                  <a:lnTo>
                    <a:pt x="0" y="52577"/>
                  </a:lnTo>
                  <a:lnTo>
                    <a:pt x="60959" y="141731"/>
                  </a:lnTo>
                  <a:lnTo>
                    <a:pt x="172211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6" name="object 13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568073" y="5339210"/>
              <a:ext cx="290322" cy="455676"/>
            </a:xfrm>
            <a:prstGeom prst="rect">
              <a:avLst/>
            </a:prstGeom>
          </p:spPr>
        </p:pic>
        <p:sp>
          <p:nvSpPr>
            <p:cNvPr id="137" name="object 137"/>
            <p:cNvSpPr/>
            <p:nvPr/>
          </p:nvSpPr>
          <p:spPr>
            <a:xfrm>
              <a:off x="5568073" y="5339210"/>
              <a:ext cx="290830" cy="455930"/>
            </a:xfrm>
            <a:custGeom>
              <a:avLst/>
              <a:gdLst/>
              <a:ahLst/>
              <a:cxnLst/>
              <a:rect l="l" t="t" r="r" b="b"/>
              <a:pathLst>
                <a:path w="290829" h="455929">
                  <a:moveTo>
                    <a:pt x="290322" y="455675"/>
                  </a:moveTo>
                  <a:lnTo>
                    <a:pt x="290322" y="0"/>
                  </a:lnTo>
                  <a:lnTo>
                    <a:pt x="0" y="0"/>
                  </a:lnTo>
                  <a:lnTo>
                    <a:pt x="0" y="455675"/>
                  </a:lnTo>
                  <a:lnTo>
                    <a:pt x="290322" y="455675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8" name="object 13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491873" y="5547236"/>
              <a:ext cx="445769" cy="158495"/>
            </a:xfrm>
            <a:prstGeom prst="rect">
              <a:avLst/>
            </a:prstGeom>
          </p:spPr>
        </p:pic>
        <p:sp>
          <p:nvSpPr>
            <p:cNvPr id="139" name="object 139"/>
            <p:cNvSpPr/>
            <p:nvPr/>
          </p:nvSpPr>
          <p:spPr>
            <a:xfrm>
              <a:off x="5491873" y="5547236"/>
              <a:ext cx="445770" cy="158750"/>
            </a:xfrm>
            <a:custGeom>
              <a:avLst/>
              <a:gdLst/>
              <a:ahLst/>
              <a:cxnLst/>
              <a:rect l="l" t="t" r="r" b="b"/>
              <a:pathLst>
                <a:path w="445770" h="158750">
                  <a:moveTo>
                    <a:pt x="0" y="95250"/>
                  </a:moveTo>
                  <a:lnTo>
                    <a:pt x="143256" y="95249"/>
                  </a:lnTo>
                  <a:lnTo>
                    <a:pt x="184404" y="0"/>
                  </a:lnTo>
                  <a:lnTo>
                    <a:pt x="240029" y="158496"/>
                  </a:lnTo>
                  <a:lnTo>
                    <a:pt x="295656" y="87629"/>
                  </a:lnTo>
                  <a:lnTo>
                    <a:pt x="445770" y="87629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0" name="object 14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654179" y="5400932"/>
              <a:ext cx="35813" cy="36575"/>
            </a:xfrm>
            <a:prstGeom prst="rect">
              <a:avLst/>
            </a:prstGeom>
          </p:spPr>
        </p:pic>
        <p:sp>
          <p:nvSpPr>
            <p:cNvPr id="141" name="object 141"/>
            <p:cNvSpPr/>
            <p:nvPr/>
          </p:nvSpPr>
          <p:spPr>
            <a:xfrm>
              <a:off x="5654179" y="5400932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35813" y="18287"/>
                  </a:moveTo>
                  <a:lnTo>
                    <a:pt x="34349" y="10929"/>
                  </a:lnTo>
                  <a:lnTo>
                    <a:pt x="30384" y="5143"/>
                  </a:lnTo>
                  <a:lnTo>
                    <a:pt x="24562" y="1357"/>
                  </a:lnTo>
                  <a:lnTo>
                    <a:pt x="17525" y="0"/>
                  </a:lnTo>
                  <a:lnTo>
                    <a:pt x="7619" y="0"/>
                  </a:lnTo>
                  <a:lnTo>
                    <a:pt x="0" y="7619"/>
                  </a:lnTo>
                  <a:lnTo>
                    <a:pt x="0" y="18287"/>
                  </a:lnTo>
                  <a:lnTo>
                    <a:pt x="0" y="28193"/>
                  </a:lnTo>
                  <a:lnTo>
                    <a:pt x="7619" y="36575"/>
                  </a:lnTo>
                  <a:lnTo>
                    <a:pt x="17525" y="36575"/>
                  </a:lnTo>
                  <a:lnTo>
                    <a:pt x="24562" y="35111"/>
                  </a:lnTo>
                  <a:lnTo>
                    <a:pt x="30384" y="31146"/>
                  </a:lnTo>
                  <a:lnTo>
                    <a:pt x="34349" y="25324"/>
                  </a:lnTo>
                  <a:lnTo>
                    <a:pt x="35813" y="18287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2" name="object 14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745619" y="5498468"/>
              <a:ext cx="36575" cy="35813"/>
            </a:xfrm>
            <a:prstGeom prst="rect">
              <a:avLst/>
            </a:prstGeom>
          </p:spPr>
        </p:pic>
        <p:sp>
          <p:nvSpPr>
            <p:cNvPr id="143" name="object 143"/>
            <p:cNvSpPr/>
            <p:nvPr/>
          </p:nvSpPr>
          <p:spPr>
            <a:xfrm>
              <a:off x="5745619" y="5498468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575" y="17525"/>
                  </a:moveTo>
                  <a:lnTo>
                    <a:pt x="36575" y="7619"/>
                  </a:lnTo>
                  <a:lnTo>
                    <a:pt x="28193" y="0"/>
                  </a:lnTo>
                  <a:lnTo>
                    <a:pt x="18287" y="0"/>
                  </a:lnTo>
                  <a:lnTo>
                    <a:pt x="7619" y="0"/>
                  </a:lnTo>
                  <a:lnTo>
                    <a:pt x="0" y="7619"/>
                  </a:lnTo>
                  <a:lnTo>
                    <a:pt x="0" y="17525"/>
                  </a:lnTo>
                  <a:lnTo>
                    <a:pt x="1357" y="24562"/>
                  </a:lnTo>
                  <a:lnTo>
                    <a:pt x="5143" y="30384"/>
                  </a:lnTo>
                  <a:lnTo>
                    <a:pt x="10929" y="34349"/>
                  </a:lnTo>
                  <a:lnTo>
                    <a:pt x="18287" y="35813"/>
                  </a:lnTo>
                  <a:lnTo>
                    <a:pt x="25324" y="34349"/>
                  </a:lnTo>
                  <a:lnTo>
                    <a:pt x="31146" y="30384"/>
                  </a:lnTo>
                  <a:lnTo>
                    <a:pt x="35111" y="24562"/>
                  </a:lnTo>
                  <a:lnTo>
                    <a:pt x="36575" y="17525"/>
                  </a:lnTo>
                  <a:close/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4" name="object 14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734964" y="5407790"/>
              <a:ext cx="36575" cy="36575"/>
            </a:xfrm>
            <a:prstGeom prst="rect">
              <a:avLst/>
            </a:prstGeom>
          </p:spPr>
        </p:pic>
        <p:sp>
          <p:nvSpPr>
            <p:cNvPr id="145" name="object 145"/>
            <p:cNvSpPr/>
            <p:nvPr/>
          </p:nvSpPr>
          <p:spPr>
            <a:xfrm>
              <a:off x="5734964" y="5407790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575" y="18287"/>
                  </a:moveTo>
                  <a:lnTo>
                    <a:pt x="35111" y="10929"/>
                  </a:lnTo>
                  <a:lnTo>
                    <a:pt x="31146" y="5143"/>
                  </a:lnTo>
                  <a:lnTo>
                    <a:pt x="25324" y="1357"/>
                  </a:lnTo>
                  <a:lnTo>
                    <a:pt x="18287" y="0"/>
                  </a:lnTo>
                  <a:lnTo>
                    <a:pt x="10929" y="1357"/>
                  </a:lnTo>
                  <a:lnTo>
                    <a:pt x="5143" y="5143"/>
                  </a:lnTo>
                  <a:lnTo>
                    <a:pt x="1357" y="10929"/>
                  </a:lnTo>
                  <a:lnTo>
                    <a:pt x="0" y="18287"/>
                  </a:lnTo>
                  <a:lnTo>
                    <a:pt x="1357" y="25324"/>
                  </a:lnTo>
                  <a:lnTo>
                    <a:pt x="5143" y="31146"/>
                  </a:lnTo>
                  <a:lnTo>
                    <a:pt x="10929" y="35111"/>
                  </a:lnTo>
                  <a:lnTo>
                    <a:pt x="18287" y="36575"/>
                  </a:lnTo>
                  <a:lnTo>
                    <a:pt x="25324" y="35111"/>
                  </a:lnTo>
                  <a:lnTo>
                    <a:pt x="31146" y="31146"/>
                  </a:lnTo>
                  <a:lnTo>
                    <a:pt x="35111" y="25324"/>
                  </a:lnTo>
                  <a:lnTo>
                    <a:pt x="36575" y="18287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6" name="object 14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616079" y="5469512"/>
              <a:ext cx="35813" cy="36575"/>
            </a:xfrm>
            <a:prstGeom prst="rect">
              <a:avLst/>
            </a:prstGeom>
          </p:spPr>
        </p:pic>
        <p:sp>
          <p:nvSpPr>
            <p:cNvPr id="147" name="object 147"/>
            <p:cNvSpPr/>
            <p:nvPr/>
          </p:nvSpPr>
          <p:spPr>
            <a:xfrm>
              <a:off x="5616079" y="5469512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35813" y="18287"/>
                  </a:moveTo>
                  <a:lnTo>
                    <a:pt x="34349" y="10929"/>
                  </a:lnTo>
                  <a:lnTo>
                    <a:pt x="30384" y="5143"/>
                  </a:lnTo>
                  <a:lnTo>
                    <a:pt x="24562" y="1357"/>
                  </a:lnTo>
                  <a:lnTo>
                    <a:pt x="17525" y="0"/>
                  </a:lnTo>
                  <a:lnTo>
                    <a:pt x="7619" y="0"/>
                  </a:lnTo>
                  <a:lnTo>
                    <a:pt x="0" y="7619"/>
                  </a:lnTo>
                  <a:lnTo>
                    <a:pt x="0" y="18287"/>
                  </a:lnTo>
                  <a:lnTo>
                    <a:pt x="0" y="28193"/>
                  </a:lnTo>
                  <a:lnTo>
                    <a:pt x="7619" y="36575"/>
                  </a:lnTo>
                  <a:lnTo>
                    <a:pt x="17525" y="36575"/>
                  </a:lnTo>
                  <a:lnTo>
                    <a:pt x="24562" y="35111"/>
                  </a:lnTo>
                  <a:lnTo>
                    <a:pt x="30384" y="31146"/>
                  </a:lnTo>
                  <a:lnTo>
                    <a:pt x="34349" y="25324"/>
                  </a:lnTo>
                  <a:lnTo>
                    <a:pt x="35813" y="18287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8" name="object 14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223662" y="4826384"/>
              <a:ext cx="290322" cy="455676"/>
            </a:xfrm>
            <a:prstGeom prst="rect">
              <a:avLst/>
            </a:prstGeom>
          </p:spPr>
        </p:pic>
        <p:sp>
          <p:nvSpPr>
            <p:cNvPr id="149" name="object 149"/>
            <p:cNvSpPr/>
            <p:nvPr/>
          </p:nvSpPr>
          <p:spPr>
            <a:xfrm>
              <a:off x="5223649" y="4826384"/>
              <a:ext cx="290830" cy="455930"/>
            </a:xfrm>
            <a:custGeom>
              <a:avLst/>
              <a:gdLst/>
              <a:ahLst/>
              <a:cxnLst/>
              <a:rect l="l" t="t" r="r" b="b"/>
              <a:pathLst>
                <a:path w="290829" h="455929">
                  <a:moveTo>
                    <a:pt x="290322" y="455675"/>
                  </a:moveTo>
                  <a:lnTo>
                    <a:pt x="290322" y="0"/>
                  </a:lnTo>
                  <a:lnTo>
                    <a:pt x="0" y="0"/>
                  </a:lnTo>
                  <a:lnTo>
                    <a:pt x="0" y="455675"/>
                  </a:lnTo>
                  <a:lnTo>
                    <a:pt x="290322" y="455675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0" name="object 15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147462" y="5034410"/>
              <a:ext cx="445769" cy="159258"/>
            </a:xfrm>
            <a:prstGeom prst="rect">
              <a:avLst/>
            </a:prstGeom>
          </p:spPr>
        </p:pic>
        <p:sp>
          <p:nvSpPr>
            <p:cNvPr id="151" name="object 151"/>
            <p:cNvSpPr/>
            <p:nvPr/>
          </p:nvSpPr>
          <p:spPr>
            <a:xfrm>
              <a:off x="5147462" y="5034410"/>
              <a:ext cx="445770" cy="159385"/>
            </a:xfrm>
            <a:custGeom>
              <a:avLst/>
              <a:gdLst/>
              <a:ahLst/>
              <a:cxnLst/>
              <a:rect l="l" t="t" r="r" b="b"/>
              <a:pathLst>
                <a:path w="445770" h="159385">
                  <a:moveTo>
                    <a:pt x="0" y="95250"/>
                  </a:moveTo>
                  <a:lnTo>
                    <a:pt x="142494" y="95249"/>
                  </a:lnTo>
                  <a:lnTo>
                    <a:pt x="184404" y="0"/>
                  </a:lnTo>
                  <a:lnTo>
                    <a:pt x="240029" y="159258"/>
                  </a:lnTo>
                  <a:lnTo>
                    <a:pt x="294894" y="87629"/>
                  </a:lnTo>
                  <a:lnTo>
                    <a:pt x="445770" y="87629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2" name="object 15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309006" y="4888868"/>
              <a:ext cx="36575" cy="35813"/>
            </a:xfrm>
            <a:prstGeom prst="rect">
              <a:avLst/>
            </a:prstGeom>
          </p:spPr>
        </p:pic>
        <p:sp>
          <p:nvSpPr>
            <p:cNvPr id="153" name="object 153"/>
            <p:cNvSpPr/>
            <p:nvPr/>
          </p:nvSpPr>
          <p:spPr>
            <a:xfrm>
              <a:off x="5309006" y="4888868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575" y="17525"/>
                  </a:moveTo>
                  <a:lnTo>
                    <a:pt x="36575" y="7619"/>
                  </a:lnTo>
                  <a:lnTo>
                    <a:pt x="28193" y="0"/>
                  </a:lnTo>
                  <a:lnTo>
                    <a:pt x="18287" y="0"/>
                  </a:lnTo>
                  <a:lnTo>
                    <a:pt x="7619" y="0"/>
                  </a:lnTo>
                  <a:lnTo>
                    <a:pt x="0" y="7619"/>
                  </a:lnTo>
                  <a:lnTo>
                    <a:pt x="0" y="17525"/>
                  </a:lnTo>
                  <a:lnTo>
                    <a:pt x="1357" y="24562"/>
                  </a:lnTo>
                  <a:lnTo>
                    <a:pt x="5143" y="30384"/>
                  </a:lnTo>
                  <a:lnTo>
                    <a:pt x="10929" y="34349"/>
                  </a:lnTo>
                  <a:lnTo>
                    <a:pt x="18287" y="35813"/>
                  </a:lnTo>
                  <a:lnTo>
                    <a:pt x="25324" y="34349"/>
                  </a:lnTo>
                  <a:lnTo>
                    <a:pt x="31146" y="30384"/>
                  </a:lnTo>
                  <a:lnTo>
                    <a:pt x="35111" y="24562"/>
                  </a:lnTo>
                  <a:lnTo>
                    <a:pt x="36575" y="17525"/>
                  </a:lnTo>
                  <a:close/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4" name="object 15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401208" y="4985642"/>
              <a:ext cx="36575" cy="36575"/>
            </a:xfrm>
            <a:prstGeom prst="rect">
              <a:avLst/>
            </a:prstGeom>
          </p:spPr>
        </p:pic>
        <p:sp>
          <p:nvSpPr>
            <p:cNvPr id="155" name="object 155"/>
            <p:cNvSpPr/>
            <p:nvPr/>
          </p:nvSpPr>
          <p:spPr>
            <a:xfrm>
              <a:off x="5401208" y="4985642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575" y="18287"/>
                  </a:moveTo>
                  <a:lnTo>
                    <a:pt x="35111" y="10929"/>
                  </a:lnTo>
                  <a:lnTo>
                    <a:pt x="31146" y="5143"/>
                  </a:lnTo>
                  <a:lnTo>
                    <a:pt x="25324" y="1357"/>
                  </a:lnTo>
                  <a:lnTo>
                    <a:pt x="18287" y="0"/>
                  </a:lnTo>
                  <a:lnTo>
                    <a:pt x="10929" y="1357"/>
                  </a:lnTo>
                  <a:lnTo>
                    <a:pt x="5143" y="5143"/>
                  </a:lnTo>
                  <a:lnTo>
                    <a:pt x="1357" y="10929"/>
                  </a:lnTo>
                  <a:lnTo>
                    <a:pt x="0" y="18287"/>
                  </a:lnTo>
                  <a:lnTo>
                    <a:pt x="1357" y="25324"/>
                  </a:lnTo>
                  <a:lnTo>
                    <a:pt x="5143" y="31146"/>
                  </a:lnTo>
                  <a:lnTo>
                    <a:pt x="10929" y="35111"/>
                  </a:lnTo>
                  <a:lnTo>
                    <a:pt x="18287" y="36575"/>
                  </a:lnTo>
                  <a:lnTo>
                    <a:pt x="25324" y="35111"/>
                  </a:lnTo>
                  <a:lnTo>
                    <a:pt x="31146" y="31146"/>
                  </a:lnTo>
                  <a:lnTo>
                    <a:pt x="35111" y="25324"/>
                  </a:lnTo>
                  <a:lnTo>
                    <a:pt x="36575" y="18287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6" name="object 15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390540" y="4894964"/>
              <a:ext cx="36575" cy="36575"/>
            </a:xfrm>
            <a:prstGeom prst="rect">
              <a:avLst/>
            </a:prstGeom>
          </p:spPr>
        </p:pic>
        <p:sp>
          <p:nvSpPr>
            <p:cNvPr id="157" name="object 157"/>
            <p:cNvSpPr/>
            <p:nvPr/>
          </p:nvSpPr>
          <p:spPr>
            <a:xfrm>
              <a:off x="5390540" y="4894964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575" y="18287"/>
                  </a:moveTo>
                  <a:lnTo>
                    <a:pt x="35111" y="10929"/>
                  </a:lnTo>
                  <a:lnTo>
                    <a:pt x="31146" y="5143"/>
                  </a:lnTo>
                  <a:lnTo>
                    <a:pt x="25324" y="1357"/>
                  </a:lnTo>
                  <a:lnTo>
                    <a:pt x="18287" y="0"/>
                  </a:lnTo>
                  <a:lnTo>
                    <a:pt x="10929" y="1357"/>
                  </a:lnTo>
                  <a:lnTo>
                    <a:pt x="5143" y="5143"/>
                  </a:lnTo>
                  <a:lnTo>
                    <a:pt x="1357" y="10929"/>
                  </a:lnTo>
                  <a:lnTo>
                    <a:pt x="0" y="18287"/>
                  </a:lnTo>
                  <a:lnTo>
                    <a:pt x="1357" y="25324"/>
                  </a:lnTo>
                  <a:lnTo>
                    <a:pt x="5143" y="31146"/>
                  </a:lnTo>
                  <a:lnTo>
                    <a:pt x="10929" y="35111"/>
                  </a:lnTo>
                  <a:lnTo>
                    <a:pt x="18287" y="36575"/>
                  </a:lnTo>
                  <a:lnTo>
                    <a:pt x="25324" y="35111"/>
                  </a:lnTo>
                  <a:lnTo>
                    <a:pt x="31146" y="31146"/>
                  </a:lnTo>
                  <a:lnTo>
                    <a:pt x="35111" y="25324"/>
                  </a:lnTo>
                  <a:lnTo>
                    <a:pt x="36575" y="18287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8" name="object 15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270906" y="4956686"/>
              <a:ext cx="36575" cy="36575"/>
            </a:xfrm>
            <a:prstGeom prst="rect">
              <a:avLst/>
            </a:prstGeom>
          </p:spPr>
        </p:pic>
        <p:sp>
          <p:nvSpPr>
            <p:cNvPr id="159" name="object 159"/>
            <p:cNvSpPr/>
            <p:nvPr/>
          </p:nvSpPr>
          <p:spPr>
            <a:xfrm>
              <a:off x="5270906" y="4956686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575" y="18287"/>
                  </a:moveTo>
                  <a:lnTo>
                    <a:pt x="35111" y="10929"/>
                  </a:lnTo>
                  <a:lnTo>
                    <a:pt x="31146" y="5143"/>
                  </a:lnTo>
                  <a:lnTo>
                    <a:pt x="25324" y="1357"/>
                  </a:lnTo>
                  <a:lnTo>
                    <a:pt x="18287" y="0"/>
                  </a:lnTo>
                  <a:lnTo>
                    <a:pt x="10929" y="1357"/>
                  </a:lnTo>
                  <a:lnTo>
                    <a:pt x="5143" y="5143"/>
                  </a:lnTo>
                  <a:lnTo>
                    <a:pt x="1357" y="10929"/>
                  </a:lnTo>
                  <a:lnTo>
                    <a:pt x="0" y="18287"/>
                  </a:lnTo>
                  <a:lnTo>
                    <a:pt x="1357" y="25324"/>
                  </a:lnTo>
                  <a:lnTo>
                    <a:pt x="5143" y="31146"/>
                  </a:lnTo>
                  <a:lnTo>
                    <a:pt x="10929" y="35111"/>
                  </a:lnTo>
                  <a:lnTo>
                    <a:pt x="18287" y="36575"/>
                  </a:lnTo>
                  <a:lnTo>
                    <a:pt x="25324" y="35111"/>
                  </a:lnTo>
                  <a:lnTo>
                    <a:pt x="31146" y="31146"/>
                  </a:lnTo>
                  <a:lnTo>
                    <a:pt x="35111" y="25324"/>
                  </a:lnTo>
                  <a:lnTo>
                    <a:pt x="36575" y="18287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0" name="object 16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014349" y="5339210"/>
              <a:ext cx="290322" cy="455676"/>
            </a:xfrm>
            <a:prstGeom prst="rect">
              <a:avLst/>
            </a:prstGeom>
          </p:spPr>
        </p:pic>
        <p:sp>
          <p:nvSpPr>
            <p:cNvPr id="161" name="object 161"/>
            <p:cNvSpPr/>
            <p:nvPr/>
          </p:nvSpPr>
          <p:spPr>
            <a:xfrm>
              <a:off x="7014349" y="5339210"/>
              <a:ext cx="290830" cy="455930"/>
            </a:xfrm>
            <a:custGeom>
              <a:avLst/>
              <a:gdLst/>
              <a:ahLst/>
              <a:cxnLst/>
              <a:rect l="l" t="t" r="r" b="b"/>
              <a:pathLst>
                <a:path w="290829" h="455929">
                  <a:moveTo>
                    <a:pt x="290322" y="455675"/>
                  </a:moveTo>
                  <a:lnTo>
                    <a:pt x="290322" y="0"/>
                  </a:lnTo>
                  <a:lnTo>
                    <a:pt x="0" y="0"/>
                  </a:lnTo>
                  <a:lnTo>
                    <a:pt x="0" y="455675"/>
                  </a:lnTo>
                  <a:lnTo>
                    <a:pt x="290322" y="455675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2" name="object 16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938149" y="5547236"/>
              <a:ext cx="445770" cy="158495"/>
            </a:xfrm>
            <a:prstGeom prst="rect">
              <a:avLst/>
            </a:prstGeom>
          </p:spPr>
        </p:pic>
        <p:sp>
          <p:nvSpPr>
            <p:cNvPr id="163" name="object 163"/>
            <p:cNvSpPr/>
            <p:nvPr/>
          </p:nvSpPr>
          <p:spPr>
            <a:xfrm>
              <a:off x="6938149" y="5547236"/>
              <a:ext cx="445770" cy="158750"/>
            </a:xfrm>
            <a:custGeom>
              <a:avLst/>
              <a:gdLst/>
              <a:ahLst/>
              <a:cxnLst/>
              <a:rect l="l" t="t" r="r" b="b"/>
              <a:pathLst>
                <a:path w="445770" h="158750">
                  <a:moveTo>
                    <a:pt x="0" y="95250"/>
                  </a:moveTo>
                  <a:lnTo>
                    <a:pt x="142494" y="95249"/>
                  </a:lnTo>
                  <a:lnTo>
                    <a:pt x="184404" y="0"/>
                  </a:lnTo>
                  <a:lnTo>
                    <a:pt x="240029" y="158496"/>
                  </a:lnTo>
                  <a:lnTo>
                    <a:pt x="294894" y="87629"/>
                  </a:lnTo>
                  <a:lnTo>
                    <a:pt x="445770" y="87629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4" name="object 164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099706" y="5400932"/>
              <a:ext cx="36563" cy="36575"/>
            </a:xfrm>
            <a:prstGeom prst="rect">
              <a:avLst/>
            </a:prstGeom>
          </p:spPr>
        </p:pic>
        <p:sp>
          <p:nvSpPr>
            <p:cNvPr id="165" name="object 165"/>
            <p:cNvSpPr/>
            <p:nvPr/>
          </p:nvSpPr>
          <p:spPr>
            <a:xfrm>
              <a:off x="7099693" y="5400932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575" y="18287"/>
                  </a:moveTo>
                  <a:lnTo>
                    <a:pt x="35111" y="10929"/>
                  </a:lnTo>
                  <a:lnTo>
                    <a:pt x="31146" y="5143"/>
                  </a:lnTo>
                  <a:lnTo>
                    <a:pt x="25324" y="1357"/>
                  </a:lnTo>
                  <a:lnTo>
                    <a:pt x="18287" y="0"/>
                  </a:lnTo>
                  <a:lnTo>
                    <a:pt x="10929" y="1357"/>
                  </a:lnTo>
                  <a:lnTo>
                    <a:pt x="5143" y="5143"/>
                  </a:lnTo>
                  <a:lnTo>
                    <a:pt x="1357" y="10929"/>
                  </a:lnTo>
                  <a:lnTo>
                    <a:pt x="0" y="18287"/>
                  </a:lnTo>
                  <a:lnTo>
                    <a:pt x="1357" y="25324"/>
                  </a:lnTo>
                  <a:lnTo>
                    <a:pt x="5143" y="31146"/>
                  </a:lnTo>
                  <a:lnTo>
                    <a:pt x="10929" y="35111"/>
                  </a:lnTo>
                  <a:lnTo>
                    <a:pt x="18287" y="36575"/>
                  </a:lnTo>
                  <a:lnTo>
                    <a:pt x="25324" y="35111"/>
                  </a:lnTo>
                  <a:lnTo>
                    <a:pt x="31146" y="31146"/>
                  </a:lnTo>
                  <a:lnTo>
                    <a:pt x="35111" y="25324"/>
                  </a:lnTo>
                  <a:lnTo>
                    <a:pt x="36575" y="18287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6" name="object 16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191895" y="5498468"/>
              <a:ext cx="36575" cy="35813"/>
            </a:xfrm>
            <a:prstGeom prst="rect">
              <a:avLst/>
            </a:prstGeom>
          </p:spPr>
        </p:pic>
        <p:sp>
          <p:nvSpPr>
            <p:cNvPr id="167" name="object 167"/>
            <p:cNvSpPr/>
            <p:nvPr/>
          </p:nvSpPr>
          <p:spPr>
            <a:xfrm>
              <a:off x="7191895" y="5498468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575" y="17525"/>
                  </a:moveTo>
                  <a:lnTo>
                    <a:pt x="36575" y="7619"/>
                  </a:lnTo>
                  <a:lnTo>
                    <a:pt x="28193" y="0"/>
                  </a:lnTo>
                  <a:lnTo>
                    <a:pt x="18287" y="0"/>
                  </a:lnTo>
                  <a:lnTo>
                    <a:pt x="7619" y="0"/>
                  </a:lnTo>
                  <a:lnTo>
                    <a:pt x="0" y="7619"/>
                  </a:lnTo>
                  <a:lnTo>
                    <a:pt x="0" y="17525"/>
                  </a:lnTo>
                  <a:lnTo>
                    <a:pt x="1357" y="24562"/>
                  </a:lnTo>
                  <a:lnTo>
                    <a:pt x="5143" y="30384"/>
                  </a:lnTo>
                  <a:lnTo>
                    <a:pt x="10929" y="34349"/>
                  </a:lnTo>
                  <a:lnTo>
                    <a:pt x="18287" y="35813"/>
                  </a:lnTo>
                  <a:lnTo>
                    <a:pt x="25324" y="34349"/>
                  </a:lnTo>
                  <a:lnTo>
                    <a:pt x="31146" y="30384"/>
                  </a:lnTo>
                  <a:lnTo>
                    <a:pt x="35111" y="24562"/>
                  </a:lnTo>
                  <a:lnTo>
                    <a:pt x="36575" y="17525"/>
                  </a:lnTo>
                  <a:close/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8" name="object 16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7181240" y="5407790"/>
              <a:ext cx="36575" cy="36575"/>
            </a:xfrm>
            <a:prstGeom prst="rect">
              <a:avLst/>
            </a:prstGeom>
          </p:spPr>
        </p:pic>
        <p:sp>
          <p:nvSpPr>
            <p:cNvPr id="169" name="object 169"/>
            <p:cNvSpPr/>
            <p:nvPr/>
          </p:nvSpPr>
          <p:spPr>
            <a:xfrm>
              <a:off x="7181240" y="5407790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575" y="18287"/>
                  </a:moveTo>
                  <a:lnTo>
                    <a:pt x="35111" y="10929"/>
                  </a:lnTo>
                  <a:lnTo>
                    <a:pt x="31146" y="5143"/>
                  </a:lnTo>
                  <a:lnTo>
                    <a:pt x="25324" y="1357"/>
                  </a:lnTo>
                  <a:lnTo>
                    <a:pt x="18287" y="0"/>
                  </a:lnTo>
                  <a:lnTo>
                    <a:pt x="10929" y="1357"/>
                  </a:lnTo>
                  <a:lnTo>
                    <a:pt x="5143" y="5143"/>
                  </a:lnTo>
                  <a:lnTo>
                    <a:pt x="1357" y="10929"/>
                  </a:lnTo>
                  <a:lnTo>
                    <a:pt x="0" y="18287"/>
                  </a:lnTo>
                  <a:lnTo>
                    <a:pt x="1357" y="25324"/>
                  </a:lnTo>
                  <a:lnTo>
                    <a:pt x="5143" y="31146"/>
                  </a:lnTo>
                  <a:lnTo>
                    <a:pt x="10929" y="35111"/>
                  </a:lnTo>
                  <a:lnTo>
                    <a:pt x="18287" y="36575"/>
                  </a:lnTo>
                  <a:lnTo>
                    <a:pt x="25324" y="35111"/>
                  </a:lnTo>
                  <a:lnTo>
                    <a:pt x="31146" y="31146"/>
                  </a:lnTo>
                  <a:lnTo>
                    <a:pt x="35111" y="25324"/>
                  </a:lnTo>
                  <a:lnTo>
                    <a:pt x="36575" y="18287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0" name="object 170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7061606" y="5469512"/>
              <a:ext cx="36563" cy="36575"/>
            </a:xfrm>
            <a:prstGeom prst="rect">
              <a:avLst/>
            </a:prstGeom>
          </p:spPr>
        </p:pic>
        <p:sp>
          <p:nvSpPr>
            <p:cNvPr id="171" name="object 171"/>
            <p:cNvSpPr/>
            <p:nvPr/>
          </p:nvSpPr>
          <p:spPr>
            <a:xfrm>
              <a:off x="7061593" y="5469512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575" y="18287"/>
                  </a:moveTo>
                  <a:lnTo>
                    <a:pt x="35111" y="10929"/>
                  </a:lnTo>
                  <a:lnTo>
                    <a:pt x="31146" y="5143"/>
                  </a:lnTo>
                  <a:lnTo>
                    <a:pt x="25324" y="1357"/>
                  </a:lnTo>
                  <a:lnTo>
                    <a:pt x="18287" y="0"/>
                  </a:lnTo>
                  <a:lnTo>
                    <a:pt x="10929" y="1357"/>
                  </a:lnTo>
                  <a:lnTo>
                    <a:pt x="5143" y="5143"/>
                  </a:lnTo>
                  <a:lnTo>
                    <a:pt x="1357" y="10929"/>
                  </a:lnTo>
                  <a:lnTo>
                    <a:pt x="0" y="18287"/>
                  </a:lnTo>
                  <a:lnTo>
                    <a:pt x="1357" y="25324"/>
                  </a:lnTo>
                  <a:lnTo>
                    <a:pt x="5143" y="31146"/>
                  </a:lnTo>
                  <a:lnTo>
                    <a:pt x="10929" y="35111"/>
                  </a:lnTo>
                  <a:lnTo>
                    <a:pt x="18287" y="36575"/>
                  </a:lnTo>
                  <a:lnTo>
                    <a:pt x="25324" y="35111"/>
                  </a:lnTo>
                  <a:lnTo>
                    <a:pt x="31146" y="31146"/>
                  </a:lnTo>
                  <a:lnTo>
                    <a:pt x="35111" y="25324"/>
                  </a:lnTo>
                  <a:lnTo>
                    <a:pt x="36575" y="18287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2" name="object 17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352690" y="4826384"/>
              <a:ext cx="290322" cy="455676"/>
            </a:xfrm>
            <a:prstGeom prst="rect">
              <a:avLst/>
            </a:prstGeom>
          </p:spPr>
        </p:pic>
        <p:sp>
          <p:nvSpPr>
            <p:cNvPr id="173" name="object 173"/>
            <p:cNvSpPr/>
            <p:nvPr/>
          </p:nvSpPr>
          <p:spPr>
            <a:xfrm>
              <a:off x="7352677" y="4826384"/>
              <a:ext cx="290830" cy="455930"/>
            </a:xfrm>
            <a:custGeom>
              <a:avLst/>
              <a:gdLst/>
              <a:ahLst/>
              <a:cxnLst/>
              <a:rect l="l" t="t" r="r" b="b"/>
              <a:pathLst>
                <a:path w="290829" h="455929">
                  <a:moveTo>
                    <a:pt x="290322" y="455675"/>
                  </a:moveTo>
                  <a:lnTo>
                    <a:pt x="290322" y="0"/>
                  </a:lnTo>
                  <a:lnTo>
                    <a:pt x="0" y="0"/>
                  </a:lnTo>
                  <a:lnTo>
                    <a:pt x="0" y="455675"/>
                  </a:lnTo>
                  <a:lnTo>
                    <a:pt x="290322" y="455675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4" name="object 174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7276490" y="5034410"/>
              <a:ext cx="445757" cy="159258"/>
            </a:xfrm>
            <a:prstGeom prst="rect">
              <a:avLst/>
            </a:prstGeom>
          </p:spPr>
        </p:pic>
        <p:sp>
          <p:nvSpPr>
            <p:cNvPr id="175" name="object 175"/>
            <p:cNvSpPr/>
            <p:nvPr/>
          </p:nvSpPr>
          <p:spPr>
            <a:xfrm>
              <a:off x="7276490" y="5034410"/>
              <a:ext cx="445770" cy="159385"/>
            </a:xfrm>
            <a:custGeom>
              <a:avLst/>
              <a:gdLst/>
              <a:ahLst/>
              <a:cxnLst/>
              <a:rect l="l" t="t" r="r" b="b"/>
              <a:pathLst>
                <a:path w="445770" h="159385">
                  <a:moveTo>
                    <a:pt x="0" y="95250"/>
                  </a:moveTo>
                  <a:lnTo>
                    <a:pt x="142494" y="95249"/>
                  </a:lnTo>
                  <a:lnTo>
                    <a:pt x="183642" y="0"/>
                  </a:lnTo>
                  <a:lnTo>
                    <a:pt x="239268" y="159258"/>
                  </a:lnTo>
                  <a:lnTo>
                    <a:pt x="294894" y="87629"/>
                  </a:lnTo>
                  <a:lnTo>
                    <a:pt x="445770" y="87629"/>
                  </a:lnTo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6" name="object 176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7438021" y="4888868"/>
              <a:ext cx="36575" cy="35813"/>
            </a:xfrm>
            <a:prstGeom prst="rect">
              <a:avLst/>
            </a:prstGeom>
          </p:spPr>
        </p:pic>
        <p:sp>
          <p:nvSpPr>
            <p:cNvPr id="177" name="object 177"/>
            <p:cNvSpPr/>
            <p:nvPr/>
          </p:nvSpPr>
          <p:spPr>
            <a:xfrm>
              <a:off x="7438021" y="4888868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575" y="17525"/>
                  </a:moveTo>
                  <a:lnTo>
                    <a:pt x="36575" y="7619"/>
                  </a:lnTo>
                  <a:lnTo>
                    <a:pt x="28193" y="0"/>
                  </a:lnTo>
                  <a:lnTo>
                    <a:pt x="18287" y="0"/>
                  </a:lnTo>
                  <a:lnTo>
                    <a:pt x="7619" y="0"/>
                  </a:lnTo>
                  <a:lnTo>
                    <a:pt x="0" y="7619"/>
                  </a:lnTo>
                  <a:lnTo>
                    <a:pt x="0" y="17525"/>
                  </a:lnTo>
                  <a:lnTo>
                    <a:pt x="1357" y="24562"/>
                  </a:lnTo>
                  <a:lnTo>
                    <a:pt x="5143" y="30384"/>
                  </a:lnTo>
                  <a:lnTo>
                    <a:pt x="10929" y="34349"/>
                  </a:lnTo>
                  <a:lnTo>
                    <a:pt x="18287" y="35813"/>
                  </a:lnTo>
                  <a:lnTo>
                    <a:pt x="25324" y="34349"/>
                  </a:lnTo>
                  <a:lnTo>
                    <a:pt x="31146" y="30384"/>
                  </a:lnTo>
                  <a:lnTo>
                    <a:pt x="35111" y="24562"/>
                  </a:lnTo>
                  <a:lnTo>
                    <a:pt x="36575" y="17525"/>
                  </a:lnTo>
                  <a:close/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8" name="object 178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7530223" y="4985642"/>
              <a:ext cx="36575" cy="36575"/>
            </a:xfrm>
            <a:prstGeom prst="rect">
              <a:avLst/>
            </a:prstGeom>
          </p:spPr>
        </p:pic>
        <p:sp>
          <p:nvSpPr>
            <p:cNvPr id="179" name="object 179"/>
            <p:cNvSpPr/>
            <p:nvPr/>
          </p:nvSpPr>
          <p:spPr>
            <a:xfrm>
              <a:off x="7530223" y="4985642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575" y="18287"/>
                  </a:moveTo>
                  <a:lnTo>
                    <a:pt x="35111" y="10929"/>
                  </a:lnTo>
                  <a:lnTo>
                    <a:pt x="31146" y="5143"/>
                  </a:lnTo>
                  <a:lnTo>
                    <a:pt x="25324" y="1357"/>
                  </a:lnTo>
                  <a:lnTo>
                    <a:pt x="18287" y="0"/>
                  </a:lnTo>
                  <a:lnTo>
                    <a:pt x="10929" y="1357"/>
                  </a:lnTo>
                  <a:lnTo>
                    <a:pt x="5143" y="5143"/>
                  </a:lnTo>
                  <a:lnTo>
                    <a:pt x="1357" y="10929"/>
                  </a:lnTo>
                  <a:lnTo>
                    <a:pt x="0" y="18287"/>
                  </a:lnTo>
                  <a:lnTo>
                    <a:pt x="1357" y="25324"/>
                  </a:lnTo>
                  <a:lnTo>
                    <a:pt x="5143" y="31146"/>
                  </a:lnTo>
                  <a:lnTo>
                    <a:pt x="10929" y="35111"/>
                  </a:lnTo>
                  <a:lnTo>
                    <a:pt x="18287" y="36575"/>
                  </a:lnTo>
                  <a:lnTo>
                    <a:pt x="25324" y="35111"/>
                  </a:lnTo>
                  <a:lnTo>
                    <a:pt x="31146" y="31146"/>
                  </a:lnTo>
                  <a:lnTo>
                    <a:pt x="35111" y="25324"/>
                  </a:lnTo>
                  <a:lnTo>
                    <a:pt x="36575" y="18287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0" name="object 180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7518806" y="4894964"/>
              <a:ext cx="36563" cy="36575"/>
            </a:xfrm>
            <a:prstGeom prst="rect">
              <a:avLst/>
            </a:prstGeom>
          </p:spPr>
        </p:pic>
        <p:sp>
          <p:nvSpPr>
            <p:cNvPr id="181" name="object 181"/>
            <p:cNvSpPr/>
            <p:nvPr/>
          </p:nvSpPr>
          <p:spPr>
            <a:xfrm>
              <a:off x="7518793" y="4894964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575" y="18287"/>
                  </a:moveTo>
                  <a:lnTo>
                    <a:pt x="35111" y="10929"/>
                  </a:lnTo>
                  <a:lnTo>
                    <a:pt x="31146" y="5143"/>
                  </a:lnTo>
                  <a:lnTo>
                    <a:pt x="25324" y="1357"/>
                  </a:lnTo>
                  <a:lnTo>
                    <a:pt x="18287" y="0"/>
                  </a:lnTo>
                  <a:lnTo>
                    <a:pt x="10929" y="1357"/>
                  </a:lnTo>
                  <a:lnTo>
                    <a:pt x="5143" y="5143"/>
                  </a:lnTo>
                  <a:lnTo>
                    <a:pt x="1357" y="10929"/>
                  </a:lnTo>
                  <a:lnTo>
                    <a:pt x="0" y="18287"/>
                  </a:lnTo>
                  <a:lnTo>
                    <a:pt x="1357" y="25324"/>
                  </a:lnTo>
                  <a:lnTo>
                    <a:pt x="5143" y="31146"/>
                  </a:lnTo>
                  <a:lnTo>
                    <a:pt x="10929" y="35111"/>
                  </a:lnTo>
                  <a:lnTo>
                    <a:pt x="18287" y="36575"/>
                  </a:lnTo>
                  <a:lnTo>
                    <a:pt x="25324" y="35111"/>
                  </a:lnTo>
                  <a:lnTo>
                    <a:pt x="31146" y="31146"/>
                  </a:lnTo>
                  <a:lnTo>
                    <a:pt x="35111" y="25324"/>
                  </a:lnTo>
                  <a:lnTo>
                    <a:pt x="36575" y="18287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2" name="object 182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7399921" y="4956686"/>
              <a:ext cx="36575" cy="36575"/>
            </a:xfrm>
            <a:prstGeom prst="rect">
              <a:avLst/>
            </a:prstGeom>
          </p:spPr>
        </p:pic>
        <p:sp>
          <p:nvSpPr>
            <p:cNvPr id="183" name="object 183"/>
            <p:cNvSpPr/>
            <p:nvPr/>
          </p:nvSpPr>
          <p:spPr>
            <a:xfrm>
              <a:off x="7399921" y="4956686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575" y="18287"/>
                  </a:moveTo>
                  <a:lnTo>
                    <a:pt x="35111" y="10929"/>
                  </a:lnTo>
                  <a:lnTo>
                    <a:pt x="31146" y="5143"/>
                  </a:lnTo>
                  <a:lnTo>
                    <a:pt x="25324" y="1357"/>
                  </a:lnTo>
                  <a:lnTo>
                    <a:pt x="18287" y="0"/>
                  </a:lnTo>
                  <a:lnTo>
                    <a:pt x="10929" y="1357"/>
                  </a:lnTo>
                  <a:lnTo>
                    <a:pt x="5143" y="5143"/>
                  </a:lnTo>
                  <a:lnTo>
                    <a:pt x="1357" y="10929"/>
                  </a:lnTo>
                  <a:lnTo>
                    <a:pt x="0" y="18287"/>
                  </a:lnTo>
                  <a:lnTo>
                    <a:pt x="1357" y="25324"/>
                  </a:lnTo>
                  <a:lnTo>
                    <a:pt x="5143" y="31146"/>
                  </a:lnTo>
                  <a:lnTo>
                    <a:pt x="10929" y="35111"/>
                  </a:lnTo>
                  <a:lnTo>
                    <a:pt x="18287" y="36575"/>
                  </a:lnTo>
                  <a:lnTo>
                    <a:pt x="25324" y="35111"/>
                  </a:lnTo>
                  <a:lnTo>
                    <a:pt x="31146" y="31146"/>
                  </a:lnTo>
                  <a:lnTo>
                    <a:pt x="35111" y="25324"/>
                  </a:lnTo>
                  <a:lnTo>
                    <a:pt x="36575" y="18287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4" name="object 184"/>
          <p:cNvSpPr txBox="1"/>
          <p:nvPr/>
        </p:nvSpPr>
        <p:spPr>
          <a:xfrm>
            <a:off x="606952" y="972442"/>
            <a:ext cx="306832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5" dirty="0">
                <a:solidFill>
                  <a:srgbClr val="FF0000"/>
                </a:solidFill>
                <a:latin typeface="Calibri"/>
                <a:cs typeface="Calibri"/>
              </a:rPr>
              <a:t>СПОТ</a:t>
            </a:r>
            <a:r>
              <a:rPr sz="2400" spc="-4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FF0000"/>
                </a:solidFill>
                <a:latin typeface="Calibri"/>
                <a:cs typeface="Calibri"/>
              </a:rPr>
              <a:t>(система</a:t>
            </a:r>
            <a:r>
              <a:rPr sz="1200" spc="-1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FF0000"/>
                </a:solidFill>
                <a:latin typeface="Calibri"/>
                <a:cs typeface="Calibri"/>
              </a:rPr>
              <a:t>пассивного</a:t>
            </a:r>
            <a:r>
              <a:rPr sz="1200" spc="-1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FF0000"/>
                </a:solidFill>
                <a:latin typeface="Calibri"/>
                <a:cs typeface="Calibri"/>
              </a:rPr>
              <a:t>отвода</a:t>
            </a:r>
            <a:r>
              <a:rPr sz="1200" spc="-2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FF0000"/>
                </a:solidFill>
                <a:latin typeface="Calibri"/>
                <a:cs typeface="Calibri"/>
              </a:rPr>
              <a:t>тепла)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8649607" y="6463829"/>
            <a:ext cx="427355" cy="3429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2310"/>
              </a:lnSpc>
            </a:pPr>
            <a:fld id="{81D60167-4931-47E6-BA6A-407CBD079E47}" type="slidenum">
              <a:rPr sz="2000" b="1" spc="-5" dirty="0">
                <a:solidFill>
                  <a:srgbClr val="0068B4"/>
                </a:solidFill>
                <a:latin typeface="Arial"/>
                <a:cs typeface="Arial"/>
              </a:rPr>
              <a:t>62</a:t>
            </a:fld>
            <a:endParaRPr sz="2000">
              <a:latin typeface="Arial"/>
              <a:cs typeface="Arial"/>
            </a:endParaRPr>
          </a:p>
        </p:txBody>
      </p:sp>
      <p:sp>
        <p:nvSpPr>
          <p:cNvPr id="185" name="object 185"/>
          <p:cNvSpPr txBox="1">
            <a:spLocks noGrp="1"/>
          </p:cNvSpPr>
          <p:nvPr>
            <p:ph type="title"/>
          </p:nvPr>
        </p:nvSpPr>
        <p:spPr>
          <a:xfrm>
            <a:off x="2838849" y="240922"/>
            <a:ext cx="421640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Системы</a:t>
            </a:r>
            <a:r>
              <a:rPr spc="-15" dirty="0"/>
              <a:t> </a:t>
            </a:r>
            <a:r>
              <a:rPr spc="-5" dirty="0"/>
              <a:t>безопасности</a:t>
            </a:r>
          </a:p>
        </p:txBody>
      </p:sp>
      <p:sp>
        <p:nvSpPr>
          <p:cNvPr id="186" name="object 186"/>
          <p:cNvSpPr txBox="1"/>
          <p:nvPr/>
        </p:nvSpPr>
        <p:spPr>
          <a:xfrm>
            <a:off x="163982" y="3959990"/>
            <a:ext cx="2600960" cy="397510"/>
          </a:xfrm>
          <a:prstGeom prst="rect">
            <a:avLst/>
          </a:prstGeom>
          <a:ln w="28194">
            <a:solidFill>
              <a:srgbClr val="000065"/>
            </a:solidFill>
          </a:ln>
        </p:spPr>
        <p:txBody>
          <a:bodyPr vert="horz" wrap="square" lIns="0" tIns="81280" rIns="0" bIns="0" rtlCol="0">
            <a:spAutoFit/>
          </a:bodyPr>
          <a:lstStyle/>
          <a:p>
            <a:pPr marL="300355">
              <a:lnSpc>
                <a:spcPct val="100000"/>
              </a:lnSpc>
              <a:spcBef>
                <a:spcPts val="640"/>
              </a:spcBef>
            </a:pPr>
            <a:r>
              <a:rPr sz="1400" dirty="0">
                <a:solidFill>
                  <a:srgbClr val="FF0000"/>
                </a:solidFill>
                <a:latin typeface="Calibri"/>
                <a:cs typeface="Calibri"/>
              </a:rPr>
              <a:t>Наименование</a:t>
            </a:r>
            <a:r>
              <a:rPr sz="1400" spc="-3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400" spc="-5" dirty="0">
                <a:solidFill>
                  <a:srgbClr val="FF0000"/>
                </a:solidFill>
                <a:latin typeface="Calibri"/>
                <a:cs typeface="Calibri"/>
              </a:rPr>
              <a:t>параметра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2764688" y="3959990"/>
            <a:ext cx="1183005" cy="397510"/>
          </a:xfrm>
          <a:prstGeom prst="rect">
            <a:avLst/>
          </a:prstGeom>
          <a:ln w="28194">
            <a:solidFill>
              <a:srgbClr val="000065"/>
            </a:solidFill>
          </a:ln>
        </p:spPr>
        <p:txBody>
          <a:bodyPr vert="horz" wrap="square" lIns="0" tIns="105410" rIns="0" bIns="0" rtlCol="0">
            <a:spAutoFit/>
          </a:bodyPr>
          <a:lstStyle/>
          <a:p>
            <a:pPr marL="231140">
              <a:lnSpc>
                <a:spcPct val="100000"/>
              </a:lnSpc>
              <a:spcBef>
                <a:spcPts val="830"/>
              </a:spcBef>
            </a:pPr>
            <a:r>
              <a:rPr sz="1400" dirty="0">
                <a:solidFill>
                  <a:srgbClr val="FF0000"/>
                </a:solidFill>
                <a:latin typeface="Calibri"/>
                <a:cs typeface="Calibri"/>
              </a:rPr>
              <a:t>Значение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163982" y="4356992"/>
            <a:ext cx="2600960" cy="304800"/>
          </a:xfrm>
          <a:prstGeom prst="rect">
            <a:avLst/>
          </a:prstGeom>
          <a:ln w="28194">
            <a:solidFill>
              <a:srgbClr val="000065"/>
            </a:solidFill>
          </a:ln>
        </p:spPr>
        <p:txBody>
          <a:bodyPr vert="horz" wrap="square" lIns="0" tIns="34290" rIns="0" bIns="0" rtlCol="0">
            <a:spAutoFit/>
          </a:bodyPr>
          <a:lstStyle/>
          <a:p>
            <a:pPr marL="92075">
              <a:lnSpc>
                <a:spcPct val="100000"/>
              </a:lnSpc>
              <a:spcBef>
                <a:spcPts val="270"/>
              </a:spcBef>
            </a:pPr>
            <a:r>
              <a:rPr sz="1400" spc="-10" dirty="0">
                <a:solidFill>
                  <a:srgbClr val="000065"/>
                </a:solidFill>
                <a:latin typeface="Calibri"/>
                <a:cs typeface="Calibri"/>
              </a:rPr>
              <a:t>Мощность </a:t>
            </a:r>
            <a:r>
              <a:rPr sz="1400" spc="-5" dirty="0">
                <a:solidFill>
                  <a:srgbClr val="000065"/>
                </a:solidFill>
                <a:latin typeface="Calibri"/>
                <a:cs typeface="Calibri"/>
              </a:rPr>
              <a:t>системы, МВт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2764688" y="4356992"/>
            <a:ext cx="1183005" cy="304800"/>
          </a:xfrm>
          <a:prstGeom prst="rect">
            <a:avLst/>
          </a:prstGeom>
          <a:ln w="28194">
            <a:solidFill>
              <a:srgbClr val="000065"/>
            </a:solidFill>
          </a:ln>
        </p:spPr>
        <p:txBody>
          <a:bodyPr vert="horz" wrap="square" lIns="0" tIns="34290" rIns="0" bIns="0" rtlCol="0">
            <a:spAutoFit/>
          </a:bodyPr>
          <a:lstStyle/>
          <a:p>
            <a:pPr marL="92075">
              <a:lnSpc>
                <a:spcPct val="100000"/>
              </a:lnSpc>
              <a:spcBef>
                <a:spcPts val="270"/>
              </a:spcBef>
            </a:pPr>
            <a:r>
              <a:rPr sz="1400" spc="-5" dirty="0">
                <a:solidFill>
                  <a:srgbClr val="000065"/>
                </a:solidFill>
                <a:latin typeface="Calibri"/>
                <a:cs typeface="Calibri"/>
              </a:rPr>
              <a:t>200*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163982" y="4661792"/>
            <a:ext cx="2600960" cy="517525"/>
          </a:xfrm>
          <a:prstGeom prst="rect">
            <a:avLst/>
          </a:prstGeom>
          <a:ln w="28194">
            <a:solidFill>
              <a:srgbClr val="000065"/>
            </a:solidFill>
          </a:ln>
        </p:spPr>
        <p:txBody>
          <a:bodyPr vert="horz" wrap="square" lIns="0" tIns="34925" rIns="0" bIns="0" rtlCol="0">
            <a:spAutoFit/>
          </a:bodyPr>
          <a:lstStyle/>
          <a:p>
            <a:pPr marL="92075" marR="500380">
              <a:lnSpc>
                <a:spcPct val="100000"/>
              </a:lnSpc>
              <a:spcBef>
                <a:spcPts val="275"/>
              </a:spcBef>
            </a:pPr>
            <a:r>
              <a:rPr sz="1400" spc="-5" dirty="0">
                <a:solidFill>
                  <a:srgbClr val="000065"/>
                </a:solidFill>
                <a:latin typeface="Calibri"/>
                <a:cs typeface="Calibri"/>
              </a:rPr>
              <a:t>Число теплообменников в </a:t>
            </a:r>
            <a:r>
              <a:rPr sz="1400" spc="-305" dirty="0">
                <a:solidFill>
                  <a:srgbClr val="000065"/>
                </a:solidFill>
                <a:latin typeface="Calibri"/>
                <a:cs typeface="Calibri"/>
              </a:rPr>
              <a:t> </a:t>
            </a:r>
            <a:r>
              <a:rPr sz="1400" spc="-5" dirty="0">
                <a:solidFill>
                  <a:srgbClr val="000065"/>
                </a:solidFill>
                <a:latin typeface="Calibri"/>
                <a:cs typeface="Calibri"/>
              </a:rPr>
              <a:t>каждом канале,</a:t>
            </a:r>
            <a:r>
              <a:rPr sz="1400" dirty="0">
                <a:solidFill>
                  <a:srgbClr val="000065"/>
                </a:solidFill>
                <a:latin typeface="Calibri"/>
                <a:cs typeface="Calibri"/>
              </a:rPr>
              <a:t> </a:t>
            </a:r>
            <a:r>
              <a:rPr sz="1400" spc="-5" dirty="0">
                <a:solidFill>
                  <a:srgbClr val="000065"/>
                </a:solidFill>
                <a:latin typeface="Calibri"/>
                <a:cs typeface="Calibri"/>
              </a:rPr>
              <a:t>шт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2764688" y="4661792"/>
            <a:ext cx="1183005" cy="517525"/>
          </a:xfrm>
          <a:prstGeom prst="rect">
            <a:avLst/>
          </a:prstGeom>
          <a:ln w="28194">
            <a:solidFill>
              <a:srgbClr val="000065"/>
            </a:solidFill>
          </a:ln>
        </p:spPr>
        <p:txBody>
          <a:bodyPr vert="horz" wrap="square" lIns="0" tIns="34925" rIns="0" bIns="0" rtlCol="0">
            <a:spAutoFit/>
          </a:bodyPr>
          <a:lstStyle/>
          <a:p>
            <a:pPr marL="92075">
              <a:lnSpc>
                <a:spcPct val="100000"/>
              </a:lnSpc>
              <a:spcBef>
                <a:spcPts val="275"/>
              </a:spcBef>
            </a:pPr>
            <a:r>
              <a:rPr sz="1400" spc="-5" dirty="0">
                <a:solidFill>
                  <a:srgbClr val="000065"/>
                </a:solidFill>
                <a:latin typeface="Calibri"/>
                <a:cs typeface="Calibri"/>
              </a:rPr>
              <a:t>18*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163982" y="5179190"/>
            <a:ext cx="2600960" cy="790575"/>
          </a:xfrm>
          <a:prstGeom prst="rect">
            <a:avLst/>
          </a:prstGeom>
          <a:ln w="28194">
            <a:solidFill>
              <a:srgbClr val="000065"/>
            </a:solidFill>
          </a:ln>
        </p:spPr>
        <p:txBody>
          <a:bodyPr vert="horz" wrap="square" lIns="0" tIns="34925" rIns="0" bIns="0" rtlCol="0">
            <a:spAutoFit/>
          </a:bodyPr>
          <a:lstStyle/>
          <a:p>
            <a:pPr marL="92075" marR="351155" indent="-635">
              <a:lnSpc>
                <a:spcPct val="100000"/>
              </a:lnSpc>
              <a:spcBef>
                <a:spcPts val="275"/>
              </a:spcBef>
            </a:pPr>
            <a:r>
              <a:rPr sz="1400" spc="-5" dirty="0">
                <a:solidFill>
                  <a:srgbClr val="000065"/>
                </a:solidFill>
                <a:latin typeface="Calibri"/>
                <a:cs typeface="Calibri"/>
              </a:rPr>
              <a:t>Объём баков</a:t>
            </a:r>
            <a:r>
              <a:rPr sz="1400" dirty="0">
                <a:solidFill>
                  <a:srgbClr val="000065"/>
                </a:solidFill>
                <a:latin typeface="Calibri"/>
                <a:cs typeface="Calibri"/>
              </a:rPr>
              <a:t> </a:t>
            </a:r>
            <a:r>
              <a:rPr sz="1400" spc="-5" dirty="0">
                <a:solidFill>
                  <a:srgbClr val="000065"/>
                </a:solidFill>
                <a:latin typeface="Calibri"/>
                <a:cs typeface="Calibri"/>
              </a:rPr>
              <a:t>запаса </a:t>
            </a:r>
            <a:r>
              <a:rPr sz="1400" dirty="0">
                <a:solidFill>
                  <a:srgbClr val="000065"/>
                </a:solidFill>
                <a:latin typeface="Calibri"/>
                <a:cs typeface="Calibri"/>
              </a:rPr>
              <a:t> </a:t>
            </a:r>
            <a:r>
              <a:rPr sz="1400" spc="-5" dirty="0">
                <a:solidFill>
                  <a:srgbClr val="000065"/>
                </a:solidFill>
                <a:latin typeface="Calibri"/>
                <a:cs typeface="Calibri"/>
              </a:rPr>
              <a:t>охлаждающей </a:t>
            </a:r>
            <a:r>
              <a:rPr sz="1400" dirty="0">
                <a:solidFill>
                  <a:srgbClr val="000065"/>
                </a:solidFill>
                <a:latin typeface="Calibri"/>
                <a:cs typeface="Calibri"/>
              </a:rPr>
              <a:t>воды </a:t>
            </a:r>
            <a:r>
              <a:rPr sz="1400" spc="-5" dirty="0">
                <a:solidFill>
                  <a:srgbClr val="000065"/>
                </a:solidFill>
                <a:latin typeface="Calibri"/>
                <a:cs typeface="Calibri"/>
              </a:rPr>
              <a:t>(общий </a:t>
            </a:r>
            <a:r>
              <a:rPr sz="1400" spc="-305" dirty="0">
                <a:solidFill>
                  <a:srgbClr val="000065"/>
                </a:solidFill>
                <a:latin typeface="Calibri"/>
                <a:cs typeface="Calibri"/>
              </a:rPr>
              <a:t> </a:t>
            </a:r>
            <a:r>
              <a:rPr sz="1400" spc="-5" dirty="0">
                <a:solidFill>
                  <a:srgbClr val="000065"/>
                </a:solidFill>
                <a:latin typeface="Calibri"/>
                <a:cs typeface="Calibri"/>
              </a:rPr>
              <a:t>объём), </a:t>
            </a:r>
            <a:r>
              <a:rPr sz="1400" dirty="0">
                <a:solidFill>
                  <a:srgbClr val="000065"/>
                </a:solidFill>
                <a:latin typeface="Calibri"/>
                <a:cs typeface="Calibri"/>
              </a:rPr>
              <a:t>м</a:t>
            </a:r>
            <a:r>
              <a:rPr sz="1350" baseline="24691" dirty="0">
                <a:solidFill>
                  <a:srgbClr val="000065"/>
                </a:solidFill>
                <a:latin typeface="Calibri"/>
                <a:cs typeface="Calibri"/>
              </a:rPr>
              <a:t>3</a:t>
            </a:r>
            <a:endParaRPr sz="1350" baseline="24691">
              <a:latin typeface="Calibri"/>
              <a:cs typeface="Calibri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2764688" y="5179190"/>
            <a:ext cx="1183005" cy="790575"/>
          </a:xfrm>
          <a:prstGeom prst="rect">
            <a:avLst/>
          </a:prstGeom>
          <a:ln w="28194">
            <a:solidFill>
              <a:srgbClr val="000065"/>
            </a:solidFill>
          </a:ln>
        </p:spPr>
        <p:txBody>
          <a:bodyPr vert="horz" wrap="square" lIns="0" tIns="34925" rIns="0" bIns="0" rtlCol="0">
            <a:spAutoFit/>
          </a:bodyPr>
          <a:lstStyle/>
          <a:p>
            <a:pPr marL="92075">
              <a:lnSpc>
                <a:spcPct val="100000"/>
              </a:lnSpc>
              <a:spcBef>
                <a:spcPts val="275"/>
              </a:spcBef>
            </a:pPr>
            <a:r>
              <a:rPr sz="1400" spc="-5" dirty="0">
                <a:solidFill>
                  <a:srgbClr val="000065"/>
                </a:solidFill>
                <a:latin typeface="Calibri"/>
                <a:cs typeface="Calibri"/>
              </a:rPr>
              <a:t>4</a:t>
            </a:r>
            <a:r>
              <a:rPr sz="1400" spc="-25" dirty="0">
                <a:solidFill>
                  <a:srgbClr val="000065"/>
                </a:solidFill>
                <a:latin typeface="Calibri"/>
                <a:cs typeface="Calibri"/>
              </a:rPr>
              <a:t> </a:t>
            </a:r>
            <a:r>
              <a:rPr sz="1400" spc="-5" dirty="0">
                <a:solidFill>
                  <a:srgbClr val="000065"/>
                </a:solidFill>
                <a:latin typeface="Calibri"/>
                <a:cs typeface="Calibri"/>
              </a:rPr>
              <a:t>х</a:t>
            </a:r>
            <a:r>
              <a:rPr sz="1400" spc="-20" dirty="0">
                <a:solidFill>
                  <a:srgbClr val="000065"/>
                </a:solidFill>
                <a:latin typeface="Calibri"/>
                <a:cs typeface="Calibri"/>
              </a:rPr>
              <a:t> </a:t>
            </a:r>
            <a:r>
              <a:rPr sz="1400" spc="-5" dirty="0">
                <a:solidFill>
                  <a:srgbClr val="000065"/>
                </a:solidFill>
                <a:latin typeface="Calibri"/>
                <a:cs typeface="Calibri"/>
              </a:rPr>
              <a:t>540*</a:t>
            </a:r>
            <a:endParaRPr sz="14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213631" y="5530091"/>
            <a:ext cx="890905" cy="422275"/>
            <a:chOff x="4213631" y="5530091"/>
            <a:chExt cx="890905" cy="42227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61256" y="5671442"/>
              <a:ext cx="805434" cy="237744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4261256" y="5671442"/>
              <a:ext cx="805815" cy="238125"/>
            </a:xfrm>
            <a:custGeom>
              <a:avLst/>
              <a:gdLst/>
              <a:ahLst/>
              <a:cxnLst/>
              <a:rect l="l" t="t" r="r" b="b"/>
              <a:pathLst>
                <a:path w="805814" h="238125">
                  <a:moveTo>
                    <a:pt x="0" y="49529"/>
                  </a:moveTo>
                  <a:lnTo>
                    <a:pt x="0" y="12953"/>
                  </a:lnTo>
                  <a:lnTo>
                    <a:pt x="793242" y="0"/>
                  </a:lnTo>
                  <a:lnTo>
                    <a:pt x="805434" y="84581"/>
                  </a:lnTo>
                  <a:lnTo>
                    <a:pt x="768096" y="158495"/>
                  </a:lnTo>
                  <a:lnTo>
                    <a:pt x="719328" y="219455"/>
                  </a:lnTo>
                  <a:lnTo>
                    <a:pt x="599694" y="231647"/>
                  </a:lnTo>
                  <a:lnTo>
                    <a:pt x="160020" y="237743"/>
                  </a:lnTo>
                  <a:lnTo>
                    <a:pt x="86106" y="219455"/>
                  </a:lnTo>
                  <a:lnTo>
                    <a:pt x="25146" y="176783"/>
                  </a:lnTo>
                  <a:lnTo>
                    <a:pt x="0" y="128015"/>
                  </a:lnTo>
                  <a:lnTo>
                    <a:pt x="6858" y="84581"/>
                  </a:lnTo>
                  <a:lnTo>
                    <a:pt x="0" y="49529"/>
                  </a:lnTo>
                  <a:close/>
                </a:path>
              </a:pathLst>
            </a:custGeom>
            <a:ln w="9144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242206" y="5558666"/>
              <a:ext cx="833755" cy="365125"/>
            </a:xfrm>
            <a:custGeom>
              <a:avLst/>
              <a:gdLst/>
              <a:ahLst/>
              <a:cxnLst/>
              <a:rect l="l" t="t" r="r" b="b"/>
              <a:pathLst>
                <a:path w="833754" h="365125">
                  <a:moveTo>
                    <a:pt x="0" y="182117"/>
                  </a:moveTo>
                  <a:lnTo>
                    <a:pt x="6561" y="230854"/>
                  </a:lnTo>
                  <a:lnTo>
                    <a:pt x="25061" y="274573"/>
                  </a:lnTo>
                  <a:lnTo>
                    <a:pt x="53721" y="311562"/>
                  </a:lnTo>
                  <a:lnTo>
                    <a:pt x="90762" y="340105"/>
                  </a:lnTo>
                  <a:lnTo>
                    <a:pt x="134408" y="358489"/>
                  </a:lnTo>
                  <a:lnTo>
                    <a:pt x="182880" y="364997"/>
                  </a:lnTo>
                  <a:lnTo>
                    <a:pt x="651510" y="364997"/>
                  </a:lnTo>
                  <a:lnTo>
                    <a:pt x="699925" y="358489"/>
                  </a:lnTo>
                  <a:lnTo>
                    <a:pt x="743429" y="340105"/>
                  </a:lnTo>
                  <a:lnTo>
                    <a:pt x="780288" y="311562"/>
                  </a:lnTo>
                  <a:lnTo>
                    <a:pt x="808764" y="274573"/>
                  </a:lnTo>
                  <a:lnTo>
                    <a:pt x="827122" y="230854"/>
                  </a:lnTo>
                  <a:lnTo>
                    <a:pt x="833628" y="182117"/>
                  </a:lnTo>
                  <a:lnTo>
                    <a:pt x="827122" y="133702"/>
                  </a:lnTo>
                  <a:lnTo>
                    <a:pt x="808764" y="90198"/>
                  </a:lnTo>
                  <a:lnTo>
                    <a:pt x="780288" y="53339"/>
                  </a:lnTo>
                  <a:lnTo>
                    <a:pt x="743429" y="24863"/>
                  </a:lnTo>
                  <a:lnTo>
                    <a:pt x="699925" y="6505"/>
                  </a:lnTo>
                  <a:lnTo>
                    <a:pt x="651510" y="0"/>
                  </a:lnTo>
                  <a:lnTo>
                    <a:pt x="182880" y="0"/>
                  </a:lnTo>
                  <a:lnTo>
                    <a:pt x="134408" y="6505"/>
                  </a:lnTo>
                  <a:lnTo>
                    <a:pt x="90762" y="24863"/>
                  </a:lnTo>
                  <a:lnTo>
                    <a:pt x="53720" y="53339"/>
                  </a:lnTo>
                  <a:lnTo>
                    <a:pt x="25061" y="90198"/>
                  </a:lnTo>
                  <a:lnTo>
                    <a:pt x="6561" y="133702"/>
                  </a:lnTo>
                  <a:lnTo>
                    <a:pt x="0" y="182117"/>
                  </a:lnTo>
                  <a:close/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5810021" y="3393443"/>
            <a:ext cx="2306320" cy="1263650"/>
            <a:chOff x="5810021" y="3393443"/>
            <a:chExt cx="2306320" cy="1263650"/>
          </a:xfrm>
        </p:grpSpPr>
        <p:sp>
          <p:nvSpPr>
            <p:cNvPr id="7" name="object 7"/>
            <p:cNvSpPr/>
            <p:nvPr/>
          </p:nvSpPr>
          <p:spPr>
            <a:xfrm>
              <a:off x="5834786" y="3418208"/>
              <a:ext cx="697230" cy="695960"/>
            </a:xfrm>
            <a:custGeom>
              <a:avLst/>
              <a:gdLst/>
              <a:ahLst/>
              <a:cxnLst/>
              <a:rect l="l" t="t" r="r" b="b"/>
              <a:pathLst>
                <a:path w="697229" h="695960">
                  <a:moveTo>
                    <a:pt x="697229" y="347472"/>
                  </a:moveTo>
                  <a:lnTo>
                    <a:pt x="694044" y="300296"/>
                  </a:lnTo>
                  <a:lnTo>
                    <a:pt x="684766" y="255058"/>
                  </a:lnTo>
                  <a:lnTo>
                    <a:pt x="669809" y="212169"/>
                  </a:lnTo>
                  <a:lnTo>
                    <a:pt x="649590" y="172042"/>
                  </a:lnTo>
                  <a:lnTo>
                    <a:pt x="624524" y="135090"/>
                  </a:lnTo>
                  <a:lnTo>
                    <a:pt x="595026" y="101727"/>
                  </a:lnTo>
                  <a:lnTo>
                    <a:pt x="561512" y="72363"/>
                  </a:lnTo>
                  <a:lnTo>
                    <a:pt x="524397" y="47413"/>
                  </a:lnTo>
                  <a:lnTo>
                    <a:pt x="484096" y="27289"/>
                  </a:lnTo>
                  <a:lnTo>
                    <a:pt x="441025" y="12403"/>
                  </a:lnTo>
                  <a:lnTo>
                    <a:pt x="395599" y="3169"/>
                  </a:lnTo>
                  <a:lnTo>
                    <a:pt x="348233" y="0"/>
                  </a:lnTo>
                  <a:lnTo>
                    <a:pt x="300883" y="3169"/>
                  </a:lnTo>
                  <a:lnTo>
                    <a:pt x="255499" y="12403"/>
                  </a:lnTo>
                  <a:lnTo>
                    <a:pt x="212490" y="27289"/>
                  </a:lnTo>
                  <a:lnTo>
                    <a:pt x="172268" y="47413"/>
                  </a:lnTo>
                  <a:lnTo>
                    <a:pt x="135242" y="72363"/>
                  </a:lnTo>
                  <a:lnTo>
                    <a:pt x="101822" y="101727"/>
                  </a:lnTo>
                  <a:lnTo>
                    <a:pt x="72418" y="135090"/>
                  </a:lnTo>
                  <a:lnTo>
                    <a:pt x="47441" y="172042"/>
                  </a:lnTo>
                  <a:lnTo>
                    <a:pt x="27301" y="212169"/>
                  </a:lnTo>
                  <a:lnTo>
                    <a:pt x="12407" y="255058"/>
                  </a:lnTo>
                  <a:lnTo>
                    <a:pt x="3170" y="300296"/>
                  </a:lnTo>
                  <a:lnTo>
                    <a:pt x="0" y="347472"/>
                  </a:lnTo>
                  <a:lnTo>
                    <a:pt x="3170" y="394662"/>
                  </a:lnTo>
                  <a:lnTo>
                    <a:pt x="12407" y="439942"/>
                  </a:lnTo>
                  <a:lnTo>
                    <a:pt x="27301" y="482893"/>
                  </a:lnTo>
                  <a:lnTo>
                    <a:pt x="47441" y="523098"/>
                  </a:lnTo>
                  <a:lnTo>
                    <a:pt x="72418" y="560139"/>
                  </a:lnTo>
                  <a:lnTo>
                    <a:pt x="101822" y="593598"/>
                  </a:lnTo>
                  <a:lnTo>
                    <a:pt x="135242" y="623055"/>
                  </a:lnTo>
                  <a:lnTo>
                    <a:pt x="172268" y="648095"/>
                  </a:lnTo>
                  <a:lnTo>
                    <a:pt x="212490" y="668297"/>
                  </a:lnTo>
                  <a:lnTo>
                    <a:pt x="255499" y="683245"/>
                  </a:lnTo>
                  <a:lnTo>
                    <a:pt x="300883" y="692521"/>
                  </a:lnTo>
                  <a:lnTo>
                    <a:pt x="348233" y="695706"/>
                  </a:lnTo>
                  <a:lnTo>
                    <a:pt x="395599" y="692521"/>
                  </a:lnTo>
                  <a:lnTo>
                    <a:pt x="441025" y="683245"/>
                  </a:lnTo>
                  <a:lnTo>
                    <a:pt x="484096" y="668297"/>
                  </a:lnTo>
                  <a:lnTo>
                    <a:pt x="524397" y="648095"/>
                  </a:lnTo>
                  <a:lnTo>
                    <a:pt x="561512" y="623055"/>
                  </a:lnTo>
                  <a:lnTo>
                    <a:pt x="595026" y="593598"/>
                  </a:lnTo>
                  <a:lnTo>
                    <a:pt x="624524" y="560139"/>
                  </a:lnTo>
                  <a:lnTo>
                    <a:pt x="649590" y="523098"/>
                  </a:lnTo>
                  <a:lnTo>
                    <a:pt x="669809" y="482893"/>
                  </a:lnTo>
                  <a:lnTo>
                    <a:pt x="684766" y="439942"/>
                  </a:lnTo>
                  <a:lnTo>
                    <a:pt x="694044" y="394662"/>
                  </a:lnTo>
                  <a:lnTo>
                    <a:pt x="697229" y="347472"/>
                  </a:lnTo>
                  <a:close/>
                </a:path>
              </a:pathLst>
            </a:custGeom>
            <a:ln w="3175">
              <a:solidFill>
                <a:srgbClr val="8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834786" y="3418208"/>
              <a:ext cx="697230" cy="695960"/>
            </a:xfrm>
            <a:custGeom>
              <a:avLst/>
              <a:gdLst/>
              <a:ahLst/>
              <a:cxnLst/>
              <a:rect l="l" t="t" r="r" b="b"/>
              <a:pathLst>
                <a:path w="697229" h="695960">
                  <a:moveTo>
                    <a:pt x="697229" y="347472"/>
                  </a:moveTo>
                  <a:lnTo>
                    <a:pt x="694044" y="300296"/>
                  </a:lnTo>
                  <a:lnTo>
                    <a:pt x="684766" y="255058"/>
                  </a:lnTo>
                  <a:lnTo>
                    <a:pt x="669809" y="212169"/>
                  </a:lnTo>
                  <a:lnTo>
                    <a:pt x="649590" y="172042"/>
                  </a:lnTo>
                  <a:lnTo>
                    <a:pt x="624524" y="135090"/>
                  </a:lnTo>
                  <a:lnTo>
                    <a:pt x="595026" y="101727"/>
                  </a:lnTo>
                  <a:lnTo>
                    <a:pt x="561512" y="72363"/>
                  </a:lnTo>
                  <a:lnTo>
                    <a:pt x="524397" y="47413"/>
                  </a:lnTo>
                  <a:lnTo>
                    <a:pt x="484096" y="27289"/>
                  </a:lnTo>
                  <a:lnTo>
                    <a:pt x="441025" y="12403"/>
                  </a:lnTo>
                  <a:lnTo>
                    <a:pt x="395599" y="3169"/>
                  </a:lnTo>
                  <a:lnTo>
                    <a:pt x="348233" y="0"/>
                  </a:lnTo>
                  <a:lnTo>
                    <a:pt x="300883" y="3169"/>
                  </a:lnTo>
                  <a:lnTo>
                    <a:pt x="255499" y="12403"/>
                  </a:lnTo>
                  <a:lnTo>
                    <a:pt x="212490" y="27289"/>
                  </a:lnTo>
                  <a:lnTo>
                    <a:pt x="172268" y="47413"/>
                  </a:lnTo>
                  <a:lnTo>
                    <a:pt x="135242" y="72363"/>
                  </a:lnTo>
                  <a:lnTo>
                    <a:pt x="101822" y="101727"/>
                  </a:lnTo>
                  <a:lnTo>
                    <a:pt x="72418" y="135090"/>
                  </a:lnTo>
                  <a:lnTo>
                    <a:pt x="47441" y="172042"/>
                  </a:lnTo>
                  <a:lnTo>
                    <a:pt x="27301" y="212169"/>
                  </a:lnTo>
                  <a:lnTo>
                    <a:pt x="12407" y="255058"/>
                  </a:lnTo>
                  <a:lnTo>
                    <a:pt x="3170" y="300296"/>
                  </a:lnTo>
                  <a:lnTo>
                    <a:pt x="0" y="347472"/>
                  </a:lnTo>
                  <a:lnTo>
                    <a:pt x="3170" y="394662"/>
                  </a:lnTo>
                  <a:lnTo>
                    <a:pt x="12407" y="439942"/>
                  </a:lnTo>
                  <a:lnTo>
                    <a:pt x="27301" y="482893"/>
                  </a:lnTo>
                  <a:lnTo>
                    <a:pt x="47441" y="523098"/>
                  </a:lnTo>
                  <a:lnTo>
                    <a:pt x="72418" y="560139"/>
                  </a:lnTo>
                  <a:lnTo>
                    <a:pt x="101822" y="593598"/>
                  </a:lnTo>
                  <a:lnTo>
                    <a:pt x="135242" y="623055"/>
                  </a:lnTo>
                  <a:lnTo>
                    <a:pt x="172268" y="648095"/>
                  </a:lnTo>
                  <a:lnTo>
                    <a:pt x="212490" y="668297"/>
                  </a:lnTo>
                  <a:lnTo>
                    <a:pt x="255499" y="683245"/>
                  </a:lnTo>
                  <a:lnTo>
                    <a:pt x="300883" y="692521"/>
                  </a:lnTo>
                  <a:lnTo>
                    <a:pt x="348233" y="695706"/>
                  </a:lnTo>
                  <a:lnTo>
                    <a:pt x="395599" y="692521"/>
                  </a:lnTo>
                  <a:lnTo>
                    <a:pt x="441025" y="683245"/>
                  </a:lnTo>
                  <a:lnTo>
                    <a:pt x="484096" y="668297"/>
                  </a:lnTo>
                  <a:lnTo>
                    <a:pt x="524397" y="648095"/>
                  </a:lnTo>
                  <a:lnTo>
                    <a:pt x="561512" y="623055"/>
                  </a:lnTo>
                  <a:lnTo>
                    <a:pt x="595026" y="593598"/>
                  </a:lnTo>
                  <a:lnTo>
                    <a:pt x="624524" y="560139"/>
                  </a:lnTo>
                  <a:lnTo>
                    <a:pt x="649590" y="523098"/>
                  </a:lnTo>
                  <a:lnTo>
                    <a:pt x="669809" y="482893"/>
                  </a:lnTo>
                  <a:lnTo>
                    <a:pt x="684766" y="439942"/>
                  </a:lnTo>
                  <a:lnTo>
                    <a:pt x="694044" y="394662"/>
                  </a:lnTo>
                  <a:lnTo>
                    <a:pt x="697229" y="347472"/>
                  </a:lnTo>
                  <a:close/>
                </a:path>
              </a:pathLst>
            </a:custGeom>
            <a:ln w="4953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950610" y="3534794"/>
              <a:ext cx="464184" cy="462280"/>
            </a:xfrm>
            <a:custGeom>
              <a:avLst/>
              <a:gdLst/>
              <a:ahLst/>
              <a:cxnLst/>
              <a:rect l="l" t="t" r="r" b="b"/>
              <a:pathLst>
                <a:path w="464185" h="462279">
                  <a:moveTo>
                    <a:pt x="464058" y="230886"/>
                  </a:moveTo>
                  <a:lnTo>
                    <a:pt x="459322" y="184210"/>
                  </a:lnTo>
                  <a:lnTo>
                    <a:pt x="445746" y="140803"/>
                  </a:lnTo>
                  <a:lnTo>
                    <a:pt x="424276" y="101575"/>
                  </a:lnTo>
                  <a:lnTo>
                    <a:pt x="395859" y="67437"/>
                  </a:lnTo>
                  <a:lnTo>
                    <a:pt x="361441" y="39299"/>
                  </a:lnTo>
                  <a:lnTo>
                    <a:pt x="321968" y="18073"/>
                  </a:lnTo>
                  <a:lnTo>
                    <a:pt x="278388" y="4670"/>
                  </a:lnTo>
                  <a:lnTo>
                    <a:pt x="231648" y="0"/>
                  </a:lnTo>
                  <a:lnTo>
                    <a:pt x="184939" y="4670"/>
                  </a:lnTo>
                  <a:lnTo>
                    <a:pt x="141446" y="18073"/>
                  </a:lnTo>
                  <a:lnTo>
                    <a:pt x="102096" y="39299"/>
                  </a:lnTo>
                  <a:lnTo>
                    <a:pt x="67818" y="67437"/>
                  </a:lnTo>
                  <a:lnTo>
                    <a:pt x="39540" y="101575"/>
                  </a:lnTo>
                  <a:lnTo>
                    <a:pt x="18192" y="140803"/>
                  </a:lnTo>
                  <a:lnTo>
                    <a:pt x="4702" y="184210"/>
                  </a:lnTo>
                  <a:lnTo>
                    <a:pt x="0" y="230886"/>
                  </a:lnTo>
                  <a:lnTo>
                    <a:pt x="4702" y="277342"/>
                  </a:lnTo>
                  <a:lnTo>
                    <a:pt x="18192" y="320647"/>
                  </a:lnTo>
                  <a:lnTo>
                    <a:pt x="39540" y="359861"/>
                  </a:lnTo>
                  <a:lnTo>
                    <a:pt x="67818" y="394049"/>
                  </a:lnTo>
                  <a:lnTo>
                    <a:pt x="102096" y="422271"/>
                  </a:lnTo>
                  <a:lnTo>
                    <a:pt x="141446" y="443591"/>
                  </a:lnTo>
                  <a:lnTo>
                    <a:pt x="184939" y="457070"/>
                  </a:lnTo>
                  <a:lnTo>
                    <a:pt x="231648" y="461772"/>
                  </a:lnTo>
                  <a:lnTo>
                    <a:pt x="278388" y="457070"/>
                  </a:lnTo>
                  <a:lnTo>
                    <a:pt x="321968" y="443591"/>
                  </a:lnTo>
                  <a:lnTo>
                    <a:pt x="361441" y="422271"/>
                  </a:lnTo>
                  <a:lnTo>
                    <a:pt x="395859" y="394049"/>
                  </a:lnTo>
                  <a:lnTo>
                    <a:pt x="424276" y="359861"/>
                  </a:lnTo>
                  <a:lnTo>
                    <a:pt x="445746" y="320647"/>
                  </a:lnTo>
                  <a:lnTo>
                    <a:pt x="459322" y="277342"/>
                  </a:lnTo>
                  <a:lnTo>
                    <a:pt x="464058" y="23088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950610" y="3534794"/>
              <a:ext cx="464184" cy="462280"/>
            </a:xfrm>
            <a:custGeom>
              <a:avLst/>
              <a:gdLst/>
              <a:ahLst/>
              <a:cxnLst/>
              <a:rect l="l" t="t" r="r" b="b"/>
              <a:pathLst>
                <a:path w="464185" h="462279">
                  <a:moveTo>
                    <a:pt x="464058" y="230886"/>
                  </a:moveTo>
                  <a:lnTo>
                    <a:pt x="459322" y="184210"/>
                  </a:lnTo>
                  <a:lnTo>
                    <a:pt x="445746" y="140803"/>
                  </a:lnTo>
                  <a:lnTo>
                    <a:pt x="424276" y="101575"/>
                  </a:lnTo>
                  <a:lnTo>
                    <a:pt x="395859" y="67437"/>
                  </a:lnTo>
                  <a:lnTo>
                    <a:pt x="361441" y="39299"/>
                  </a:lnTo>
                  <a:lnTo>
                    <a:pt x="321968" y="18073"/>
                  </a:lnTo>
                  <a:lnTo>
                    <a:pt x="278388" y="4670"/>
                  </a:lnTo>
                  <a:lnTo>
                    <a:pt x="231648" y="0"/>
                  </a:lnTo>
                  <a:lnTo>
                    <a:pt x="184939" y="4670"/>
                  </a:lnTo>
                  <a:lnTo>
                    <a:pt x="141446" y="18073"/>
                  </a:lnTo>
                  <a:lnTo>
                    <a:pt x="102096" y="39299"/>
                  </a:lnTo>
                  <a:lnTo>
                    <a:pt x="67818" y="67437"/>
                  </a:lnTo>
                  <a:lnTo>
                    <a:pt x="39540" y="101575"/>
                  </a:lnTo>
                  <a:lnTo>
                    <a:pt x="18192" y="140803"/>
                  </a:lnTo>
                  <a:lnTo>
                    <a:pt x="4702" y="184210"/>
                  </a:lnTo>
                  <a:lnTo>
                    <a:pt x="0" y="230886"/>
                  </a:lnTo>
                  <a:lnTo>
                    <a:pt x="4702" y="277342"/>
                  </a:lnTo>
                  <a:lnTo>
                    <a:pt x="18192" y="320647"/>
                  </a:lnTo>
                  <a:lnTo>
                    <a:pt x="39540" y="359861"/>
                  </a:lnTo>
                  <a:lnTo>
                    <a:pt x="67818" y="394049"/>
                  </a:lnTo>
                  <a:lnTo>
                    <a:pt x="102096" y="422271"/>
                  </a:lnTo>
                  <a:lnTo>
                    <a:pt x="141446" y="443591"/>
                  </a:lnTo>
                  <a:lnTo>
                    <a:pt x="184939" y="457070"/>
                  </a:lnTo>
                  <a:lnTo>
                    <a:pt x="231648" y="461772"/>
                  </a:lnTo>
                  <a:lnTo>
                    <a:pt x="278388" y="457070"/>
                  </a:lnTo>
                  <a:lnTo>
                    <a:pt x="321968" y="443591"/>
                  </a:lnTo>
                  <a:lnTo>
                    <a:pt x="361441" y="422271"/>
                  </a:lnTo>
                  <a:lnTo>
                    <a:pt x="395859" y="394049"/>
                  </a:lnTo>
                  <a:lnTo>
                    <a:pt x="424276" y="359861"/>
                  </a:lnTo>
                  <a:lnTo>
                    <a:pt x="445746" y="320647"/>
                  </a:lnTo>
                  <a:lnTo>
                    <a:pt x="459322" y="277342"/>
                  </a:lnTo>
                  <a:lnTo>
                    <a:pt x="464058" y="230886"/>
                  </a:lnTo>
                  <a:close/>
                </a:path>
              </a:pathLst>
            </a:custGeom>
            <a:ln w="3175">
              <a:solidFill>
                <a:srgbClr val="8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950610" y="3534794"/>
              <a:ext cx="464184" cy="462280"/>
            </a:xfrm>
            <a:custGeom>
              <a:avLst/>
              <a:gdLst/>
              <a:ahLst/>
              <a:cxnLst/>
              <a:rect l="l" t="t" r="r" b="b"/>
              <a:pathLst>
                <a:path w="464185" h="462279">
                  <a:moveTo>
                    <a:pt x="464058" y="230886"/>
                  </a:moveTo>
                  <a:lnTo>
                    <a:pt x="459322" y="184210"/>
                  </a:lnTo>
                  <a:lnTo>
                    <a:pt x="445746" y="140803"/>
                  </a:lnTo>
                  <a:lnTo>
                    <a:pt x="424276" y="101575"/>
                  </a:lnTo>
                  <a:lnTo>
                    <a:pt x="395859" y="67437"/>
                  </a:lnTo>
                  <a:lnTo>
                    <a:pt x="361441" y="39299"/>
                  </a:lnTo>
                  <a:lnTo>
                    <a:pt x="321968" y="18073"/>
                  </a:lnTo>
                  <a:lnTo>
                    <a:pt x="278388" y="4670"/>
                  </a:lnTo>
                  <a:lnTo>
                    <a:pt x="231648" y="0"/>
                  </a:lnTo>
                  <a:lnTo>
                    <a:pt x="184939" y="4670"/>
                  </a:lnTo>
                  <a:lnTo>
                    <a:pt x="141446" y="18073"/>
                  </a:lnTo>
                  <a:lnTo>
                    <a:pt x="102096" y="39299"/>
                  </a:lnTo>
                  <a:lnTo>
                    <a:pt x="67818" y="67437"/>
                  </a:lnTo>
                  <a:lnTo>
                    <a:pt x="39540" y="101575"/>
                  </a:lnTo>
                  <a:lnTo>
                    <a:pt x="18192" y="140803"/>
                  </a:lnTo>
                  <a:lnTo>
                    <a:pt x="4702" y="184210"/>
                  </a:lnTo>
                  <a:lnTo>
                    <a:pt x="0" y="230886"/>
                  </a:lnTo>
                  <a:lnTo>
                    <a:pt x="4702" y="277342"/>
                  </a:lnTo>
                  <a:lnTo>
                    <a:pt x="18192" y="320647"/>
                  </a:lnTo>
                  <a:lnTo>
                    <a:pt x="39540" y="359861"/>
                  </a:lnTo>
                  <a:lnTo>
                    <a:pt x="67818" y="394049"/>
                  </a:lnTo>
                  <a:lnTo>
                    <a:pt x="102096" y="422271"/>
                  </a:lnTo>
                  <a:lnTo>
                    <a:pt x="141446" y="443591"/>
                  </a:lnTo>
                  <a:lnTo>
                    <a:pt x="184939" y="457070"/>
                  </a:lnTo>
                  <a:lnTo>
                    <a:pt x="231648" y="461772"/>
                  </a:lnTo>
                  <a:lnTo>
                    <a:pt x="278388" y="457070"/>
                  </a:lnTo>
                  <a:lnTo>
                    <a:pt x="321968" y="443591"/>
                  </a:lnTo>
                  <a:lnTo>
                    <a:pt x="361441" y="422271"/>
                  </a:lnTo>
                  <a:lnTo>
                    <a:pt x="395859" y="394049"/>
                  </a:lnTo>
                  <a:lnTo>
                    <a:pt x="424276" y="359861"/>
                  </a:lnTo>
                  <a:lnTo>
                    <a:pt x="445746" y="320647"/>
                  </a:lnTo>
                  <a:lnTo>
                    <a:pt x="459322" y="277342"/>
                  </a:lnTo>
                  <a:lnTo>
                    <a:pt x="464058" y="230886"/>
                  </a:lnTo>
                  <a:close/>
                </a:path>
              </a:pathLst>
            </a:custGeom>
            <a:ln w="4953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6601345" y="4185542"/>
              <a:ext cx="1485900" cy="311150"/>
            </a:xfrm>
            <a:custGeom>
              <a:avLst/>
              <a:gdLst/>
              <a:ahLst/>
              <a:cxnLst/>
              <a:rect l="l" t="t" r="r" b="b"/>
              <a:pathLst>
                <a:path w="1485900" h="311150">
                  <a:moveTo>
                    <a:pt x="0" y="157734"/>
                  </a:moveTo>
                  <a:lnTo>
                    <a:pt x="329184" y="302514"/>
                  </a:lnTo>
                  <a:lnTo>
                    <a:pt x="1477518" y="310896"/>
                  </a:lnTo>
                  <a:lnTo>
                    <a:pt x="1485900" y="0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6646303" y="4140584"/>
              <a:ext cx="1210945" cy="117475"/>
            </a:xfrm>
            <a:custGeom>
              <a:avLst/>
              <a:gdLst/>
              <a:ahLst/>
              <a:cxnLst/>
              <a:rect l="l" t="t" r="r" b="b"/>
              <a:pathLst>
                <a:path w="1210945" h="117475">
                  <a:moveTo>
                    <a:pt x="0" y="0"/>
                  </a:moveTo>
                  <a:lnTo>
                    <a:pt x="322326" y="116586"/>
                  </a:lnTo>
                  <a:lnTo>
                    <a:pt x="1202436" y="117348"/>
                  </a:lnTo>
                  <a:lnTo>
                    <a:pt x="1210818" y="38100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087501" y="4374518"/>
              <a:ext cx="253746" cy="2537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7087501" y="4374518"/>
              <a:ext cx="254000" cy="254000"/>
            </a:xfrm>
            <a:custGeom>
              <a:avLst/>
              <a:gdLst/>
              <a:ahLst/>
              <a:cxnLst/>
              <a:rect l="l" t="t" r="r" b="b"/>
              <a:pathLst>
                <a:path w="254000" h="254000">
                  <a:moveTo>
                    <a:pt x="253746" y="126492"/>
                  </a:moveTo>
                  <a:lnTo>
                    <a:pt x="243720" y="77152"/>
                  </a:lnTo>
                  <a:lnTo>
                    <a:pt x="216408" y="36957"/>
                  </a:lnTo>
                  <a:lnTo>
                    <a:pt x="175950" y="9906"/>
                  </a:lnTo>
                  <a:lnTo>
                    <a:pt x="126492" y="0"/>
                  </a:lnTo>
                  <a:lnTo>
                    <a:pt x="77152" y="9906"/>
                  </a:lnTo>
                  <a:lnTo>
                    <a:pt x="36957" y="36957"/>
                  </a:lnTo>
                  <a:lnTo>
                    <a:pt x="9906" y="77152"/>
                  </a:lnTo>
                  <a:lnTo>
                    <a:pt x="0" y="126492"/>
                  </a:lnTo>
                  <a:lnTo>
                    <a:pt x="9906" y="175950"/>
                  </a:lnTo>
                  <a:lnTo>
                    <a:pt x="36957" y="216408"/>
                  </a:lnTo>
                  <a:lnTo>
                    <a:pt x="77152" y="243720"/>
                  </a:lnTo>
                  <a:lnTo>
                    <a:pt x="126492" y="253746"/>
                  </a:lnTo>
                  <a:lnTo>
                    <a:pt x="175950" y="243720"/>
                  </a:lnTo>
                  <a:lnTo>
                    <a:pt x="216408" y="216408"/>
                  </a:lnTo>
                  <a:lnTo>
                    <a:pt x="243720" y="175950"/>
                  </a:lnTo>
                  <a:lnTo>
                    <a:pt x="253746" y="126492"/>
                  </a:lnTo>
                  <a:close/>
                </a:path>
                <a:path w="254000" h="254000">
                  <a:moveTo>
                    <a:pt x="253746" y="126492"/>
                  </a:moveTo>
                  <a:lnTo>
                    <a:pt x="243720" y="77152"/>
                  </a:lnTo>
                  <a:lnTo>
                    <a:pt x="216408" y="36957"/>
                  </a:lnTo>
                  <a:lnTo>
                    <a:pt x="175950" y="9906"/>
                  </a:lnTo>
                  <a:lnTo>
                    <a:pt x="126492" y="0"/>
                  </a:lnTo>
                  <a:lnTo>
                    <a:pt x="77152" y="9906"/>
                  </a:lnTo>
                  <a:lnTo>
                    <a:pt x="36957" y="36957"/>
                  </a:lnTo>
                  <a:lnTo>
                    <a:pt x="9906" y="77152"/>
                  </a:lnTo>
                  <a:lnTo>
                    <a:pt x="0" y="126492"/>
                  </a:lnTo>
                  <a:lnTo>
                    <a:pt x="9906" y="175950"/>
                  </a:lnTo>
                  <a:lnTo>
                    <a:pt x="36957" y="216408"/>
                  </a:lnTo>
                  <a:lnTo>
                    <a:pt x="77152" y="243720"/>
                  </a:lnTo>
                  <a:lnTo>
                    <a:pt x="126492" y="253746"/>
                  </a:lnTo>
                  <a:lnTo>
                    <a:pt x="175950" y="243720"/>
                  </a:lnTo>
                  <a:lnTo>
                    <a:pt x="216408" y="216408"/>
                  </a:lnTo>
                  <a:lnTo>
                    <a:pt x="243720" y="175950"/>
                  </a:lnTo>
                  <a:lnTo>
                    <a:pt x="253746" y="126492"/>
                  </a:lnTo>
                  <a:close/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144651" y="4431668"/>
              <a:ext cx="71755" cy="139700"/>
            </a:xfrm>
            <a:custGeom>
              <a:avLst/>
              <a:gdLst/>
              <a:ahLst/>
              <a:cxnLst/>
              <a:rect l="l" t="t" r="r" b="b"/>
              <a:pathLst>
                <a:path w="71754" h="139700">
                  <a:moveTo>
                    <a:pt x="71627" y="0"/>
                  </a:moveTo>
                  <a:lnTo>
                    <a:pt x="0" y="69342"/>
                  </a:lnTo>
                  <a:lnTo>
                    <a:pt x="71627" y="139446"/>
                  </a:lnTo>
                </a:path>
              </a:pathLst>
            </a:custGeom>
            <a:ln w="57149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144651" y="4501010"/>
              <a:ext cx="104775" cy="0"/>
            </a:xfrm>
            <a:custGeom>
              <a:avLst/>
              <a:gdLst/>
              <a:ahLst/>
              <a:cxnLst/>
              <a:rect l="l" t="t" r="r" b="b"/>
              <a:pathLst>
                <a:path w="104775">
                  <a:moveTo>
                    <a:pt x="0" y="0"/>
                  </a:moveTo>
                  <a:lnTo>
                    <a:pt x="104394" y="0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" name="object 18"/>
          <p:cNvGrpSpPr/>
          <p:nvPr/>
        </p:nvGrpSpPr>
        <p:grpSpPr>
          <a:xfrm>
            <a:off x="4241050" y="2861567"/>
            <a:ext cx="1540510" cy="513080"/>
            <a:chOff x="4241050" y="2861567"/>
            <a:chExt cx="1540510" cy="513080"/>
          </a:xfrm>
        </p:grpSpPr>
        <p:sp>
          <p:nvSpPr>
            <p:cNvPr id="19" name="object 19"/>
            <p:cNvSpPr/>
            <p:nvPr/>
          </p:nvSpPr>
          <p:spPr>
            <a:xfrm>
              <a:off x="4499749" y="2890142"/>
              <a:ext cx="1252855" cy="230504"/>
            </a:xfrm>
            <a:custGeom>
              <a:avLst/>
              <a:gdLst/>
              <a:ahLst/>
              <a:cxnLst/>
              <a:rect l="l" t="t" r="r" b="b"/>
              <a:pathLst>
                <a:path w="1252854" h="230505">
                  <a:moveTo>
                    <a:pt x="1252727" y="230124"/>
                  </a:moveTo>
                  <a:lnTo>
                    <a:pt x="923543" y="83820"/>
                  </a:lnTo>
                  <a:lnTo>
                    <a:pt x="8381" y="73914"/>
                  </a:lnTo>
                  <a:lnTo>
                    <a:pt x="0" y="0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269625" y="2897762"/>
              <a:ext cx="1438275" cy="424180"/>
            </a:xfrm>
            <a:custGeom>
              <a:avLst/>
              <a:gdLst/>
              <a:ahLst/>
              <a:cxnLst/>
              <a:rect l="l" t="t" r="r" b="b"/>
              <a:pathLst>
                <a:path w="1438275" h="424179">
                  <a:moveTo>
                    <a:pt x="1437893" y="423672"/>
                  </a:moveTo>
                  <a:lnTo>
                    <a:pt x="1116329" y="307848"/>
                  </a:lnTo>
                  <a:lnTo>
                    <a:pt x="0" y="310896"/>
                  </a:lnTo>
                  <a:lnTo>
                    <a:pt x="0" y="0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014112" y="3089786"/>
              <a:ext cx="254000" cy="256540"/>
            </a:xfrm>
            <a:custGeom>
              <a:avLst/>
              <a:gdLst/>
              <a:ahLst/>
              <a:cxnLst/>
              <a:rect l="l" t="t" r="r" b="b"/>
              <a:pathLst>
                <a:path w="254000" h="256539">
                  <a:moveTo>
                    <a:pt x="253746" y="128015"/>
                  </a:moveTo>
                  <a:lnTo>
                    <a:pt x="243720" y="78116"/>
                  </a:lnTo>
                  <a:lnTo>
                    <a:pt x="216408" y="37433"/>
                  </a:lnTo>
                  <a:lnTo>
                    <a:pt x="175950" y="10036"/>
                  </a:lnTo>
                  <a:lnTo>
                    <a:pt x="126492" y="0"/>
                  </a:lnTo>
                  <a:lnTo>
                    <a:pt x="77152" y="10036"/>
                  </a:lnTo>
                  <a:lnTo>
                    <a:pt x="36957" y="37433"/>
                  </a:lnTo>
                  <a:lnTo>
                    <a:pt x="9906" y="78116"/>
                  </a:lnTo>
                  <a:lnTo>
                    <a:pt x="0" y="128015"/>
                  </a:lnTo>
                  <a:lnTo>
                    <a:pt x="9906" y="177593"/>
                  </a:lnTo>
                  <a:lnTo>
                    <a:pt x="36957" y="218312"/>
                  </a:lnTo>
                  <a:lnTo>
                    <a:pt x="77152" y="245887"/>
                  </a:lnTo>
                  <a:lnTo>
                    <a:pt x="126492" y="256031"/>
                  </a:lnTo>
                  <a:lnTo>
                    <a:pt x="175950" y="245887"/>
                  </a:lnTo>
                  <a:lnTo>
                    <a:pt x="216408" y="218312"/>
                  </a:lnTo>
                  <a:lnTo>
                    <a:pt x="243720" y="177593"/>
                  </a:lnTo>
                  <a:lnTo>
                    <a:pt x="253746" y="12801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014112" y="3089786"/>
              <a:ext cx="254000" cy="256540"/>
            </a:xfrm>
            <a:custGeom>
              <a:avLst/>
              <a:gdLst/>
              <a:ahLst/>
              <a:cxnLst/>
              <a:rect l="l" t="t" r="r" b="b"/>
              <a:pathLst>
                <a:path w="254000" h="256539">
                  <a:moveTo>
                    <a:pt x="253746" y="128015"/>
                  </a:moveTo>
                  <a:lnTo>
                    <a:pt x="243720" y="78116"/>
                  </a:lnTo>
                  <a:lnTo>
                    <a:pt x="216408" y="37433"/>
                  </a:lnTo>
                  <a:lnTo>
                    <a:pt x="175950" y="10036"/>
                  </a:lnTo>
                  <a:lnTo>
                    <a:pt x="126492" y="0"/>
                  </a:lnTo>
                  <a:lnTo>
                    <a:pt x="77152" y="10036"/>
                  </a:lnTo>
                  <a:lnTo>
                    <a:pt x="36957" y="37433"/>
                  </a:lnTo>
                  <a:lnTo>
                    <a:pt x="9906" y="78116"/>
                  </a:lnTo>
                  <a:lnTo>
                    <a:pt x="0" y="128015"/>
                  </a:lnTo>
                  <a:lnTo>
                    <a:pt x="9906" y="177593"/>
                  </a:lnTo>
                  <a:lnTo>
                    <a:pt x="36957" y="218312"/>
                  </a:lnTo>
                  <a:lnTo>
                    <a:pt x="77152" y="245887"/>
                  </a:lnTo>
                  <a:lnTo>
                    <a:pt x="126492" y="256031"/>
                  </a:lnTo>
                  <a:lnTo>
                    <a:pt x="175950" y="245887"/>
                  </a:lnTo>
                  <a:lnTo>
                    <a:pt x="216408" y="218312"/>
                  </a:lnTo>
                  <a:lnTo>
                    <a:pt x="243720" y="177593"/>
                  </a:lnTo>
                  <a:lnTo>
                    <a:pt x="253746" y="128015"/>
                  </a:lnTo>
                  <a:close/>
                </a:path>
              </a:pathLst>
            </a:custGeom>
            <a:ln w="57150">
              <a:solidFill>
                <a:srgbClr val="8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014112" y="3089786"/>
              <a:ext cx="254000" cy="256540"/>
            </a:xfrm>
            <a:custGeom>
              <a:avLst/>
              <a:gdLst/>
              <a:ahLst/>
              <a:cxnLst/>
              <a:rect l="l" t="t" r="r" b="b"/>
              <a:pathLst>
                <a:path w="254000" h="256539">
                  <a:moveTo>
                    <a:pt x="253746" y="128015"/>
                  </a:moveTo>
                  <a:lnTo>
                    <a:pt x="243720" y="78116"/>
                  </a:lnTo>
                  <a:lnTo>
                    <a:pt x="216408" y="37433"/>
                  </a:lnTo>
                  <a:lnTo>
                    <a:pt x="175950" y="10036"/>
                  </a:lnTo>
                  <a:lnTo>
                    <a:pt x="126492" y="0"/>
                  </a:lnTo>
                  <a:lnTo>
                    <a:pt x="77152" y="10036"/>
                  </a:lnTo>
                  <a:lnTo>
                    <a:pt x="36957" y="37433"/>
                  </a:lnTo>
                  <a:lnTo>
                    <a:pt x="9906" y="78116"/>
                  </a:lnTo>
                  <a:lnTo>
                    <a:pt x="0" y="128015"/>
                  </a:lnTo>
                  <a:lnTo>
                    <a:pt x="9906" y="177593"/>
                  </a:lnTo>
                  <a:lnTo>
                    <a:pt x="36957" y="218312"/>
                  </a:lnTo>
                  <a:lnTo>
                    <a:pt x="77152" y="245887"/>
                  </a:lnTo>
                  <a:lnTo>
                    <a:pt x="126492" y="256031"/>
                  </a:lnTo>
                  <a:lnTo>
                    <a:pt x="175950" y="245887"/>
                  </a:lnTo>
                  <a:lnTo>
                    <a:pt x="216408" y="218312"/>
                  </a:lnTo>
                  <a:lnTo>
                    <a:pt x="243720" y="177593"/>
                  </a:lnTo>
                  <a:lnTo>
                    <a:pt x="253746" y="128015"/>
                  </a:lnTo>
                  <a:close/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141366" y="3148460"/>
              <a:ext cx="69850" cy="138430"/>
            </a:xfrm>
            <a:custGeom>
              <a:avLst/>
              <a:gdLst/>
              <a:ahLst/>
              <a:cxnLst/>
              <a:rect l="l" t="t" r="r" b="b"/>
              <a:pathLst>
                <a:path w="69850" h="138429">
                  <a:moveTo>
                    <a:pt x="0" y="137922"/>
                  </a:moveTo>
                  <a:lnTo>
                    <a:pt x="69342" y="68580"/>
                  </a:lnTo>
                  <a:lnTo>
                    <a:pt x="0" y="0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106314" y="3217040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5">
                  <a:moveTo>
                    <a:pt x="-28575" y="762"/>
                  </a:moveTo>
                  <a:lnTo>
                    <a:pt x="132969" y="762"/>
                  </a:lnTo>
                </a:path>
              </a:pathLst>
            </a:custGeom>
            <a:ln w="58674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6560591" y="2847089"/>
            <a:ext cx="1557020" cy="538480"/>
            <a:chOff x="6560591" y="2847089"/>
            <a:chExt cx="1557020" cy="538480"/>
          </a:xfrm>
        </p:grpSpPr>
        <p:sp>
          <p:nvSpPr>
            <p:cNvPr id="27" name="object 27"/>
            <p:cNvSpPr/>
            <p:nvPr/>
          </p:nvSpPr>
          <p:spPr>
            <a:xfrm>
              <a:off x="6589166" y="2875664"/>
              <a:ext cx="1266825" cy="255270"/>
            </a:xfrm>
            <a:custGeom>
              <a:avLst/>
              <a:gdLst/>
              <a:ahLst/>
              <a:cxnLst/>
              <a:rect l="l" t="t" r="r" b="b"/>
              <a:pathLst>
                <a:path w="1266825" h="255269">
                  <a:moveTo>
                    <a:pt x="0" y="255270"/>
                  </a:moveTo>
                  <a:lnTo>
                    <a:pt x="329184" y="109728"/>
                  </a:lnTo>
                  <a:lnTo>
                    <a:pt x="1260348" y="109728"/>
                  </a:lnTo>
                  <a:lnTo>
                    <a:pt x="1266444" y="0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633362" y="2888618"/>
              <a:ext cx="1455420" cy="444500"/>
            </a:xfrm>
            <a:custGeom>
              <a:avLst/>
              <a:gdLst/>
              <a:ahLst/>
              <a:cxnLst/>
              <a:rect l="l" t="t" r="r" b="b"/>
              <a:pathLst>
                <a:path w="1455420" h="444500">
                  <a:moveTo>
                    <a:pt x="0" y="444246"/>
                  </a:moveTo>
                  <a:lnTo>
                    <a:pt x="322326" y="328422"/>
                  </a:lnTo>
                  <a:lnTo>
                    <a:pt x="1450086" y="330708"/>
                  </a:lnTo>
                  <a:lnTo>
                    <a:pt x="1455420" y="0"/>
                  </a:lnTo>
                </a:path>
              </a:pathLst>
            </a:custGeom>
            <a:ln w="57149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7073036" y="3101216"/>
              <a:ext cx="256540" cy="255270"/>
            </a:xfrm>
            <a:custGeom>
              <a:avLst/>
              <a:gdLst/>
              <a:ahLst/>
              <a:cxnLst/>
              <a:rect l="l" t="t" r="r" b="b"/>
              <a:pathLst>
                <a:path w="256540" h="255270">
                  <a:moveTo>
                    <a:pt x="256031" y="127253"/>
                  </a:moveTo>
                  <a:lnTo>
                    <a:pt x="245887" y="77795"/>
                  </a:lnTo>
                  <a:lnTo>
                    <a:pt x="218312" y="37337"/>
                  </a:lnTo>
                  <a:lnTo>
                    <a:pt x="177593" y="10025"/>
                  </a:lnTo>
                  <a:lnTo>
                    <a:pt x="128015" y="0"/>
                  </a:lnTo>
                  <a:lnTo>
                    <a:pt x="78116" y="10025"/>
                  </a:lnTo>
                  <a:lnTo>
                    <a:pt x="37433" y="37337"/>
                  </a:lnTo>
                  <a:lnTo>
                    <a:pt x="10036" y="77795"/>
                  </a:lnTo>
                  <a:lnTo>
                    <a:pt x="0" y="127253"/>
                  </a:lnTo>
                  <a:lnTo>
                    <a:pt x="10036" y="177153"/>
                  </a:lnTo>
                  <a:lnTo>
                    <a:pt x="37433" y="217836"/>
                  </a:lnTo>
                  <a:lnTo>
                    <a:pt x="78116" y="245233"/>
                  </a:lnTo>
                  <a:lnTo>
                    <a:pt x="128015" y="255269"/>
                  </a:lnTo>
                  <a:lnTo>
                    <a:pt x="177593" y="245233"/>
                  </a:lnTo>
                  <a:lnTo>
                    <a:pt x="218312" y="217836"/>
                  </a:lnTo>
                  <a:lnTo>
                    <a:pt x="245887" y="177153"/>
                  </a:lnTo>
                  <a:lnTo>
                    <a:pt x="256031" y="12725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7073036" y="3101216"/>
              <a:ext cx="256540" cy="255270"/>
            </a:xfrm>
            <a:custGeom>
              <a:avLst/>
              <a:gdLst/>
              <a:ahLst/>
              <a:cxnLst/>
              <a:rect l="l" t="t" r="r" b="b"/>
              <a:pathLst>
                <a:path w="256540" h="255270">
                  <a:moveTo>
                    <a:pt x="256031" y="127253"/>
                  </a:moveTo>
                  <a:lnTo>
                    <a:pt x="245887" y="77795"/>
                  </a:lnTo>
                  <a:lnTo>
                    <a:pt x="218312" y="37337"/>
                  </a:lnTo>
                  <a:lnTo>
                    <a:pt x="177593" y="10025"/>
                  </a:lnTo>
                  <a:lnTo>
                    <a:pt x="128015" y="0"/>
                  </a:lnTo>
                  <a:lnTo>
                    <a:pt x="78116" y="10025"/>
                  </a:lnTo>
                  <a:lnTo>
                    <a:pt x="37433" y="37337"/>
                  </a:lnTo>
                  <a:lnTo>
                    <a:pt x="10036" y="77795"/>
                  </a:lnTo>
                  <a:lnTo>
                    <a:pt x="0" y="127253"/>
                  </a:lnTo>
                  <a:lnTo>
                    <a:pt x="10036" y="177153"/>
                  </a:lnTo>
                  <a:lnTo>
                    <a:pt x="37433" y="217836"/>
                  </a:lnTo>
                  <a:lnTo>
                    <a:pt x="78116" y="245233"/>
                  </a:lnTo>
                  <a:lnTo>
                    <a:pt x="128015" y="255269"/>
                  </a:lnTo>
                  <a:lnTo>
                    <a:pt x="177593" y="245233"/>
                  </a:lnTo>
                  <a:lnTo>
                    <a:pt x="218312" y="217836"/>
                  </a:lnTo>
                  <a:lnTo>
                    <a:pt x="245887" y="177153"/>
                  </a:lnTo>
                  <a:lnTo>
                    <a:pt x="256031" y="127253"/>
                  </a:lnTo>
                  <a:close/>
                </a:path>
              </a:pathLst>
            </a:custGeom>
            <a:ln w="57150">
              <a:solidFill>
                <a:srgbClr val="8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7073036" y="3101216"/>
              <a:ext cx="256540" cy="255270"/>
            </a:xfrm>
            <a:custGeom>
              <a:avLst/>
              <a:gdLst/>
              <a:ahLst/>
              <a:cxnLst/>
              <a:rect l="l" t="t" r="r" b="b"/>
              <a:pathLst>
                <a:path w="256540" h="255270">
                  <a:moveTo>
                    <a:pt x="256031" y="127253"/>
                  </a:moveTo>
                  <a:lnTo>
                    <a:pt x="245887" y="77795"/>
                  </a:lnTo>
                  <a:lnTo>
                    <a:pt x="218312" y="37337"/>
                  </a:lnTo>
                  <a:lnTo>
                    <a:pt x="177593" y="10025"/>
                  </a:lnTo>
                  <a:lnTo>
                    <a:pt x="128015" y="0"/>
                  </a:lnTo>
                  <a:lnTo>
                    <a:pt x="78116" y="10025"/>
                  </a:lnTo>
                  <a:lnTo>
                    <a:pt x="37433" y="37337"/>
                  </a:lnTo>
                  <a:lnTo>
                    <a:pt x="10036" y="77795"/>
                  </a:lnTo>
                  <a:lnTo>
                    <a:pt x="0" y="127253"/>
                  </a:lnTo>
                  <a:lnTo>
                    <a:pt x="10036" y="177153"/>
                  </a:lnTo>
                  <a:lnTo>
                    <a:pt x="37433" y="217836"/>
                  </a:lnTo>
                  <a:lnTo>
                    <a:pt x="78116" y="245233"/>
                  </a:lnTo>
                  <a:lnTo>
                    <a:pt x="128015" y="255269"/>
                  </a:lnTo>
                  <a:lnTo>
                    <a:pt x="177593" y="245233"/>
                  </a:lnTo>
                  <a:lnTo>
                    <a:pt x="218312" y="217836"/>
                  </a:lnTo>
                  <a:lnTo>
                    <a:pt x="245887" y="177153"/>
                  </a:lnTo>
                  <a:lnTo>
                    <a:pt x="256031" y="127253"/>
                  </a:lnTo>
                  <a:close/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7131710" y="3158366"/>
              <a:ext cx="68580" cy="139700"/>
            </a:xfrm>
            <a:custGeom>
              <a:avLst/>
              <a:gdLst/>
              <a:ahLst/>
              <a:cxnLst/>
              <a:rect l="l" t="t" r="r" b="b"/>
              <a:pathLst>
                <a:path w="68579" h="139700">
                  <a:moveTo>
                    <a:pt x="68579" y="139446"/>
                  </a:moveTo>
                  <a:lnTo>
                    <a:pt x="0" y="69342"/>
                  </a:lnTo>
                  <a:lnTo>
                    <a:pt x="68579" y="0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7163714" y="3237614"/>
              <a:ext cx="102870" cy="1905"/>
            </a:xfrm>
            <a:custGeom>
              <a:avLst/>
              <a:gdLst/>
              <a:ahLst/>
              <a:cxnLst/>
              <a:rect l="l" t="t" r="r" b="b"/>
              <a:pathLst>
                <a:path w="102870" h="1905">
                  <a:moveTo>
                    <a:pt x="-28574" y="762"/>
                  </a:moveTo>
                  <a:lnTo>
                    <a:pt x="131445" y="762"/>
                  </a:lnTo>
                </a:path>
              </a:pathLst>
            </a:custGeom>
            <a:ln w="58674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/>
          <p:nvPr/>
        </p:nvSpPr>
        <p:spPr>
          <a:xfrm>
            <a:off x="5125364" y="2729360"/>
            <a:ext cx="0" cy="262255"/>
          </a:xfrm>
          <a:custGeom>
            <a:avLst/>
            <a:gdLst/>
            <a:ahLst/>
            <a:cxnLst/>
            <a:rect l="l" t="t" r="r" b="b"/>
            <a:pathLst>
              <a:path h="262255">
                <a:moveTo>
                  <a:pt x="0" y="0"/>
                </a:moveTo>
                <a:lnTo>
                  <a:pt x="0" y="262128"/>
                </a:lnTo>
              </a:path>
            </a:pathLst>
          </a:custGeom>
          <a:ln w="57150">
            <a:solidFill>
              <a:srgbClr val="7E7E7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6114440" y="3772538"/>
            <a:ext cx="151130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0" y="0"/>
                </a:moveTo>
                <a:lnTo>
                  <a:pt x="150876" y="0"/>
                </a:lnTo>
              </a:path>
            </a:pathLst>
          </a:custGeom>
          <a:ln w="57150">
            <a:solidFill>
              <a:srgbClr val="7E7E7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6" name="object 36"/>
          <p:cNvGrpSpPr/>
          <p:nvPr/>
        </p:nvGrpSpPr>
        <p:grpSpPr>
          <a:xfrm>
            <a:off x="4716932" y="1865633"/>
            <a:ext cx="619125" cy="892810"/>
            <a:chOff x="4716932" y="1865633"/>
            <a:chExt cx="619125" cy="892810"/>
          </a:xfrm>
        </p:grpSpPr>
        <p:pic>
          <p:nvPicPr>
            <p:cNvPr id="37" name="object 3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942484" y="2286638"/>
              <a:ext cx="345948" cy="423671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4942484" y="2286638"/>
              <a:ext cx="346075" cy="424180"/>
            </a:xfrm>
            <a:custGeom>
              <a:avLst/>
              <a:gdLst/>
              <a:ahLst/>
              <a:cxnLst/>
              <a:rect l="l" t="t" r="r" b="b"/>
              <a:pathLst>
                <a:path w="346075" h="424180">
                  <a:moveTo>
                    <a:pt x="19812" y="0"/>
                  </a:moveTo>
                  <a:lnTo>
                    <a:pt x="345948" y="0"/>
                  </a:lnTo>
                  <a:lnTo>
                    <a:pt x="345948" y="280416"/>
                  </a:lnTo>
                  <a:lnTo>
                    <a:pt x="332994" y="319278"/>
                  </a:lnTo>
                  <a:lnTo>
                    <a:pt x="300228" y="371856"/>
                  </a:lnTo>
                  <a:lnTo>
                    <a:pt x="254508" y="410718"/>
                  </a:lnTo>
                  <a:lnTo>
                    <a:pt x="195834" y="423672"/>
                  </a:lnTo>
                  <a:lnTo>
                    <a:pt x="144018" y="423672"/>
                  </a:lnTo>
                  <a:lnTo>
                    <a:pt x="98298" y="397764"/>
                  </a:lnTo>
                  <a:lnTo>
                    <a:pt x="45720" y="352044"/>
                  </a:lnTo>
                  <a:lnTo>
                    <a:pt x="19812" y="319278"/>
                  </a:lnTo>
                  <a:lnTo>
                    <a:pt x="0" y="260604"/>
                  </a:lnTo>
                  <a:lnTo>
                    <a:pt x="19812" y="0"/>
                  </a:lnTo>
                  <a:close/>
                </a:path>
              </a:pathLst>
            </a:custGeom>
            <a:ln w="9144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942484" y="1894208"/>
              <a:ext cx="365125" cy="835660"/>
            </a:xfrm>
            <a:custGeom>
              <a:avLst/>
              <a:gdLst/>
              <a:ahLst/>
              <a:cxnLst/>
              <a:rect l="l" t="t" r="r" b="b"/>
              <a:pathLst>
                <a:path w="365125" h="835660">
                  <a:moveTo>
                    <a:pt x="182879" y="0"/>
                  </a:moveTo>
                  <a:lnTo>
                    <a:pt x="134408" y="6561"/>
                  </a:lnTo>
                  <a:lnTo>
                    <a:pt x="90762" y="25061"/>
                  </a:lnTo>
                  <a:lnTo>
                    <a:pt x="53720" y="53721"/>
                  </a:lnTo>
                  <a:lnTo>
                    <a:pt x="25061" y="90762"/>
                  </a:lnTo>
                  <a:lnTo>
                    <a:pt x="6561" y="134408"/>
                  </a:lnTo>
                  <a:lnTo>
                    <a:pt x="0" y="182880"/>
                  </a:lnTo>
                  <a:lnTo>
                    <a:pt x="0" y="653034"/>
                  </a:lnTo>
                  <a:lnTo>
                    <a:pt x="6561" y="701449"/>
                  </a:lnTo>
                  <a:lnTo>
                    <a:pt x="25061" y="744953"/>
                  </a:lnTo>
                  <a:lnTo>
                    <a:pt x="53720" y="781812"/>
                  </a:lnTo>
                  <a:lnTo>
                    <a:pt x="90762" y="810288"/>
                  </a:lnTo>
                  <a:lnTo>
                    <a:pt x="134408" y="828646"/>
                  </a:lnTo>
                  <a:lnTo>
                    <a:pt x="182879" y="835152"/>
                  </a:lnTo>
                  <a:lnTo>
                    <a:pt x="231295" y="828646"/>
                  </a:lnTo>
                  <a:lnTo>
                    <a:pt x="274799" y="810288"/>
                  </a:lnTo>
                  <a:lnTo>
                    <a:pt x="311657" y="781812"/>
                  </a:lnTo>
                  <a:lnTo>
                    <a:pt x="340134" y="744953"/>
                  </a:lnTo>
                  <a:lnTo>
                    <a:pt x="358492" y="701449"/>
                  </a:lnTo>
                  <a:lnTo>
                    <a:pt x="364997" y="653034"/>
                  </a:lnTo>
                  <a:lnTo>
                    <a:pt x="364997" y="182880"/>
                  </a:lnTo>
                  <a:lnTo>
                    <a:pt x="358492" y="134408"/>
                  </a:lnTo>
                  <a:lnTo>
                    <a:pt x="340134" y="90762"/>
                  </a:lnTo>
                  <a:lnTo>
                    <a:pt x="311657" y="53720"/>
                  </a:lnTo>
                  <a:lnTo>
                    <a:pt x="274799" y="25061"/>
                  </a:lnTo>
                  <a:lnTo>
                    <a:pt x="231295" y="6561"/>
                  </a:lnTo>
                  <a:lnTo>
                    <a:pt x="182879" y="0"/>
                  </a:lnTo>
                  <a:close/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716932" y="2418464"/>
              <a:ext cx="474980" cy="0"/>
            </a:xfrm>
            <a:custGeom>
              <a:avLst/>
              <a:gdLst/>
              <a:ahLst/>
              <a:cxnLst/>
              <a:rect l="l" t="t" r="r" b="b"/>
              <a:pathLst>
                <a:path w="474979">
                  <a:moveTo>
                    <a:pt x="0" y="0"/>
                  </a:moveTo>
                  <a:lnTo>
                    <a:pt x="474726" y="0"/>
                  </a:lnTo>
                </a:path>
              </a:pathLst>
            </a:custGeom>
            <a:ln w="28194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716932" y="2475614"/>
              <a:ext cx="474980" cy="0"/>
            </a:xfrm>
            <a:custGeom>
              <a:avLst/>
              <a:gdLst/>
              <a:ahLst/>
              <a:cxnLst/>
              <a:rect l="l" t="t" r="r" b="b"/>
              <a:pathLst>
                <a:path w="474979">
                  <a:moveTo>
                    <a:pt x="0" y="0"/>
                  </a:moveTo>
                  <a:lnTo>
                    <a:pt x="474726" y="0"/>
                  </a:lnTo>
                </a:path>
              </a:pathLst>
            </a:custGeom>
            <a:ln w="28194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716932" y="2535812"/>
              <a:ext cx="474980" cy="0"/>
            </a:xfrm>
            <a:custGeom>
              <a:avLst/>
              <a:gdLst/>
              <a:ahLst/>
              <a:cxnLst/>
              <a:rect l="l" t="t" r="r" b="b"/>
              <a:pathLst>
                <a:path w="474979">
                  <a:moveTo>
                    <a:pt x="0" y="0"/>
                  </a:moveTo>
                  <a:lnTo>
                    <a:pt x="474726" y="0"/>
                  </a:lnTo>
                </a:path>
              </a:pathLst>
            </a:custGeom>
            <a:ln w="28194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716932" y="2599058"/>
              <a:ext cx="474980" cy="0"/>
            </a:xfrm>
            <a:custGeom>
              <a:avLst/>
              <a:gdLst/>
              <a:ahLst/>
              <a:cxnLst/>
              <a:rect l="l" t="t" r="r" b="b"/>
              <a:pathLst>
                <a:path w="474979">
                  <a:moveTo>
                    <a:pt x="0" y="0"/>
                  </a:moveTo>
                  <a:lnTo>
                    <a:pt x="474726" y="0"/>
                  </a:lnTo>
                </a:path>
              </a:pathLst>
            </a:custGeom>
            <a:ln w="28194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" name="object 44"/>
          <p:cNvGrpSpPr/>
          <p:nvPr/>
        </p:nvGrpSpPr>
        <p:grpSpPr>
          <a:xfrm>
            <a:off x="7706626" y="2418083"/>
            <a:ext cx="539750" cy="539115"/>
            <a:chOff x="7706626" y="2418083"/>
            <a:chExt cx="539750" cy="539115"/>
          </a:xfrm>
        </p:grpSpPr>
        <p:sp>
          <p:nvSpPr>
            <p:cNvPr id="45" name="object 45"/>
            <p:cNvSpPr/>
            <p:nvPr/>
          </p:nvSpPr>
          <p:spPr>
            <a:xfrm>
              <a:off x="7735201" y="2446658"/>
              <a:ext cx="482600" cy="481965"/>
            </a:xfrm>
            <a:custGeom>
              <a:avLst/>
              <a:gdLst/>
              <a:ahLst/>
              <a:cxnLst/>
              <a:rect l="l" t="t" r="r" b="b"/>
              <a:pathLst>
                <a:path w="482600" h="481964">
                  <a:moveTo>
                    <a:pt x="482346" y="240791"/>
                  </a:moveTo>
                  <a:lnTo>
                    <a:pt x="477470" y="192378"/>
                  </a:lnTo>
                  <a:lnTo>
                    <a:pt x="463486" y="147232"/>
                  </a:lnTo>
                  <a:lnTo>
                    <a:pt x="441358" y="106337"/>
                  </a:lnTo>
                  <a:lnTo>
                    <a:pt x="412051" y="70675"/>
                  </a:lnTo>
                  <a:lnTo>
                    <a:pt x="376529" y="41228"/>
                  </a:lnTo>
                  <a:lnTo>
                    <a:pt x="335756" y="18978"/>
                  </a:lnTo>
                  <a:lnTo>
                    <a:pt x="290697" y="4908"/>
                  </a:lnTo>
                  <a:lnTo>
                    <a:pt x="242316" y="0"/>
                  </a:lnTo>
                  <a:lnTo>
                    <a:pt x="193180" y="4908"/>
                  </a:lnTo>
                  <a:lnTo>
                    <a:pt x="147554" y="18978"/>
                  </a:lnTo>
                  <a:lnTo>
                    <a:pt x="106374" y="41228"/>
                  </a:lnTo>
                  <a:lnTo>
                    <a:pt x="70580" y="70675"/>
                  </a:lnTo>
                  <a:lnTo>
                    <a:pt x="41107" y="106337"/>
                  </a:lnTo>
                  <a:lnTo>
                    <a:pt x="18895" y="147232"/>
                  </a:lnTo>
                  <a:lnTo>
                    <a:pt x="4880" y="192378"/>
                  </a:lnTo>
                  <a:lnTo>
                    <a:pt x="0" y="240791"/>
                  </a:lnTo>
                  <a:lnTo>
                    <a:pt x="4880" y="289424"/>
                  </a:lnTo>
                  <a:lnTo>
                    <a:pt x="18895" y="334672"/>
                  </a:lnTo>
                  <a:lnTo>
                    <a:pt x="41107" y="375581"/>
                  </a:lnTo>
                  <a:lnTo>
                    <a:pt x="70580" y="411194"/>
                  </a:lnTo>
                  <a:lnTo>
                    <a:pt x="106374" y="440556"/>
                  </a:lnTo>
                  <a:lnTo>
                    <a:pt x="147554" y="462712"/>
                  </a:lnTo>
                  <a:lnTo>
                    <a:pt x="193180" y="476706"/>
                  </a:lnTo>
                  <a:lnTo>
                    <a:pt x="242316" y="481583"/>
                  </a:lnTo>
                  <a:lnTo>
                    <a:pt x="290697" y="476706"/>
                  </a:lnTo>
                  <a:lnTo>
                    <a:pt x="335756" y="462712"/>
                  </a:lnTo>
                  <a:lnTo>
                    <a:pt x="376529" y="440556"/>
                  </a:lnTo>
                  <a:lnTo>
                    <a:pt x="412051" y="411194"/>
                  </a:lnTo>
                  <a:lnTo>
                    <a:pt x="441358" y="375581"/>
                  </a:lnTo>
                  <a:lnTo>
                    <a:pt x="463486" y="334672"/>
                  </a:lnTo>
                  <a:lnTo>
                    <a:pt x="477470" y="289424"/>
                  </a:lnTo>
                  <a:lnTo>
                    <a:pt x="482346" y="240791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7852549" y="2446658"/>
              <a:ext cx="238125" cy="414655"/>
            </a:xfrm>
            <a:custGeom>
              <a:avLst/>
              <a:gdLst/>
              <a:ahLst/>
              <a:cxnLst/>
              <a:rect l="l" t="t" r="r" b="b"/>
              <a:pathLst>
                <a:path w="238125" h="414655">
                  <a:moveTo>
                    <a:pt x="0" y="400812"/>
                  </a:moveTo>
                  <a:lnTo>
                    <a:pt x="0" y="0"/>
                  </a:lnTo>
                  <a:lnTo>
                    <a:pt x="123444" y="246126"/>
                  </a:lnTo>
                  <a:lnTo>
                    <a:pt x="237743" y="0"/>
                  </a:lnTo>
                  <a:lnTo>
                    <a:pt x="236220" y="414528"/>
                  </a:lnTo>
                </a:path>
              </a:pathLst>
            </a:custGeom>
            <a:ln w="57149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" name="object 47"/>
          <p:cNvGrpSpPr/>
          <p:nvPr/>
        </p:nvGrpSpPr>
        <p:grpSpPr>
          <a:xfrm>
            <a:off x="4365269" y="5773169"/>
            <a:ext cx="608965" cy="90170"/>
            <a:chOff x="4365269" y="5773169"/>
            <a:chExt cx="608965" cy="90170"/>
          </a:xfrm>
        </p:grpSpPr>
        <p:sp>
          <p:nvSpPr>
            <p:cNvPr id="48" name="object 48"/>
            <p:cNvSpPr/>
            <p:nvPr/>
          </p:nvSpPr>
          <p:spPr>
            <a:xfrm>
              <a:off x="4383938" y="5848988"/>
              <a:ext cx="577850" cy="0"/>
            </a:xfrm>
            <a:custGeom>
              <a:avLst/>
              <a:gdLst/>
              <a:ahLst/>
              <a:cxnLst/>
              <a:rect l="l" t="t" r="r" b="b"/>
              <a:pathLst>
                <a:path w="577850">
                  <a:moveTo>
                    <a:pt x="0" y="0"/>
                  </a:moveTo>
                  <a:lnTo>
                    <a:pt x="577596" y="0"/>
                  </a:lnTo>
                </a:path>
              </a:pathLst>
            </a:custGeom>
            <a:ln w="2819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379366" y="5787266"/>
              <a:ext cx="53340" cy="55880"/>
            </a:xfrm>
            <a:custGeom>
              <a:avLst/>
              <a:gdLst/>
              <a:ahLst/>
              <a:cxnLst/>
              <a:rect l="l" t="t" r="r" b="b"/>
              <a:pathLst>
                <a:path w="53339" h="55879">
                  <a:moveTo>
                    <a:pt x="0" y="6096"/>
                  </a:moveTo>
                  <a:lnTo>
                    <a:pt x="23622" y="55626"/>
                  </a:lnTo>
                  <a:lnTo>
                    <a:pt x="53340" y="0"/>
                  </a:lnTo>
                </a:path>
              </a:pathLst>
            </a:custGeom>
            <a:ln w="2819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469282" y="5787266"/>
              <a:ext cx="54610" cy="55880"/>
            </a:xfrm>
            <a:custGeom>
              <a:avLst/>
              <a:gdLst/>
              <a:ahLst/>
              <a:cxnLst/>
              <a:rect l="l" t="t" r="r" b="b"/>
              <a:pathLst>
                <a:path w="54610" h="55879">
                  <a:moveTo>
                    <a:pt x="0" y="6096"/>
                  </a:moveTo>
                  <a:lnTo>
                    <a:pt x="24384" y="55626"/>
                  </a:lnTo>
                  <a:lnTo>
                    <a:pt x="54102" y="0"/>
                  </a:lnTo>
                </a:path>
              </a:pathLst>
            </a:custGeom>
            <a:ln w="2819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563008" y="5787266"/>
              <a:ext cx="54610" cy="55880"/>
            </a:xfrm>
            <a:custGeom>
              <a:avLst/>
              <a:gdLst/>
              <a:ahLst/>
              <a:cxnLst/>
              <a:rect l="l" t="t" r="r" b="b"/>
              <a:pathLst>
                <a:path w="54610" h="55879">
                  <a:moveTo>
                    <a:pt x="0" y="6096"/>
                  </a:moveTo>
                  <a:lnTo>
                    <a:pt x="23622" y="55626"/>
                  </a:lnTo>
                  <a:lnTo>
                    <a:pt x="54102" y="0"/>
                  </a:lnTo>
                </a:path>
              </a:pathLst>
            </a:custGeom>
            <a:ln w="2819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655210" y="5787266"/>
              <a:ext cx="54610" cy="55880"/>
            </a:xfrm>
            <a:custGeom>
              <a:avLst/>
              <a:gdLst/>
              <a:ahLst/>
              <a:cxnLst/>
              <a:rect l="l" t="t" r="r" b="b"/>
              <a:pathLst>
                <a:path w="54610" h="55879">
                  <a:moveTo>
                    <a:pt x="0" y="6096"/>
                  </a:moveTo>
                  <a:lnTo>
                    <a:pt x="23622" y="55626"/>
                  </a:lnTo>
                  <a:lnTo>
                    <a:pt x="54102" y="0"/>
                  </a:lnTo>
                </a:path>
              </a:pathLst>
            </a:custGeom>
            <a:ln w="2819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734458" y="5787266"/>
              <a:ext cx="54610" cy="55880"/>
            </a:xfrm>
            <a:custGeom>
              <a:avLst/>
              <a:gdLst/>
              <a:ahLst/>
              <a:cxnLst/>
              <a:rect l="l" t="t" r="r" b="b"/>
              <a:pathLst>
                <a:path w="54610" h="55879">
                  <a:moveTo>
                    <a:pt x="0" y="6096"/>
                  </a:moveTo>
                  <a:lnTo>
                    <a:pt x="23622" y="55626"/>
                  </a:lnTo>
                  <a:lnTo>
                    <a:pt x="54102" y="0"/>
                  </a:lnTo>
                </a:path>
              </a:pathLst>
            </a:custGeom>
            <a:ln w="2819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820564" y="5787266"/>
              <a:ext cx="54610" cy="55880"/>
            </a:xfrm>
            <a:custGeom>
              <a:avLst/>
              <a:gdLst/>
              <a:ahLst/>
              <a:cxnLst/>
              <a:rect l="l" t="t" r="r" b="b"/>
              <a:pathLst>
                <a:path w="54610" h="55879">
                  <a:moveTo>
                    <a:pt x="0" y="6096"/>
                  </a:moveTo>
                  <a:lnTo>
                    <a:pt x="23622" y="55626"/>
                  </a:lnTo>
                  <a:lnTo>
                    <a:pt x="54102" y="0"/>
                  </a:lnTo>
                </a:path>
              </a:pathLst>
            </a:custGeom>
            <a:ln w="2819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905908" y="5787266"/>
              <a:ext cx="54610" cy="55880"/>
            </a:xfrm>
            <a:custGeom>
              <a:avLst/>
              <a:gdLst/>
              <a:ahLst/>
              <a:cxnLst/>
              <a:rect l="l" t="t" r="r" b="b"/>
              <a:pathLst>
                <a:path w="54610" h="55879">
                  <a:moveTo>
                    <a:pt x="0" y="6096"/>
                  </a:moveTo>
                  <a:lnTo>
                    <a:pt x="23622" y="55626"/>
                  </a:lnTo>
                  <a:lnTo>
                    <a:pt x="54102" y="0"/>
                  </a:lnTo>
                </a:path>
              </a:pathLst>
            </a:custGeom>
            <a:ln w="2819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56" name="object 56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8433193" y="2031368"/>
            <a:ext cx="194309" cy="144017"/>
          </a:xfrm>
          <a:prstGeom prst="rect">
            <a:avLst/>
          </a:prstGeom>
        </p:spPr>
      </p:pic>
      <p:grpSp>
        <p:nvGrpSpPr>
          <p:cNvPr id="57" name="object 57"/>
          <p:cNvGrpSpPr/>
          <p:nvPr/>
        </p:nvGrpSpPr>
        <p:grpSpPr>
          <a:xfrm>
            <a:off x="7714246" y="3409445"/>
            <a:ext cx="1099820" cy="855344"/>
            <a:chOff x="7714246" y="3409445"/>
            <a:chExt cx="1099820" cy="855344"/>
          </a:xfrm>
        </p:grpSpPr>
        <p:sp>
          <p:nvSpPr>
            <p:cNvPr id="58" name="object 58"/>
            <p:cNvSpPr/>
            <p:nvPr/>
          </p:nvSpPr>
          <p:spPr>
            <a:xfrm>
              <a:off x="7742821" y="3753488"/>
              <a:ext cx="481330" cy="482600"/>
            </a:xfrm>
            <a:custGeom>
              <a:avLst/>
              <a:gdLst/>
              <a:ahLst/>
              <a:cxnLst/>
              <a:rect l="l" t="t" r="r" b="b"/>
              <a:pathLst>
                <a:path w="481329" h="482600">
                  <a:moveTo>
                    <a:pt x="480822" y="241554"/>
                  </a:moveTo>
                  <a:lnTo>
                    <a:pt x="475949" y="192888"/>
                  </a:lnTo>
                  <a:lnTo>
                    <a:pt x="461986" y="147554"/>
                  </a:lnTo>
                  <a:lnTo>
                    <a:pt x="439915" y="106523"/>
                  </a:lnTo>
                  <a:lnTo>
                    <a:pt x="410718" y="70770"/>
                  </a:lnTo>
                  <a:lnTo>
                    <a:pt x="375377" y="41268"/>
                  </a:lnTo>
                  <a:lnTo>
                    <a:pt x="334875" y="18990"/>
                  </a:lnTo>
                  <a:lnTo>
                    <a:pt x="290194" y="4909"/>
                  </a:lnTo>
                  <a:lnTo>
                    <a:pt x="242316" y="0"/>
                  </a:lnTo>
                  <a:lnTo>
                    <a:pt x="193180" y="4909"/>
                  </a:lnTo>
                  <a:lnTo>
                    <a:pt x="147554" y="18990"/>
                  </a:lnTo>
                  <a:lnTo>
                    <a:pt x="106374" y="41268"/>
                  </a:lnTo>
                  <a:lnTo>
                    <a:pt x="70580" y="70770"/>
                  </a:lnTo>
                  <a:lnTo>
                    <a:pt x="41107" y="106523"/>
                  </a:lnTo>
                  <a:lnTo>
                    <a:pt x="18895" y="147554"/>
                  </a:lnTo>
                  <a:lnTo>
                    <a:pt x="4880" y="192888"/>
                  </a:lnTo>
                  <a:lnTo>
                    <a:pt x="0" y="241554"/>
                  </a:lnTo>
                  <a:lnTo>
                    <a:pt x="4880" y="290186"/>
                  </a:lnTo>
                  <a:lnTo>
                    <a:pt x="18895" y="335434"/>
                  </a:lnTo>
                  <a:lnTo>
                    <a:pt x="41107" y="376343"/>
                  </a:lnTo>
                  <a:lnTo>
                    <a:pt x="70580" y="411956"/>
                  </a:lnTo>
                  <a:lnTo>
                    <a:pt x="106374" y="441318"/>
                  </a:lnTo>
                  <a:lnTo>
                    <a:pt x="147554" y="463474"/>
                  </a:lnTo>
                  <a:lnTo>
                    <a:pt x="193180" y="477468"/>
                  </a:lnTo>
                  <a:lnTo>
                    <a:pt x="242316" y="482346"/>
                  </a:lnTo>
                  <a:lnTo>
                    <a:pt x="290194" y="477468"/>
                  </a:lnTo>
                  <a:lnTo>
                    <a:pt x="334875" y="463474"/>
                  </a:lnTo>
                  <a:lnTo>
                    <a:pt x="375377" y="441318"/>
                  </a:lnTo>
                  <a:lnTo>
                    <a:pt x="410718" y="411956"/>
                  </a:lnTo>
                  <a:lnTo>
                    <a:pt x="439915" y="376343"/>
                  </a:lnTo>
                  <a:lnTo>
                    <a:pt x="461986" y="335434"/>
                  </a:lnTo>
                  <a:lnTo>
                    <a:pt x="475949" y="290186"/>
                  </a:lnTo>
                  <a:lnTo>
                    <a:pt x="480822" y="241554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7860169" y="3753488"/>
              <a:ext cx="238760" cy="414655"/>
            </a:xfrm>
            <a:custGeom>
              <a:avLst/>
              <a:gdLst/>
              <a:ahLst/>
              <a:cxnLst/>
              <a:rect l="l" t="t" r="r" b="b"/>
              <a:pathLst>
                <a:path w="238759" h="414654">
                  <a:moveTo>
                    <a:pt x="0" y="400812"/>
                  </a:moveTo>
                  <a:lnTo>
                    <a:pt x="0" y="0"/>
                  </a:lnTo>
                  <a:lnTo>
                    <a:pt x="123444" y="245364"/>
                  </a:lnTo>
                  <a:lnTo>
                    <a:pt x="238505" y="0"/>
                  </a:lnTo>
                  <a:lnTo>
                    <a:pt x="236982" y="414528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7860169" y="3444116"/>
              <a:ext cx="243204" cy="337820"/>
            </a:xfrm>
            <a:custGeom>
              <a:avLst/>
              <a:gdLst/>
              <a:ahLst/>
              <a:cxnLst/>
              <a:rect l="l" t="t" r="r" b="b"/>
              <a:pathLst>
                <a:path w="243204" h="337820">
                  <a:moveTo>
                    <a:pt x="243077" y="0"/>
                  </a:moveTo>
                  <a:lnTo>
                    <a:pt x="0" y="0"/>
                  </a:lnTo>
                  <a:lnTo>
                    <a:pt x="0" y="337566"/>
                  </a:lnTo>
                </a:path>
              </a:pathLst>
            </a:custGeom>
            <a:ln w="5257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8088769" y="3435734"/>
              <a:ext cx="699135" cy="346075"/>
            </a:xfrm>
            <a:custGeom>
              <a:avLst/>
              <a:gdLst/>
              <a:ahLst/>
              <a:cxnLst/>
              <a:rect l="l" t="t" r="r" b="b"/>
              <a:pathLst>
                <a:path w="699134" h="346075">
                  <a:moveTo>
                    <a:pt x="698753" y="0"/>
                  </a:moveTo>
                  <a:lnTo>
                    <a:pt x="0" y="8382"/>
                  </a:lnTo>
                  <a:lnTo>
                    <a:pt x="0" y="345948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2" name="object 62"/>
          <p:cNvGrpSpPr/>
          <p:nvPr/>
        </p:nvGrpSpPr>
        <p:grpSpPr>
          <a:xfrm>
            <a:off x="7833880" y="2072897"/>
            <a:ext cx="868680" cy="398780"/>
            <a:chOff x="7833880" y="2072897"/>
            <a:chExt cx="868680" cy="398780"/>
          </a:xfrm>
        </p:grpSpPr>
        <p:sp>
          <p:nvSpPr>
            <p:cNvPr id="63" name="object 63"/>
            <p:cNvSpPr/>
            <p:nvPr/>
          </p:nvSpPr>
          <p:spPr>
            <a:xfrm>
              <a:off x="7860169" y="2107568"/>
              <a:ext cx="243204" cy="337820"/>
            </a:xfrm>
            <a:custGeom>
              <a:avLst/>
              <a:gdLst/>
              <a:ahLst/>
              <a:cxnLst/>
              <a:rect l="l" t="t" r="r" b="b"/>
              <a:pathLst>
                <a:path w="243204" h="337819">
                  <a:moveTo>
                    <a:pt x="243077" y="0"/>
                  </a:moveTo>
                  <a:lnTo>
                    <a:pt x="0" y="0"/>
                  </a:lnTo>
                  <a:lnTo>
                    <a:pt x="0" y="337566"/>
                  </a:lnTo>
                </a:path>
              </a:pathLst>
            </a:custGeom>
            <a:ln w="5257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8088769" y="2099186"/>
              <a:ext cx="588010" cy="346075"/>
            </a:xfrm>
            <a:custGeom>
              <a:avLst/>
              <a:gdLst/>
              <a:ahLst/>
              <a:cxnLst/>
              <a:rect l="l" t="t" r="r" b="b"/>
              <a:pathLst>
                <a:path w="588009" h="346075">
                  <a:moveTo>
                    <a:pt x="587501" y="0"/>
                  </a:moveTo>
                  <a:lnTo>
                    <a:pt x="0" y="8382"/>
                  </a:lnTo>
                  <a:lnTo>
                    <a:pt x="0" y="345948"/>
                  </a:lnTo>
                </a:path>
              </a:pathLst>
            </a:custGeom>
            <a:ln w="52577">
              <a:solidFill>
                <a:srgbClr val="8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5" name="object 65"/>
          <p:cNvGrpSpPr/>
          <p:nvPr/>
        </p:nvGrpSpPr>
        <p:grpSpPr>
          <a:xfrm>
            <a:off x="4112285" y="3732533"/>
            <a:ext cx="1679575" cy="930910"/>
            <a:chOff x="4112285" y="3732533"/>
            <a:chExt cx="1679575" cy="930910"/>
          </a:xfrm>
        </p:grpSpPr>
        <p:sp>
          <p:nvSpPr>
            <p:cNvPr id="66" name="object 66"/>
            <p:cNvSpPr/>
            <p:nvPr/>
          </p:nvSpPr>
          <p:spPr>
            <a:xfrm>
              <a:off x="4277245" y="4191638"/>
              <a:ext cx="1485900" cy="311150"/>
            </a:xfrm>
            <a:custGeom>
              <a:avLst/>
              <a:gdLst/>
              <a:ahLst/>
              <a:cxnLst/>
              <a:rect l="l" t="t" r="r" b="b"/>
              <a:pathLst>
                <a:path w="1485900" h="311150">
                  <a:moveTo>
                    <a:pt x="1485900" y="157734"/>
                  </a:moveTo>
                  <a:lnTo>
                    <a:pt x="1156716" y="302514"/>
                  </a:lnTo>
                  <a:lnTo>
                    <a:pt x="8381" y="310896"/>
                  </a:lnTo>
                  <a:lnTo>
                    <a:pt x="0" y="0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507369" y="4147442"/>
              <a:ext cx="1211580" cy="117475"/>
            </a:xfrm>
            <a:custGeom>
              <a:avLst/>
              <a:gdLst/>
              <a:ahLst/>
              <a:cxnLst/>
              <a:rect l="l" t="t" r="r" b="b"/>
              <a:pathLst>
                <a:path w="1211579" h="117475">
                  <a:moveTo>
                    <a:pt x="1211579" y="0"/>
                  </a:moveTo>
                  <a:lnTo>
                    <a:pt x="889253" y="115824"/>
                  </a:lnTo>
                  <a:lnTo>
                    <a:pt x="8381" y="117348"/>
                  </a:lnTo>
                  <a:lnTo>
                    <a:pt x="0" y="37338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8" name="object 6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24018" y="4380614"/>
              <a:ext cx="253746" cy="253746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5024018" y="4380614"/>
              <a:ext cx="254000" cy="254000"/>
            </a:xfrm>
            <a:custGeom>
              <a:avLst/>
              <a:gdLst/>
              <a:ahLst/>
              <a:cxnLst/>
              <a:rect l="l" t="t" r="r" b="b"/>
              <a:pathLst>
                <a:path w="254000" h="254000">
                  <a:moveTo>
                    <a:pt x="253746" y="126492"/>
                  </a:moveTo>
                  <a:lnTo>
                    <a:pt x="243720" y="77152"/>
                  </a:lnTo>
                  <a:lnTo>
                    <a:pt x="216408" y="36957"/>
                  </a:lnTo>
                  <a:lnTo>
                    <a:pt x="175950" y="9906"/>
                  </a:lnTo>
                  <a:lnTo>
                    <a:pt x="126492" y="0"/>
                  </a:lnTo>
                  <a:lnTo>
                    <a:pt x="77152" y="9906"/>
                  </a:lnTo>
                  <a:lnTo>
                    <a:pt x="36957" y="36957"/>
                  </a:lnTo>
                  <a:lnTo>
                    <a:pt x="9906" y="77152"/>
                  </a:lnTo>
                  <a:lnTo>
                    <a:pt x="0" y="126492"/>
                  </a:lnTo>
                  <a:lnTo>
                    <a:pt x="9906" y="175950"/>
                  </a:lnTo>
                  <a:lnTo>
                    <a:pt x="36957" y="216408"/>
                  </a:lnTo>
                  <a:lnTo>
                    <a:pt x="77152" y="243720"/>
                  </a:lnTo>
                  <a:lnTo>
                    <a:pt x="126492" y="253746"/>
                  </a:lnTo>
                  <a:lnTo>
                    <a:pt x="175950" y="243720"/>
                  </a:lnTo>
                  <a:lnTo>
                    <a:pt x="216408" y="216408"/>
                  </a:lnTo>
                  <a:lnTo>
                    <a:pt x="243720" y="175950"/>
                  </a:lnTo>
                  <a:lnTo>
                    <a:pt x="253746" y="126492"/>
                  </a:lnTo>
                  <a:close/>
                </a:path>
                <a:path w="254000" h="254000">
                  <a:moveTo>
                    <a:pt x="253746" y="126492"/>
                  </a:moveTo>
                  <a:lnTo>
                    <a:pt x="243720" y="77152"/>
                  </a:lnTo>
                  <a:lnTo>
                    <a:pt x="216408" y="36957"/>
                  </a:lnTo>
                  <a:lnTo>
                    <a:pt x="175950" y="9906"/>
                  </a:lnTo>
                  <a:lnTo>
                    <a:pt x="126492" y="0"/>
                  </a:lnTo>
                  <a:lnTo>
                    <a:pt x="77152" y="9906"/>
                  </a:lnTo>
                  <a:lnTo>
                    <a:pt x="36957" y="36957"/>
                  </a:lnTo>
                  <a:lnTo>
                    <a:pt x="9906" y="77152"/>
                  </a:lnTo>
                  <a:lnTo>
                    <a:pt x="0" y="126492"/>
                  </a:lnTo>
                  <a:lnTo>
                    <a:pt x="9906" y="175950"/>
                  </a:lnTo>
                  <a:lnTo>
                    <a:pt x="36957" y="216408"/>
                  </a:lnTo>
                  <a:lnTo>
                    <a:pt x="77152" y="243720"/>
                  </a:lnTo>
                  <a:lnTo>
                    <a:pt x="126492" y="253746"/>
                  </a:lnTo>
                  <a:lnTo>
                    <a:pt x="175950" y="243720"/>
                  </a:lnTo>
                  <a:lnTo>
                    <a:pt x="216408" y="216408"/>
                  </a:lnTo>
                  <a:lnTo>
                    <a:pt x="243720" y="175950"/>
                  </a:lnTo>
                  <a:lnTo>
                    <a:pt x="253746" y="126492"/>
                  </a:lnTo>
                  <a:close/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148986" y="4437764"/>
              <a:ext cx="71755" cy="139700"/>
            </a:xfrm>
            <a:custGeom>
              <a:avLst/>
              <a:gdLst/>
              <a:ahLst/>
              <a:cxnLst/>
              <a:rect l="l" t="t" r="r" b="b"/>
              <a:pathLst>
                <a:path w="71754" h="139700">
                  <a:moveTo>
                    <a:pt x="0" y="0"/>
                  </a:moveTo>
                  <a:lnTo>
                    <a:pt x="71628" y="70104"/>
                  </a:lnTo>
                  <a:lnTo>
                    <a:pt x="0" y="139446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5115458" y="4507868"/>
              <a:ext cx="105410" cy="1905"/>
            </a:xfrm>
            <a:custGeom>
              <a:avLst/>
              <a:gdLst/>
              <a:ahLst/>
              <a:cxnLst/>
              <a:rect l="l" t="t" r="r" b="b"/>
              <a:pathLst>
                <a:path w="105410" h="1904">
                  <a:moveTo>
                    <a:pt x="-28575" y="762"/>
                  </a:moveTo>
                  <a:lnTo>
                    <a:pt x="133730" y="762"/>
                  </a:lnTo>
                </a:path>
              </a:pathLst>
            </a:custGeom>
            <a:ln w="58674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140860" y="3761108"/>
              <a:ext cx="481330" cy="481965"/>
            </a:xfrm>
            <a:custGeom>
              <a:avLst/>
              <a:gdLst/>
              <a:ahLst/>
              <a:cxnLst/>
              <a:rect l="l" t="t" r="r" b="b"/>
              <a:pathLst>
                <a:path w="481329" h="481964">
                  <a:moveTo>
                    <a:pt x="0" y="240792"/>
                  </a:moveTo>
                  <a:lnTo>
                    <a:pt x="4874" y="192378"/>
                  </a:lnTo>
                  <a:lnTo>
                    <a:pt x="18847" y="147232"/>
                  </a:lnTo>
                  <a:lnTo>
                    <a:pt x="40947" y="106337"/>
                  </a:lnTo>
                  <a:lnTo>
                    <a:pt x="70199" y="70675"/>
                  </a:lnTo>
                  <a:lnTo>
                    <a:pt x="105630" y="41228"/>
                  </a:lnTo>
                  <a:lnTo>
                    <a:pt x="146268" y="18978"/>
                  </a:lnTo>
                  <a:lnTo>
                    <a:pt x="191138" y="4908"/>
                  </a:lnTo>
                  <a:lnTo>
                    <a:pt x="239268" y="0"/>
                  </a:lnTo>
                  <a:lnTo>
                    <a:pt x="288152" y="4908"/>
                  </a:lnTo>
                  <a:lnTo>
                    <a:pt x="333589" y="18978"/>
                  </a:lnTo>
                  <a:lnTo>
                    <a:pt x="374633" y="41228"/>
                  </a:lnTo>
                  <a:lnTo>
                    <a:pt x="410337" y="70675"/>
                  </a:lnTo>
                  <a:lnTo>
                    <a:pt x="439754" y="106337"/>
                  </a:lnTo>
                  <a:lnTo>
                    <a:pt x="461938" y="147232"/>
                  </a:lnTo>
                  <a:lnTo>
                    <a:pt x="475943" y="192378"/>
                  </a:lnTo>
                  <a:lnTo>
                    <a:pt x="480822" y="240792"/>
                  </a:lnTo>
                  <a:lnTo>
                    <a:pt x="475943" y="289424"/>
                  </a:lnTo>
                  <a:lnTo>
                    <a:pt x="461938" y="334672"/>
                  </a:lnTo>
                  <a:lnTo>
                    <a:pt x="439754" y="375581"/>
                  </a:lnTo>
                  <a:lnTo>
                    <a:pt x="410337" y="411194"/>
                  </a:lnTo>
                  <a:lnTo>
                    <a:pt x="374633" y="440556"/>
                  </a:lnTo>
                  <a:lnTo>
                    <a:pt x="333589" y="462712"/>
                  </a:lnTo>
                  <a:lnTo>
                    <a:pt x="288152" y="476706"/>
                  </a:lnTo>
                  <a:lnTo>
                    <a:pt x="239268" y="481584"/>
                  </a:lnTo>
                  <a:lnTo>
                    <a:pt x="191138" y="476706"/>
                  </a:lnTo>
                  <a:lnTo>
                    <a:pt x="146268" y="462712"/>
                  </a:lnTo>
                  <a:lnTo>
                    <a:pt x="105630" y="440556"/>
                  </a:lnTo>
                  <a:lnTo>
                    <a:pt x="70199" y="411194"/>
                  </a:lnTo>
                  <a:lnTo>
                    <a:pt x="40947" y="375581"/>
                  </a:lnTo>
                  <a:lnTo>
                    <a:pt x="18847" y="334672"/>
                  </a:lnTo>
                  <a:lnTo>
                    <a:pt x="4874" y="289424"/>
                  </a:lnTo>
                  <a:lnTo>
                    <a:pt x="0" y="240792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266590" y="3761108"/>
              <a:ext cx="238125" cy="414655"/>
            </a:xfrm>
            <a:custGeom>
              <a:avLst/>
              <a:gdLst/>
              <a:ahLst/>
              <a:cxnLst/>
              <a:rect l="l" t="t" r="r" b="b"/>
              <a:pathLst>
                <a:path w="238125" h="414654">
                  <a:moveTo>
                    <a:pt x="237744" y="400812"/>
                  </a:moveTo>
                  <a:lnTo>
                    <a:pt x="237744" y="0"/>
                  </a:lnTo>
                  <a:lnTo>
                    <a:pt x="114300" y="246126"/>
                  </a:lnTo>
                  <a:lnTo>
                    <a:pt x="0" y="0"/>
                  </a:lnTo>
                  <a:lnTo>
                    <a:pt x="1524" y="414528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4" name="object 74"/>
          <p:cNvGrpSpPr/>
          <p:nvPr/>
        </p:nvGrpSpPr>
        <p:grpSpPr>
          <a:xfrm>
            <a:off x="8062480" y="2072897"/>
            <a:ext cx="751840" cy="451484"/>
            <a:chOff x="8062480" y="2072897"/>
            <a:chExt cx="751840" cy="451484"/>
          </a:xfrm>
        </p:grpSpPr>
        <p:sp>
          <p:nvSpPr>
            <p:cNvPr id="75" name="object 75"/>
            <p:cNvSpPr/>
            <p:nvPr/>
          </p:nvSpPr>
          <p:spPr>
            <a:xfrm>
              <a:off x="8334895" y="2110616"/>
              <a:ext cx="452755" cy="340360"/>
            </a:xfrm>
            <a:custGeom>
              <a:avLst/>
              <a:gdLst/>
              <a:ahLst/>
              <a:cxnLst/>
              <a:rect l="l" t="t" r="r" b="b"/>
              <a:pathLst>
                <a:path w="452754" h="340360">
                  <a:moveTo>
                    <a:pt x="452627" y="339851"/>
                  </a:moveTo>
                  <a:lnTo>
                    <a:pt x="0" y="338327"/>
                  </a:lnTo>
                  <a:lnTo>
                    <a:pt x="0" y="0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8088769" y="2099186"/>
              <a:ext cx="588010" cy="346075"/>
            </a:xfrm>
            <a:custGeom>
              <a:avLst/>
              <a:gdLst/>
              <a:ahLst/>
              <a:cxnLst/>
              <a:rect l="l" t="t" r="r" b="b"/>
              <a:pathLst>
                <a:path w="588009" h="346075">
                  <a:moveTo>
                    <a:pt x="587501" y="0"/>
                  </a:moveTo>
                  <a:lnTo>
                    <a:pt x="0" y="8382"/>
                  </a:lnTo>
                  <a:lnTo>
                    <a:pt x="0" y="345948"/>
                  </a:lnTo>
                </a:path>
              </a:pathLst>
            </a:custGeom>
            <a:ln w="52577">
              <a:solidFill>
                <a:srgbClr val="8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8088782" y="2099186"/>
              <a:ext cx="691515" cy="346075"/>
            </a:xfrm>
            <a:custGeom>
              <a:avLst/>
              <a:gdLst/>
              <a:ahLst/>
              <a:cxnLst/>
              <a:rect l="l" t="t" r="r" b="b"/>
              <a:pathLst>
                <a:path w="691515" h="346075">
                  <a:moveTo>
                    <a:pt x="691133" y="0"/>
                  </a:moveTo>
                  <a:lnTo>
                    <a:pt x="0" y="8382"/>
                  </a:lnTo>
                  <a:lnTo>
                    <a:pt x="0" y="345948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8" name="object 7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433193" y="2380364"/>
              <a:ext cx="194309" cy="144017"/>
            </a:xfrm>
            <a:prstGeom prst="rect">
              <a:avLst/>
            </a:prstGeom>
          </p:spPr>
        </p:pic>
      </p:grpSp>
      <p:grpSp>
        <p:nvGrpSpPr>
          <p:cNvPr id="79" name="object 79"/>
          <p:cNvGrpSpPr/>
          <p:nvPr/>
        </p:nvGrpSpPr>
        <p:grpSpPr>
          <a:xfrm>
            <a:off x="6383807" y="5304539"/>
            <a:ext cx="986155" cy="813435"/>
            <a:chOff x="6383807" y="5304539"/>
            <a:chExt cx="986155" cy="813435"/>
          </a:xfrm>
        </p:grpSpPr>
        <p:sp>
          <p:nvSpPr>
            <p:cNvPr id="80" name="object 80"/>
            <p:cNvSpPr/>
            <p:nvPr/>
          </p:nvSpPr>
          <p:spPr>
            <a:xfrm>
              <a:off x="6480949" y="5314064"/>
              <a:ext cx="803275" cy="794385"/>
            </a:xfrm>
            <a:custGeom>
              <a:avLst/>
              <a:gdLst/>
              <a:ahLst/>
              <a:cxnLst/>
              <a:rect l="l" t="t" r="r" b="b"/>
              <a:pathLst>
                <a:path w="803275" h="794385">
                  <a:moveTo>
                    <a:pt x="803148" y="794003"/>
                  </a:moveTo>
                  <a:lnTo>
                    <a:pt x="803148" y="397001"/>
                  </a:lnTo>
                  <a:lnTo>
                    <a:pt x="800445" y="350666"/>
                  </a:lnTo>
                  <a:lnTo>
                    <a:pt x="792539" y="305910"/>
                  </a:lnTo>
                  <a:lnTo>
                    <a:pt x="779732" y="263031"/>
                  </a:lnTo>
                  <a:lnTo>
                    <a:pt x="762324" y="222324"/>
                  </a:lnTo>
                  <a:lnTo>
                    <a:pt x="740617" y="184086"/>
                  </a:lnTo>
                  <a:lnTo>
                    <a:pt x="714913" y="148614"/>
                  </a:lnTo>
                  <a:lnTo>
                    <a:pt x="685514" y="116204"/>
                  </a:lnTo>
                  <a:lnTo>
                    <a:pt x="652720" y="87154"/>
                  </a:lnTo>
                  <a:lnTo>
                    <a:pt x="616834" y="61759"/>
                  </a:lnTo>
                  <a:lnTo>
                    <a:pt x="578158" y="40317"/>
                  </a:lnTo>
                  <a:lnTo>
                    <a:pt x="536992" y="23123"/>
                  </a:lnTo>
                  <a:lnTo>
                    <a:pt x="493638" y="10474"/>
                  </a:lnTo>
                  <a:lnTo>
                    <a:pt x="448398" y="2668"/>
                  </a:lnTo>
                  <a:lnTo>
                    <a:pt x="401573" y="0"/>
                  </a:lnTo>
                  <a:lnTo>
                    <a:pt x="354749" y="2668"/>
                  </a:lnTo>
                  <a:lnTo>
                    <a:pt x="309509" y="10474"/>
                  </a:lnTo>
                  <a:lnTo>
                    <a:pt x="266155" y="23123"/>
                  </a:lnTo>
                  <a:lnTo>
                    <a:pt x="224989" y="40317"/>
                  </a:lnTo>
                  <a:lnTo>
                    <a:pt x="186313" y="61759"/>
                  </a:lnTo>
                  <a:lnTo>
                    <a:pt x="150427" y="87154"/>
                  </a:lnTo>
                  <a:lnTo>
                    <a:pt x="117633" y="116204"/>
                  </a:lnTo>
                  <a:lnTo>
                    <a:pt x="88234" y="148614"/>
                  </a:lnTo>
                  <a:lnTo>
                    <a:pt x="62530" y="184086"/>
                  </a:lnTo>
                  <a:lnTo>
                    <a:pt x="40823" y="222324"/>
                  </a:lnTo>
                  <a:lnTo>
                    <a:pt x="23415" y="263031"/>
                  </a:lnTo>
                  <a:lnTo>
                    <a:pt x="10608" y="305910"/>
                  </a:lnTo>
                  <a:lnTo>
                    <a:pt x="2702" y="350666"/>
                  </a:lnTo>
                  <a:lnTo>
                    <a:pt x="0" y="397001"/>
                  </a:lnTo>
                  <a:lnTo>
                    <a:pt x="0" y="794004"/>
                  </a:lnTo>
                  <a:lnTo>
                    <a:pt x="803148" y="794003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6480949" y="5314064"/>
              <a:ext cx="803275" cy="794385"/>
            </a:xfrm>
            <a:custGeom>
              <a:avLst/>
              <a:gdLst/>
              <a:ahLst/>
              <a:cxnLst/>
              <a:rect l="l" t="t" r="r" b="b"/>
              <a:pathLst>
                <a:path w="803275" h="794385">
                  <a:moveTo>
                    <a:pt x="0" y="397001"/>
                  </a:moveTo>
                  <a:lnTo>
                    <a:pt x="2702" y="350666"/>
                  </a:lnTo>
                  <a:lnTo>
                    <a:pt x="10608" y="305910"/>
                  </a:lnTo>
                  <a:lnTo>
                    <a:pt x="23415" y="263031"/>
                  </a:lnTo>
                  <a:lnTo>
                    <a:pt x="40823" y="222324"/>
                  </a:lnTo>
                  <a:lnTo>
                    <a:pt x="62530" y="184086"/>
                  </a:lnTo>
                  <a:lnTo>
                    <a:pt x="88234" y="148614"/>
                  </a:lnTo>
                  <a:lnTo>
                    <a:pt x="117633" y="116204"/>
                  </a:lnTo>
                  <a:lnTo>
                    <a:pt x="150427" y="87154"/>
                  </a:lnTo>
                  <a:lnTo>
                    <a:pt x="186313" y="61759"/>
                  </a:lnTo>
                  <a:lnTo>
                    <a:pt x="224989" y="40317"/>
                  </a:lnTo>
                  <a:lnTo>
                    <a:pt x="266155" y="23123"/>
                  </a:lnTo>
                  <a:lnTo>
                    <a:pt x="309509" y="10474"/>
                  </a:lnTo>
                  <a:lnTo>
                    <a:pt x="354749" y="2668"/>
                  </a:lnTo>
                  <a:lnTo>
                    <a:pt x="401573" y="0"/>
                  </a:lnTo>
                  <a:lnTo>
                    <a:pt x="448398" y="2668"/>
                  </a:lnTo>
                  <a:lnTo>
                    <a:pt x="493638" y="10474"/>
                  </a:lnTo>
                  <a:lnTo>
                    <a:pt x="536992" y="23123"/>
                  </a:lnTo>
                  <a:lnTo>
                    <a:pt x="578158" y="40317"/>
                  </a:lnTo>
                  <a:lnTo>
                    <a:pt x="616834" y="61759"/>
                  </a:lnTo>
                  <a:lnTo>
                    <a:pt x="652720" y="87154"/>
                  </a:lnTo>
                  <a:lnTo>
                    <a:pt x="685514" y="116204"/>
                  </a:lnTo>
                  <a:lnTo>
                    <a:pt x="714913" y="148614"/>
                  </a:lnTo>
                  <a:lnTo>
                    <a:pt x="740617" y="184086"/>
                  </a:lnTo>
                  <a:lnTo>
                    <a:pt x="762324" y="222324"/>
                  </a:lnTo>
                  <a:lnTo>
                    <a:pt x="779732" y="263031"/>
                  </a:lnTo>
                  <a:lnTo>
                    <a:pt x="792539" y="305910"/>
                  </a:lnTo>
                  <a:lnTo>
                    <a:pt x="800445" y="350666"/>
                  </a:lnTo>
                  <a:lnTo>
                    <a:pt x="803148" y="397001"/>
                  </a:lnTo>
                  <a:lnTo>
                    <a:pt x="803148" y="794003"/>
                  </a:lnTo>
                  <a:lnTo>
                    <a:pt x="0" y="794004"/>
                  </a:lnTo>
                  <a:lnTo>
                    <a:pt x="0" y="397001"/>
                  </a:lnTo>
                  <a:close/>
                </a:path>
              </a:pathLst>
            </a:custGeom>
            <a:ln w="19050">
              <a:solidFill>
                <a:srgbClr val="009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6526669" y="5353688"/>
              <a:ext cx="713740" cy="740410"/>
            </a:xfrm>
            <a:custGeom>
              <a:avLst/>
              <a:gdLst/>
              <a:ahLst/>
              <a:cxnLst/>
              <a:rect l="l" t="t" r="r" b="b"/>
              <a:pathLst>
                <a:path w="713740" h="740410">
                  <a:moveTo>
                    <a:pt x="713232" y="739902"/>
                  </a:moveTo>
                  <a:lnTo>
                    <a:pt x="713232" y="369570"/>
                  </a:lnTo>
                  <a:lnTo>
                    <a:pt x="709969" y="319398"/>
                  </a:lnTo>
                  <a:lnTo>
                    <a:pt x="700468" y="271286"/>
                  </a:lnTo>
                  <a:lnTo>
                    <a:pt x="685157" y="225671"/>
                  </a:lnTo>
                  <a:lnTo>
                    <a:pt x="664463" y="182992"/>
                  </a:lnTo>
                  <a:lnTo>
                    <a:pt x="638817" y="143690"/>
                  </a:lnTo>
                  <a:lnTo>
                    <a:pt x="608647" y="108204"/>
                  </a:lnTo>
                  <a:lnTo>
                    <a:pt x="574381" y="76971"/>
                  </a:lnTo>
                  <a:lnTo>
                    <a:pt x="536447" y="50433"/>
                  </a:lnTo>
                  <a:lnTo>
                    <a:pt x="495276" y="29027"/>
                  </a:lnTo>
                  <a:lnTo>
                    <a:pt x="451294" y="13193"/>
                  </a:lnTo>
                  <a:lnTo>
                    <a:pt x="404931" y="3371"/>
                  </a:lnTo>
                  <a:lnTo>
                    <a:pt x="356615" y="0"/>
                  </a:lnTo>
                  <a:lnTo>
                    <a:pt x="308300" y="3371"/>
                  </a:lnTo>
                  <a:lnTo>
                    <a:pt x="261937" y="13193"/>
                  </a:lnTo>
                  <a:lnTo>
                    <a:pt x="217955" y="29027"/>
                  </a:lnTo>
                  <a:lnTo>
                    <a:pt x="176783" y="50433"/>
                  </a:lnTo>
                  <a:lnTo>
                    <a:pt x="138850" y="76971"/>
                  </a:lnTo>
                  <a:lnTo>
                    <a:pt x="104584" y="108204"/>
                  </a:lnTo>
                  <a:lnTo>
                    <a:pt x="74414" y="143690"/>
                  </a:lnTo>
                  <a:lnTo>
                    <a:pt x="48767" y="182992"/>
                  </a:lnTo>
                  <a:lnTo>
                    <a:pt x="28074" y="225671"/>
                  </a:lnTo>
                  <a:lnTo>
                    <a:pt x="12763" y="271286"/>
                  </a:lnTo>
                  <a:lnTo>
                    <a:pt x="3262" y="319398"/>
                  </a:lnTo>
                  <a:lnTo>
                    <a:pt x="0" y="369570"/>
                  </a:lnTo>
                  <a:lnTo>
                    <a:pt x="0" y="739902"/>
                  </a:lnTo>
                  <a:lnTo>
                    <a:pt x="713232" y="73990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6526669" y="5353688"/>
              <a:ext cx="713740" cy="740410"/>
            </a:xfrm>
            <a:custGeom>
              <a:avLst/>
              <a:gdLst/>
              <a:ahLst/>
              <a:cxnLst/>
              <a:rect l="l" t="t" r="r" b="b"/>
              <a:pathLst>
                <a:path w="713740" h="740410">
                  <a:moveTo>
                    <a:pt x="0" y="369570"/>
                  </a:moveTo>
                  <a:lnTo>
                    <a:pt x="3262" y="319398"/>
                  </a:lnTo>
                  <a:lnTo>
                    <a:pt x="12763" y="271286"/>
                  </a:lnTo>
                  <a:lnTo>
                    <a:pt x="28074" y="225671"/>
                  </a:lnTo>
                  <a:lnTo>
                    <a:pt x="48767" y="182992"/>
                  </a:lnTo>
                  <a:lnTo>
                    <a:pt x="74414" y="143690"/>
                  </a:lnTo>
                  <a:lnTo>
                    <a:pt x="104584" y="108204"/>
                  </a:lnTo>
                  <a:lnTo>
                    <a:pt x="138850" y="76971"/>
                  </a:lnTo>
                  <a:lnTo>
                    <a:pt x="176783" y="50433"/>
                  </a:lnTo>
                  <a:lnTo>
                    <a:pt x="217955" y="29027"/>
                  </a:lnTo>
                  <a:lnTo>
                    <a:pt x="261937" y="13193"/>
                  </a:lnTo>
                  <a:lnTo>
                    <a:pt x="308300" y="3371"/>
                  </a:lnTo>
                  <a:lnTo>
                    <a:pt x="356615" y="0"/>
                  </a:lnTo>
                  <a:lnTo>
                    <a:pt x="404931" y="3371"/>
                  </a:lnTo>
                  <a:lnTo>
                    <a:pt x="451294" y="13193"/>
                  </a:lnTo>
                  <a:lnTo>
                    <a:pt x="495276" y="29027"/>
                  </a:lnTo>
                  <a:lnTo>
                    <a:pt x="536447" y="50433"/>
                  </a:lnTo>
                  <a:lnTo>
                    <a:pt x="574381" y="76971"/>
                  </a:lnTo>
                  <a:lnTo>
                    <a:pt x="608647" y="108204"/>
                  </a:lnTo>
                  <a:lnTo>
                    <a:pt x="638817" y="143690"/>
                  </a:lnTo>
                  <a:lnTo>
                    <a:pt x="664463" y="182992"/>
                  </a:lnTo>
                  <a:lnTo>
                    <a:pt x="685157" y="225671"/>
                  </a:lnTo>
                  <a:lnTo>
                    <a:pt x="700468" y="271286"/>
                  </a:lnTo>
                  <a:lnTo>
                    <a:pt x="709969" y="319398"/>
                  </a:lnTo>
                  <a:lnTo>
                    <a:pt x="713232" y="369570"/>
                  </a:lnTo>
                  <a:lnTo>
                    <a:pt x="713232" y="739902"/>
                  </a:lnTo>
                  <a:lnTo>
                    <a:pt x="0" y="739902"/>
                  </a:lnTo>
                  <a:lnTo>
                    <a:pt x="0" y="369570"/>
                  </a:lnTo>
                  <a:close/>
                </a:path>
              </a:pathLst>
            </a:custGeom>
            <a:ln w="19050">
              <a:solidFill>
                <a:srgbClr val="009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4" name="object 8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918718" y="5631437"/>
              <a:ext cx="273570" cy="146304"/>
            </a:xfrm>
            <a:prstGeom prst="rect">
              <a:avLst/>
            </a:prstGeom>
          </p:spPr>
        </p:pic>
        <p:sp>
          <p:nvSpPr>
            <p:cNvPr id="85" name="object 85"/>
            <p:cNvSpPr/>
            <p:nvPr/>
          </p:nvSpPr>
          <p:spPr>
            <a:xfrm>
              <a:off x="7124077" y="5602862"/>
              <a:ext cx="236220" cy="38100"/>
            </a:xfrm>
            <a:custGeom>
              <a:avLst/>
              <a:gdLst/>
              <a:ahLst/>
              <a:cxnLst/>
              <a:rect l="l" t="t" r="r" b="b"/>
              <a:pathLst>
                <a:path w="236220" h="38100">
                  <a:moveTo>
                    <a:pt x="0" y="38100"/>
                  </a:moveTo>
                  <a:lnTo>
                    <a:pt x="761" y="0"/>
                  </a:lnTo>
                  <a:lnTo>
                    <a:pt x="236220" y="0"/>
                  </a:lnTo>
                </a:path>
              </a:pathLst>
            </a:custGeom>
            <a:ln w="19050">
              <a:solidFill>
                <a:srgbClr val="8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" name="object 8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918718" y="5880611"/>
              <a:ext cx="273570" cy="146304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7124077" y="5852036"/>
              <a:ext cx="236220" cy="38100"/>
            </a:xfrm>
            <a:custGeom>
              <a:avLst/>
              <a:gdLst/>
              <a:ahLst/>
              <a:cxnLst/>
              <a:rect l="l" t="t" r="r" b="b"/>
              <a:pathLst>
                <a:path w="236220" h="38100">
                  <a:moveTo>
                    <a:pt x="0" y="38100"/>
                  </a:moveTo>
                  <a:lnTo>
                    <a:pt x="761" y="0"/>
                  </a:lnTo>
                  <a:lnTo>
                    <a:pt x="236220" y="0"/>
                  </a:lnTo>
                </a:path>
              </a:pathLst>
            </a:custGeom>
            <a:ln w="19050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8" name="object 8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562102" y="5632961"/>
              <a:ext cx="272796" cy="146304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6393332" y="5605910"/>
              <a:ext cx="237490" cy="36830"/>
            </a:xfrm>
            <a:custGeom>
              <a:avLst/>
              <a:gdLst/>
              <a:ahLst/>
              <a:cxnLst/>
              <a:rect l="l" t="t" r="r" b="b"/>
              <a:pathLst>
                <a:path w="237490" h="36829">
                  <a:moveTo>
                    <a:pt x="236982" y="36575"/>
                  </a:moveTo>
                  <a:lnTo>
                    <a:pt x="236220" y="0"/>
                  </a:lnTo>
                  <a:lnTo>
                    <a:pt x="0" y="0"/>
                  </a:lnTo>
                </a:path>
              </a:pathLst>
            </a:custGeom>
            <a:ln w="19050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0" name="object 9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562102" y="5883659"/>
              <a:ext cx="272796" cy="144780"/>
            </a:xfrm>
            <a:prstGeom prst="rect">
              <a:avLst/>
            </a:prstGeom>
          </p:spPr>
        </p:pic>
        <p:sp>
          <p:nvSpPr>
            <p:cNvPr id="91" name="object 91"/>
            <p:cNvSpPr/>
            <p:nvPr/>
          </p:nvSpPr>
          <p:spPr>
            <a:xfrm>
              <a:off x="6393332" y="5853560"/>
              <a:ext cx="237490" cy="40005"/>
            </a:xfrm>
            <a:custGeom>
              <a:avLst/>
              <a:gdLst/>
              <a:ahLst/>
              <a:cxnLst/>
              <a:rect l="l" t="t" r="r" b="b"/>
              <a:pathLst>
                <a:path w="237490" h="40004">
                  <a:moveTo>
                    <a:pt x="236982" y="39624"/>
                  </a:moveTo>
                  <a:lnTo>
                    <a:pt x="236220" y="0"/>
                  </a:lnTo>
                  <a:lnTo>
                    <a:pt x="0" y="0"/>
                  </a:lnTo>
                </a:path>
              </a:pathLst>
            </a:custGeom>
            <a:ln w="19050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6825386" y="5782694"/>
              <a:ext cx="108585" cy="110489"/>
            </a:xfrm>
            <a:custGeom>
              <a:avLst/>
              <a:gdLst/>
              <a:ahLst/>
              <a:cxnLst/>
              <a:rect l="l" t="t" r="r" b="b"/>
              <a:pathLst>
                <a:path w="108584" h="110489">
                  <a:moveTo>
                    <a:pt x="108203" y="54863"/>
                  </a:moveTo>
                  <a:lnTo>
                    <a:pt x="103929" y="33432"/>
                  </a:lnTo>
                  <a:lnTo>
                    <a:pt x="92297" y="16001"/>
                  </a:lnTo>
                  <a:lnTo>
                    <a:pt x="75092" y="4286"/>
                  </a:lnTo>
                  <a:lnTo>
                    <a:pt x="54101" y="0"/>
                  </a:lnTo>
                  <a:lnTo>
                    <a:pt x="32789" y="4286"/>
                  </a:lnTo>
                  <a:lnTo>
                    <a:pt x="15620" y="16001"/>
                  </a:lnTo>
                  <a:lnTo>
                    <a:pt x="4167" y="33432"/>
                  </a:lnTo>
                  <a:lnTo>
                    <a:pt x="0" y="54863"/>
                  </a:lnTo>
                  <a:lnTo>
                    <a:pt x="4167" y="76414"/>
                  </a:lnTo>
                  <a:lnTo>
                    <a:pt x="15620" y="94106"/>
                  </a:lnTo>
                  <a:lnTo>
                    <a:pt x="32789" y="106084"/>
                  </a:lnTo>
                  <a:lnTo>
                    <a:pt x="54101" y="110489"/>
                  </a:lnTo>
                  <a:lnTo>
                    <a:pt x="75092" y="106084"/>
                  </a:lnTo>
                  <a:lnTo>
                    <a:pt x="92297" y="94106"/>
                  </a:lnTo>
                  <a:lnTo>
                    <a:pt x="103929" y="76414"/>
                  </a:lnTo>
                  <a:lnTo>
                    <a:pt x="108203" y="54863"/>
                  </a:lnTo>
                  <a:close/>
                </a:path>
              </a:pathLst>
            </a:custGeom>
            <a:ln w="19050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6858914" y="5837558"/>
              <a:ext cx="45720" cy="1905"/>
            </a:xfrm>
            <a:custGeom>
              <a:avLst/>
              <a:gdLst/>
              <a:ahLst/>
              <a:cxnLst/>
              <a:rect l="l" t="t" r="r" b="b"/>
              <a:pathLst>
                <a:path w="45720" h="1904">
                  <a:moveTo>
                    <a:pt x="-9524" y="762"/>
                  </a:moveTo>
                  <a:lnTo>
                    <a:pt x="55245" y="762"/>
                  </a:lnTo>
                </a:path>
              </a:pathLst>
            </a:custGeom>
            <a:ln w="20574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6825386" y="5677538"/>
              <a:ext cx="32384" cy="30480"/>
            </a:xfrm>
            <a:custGeom>
              <a:avLst/>
              <a:gdLst/>
              <a:ahLst/>
              <a:cxnLst/>
              <a:rect l="l" t="t" r="r" b="b"/>
              <a:pathLst>
                <a:path w="32384" h="30479">
                  <a:moveTo>
                    <a:pt x="0" y="0"/>
                  </a:moveTo>
                  <a:lnTo>
                    <a:pt x="32004" y="30480"/>
                  </a:lnTo>
                </a:path>
              </a:pathLst>
            </a:custGeom>
            <a:ln w="19050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6895477" y="5674490"/>
              <a:ext cx="33020" cy="33655"/>
            </a:xfrm>
            <a:custGeom>
              <a:avLst/>
              <a:gdLst/>
              <a:ahLst/>
              <a:cxnLst/>
              <a:rect l="l" t="t" r="r" b="b"/>
              <a:pathLst>
                <a:path w="33020" h="33654">
                  <a:moveTo>
                    <a:pt x="32766" y="0"/>
                  </a:moveTo>
                  <a:lnTo>
                    <a:pt x="0" y="33528"/>
                  </a:lnTo>
                </a:path>
              </a:pathLst>
            </a:custGeom>
            <a:ln w="19050">
              <a:solidFill>
                <a:srgbClr val="8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6825373" y="5947286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0" y="33527"/>
                  </a:moveTo>
                  <a:lnTo>
                    <a:pt x="33528" y="0"/>
                  </a:lnTo>
                </a:path>
              </a:pathLst>
            </a:custGeom>
            <a:ln w="19050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6895477" y="5944238"/>
              <a:ext cx="33020" cy="35560"/>
            </a:xfrm>
            <a:custGeom>
              <a:avLst/>
              <a:gdLst/>
              <a:ahLst/>
              <a:cxnLst/>
              <a:rect l="l" t="t" r="r" b="b"/>
              <a:pathLst>
                <a:path w="33020" h="35560">
                  <a:moveTo>
                    <a:pt x="32766" y="35051"/>
                  </a:moveTo>
                  <a:lnTo>
                    <a:pt x="0" y="0"/>
                  </a:lnTo>
                </a:path>
              </a:pathLst>
            </a:custGeom>
            <a:ln w="19050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8" name="object 98"/>
          <p:cNvGrpSpPr/>
          <p:nvPr/>
        </p:nvGrpSpPr>
        <p:grpSpPr>
          <a:xfrm>
            <a:off x="8308606" y="3367916"/>
            <a:ext cx="505459" cy="494030"/>
            <a:chOff x="8308606" y="3367916"/>
            <a:chExt cx="505459" cy="494030"/>
          </a:xfrm>
        </p:grpSpPr>
        <p:pic>
          <p:nvPicPr>
            <p:cNvPr id="99" name="object 9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433193" y="3367916"/>
              <a:ext cx="194309" cy="144017"/>
            </a:xfrm>
            <a:prstGeom prst="rect">
              <a:avLst/>
            </a:prstGeom>
          </p:spPr>
        </p:pic>
        <p:sp>
          <p:nvSpPr>
            <p:cNvPr id="100" name="object 100"/>
            <p:cNvSpPr/>
            <p:nvPr/>
          </p:nvSpPr>
          <p:spPr>
            <a:xfrm>
              <a:off x="8334895" y="3447164"/>
              <a:ext cx="452755" cy="340360"/>
            </a:xfrm>
            <a:custGeom>
              <a:avLst/>
              <a:gdLst/>
              <a:ahLst/>
              <a:cxnLst/>
              <a:rect l="l" t="t" r="r" b="b"/>
              <a:pathLst>
                <a:path w="452754" h="340360">
                  <a:moveTo>
                    <a:pt x="452627" y="339851"/>
                  </a:moveTo>
                  <a:lnTo>
                    <a:pt x="0" y="338327"/>
                  </a:lnTo>
                  <a:lnTo>
                    <a:pt x="0" y="0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1" name="object 10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8433193" y="3716912"/>
              <a:ext cx="194309" cy="144780"/>
            </a:xfrm>
            <a:prstGeom prst="rect">
              <a:avLst/>
            </a:prstGeom>
          </p:spPr>
        </p:pic>
      </p:grpSp>
      <p:grpSp>
        <p:nvGrpSpPr>
          <p:cNvPr id="102" name="object 102"/>
          <p:cNvGrpSpPr/>
          <p:nvPr/>
        </p:nvGrpSpPr>
        <p:grpSpPr>
          <a:xfrm>
            <a:off x="4112285" y="2400557"/>
            <a:ext cx="538480" cy="540385"/>
            <a:chOff x="4112285" y="2400557"/>
            <a:chExt cx="538480" cy="540385"/>
          </a:xfrm>
        </p:grpSpPr>
        <p:sp>
          <p:nvSpPr>
            <p:cNvPr id="103" name="object 103"/>
            <p:cNvSpPr/>
            <p:nvPr/>
          </p:nvSpPr>
          <p:spPr>
            <a:xfrm>
              <a:off x="4140860" y="2429132"/>
              <a:ext cx="481330" cy="483234"/>
            </a:xfrm>
            <a:custGeom>
              <a:avLst/>
              <a:gdLst/>
              <a:ahLst/>
              <a:cxnLst/>
              <a:rect l="l" t="t" r="r" b="b"/>
              <a:pathLst>
                <a:path w="481329" h="483235">
                  <a:moveTo>
                    <a:pt x="0" y="241553"/>
                  </a:moveTo>
                  <a:lnTo>
                    <a:pt x="4874" y="192888"/>
                  </a:lnTo>
                  <a:lnTo>
                    <a:pt x="18847" y="147554"/>
                  </a:lnTo>
                  <a:lnTo>
                    <a:pt x="40947" y="106523"/>
                  </a:lnTo>
                  <a:lnTo>
                    <a:pt x="70199" y="70770"/>
                  </a:lnTo>
                  <a:lnTo>
                    <a:pt x="105630" y="41268"/>
                  </a:lnTo>
                  <a:lnTo>
                    <a:pt x="146268" y="18990"/>
                  </a:lnTo>
                  <a:lnTo>
                    <a:pt x="191138" y="4909"/>
                  </a:lnTo>
                  <a:lnTo>
                    <a:pt x="239268" y="0"/>
                  </a:lnTo>
                  <a:lnTo>
                    <a:pt x="288152" y="4909"/>
                  </a:lnTo>
                  <a:lnTo>
                    <a:pt x="333589" y="18990"/>
                  </a:lnTo>
                  <a:lnTo>
                    <a:pt x="374633" y="41268"/>
                  </a:lnTo>
                  <a:lnTo>
                    <a:pt x="410337" y="70770"/>
                  </a:lnTo>
                  <a:lnTo>
                    <a:pt x="439754" y="106523"/>
                  </a:lnTo>
                  <a:lnTo>
                    <a:pt x="461938" y="147554"/>
                  </a:lnTo>
                  <a:lnTo>
                    <a:pt x="475943" y="192888"/>
                  </a:lnTo>
                  <a:lnTo>
                    <a:pt x="480822" y="241553"/>
                  </a:lnTo>
                  <a:lnTo>
                    <a:pt x="475943" y="290219"/>
                  </a:lnTo>
                  <a:lnTo>
                    <a:pt x="461938" y="335553"/>
                  </a:lnTo>
                  <a:lnTo>
                    <a:pt x="439754" y="376584"/>
                  </a:lnTo>
                  <a:lnTo>
                    <a:pt x="410337" y="412337"/>
                  </a:lnTo>
                  <a:lnTo>
                    <a:pt x="374633" y="441839"/>
                  </a:lnTo>
                  <a:lnTo>
                    <a:pt x="333589" y="464117"/>
                  </a:lnTo>
                  <a:lnTo>
                    <a:pt x="288152" y="478198"/>
                  </a:lnTo>
                  <a:lnTo>
                    <a:pt x="239268" y="483107"/>
                  </a:lnTo>
                  <a:lnTo>
                    <a:pt x="191138" y="478198"/>
                  </a:lnTo>
                  <a:lnTo>
                    <a:pt x="146268" y="464117"/>
                  </a:lnTo>
                  <a:lnTo>
                    <a:pt x="105630" y="441839"/>
                  </a:lnTo>
                  <a:lnTo>
                    <a:pt x="70199" y="412337"/>
                  </a:lnTo>
                  <a:lnTo>
                    <a:pt x="40947" y="376584"/>
                  </a:lnTo>
                  <a:lnTo>
                    <a:pt x="18847" y="335553"/>
                  </a:lnTo>
                  <a:lnTo>
                    <a:pt x="4874" y="290219"/>
                  </a:lnTo>
                  <a:lnTo>
                    <a:pt x="0" y="241553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258208" y="2455040"/>
              <a:ext cx="238760" cy="414655"/>
            </a:xfrm>
            <a:custGeom>
              <a:avLst/>
              <a:gdLst/>
              <a:ahLst/>
              <a:cxnLst/>
              <a:rect l="l" t="t" r="r" b="b"/>
              <a:pathLst>
                <a:path w="238760" h="414655">
                  <a:moveTo>
                    <a:pt x="238506" y="400812"/>
                  </a:moveTo>
                  <a:lnTo>
                    <a:pt x="238506" y="0"/>
                  </a:lnTo>
                  <a:lnTo>
                    <a:pt x="115062" y="245364"/>
                  </a:lnTo>
                  <a:lnTo>
                    <a:pt x="0" y="0"/>
                  </a:lnTo>
                  <a:lnTo>
                    <a:pt x="2286" y="414528"/>
                  </a:lnTo>
                </a:path>
              </a:pathLst>
            </a:custGeom>
            <a:ln w="57150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5" name="object 105"/>
          <p:cNvGrpSpPr/>
          <p:nvPr/>
        </p:nvGrpSpPr>
        <p:grpSpPr>
          <a:xfrm>
            <a:off x="4949723" y="4971545"/>
            <a:ext cx="734695" cy="906780"/>
            <a:chOff x="4949723" y="4971545"/>
            <a:chExt cx="734695" cy="906780"/>
          </a:xfrm>
        </p:grpSpPr>
        <p:sp>
          <p:nvSpPr>
            <p:cNvPr id="106" name="object 106"/>
            <p:cNvSpPr/>
            <p:nvPr/>
          </p:nvSpPr>
          <p:spPr>
            <a:xfrm>
              <a:off x="5606173" y="4997834"/>
              <a:ext cx="10160" cy="700405"/>
            </a:xfrm>
            <a:custGeom>
              <a:avLst/>
              <a:gdLst/>
              <a:ahLst/>
              <a:cxnLst/>
              <a:rect l="l" t="t" r="r" b="b"/>
              <a:pathLst>
                <a:path w="10160" h="700404">
                  <a:moveTo>
                    <a:pt x="9906" y="700277"/>
                  </a:moveTo>
                  <a:lnTo>
                    <a:pt x="0" y="0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7" name="object 10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539879" y="5346068"/>
              <a:ext cx="144017" cy="192024"/>
            </a:xfrm>
            <a:prstGeom prst="rect">
              <a:avLst/>
            </a:prstGeom>
          </p:spPr>
        </p:pic>
        <p:sp>
          <p:nvSpPr>
            <p:cNvPr id="108" name="object 108"/>
            <p:cNvSpPr/>
            <p:nvPr/>
          </p:nvSpPr>
          <p:spPr>
            <a:xfrm>
              <a:off x="5264810" y="5247008"/>
              <a:ext cx="340360" cy="452755"/>
            </a:xfrm>
            <a:custGeom>
              <a:avLst/>
              <a:gdLst/>
              <a:ahLst/>
              <a:cxnLst/>
              <a:rect l="l" t="t" r="r" b="b"/>
              <a:pathLst>
                <a:path w="340360" h="452754">
                  <a:moveTo>
                    <a:pt x="0" y="452627"/>
                  </a:moveTo>
                  <a:lnTo>
                    <a:pt x="1523" y="0"/>
                  </a:lnTo>
                  <a:lnTo>
                    <a:pt x="339852" y="0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9" name="object 10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191658" y="5346068"/>
              <a:ext cx="144779" cy="192024"/>
            </a:xfrm>
            <a:prstGeom prst="rect">
              <a:avLst/>
            </a:prstGeom>
          </p:spPr>
        </p:pic>
        <p:sp>
          <p:nvSpPr>
            <p:cNvPr id="110" name="object 110"/>
            <p:cNvSpPr/>
            <p:nvPr/>
          </p:nvSpPr>
          <p:spPr>
            <a:xfrm>
              <a:off x="4976012" y="5709542"/>
              <a:ext cx="636270" cy="142875"/>
            </a:xfrm>
            <a:custGeom>
              <a:avLst/>
              <a:gdLst/>
              <a:ahLst/>
              <a:cxnLst/>
              <a:rect l="l" t="t" r="r" b="b"/>
              <a:pathLst>
                <a:path w="636270" h="142875">
                  <a:moveTo>
                    <a:pt x="0" y="142494"/>
                  </a:moveTo>
                  <a:lnTo>
                    <a:pt x="636270" y="142494"/>
                  </a:lnTo>
                  <a:lnTo>
                    <a:pt x="636270" y="0"/>
                  </a:lnTo>
                  <a:lnTo>
                    <a:pt x="278892" y="0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1" name="object 111"/>
          <p:cNvGrpSpPr/>
          <p:nvPr/>
        </p:nvGrpSpPr>
        <p:grpSpPr>
          <a:xfrm>
            <a:off x="3535451" y="2015366"/>
            <a:ext cx="5278755" cy="3864610"/>
            <a:chOff x="3535451" y="2015366"/>
            <a:chExt cx="5278755" cy="3864610"/>
          </a:xfrm>
        </p:grpSpPr>
        <p:sp>
          <p:nvSpPr>
            <p:cNvPr id="112" name="object 112"/>
            <p:cNvSpPr/>
            <p:nvPr/>
          </p:nvSpPr>
          <p:spPr>
            <a:xfrm>
              <a:off x="6032893" y="4999358"/>
              <a:ext cx="10160" cy="700405"/>
            </a:xfrm>
            <a:custGeom>
              <a:avLst/>
              <a:gdLst/>
              <a:ahLst/>
              <a:cxnLst/>
              <a:rect l="l" t="t" r="r" b="b"/>
              <a:pathLst>
                <a:path w="10160" h="700404">
                  <a:moveTo>
                    <a:pt x="0" y="700277"/>
                  </a:moveTo>
                  <a:lnTo>
                    <a:pt x="9905" y="0"/>
                  </a:lnTo>
                </a:path>
              </a:pathLst>
            </a:custGeom>
            <a:ln w="52577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3" name="object 11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965088" y="5346068"/>
              <a:ext cx="144017" cy="193547"/>
            </a:xfrm>
            <a:prstGeom prst="rect">
              <a:avLst/>
            </a:prstGeom>
          </p:spPr>
        </p:pic>
        <p:sp>
          <p:nvSpPr>
            <p:cNvPr id="114" name="object 114"/>
            <p:cNvSpPr/>
            <p:nvPr/>
          </p:nvSpPr>
          <p:spPr>
            <a:xfrm>
              <a:off x="6045847" y="5250818"/>
              <a:ext cx="340360" cy="450850"/>
            </a:xfrm>
            <a:custGeom>
              <a:avLst/>
              <a:gdLst/>
              <a:ahLst/>
              <a:cxnLst/>
              <a:rect l="l" t="t" r="r" b="b"/>
              <a:pathLst>
                <a:path w="340360" h="450850">
                  <a:moveTo>
                    <a:pt x="339851" y="450342"/>
                  </a:moveTo>
                  <a:lnTo>
                    <a:pt x="338327" y="0"/>
                  </a:lnTo>
                  <a:lnTo>
                    <a:pt x="0" y="0"/>
                  </a:lnTo>
                </a:path>
              </a:pathLst>
            </a:custGeom>
            <a:ln w="52577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5" name="object 11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314071" y="5346068"/>
              <a:ext cx="144779" cy="193547"/>
            </a:xfrm>
            <a:prstGeom prst="rect">
              <a:avLst/>
            </a:prstGeom>
          </p:spPr>
        </p:pic>
        <p:sp>
          <p:nvSpPr>
            <p:cNvPr id="116" name="object 116"/>
            <p:cNvSpPr/>
            <p:nvPr/>
          </p:nvSpPr>
          <p:spPr>
            <a:xfrm>
              <a:off x="6031369" y="5493134"/>
              <a:ext cx="835660" cy="360680"/>
            </a:xfrm>
            <a:custGeom>
              <a:avLst/>
              <a:gdLst/>
              <a:ahLst/>
              <a:cxnLst/>
              <a:rect l="l" t="t" r="r" b="b"/>
              <a:pathLst>
                <a:path w="835659" h="360679">
                  <a:moveTo>
                    <a:pt x="835151" y="0"/>
                  </a:moveTo>
                  <a:lnTo>
                    <a:pt x="604265" y="358902"/>
                  </a:lnTo>
                  <a:lnTo>
                    <a:pt x="0" y="360426"/>
                  </a:lnTo>
                  <a:lnTo>
                    <a:pt x="0" y="216408"/>
                  </a:lnTo>
                  <a:lnTo>
                    <a:pt x="357377" y="216408"/>
                  </a:lnTo>
                </a:path>
              </a:pathLst>
            </a:custGeom>
            <a:ln w="52577">
              <a:solidFill>
                <a:srgbClr val="FF0000"/>
              </a:solidFill>
              <a:prstDash val="lg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561740" y="2088518"/>
              <a:ext cx="5226050" cy="2912745"/>
            </a:xfrm>
            <a:custGeom>
              <a:avLst/>
              <a:gdLst/>
              <a:ahLst/>
              <a:cxnLst/>
              <a:rect l="l" t="t" r="r" b="b"/>
              <a:pathLst>
                <a:path w="5226050" h="2912745">
                  <a:moveTo>
                    <a:pt x="0" y="0"/>
                  </a:moveTo>
                  <a:lnTo>
                    <a:pt x="8382" y="2912364"/>
                  </a:lnTo>
                  <a:lnTo>
                    <a:pt x="5217414" y="2912363"/>
                  </a:lnTo>
                  <a:lnTo>
                    <a:pt x="5225796" y="8381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8" name="object 11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734714" y="2015366"/>
              <a:ext cx="193548" cy="144017"/>
            </a:xfrm>
            <a:prstGeom prst="rect">
              <a:avLst/>
            </a:prstGeom>
          </p:spPr>
        </p:pic>
        <p:sp>
          <p:nvSpPr>
            <p:cNvPr id="119" name="object 119"/>
            <p:cNvSpPr/>
            <p:nvPr/>
          </p:nvSpPr>
          <p:spPr>
            <a:xfrm>
              <a:off x="4258208" y="3428114"/>
              <a:ext cx="241935" cy="337185"/>
            </a:xfrm>
            <a:custGeom>
              <a:avLst/>
              <a:gdLst/>
              <a:ahLst/>
              <a:cxnLst/>
              <a:rect l="l" t="t" r="r" b="b"/>
              <a:pathLst>
                <a:path w="241935" h="337185">
                  <a:moveTo>
                    <a:pt x="0" y="0"/>
                  </a:moveTo>
                  <a:lnTo>
                    <a:pt x="241554" y="0"/>
                  </a:lnTo>
                  <a:lnTo>
                    <a:pt x="241554" y="336804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573932" y="3418208"/>
              <a:ext cx="699135" cy="346710"/>
            </a:xfrm>
            <a:custGeom>
              <a:avLst/>
              <a:gdLst/>
              <a:ahLst/>
              <a:cxnLst/>
              <a:rect l="l" t="t" r="r" b="b"/>
              <a:pathLst>
                <a:path w="699135" h="346710">
                  <a:moveTo>
                    <a:pt x="0" y="0"/>
                  </a:moveTo>
                  <a:lnTo>
                    <a:pt x="698754" y="8381"/>
                  </a:lnTo>
                  <a:lnTo>
                    <a:pt x="698754" y="346709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258208" y="2091566"/>
              <a:ext cx="241935" cy="337820"/>
            </a:xfrm>
            <a:custGeom>
              <a:avLst/>
              <a:gdLst/>
              <a:ahLst/>
              <a:cxnLst/>
              <a:rect l="l" t="t" r="r" b="b"/>
              <a:pathLst>
                <a:path w="241935" h="337819">
                  <a:moveTo>
                    <a:pt x="0" y="0"/>
                  </a:moveTo>
                  <a:lnTo>
                    <a:pt x="241554" y="0"/>
                  </a:lnTo>
                  <a:lnTo>
                    <a:pt x="241554" y="337566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573932" y="2094614"/>
              <a:ext cx="451484" cy="338455"/>
            </a:xfrm>
            <a:custGeom>
              <a:avLst/>
              <a:gdLst/>
              <a:ahLst/>
              <a:cxnLst/>
              <a:rect l="l" t="t" r="r" b="b"/>
              <a:pathLst>
                <a:path w="451485" h="338455">
                  <a:moveTo>
                    <a:pt x="0" y="338327"/>
                  </a:moveTo>
                  <a:lnTo>
                    <a:pt x="451104" y="336803"/>
                  </a:lnTo>
                  <a:lnTo>
                    <a:pt x="451104" y="0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582314" y="2083184"/>
              <a:ext cx="690880" cy="346075"/>
            </a:xfrm>
            <a:custGeom>
              <a:avLst/>
              <a:gdLst/>
              <a:ahLst/>
              <a:cxnLst/>
              <a:rect l="l" t="t" r="r" b="b"/>
              <a:pathLst>
                <a:path w="690879" h="346075">
                  <a:moveTo>
                    <a:pt x="0" y="0"/>
                  </a:moveTo>
                  <a:lnTo>
                    <a:pt x="690372" y="8381"/>
                  </a:lnTo>
                  <a:lnTo>
                    <a:pt x="690372" y="345947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4" name="object 124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734714" y="2364362"/>
              <a:ext cx="193548" cy="143255"/>
            </a:xfrm>
            <a:prstGeom prst="rect">
              <a:avLst/>
            </a:prstGeom>
          </p:spPr>
        </p:pic>
        <p:pic>
          <p:nvPicPr>
            <p:cNvPr id="125" name="object 12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734714" y="3351914"/>
              <a:ext cx="193548" cy="142494"/>
            </a:xfrm>
            <a:prstGeom prst="rect">
              <a:avLst/>
            </a:prstGeom>
          </p:spPr>
        </p:pic>
        <p:sp>
          <p:nvSpPr>
            <p:cNvPr id="126" name="object 126"/>
            <p:cNvSpPr/>
            <p:nvPr/>
          </p:nvSpPr>
          <p:spPr>
            <a:xfrm>
              <a:off x="3573932" y="3429638"/>
              <a:ext cx="451484" cy="340360"/>
            </a:xfrm>
            <a:custGeom>
              <a:avLst/>
              <a:gdLst/>
              <a:ahLst/>
              <a:cxnLst/>
              <a:rect l="l" t="t" r="r" b="b"/>
              <a:pathLst>
                <a:path w="451485" h="340360">
                  <a:moveTo>
                    <a:pt x="0" y="339851"/>
                  </a:moveTo>
                  <a:lnTo>
                    <a:pt x="451104" y="338327"/>
                  </a:lnTo>
                  <a:lnTo>
                    <a:pt x="451104" y="0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7" name="object 127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734714" y="3699386"/>
              <a:ext cx="193548" cy="144780"/>
            </a:xfrm>
            <a:prstGeom prst="rect">
              <a:avLst/>
            </a:prstGeom>
          </p:spPr>
        </p:pic>
        <p:pic>
          <p:nvPicPr>
            <p:cNvPr id="128" name="object 128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680849" y="2024510"/>
              <a:ext cx="193548" cy="144779"/>
            </a:xfrm>
            <a:prstGeom prst="rect">
              <a:avLst/>
            </a:prstGeom>
          </p:spPr>
        </p:pic>
        <p:sp>
          <p:nvSpPr>
            <p:cNvPr id="129" name="object 129"/>
            <p:cNvSpPr/>
            <p:nvPr/>
          </p:nvSpPr>
          <p:spPr>
            <a:xfrm>
              <a:off x="5191658" y="2100710"/>
              <a:ext cx="849630" cy="1216660"/>
            </a:xfrm>
            <a:custGeom>
              <a:avLst/>
              <a:gdLst/>
              <a:ahLst/>
              <a:cxnLst/>
              <a:rect l="l" t="t" r="r" b="b"/>
              <a:pathLst>
                <a:path w="849629" h="1216660">
                  <a:moveTo>
                    <a:pt x="849629" y="1216152"/>
                  </a:moveTo>
                  <a:lnTo>
                    <a:pt x="849629" y="6095"/>
                  </a:lnTo>
                  <a:lnTo>
                    <a:pt x="0" y="0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582564" y="2103758"/>
              <a:ext cx="452755" cy="338455"/>
            </a:xfrm>
            <a:custGeom>
              <a:avLst/>
              <a:gdLst/>
              <a:ahLst/>
              <a:cxnLst/>
              <a:rect l="l" t="t" r="r" b="b"/>
              <a:pathLst>
                <a:path w="452754" h="338455">
                  <a:moveTo>
                    <a:pt x="452627" y="338327"/>
                  </a:moveTo>
                  <a:lnTo>
                    <a:pt x="0" y="336803"/>
                  </a:lnTo>
                  <a:lnTo>
                    <a:pt x="0" y="0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1" name="object 131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5680849" y="2374268"/>
              <a:ext cx="193548" cy="144017"/>
            </a:xfrm>
            <a:prstGeom prst="rect">
              <a:avLst/>
            </a:prstGeom>
          </p:spPr>
        </p:pic>
        <p:sp>
          <p:nvSpPr>
            <p:cNvPr id="132" name="object 132"/>
            <p:cNvSpPr/>
            <p:nvPr/>
          </p:nvSpPr>
          <p:spPr>
            <a:xfrm>
              <a:off x="6041288" y="4204592"/>
              <a:ext cx="0" cy="791845"/>
            </a:xfrm>
            <a:custGeom>
              <a:avLst/>
              <a:gdLst/>
              <a:ahLst/>
              <a:cxnLst/>
              <a:rect l="l" t="t" r="r" b="b"/>
              <a:pathLst>
                <a:path h="791845">
                  <a:moveTo>
                    <a:pt x="0" y="791718"/>
                  </a:moveTo>
                  <a:lnTo>
                    <a:pt x="0" y="0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5699912" y="3316862"/>
              <a:ext cx="341630" cy="894080"/>
            </a:xfrm>
            <a:custGeom>
              <a:avLst/>
              <a:gdLst/>
              <a:ahLst/>
              <a:cxnLst/>
              <a:rect l="l" t="t" r="r" b="b"/>
              <a:pathLst>
                <a:path w="341629" h="894079">
                  <a:moveTo>
                    <a:pt x="341375" y="0"/>
                  </a:moveTo>
                  <a:lnTo>
                    <a:pt x="301623" y="3011"/>
                  </a:lnTo>
                  <a:lnTo>
                    <a:pt x="263203" y="11820"/>
                  </a:lnTo>
                  <a:lnTo>
                    <a:pt x="226372" y="26092"/>
                  </a:lnTo>
                  <a:lnTo>
                    <a:pt x="191388" y="45488"/>
                  </a:lnTo>
                  <a:lnTo>
                    <a:pt x="158511" y="69674"/>
                  </a:lnTo>
                  <a:lnTo>
                    <a:pt x="127998" y="98311"/>
                  </a:lnTo>
                  <a:lnTo>
                    <a:pt x="100107" y="131064"/>
                  </a:lnTo>
                  <a:lnTo>
                    <a:pt x="75098" y="167595"/>
                  </a:lnTo>
                  <a:lnTo>
                    <a:pt x="53227" y="207569"/>
                  </a:lnTo>
                  <a:lnTo>
                    <a:pt x="34754" y="250649"/>
                  </a:lnTo>
                  <a:lnTo>
                    <a:pt x="19936" y="296497"/>
                  </a:lnTo>
                  <a:lnTo>
                    <a:pt x="9032" y="344779"/>
                  </a:lnTo>
                  <a:lnTo>
                    <a:pt x="2301" y="395156"/>
                  </a:lnTo>
                  <a:lnTo>
                    <a:pt x="0" y="447294"/>
                  </a:lnTo>
                  <a:lnTo>
                    <a:pt x="2301" y="499279"/>
                  </a:lnTo>
                  <a:lnTo>
                    <a:pt x="9032" y="549526"/>
                  </a:lnTo>
                  <a:lnTo>
                    <a:pt x="19936" y="597697"/>
                  </a:lnTo>
                  <a:lnTo>
                    <a:pt x="34754" y="643454"/>
                  </a:lnTo>
                  <a:lnTo>
                    <a:pt x="53227" y="686458"/>
                  </a:lnTo>
                  <a:lnTo>
                    <a:pt x="75098" y="726372"/>
                  </a:lnTo>
                  <a:lnTo>
                    <a:pt x="100107" y="762857"/>
                  </a:lnTo>
                  <a:lnTo>
                    <a:pt x="127998" y="795574"/>
                  </a:lnTo>
                  <a:lnTo>
                    <a:pt x="158511" y="824186"/>
                  </a:lnTo>
                  <a:lnTo>
                    <a:pt x="191388" y="848354"/>
                  </a:lnTo>
                  <a:lnTo>
                    <a:pt x="226372" y="867741"/>
                  </a:lnTo>
                  <a:lnTo>
                    <a:pt x="263203" y="882007"/>
                  </a:lnTo>
                  <a:lnTo>
                    <a:pt x="301623" y="890814"/>
                  </a:lnTo>
                  <a:lnTo>
                    <a:pt x="341376" y="893826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4" name="object 134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7115695" y="3677288"/>
              <a:ext cx="192024" cy="142494"/>
            </a:xfrm>
            <a:prstGeom prst="rect">
              <a:avLst/>
            </a:prstGeom>
          </p:spPr>
        </p:pic>
        <p:sp>
          <p:nvSpPr>
            <p:cNvPr id="135" name="object 135"/>
            <p:cNvSpPr/>
            <p:nvPr/>
          </p:nvSpPr>
          <p:spPr>
            <a:xfrm>
              <a:off x="6431419" y="3753488"/>
              <a:ext cx="1043305" cy="1216660"/>
            </a:xfrm>
            <a:custGeom>
              <a:avLst/>
              <a:gdLst/>
              <a:ahLst/>
              <a:cxnLst/>
              <a:rect l="l" t="t" r="r" b="b"/>
              <a:pathLst>
                <a:path w="1043304" h="1216660">
                  <a:moveTo>
                    <a:pt x="1043177" y="1216152"/>
                  </a:moveTo>
                  <a:lnTo>
                    <a:pt x="1043177" y="5333"/>
                  </a:lnTo>
                  <a:lnTo>
                    <a:pt x="0" y="0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7017397" y="3755012"/>
              <a:ext cx="452755" cy="340360"/>
            </a:xfrm>
            <a:custGeom>
              <a:avLst/>
              <a:gdLst/>
              <a:ahLst/>
              <a:cxnLst/>
              <a:rect l="l" t="t" r="r" b="b"/>
              <a:pathLst>
                <a:path w="452754" h="340360">
                  <a:moveTo>
                    <a:pt x="452627" y="339851"/>
                  </a:moveTo>
                  <a:lnTo>
                    <a:pt x="0" y="338327"/>
                  </a:lnTo>
                  <a:lnTo>
                    <a:pt x="0" y="0"/>
                  </a:lnTo>
                </a:path>
              </a:pathLst>
            </a:custGeom>
            <a:ln w="525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7" name="object 137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7115695" y="4024760"/>
              <a:ext cx="192024" cy="144780"/>
            </a:xfrm>
            <a:prstGeom prst="rect">
              <a:avLst/>
            </a:prstGeom>
          </p:spPr>
        </p:pic>
      </p:grpSp>
      <p:sp>
        <p:nvSpPr>
          <p:cNvPr id="138" name="object 138"/>
          <p:cNvSpPr txBox="1"/>
          <p:nvPr/>
        </p:nvSpPr>
        <p:spPr>
          <a:xfrm>
            <a:off x="344042" y="1950088"/>
            <a:ext cx="3070860" cy="34474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600" spc="-5" dirty="0">
                <a:solidFill>
                  <a:srgbClr val="FF0000"/>
                </a:solidFill>
                <a:latin typeface="Calibri"/>
                <a:cs typeface="Calibri"/>
              </a:rPr>
              <a:t>Система аварийного газоудаления </a:t>
            </a:r>
            <a:r>
              <a:rPr sz="160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339A"/>
                </a:solidFill>
                <a:latin typeface="Calibri"/>
                <a:cs typeface="Calibri"/>
              </a:rPr>
              <a:t>является</a:t>
            </a:r>
            <a:r>
              <a:rPr sz="1600" spc="-25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системой</a:t>
            </a:r>
            <a:r>
              <a:rPr sz="1600" spc="-25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339A"/>
                </a:solidFill>
                <a:latin typeface="Calibri"/>
                <a:cs typeface="Calibri"/>
              </a:rPr>
              <a:t>для</a:t>
            </a:r>
            <a:r>
              <a:rPr sz="1600" spc="-25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управления </a:t>
            </a:r>
            <a:r>
              <a:rPr sz="1600" spc="-345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запроектными </a:t>
            </a:r>
            <a:r>
              <a:rPr sz="1600" spc="-5" dirty="0">
                <a:solidFill>
                  <a:srgbClr val="00339A"/>
                </a:solidFill>
                <a:latin typeface="Calibri"/>
                <a:cs typeface="Calibri"/>
              </a:rPr>
              <a:t>авариями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и </a:t>
            </a:r>
            <a:r>
              <a:rPr sz="1600" spc="5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339A"/>
                </a:solidFill>
                <a:latin typeface="Calibri"/>
                <a:cs typeface="Calibri"/>
              </a:rPr>
              <a:t>предназначена для отвода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 парогазовой </a:t>
            </a:r>
            <a:r>
              <a:rPr sz="1600" spc="-5" dirty="0">
                <a:solidFill>
                  <a:srgbClr val="00339A"/>
                </a:solidFill>
                <a:latin typeface="Calibri"/>
                <a:cs typeface="Calibri"/>
              </a:rPr>
              <a:t>смеси, образующейся </a:t>
            </a:r>
            <a:r>
              <a:rPr sz="1600" spc="-355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в первом </a:t>
            </a:r>
            <a:r>
              <a:rPr sz="1600" spc="-5" dirty="0">
                <a:solidFill>
                  <a:srgbClr val="00339A"/>
                </a:solidFill>
                <a:latin typeface="Calibri"/>
                <a:cs typeface="Calibri"/>
              </a:rPr>
              <a:t>контуре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и </a:t>
            </a:r>
            <a:r>
              <a:rPr sz="1600" spc="5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339A"/>
                </a:solidFill>
                <a:latin typeface="Calibri"/>
                <a:cs typeface="Calibri"/>
              </a:rPr>
              <a:t>накапливающейся под крышкой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339A"/>
                </a:solidFill>
                <a:latin typeface="Calibri"/>
                <a:cs typeface="Calibri"/>
              </a:rPr>
              <a:t>реактора,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в </a:t>
            </a:r>
            <a:r>
              <a:rPr sz="1600" spc="-5" dirty="0">
                <a:solidFill>
                  <a:srgbClr val="00339A"/>
                </a:solidFill>
                <a:latin typeface="Calibri"/>
                <a:cs typeface="Calibri"/>
              </a:rPr>
              <a:t>коллекторах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 парогенераторов</a:t>
            </a:r>
            <a:r>
              <a:rPr sz="1600" spc="90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и</a:t>
            </a:r>
            <a:r>
              <a:rPr sz="1600" spc="90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в </a:t>
            </a:r>
            <a:r>
              <a:rPr sz="1600" spc="5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339A"/>
                </a:solidFill>
                <a:latin typeface="Calibri"/>
                <a:cs typeface="Calibri"/>
              </a:rPr>
              <a:t>компенсаторе давления при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339A"/>
                </a:solidFill>
                <a:latin typeface="Calibri"/>
                <a:cs typeface="Calibri"/>
              </a:rPr>
              <a:t>авариях, сопровождающихся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339A"/>
                </a:solidFill>
                <a:latin typeface="Calibri"/>
                <a:cs typeface="Calibri"/>
              </a:rPr>
              <a:t>вскипанием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339A"/>
                </a:solidFill>
                <a:latin typeface="Calibri"/>
                <a:cs typeface="Calibri"/>
              </a:rPr>
              <a:t>теплоносителя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и </a:t>
            </a:r>
            <a:r>
              <a:rPr sz="1600" spc="5" dirty="0">
                <a:solidFill>
                  <a:srgbClr val="00339A"/>
                </a:solidFill>
                <a:latin typeface="Calibri"/>
                <a:cs typeface="Calibri"/>
              </a:rPr>
              <a:t> </a:t>
            </a:r>
            <a:r>
              <a:rPr sz="1600" spc="-5" dirty="0">
                <a:solidFill>
                  <a:srgbClr val="00339A"/>
                </a:solidFill>
                <a:latin typeface="Calibri"/>
                <a:cs typeface="Calibri"/>
              </a:rPr>
              <a:t>выделением газов из </a:t>
            </a:r>
            <a:r>
              <a:rPr sz="1600" dirty="0">
                <a:solidFill>
                  <a:srgbClr val="00339A"/>
                </a:solidFill>
                <a:latin typeface="Calibri"/>
                <a:cs typeface="Calibri"/>
              </a:rPr>
              <a:t> теплоносителя.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8649607" y="6463829"/>
            <a:ext cx="427355" cy="3429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2310"/>
              </a:lnSpc>
            </a:pPr>
            <a:fld id="{81D60167-4931-47E6-BA6A-407CBD079E47}" type="slidenum">
              <a:rPr sz="2000" b="1" spc="-5" dirty="0">
                <a:solidFill>
                  <a:srgbClr val="0068B4"/>
                </a:solidFill>
                <a:latin typeface="Arial"/>
                <a:cs typeface="Arial"/>
              </a:rPr>
              <a:t>63</a:t>
            </a:fld>
            <a:endParaRPr sz="2000">
              <a:latin typeface="Arial"/>
              <a:cs typeface="Arial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606952" y="972442"/>
            <a:ext cx="525462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5" dirty="0">
                <a:solidFill>
                  <a:srgbClr val="FF0000"/>
                </a:solidFill>
                <a:latin typeface="Calibri"/>
                <a:cs typeface="Calibri"/>
              </a:rPr>
              <a:t>Система</a:t>
            </a:r>
            <a:r>
              <a:rPr sz="2400" spc="-3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2400" spc="-5" dirty="0">
                <a:solidFill>
                  <a:srgbClr val="FF0000"/>
                </a:solidFill>
                <a:latin typeface="Calibri"/>
                <a:cs typeface="Calibri"/>
              </a:rPr>
              <a:t>аварийного</a:t>
            </a:r>
            <a:r>
              <a:rPr sz="2400" spc="-2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2400" spc="-5" dirty="0">
                <a:solidFill>
                  <a:srgbClr val="FF0000"/>
                </a:solidFill>
                <a:latin typeface="Calibri"/>
                <a:cs typeface="Calibri"/>
              </a:rPr>
              <a:t>газоудаления</a:t>
            </a:r>
            <a:r>
              <a:rPr sz="2400" spc="-2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2400" spc="-5" dirty="0">
                <a:solidFill>
                  <a:srgbClr val="FF0000"/>
                </a:solidFill>
                <a:latin typeface="Calibri"/>
                <a:cs typeface="Calibri"/>
              </a:rPr>
              <a:t>(САГ)</a:t>
            </a:r>
            <a:endParaRPr sz="2400">
              <a:latin typeface="Calibri"/>
              <a:cs typeface="Calibri"/>
            </a:endParaRPr>
          </a:p>
        </p:txBody>
      </p:sp>
      <p:sp>
        <p:nvSpPr>
          <p:cNvPr id="140" name="object 140"/>
          <p:cNvSpPr txBox="1">
            <a:spLocks noGrp="1"/>
          </p:cNvSpPr>
          <p:nvPr>
            <p:ph type="title"/>
          </p:nvPr>
        </p:nvSpPr>
        <p:spPr>
          <a:xfrm>
            <a:off x="3241948" y="220348"/>
            <a:ext cx="421640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Системы</a:t>
            </a:r>
            <a:r>
              <a:rPr spc="-15" dirty="0"/>
              <a:t> </a:t>
            </a:r>
            <a:r>
              <a:rPr spc="-5" dirty="0"/>
              <a:t>безопасности</a:t>
            </a: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967627" y="250828"/>
            <a:ext cx="3462020" cy="513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b="1" spc="-10" dirty="0">
                <a:latin typeface="Arial"/>
                <a:cs typeface="Arial"/>
              </a:rPr>
              <a:t>Уроки</a:t>
            </a:r>
            <a:r>
              <a:rPr b="1" spc="-50" dirty="0">
                <a:latin typeface="Arial"/>
                <a:cs typeface="Arial"/>
              </a:rPr>
              <a:t> </a:t>
            </a:r>
            <a:r>
              <a:rPr b="1" spc="-10" dirty="0">
                <a:latin typeface="Arial"/>
                <a:cs typeface="Arial"/>
              </a:rPr>
              <a:t>Фукусимы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530711" y="6474716"/>
            <a:ext cx="375920" cy="374650"/>
          </a:xfrm>
          <a:prstGeom prst="rect">
            <a:avLst/>
          </a:prstGeom>
        </p:spPr>
        <p:txBody>
          <a:bodyPr vert="horz" wrap="square" lIns="0" tIns="53340" rIns="0" bIns="0" rtlCol="0">
            <a:spAutoFit/>
          </a:bodyPr>
          <a:lstStyle/>
          <a:p>
            <a:pPr marL="55244">
              <a:lnSpc>
                <a:spcPct val="100000"/>
              </a:lnSpc>
              <a:spcBef>
                <a:spcPts val="420"/>
              </a:spcBef>
            </a:pPr>
            <a:fld id="{81D60167-4931-47E6-BA6A-407CBD079E47}" type="slidenum">
              <a:rPr sz="2000" spc="-5" dirty="0">
                <a:solidFill>
                  <a:srgbClr val="0068B4"/>
                </a:solidFill>
                <a:latin typeface="Microsoft Sans Serif"/>
                <a:cs typeface="Microsoft Sans Serif"/>
              </a:rPr>
              <a:t>64</a:t>
            </a:fld>
            <a:endParaRPr sz="200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46600" y="1445644"/>
            <a:ext cx="7221220" cy="3511550"/>
          </a:xfrm>
          <a:prstGeom prst="rect">
            <a:avLst/>
          </a:prstGeom>
        </p:spPr>
        <p:txBody>
          <a:bodyPr vert="horz" wrap="square" lIns="0" tIns="5715" rIns="0" bIns="0" rtlCol="0">
            <a:spAutoFit/>
          </a:bodyPr>
          <a:lstStyle/>
          <a:p>
            <a:pPr marL="12700" marR="311785">
              <a:lnSpc>
                <a:spcPct val="102099"/>
              </a:lnSpc>
              <a:spcBef>
                <a:spcPts val="45"/>
              </a:spcBef>
              <a:buFont typeface="Microsoft Sans Serif"/>
              <a:buAutoNum type="arabicPeriod"/>
              <a:tabLst>
                <a:tab pos="295275" algn="l"/>
              </a:tabLst>
            </a:pPr>
            <a:r>
              <a:rPr sz="2000" spc="35" dirty="0">
                <a:solidFill>
                  <a:srgbClr val="00228B"/>
                </a:solidFill>
                <a:latin typeface="Trebuchet MS"/>
                <a:cs typeface="Trebuchet MS"/>
              </a:rPr>
              <a:t>Выполнен</a:t>
            </a:r>
            <a:r>
              <a:rPr sz="2000" spc="-70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228B"/>
                </a:solidFill>
                <a:latin typeface="Trebuchet MS"/>
                <a:cs typeface="Trebuchet MS"/>
              </a:rPr>
              <a:t>анализ</a:t>
            </a:r>
            <a:r>
              <a:rPr sz="2000" spc="-60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228B"/>
                </a:solidFill>
                <a:latin typeface="Trebuchet MS"/>
                <a:cs typeface="Trebuchet MS"/>
              </a:rPr>
              <a:t>устойчивости</a:t>
            </a:r>
            <a:r>
              <a:rPr sz="2000" spc="-6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-25" dirty="0">
                <a:solidFill>
                  <a:srgbClr val="00228B"/>
                </a:solidFill>
                <a:latin typeface="Trebuchet MS"/>
                <a:cs typeface="Trebuchet MS"/>
              </a:rPr>
              <a:t>Ленинградской</a:t>
            </a:r>
            <a:r>
              <a:rPr sz="2000" spc="-6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130" dirty="0">
                <a:solidFill>
                  <a:srgbClr val="00228B"/>
                </a:solidFill>
                <a:latin typeface="Trebuchet MS"/>
                <a:cs typeface="Trebuchet MS"/>
              </a:rPr>
              <a:t>АЭС</a:t>
            </a:r>
            <a:r>
              <a:rPr sz="2000" spc="130" dirty="0">
                <a:solidFill>
                  <a:srgbClr val="00228B"/>
                </a:solidFill>
                <a:latin typeface="Microsoft Sans Serif"/>
                <a:cs typeface="Microsoft Sans Serif"/>
              </a:rPr>
              <a:t>-2</a:t>
            </a:r>
            <a:r>
              <a:rPr sz="2000" spc="15" dirty="0">
                <a:solidFill>
                  <a:srgbClr val="00228B"/>
                </a:solidFill>
                <a:latin typeface="Microsoft Sans Serif"/>
                <a:cs typeface="Microsoft Sans Serif"/>
              </a:rPr>
              <a:t> </a:t>
            </a:r>
            <a:r>
              <a:rPr sz="2000" spc="-160" dirty="0">
                <a:solidFill>
                  <a:srgbClr val="00228B"/>
                </a:solidFill>
                <a:latin typeface="Trebuchet MS"/>
                <a:cs typeface="Trebuchet MS"/>
              </a:rPr>
              <a:t>к </a:t>
            </a:r>
            <a:r>
              <a:rPr sz="2000" spc="-590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228B"/>
                </a:solidFill>
                <a:latin typeface="Trebuchet MS"/>
                <a:cs typeface="Trebuchet MS"/>
              </a:rPr>
              <a:t>катастрофическим </a:t>
            </a:r>
            <a:r>
              <a:rPr sz="2000" spc="5" dirty="0">
                <a:solidFill>
                  <a:srgbClr val="00228B"/>
                </a:solidFill>
                <a:latin typeface="Trebuchet MS"/>
                <a:cs typeface="Trebuchet MS"/>
              </a:rPr>
              <a:t>внешним воздействиям </a:t>
            </a:r>
            <a:r>
              <a:rPr sz="2000" spc="-10" dirty="0">
                <a:solidFill>
                  <a:srgbClr val="00228B"/>
                </a:solidFill>
                <a:latin typeface="Trebuchet MS"/>
                <a:cs typeface="Trebuchet MS"/>
              </a:rPr>
              <a:t>природного </a:t>
            </a:r>
            <a:r>
              <a:rPr sz="2000" spc="-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228B"/>
                </a:solidFill>
                <a:latin typeface="Trebuchet MS"/>
                <a:cs typeface="Trebuchet MS"/>
              </a:rPr>
              <a:t>характера</a:t>
            </a:r>
            <a:r>
              <a:rPr sz="2000" spc="-5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10" dirty="0">
                <a:solidFill>
                  <a:srgbClr val="00228B"/>
                </a:solidFill>
                <a:latin typeface="Trebuchet MS"/>
                <a:cs typeface="Trebuchet MS"/>
              </a:rPr>
              <a:t>по</a:t>
            </a:r>
            <a:r>
              <a:rPr sz="2000" spc="-4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-10" dirty="0">
                <a:solidFill>
                  <a:srgbClr val="00228B"/>
                </a:solidFill>
                <a:latin typeface="Trebuchet MS"/>
                <a:cs typeface="Trebuchet MS"/>
              </a:rPr>
              <a:t>типу</a:t>
            </a:r>
            <a:r>
              <a:rPr sz="2000" spc="-50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20" dirty="0">
                <a:solidFill>
                  <a:srgbClr val="00228B"/>
                </a:solidFill>
                <a:latin typeface="Trebuchet MS"/>
                <a:cs typeface="Trebuchet MS"/>
              </a:rPr>
              <a:t>аварии</a:t>
            </a:r>
            <a:r>
              <a:rPr sz="2000" spc="-6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35" dirty="0">
                <a:solidFill>
                  <a:srgbClr val="00228B"/>
                </a:solidFill>
                <a:latin typeface="Trebuchet MS"/>
                <a:cs typeface="Trebuchet MS"/>
              </a:rPr>
              <a:t>на</a:t>
            </a:r>
            <a:r>
              <a:rPr sz="2000" spc="-50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220" dirty="0">
                <a:solidFill>
                  <a:srgbClr val="00228B"/>
                </a:solidFill>
                <a:latin typeface="Trebuchet MS"/>
                <a:cs typeface="Trebuchet MS"/>
              </a:rPr>
              <a:t>АЭС</a:t>
            </a:r>
            <a:r>
              <a:rPr sz="2000" spc="-5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228B"/>
                </a:solidFill>
                <a:latin typeface="Microsoft Sans Serif"/>
                <a:cs typeface="Microsoft Sans Serif"/>
              </a:rPr>
              <a:t>«</a:t>
            </a:r>
            <a:r>
              <a:rPr sz="2000" spc="-5" dirty="0">
                <a:solidFill>
                  <a:srgbClr val="00228B"/>
                </a:solidFill>
                <a:latin typeface="Trebuchet MS"/>
                <a:cs typeface="Trebuchet MS"/>
              </a:rPr>
              <a:t>Фукусима</a:t>
            </a:r>
            <a:r>
              <a:rPr sz="2000" spc="-5" dirty="0">
                <a:solidFill>
                  <a:srgbClr val="00228B"/>
                </a:solidFill>
                <a:latin typeface="Microsoft Sans Serif"/>
                <a:cs typeface="Microsoft Sans Serif"/>
              </a:rPr>
              <a:t>»</a:t>
            </a:r>
            <a:r>
              <a:rPr sz="2000" spc="25" dirty="0">
                <a:solidFill>
                  <a:srgbClr val="00228B"/>
                </a:solidFill>
                <a:latin typeface="Microsoft Sans Serif"/>
                <a:cs typeface="Microsoft Sans Serif"/>
              </a:rPr>
              <a:t> </a:t>
            </a:r>
            <a:r>
              <a:rPr sz="2000" spc="25" dirty="0">
                <a:solidFill>
                  <a:srgbClr val="00228B"/>
                </a:solidFill>
                <a:latin typeface="Trebuchet MS"/>
                <a:cs typeface="Trebuchet MS"/>
              </a:rPr>
              <a:t>в</a:t>
            </a:r>
            <a:r>
              <a:rPr sz="2000" spc="-6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228B"/>
                </a:solidFill>
                <a:latin typeface="Trebuchet MS"/>
                <a:cs typeface="Trebuchet MS"/>
              </a:rPr>
              <a:t>Японии</a:t>
            </a:r>
            <a:r>
              <a:rPr sz="2000" spc="25" dirty="0">
                <a:solidFill>
                  <a:srgbClr val="00228B"/>
                </a:solidFill>
                <a:latin typeface="Microsoft Sans Serif"/>
                <a:cs typeface="Microsoft Sans Serif"/>
              </a:rPr>
              <a:t>.</a:t>
            </a:r>
            <a:endParaRPr sz="2000">
              <a:latin typeface="Microsoft Sans Serif"/>
              <a:cs typeface="Microsoft Sans Serif"/>
            </a:endParaRPr>
          </a:p>
          <a:p>
            <a:pPr marL="12700" marR="71120">
              <a:lnSpc>
                <a:spcPct val="100000"/>
              </a:lnSpc>
              <a:spcBef>
                <a:spcPts val="475"/>
              </a:spcBef>
              <a:buFont typeface="Microsoft Sans Serif"/>
              <a:buAutoNum type="arabicPeriod"/>
              <a:tabLst>
                <a:tab pos="295275" algn="l"/>
              </a:tabLst>
            </a:pPr>
            <a:r>
              <a:rPr sz="2000" spc="30" dirty="0">
                <a:solidFill>
                  <a:srgbClr val="00228B"/>
                </a:solidFill>
                <a:latin typeface="Trebuchet MS"/>
                <a:cs typeface="Trebuchet MS"/>
              </a:rPr>
              <a:t>Анализ</a:t>
            </a:r>
            <a:r>
              <a:rPr sz="2000" spc="-50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5" dirty="0">
                <a:solidFill>
                  <a:srgbClr val="00228B"/>
                </a:solidFill>
                <a:latin typeface="Trebuchet MS"/>
                <a:cs typeface="Trebuchet MS"/>
              </a:rPr>
              <a:t>показал</a:t>
            </a:r>
            <a:r>
              <a:rPr sz="2000" spc="5" dirty="0">
                <a:solidFill>
                  <a:srgbClr val="00228B"/>
                </a:solidFill>
                <a:latin typeface="Microsoft Sans Serif"/>
                <a:cs typeface="Microsoft Sans Serif"/>
              </a:rPr>
              <a:t>,</a:t>
            </a:r>
            <a:r>
              <a:rPr sz="2000" spc="20" dirty="0">
                <a:solidFill>
                  <a:srgbClr val="00228B"/>
                </a:solidFill>
                <a:latin typeface="Microsoft Sans Serif"/>
                <a:cs typeface="Microsoft Sans Serif"/>
              </a:rPr>
              <a:t> </a:t>
            </a:r>
            <a:r>
              <a:rPr sz="2000" spc="5" dirty="0">
                <a:solidFill>
                  <a:srgbClr val="00228B"/>
                </a:solidFill>
                <a:latin typeface="Trebuchet MS"/>
                <a:cs typeface="Trebuchet MS"/>
              </a:rPr>
              <a:t>что</a:t>
            </a:r>
            <a:r>
              <a:rPr sz="2000" spc="-50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228B"/>
                </a:solidFill>
                <a:latin typeface="Trebuchet MS"/>
                <a:cs typeface="Trebuchet MS"/>
              </a:rPr>
              <a:t>в</a:t>
            </a:r>
            <a:r>
              <a:rPr sz="2000" spc="-60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228B"/>
                </a:solidFill>
                <a:latin typeface="Trebuchet MS"/>
                <a:cs typeface="Trebuchet MS"/>
              </a:rPr>
              <a:t>течение</a:t>
            </a:r>
            <a:r>
              <a:rPr sz="2000" spc="-40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228B"/>
                </a:solidFill>
                <a:latin typeface="Microsoft Sans Serif"/>
                <a:cs typeface="Microsoft Sans Serif"/>
              </a:rPr>
              <a:t>72</a:t>
            </a:r>
            <a:r>
              <a:rPr sz="2000" spc="15" dirty="0">
                <a:solidFill>
                  <a:srgbClr val="00228B"/>
                </a:solidFill>
                <a:latin typeface="Microsoft Sans Serif"/>
                <a:cs typeface="Microsoft Sans Serif"/>
              </a:rPr>
              <a:t> </a:t>
            </a:r>
            <a:r>
              <a:rPr sz="2000" spc="20" dirty="0">
                <a:solidFill>
                  <a:srgbClr val="00228B"/>
                </a:solidFill>
                <a:latin typeface="Trebuchet MS"/>
                <a:cs typeface="Trebuchet MS"/>
              </a:rPr>
              <a:t>часов</a:t>
            </a:r>
            <a:r>
              <a:rPr sz="2000" spc="-4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228B"/>
                </a:solidFill>
                <a:latin typeface="Trebuchet MS"/>
                <a:cs typeface="Trebuchet MS"/>
              </a:rPr>
              <a:t>в</a:t>
            </a:r>
            <a:r>
              <a:rPr sz="2000" spc="-4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15" dirty="0">
                <a:solidFill>
                  <a:srgbClr val="00228B"/>
                </a:solidFill>
                <a:latin typeface="Trebuchet MS"/>
                <a:cs typeface="Trebuchet MS"/>
              </a:rPr>
              <a:t>аварии</a:t>
            </a:r>
            <a:r>
              <a:rPr sz="2000" spc="-4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-10" dirty="0">
                <a:solidFill>
                  <a:srgbClr val="00228B"/>
                </a:solidFill>
                <a:latin typeface="Microsoft Sans Serif"/>
                <a:cs typeface="Microsoft Sans Serif"/>
              </a:rPr>
              <a:t>blackout </a:t>
            </a:r>
            <a:r>
              <a:rPr sz="2000" spc="-515" dirty="0">
                <a:solidFill>
                  <a:srgbClr val="00228B"/>
                </a:solidFill>
                <a:latin typeface="Microsoft Sans Serif"/>
                <a:cs typeface="Microsoft Sans Serif"/>
              </a:rPr>
              <a:t> </a:t>
            </a:r>
            <a:r>
              <a:rPr sz="2000" spc="-5" dirty="0">
                <a:solidFill>
                  <a:srgbClr val="00228B"/>
                </a:solidFill>
                <a:latin typeface="Trebuchet MS"/>
                <a:cs typeface="Trebuchet MS"/>
              </a:rPr>
              <a:t>не </a:t>
            </a:r>
            <a:r>
              <a:rPr sz="2000" dirty="0">
                <a:solidFill>
                  <a:srgbClr val="00228B"/>
                </a:solidFill>
                <a:latin typeface="Trebuchet MS"/>
                <a:cs typeface="Trebuchet MS"/>
              </a:rPr>
              <a:t>происходит </a:t>
            </a:r>
            <a:r>
              <a:rPr sz="2000" spc="15" dirty="0">
                <a:solidFill>
                  <a:srgbClr val="00228B"/>
                </a:solidFill>
                <a:latin typeface="Trebuchet MS"/>
                <a:cs typeface="Trebuchet MS"/>
              </a:rPr>
              <a:t>плавление топлива </a:t>
            </a:r>
            <a:r>
              <a:rPr sz="2000" spc="25" dirty="0">
                <a:solidFill>
                  <a:srgbClr val="00228B"/>
                </a:solidFill>
                <a:latin typeface="Trebuchet MS"/>
                <a:cs typeface="Trebuchet MS"/>
              </a:rPr>
              <a:t>в </a:t>
            </a:r>
            <a:r>
              <a:rPr sz="2000" spc="-5" dirty="0">
                <a:solidFill>
                  <a:srgbClr val="00228B"/>
                </a:solidFill>
                <a:latin typeface="Trebuchet MS"/>
                <a:cs typeface="Trebuchet MS"/>
              </a:rPr>
              <a:t>реакторе </a:t>
            </a:r>
            <a:r>
              <a:rPr sz="2000" spc="40" dirty="0">
                <a:solidFill>
                  <a:srgbClr val="00228B"/>
                </a:solidFill>
                <a:latin typeface="Trebuchet MS"/>
                <a:cs typeface="Trebuchet MS"/>
              </a:rPr>
              <a:t>за </a:t>
            </a:r>
            <a:r>
              <a:rPr sz="2000" spc="-5" dirty="0">
                <a:solidFill>
                  <a:srgbClr val="00228B"/>
                </a:solidFill>
                <a:latin typeface="Trebuchet MS"/>
                <a:cs typeface="Trebuchet MS"/>
              </a:rPr>
              <a:t>счет </a:t>
            </a:r>
            <a:r>
              <a:rPr sz="2000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-25" dirty="0">
                <a:solidFill>
                  <a:srgbClr val="00228B"/>
                </a:solidFill>
                <a:latin typeface="Trebuchet MS"/>
                <a:cs typeface="Trebuchet MS"/>
              </a:rPr>
              <a:t>проектно</a:t>
            </a:r>
            <a:r>
              <a:rPr sz="2000" spc="-25" dirty="0">
                <a:solidFill>
                  <a:srgbClr val="00228B"/>
                </a:solidFill>
                <a:latin typeface="Microsoft Sans Serif"/>
                <a:cs typeface="Microsoft Sans Serif"/>
              </a:rPr>
              <a:t>-</a:t>
            </a:r>
            <a:r>
              <a:rPr sz="2000" spc="-25" dirty="0">
                <a:solidFill>
                  <a:srgbClr val="00228B"/>
                </a:solidFill>
                <a:latin typeface="Trebuchet MS"/>
                <a:cs typeface="Trebuchet MS"/>
              </a:rPr>
              <a:t>конструкторских</a:t>
            </a:r>
            <a:r>
              <a:rPr sz="2000" spc="-4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228B"/>
                </a:solidFill>
                <a:latin typeface="Trebuchet MS"/>
                <a:cs typeface="Trebuchet MS"/>
              </a:rPr>
              <a:t>решений</a:t>
            </a:r>
            <a:r>
              <a:rPr sz="2000" spc="-70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-5" dirty="0">
                <a:solidFill>
                  <a:srgbClr val="00228B"/>
                </a:solidFill>
                <a:latin typeface="Microsoft Sans Serif"/>
                <a:cs typeface="Microsoft Sans Serif"/>
              </a:rPr>
              <a:t>,</a:t>
            </a:r>
            <a:r>
              <a:rPr sz="2000" spc="20" dirty="0">
                <a:solidFill>
                  <a:srgbClr val="00228B"/>
                </a:solidFill>
                <a:latin typeface="Microsoft Sans Serif"/>
                <a:cs typeface="Microsoft Sans Serif"/>
              </a:rPr>
              <a:t> </a:t>
            </a:r>
            <a:r>
              <a:rPr sz="2000" dirty="0">
                <a:solidFill>
                  <a:srgbClr val="00228B"/>
                </a:solidFill>
                <a:latin typeface="Trebuchet MS"/>
                <a:cs typeface="Trebuchet MS"/>
              </a:rPr>
              <a:t>заложенных</a:t>
            </a:r>
            <a:r>
              <a:rPr sz="2000" spc="-4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228B"/>
                </a:solidFill>
                <a:latin typeface="Trebuchet MS"/>
                <a:cs typeface="Trebuchet MS"/>
              </a:rPr>
              <a:t>в</a:t>
            </a:r>
            <a:r>
              <a:rPr sz="2000" spc="-50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-20" dirty="0">
                <a:solidFill>
                  <a:srgbClr val="00228B"/>
                </a:solidFill>
                <a:latin typeface="Trebuchet MS"/>
                <a:cs typeface="Trebuchet MS"/>
              </a:rPr>
              <a:t>проект</a:t>
            </a:r>
            <a:r>
              <a:rPr sz="2000" spc="-20" dirty="0">
                <a:solidFill>
                  <a:srgbClr val="00228B"/>
                </a:solidFill>
                <a:latin typeface="Microsoft Sans Serif"/>
                <a:cs typeface="Microsoft Sans Serif"/>
              </a:rPr>
              <a:t>.</a:t>
            </a:r>
            <a:endParaRPr sz="2000">
              <a:latin typeface="Microsoft Sans Serif"/>
              <a:cs typeface="Microsoft Sans Serif"/>
            </a:endParaRPr>
          </a:p>
          <a:p>
            <a:pPr marL="12700" marR="5080">
              <a:lnSpc>
                <a:spcPct val="100000"/>
              </a:lnSpc>
              <a:spcBef>
                <a:spcPts val="475"/>
              </a:spcBef>
              <a:buFont typeface="Microsoft Sans Serif"/>
              <a:buAutoNum type="arabicPeriod"/>
              <a:tabLst>
                <a:tab pos="294005" algn="l"/>
                <a:tab pos="5880735" algn="l"/>
              </a:tabLst>
            </a:pPr>
            <a:r>
              <a:rPr sz="2000" spc="5" dirty="0">
                <a:solidFill>
                  <a:srgbClr val="00228B"/>
                </a:solidFill>
                <a:latin typeface="Trebuchet MS"/>
                <a:cs typeface="Trebuchet MS"/>
              </a:rPr>
              <a:t>Дополнительно предлагается </a:t>
            </a:r>
            <a:r>
              <a:rPr sz="2000" spc="20" dirty="0">
                <a:solidFill>
                  <a:srgbClr val="00228B"/>
                </a:solidFill>
                <a:latin typeface="Trebuchet MS"/>
                <a:cs typeface="Trebuchet MS"/>
              </a:rPr>
              <a:t>реализация </a:t>
            </a:r>
            <a:r>
              <a:rPr sz="2000" dirty="0">
                <a:solidFill>
                  <a:srgbClr val="00228B"/>
                </a:solidFill>
                <a:latin typeface="Trebuchet MS"/>
                <a:cs typeface="Trebuchet MS"/>
              </a:rPr>
              <a:t>мероприятий</a:t>
            </a:r>
            <a:r>
              <a:rPr sz="2000" dirty="0">
                <a:solidFill>
                  <a:srgbClr val="00228B"/>
                </a:solidFill>
                <a:latin typeface="Microsoft Sans Serif"/>
                <a:cs typeface="Microsoft Sans Serif"/>
              </a:rPr>
              <a:t>, </a:t>
            </a:r>
            <a:r>
              <a:rPr sz="2000" spc="5" dirty="0">
                <a:solidFill>
                  <a:srgbClr val="00228B"/>
                </a:solidFill>
                <a:latin typeface="Microsoft Sans Serif"/>
                <a:cs typeface="Microsoft Sans Serif"/>
              </a:rPr>
              <a:t> </a:t>
            </a:r>
            <a:r>
              <a:rPr sz="2000" spc="15" dirty="0">
                <a:solidFill>
                  <a:srgbClr val="00228B"/>
                </a:solidFill>
                <a:latin typeface="Trebuchet MS"/>
                <a:cs typeface="Trebuchet MS"/>
              </a:rPr>
              <a:t>направленных </a:t>
            </a:r>
            <a:r>
              <a:rPr sz="2000" spc="30" dirty="0">
                <a:solidFill>
                  <a:srgbClr val="00228B"/>
                </a:solidFill>
                <a:latin typeface="Trebuchet MS"/>
                <a:cs typeface="Trebuchet MS"/>
              </a:rPr>
              <a:t>на </a:t>
            </a:r>
            <a:r>
              <a:rPr sz="2000" spc="20" dirty="0">
                <a:solidFill>
                  <a:srgbClr val="00228B"/>
                </a:solidFill>
                <a:latin typeface="Trebuchet MS"/>
                <a:cs typeface="Trebuchet MS"/>
              </a:rPr>
              <a:t>повышение </a:t>
            </a:r>
            <a:r>
              <a:rPr sz="2000" dirty="0">
                <a:solidFill>
                  <a:srgbClr val="00228B"/>
                </a:solidFill>
                <a:latin typeface="Trebuchet MS"/>
                <a:cs typeface="Trebuchet MS"/>
              </a:rPr>
              <a:t>устойчивости </a:t>
            </a:r>
            <a:r>
              <a:rPr sz="2000" spc="220" dirty="0">
                <a:solidFill>
                  <a:srgbClr val="00228B"/>
                </a:solidFill>
                <a:latin typeface="Trebuchet MS"/>
                <a:cs typeface="Trebuchet MS"/>
              </a:rPr>
              <a:t>АЭС </a:t>
            </a:r>
            <a:r>
              <a:rPr sz="2000" spc="-160" dirty="0">
                <a:solidFill>
                  <a:srgbClr val="00228B"/>
                </a:solidFill>
                <a:latin typeface="Trebuchet MS"/>
                <a:cs typeface="Trebuchet MS"/>
              </a:rPr>
              <a:t>к </a:t>
            </a:r>
            <a:r>
              <a:rPr sz="2000" spc="-15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dirty="0">
                <a:solidFill>
                  <a:srgbClr val="00228B"/>
                </a:solidFill>
                <a:latin typeface="Trebuchet MS"/>
                <a:cs typeface="Trebuchet MS"/>
              </a:rPr>
              <a:t>экстремальным </a:t>
            </a:r>
            <a:r>
              <a:rPr sz="2000" spc="5" dirty="0">
                <a:solidFill>
                  <a:srgbClr val="00228B"/>
                </a:solidFill>
                <a:latin typeface="Trebuchet MS"/>
                <a:cs typeface="Trebuchet MS"/>
              </a:rPr>
              <a:t>внешним воздействиям </a:t>
            </a:r>
            <a:r>
              <a:rPr sz="2000" spc="25" dirty="0">
                <a:solidFill>
                  <a:srgbClr val="00228B"/>
                </a:solidFill>
                <a:latin typeface="Microsoft Sans Serif"/>
                <a:cs typeface="Microsoft Sans Serif"/>
              </a:rPr>
              <a:t>(</a:t>
            </a:r>
            <a:r>
              <a:rPr sz="2000" spc="25" dirty="0">
                <a:solidFill>
                  <a:srgbClr val="00228B"/>
                </a:solidFill>
                <a:latin typeface="Trebuchet MS"/>
                <a:cs typeface="Trebuchet MS"/>
              </a:rPr>
              <a:t>подача </a:t>
            </a:r>
            <a:r>
              <a:rPr sz="2000" spc="-5" dirty="0">
                <a:solidFill>
                  <a:srgbClr val="00228B"/>
                </a:solidFill>
                <a:latin typeface="Trebuchet MS"/>
                <a:cs typeface="Trebuchet MS"/>
              </a:rPr>
              <a:t>борного </a:t>
            </a:r>
            <a:r>
              <a:rPr sz="2000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228B"/>
                </a:solidFill>
                <a:latin typeface="Trebuchet MS"/>
                <a:cs typeface="Trebuchet MS"/>
              </a:rPr>
              <a:t>раствор</a:t>
            </a:r>
            <a:r>
              <a:rPr sz="2000" spc="30" dirty="0">
                <a:solidFill>
                  <a:srgbClr val="00228B"/>
                </a:solidFill>
                <a:latin typeface="Trebuchet MS"/>
                <a:cs typeface="Trebuchet MS"/>
              </a:rPr>
              <a:t>а</a:t>
            </a:r>
            <a:r>
              <a:rPr sz="2000" spc="-50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228B"/>
                </a:solidFill>
                <a:latin typeface="Trebuchet MS"/>
                <a:cs typeface="Trebuchet MS"/>
              </a:rPr>
              <a:t>в</a:t>
            </a:r>
            <a:r>
              <a:rPr sz="2000" spc="-5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-10" dirty="0">
                <a:solidFill>
                  <a:srgbClr val="00228B"/>
                </a:solidFill>
                <a:latin typeface="Trebuchet MS"/>
                <a:cs typeface="Trebuchet MS"/>
              </a:rPr>
              <a:t>реакто</a:t>
            </a:r>
            <a:r>
              <a:rPr sz="2000" spc="-5" dirty="0">
                <a:solidFill>
                  <a:srgbClr val="00228B"/>
                </a:solidFill>
                <a:latin typeface="Trebuchet MS"/>
                <a:cs typeface="Trebuchet MS"/>
              </a:rPr>
              <a:t>р</a:t>
            </a:r>
            <a:r>
              <a:rPr sz="2000" spc="-50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-30" dirty="0">
                <a:solidFill>
                  <a:srgbClr val="00228B"/>
                </a:solidFill>
                <a:latin typeface="Trebuchet MS"/>
                <a:cs typeface="Trebuchet MS"/>
              </a:rPr>
              <a:t>и</a:t>
            </a:r>
            <a:r>
              <a:rPr sz="2000" spc="-50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15" dirty="0">
                <a:solidFill>
                  <a:srgbClr val="00228B"/>
                </a:solidFill>
                <a:latin typeface="Trebuchet MS"/>
                <a:cs typeface="Trebuchet MS"/>
              </a:rPr>
              <a:t>бассейн</a:t>
            </a:r>
            <a:r>
              <a:rPr sz="2000" spc="-50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-35" dirty="0">
                <a:solidFill>
                  <a:srgbClr val="00228B"/>
                </a:solidFill>
                <a:latin typeface="Trebuchet MS"/>
                <a:cs typeface="Trebuchet MS"/>
              </a:rPr>
              <a:t>выдержк</a:t>
            </a:r>
            <a:r>
              <a:rPr sz="2000" spc="-25" dirty="0">
                <a:solidFill>
                  <a:srgbClr val="00228B"/>
                </a:solidFill>
                <a:latin typeface="Trebuchet MS"/>
                <a:cs typeface="Trebuchet MS"/>
              </a:rPr>
              <a:t>и</a:t>
            </a:r>
            <a:r>
              <a:rPr sz="2000" spc="-5" dirty="0">
                <a:solidFill>
                  <a:srgbClr val="00228B"/>
                </a:solidFill>
                <a:latin typeface="Microsoft Sans Serif"/>
                <a:cs typeface="Microsoft Sans Serif"/>
              </a:rPr>
              <a:t>,</a:t>
            </a:r>
            <a:r>
              <a:rPr sz="2000" spc="20" dirty="0">
                <a:solidFill>
                  <a:srgbClr val="00228B"/>
                </a:solidFill>
                <a:latin typeface="Microsoft Sans Serif"/>
                <a:cs typeface="Microsoft Sans Serif"/>
              </a:rPr>
              <a:t> </a:t>
            </a:r>
            <a:r>
              <a:rPr sz="2000" spc="25" dirty="0">
                <a:solidFill>
                  <a:srgbClr val="00228B"/>
                </a:solidFill>
                <a:latin typeface="Trebuchet MS"/>
                <a:cs typeface="Trebuchet MS"/>
              </a:rPr>
              <a:t>вод</a:t>
            </a:r>
            <a:r>
              <a:rPr sz="2000" spc="40" dirty="0">
                <a:solidFill>
                  <a:srgbClr val="00228B"/>
                </a:solidFill>
                <a:latin typeface="Trebuchet MS"/>
                <a:cs typeface="Trebuchet MS"/>
              </a:rPr>
              <a:t>ы</a:t>
            </a:r>
            <a:r>
              <a:rPr sz="2000" spc="-60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25" dirty="0">
                <a:solidFill>
                  <a:srgbClr val="00228B"/>
                </a:solidFill>
                <a:latin typeface="Trebuchet MS"/>
                <a:cs typeface="Trebuchet MS"/>
              </a:rPr>
              <a:t>в</a:t>
            </a:r>
            <a:r>
              <a:rPr sz="2000" dirty="0">
                <a:solidFill>
                  <a:srgbClr val="00228B"/>
                </a:solidFill>
                <a:latin typeface="Trebuchet MS"/>
                <a:cs typeface="Trebuchet MS"/>
              </a:rPr>
              <a:t>	</a:t>
            </a:r>
            <a:r>
              <a:rPr sz="2000" spc="40" dirty="0">
                <a:solidFill>
                  <a:srgbClr val="00228B"/>
                </a:solidFill>
                <a:latin typeface="Trebuchet MS"/>
                <a:cs typeface="Trebuchet MS"/>
              </a:rPr>
              <a:t>б</a:t>
            </a:r>
            <a:r>
              <a:rPr sz="2000" spc="-40" dirty="0">
                <a:solidFill>
                  <a:srgbClr val="00228B"/>
                </a:solidFill>
                <a:latin typeface="Trebuchet MS"/>
                <a:cs typeface="Trebuchet MS"/>
              </a:rPr>
              <a:t>аки</a:t>
            </a:r>
            <a:r>
              <a:rPr sz="2000" spc="-55" dirty="0">
                <a:solidFill>
                  <a:srgbClr val="00228B"/>
                </a:solidFill>
                <a:latin typeface="Trebuchet MS"/>
                <a:cs typeface="Trebuchet MS"/>
              </a:rPr>
              <a:t> </a:t>
            </a:r>
            <a:r>
              <a:rPr sz="2000" spc="260" dirty="0">
                <a:solidFill>
                  <a:srgbClr val="00228B"/>
                </a:solidFill>
                <a:latin typeface="Trebuchet MS"/>
                <a:cs typeface="Trebuchet MS"/>
              </a:rPr>
              <a:t>С</a:t>
            </a:r>
            <a:r>
              <a:rPr sz="2000" spc="85" dirty="0">
                <a:solidFill>
                  <a:srgbClr val="00228B"/>
                </a:solidFill>
                <a:latin typeface="Trebuchet MS"/>
                <a:cs typeface="Trebuchet MS"/>
              </a:rPr>
              <a:t>ПОТ  </a:t>
            </a:r>
            <a:r>
              <a:rPr sz="2000" spc="45" dirty="0">
                <a:solidFill>
                  <a:srgbClr val="00228B"/>
                </a:solidFill>
                <a:latin typeface="Trebuchet MS"/>
                <a:cs typeface="Trebuchet MS"/>
              </a:rPr>
              <a:t>ПГ</a:t>
            </a:r>
            <a:r>
              <a:rPr sz="2000" spc="45" dirty="0">
                <a:solidFill>
                  <a:srgbClr val="00228B"/>
                </a:solidFill>
                <a:latin typeface="Microsoft Sans Serif"/>
                <a:cs typeface="Microsoft Sans Serif"/>
              </a:rPr>
              <a:t>).</a:t>
            </a:r>
            <a:endParaRPr sz="20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59</TotalTime>
  <Words>3897</Words>
  <Application>Microsoft Office PowerPoint</Application>
  <PresentationFormat>Произвольный</PresentationFormat>
  <Paragraphs>894</Paragraphs>
  <Slides>64</Slides>
  <Notes>0</Notes>
  <HiddenSlides>0</HiddenSlides>
  <MMClips>0</MMClips>
  <ScaleCrop>false</ScaleCrop>
  <HeadingPairs>
    <vt:vector size="4" baseType="variant">
      <vt:variant>
        <vt:lpstr>Тема</vt:lpstr>
      </vt:variant>
      <vt:variant>
        <vt:i4>1</vt:i4>
      </vt:variant>
      <vt:variant>
        <vt:lpstr>Заголовки слайдов</vt:lpstr>
      </vt:variant>
      <vt:variant>
        <vt:i4>64</vt:i4>
      </vt:variant>
    </vt:vector>
  </HeadingPairs>
  <TitlesOfParts>
    <vt:vector size="65" baseType="lpstr">
      <vt:lpstr>Office Theme</vt:lpstr>
      <vt:lpstr>Презентация PowerPoint</vt:lpstr>
      <vt:lpstr>Основные цели при разработке новых проектов РУ</vt:lpstr>
      <vt:lpstr>Проектные основы РУ ВВЭР</vt:lpstr>
      <vt:lpstr>Проектные основы РУ ВВЭР</vt:lpstr>
      <vt:lpstr>Проектные основы РУ ВВЭР</vt:lpstr>
      <vt:lpstr>Основные целевые показатели</vt:lpstr>
      <vt:lpstr>Основные целевые показатели</vt:lpstr>
      <vt:lpstr>Основные целевые показатели</vt:lpstr>
      <vt:lpstr>Реакторная установка В-428</vt:lpstr>
      <vt:lpstr>Основные усовершенствования оборудования  РУ В-428 в сравнении с серийной РУ В-320</vt:lpstr>
      <vt:lpstr>Реакторная установка В-428</vt:lpstr>
      <vt:lpstr>Реакторное отделение</vt:lpstr>
      <vt:lpstr>Основные параметры РУ</vt:lpstr>
      <vt:lpstr>Презентация PowerPoint</vt:lpstr>
      <vt:lpstr>Реактор ВВЭР-1000</vt:lpstr>
      <vt:lpstr>Основное оборудование РУ</vt:lpstr>
      <vt:lpstr>Основное оборудование РУ</vt:lpstr>
      <vt:lpstr>Основное оборудование РУ</vt:lpstr>
      <vt:lpstr>Основное оборудование РУ</vt:lpstr>
      <vt:lpstr>Основное оборудование РУ</vt:lpstr>
      <vt:lpstr>Основное оборудование РУ</vt:lpstr>
      <vt:lpstr>Основное оборудование РУ</vt:lpstr>
      <vt:lpstr>Основное оборудование РУ</vt:lpstr>
      <vt:lpstr>Основное оборудование РУ</vt:lpstr>
      <vt:lpstr>Основное оборудование РУ</vt:lpstr>
      <vt:lpstr>Основное оборудование РУ</vt:lpstr>
      <vt:lpstr>Система управления и защиты</vt:lpstr>
      <vt:lpstr>Система управления и защиты</vt:lpstr>
      <vt:lpstr>Система управления и защиты</vt:lpstr>
      <vt:lpstr>Система управления и защиты</vt:lpstr>
      <vt:lpstr>Система управления и защиты</vt:lpstr>
      <vt:lpstr>Система контроля, управления и  диагностики</vt:lpstr>
      <vt:lpstr>СКУД</vt:lpstr>
      <vt:lpstr>СКУД</vt:lpstr>
      <vt:lpstr>СКУД</vt:lpstr>
      <vt:lpstr>СКУД</vt:lpstr>
      <vt:lpstr>СКУД</vt:lpstr>
      <vt:lpstr>СКУД</vt:lpstr>
      <vt:lpstr>Системы безопасности</vt:lpstr>
      <vt:lpstr>Системы безопасности</vt:lpstr>
      <vt:lpstr>Системы безопасности</vt:lpstr>
      <vt:lpstr>Системы безопасности</vt:lpstr>
      <vt:lpstr>Системы безопасности</vt:lpstr>
      <vt:lpstr>Системы безопасности</vt:lpstr>
      <vt:lpstr>Уроки Фукусимы</vt:lpstr>
      <vt:lpstr>Реакторная установка для АЭС-2006  В-491</vt:lpstr>
      <vt:lpstr>Презентация PowerPoint</vt:lpstr>
      <vt:lpstr>Реактор ВВЭР-1200</vt:lpstr>
      <vt:lpstr>Основное оборудование РУ</vt:lpstr>
      <vt:lpstr>Основное оборудование РУ</vt:lpstr>
      <vt:lpstr>Основное оборудование РУ</vt:lpstr>
      <vt:lpstr>Основное оборудование РУ</vt:lpstr>
      <vt:lpstr>Основное оборудование РУ</vt:lpstr>
      <vt:lpstr>Основное оборудование РУ</vt:lpstr>
      <vt:lpstr>Основное оборудование РУ</vt:lpstr>
      <vt:lpstr>СИСТЕМА УПРАВЛЕНИЯ И ЗАЩИТЫ</vt:lpstr>
      <vt:lpstr>СКУД</vt:lpstr>
      <vt:lpstr>Системы безопасности</vt:lpstr>
      <vt:lpstr>Системы безопасности</vt:lpstr>
      <vt:lpstr>Системы безопасности</vt:lpstr>
      <vt:lpstr>Системы безопасности</vt:lpstr>
      <vt:lpstr>Системы безопасности</vt:lpstr>
      <vt:lpstr>Системы безопасности</vt:lpstr>
      <vt:lpstr>Уроки Фукусимы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Microsoft PowerPoint - +Разреш_044-98-2013_Никитенко_Ханой.ppt</dc:title>
  <dc:creator>Proselkova_ev</dc:creator>
  <cp:lastModifiedBy>User</cp:lastModifiedBy>
  <cp:revision>10</cp:revision>
  <dcterms:created xsi:type="dcterms:W3CDTF">2021-05-18T13:52:14Z</dcterms:created>
  <dcterms:modified xsi:type="dcterms:W3CDTF">2021-05-25T08:56:28Z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2014-03-28T00:00:00Z</vt:filetime>
  </property>
  <property fmtid="{D5CDD505-2E9C-101B-9397-08002B2CF9AE}" pid="3" name="Creator">
    <vt:lpwstr>PScript5.dll Version 5.2.2</vt:lpwstr>
  </property>
  <property fmtid="{D5CDD505-2E9C-101B-9397-08002B2CF9AE}" pid="4" name="LastSaved">
    <vt:filetime>2021-05-18T00:00:00Z</vt:filetime>
  </property>
</Properties>
</file>